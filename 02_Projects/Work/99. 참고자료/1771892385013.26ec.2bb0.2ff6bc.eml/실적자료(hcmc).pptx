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FA216-AFA0-4751-A6E6-D7225E693231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19D09-6854-41D6-B8AD-9C507C0DAA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42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919D09-6854-41D6-B8AD-9C507C0DAACF}" type="slidenum">
              <a:rPr lang="ko-KR" altLang="en-US" smtClean="0"/>
              <a:t>1</a:t>
            </a:fld>
            <a:endParaRPr lang="ko-KR" altLang="en-US"/>
          </a:p>
        </p:txBody>
      </p:sp>
      <p:grpSp>
        <p:nvGrpSpPr>
          <p:cNvPr id="7" name="그래픽 5">
            <a:extLst>
              <a:ext uri="{FF2B5EF4-FFF2-40B4-BE49-F238E27FC236}">
                <a16:creationId xmlns:a16="http://schemas.microsoft.com/office/drawing/2014/main" id="{666C2F66-1BCB-46F8-BD26-C724D49D0079}"/>
              </a:ext>
            </a:extLst>
          </p:cNvPr>
          <p:cNvGrpSpPr/>
          <p:nvPr/>
        </p:nvGrpSpPr>
        <p:grpSpPr>
          <a:xfrm>
            <a:off x="519590" y="296780"/>
            <a:ext cx="6342931" cy="8487285"/>
            <a:chOff x="519590" y="296780"/>
            <a:chExt cx="6342931" cy="8487285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CD08C9F7-AA69-4BA3-9C44-ED0750AED2D2}"/>
                </a:ext>
              </a:extLst>
            </p:cNvPr>
            <p:cNvSpPr/>
            <p:nvPr/>
          </p:nvSpPr>
          <p:spPr>
            <a:xfrm>
              <a:off x="529390" y="296780"/>
              <a:ext cx="5859378" cy="8463545"/>
            </a:xfrm>
            <a:custGeom>
              <a:avLst/>
              <a:gdLst>
                <a:gd name="connsiteX0" fmla="*/ 0 w 5859378"/>
                <a:gd name="connsiteY0" fmla="*/ 0 h 8463545"/>
                <a:gd name="connsiteX1" fmla="*/ 5859378 w 5859378"/>
                <a:gd name="connsiteY1" fmla="*/ 0 h 8463545"/>
                <a:gd name="connsiteX2" fmla="*/ 5859378 w 5859378"/>
                <a:gd name="connsiteY2" fmla="*/ 8463545 h 8463545"/>
                <a:gd name="connsiteX3" fmla="*/ 0 w 5859378"/>
                <a:gd name="connsiteY3" fmla="*/ 8463545 h 8463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9378" h="8463545">
                  <a:moveTo>
                    <a:pt x="0" y="0"/>
                  </a:moveTo>
                  <a:lnTo>
                    <a:pt x="5859378" y="0"/>
                  </a:lnTo>
                  <a:lnTo>
                    <a:pt x="5859378" y="8463545"/>
                  </a:lnTo>
                  <a:lnTo>
                    <a:pt x="0" y="8463545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4C9BA2A-23C1-4609-A277-055B9CD46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1996" y="8525949"/>
              <a:ext cx="781251" cy="91145"/>
            </a:xfrm>
            <a:custGeom>
              <a:avLst/>
              <a:gdLst>
                <a:gd name="connsiteX0" fmla="*/ 260 w 781251"/>
                <a:gd name="connsiteY0" fmla="*/ 619 h 91145"/>
                <a:gd name="connsiteX1" fmla="*/ 781512 w 781251"/>
                <a:gd name="connsiteY1" fmla="*/ 619 h 91145"/>
                <a:gd name="connsiteX2" fmla="*/ 781512 w 781251"/>
                <a:gd name="connsiteY2" fmla="*/ 91765 h 91145"/>
                <a:gd name="connsiteX3" fmla="*/ 260 w 781251"/>
                <a:gd name="connsiteY3" fmla="*/ 91765 h 9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1251" h="91145">
                  <a:moveTo>
                    <a:pt x="260" y="619"/>
                  </a:moveTo>
                  <a:lnTo>
                    <a:pt x="781512" y="619"/>
                  </a:lnTo>
                  <a:lnTo>
                    <a:pt x="781512" y="91765"/>
                  </a:lnTo>
                  <a:lnTo>
                    <a:pt x="260" y="91765"/>
                  </a:lnTo>
                  <a:close/>
                </a:path>
              </a:pathLst>
            </a:custGeom>
          </p:spPr>
        </p:pic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5EB010E6-CA6E-4A4E-BA74-D006CEFF3DBB}"/>
                </a:ext>
              </a:extLst>
            </p:cNvPr>
            <p:cNvSpPr/>
            <p:nvPr/>
          </p:nvSpPr>
          <p:spPr>
            <a:xfrm>
              <a:off x="1707812" y="598991"/>
              <a:ext cx="796252" cy="95000"/>
            </a:xfrm>
            <a:custGeom>
              <a:avLst/>
              <a:gdLst>
                <a:gd name="connsiteX0" fmla="*/ 624899 w 796252"/>
                <a:gd name="connsiteY0" fmla="*/ 71875 h 95000"/>
                <a:gd name="connsiteX1" fmla="*/ 711045 w 796252"/>
                <a:gd name="connsiteY1" fmla="*/ 71875 h 95000"/>
                <a:gd name="connsiteX2" fmla="*/ 711045 w 796252"/>
                <a:gd name="connsiteY2" fmla="*/ 81875 h 95000"/>
                <a:gd name="connsiteX3" fmla="*/ 624899 w 796252"/>
                <a:gd name="connsiteY3" fmla="*/ 81875 h 95000"/>
                <a:gd name="connsiteX4" fmla="*/ 743857 w 796252"/>
                <a:gd name="connsiteY4" fmla="*/ 68229 h 95000"/>
                <a:gd name="connsiteX5" fmla="*/ 743857 w 796252"/>
                <a:gd name="connsiteY5" fmla="*/ 82708 h 95000"/>
                <a:gd name="connsiteX6" fmla="*/ 784482 w 796252"/>
                <a:gd name="connsiteY6" fmla="*/ 82708 h 95000"/>
                <a:gd name="connsiteX7" fmla="*/ 784482 w 796252"/>
                <a:gd name="connsiteY7" fmla="*/ 68229 h 95000"/>
                <a:gd name="connsiteX8" fmla="*/ 136149 w 796252"/>
                <a:gd name="connsiteY8" fmla="*/ 67083 h 95000"/>
                <a:gd name="connsiteX9" fmla="*/ 121458 w 796252"/>
                <a:gd name="connsiteY9" fmla="*/ 69583 h 95000"/>
                <a:gd name="connsiteX10" fmla="*/ 115833 w 796252"/>
                <a:gd name="connsiteY10" fmla="*/ 76354 h 95000"/>
                <a:gd name="connsiteX11" fmla="*/ 121510 w 796252"/>
                <a:gd name="connsiteY11" fmla="*/ 83229 h 95000"/>
                <a:gd name="connsiteX12" fmla="*/ 136149 w 796252"/>
                <a:gd name="connsiteY12" fmla="*/ 85833 h 95000"/>
                <a:gd name="connsiteX13" fmla="*/ 150888 w 796252"/>
                <a:gd name="connsiteY13" fmla="*/ 83177 h 95000"/>
                <a:gd name="connsiteX14" fmla="*/ 156461 w 796252"/>
                <a:gd name="connsiteY14" fmla="*/ 76354 h 95000"/>
                <a:gd name="connsiteX15" fmla="*/ 150940 w 796252"/>
                <a:gd name="connsiteY15" fmla="*/ 69531 h 95000"/>
                <a:gd name="connsiteX16" fmla="*/ 136149 w 796252"/>
                <a:gd name="connsiteY16" fmla="*/ 67083 h 95000"/>
                <a:gd name="connsiteX17" fmla="*/ 200524 w 796252"/>
                <a:gd name="connsiteY17" fmla="*/ 61146 h 95000"/>
                <a:gd name="connsiteX18" fmla="*/ 212399 w 796252"/>
                <a:gd name="connsiteY18" fmla="*/ 61146 h 95000"/>
                <a:gd name="connsiteX19" fmla="*/ 212399 w 796252"/>
                <a:gd name="connsiteY19" fmla="*/ 81563 h 95000"/>
                <a:gd name="connsiteX20" fmla="*/ 265211 w 796252"/>
                <a:gd name="connsiteY20" fmla="*/ 81563 h 95000"/>
                <a:gd name="connsiteX21" fmla="*/ 265211 w 796252"/>
                <a:gd name="connsiteY21" fmla="*/ 91563 h 95000"/>
                <a:gd name="connsiteX22" fmla="*/ 203336 w 796252"/>
                <a:gd name="connsiteY22" fmla="*/ 91563 h 95000"/>
                <a:gd name="connsiteX23" fmla="*/ 201096 w 796252"/>
                <a:gd name="connsiteY23" fmla="*/ 90938 h 95000"/>
                <a:gd name="connsiteX24" fmla="*/ 200524 w 796252"/>
                <a:gd name="connsiteY24" fmla="*/ 88646 h 95000"/>
                <a:gd name="connsiteX25" fmla="*/ 734899 w 796252"/>
                <a:gd name="connsiteY25" fmla="*/ 58542 h 95000"/>
                <a:gd name="connsiteX26" fmla="*/ 793336 w 796252"/>
                <a:gd name="connsiteY26" fmla="*/ 58542 h 95000"/>
                <a:gd name="connsiteX27" fmla="*/ 795576 w 796252"/>
                <a:gd name="connsiteY27" fmla="*/ 59219 h 95000"/>
                <a:gd name="connsiteX28" fmla="*/ 796253 w 796252"/>
                <a:gd name="connsiteY28" fmla="*/ 61458 h 95000"/>
                <a:gd name="connsiteX29" fmla="*/ 796253 w 796252"/>
                <a:gd name="connsiteY29" fmla="*/ 89375 h 95000"/>
                <a:gd name="connsiteX30" fmla="*/ 795576 w 796252"/>
                <a:gd name="connsiteY30" fmla="*/ 91667 h 95000"/>
                <a:gd name="connsiteX31" fmla="*/ 793336 w 796252"/>
                <a:gd name="connsiteY31" fmla="*/ 92292 h 95000"/>
                <a:gd name="connsiteX32" fmla="*/ 734899 w 796252"/>
                <a:gd name="connsiteY32" fmla="*/ 92292 h 95000"/>
                <a:gd name="connsiteX33" fmla="*/ 732607 w 796252"/>
                <a:gd name="connsiteY33" fmla="*/ 91667 h 95000"/>
                <a:gd name="connsiteX34" fmla="*/ 731982 w 796252"/>
                <a:gd name="connsiteY34" fmla="*/ 89375 h 95000"/>
                <a:gd name="connsiteX35" fmla="*/ 731982 w 796252"/>
                <a:gd name="connsiteY35" fmla="*/ 61458 h 95000"/>
                <a:gd name="connsiteX36" fmla="*/ 732607 w 796252"/>
                <a:gd name="connsiteY36" fmla="*/ 59219 h 95000"/>
                <a:gd name="connsiteX37" fmla="*/ 734899 w 796252"/>
                <a:gd name="connsiteY37" fmla="*/ 58542 h 95000"/>
                <a:gd name="connsiteX38" fmla="*/ 136149 w 796252"/>
                <a:gd name="connsiteY38" fmla="*/ 57813 h 95000"/>
                <a:gd name="connsiteX39" fmla="*/ 149274 w 796252"/>
                <a:gd name="connsiteY39" fmla="*/ 59063 h 95000"/>
                <a:gd name="connsiteX40" fmla="*/ 159794 w 796252"/>
                <a:gd name="connsiteY40" fmla="*/ 62708 h 95000"/>
                <a:gd name="connsiteX41" fmla="*/ 166669 w 796252"/>
                <a:gd name="connsiteY41" fmla="*/ 68594 h 95000"/>
                <a:gd name="connsiteX42" fmla="*/ 169169 w 796252"/>
                <a:gd name="connsiteY42" fmla="*/ 76458 h 95000"/>
                <a:gd name="connsiteX43" fmla="*/ 166669 w 796252"/>
                <a:gd name="connsiteY43" fmla="*/ 84479 h 95000"/>
                <a:gd name="connsiteX44" fmla="*/ 159794 w 796252"/>
                <a:gd name="connsiteY44" fmla="*/ 90313 h 95000"/>
                <a:gd name="connsiteX45" fmla="*/ 149274 w 796252"/>
                <a:gd name="connsiteY45" fmla="*/ 93802 h 95000"/>
                <a:gd name="connsiteX46" fmla="*/ 136044 w 796252"/>
                <a:gd name="connsiteY46" fmla="*/ 95000 h 95000"/>
                <a:gd name="connsiteX47" fmla="*/ 122865 w 796252"/>
                <a:gd name="connsiteY47" fmla="*/ 93802 h 95000"/>
                <a:gd name="connsiteX48" fmla="*/ 112500 w 796252"/>
                <a:gd name="connsiteY48" fmla="*/ 90313 h 95000"/>
                <a:gd name="connsiteX49" fmla="*/ 105677 w 796252"/>
                <a:gd name="connsiteY49" fmla="*/ 84479 h 95000"/>
                <a:gd name="connsiteX50" fmla="*/ 103229 w 796252"/>
                <a:gd name="connsiteY50" fmla="*/ 76458 h 95000"/>
                <a:gd name="connsiteX51" fmla="*/ 105729 w 796252"/>
                <a:gd name="connsiteY51" fmla="*/ 68646 h 95000"/>
                <a:gd name="connsiteX52" fmla="*/ 112708 w 796252"/>
                <a:gd name="connsiteY52" fmla="*/ 62813 h 95000"/>
                <a:gd name="connsiteX53" fmla="*/ 123177 w 796252"/>
                <a:gd name="connsiteY53" fmla="*/ 59115 h 95000"/>
                <a:gd name="connsiteX54" fmla="*/ 136149 w 796252"/>
                <a:gd name="connsiteY54" fmla="*/ 57813 h 95000"/>
                <a:gd name="connsiteX55" fmla="*/ 401461 w 796252"/>
                <a:gd name="connsiteY55" fmla="*/ 52292 h 95000"/>
                <a:gd name="connsiteX56" fmla="*/ 413545 w 796252"/>
                <a:gd name="connsiteY56" fmla="*/ 52292 h 95000"/>
                <a:gd name="connsiteX57" fmla="*/ 413545 w 796252"/>
                <a:gd name="connsiteY57" fmla="*/ 72917 h 95000"/>
                <a:gd name="connsiteX58" fmla="*/ 450628 w 796252"/>
                <a:gd name="connsiteY58" fmla="*/ 72917 h 95000"/>
                <a:gd name="connsiteX59" fmla="*/ 450628 w 796252"/>
                <a:gd name="connsiteY59" fmla="*/ 82813 h 95000"/>
                <a:gd name="connsiteX60" fmla="*/ 364482 w 796252"/>
                <a:gd name="connsiteY60" fmla="*/ 82813 h 95000"/>
                <a:gd name="connsiteX61" fmla="*/ 364482 w 796252"/>
                <a:gd name="connsiteY61" fmla="*/ 72917 h 95000"/>
                <a:gd name="connsiteX62" fmla="*/ 401461 w 796252"/>
                <a:gd name="connsiteY62" fmla="*/ 72917 h 95000"/>
                <a:gd name="connsiteX63" fmla="*/ 457503 w 796252"/>
                <a:gd name="connsiteY63" fmla="*/ 51042 h 95000"/>
                <a:gd name="connsiteX64" fmla="*/ 515524 w 796252"/>
                <a:gd name="connsiteY64" fmla="*/ 51042 h 95000"/>
                <a:gd name="connsiteX65" fmla="*/ 517763 w 796252"/>
                <a:gd name="connsiteY65" fmla="*/ 51719 h 95000"/>
                <a:gd name="connsiteX66" fmla="*/ 518440 w 796252"/>
                <a:gd name="connsiteY66" fmla="*/ 53958 h 95000"/>
                <a:gd name="connsiteX67" fmla="*/ 518440 w 796252"/>
                <a:gd name="connsiteY67" fmla="*/ 73021 h 95000"/>
                <a:gd name="connsiteX68" fmla="*/ 517763 w 796252"/>
                <a:gd name="connsiteY68" fmla="*/ 75313 h 95000"/>
                <a:gd name="connsiteX69" fmla="*/ 515524 w 796252"/>
                <a:gd name="connsiteY69" fmla="*/ 75938 h 95000"/>
                <a:gd name="connsiteX70" fmla="*/ 470107 w 796252"/>
                <a:gd name="connsiteY70" fmla="*/ 75938 h 95000"/>
                <a:gd name="connsiteX71" fmla="*/ 470107 w 796252"/>
                <a:gd name="connsiteY71" fmla="*/ 83542 h 95000"/>
                <a:gd name="connsiteX72" fmla="*/ 520524 w 796252"/>
                <a:gd name="connsiteY72" fmla="*/ 83542 h 95000"/>
                <a:gd name="connsiteX73" fmla="*/ 520524 w 796252"/>
                <a:gd name="connsiteY73" fmla="*/ 92708 h 95000"/>
                <a:gd name="connsiteX74" fmla="*/ 460420 w 796252"/>
                <a:gd name="connsiteY74" fmla="*/ 92708 h 95000"/>
                <a:gd name="connsiteX75" fmla="*/ 458128 w 796252"/>
                <a:gd name="connsiteY75" fmla="*/ 92083 h 95000"/>
                <a:gd name="connsiteX76" fmla="*/ 457503 w 796252"/>
                <a:gd name="connsiteY76" fmla="*/ 89792 h 95000"/>
                <a:gd name="connsiteX77" fmla="*/ 457503 w 796252"/>
                <a:gd name="connsiteY77" fmla="*/ 70625 h 95000"/>
                <a:gd name="connsiteX78" fmla="*/ 458128 w 796252"/>
                <a:gd name="connsiteY78" fmla="*/ 68385 h 95000"/>
                <a:gd name="connsiteX79" fmla="*/ 460420 w 796252"/>
                <a:gd name="connsiteY79" fmla="*/ 67708 h 95000"/>
                <a:gd name="connsiteX80" fmla="*/ 505940 w 796252"/>
                <a:gd name="connsiteY80" fmla="*/ 67708 h 95000"/>
                <a:gd name="connsiteX81" fmla="*/ 505940 w 796252"/>
                <a:gd name="connsiteY81" fmla="*/ 60208 h 95000"/>
                <a:gd name="connsiteX82" fmla="*/ 457503 w 796252"/>
                <a:gd name="connsiteY82" fmla="*/ 60208 h 95000"/>
                <a:gd name="connsiteX83" fmla="*/ 107813 w 796252"/>
                <a:gd name="connsiteY83" fmla="*/ 26042 h 95000"/>
                <a:gd name="connsiteX84" fmla="*/ 107813 w 796252"/>
                <a:gd name="connsiteY84" fmla="*/ 39271 h 95000"/>
                <a:gd name="connsiteX85" fmla="*/ 128961 w 796252"/>
                <a:gd name="connsiteY85" fmla="*/ 39271 h 95000"/>
                <a:gd name="connsiteX86" fmla="*/ 128961 w 796252"/>
                <a:gd name="connsiteY86" fmla="*/ 26042 h 95000"/>
                <a:gd name="connsiteX87" fmla="*/ 278024 w 796252"/>
                <a:gd name="connsiteY87" fmla="*/ 5625 h 95000"/>
                <a:gd name="connsiteX88" fmla="*/ 328336 w 796252"/>
                <a:gd name="connsiteY88" fmla="*/ 5625 h 95000"/>
                <a:gd name="connsiteX89" fmla="*/ 328336 w 796252"/>
                <a:gd name="connsiteY89" fmla="*/ 15417 h 95000"/>
                <a:gd name="connsiteX90" fmla="*/ 309169 w 796252"/>
                <a:gd name="connsiteY90" fmla="*/ 15417 h 95000"/>
                <a:gd name="connsiteX91" fmla="*/ 309169 w 796252"/>
                <a:gd name="connsiteY91" fmla="*/ 23542 h 95000"/>
                <a:gd name="connsiteX92" fmla="*/ 315211 w 796252"/>
                <a:gd name="connsiteY92" fmla="*/ 48438 h 95000"/>
                <a:gd name="connsiteX93" fmla="*/ 333128 w 796252"/>
                <a:gd name="connsiteY93" fmla="*/ 65729 h 95000"/>
                <a:gd name="connsiteX94" fmla="*/ 324690 w 796252"/>
                <a:gd name="connsiteY94" fmla="*/ 73750 h 95000"/>
                <a:gd name="connsiteX95" fmla="*/ 311982 w 796252"/>
                <a:gd name="connsiteY95" fmla="*/ 62969 h 95000"/>
                <a:gd name="connsiteX96" fmla="*/ 302919 w 796252"/>
                <a:gd name="connsiteY96" fmla="*/ 49375 h 95000"/>
                <a:gd name="connsiteX97" fmla="*/ 294326 w 796252"/>
                <a:gd name="connsiteY97" fmla="*/ 63750 h 95000"/>
                <a:gd name="connsiteX98" fmla="*/ 281044 w 796252"/>
                <a:gd name="connsiteY98" fmla="*/ 76042 h 95000"/>
                <a:gd name="connsiteX99" fmla="*/ 271149 w 796252"/>
                <a:gd name="connsiteY99" fmla="*/ 68229 h 95000"/>
                <a:gd name="connsiteX100" fmla="*/ 290107 w 796252"/>
                <a:gd name="connsiteY100" fmla="*/ 49740 h 95000"/>
                <a:gd name="connsiteX101" fmla="*/ 296669 w 796252"/>
                <a:gd name="connsiteY101" fmla="*/ 23021 h 95000"/>
                <a:gd name="connsiteX102" fmla="*/ 296669 w 796252"/>
                <a:gd name="connsiteY102" fmla="*/ 15417 h 95000"/>
                <a:gd name="connsiteX103" fmla="*/ 278024 w 796252"/>
                <a:gd name="connsiteY103" fmla="*/ 15417 h 95000"/>
                <a:gd name="connsiteX104" fmla="*/ 374169 w 796252"/>
                <a:gd name="connsiteY104" fmla="*/ 4375 h 95000"/>
                <a:gd name="connsiteX105" fmla="*/ 440836 w 796252"/>
                <a:gd name="connsiteY105" fmla="*/ 4375 h 95000"/>
                <a:gd name="connsiteX106" fmla="*/ 440836 w 796252"/>
                <a:gd name="connsiteY106" fmla="*/ 14271 h 95000"/>
                <a:gd name="connsiteX107" fmla="*/ 414169 w 796252"/>
                <a:gd name="connsiteY107" fmla="*/ 14271 h 95000"/>
                <a:gd name="connsiteX108" fmla="*/ 414169 w 796252"/>
                <a:gd name="connsiteY108" fmla="*/ 16562 h 95000"/>
                <a:gd name="connsiteX109" fmla="*/ 416930 w 796252"/>
                <a:gd name="connsiteY109" fmla="*/ 26667 h 95000"/>
                <a:gd name="connsiteX110" fmla="*/ 424378 w 796252"/>
                <a:gd name="connsiteY110" fmla="*/ 35104 h 95000"/>
                <a:gd name="connsiteX111" fmla="*/ 435159 w 796252"/>
                <a:gd name="connsiteY111" fmla="*/ 41615 h 95000"/>
                <a:gd name="connsiteX112" fmla="*/ 447920 w 796252"/>
                <a:gd name="connsiteY112" fmla="*/ 45833 h 95000"/>
                <a:gd name="connsiteX113" fmla="*/ 440107 w 796252"/>
                <a:gd name="connsiteY113" fmla="*/ 54583 h 95000"/>
                <a:gd name="connsiteX114" fmla="*/ 430055 w 796252"/>
                <a:gd name="connsiteY114" fmla="*/ 50990 h 95000"/>
                <a:gd name="connsiteX115" fmla="*/ 420524 w 796252"/>
                <a:gd name="connsiteY115" fmla="*/ 45729 h 95000"/>
                <a:gd name="connsiteX116" fmla="*/ 412607 w 796252"/>
                <a:gd name="connsiteY116" fmla="*/ 39479 h 95000"/>
                <a:gd name="connsiteX117" fmla="*/ 407503 w 796252"/>
                <a:gd name="connsiteY117" fmla="*/ 32708 h 95000"/>
                <a:gd name="connsiteX118" fmla="*/ 402295 w 796252"/>
                <a:gd name="connsiteY118" fmla="*/ 39635 h 95000"/>
                <a:gd name="connsiteX119" fmla="*/ 394586 w 796252"/>
                <a:gd name="connsiteY119" fmla="*/ 45729 h 95000"/>
                <a:gd name="connsiteX120" fmla="*/ 385159 w 796252"/>
                <a:gd name="connsiteY120" fmla="*/ 50833 h 95000"/>
                <a:gd name="connsiteX121" fmla="*/ 374899 w 796252"/>
                <a:gd name="connsiteY121" fmla="*/ 54688 h 95000"/>
                <a:gd name="connsiteX122" fmla="*/ 366774 w 796252"/>
                <a:gd name="connsiteY122" fmla="*/ 45833 h 95000"/>
                <a:gd name="connsiteX123" fmla="*/ 380055 w 796252"/>
                <a:gd name="connsiteY123" fmla="*/ 41354 h 95000"/>
                <a:gd name="connsiteX124" fmla="*/ 390836 w 796252"/>
                <a:gd name="connsiteY124" fmla="*/ 35000 h 95000"/>
                <a:gd name="connsiteX125" fmla="*/ 398180 w 796252"/>
                <a:gd name="connsiteY125" fmla="*/ 26771 h 95000"/>
                <a:gd name="connsiteX126" fmla="*/ 400836 w 796252"/>
                <a:gd name="connsiteY126" fmla="*/ 16562 h 95000"/>
                <a:gd name="connsiteX127" fmla="*/ 400836 w 796252"/>
                <a:gd name="connsiteY127" fmla="*/ 14271 h 95000"/>
                <a:gd name="connsiteX128" fmla="*/ 374169 w 796252"/>
                <a:gd name="connsiteY128" fmla="*/ 14271 h 95000"/>
                <a:gd name="connsiteX129" fmla="*/ 189065 w 796252"/>
                <a:gd name="connsiteY129" fmla="*/ 4062 h 95000"/>
                <a:gd name="connsiteX130" fmla="*/ 235419 w 796252"/>
                <a:gd name="connsiteY130" fmla="*/ 4062 h 95000"/>
                <a:gd name="connsiteX131" fmla="*/ 235419 w 796252"/>
                <a:gd name="connsiteY131" fmla="*/ 13958 h 95000"/>
                <a:gd name="connsiteX132" fmla="*/ 218336 w 796252"/>
                <a:gd name="connsiteY132" fmla="*/ 13958 h 95000"/>
                <a:gd name="connsiteX133" fmla="*/ 218336 w 796252"/>
                <a:gd name="connsiteY133" fmla="*/ 19271 h 95000"/>
                <a:gd name="connsiteX134" fmla="*/ 220159 w 796252"/>
                <a:gd name="connsiteY134" fmla="*/ 28125 h 95000"/>
                <a:gd name="connsiteX135" fmla="*/ 225003 w 796252"/>
                <a:gd name="connsiteY135" fmla="*/ 35729 h 95000"/>
                <a:gd name="connsiteX136" fmla="*/ 232138 w 796252"/>
                <a:gd name="connsiteY136" fmla="*/ 41719 h 95000"/>
                <a:gd name="connsiteX137" fmla="*/ 240628 w 796252"/>
                <a:gd name="connsiteY137" fmla="*/ 45729 h 95000"/>
                <a:gd name="connsiteX138" fmla="*/ 233232 w 796252"/>
                <a:gd name="connsiteY138" fmla="*/ 54271 h 95000"/>
                <a:gd name="connsiteX139" fmla="*/ 226305 w 796252"/>
                <a:gd name="connsiteY139" fmla="*/ 50573 h 95000"/>
                <a:gd name="connsiteX140" fmla="*/ 220211 w 796252"/>
                <a:gd name="connsiteY140" fmla="*/ 46042 h 95000"/>
                <a:gd name="connsiteX141" fmla="*/ 215367 w 796252"/>
                <a:gd name="connsiteY141" fmla="*/ 41406 h 95000"/>
                <a:gd name="connsiteX142" fmla="*/ 212190 w 796252"/>
                <a:gd name="connsiteY142" fmla="*/ 36979 h 95000"/>
                <a:gd name="connsiteX143" fmla="*/ 208961 w 796252"/>
                <a:gd name="connsiteY143" fmla="*/ 42240 h 95000"/>
                <a:gd name="connsiteX144" fmla="*/ 203857 w 796252"/>
                <a:gd name="connsiteY144" fmla="*/ 47604 h 95000"/>
                <a:gd name="connsiteX145" fmla="*/ 197399 w 796252"/>
                <a:gd name="connsiteY145" fmla="*/ 52552 h 95000"/>
                <a:gd name="connsiteX146" fmla="*/ 190419 w 796252"/>
                <a:gd name="connsiteY146" fmla="*/ 56563 h 95000"/>
                <a:gd name="connsiteX147" fmla="*/ 181878 w 796252"/>
                <a:gd name="connsiteY147" fmla="*/ 48542 h 95000"/>
                <a:gd name="connsiteX148" fmla="*/ 199690 w 796252"/>
                <a:gd name="connsiteY148" fmla="*/ 35990 h 95000"/>
                <a:gd name="connsiteX149" fmla="*/ 205940 w 796252"/>
                <a:gd name="connsiteY149" fmla="*/ 18958 h 95000"/>
                <a:gd name="connsiteX150" fmla="*/ 205940 w 796252"/>
                <a:gd name="connsiteY150" fmla="*/ 13958 h 95000"/>
                <a:gd name="connsiteX151" fmla="*/ 189065 w 796252"/>
                <a:gd name="connsiteY151" fmla="*/ 13958 h 95000"/>
                <a:gd name="connsiteX152" fmla="*/ 451253 w 796252"/>
                <a:gd name="connsiteY152" fmla="*/ 3854 h 95000"/>
                <a:gd name="connsiteX153" fmla="*/ 492711 w 796252"/>
                <a:gd name="connsiteY153" fmla="*/ 3854 h 95000"/>
                <a:gd name="connsiteX154" fmla="*/ 492711 w 796252"/>
                <a:gd name="connsiteY154" fmla="*/ 13750 h 95000"/>
                <a:gd name="connsiteX155" fmla="*/ 460003 w 796252"/>
                <a:gd name="connsiteY155" fmla="*/ 13750 h 95000"/>
                <a:gd name="connsiteX156" fmla="*/ 460003 w 796252"/>
                <a:gd name="connsiteY156" fmla="*/ 32604 h 95000"/>
                <a:gd name="connsiteX157" fmla="*/ 473649 w 796252"/>
                <a:gd name="connsiteY157" fmla="*/ 32604 h 95000"/>
                <a:gd name="connsiteX158" fmla="*/ 480472 w 796252"/>
                <a:gd name="connsiteY158" fmla="*/ 32344 h 95000"/>
                <a:gd name="connsiteX159" fmla="*/ 488753 w 796252"/>
                <a:gd name="connsiteY159" fmla="*/ 31667 h 95000"/>
                <a:gd name="connsiteX160" fmla="*/ 496774 w 796252"/>
                <a:gd name="connsiteY160" fmla="*/ 30677 h 95000"/>
                <a:gd name="connsiteX161" fmla="*/ 503232 w 796252"/>
                <a:gd name="connsiteY161" fmla="*/ 29583 h 95000"/>
                <a:gd name="connsiteX162" fmla="*/ 503232 w 796252"/>
                <a:gd name="connsiteY162" fmla="*/ 39167 h 95000"/>
                <a:gd name="connsiteX163" fmla="*/ 497659 w 796252"/>
                <a:gd name="connsiteY163" fmla="*/ 40156 h 95000"/>
                <a:gd name="connsiteX164" fmla="*/ 490003 w 796252"/>
                <a:gd name="connsiteY164" fmla="*/ 41354 h 95000"/>
                <a:gd name="connsiteX165" fmla="*/ 480211 w 796252"/>
                <a:gd name="connsiteY165" fmla="*/ 42240 h 95000"/>
                <a:gd name="connsiteX166" fmla="*/ 468336 w 796252"/>
                <a:gd name="connsiteY166" fmla="*/ 42604 h 95000"/>
                <a:gd name="connsiteX167" fmla="*/ 451149 w 796252"/>
                <a:gd name="connsiteY167" fmla="*/ 42604 h 95000"/>
                <a:gd name="connsiteX168" fmla="*/ 448909 w 796252"/>
                <a:gd name="connsiteY168" fmla="*/ 41979 h 95000"/>
                <a:gd name="connsiteX169" fmla="*/ 448336 w 796252"/>
                <a:gd name="connsiteY169" fmla="*/ 39687 h 95000"/>
                <a:gd name="connsiteX170" fmla="*/ 448336 w 796252"/>
                <a:gd name="connsiteY170" fmla="*/ 6771 h 95000"/>
                <a:gd name="connsiteX171" fmla="*/ 448961 w 796252"/>
                <a:gd name="connsiteY171" fmla="*/ 4531 h 95000"/>
                <a:gd name="connsiteX172" fmla="*/ 451253 w 796252"/>
                <a:gd name="connsiteY172" fmla="*/ 3854 h 95000"/>
                <a:gd name="connsiteX173" fmla="*/ 724899 w 796252"/>
                <a:gd name="connsiteY173" fmla="*/ 3646 h 95000"/>
                <a:gd name="connsiteX174" fmla="*/ 756045 w 796252"/>
                <a:gd name="connsiteY174" fmla="*/ 3646 h 95000"/>
                <a:gd name="connsiteX175" fmla="*/ 756045 w 796252"/>
                <a:gd name="connsiteY175" fmla="*/ 13438 h 95000"/>
                <a:gd name="connsiteX176" fmla="*/ 733545 w 796252"/>
                <a:gd name="connsiteY176" fmla="*/ 13438 h 95000"/>
                <a:gd name="connsiteX177" fmla="*/ 733545 w 796252"/>
                <a:gd name="connsiteY177" fmla="*/ 22396 h 95000"/>
                <a:gd name="connsiteX178" fmla="*/ 754065 w 796252"/>
                <a:gd name="connsiteY178" fmla="*/ 22396 h 95000"/>
                <a:gd name="connsiteX179" fmla="*/ 754065 w 796252"/>
                <a:gd name="connsiteY179" fmla="*/ 31354 h 95000"/>
                <a:gd name="connsiteX180" fmla="*/ 733649 w 796252"/>
                <a:gd name="connsiteY180" fmla="*/ 31354 h 95000"/>
                <a:gd name="connsiteX181" fmla="*/ 733649 w 796252"/>
                <a:gd name="connsiteY181" fmla="*/ 41875 h 95000"/>
                <a:gd name="connsiteX182" fmla="*/ 745732 w 796252"/>
                <a:gd name="connsiteY182" fmla="*/ 41667 h 95000"/>
                <a:gd name="connsiteX183" fmla="*/ 753805 w 796252"/>
                <a:gd name="connsiteY183" fmla="*/ 41198 h 95000"/>
                <a:gd name="connsiteX184" fmla="*/ 761565 w 796252"/>
                <a:gd name="connsiteY184" fmla="*/ 40208 h 95000"/>
                <a:gd name="connsiteX185" fmla="*/ 761565 w 796252"/>
                <a:gd name="connsiteY185" fmla="*/ 49792 h 95000"/>
                <a:gd name="connsiteX186" fmla="*/ 753389 w 796252"/>
                <a:gd name="connsiteY186" fmla="*/ 50677 h 95000"/>
                <a:gd name="connsiteX187" fmla="*/ 744378 w 796252"/>
                <a:gd name="connsiteY187" fmla="*/ 51250 h 95000"/>
                <a:gd name="connsiteX188" fmla="*/ 737347 w 796252"/>
                <a:gd name="connsiteY188" fmla="*/ 51510 h 95000"/>
                <a:gd name="connsiteX189" fmla="*/ 731253 w 796252"/>
                <a:gd name="connsiteY189" fmla="*/ 51563 h 95000"/>
                <a:gd name="connsiteX190" fmla="*/ 726774 w 796252"/>
                <a:gd name="connsiteY190" fmla="*/ 51563 h 95000"/>
                <a:gd name="connsiteX191" fmla="*/ 724795 w 796252"/>
                <a:gd name="connsiteY191" fmla="*/ 51563 h 95000"/>
                <a:gd name="connsiteX192" fmla="*/ 722555 w 796252"/>
                <a:gd name="connsiteY192" fmla="*/ 50938 h 95000"/>
                <a:gd name="connsiteX193" fmla="*/ 721982 w 796252"/>
                <a:gd name="connsiteY193" fmla="*/ 48646 h 95000"/>
                <a:gd name="connsiteX194" fmla="*/ 721982 w 796252"/>
                <a:gd name="connsiteY194" fmla="*/ 6562 h 95000"/>
                <a:gd name="connsiteX195" fmla="*/ 722607 w 796252"/>
                <a:gd name="connsiteY195" fmla="*/ 4323 h 95000"/>
                <a:gd name="connsiteX196" fmla="*/ 724899 w 796252"/>
                <a:gd name="connsiteY196" fmla="*/ 3646 h 95000"/>
                <a:gd name="connsiteX197" fmla="*/ 556565 w 796252"/>
                <a:gd name="connsiteY197" fmla="*/ 3542 h 95000"/>
                <a:gd name="connsiteX198" fmla="*/ 568961 w 796252"/>
                <a:gd name="connsiteY198" fmla="*/ 3542 h 95000"/>
                <a:gd name="connsiteX199" fmla="*/ 568961 w 796252"/>
                <a:gd name="connsiteY199" fmla="*/ 24167 h 95000"/>
                <a:gd name="connsiteX200" fmla="*/ 574847 w 796252"/>
                <a:gd name="connsiteY200" fmla="*/ 47969 h 95000"/>
                <a:gd name="connsiteX201" fmla="*/ 593024 w 796252"/>
                <a:gd name="connsiteY201" fmla="*/ 66042 h 95000"/>
                <a:gd name="connsiteX202" fmla="*/ 584378 w 796252"/>
                <a:gd name="connsiteY202" fmla="*/ 73958 h 95000"/>
                <a:gd name="connsiteX203" fmla="*/ 572034 w 796252"/>
                <a:gd name="connsiteY203" fmla="*/ 63229 h 95000"/>
                <a:gd name="connsiteX204" fmla="*/ 562920 w 796252"/>
                <a:gd name="connsiteY204" fmla="*/ 49688 h 95000"/>
                <a:gd name="connsiteX205" fmla="*/ 560003 w 796252"/>
                <a:gd name="connsiteY205" fmla="*/ 55990 h 95000"/>
                <a:gd name="connsiteX206" fmla="*/ 554899 w 796252"/>
                <a:gd name="connsiteY206" fmla="*/ 63021 h 95000"/>
                <a:gd name="connsiteX207" fmla="*/ 548388 w 796252"/>
                <a:gd name="connsiteY207" fmla="*/ 70052 h 95000"/>
                <a:gd name="connsiteX208" fmla="*/ 541253 w 796252"/>
                <a:gd name="connsiteY208" fmla="*/ 76042 h 95000"/>
                <a:gd name="connsiteX209" fmla="*/ 531461 w 796252"/>
                <a:gd name="connsiteY209" fmla="*/ 68333 h 95000"/>
                <a:gd name="connsiteX210" fmla="*/ 550576 w 796252"/>
                <a:gd name="connsiteY210" fmla="*/ 48802 h 95000"/>
                <a:gd name="connsiteX211" fmla="*/ 556565 w 796252"/>
                <a:gd name="connsiteY211" fmla="*/ 23542 h 95000"/>
                <a:gd name="connsiteX212" fmla="*/ 661566 w 796252"/>
                <a:gd name="connsiteY212" fmla="*/ 3229 h 95000"/>
                <a:gd name="connsiteX213" fmla="*/ 674274 w 796252"/>
                <a:gd name="connsiteY213" fmla="*/ 3229 h 95000"/>
                <a:gd name="connsiteX214" fmla="*/ 674274 w 796252"/>
                <a:gd name="connsiteY214" fmla="*/ 11875 h 95000"/>
                <a:gd name="connsiteX215" fmla="*/ 677034 w 796252"/>
                <a:gd name="connsiteY215" fmla="*/ 23490 h 95000"/>
                <a:gd name="connsiteX216" fmla="*/ 684586 w 796252"/>
                <a:gd name="connsiteY216" fmla="*/ 33750 h 95000"/>
                <a:gd name="connsiteX217" fmla="*/ 695315 w 796252"/>
                <a:gd name="connsiteY217" fmla="*/ 41927 h 95000"/>
                <a:gd name="connsiteX218" fmla="*/ 707711 w 796252"/>
                <a:gd name="connsiteY218" fmla="*/ 47083 h 95000"/>
                <a:gd name="connsiteX219" fmla="*/ 700107 w 796252"/>
                <a:gd name="connsiteY219" fmla="*/ 55625 h 95000"/>
                <a:gd name="connsiteX220" fmla="*/ 690107 w 796252"/>
                <a:gd name="connsiteY220" fmla="*/ 51302 h 95000"/>
                <a:gd name="connsiteX221" fmla="*/ 680732 w 796252"/>
                <a:gd name="connsiteY221" fmla="*/ 45104 h 95000"/>
                <a:gd name="connsiteX222" fmla="*/ 672972 w 796252"/>
                <a:gd name="connsiteY222" fmla="*/ 37813 h 95000"/>
                <a:gd name="connsiteX223" fmla="*/ 667815 w 796252"/>
                <a:gd name="connsiteY223" fmla="*/ 30208 h 95000"/>
                <a:gd name="connsiteX224" fmla="*/ 655420 w 796252"/>
                <a:gd name="connsiteY224" fmla="*/ 45104 h 95000"/>
                <a:gd name="connsiteX225" fmla="*/ 635940 w 796252"/>
                <a:gd name="connsiteY225" fmla="*/ 55729 h 95000"/>
                <a:gd name="connsiteX226" fmla="*/ 627711 w 796252"/>
                <a:gd name="connsiteY226" fmla="*/ 46875 h 95000"/>
                <a:gd name="connsiteX227" fmla="*/ 641097 w 796252"/>
                <a:gd name="connsiteY227" fmla="*/ 41302 h 95000"/>
                <a:gd name="connsiteX228" fmla="*/ 651774 w 796252"/>
                <a:gd name="connsiteY228" fmla="*/ 33333 h 95000"/>
                <a:gd name="connsiteX229" fmla="*/ 658961 w 796252"/>
                <a:gd name="connsiteY229" fmla="*/ 23333 h 95000"/>
                <a:gd name="connsiteX230" fmla="*/ 661566 w 796252"/>
                <a:gd name="connsiteY230" fmla="*/ 11875 h 95000"/>
                <a:gd name="connsiteX231" fmla="*/ 96042 w 796252"/>
                <a:gd name="connsiteY231" fmla="*/ 2917 h 95000"/>
                <a:gd name="connsiteX232" fmla="*/ 107813 w 796252"/>
                <a:gd name="connsiteY232" fmla="*/ 2917 h 95000"/>
                <a:gd name="connsiteX233" fmla="*/ 107813 w 796252"/>
                <a:gd name="connsiteY233" fmla="*/ 16146 h 95000"/>
                <a:gd name="connsiteX234" fmla="*/ 128961 w 796252"/>
                <a:gd name="connsiteY234" fmla="*/ 16146 h 95000"/>
                <a:gd name="connsiteX235" fmla="*/ 128961 w 796252"/>
                <a:gd name="connsiteY235" fmla="*/ 2917 h 95000"/>
                <a:gd name="connsiteX236" fmla="*/ 140419 w 796252"/>
                <a:gd name="connsiteY236" fmla="*/ 2917 h 95000"/>
                <a:gd name="connsiteX237" fmla="*/ 140419 w 796252"/>
                <a:gd name="connsiteY237" fmla="*/ 46250 h 95000"/>
                <a:gd name="connsiteX238" fmla="*/ 139742 w 796252"/>
                <a:gd name="connsiteY238" fmla="*/ 48542 h 95000"/>
                <a:gd name="connsiteX239" fmla="*/ 137503 w 796252"/>
                <a:gd name="connsiteY239" fmla="*/ 49167 h 95000"/>
                <a:gd name="connsiteX240" fmla="*/ 98854 w 796252"/>
                <a:gd name="connsiteY240" fmla="*/ 49167 h 95000"/>
                <a:gd name="connsiteX241" fmla="*/ 96615 w 796252"/>
                <a:gd name="connsiteY241" fmla="*/ 48542 h 95000"/>
                <a:gd name="connsiteX242" fmla="*/ 96042 w 796252"/>
                <a:gd name="connsiteY242" fmla="*/ 46250 h 95000"/>
                <a:gd name="connsiteX243" fmla="*/ 9271 w 796252"/>
                <a:gd name="connsiteY243" fmla="*/ 2500 h 95000"/>
                <a:gd name="connsiteX244" fmla="*/ 74167 w 796252"/>
                <a:gd name="connsiteY244" fmla="*/ 2500 h 95000"/>
                <a:gd name="connsiteX245" fmla="*/ 76406 w 796252"/>
                <a:gd name="connsiteY245" fmla="*/ 3177 h 95000"/>
                <a:gd name="connsiteX246" fmla="*/ 77083 w 796252"/>
                <a:gd name="connsiteY246" fmla="*/ 5417 h 95000"/>
                <a:gd name="connsiteX247" fmla="*/ 76406 w 796252"/>
                <a:gd name="connsiteY247" fmla="*/ 12292 h 95000"/>
                <a:gd name="connsiteX248" fmla="*/ 75417 w 796252"/>
                <a:gd name="connsiteY248" fmla="*/ 19896 h 95000"/>
                <a:gd name="connsiteX249" fmla="*/ 74063 w 796252"/>
                <a:gd name="connsiteY249" fmla="*/ 27760 h 95000"/>
                <a:gd name="connsiteX250" fmla="*/ 72604 w 796252"/>
                <a:gd name="connsiteY250" fmla="*/ 35104 h 95000"/>
                <a:gd name="connsiteX251" fmla="*/ 85938 w 796252"/>
                <a:gd name="connsiteY251" fmla="*/ 35104 h 95000"/>
                <a:gd name="connsiteX252" fmla="*/ 85938 w 796252"/>
                <a:gd name="connsiteY252" fmla="*/ 45104 h 95000"/>
                <a:gd name="connsiteX253" fmla="*/ 48021 w 796252"/>
                <a:gd name="connsiteY253" fmla="*/ 45104 h 95000"/>
                <a:gd name="connsiteX254" fmla="*/ 48021 w 796252"/>
                <a:gd name="connsiteY254" fmla="*/ 59688 h 95000"/>
                <a:gd name="connsiteX255" fmla="*/ 72292 w 796252"/>
                <a:gd name="connsiteY255" fmla="*/ 59688 h 95000"/>
                <a:gd name="connsiteX256" fmla="*/ 74531 w 796252"/>
                <a:gd name="connsiteY256" fmla="*/ 60365 h 95000"/>
                <a:gd name="connsiteX257" fmla="*/ 75208 w 796252"/>
                <a:gd name="connsiteY257" fmla="*/ 62604 h 95000"/>
                <a:gd name="connsiteX258" fmla="*/ 75208 w 796252"/>
                <a:gd name="connsiteY258" fmla="*/ 93750 h 95000"/>
                <a:gd name="connsiteX259" fmla="*/ 63229 w 796252"/>
                <a:gd name="connsiteY259" fmla="*/ 93750 h 95000"/>
                <a:gd name="connsiteX260" fmla="*/ 63229 w 796252"/>
                <a:gd name="connsiteY260" fmla="*/ 69688 h 95000"/>
                <a:gd name="connsiteX261" fmla="*/ 9271 w 796252"/>
                <a:gd name="connsiteY261" fmla="*/ 69688 h 95000"/>
                <a:gd name="connsiteX262" fmla="*/ 9271 w 796252"/>
                <a:gd name="connsiteY262" fmla="*/ 59688 h 95000"/>
                <a:gd name="connsiteX263" fmla="*/ 35521 w 796252"/>
                <a:gd name="connsiteY263" fmla="*/ 59688 h 95000"/>
                <a:gd name="connsiteX264" fmla="*/ 35521 w 796252"/>
                <a:gd name="connsiteY264" fmla="*/ 45104 h 95000"/>
                <a:gd name="connsiteX265" fmla="*/ 0 w 796252"/>
                <a:gd name="connsiteY265" fmla="*/ 45104 h 95000"/>
                <a:gd name="connsiteX266" fmla="*/ 0 w 796252"/>
                <a:gd name="connsiteY266" fmla="*/ 35104 h 95000"/>
                <a:gd name="connsiteX267" fmla="*/ 61250 w 796252"/>
                <a:gd name="connsiteY267" fmla="*/ 35104 h 95000"/>
                <a:gd name="connsiteX268" fmla="*/ 62448 w 796252"/>
                <a:gd name="connsiteY268" fmla="*/ 29115 h 95000"/>
                <a:gd name="connsiteX269" fmla="*/ 63542 w 796252"/>
                <a:gd name="connsiteY269" fmla="*/ 22917 h 95000"/>
                <a:gd name="connsiteX270" fmla="*/ 64271 w 796252"/>
                <a:gd name="connsiteY270" fmla="*/ 17083 h 95000"/>
                <a:gd name="connsiteX271" fmla="*/ 64583 w 796252"/>
                <a:gd name="connsiteY271" fmla="*/ 12396 h 95000"/>
                <a:gd name="connsiteX272" fmla="*/ 9271 w 796252"/>
                <a:gd name="connsiteY272" fmla="*/ 12396 h 95000"/>
                <a:gd name="connsiteX273" fmla="*/ 766670 w 796252"/>
                <a:gd name="connsiteY273" fmla="*/ 1667 h 95000"/>
                <a:gd name="connsiteX274" fmla="*/ 778128 w 796252"/>
                <a:gd name="connsiteY274" fmla="*/ 1667 h 95000"/>
                <a:gd name="connsiteX275" fmla="*/ 778128 w 796252"/>
                <a:gd name="connsiteY275" fmla="*/ 54896 h 95000"/>
                <a:gd name="connsiteX276" fmla="*/ 766670 w 796252"/>
                <a:gd name="connsiteY276" fmla="*/ 54896 h 95000"/>
                <a:gd name="connsiteX277" fmla="*/ 766670 w 796252"/>
                <a:gd name="connsiteY277" fmla="*/ 29687 h 95000"/>
                <a:gd name="connsiteX278" fmla="*/ 756253 w 796252"/>
                <a:gd name="connsiteY278" fmla="*/ 29687 h 95000"/>
                <a:gd name="connsiteX279" fmla="*/ 756253 w 796252"/>
                <a:gd name="connsiteY279" fmla="*/ 19583 h 95000"/>
                <a:gd name="connsiteX280" fmla="*/ 766670 w 796252"/>
                <a:gd name="connsiteY280" fmla="*/ 19583 h 95000"/>
                <a:gd name="connsiteX281" fmla="*/ 784795 w 796252"/>
                <a:gd name="connsiteY281" fmla="*/ 104 h 95000"/>
                <a:gd name="connsiteX282" fmla="*/ 796253 w 796252"/>
                <a:gd name="connsiteY282" fmla="*/ 104 h 95000"/>
                <a:gd name="connsiteX283" fmla="*/ 796253 w 796252"/>
                <a:gd name="connsiteY283" fmla="*/ 54896 h 95000"/>
                <a:gd name="connsiteX284" fmla="*/ 784795 w 796252"/>
                <a:gd name="connsiteY284" fmla="*/ 54896 h 95000"/>
                <a:gd name="connsiteX285" fmla="*/ 601357 w 796252"/>
                <a:gd name="connsiteY285" fmla="*/ 104 h 95000"/>
                <a:gd name="connsiteX286" fmla="*/ 613128 w 796252"/>
                <a:gd name="connsiteY286" fmla="*/ 104 h 95000"/>
                <a:gd name="connsiteX287" fmla="*/ 613128 w 796252"/>
                <a:gd name="connsiteY287" fmla="*/ 93333 h 95000"/>
                <a:gd name="connsiteX288" fmla="*/ 601357 w 796252"/>
                <a:gd name="connsiteY288" fmla="*/ 93333 h 95000"/>
                <a:gd name="connsiteX289" fmla="*/ 506669 w 796252"/>
                <a:gd name="connsiteY289" fmla="*/ 104 h 95000"/>
                <a:gd name="connsiteX290" fmla="*/ 518440 w 796252"/>
                <a:gd name="connsiteY290" fmla="*/ 104 h 95000"/>
                <a:gd name="connsiteX291" fmla="*/ 518440 w 796252"/>
                <a:gd name="connsiteY291" fmla="*/ 16042 h 95000"/>
                <a:gd name="connsiteX292" fmla="*/ 530420 w 796252"/>
                <a:gd name="connsiteY292" fmla="*/ 16042 h 95000"/>
                <a:gd name="connsiteX293" fmla="*/ 530420 w 796252"/>
                <a:gd name="connsiteY293" fmla="*/ 26042 h 95000"/>
                <a:gd name="connsiteX294" fmla="*/ 518440 w 796252"/>
                <a:gd name="connsiteY294" fmla="*/ 26042 h 95000"/>
                <a:gd name="connsiteX295" fmla="*/ 518440 w 796252"/>
                <a:gd name="connsiteY295" fmla="*/ 47396 h 95000"/>
                <a:gd name="connsiteX296" fmla="*/ 506669 w 796252"/>
                <a:gd name="connsiteY296" fmla="*/ 47396 h 95000"/>
                <a:gd name="connsiteX297" fmla="*/ 251149 w 796252"/>
                <a:gd name="connsiteY297" fmla="*/ 104 h 95000"/>
                <a:gd name="connsiteX298" fmla="*/ 262919 w 796252"/>
                <a:gd name="connsiteY298" fmla="*/ 104 h 95000"/>
                <a:gd name="connsiteX299" fmla="*/ 262919 w 796252"/>
                <a:gd name="connsiteY299" fmla="*/ 68646 h 95000"/>
                <a:gd name="connsiteX300" fmla="*/ 251149 w 796252"/>
                <a:gd name="connsiteY300" fmla="*/ 68646 h 95000"/>
                <a:gd name="connsiteX301" fmla="*/ 251149 w 796252"/>
                <a:gd name="connsiteY301" fmla="*/ 31771 h 95000"/>
                <a:gd name="connsiteX302" fmla="*/ 233857 w 796252"/>
                <a:gd name="connsiteY302" fmla="*/ 31771 h 95000"/>
                <a:gd name="connsiteX303" fmla="*/ 233857 w 796252"/>
                <a:gd name="connsiteY303" fmla="*/ 21250 h 95000"/>
                <a:gd name="connsiteX304" fmla="*/ 251149 w 796252"/>
                <a:gd name="connsiteY304" fmla="*/ 21250 h 95000"/>
                <a:gd name="connsiteX305" fmla="*/ 155003 w 796252"/>
                <a:gd name="connsiteY305" fmla="*/ 104 h 95000"/>
                <a:gd name="connsiteX306" fmla="*/ 166878 w 796252"/>
                <a:gd name="connsiteY306" fmla="*/ 104 h 95000"/>
                <a:gd name="connsiteX307" fmla="*/ 166878 w 796252"/>
                <a:gd name="connsiteY307" fmla="*/ 20417 h 95000"/>
                <a:gd name="connsiteX308" fmla="*/ 178857 w 796252"/>
                <a:gd name="connsiteY308" fmla="*/ 20417 h 95000"/>
                <a:gd name="connsiteX309" fmla="*/ 178857 w 796252"/>
                <a:gd name="connsiteY309" fmla="*/ 30313 h 95000"/>
                <a:gd name="connsiteX310" fmla="*/ 166878 w 796252"/>
                <a:gd name="connsiteY310" fmla="*/ 30313 h 95000"/>
                <a:gd name="connsiteX311" fmla="*/ 166878 w 796252"/>
                <a:gd name="connsiteY311" fmla="*/ 57500 h 95000"/>
                <a:gd name="connsiteX312" fmla="*/ 155003 w 796252"/>
                <a:gd name="connsiteY312" fmla="*/ 57500 h 95000"/>
                <a:gd name="connsiteX313" fmla="*/ 337711 w 796252"/>
                <a:gd name="connsiteY313" fmla="*/ 0 h 95000"/>
                <a:gd name="connsiteX314" fmla="*/ 349482 w 796252"/>
                <a:gd name="connsiteY314" fmla="*/ 0 h 95000"/>
                <a:gd name="connsiteX315" fmla="*/ 349482 w 796252"/>
                <a:gd name="connsiteY315" fmla="*/ 35208 h 95000"/>
                <a:gd name="connsiteX316" fmla="*/ 362399 w 796252"/>
                <a:gd name="connsiteY316" fmla="*/ 35208 h 95000"/>
                <a:gd name="connsiteX317" fmla="*/ 362399 w 796252"/>
                <a:gd name="connsiteY317" fmla="*/ 45729 h 95000"/>
                <a:gd name="connsiteX318" fmla="*/ 349482 w 796252"/>
                <a:gd name="connsiteY318" fmla="*/ 45729 h 95000"/>
                <a:gd name="connsiteX319" fmla="*/ 349482 w 796252"/>
                <a:gd name="connsiteY319" fmla="*/ 93333 h 95000"/>
                <a:gd name="connsiteX320" fmla="*/ 337711 w 796252"/>
                <a:gd name="connsiteY320" fmla="*/ 93333 h 9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</a:cxnLst>
              <a:rect l="l" t="t" r="r" b="b"/>
              <a:pathLst>
                <a:path w="796252" h="95000">
                  <a:moveTo>
                    <a:pt x="624899" y="71875"/>
                  </a:moveTo>
                  <a:lnTo>
                    <a:pt x="711045" y="71875"/>
                  </a:lnTo>
                  <a:lnTo>
                    <a:pt x="711045" y="81875"/>
                  </a:lnTo>
                  <a:lnTo>
                    <a:pt x="624899" y="81875"/>
                  </a:lnTo>
                  <a:close/>
                  <a:moveTo>
                    <a:pt x="743857" y="68229"/>
                  </a:moveTo>
                  <a:lnTo>
                    <a:pt x="743857" y="82708"/>
                  </a:lnTo>
                  <a:lnTo>
                    <a:pt x="784482" y="82708"/>
                  </a:lnTo>
                  <a:lnTo>
                    <a:pt x="784482" y="68229"/>
                  </a:lnTo>
                  <a:close/>
                  <a:moveTo>
                    <a:pt x="136149" y="67083"/>
                  </a:moveTo>
                  <a:cubicBezTo>
                    <a:pt x="130107" y="67083"/>
                    <a:pt x="125211" y="67917"/>
                    <a:pt x="121458" y="69583"/>
                  </a:cubicBezTo>
                  <a:cubicBezTo>
                    <a:pt x="117708" y="71250"/>
                    <a:pt x="115833" y="73508"/>
                    <a:pt x="115833" y="76354"/>
                  </a:cubicBezTo>
                  <a:cubicBezTo>
                    <a:pt x="115833" y="79202"/>
                    <a:pt x="117725" y="81494"/>
                    <a:pt x="121510" y="83229"/>
                  </a:cubicBezTo>
                  <a:cubicBezTo>
                    <a:pt x="125289" y="84966"/>
                    <a:pt x="130172" y="85833"/>
                    <a:pt x="136149" y="85833"/>
                  </a:cubicBezTo>
                  <a:cubicBezTo>
                    <a:pt x="142255" y="85833"/>
                    <a:pt x="147164" y="84948"/>
                    <a:pt x="150888" y="83177"/>
                  </a:cubicBezTo>
                  <a:cubicBezTo>
                    <a:pt x="154599" y="81406"/>
                    <a:pt x="156461" y="79133"/>
                    <a:pt x="156461" y="76354"/>
                  </a:cubicBezTo>
                  <a:cubicBezTo>
                    <a:pt x="156461" y="73438"/>
                    <a:pt x="154612" y="71164"/>
                    <a:pt x="150940" y="69531"/>
                  </a:cubicBezTo>
                  <a:cubicBezTo>
                    <a:pt x="147255" y="67900"/>
                    <a:pt x="142320" y="67083"/>
                    <a:pt x="136149" y="67083"/>
                  </a:cubicBezTo>
                  <a:close/>
                  <a:moveTo>
                    <a:pt x="200524" y="61146"/>
                  </a:moveTo>
                  <a:lnTo>
                    <a:pt x="212399" y="61146"/>
                  </a:lnTo>
                  <a:lnTo>
                    <a:pt x="212399" y="81563"/>
                  </a:lnTo>
                  <a:lnTo>
                    <a:pt x="265211" y="81563"/>
                  </a:lnTo>
                  <a:lnTo>
                    <a:pt x="265211" y="91563"/>
                  </a:lnTo>
                  <a:lnTo>
                    <a:pt x="203336" y="91563"/>
                  </a:lnTo>
                  <a:cubicBezTo>
                    <a:pt x="202216" y="91563"/>
                    <a:pt x="201474" y="91354"/>
                    <a:pt x="201096" y="90938"/>
                  </a:cubicBezTo>
                  <a:cubicBezTo>
                    <a:pt x="200706" y="90521"/>
                    <a:pt x="200524" y="89758"/>
                    <a:pt x="200524" y="88646"/>
                  </a:cubicBezTo>
                  <a:close/>
                  <a:moveTo>
                    <a:pt x="734899" y="58542"/>
                  </a:moveTo>
                  <a:lnTo>
                    <a:pt x="793336" y="58542"/>
                  </a:lnTo>
                  <a:cubicBezTo>
                    <a:pt x="794378" y="58542"/>
                    <a:pt x="795120" y="58768"/>
                    <a:pt x="795576" y="59219"/>
                  </a:cubicBezTo>
                  <a:cubicBezTo>
                    <a:pt x="796019" y="59671"/>
                    <a:pt x="796253" y="60417"/>
                    <a:pt x="796253" y="61458"/>
                  </a:cubicBezTo>
                  <a:lnTo>
                    <a:pt x="796253" y="89375"/>
                  </a:lnTo>
                  <a:cubicBezTo>
                    <a:pt x="796253" y="90487"/>
                    <a:pt x="796019" y="91250"/>
                    <a:pt x="795576" y="91667"/>
                  </a:cubicBezTo>
                  <a:cubicBezTo>
                    <a:pt x="795120" y="92083"/>
                    <a:pt x="794378" y="92292"/>
                    <a:pt x="793336" y="92292"/>
                  </a:cubicBezTo>
                  <a:lnTo>
                    <a:pt x="734899" y="92292"/>
                  </a:lnTo>
                  <a:cubicBezTo>
                    <a:pt x="733779" y="92292"/>
                    <a:pt x="733024" y="92083"/>
                    <a:pt x="732607" y="91667"/>
                  </a:cubicBezTo>
                  <a:cubicBezTo>
                    <a:pt x="732191" y="91250"/>
                    <a:pt x="731982" y="90487"/>
                    <a:pt x="731982" y="89375"/>
                  </a:cubicBezTo>
                  <a:lnTo>
                    <a:pt x="731982" y="61458"/>
                  </a:lnTo>
                  <a:cubicBezTo>
                    <a:pt x="731982" y="60417"/>
                    <a:pt x="732191" y="59671"/>
                    <a:pt x="732607" y="59219"/>
                  </a:cubicBezTo>
                  <a:cubicBezTo>
                    <a:pt x="733024" y="58768"/>
                    <a:pt x="733779" y="58542"/>
                    <a:pt x="734899" y="58542"/>
                  </a:cubicBezTo>
                  <a:close/>
                  <a:moveTo>
                    <a:pt x="136149" y="57813"/>
                  </a:moveTo>
                  <a:cubicBezTo>
                    <a:pt x="140862" y="57813"/>
                    <a:pt x="145237" y="58229"/>
                    <a:pt x="149274" y="59063"/>
                  </a:cubicBezTo>
                  <a:cubicBezTo>
                    <a:pt x="153297" y="59896"/>
                    <a:pt x="156800" y="61112"/>
                    <a:pt x="159794" y="62708"/>
                  </a:cubicBezTo>
                  <a:cubicBezTo>
                    <a:pt x="162711" y="64306"/>
                    <a:pt x="165003" y="66268"/>
                    <a:pt x="166669" y="68594"/>
                  </a:cubicBezTo>
                  <a:cubicBezTo>
                    <a:pt x="168336" y="70921"/>
                    <a:pt x="169169" y="73542"/>
                    <a:pt x="169169" y="76458"/>
                  </a:cubicBezTo>
                  <a:cubicBezTo>
                    <a:pt x="169169" y="79514"/>
                    <a:pt x="168336" y="82188"/>
                    <a:pt x="166669" y="84479"/>
                  </a:cubicBezTo>
                  <a:cubicBezTo>
                    <a:pt x="165003" y="86771"/>
                    <a:pt x="162711" y="88716"/>
                    <a:pt x="159794" y="90313"/>
                  </a:cubicBezTo>
                  <a:cubicBezTo>
                    <a:pt x="156800" y="91841"/>
                    <a:pt x="153297" y="93004"/>
                    <a:pt x="149274" y="93802"/>
                  </a:cubicBezTo>
                  <a:cubicBezTo>
                    <a:pt x="145237" y="94602"/>
                    <a:pt x="140836" y="95000"/>
                    <a:pt x="136044" y="95000"/>
                  </a:cubicBezTo>
                  <a:cubicBezTo>
                    <a:pt x="131253" y="95000"/>
                    <a:pt x="126852" y="94602"/>
                    <a:pt x="122865" y="93802"/>
                  </a:cubicBezTo>
                  <a:cubicBezTo>
                    <a:pt x="118871" y="93004"/>
                    <a:pt x="115417" y="91841"/>
                    <a:pt x="112500" y="90313"/>
                  </a:cubicBezTo>
                  <a:cubicBezTo>
                    <a:pt x="109583" y="88716"/>
                    <a:pt x="107309" y="86771"/>
                    <a:pt x="105677" y="84479"/>
                  </a:cubicBezTo>
                  <a:cubicBezTo>
                    <a:pt x="104044" y="82188"/>
                    <a:pt x="103229" y="79514"/>
                    <a:pt x="103229" y="76458"/>
                  </a:cubicBezTo>
                  <a:cubicBezTo>
                    <a:pt x="103229" y="73542"/>
                    <a:pt x="104063" y="70938"/>
                    <a:pt x="105729" y="68646"/>
                  </a:cubicBezTo>
                  <a:cubicBezTo>
                    <a:pt x="107396" y="66354"/>
                    <a:pt x="109721" y="64410"/>
                    <a:pt x="112708" y="62813"/>
                  </a:cubicBezTo>
                  <a:cubicBezTo>
                    <a:pt x="115694" y="61216"/>
                    <a:pt x="119184" y="59983"/>
                    <a:pt x="123177" y="59115"/>
                  </a:cubicBezTo>
                  <a:cubicBezTo>
                    <a:pt x="127164" y="58247"/>
                    <a:pt x="131487" y="57813"/>
                    <a:pt x="136149" y="57813"/>
                  </a:cubicBezTo>
                  <a:close/>
                  <a:moveTo>
                    <a:pt x="401461" y="52292"/>
                  </a:moveTo>
                  <a:lnTo>
                    <a:pt x="413545" y="52292"/>
                  </a:lnTo>
                  <a:lnTo>
                    <a:pt x="413545" y="72917"/>
                  </a:lnTo>
                  <a:lnTo>
                    <a:pt x="450628" y="72917"/>
                  </a:lnTo>
                  <a:lnTo>
                    <a:pt x="450628" y="82813"/>
                  </a:lnTo>
                  <a:lnTo>
                    <a:pt x="364482" y="82813"/>
                  </a:lnTo>
                  <a:lnTo>
                    <a:pt x="364482" y="72917"/>
                  </a:lnTo>
                  <a:lnTo>
                    <a:pt x="401461" y="72917"/>
                  </a:lnTo>
                  <a:close/>
                  <a:moveTo>
                    <a:pt x="457503" y="51042"/>
                  </a:moveTo>
                  <a:lnTo>
                    <a:pt x="515524" y="51042"/>
                  </a:lnTo>
                  <a:cubicBezTo>
                    <a:pt x="516565" y="51042"/>
                    <a:pt x="517308" y="51268"/>
                    <a:pt x="517763" y="51719"/>
                  </a:cubicBezTo>
                  <a:cubicBezTo>
                    <a:pt x="518206" y="52171"/>
                    <a:pt x="518440" y="52917"/>
                    <a:pt x="518440" y="53958"/>
                  </a:cubicBezTo>
                  <a:lnTo>
                    <a:pt x="518440" y="73021"/>
                  </a:lnTo>
                  <a:cubicBezTo>
                    <a:pt x="518440" y="74133"/>
                    <a:pt x="518206" y="74896"/>
                    <a:pt x="517763" y="75313"/>
                  </a:cubicBezTo>
                  <a:cubicBezTo>
                    <a:pt x="517308" y="75729"/>
                    <a:pt x="516565" y="75938"/>
                    <a:pt x="515524" y="75938"/>
                  </a:cubicBezTo>
                  <a:lnTo>
                    <a:pt x="470107" y="75938"/>
                  </a:lnTo>
                  <a:lnTo>
                    <a:pt x="470107" y="83542"/>
                  </a:lnTo>
                  <a:lnTo>
                    <a:pt x="520524" y="83542"/>
                  </a:lnTo>
                  <a:lnTo>
                    <a:pt x="520524" y="92708"/>
                  </a:lnTo>
                  <a:lnTo>
                    <a:pt x="460420" y="92708"/>
                  </a:lnTo>
                  <a:cubicBezTo>
                    <a:pt x="459300" y="92708"/>
                    <a:pt x="458545" y="92500"/>
                    <a:pt x="458128" y="92083"/>
                  </a:cubicBezTo>
                  <a:cubicBezTo>
                    <a:pt x="457711" y="91667"/>
                    <a:pt x="457503" y="90904"/>
                    <a:pt x="457503" y="89792"/>
                  </a:cubicBezTo>
                  <a:lnTo>
                    <a:pt x="457503" y="70625"/>
                  </a:lnTo>
                  <a:cubicBezTo>
                    <a:pt x="457503" y="69583"/>
                    <a:pt x="457711" y="68837"/>
                    <a:pt x="458128" y="68385"/>
                  </a:cubicBezTo>
                  <a:cubicBezTo>
                    <a:pt x="458545" y="67935"/>
                    <a:pt x="459300" y="67708"/>
                    <a:pt x="460420" y="67708"/>
                  </a:cubicBezTo>
                  <a:lnTo>
                    <a:pt x="505940" y="67708"/>
                  </a:lnTo>
                  <a:lnTo>
                    <a:pt x="505940" y="60208"/>
                  </a:lnTo>
                  <a:lnTo>
                    <a:pt x="457503" y="60208"/>
                  </a:lnTo>
                  <a:close/>
                  <a:moveTo>
                    <a:pt x="107813" y="26042"/>
                  </a:moveTo>
                  <a:lnTo>
                    <a:pt x="107813" y="39271"/>
                  </a:lnTo>
                  <a:lnTo>
                    <a:pt x="128961" y="39271"/>
                  </a:lnTo>
                  <a:lnTo>
                    <a:pt x="128961" y="26042"/>
                  </a:lnTo>
                  <a:close/>
                  <a:moveTo>
                    <a:pt x="278024" y="5625"/>
                  </a:moveTo>
                  <a:lnTo>
                    <a:pt x="328336" y="5625"/>
                  </a:lnTo>
                  <a:lnTo>
                    <a:pt x="328336" y="15417"/>
                  </a:lnTo>
                  <a:lnTo>
                    <a:pt x="309169" y="15417"/>
                  </a:lnTo>
                  <a:lnTo>
                    <a:pt x="309169" y="23542"/>
                  </a:lnTo>
                  <a:cubicBezTo>
                    <a:pt x="309169" y="33125"/>
                    <a:pt x="311175" y="41424"/>
                    <a:pt x="315211" y="48438"/>
                  </a:cubicBezTo>
                  <a:cubicBezTo>
                    <a:pt x="319235" y="55452"/>
                    <a:pt x="325211" y="61216"/>
                    <a:pt x="333128" y="65729"/>
                  </a:cubicBezTo>
                  <a:lnTo>
                    <a:pt x="324690" y="73750"/>
                  </a:lnTo>
                  <a:cubicBezTo>
                    <a:pt x="320237" y="70904"/>
                    <a:pt x="316005" y="67310"/>
                    <a:pt x="311982" y="62969"/>
                  </a:cubicBezTo>
                  <a:cubicBezTo>
                    <a:pt x="307945" y="58629"/>
                    <a:pt x="304925" y="54098"/>
                    <a:pt x="302919" y="49375"/>
                  </a:cubicBezTo>
                  <a:cubicBezTo>
                    <a:pt x="301253" y="54167"/>
                    <a:pt x="298388" y="58958"/>
                    <a:pt x="294326" y="63750"/>
                  </a:cubicBezTo>
                  <a:cubicBezTo>
                    <a:pt x="290263" y="68542"/>
                    <a:pt x="285836" y="72639"/>
                    <a:pt x="281044" y="76042"/>
                  </a:cubicBezTo>
                  <a:lnTo>
                    <a:pt x="271149" y="68229"/>
                  </a:lnTo>
                  <a:cubicBezTo>
                    <a:pt x="279404" y="63229"/>
                    <a:pt x="285732" y="57066"/>
                    <a:pt x="290107" y="49740"/>
                  </a:cubicBezTo>
                  <a:cubicBezTo>
                    <a:pt x="294482" y="42414"/>
                    <a:pt x="296669" y="33508"/>
                    <a:pt x="296669" y="23021"/>
                  </a:cubicBezTo>
                  <a:lnTo>
                    <a:pt x="296669" y="15417"/>
                  </a:lnTo>
                  <a:lnTo>
                    <a:pt x="278024" y="15417"/>
                  </a:lnTo>
                  <a:close/>
                  <a:moveTo>
                    <a:pt x="374169" y="4375"/>
                  </a:moveTo>
                  <a:lnTo>
                    <a:pt x="440836" y="4375"/>
                  </a:lnTo>
                  <a:lnTo>
                    <a:pt x="440836" y="14271"/>
                  </a:lnTo>
                  <a:lnTo>
                    <a:pt x="414169" y="14271"/>
                  </a:lnTo>
                  <a:lnTo>
                    <a:pt x="414169" y="16562"/>
                  </a:lnTo>
                  <a:cubicBezTo>
                    <a:pt x="414169" y="20174"/>
                    <a:pt x="415081" y="23542"/>
                    <a:pt x="416930" y="26667"/>
                  </a:cubicBezTo>
                  <a:cubicBezTo>
                    <a:pt x="418766" y="29792"/>
                    <a:pt x="421253" y="32604"/>
                    <a:pt x="424378" y="35104"/>
                  </a:cubicBezTo>
                  <a:cubicBezTo>
                    <a:pt x="427503" y="37604"/>
                    <a:pt x="431097" y="39775"/>
                    <a:pt x="435159" y="41615"/>
                  </a:cubicBezTo>
                  <a:cubicBezTo>
                    <a:pt x="439222" y="43456"/>
                    <a:pt x="443466" y="44862"/>
                    <a:pt x="447920" y="45833"/>
                  </a:cubicBezTo>
                  <a:lnTo>
                    <a:pt x="440107" y="54583"/>
                  </a:lnTo>
                  <a:cubicBezTo>
                    <a:pt x="436774" y="53750"/>
                    <a:pt x="433414" y="52552"/>
                    <a:pt x="430055" y="50990"/>
                  </a:cubicBezTo>
                  <a:cubicBezTo>
                    <a:pt x="426683" y="49427"/>
                    <a:pt x="423505" y="47674"/>
                    <a:pt x="420524" y="45729"/>
                  </a:cubicBezTo>
                  <a:cubicBezTo>
                    <a:pt x="417529" y="43785"/>
                    <a:pt x="414899" y="41702"/>
                    <a:pt x="412607" y="39479"/>
                  </a:cubicBezTo>
                  <a:cubicBezTo>
                    <a:pt x="410315" y="37258"/>
                    <a:pt x="408610" y="35000"/>
                    <a:pt x="407503" y="32708"/>
                  </a:cubicBezTo>
                  <a:cubicBezTo>
                    <a:pt x="406253" y="35139"/>
                    <a:pt x="404508" y="37448"/>
                    <a:pt x="402295" y="39635"/>
                  </a:cubicBezTo>
                  <a:cubicBezTo>
                    <a:pt x="400068" y="41823"/>
                    <a:pt x="397503" y="43854"/>
                    <a:pt x="394586" y="45729"/>
                  </a:cubicBezTo>
                  <a:cubicBezTo>
                    <a:pt x="391669" y="47604"/>
                    <a:pt x="388518" y="49306"/>
                    <a:pt x="385159" y="50833"/>
                  </a:cubicBezTo>
                  <a:cubicBezTo>
                    <a:pt x="381787" y="52362"/>
                    <a:pt x="378362" y="53646"/>
                    <a:pt x="374899" y="54688"/>
                  </a:cubicBezTo>
                  <a:lnTo>
                    <a:pt x="366774" y="45833"/>
                  </a:lnTo>
                  <a:cubicBezTo>
                    <a:pt x="371487" y="44654"/>
                    <a:pt x="375914" y="43160"/>
                    <a:pt x="380055" y="41354"/>
                  </a:cubicBezTo>
                  <a:cubicBezTo>
                    <a:pt x="384183" y="39549"/>
                    <a:pt x="387776" y="37431"/>
                    <a:pt x="390836" y="35000"/>
                  </a:cubicBezTo>
                  <a:cubicBezTo>
                    <a:pt x="393961" y="32570"/>
                    <a:pt x="396409" y="29827"/>
                    <a:pt x="398180" y="26771"/>
                  </a:cubicBezTo>
                  <a:cubicBezTo>
                    <a:pt x="399951" y="23716"/>
                    <a:pt x="400836" y="20313"/>
                    <a:pt x="400836" y="16562"/>
                  </a:cubicBezTo>
                  <a:lnTo>
                    <a:pt x="400836" y="14271"/>
                  </a:lnTo>
                  <a:lnTo>
                    <a:pt x="374169" y="14271"/>
                  </a:lnTo>
                  <a:close/>
                  <a:moveTo>
                    <a:pt x="189065" y="4062"/>
                  </a:moveTo>
                  <a:lnTo>
                    <a:pt x="235419" y="4062"/>
                  </a:lnTo>
                  <a:lnTo>
                    <a:pt x="235419" y="13958"/>
                  </a:lnTo>
                  <a:lnTo>
                    <a:pt x="218336" y="13958"/>
                  </a:lnTo>
                  <a:lnTo>
                    <a:pt x="218336" y="19271"/>
                  </a:lnTo>
                  <a:cubicBezTo>
                    <a:pt x="218336" y="22396"/>
                    <a:pt x="218935" y="25348"/>
                    <a:pt x="220159" y="28125"/>
                  </a:cubicBezTo>
                  <a:cubicBezTo>
                    <a:pt x="221370" y="30904"/>
                    <a:pt x="222984" y="33438"/>
                    <a:pt x="225003" y="35729"/>
                  </a:cubicBezTo>
                  <a:cubicBezTo>
                    <a:pt x="227086" y="38021"/>
                    <a:pt x="229456" y="40018"/>
                    <a:pt x="232138" y="41719"/>
                  </a:cubicBezTo>
                  <a:cubicBezTo>
                    <a:pt x="234807" y="43421"/>
                    <a:pt x="237633" y="44758"/>
                    <a:pt x="240628" y="45729"/>
                  </a:cubicBezTo>
                  <a:lnTo>
                    <a:pt x="233232" y="54271"/>
                  </a:lnTo>
                  <a:cubicBezTo>
                    <a:pt x="230797" y="53229"/>
                    <a:pt x="228492" y="51997"/>
                    <a:pt x="226305" y="50573"/>
                  </a:cubicBezTo>
                  <a:cubicBezTo>
                    <a:pt x="224117" y="49150"/>
                    <a:pt x="222086" y="47639"/>
                    <a:pt x="220211" y="46042"/>
                  </a:cubicBezTo>
                  <a:cubicBezTo>
                    <a:pt x="218401" y="44514"/>
                    <a:pt x="216787" y="42969"/>
                    <a:pt x="215367" y="41406"/>
                  </a:cubicBezTo>
                  <a:cubicBezTo>
                    <a:pt x="213935" y="39844"/>
                    <a:pt x="212880" y="38368"/>
                    <a:pt x="212190" y="36979"/>
                  </a:cubicBezTo>
                  <a:cubicBezTo>
                    <a:pt x="211487" y="38646"/>
                    <a:pt x="210419" y="40400"/>
                    <a:pt x="208961" y="42240"/>
                  </a:cubicBezTo>
                  <a:cubicBezTo>
                    <a:pt x="207503" y="44081"/>
                    <a:pt x="205797" y="45869"/>
                    <a:pt x="203857" y="47604"/>
                  </a:cubicBezTo>
                  <a:cubicBezTo>
                    <a:pt x="201839" y="49341"/>
                    <a:pt x="199690" y="50990"/>
                    <a:pt x="197399" y="52552"/>
                  </a:cubicBezTo>
                  <a:cubicBezTo>
                    <a:pt x="195107" y="54115"/>
                    <a:pt x="192776" y="55452"/>
                    <a:pt x="190419" y="56563"/>
                  </a:cubicBezTo>
                  <a:lnTo>
                    <a:pt x="181878" y="48542"/>
                  </a:lnTo>
                  <a:cubicBezTo>
                    <a:pt x="189586" y="45417"/>
                    <a:pt x="195524" y="41233"/>
                    <a:pt x="199690" y="35990"/>
                  </a:cubicBezTo>
                  <a:cubicBezTo>
                    <a:pt x="203857" y="30747"/>
                    <a:pt x="205940" y="25070"/>
                    <a:pt x="205940" y="18958"/>
                  </a:cubicBezTo>
                  <a:lnTo>
                    <a:pt x="205940" y="13958"/>
                  </a:lnTo>
                  <a:lnTo>
                    <a:pt x="189065" y="13958"/>
                  </a:lnTo>
                  <a:close/>
                  <a:moveTo>
                    <a:pt x="451253" y="3854"/>
                  </a:moveTo>
                  <a:lnTo>
                    <a:pt x="492711" y="3854"/>
                  </a:lnTo>
                  <a:lnTo>
                    <a:pt x="492711" y="13750"/>
                  </a:lnTo>
                  <a:lnTo>
                    <a:pt x="460003" y="13750"/>
                  </a:lnTo>
                  <a:lnTo>
                    <a:pt x="460003" y="32604"/>
                  </a:lnTo>
                  <a:lnTo>
                    <a:pt x="473649" y="32604"/>
                  </a:lnTo>
                  <a:cubicBezTo>
                    <a:pt x="475524" y="32604"/>
                    <a:pt x="477789" y="32518"/>
                    <a:pt x="480472" y="32344"/>
                  </a:cubicBezTo>
                  <a:cubicBezTo>
                    <a:pt x="483141" y="32171"/>
                    <a:pt x="485901" y="31945"/>
                    <a:pt x="488753" y="31667"/>
                  </a:cubicBezTo>
                  <a:cubicBezTo>
                    <a:pt x="491526" y="31389"/>
                    <a:pt x="494196" y="31060"/>
                    <a:pt x="496774" y="30677"/>
                  </a:cubicBezTo>
                  <a:cubicBezTo>
                    <a:pt x="499339" y="30296"/>
                    <a:pt x="501487" y="29931"/>
                    <a:pt x="503232" y="29583"/>
                  </a:cubicBezTo>
                  <a:lnTo>
                    <a:pt x="503232" y="39167"/>
                  </a:lnTo>
                  <a:cubicBezTo>
                    <a:pt x="501696" y="39445"/>
                    <a:pt x="499847" y="39775"/>
                    <a:pt x="497659" y="40156"/>
                  </a:cubicBezTo>
                  <a:cubicBezTo>
                    <a:pt x="495472" y="40539"/>
                    <a:pt x="492919" y="40938"/>
                    <a:pt x="490003" y="41354"/>
                  </a:cubicBezTo>
                  <a:cubicBezTo>
                    <a:pt x="487086" y="41702"/>
                    <a:pt x="483818" y="41997"/>
                    <a:pt x="480211" y="42240"/>
                  </a:cubicBezTo>
                  <a:cubicBezTo>
                    <a:pt x="476591" y="42483"/>
                    <a:pt x="472633" y="42604"/>
                    <a:pt x="468336" y="42604"/>
                  </a:cubicBezTo>
                  <a:lnTo>
                    <a:pt x="451149" y="42604"/>
                  </a:lnTo>
                  <a:cubicBezTo>
                    <a:pt x="450029" y="42604"/>
                    <a:pt x="449287" y="42396"/>
                    <a:pt x="448909" y="41979"/>
                  </a:cubicBezTo>
                  <a:cubicBezTo>
                    <a:pt x="448518" y="41563"/>
                    <a:pt x="448336" y="40799"/>
                    <a:pt x="448336" y="39687"/>
                  </a:cubicBezTo>
                  <a:lnTo>
                    <a:pt x="448336" y="6771"/>
                  </a:lnTo>
                  <a:cubicBezTo>
                    <a:pt x="448336" y="5729"/>
                    <a:pt x="448544" y="4983"/>
                    <a:pt x="448961" y="4531"/>
                  </a:cubicBezTo>
                  <a:cubicBezTo>
                    <a:pt x="449378" y="4081"/>
                    <a:pt x="450133" y="3854"/>
                    <a:pt x="451253" y="3854"/>
                  </a:cubicBezTo>
                  <a:close/>
                  <a:moveTo>
                    <a:pt x="724899" y="3646"/>
                  </a:moveTo>
                  <a:lnTo>
                    <a:pt x="756045" y="3646"/>
                  </a:lnTo>
                  <a:lnTo>
                    <a:pt x="756045" y="13438"/>
                  </a:lnTo>
                  <a:lnTo>
                    <a:pt x="733545" y="13438"/>
                  </a:lnTo>
                  <a:lnTo>
                    <a:pt x="733545" y="22396"/>
                  </a:lnTo>
                  <a:lnTo>
                    <a:pt x="754065" y="22396"/>
                  </a:lnTo>
                  <a:lnTo>
                    <a:pt x="754065" y="31354"/>
                  </a:lnTo>
                  <a:lnTo>
                    <a:pt x="733649" y="31354"/>
                  </a:lnTo>
                  <a:lnTo>
                    <a:pt x="733649" y="41875"/>
                  </a:lnTo>
                  <a:lnTo>
                    <a:pt x="745732" y="41667"/>
                  </a:lnTo>
                  <a:cubicBezTo>
                    <a:pt x="748232" y="41667"/>
                    <a:pt x="750915" y="41510"/>
                    <a:pt x="753805" y="41198"/>
                  </a:cubicBezTo>
                  <a:cubicBezTo>
                    <a:pt x="756683" y="40885"/>
                    <a:pt x="759274" y="40556"/>
                    <a:pt x="761565" y="40208"/>
                  </a:cubicBezTo>
                  <a:lnTo>
                    <a:pt x="761565" y="49792"/>
                  </a:lnTo>
                  <a:cubicBezTo>
                    <a:pt x="759339" y="50070"/>
                    <a:pt x="756618" y="50365"/>
                    <a:pt x="753389" y="50677"/>
                  </a:cubicBezTo>
                  <a:cubicBezTo>
                    <a:pt x="750159" y="50990"/>
                    <a:pt x="747151" y="51181"/>
                    <a:pt x="744378" y="51250"/>
                  </a:cubicBezTo>
                  <a:cubicBezTo>
                    <a:pt x="741943" y="51389"/>
                    <a:pt x="739599" y="51477"/>
                    <a:pt x="737347" y="51510"/>
                  </a:cubicBezTo>
                  <a:cubicBezTo>
                    <a:pt x="735081" y="51546"/>
                    <a:pt x="733050" y="51563"/>
                    <a:pt x="731253" y="51563"/>
                  </a:cubicBezTo>
                  <a:cubicBezTo>
                    <a:pt x="729443" y="51563"/>
                    <a:pt x="727946" y="51563"/>
                    <a:pt x="726774" y="51563"/>
                  </a:cubicBezTo>
                  <a:cubicBezTo>
                    <a:pt x="725589" y="51563"/>
                    <a:pt x="724925" y="51563"/>
                    <a:pt x="724795" y="51563"/>
                  </a:cubicBezTo>
                  <a:cubicBezTo>
                    <a:pt x="723675" y="51563"/>
                    <a:pt x="722933" y="51354"/>
                    <a:pt x="722555" y="50938"/>
                  </a:cubicBezTo>
                  <a:cubicBezTo>
                    <a:pt x="722164" y="50521"/>
                    <a:pt x="721982" y="49758"/>
                    <a:pt x="721982" y="48646"/>
                  </a:cubicBezTo>
                  <a:lnTo>
                    <a:pt x="721982" y="6562"/>
                  </a:lnTo>
                  <a:cubicBezTo>
                    <a:pt x="721982" y="5521"/>
                    <a:pt x="722190" y="4775"/>
                    <a:pt x="722607" y="4323"/>
                  </a:cubicBezTo>
                  <a:cubicBezTo>
                    <a:pt x="723024" y="3872"/>
                    <a:pt x="723779" y="3646"/>
                    <a:pt x="724899" y="3646"/>
                  </a:cubicBezTo>
                  <a:close/>
                  <a:moveTo>
                    <a:pt x="556565" y="3542"/>
                  </a:moveTo>
                  <a:lnTo>
                    <a:pt x="568961" y="3542"/>
                  </a:lnTo>
                  <a:lnTo>
                    <a:pt x="568961" y="24167"/>
                  </a:lnTo>
                  <a:cubicBezTo>
                    <a:pt x="568883" y="32708"/>
                    <a:pt x="570849" y="40643"/>
                    <a:pt x="574847" y="47969"/>
                  </a:cubicBezTo>
                  <a:cubicBezTo>
                    <a:pt x="578831" y="55296"/>
                    <a:pt x="584899" y="61320"/>
                    <a:pt x="593024" y="66042"/>
                  </a:cubicBezTo>
                  <a:lnTo>
                    <a:pt x="584378" y="73958"/>
                  </a:lnTo>
                  <a:cubicBezTo>
                    <a:pt x="580068" y="71042"/>
                    <a:pt x="575953" y="67466"/>
                    <a:pt x="572034" y="63229"/>
                  </a:cubicBezTo>
                  <a:cubicBezTo>
                    <a:pt x="568102" y="58993"/>
                    <a:pt x="565068" y="54479"/>
                    <a:pt x="562920" y="49688"/>
                  </a:cubicBezTo>
                  <a:cubicBezTo>
                    <a:pt x="562360" y="51563"/>
                    <a:pt x="561383" y="53664"/>
                    <a:pt x="560003" y="55990"/>
                  </a:cubicBezTo>
                  <a:cubicBezTo>
                    <a:pt x="558610" y="58316"/>
                    <a:pt x="556904" y="60660"/>
                    <a:pt x="554899" y="63021"/>
                  </a:cubicBezTo>
                  <a:cubicBezTo>
                    <a:pt x="552946" y="65452"/>
                    <a:pt x="550784" y="67796"/>
                    <a:pt x="548388" y="70052"/>
                  </a:cubicBezTo>
                  <a:cubicBezTo>
                    <a:pt x="545992" y="72310"/>
                    <a:pt x="543610" y="74306"/>
                    <a:pt x="541253" y="76042"/>
                  </a:cubicBezTo>
                  <a:lnTo>
                    <a:pt x="531461" y="68333"/>
                  </a:lnTo>
                  <a:cubicBezTo>
                    <a:pt x="540211" y="62987"/>
                    <a:pt x="546578" y="56477"/>
                    <a:pt x="550576" y="48802"/>
                  </a:cubicBezTo>
                  <a:cubicBezTo>
                    <a:pt x="554560" y="41129"/>
                    <a:pt x="556565" y="32708"/>
                    <a:pt x="556565" y="23542"/>
                  </a:cubicBezTo>
                  <a:close/>
                  <a:moveTo>
                    <a:pt x="661566" y="3229"/>
                  </a:moveTo>
                  <a:lnTo>
                    <a:pt x="674274" y="3229"/>
                  </a:lnTo>
                  <a:lnTo>
                    <a:pt x="674274" y="11875"/>
                  </a:lnTo>
                  <a:cubicBezTo>
                    <a:pt x="674196" y="15904"/>
                    <a:pt x="675120" y="19775"/>
                    <a:pt x="677034" y="23490"/>
                  </a:cubicBezTo>
                  <a:cubicBezTo>
                    <a:pt x="678935" y="27206"/>
                    <a:pt x="681461" y="30625"/>
                    <a:pt x="684586" y="33750"/>
                  </a:cubicBezTo>
                  <a:cubicBezTo>
                    <a:pt x="687711" y="36875"/>
                    <a:pt x="691279" y="39602"/>
                    <a:pt x="695315" y="41927"/>
                  </a:cubicBezTo>
                  <a:cubicBezTo>
                    <a:pt x="699339" y="44254"/>
                    <a:pt x="703467" y="45973"/>
                    <a:pt x="707711" y="47083"/>
                  </a:cubicBezTo>
                  <a:lnTo>
                    <a:pt x="700107" y="55625"/>
                  </a:lnTo>
                  <a:cubicBezTo>
                    <a:pt x="696774" y="54583"/>
                    <a:pt x="693441" y="53143"/>
                    <a:pt x="690107" y="51302"/>
                  </a:cubicBezTo>
                  <a:cubicBezTo>
                    <a:pt x="686774" y="49462"/>
                    <a:pt x="683649" y="47396"/>
                    <a:pt x="680732" y="45104"/>
                  </a:cubicBezTo>
                  <a:cubicBezTo>
                    <a:pt x="677816" y="42813"/>
                    <a:pt x="675224" y="40383"/>
                    <a:pt x="672972" y="37813"/>
                  </a:cubicBezTo>
                  <a:cubicBezTo>
                    <a:pt x="670706" y="35243"/>
                    <a:pt x="668987" y="32708"/>
                    <a:pt x="667815" y="30208"/>
                  </a:cubicBezTo>
                  <a:cubicBezTo>
                    <a:pt x="664899" y="35764"/>
                    <a:pt x="660758" y="40729"/>
                    <a:pt x="655420" y="45104"/>
                  </a:cubicBezTo>
                  <a:cubicBezTo>
                    <a:pt x="650068" y="49479"/>
                    <a:pt x="643571" y="53021"/>
                    <a:pt x="635940" y="55729"/>
                  </a:cubicBezTo>
                  <a:lnTo>
                    <a:pt x="627711" y="46875"/>
                  </a:lnTo>
                  <a:cubicBezTo>
                    <a:pt x="632503" y="45487"/>
                    <a:pt x="636956" y="43629"/>
                    <a:pt x="641097" y="41302"/>
                  </a:cubicBezTo>
                  <a:cubicBezTo>
                    <a:pt x="645224" y="38977"/>
                    <a:pt x="648779" y="36320"/>
                    <a:pt x="651774" y="33333"/>
                  </a:cubicBezTo>
                  <a:cubicBezTo>
                    <a:pt x="654821" y="30279"/>
                    <a:pt x="657217" y="26945"/>
                    <a:pt x="658961" y="23333"/>
                  </a:cubicBezTo>
                  <a:cubicBezTo>
                    <a:pt x="660693" y="19723"/>
                    <a:pt x="661566" y="15904"/>
                    <a:pt x="661566" y="11875"/>
                  </a:cubicBezTo>
                  <a:close/>
                  <a:moveTo>
                    <a:pt x="96042" y="2917"/>
                  </a:moveTo>
                  <a:lnTo>
                    <a:pt x="107813" y="2917"/>
                  </a:lnTo>
                  <a:lnTo>
                    <a:pt x="107813" y="16146"/>
                  </a:lnTo>
                  <a:lnTo>
                    <a:pt x="128961" y="16146"/>
                  </a:lnTo>
                  <a:lnTo>
                    <a:pt x="128961" y="2917"/>
                  </a:lnTo>
                  <a:lnTo>
                    <a:pt x="140419" y="2917"/>
                  </a:lnTo>
                  <a:lnTo>
                    <a:pt x="140419" y="46250"/>
                  </a:lnTo>
                  <a:cubicBezTo>
                    <a:pt x="140419" y="47362"/>
                    <a:pt x="140185" y="48125"/>
                    <a:pt x="139742" y="48542"/>
                  </a:cubicBezTo>
                  <a:cubicBezTo>
                    <a:pt x="139286" y="48958"/>
                    <a:pt x="138544" y="49167"/>
                    <a:pt x="137503" y="49167"/>
                  </a:cubicBezTo>
                  <a:lnTo>
                    <a:pt x="98854" y="49167"/>
                  </a:lnTo>
                  <a:cubicBezTo>
                    <a:pt x="97742" y="49167"/>
                    <a:pt x="96996" y="48958"/>
                    <a:pt x="96615" y="48542"/>
                  </a:cubicBezTo>
                  <a:cubicBezTo>
                    <a:pt x="96232" y="48125"/>
                    <a:pt x="96042" y="47362"/>
                    <a:pt x="96042" y="46250"/>
                  </a:cubicBezTo>
                  <a:close/>
                  <a:moveTo>
                    <a:pt x="9271" y="2500"/>
                  </a:moveTo>
                  <a:lnTo>
                    <a:pt x="74167" y="2500"/>
                  </a:lnTo>
                  <a:cubicBezTo>
                    <a:pt x="75208" y="2500"/>
                    <a:pt x="75954" y="2727"/>
                    <a:pt x="76406" y="3177"/>
                  </a:cubicBezTo>
                  <a:cubicBezTo>
                    <a:pt x="76857" y="3629"/>
                    <a:pt x="77083" y="4375"/>
                    <a:pt x="77083" y="5417"/>
                  </a:cubicBezTo>
                  <a:cubicBezTo>
                    <a:pt x="76944" y="7500"/>
                    <a:pt x="76719" y="9792"/>
                    <a:pt x="76406" y="12292"/>
                  </a:cubicBezTo>
                  <a:cubicBezTo>
                    <a:pt x="76094" y="14792"/>
                    <a:pt x="75763" y="17327"/>
                    <a:pt x="75417" y="19896"/>
                  </a:cubicBezTo>
                  <a:cubicBezTo>
                    <a:pt x="75000" y="22535"/>
                    <a:pt x="74548" y="25156"/>
                    <a:pt x="74063" y="27760"/>
                  </a:cubicBezTo>
                  <a:cubicBezTo>
                    <a:pt x="73576" y="30365"/>
                    <a:pt x="73090" y="32812"/>
                    <a:pt x="72604" y="35104"/>
                  </a:cubicBezTo>
                  <a:lnTo>
                    <a:pt x="85938" y="35104"/>
                  </a:lnTo>
                  <a:lnTo>
                    <a:pt x="85938" y="45104"/>
                  </a:lnTo>
                  <a:lnTo>
                    <a:pt x="48021" y="45104"/>
                  </a:lnTo>
                  <a:lnTo>
                    <a:pt x="48021" y="59688"/>
                  </a:lnTo>
                  <a:lnTo>
                    <a:pt x="72292" y="59688"/>
                  </a:lnTo>
                  <a:cubicBezTo>
                    <a:pt x="73333" y="59688"/>
                    <a:pt x="74079" y="59914"/>
                    <a:pt x="74531" y="60365"/>
                  </a:cubicBezTo>
                  <a:cubicBezTo>
                    <a:pt x="74982" y="60816"/>
                    <a:pt x="75208" y="61563"/>
                    <a:pt x="75208" y="62604"/>
                  </a:cubicBezTo>
                  <a:lnTo>
                    <a:pt x="75208" y="93750"/>
                  </a:lnTo>
                  <a:lnTo>
                    <a:pt x="63229" y="93750"/>
                  </a:lnTo>
                  <a:lnTo>
                    <a:pt x="63229" y="69688"/>
                  </a:lnTo>
                  <a:lnTo>
                    <a:pt x="9271" y="69688"/>
                  </a:lnTo>
                  <a:lnTo>
                    <a:pt x="9271" y="59688"/>
                  </a:lnTo>
                  <a:lnTo>
                    <a:pt x="35521" y="59688"/>
                  </a:lnTo>
                  <a:lnTo>
                    <a:pt x="35521" y="45104"/>
                  </a:lnTo>
                  <a:lnTo>
                    <a:pt x="0" y="45104"/>
                  </a:lnTo>
                  <a:lnTo>
                    <a:pt x="0" y="35104"/>
                  </a:lnTo>
                  <a:lnTo>
                    <a:pt x="61250" y="35104"/>
                  </a:lnTo>
                  <a:cubicBezTo>
                    <a:pt x="61667" y="33229"/>
                    <a:pt x="62065" y="31233"/>
                    <a:pt x="62448" y="29115"/>
                  </a:cubicBezTo>
                  <a:cubicBezTo>
                    <a:pt x="62829" y="26997"/>
                    <a:pt x="63194" y="24931"/>
                    <a:pt x="63542" y="22917"/>
                  </a:cubicBezTo>
                  <a:cubicBezTo>
                    <a:pt x="63819" y="20833"/>
                    <a:pt x="64063" y="18889"/>
                    <a:pt x="64271" y="17083"/>
                  </a:cubicBezTo>
                  <a:cubicBezTo>
                    <a:pt x="64479" y="15279"/>
                    <a:pt x="64583" y="13716"/>
                    <a:pt x="64583" y="12396"/>
                  </a:cubicBezTo>
                  <a:lnTo>
                    <a:pt x="9271" y="12396"/>
                  </a:lnTo>
                  <a:close/>
                  <a:moveTo>
                    <a:pt x="766670" y="1667"/>
                  </a:moveTo>
                  <a:lnTo>
                    <a:pt x="778128" y="1667"/>
                  </a:lnTo>
                  <a:lnTo>
                    <a:pt x="778128" y="54896"/>
                  </a:lnTo>
                  <a:lnTo>
                    <a:pt x="766670" y="54896"/>
                  </a:lnTo>
                  <a:lnTo>
                    <a:pt x="766670" y="29687"/>
                  </a:lnTo>
                  <a:lnTo>
                    <a:pt x="756253" y="29687"/>
                  </a:lnTo>
                  <a:lnTo>
                    <a:pt x="756253" y="19583"/>
                  </a:lnTo>
                  <a:lnTo>
                    <a:pt x="766670" y="19583"/>
                  </a:lnTo>
                  <a:close/>
                  <a:moveTo>
                    <a:pt x="784795" y="104"/>
                  </a:moveTo>
                  <a:lnTo>
                    <a:pt x="796253" y="104"/>
                  </a:lnTo>
                  <a:lnTo>
                    <a:pt x="796253" y="54896"/>
                  </a:lnTo>
                  <a:lnTo>
                    <a:pt x="784795" y="54896"/>
                  </a:lnTo>
                  <a:close/>
                  <a:moveTo>
                    <a:pt x="601357" y="104"/>
                  </a:moveTo>
                  <a:lnTo>
                    <a:pt x="613128" y="104"/>
                  </a:lnTo>
                  <a:lnTo>
                    <a:pt x="613128" y="93333"/>
                  </a:lnTo>
                  <a:lnTo>
                    <a:pt x="601357" y="93333"/>
                  </a:lnTo>
                  <a:close/>
                  <a:moveTo>
                    <a:pt x="506669" y="104"/>
                  </a:moveTo>
                  <a:lnTo>
                    <a:pt x="518440" y="104"/>
                  </a:lnTo>
                  <a:lnTo>
                    <a:pt x="518440" y="16042"/>
                  </a:lnTo>
                  <a:lnTo>
                    <a:pt x="530420" y="16042"/>
                  </a:lnTo>
                  <a:lnTo>
                    <a:pt x="530420" y="26042"/>
                  </a:lnTo>
                  <a:lnTo>
                    <a:pt x="518440" y="26042"/>
                  </a:lnTo>
                  <a:lnTo>
                    <a:pt x="518440" y="47396"/>
                  </a:lnTo>
                  <a:lnTo>
                    <a:pt x="506669" y="47396"/>
                  </a:lnTo>
                  <a:close/>
                  <a:moveTo>
                    <a:pt x="251149" y="104"/>
                  </a:moveTo>
                  <a:lnTo>
                    <a:pt x="262919" y="104"/>
                  </a:lnTo>
                  <a:lnTo>
                    <a:pt x="262919" y="68646"/>
                  </a:lnTo>
                  <a:lnTo>
                    <a:pt x="251149" y="68646"/>
                  </a:lnTo>
                  <a:lnTo>
                    <a:pt x="251149" y="31771"/>
                  </a:lnTo>
                  <a:lnTo>
                    <a:pt x="233857" y="31771"/>
                  </a:lnTo>
                  <a:lnTo>
                    <a:pt x="233857" y="21250"/>
                  </a:lnTo>
                  <a:lnTo>
                    <a:pt x="251149" y="21250"/>
                  </a:lnTo>
                  <a:close/>
                  <a:moveTo>
                    <a:pt x="155003" y="104"/>
                  </a:moveTo>
                  <a:lnTo>
                    <a:pt x="166878" y="104"/>
                  </a:lnTo>
                  <a:lnTo>
                    <a:pt x="166878" y="20417"/>
                  </a:lnTo>
                  <a:lnTo>
                    <a:pt x="178857" y="20417"/>
                  </a:lnTo>
                  <a:lnTo>
                    <a:pt x="178857" y="30313"/>
                  </a:lnTo>
                  <a:lnTo>
                    <a:pt x="166878" y="30313"/>
                  </a:lnTo>
                  <a:lnTo>
                    <a:pt x="166878" y="57500"/>
                  </a:lnTo>
                  <a:lnTo>
                    <a:pt x="155003" y="57500"/>
                  </a:lnTo>
                  <a:close/>
                  <a:moveTo>
                    <a:pt x="337711" y="0"/>
                  </a:moveTo>
                  <a:lnTo>
                    <a:pt x="349482" y="0"/>
                  </a:lnTo>
                  <a:lnTo>
                    <a:pt x="349482" y="35208"/>
                  </a:lnTo>
                  <a:lnTo>
                    <a:pt x="362399" y="35208"/>
                  </a:lnTo>
                  <a:lnTo>
                    <a:pt x="362399" y="45729"/>
                  </a:lnTo>
                  <a:lnTo>
                    <a:pt x="349482" y="45729"/>
                  </a:lnTo>
                  <a:lnTo>
                    <a:pt x="349482" y="93333"/>
                  </a:lnTo>
                  <a:lnTo>
                    <a:pt x="337711" y="93333"/>
                  </a:lnTo>
                  <a:close/>
                </a:path>
              </a:pathLst>
            </a:custGeom>
            <a:solidFill>
              <a:srgbClr val="003964"/>
            </a:solidFill>
            <a:ln w="13018" cap="flat">
              <a:solidFill>
                <a:srgbClr val="FFFFF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0BBFCF-1161-46B2-814F-DA1195B3ED7F}"/>
                </a:ext>
              </a:extLst>
            </p:cNvPr>
            <p:cNvSpPr txBox="1"/>
            <p:nvPr/>
          </p:nvSpPr>
          <p:spPr>
            <a:xfrm>
              <a:off x="1616372" y="532229"/>
              <a:ext cx="100319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국방전자조달시스템</a:t>
              </a:r>
            </a:p>
          </p:txBody>
        </p:sp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DBA00F2B-0D01-4238-BB91-9C17B16C06CD}"/>
                </a:ext>
              </a:extLst>
            </p:cNvPr>
            <p:cNvSpPr/>
            <p:nvPr/>
          </p:nvSpPr>
          <p:spPr>
            <a:xfrm>
              <a:off x="2539143" y="599095"/>
              <a:ext cx="271146" cy="93229"/>
            </a:xfrm>
            <a:custGeom>
              <a:avLst/>
              <a:gdLst>
                <a:gd name="connsiteX0" fmla="*/ 30208 w 271146"/>
                <a:gd name="connsiteY0" fmla="*/ 38229 h 93229"/>
                <a:gd name="connsiteX1" fmla="*/ 42188 w 271146"/>
                <a:gd name="connsiteY1" fmla="*/ 38229 h 93229"/>
                <a:gd name="connsiteX2" fmla="*/ 42188 w 271146"/>
                <a:gd name="connsiteY2" fmla="*/ 72917 h 93229"/>
                <a:gd name="connsiteX3" fmla="*/ 86146 w 271146"/>
                <a:gd name="connsiteY3" fmla="*/ 72917 h 93229"/>
                <a:gd name="connsiteX4" fmla="*/ 86146 w 271146"/>
                <a:gd name="connsiteY4" fmla="*/ 82917 h 93229"/>
                <a:gd name="connsiteX5" fmla="*/ 0 w 271146"/>
                <a:gd name="connsiteY5" fmla="*/ 82917 h 93229"/>
                <a:gd name="connsiteX6" fmla="*/ 0 w 271146"/>
                <a:gd name="connsiteY6" fmla="*/ 72917 h 93229"/>
                <a:gd name="connsiteX7" fmla="*/ 30208 w 271146"/>
                <a:gd name="connsiteY7" fmla="*/ 72917 h 93229"/>
                <a:gd name="connsiteX8" fmla="*/ 212604 w 271146"/>
                <a:gd name="connsiteY8" fmla="*/ 37604 h 93229"/>
                <a:gd name="connsiteX9" fmla="*/ 204167 w 271146"/>
                <a:gd name="connsiteY9" fmla="*/ 39427 h 93229"/>
                <a:gd name="connsiteX10" fmla="*/ 201458 w 271146"/>
                <a:gd name="connsiteY10" fmla="*/ 43958 h 93229"/>
                <a:gd name="connsiteX11" fmla="*/ 204219 w 271146"/>
                <a:gd name="connsiteY11" fmla="*/ 48542 h 93229"/>
                <a:gd name="connsiteX12" fmla="*/ 212604 w 271146"/>
                <a:gd name="connsiteY12" fmla="*/ 50313 h 93229"/>
                <a:gd name="connsiteX13" fmla="*/ 220990 w 271146"/>
                <a:gd name="connsiteY13" fmla="*/ 48542 h 93229"/>
                <a:gd name="connsiteX14" fmla="*/ 223750 w 271146"/>
                <a:gd name="connsiteY14" fmla="*/ 43958 h 93229"/>
                <a:gd name="connsiteX15" fmla="*/ 220990 w 271146"/>
                <a:gd name="connsiteY15" fmla="*/ 39427 h 93229"/>
                <a:gd name="connsiteX16" fmla="*/ 212604 w 271146"/>
                <a:gd name="connsiteY16" fmla="*/ 37604 h 93229"/>
                <a:gd name="connsiteX17" fmla="*/ 212604 w 271146"/>
                <a:gd name="connsiteY17" fmla="*/ 29167 h 93229"/>
                <a:gd name="connsiteX18" fmla="*/ 229375 w 271146"/>
                <a:gd name="connsiteY18" fmla="*/ 33229 h 93229"/>
                <a:gd name="connsiteX19" fmla="*/ 235729 w 271146"/>
                <a:gd name="connsiteY19" fmla="*/ 43958 h 93229"/>
                <a:gd name="connsiteX20" fmla="*/ 231250 w 271146"/>
                <a:gd name="connsiteY20" fmla="*/ 53333 h 93229"/>
                <a:gd name="connsiteX21" fmla="*/ 219583 w 271146"/>
                <a:gd name="connsiteY21" fmla="*/ 58333 h 93229"/>
                <a:gd name="connsiteX22" fmla="*/ 219583 w 271146"/>
                <a:gd name="connsiteY22" fmla="*/ 65938 h 93229"/>
                <a:gd name="connsiteX23" fmla="*/ 224688 w 271146"/>
                <a:gd name="connsiteY23" fmla="*/ 65781 h 93229"/>
                <a:gd name="connsiteX24" fmla="*/ 231250 w 271146"/>
                <a:gd name="connsiteY24" fmla="*/ 65417 h 93229"/>
                <a:gd name="connsiteX25" fmla="*/ 238177 w 271146"/>
                <a:gd name="connsiteY25" fmla="*/ 64740 h 93229"/>
                <a:gd name="connsiteX26" fmla="*/ 244271 w 271146"/>
                <a:gd name="connsiteY26" fmla="*/ 63958 h 93229"/>
                <a:gd name="connsiteX27" fmla="*/ 244271 w 271146"/>
                <a:gd name="connsiteY27" fmla="*/ 73958 h 93229"/>
                <a:gd name="connsiteX28" fmla="*/ 227031 w 271146"/>
                <a:gd name="connsiteY28" fmla="*/ 75573 h 93229"/>
                <a:gd name="connsiteX29" fmla="*/ 202813 w 271146"/>
                <a:gd name="connsiteY29" fmla="*/ 76354 h 93229"/>
                <a:gd name="connsiteX30" fmla="*/ 183333 w 271146"/>
                <a:gd name="connsiteY30" fmla="*/ 76354 h 93229"/>
                <a:gd name="connsiteX31" fmla="*/ 183333 w 271146"/>
                <a:gd name="connsiteY31" fmla="*/ 66250 h 93229"/>
                <a:gd name="connsiteX32" fmla="*/ 206979 w 271146"/>
                <a:gd name="connsiteY32" fmla="*/ 66250 h 93229"/>
                <a:gd name="connsiteX33" fmla="*/ 206979 w 271146"/>
                <a:gd name="connsiteY33" fmla="*/ 58542 h 93229"/>
                <a:gd name="connsiteX34" fmla="*/ 194271 w 271146"/>
                <a:gd name="connsiteY34" fmla="*/ 53646 h 93229"/>
                <a:gd name="connsiteX35" fmla="*/ 189479 w 271146"/>
                <a:gd name="connsiteY35" fmla="*/ 43958 h 93229"/>
                <a:gd name="connsiteX36" fmla="*/ 195781 w 271146"/>
                <a:gd name="connsiteY36" fmla="*/ 33229 h 93229"/>
                <a:gd name="connsiteX37" fmla="*/ 212604 w 271146"/>
                <a:gd name="connsiteY37" fmla="*/ 29167 h 93229"/>
                <a:gd name="connsiteX38" fmla="*/ 186563 w 271146"/>
                <a:gd name="connsiteY38" fmla="*/ 16146 h 93229"/>
                <a:gd name="connsiteX39" fmla="*/ 238750 w 271146"/>
                <a:gd name="connsiteY39" fmla="*/ 16146 h 93229"/>
                <a:gd name="connsiteX40" fmla="*/ 238750 w 271146"/>
                <a:gd name="connsiteY40" fmla="*/ 25313 h 93229"/>
                <a:gd name="connsiteX41" fmla="*/ 186563 w 271146"/>
                <a:gd name="connsiteY41" fmla="*/ 25313 h 93229"/>
                <a:gd name="connsiteX42" fmla="*/ 9062 w 271146"/>
                <a:gd name="connsiteY42" fmla="*/ 5104 h 93229"/>
                <a:gd name="connsiteX43" fmla="*/ 72917 w 271146"/>
                <a:gd name="connsiteY43" fmla="*/ 5104 h 93229"/>
                <a:gd name="connsiteX44" fmla="*/ 75156 w 271146"/>
                <a:gd name="connsiteY44" fmla="*/ 5781 h 93229"/>
                <a:gd name="connsiteX45" fmla="*/ 75833 w 271146"/>
                <a:gd name="connsiteY45" fmla="*/ 8021 h 93229"/>
                <a:gd name="connsiteX46" fmla="*/ 74844 w 271146"/>
                <a:gd name="connsiteY46" fmla="*/ 20521 h 93229"/>
                <a:gd name="connsiteX47" fmla="*/ 73438 w 271146"/>
                <a:gd name="connsiteY47" fmla="*/ 34063 h 93229"/>
                <a:gd name="connsiteX48" fmla="*/ 71719 w 271146"/>
                <a:gd name="connsiteY48" fmla="*/ 47865 h 93229"/>
                <a:gd name="connsiteX49" fmla="*/ 69688 w 271146"/>
                <a:gd name="connsiteY49" fmla="*/ 60729 h 93229"/>
                <a:gd name="connsiteX50" fmla="*/ 58021 w 271146"/>
                <a:gd name="connsiteY50" fmla="*/ 60729 h 93229"/>
                <a:gd name="connsiteX51" fmla="*/ 61458 w 271146"/>
                <a:gd name="connsiteY51" fmla="*/ 37813 h 93229"/>
                <a:gd name="connsiteX52" fmla="*/ 63229 w 271146"/>
                <a:gd name="connsiteY52" fmla="*/ 15000 h 93229"/>
                <a:gd name="connsiteX53" fmla="*/ 9062 w 271146"/>
                <a:gd name="connsiteY53" fmla="*/ 15000 h 93229"/>
                <a:gd name="connsiteX54" fmla="*/ 104896 w 271146"/>
                <a:gd name="connsiteY54" fmla="*/ 4167 h 93229"/>
                <a:gd name="connsiteX55" fmla="*/ 167083 w 271146"/>
                <a:gd name="connsiteY55" fmla="*/ 4167 h 93229"/>
                <a:gd name="connsiteX56" fmla="*/ 167083 w 271146"/>
                <a:gd name="connsiteY56" fmla="*/ 14063 h 93229"/>
                <a:gd name="connsiteX57" fmla="*/ 113958 w 271146"/>
                <a:gd name="connsiteY57" fmla="*/ 14063 h 93229"/>
                <a:gd name="connsiteX58" fmla="*/ 113958 w 271146"/>
                <a:gd name="connsiteY58" fmla="*/ 41354 h 93229"/>
                <a:gd name="connsiteX59" fmla="*/ 167917 w 271146"/>
                <a:gd name="connsiteY59" fmla="*/ 41354 h 93229"/>
                <a:gd name="connsiteX60" fmla="*/ 167917 w 271146"/>
                <a:gd name="connsiteY60" fmla="*/ 51354 h 93229"/>
                <a:gd name="connsiteX61" fmla="*/ 140208 w 271146"/>
                <a:gd name="connsiteY61" fmla="*/ 51354 h 93229"/>
                <a:gd name="connsiteX62" fmla="*/ 140208 w 271146"/>
                <a:gd name="connsiteY62" fmla="*/ 72917 h 93229"/>
                <a:gd name="connsiteX63" fmla="*/ 177188 w 271146"/>
                <a:gd name="connsiteY63" fmla="*/ 72917 h 93229"/>
                <a:gd name="connsiteX64" fmla="*/ 177188 w 271146"/>
                <a:gd name="connsiteY64" fmla="*/ 82917 h 93229"/>
                <a:gd name="connsiteX65" fmla="*/ 91146 w 271146"/>
                <a:gd name="connsiteY65" fmla="*/ 82917 h 93229"/>
                <a:gd name="connsiteX66" fmla="*/ 91146 w 271146"/>
                <a:gd name="connsiteY66" fmla="*/ 72917 h 93229"/>
                <a:gd name="connsiteX67" fmla="*/ 128021 w 271146"/>
                <a:gd name="connsiteY67" fmla="*/ 72917 h 93229"/>
                <a:gd name="connsiteX68" fmla="*/ 128021 w 271146"/>
                <a:gd name="connsiteY68" fmla="*/ 51354 h 93229"/>
                <a:gd name="connsiteX69" fmla="*/ 104792 w 271146"/>
                <a:gd name="connsiteY69" fmla="*/ 51354 h 93229"/>
                <a:gd name="connsiteX70" fmla="*/ 102552 w 271146"/>
                <a:gd name="connsiteY70" fmla="*/ 50729 h 93229"/>
                <a:gd name="connsiteX71" fmla="*/ 101979 w 271146"/>
                <a:gd name="connsiteY71" fmla="*/ 48438 h 93229"/>
                <a:gd name="connsiteX72" fmla="*/ 101979 w 271146"/>
                <a:gd name="connsiteY72" fmla="*/ 7083 h 93229"/>
                <a:gd name="connsiteX73" fmla="*/ 102604 w 271146"/>
                <a:gd name="connsiteY73" fmla="*/ 4844 h 93229"/>
                <a:gd name="connsiteX74" fmla="*/ 104896 w 271146"/>
                <a:gd name="connsiteY74" fmla="*/ 4167 h 93229"/>
                <a:gd name="connsiteX75" fmla="*/ 198333 w 271146"/>
                <a:gd name="connsiteY75" fmla="*/ 1354 h 93229"/>
                <a:gd name="connsiteX76" fmla="*/ 226979 w 271146"/>
                <a:gd name="connsiteY76" fmla="*/ 1354 h 93229"/>
                <a:gd name="connsiteX77" fmla="*/ 226979 w 271146"/>
                <a:gd name="connsiteY77" fmla="*/ 10417 h 93229"/>
                <a:gd name="connsiteX78" fmla="*/ 198333 w 271146"/>
                <a:gd name="connsiteY78" fmla="*/ 10417 h 93229"/>
                <a:gd name="connsiteX79" fmla="*/ 246875 w 271146"/>
                <a:gd name="connsiteY79" fmla="*/ 0 h 93229"/>
                <a:gd name="connsiteX80" fmla="*/ 258646 w 271146"/>
                <a:gd name="connsiteY80" fmla="*/ 0 h 93229"/>
                <a:gd name="connsiteX81" fmla="*/ 258646 w 271146"/>
                <a:gd name="connsiteY81" fmla="*/ 38854 h 93229"/>
                <a:gd name="connsiteX82" fmla="*/ 271146 w 271146"/>
                <a:gd name="connsiteY82" fmla="*/ 38854 h 93229"/>
                <a:gd name="connsiteX83" fmla="*/ 271146 w 271146"/>
                <a:gd name="connsiteY83" fmla="*/ 49375 h 93229"/>
                <a:gd name="connsiteX84" fmla="*/ 258646 w 271146"/>
                <a:gd name="connsiteY84" fmla="*/ 49375 h 93229"/>
                <a:gd name="connsiteX85" fmla="*/ 258646 w 271146"/>
                <a:gd name="connsiteY85" fmla="*/ 93229 h 93229"/>
                <a:gd name="connsiteX86" fmla="*/ 246875 w 271146"/>
                <a:gd name="connsiteY86" fmla="*/ 93229 h 9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71146" h="93229">
                  <a:moveTo>
                    <a:pt x="30208" y="38229"/>
                  </a:moveTo>
                  <a:lnTo>
                    <a:pt x="42188" y="38229"/>
                  </a:lnTo>
                  <a:lnTo>
                    <a:pt x="42188" y="72917"/>
                  </a:lnTo>
                  <a:lnTo>
                    <a:pt x="86146" y="72917"/>
                  </a:lnTo>
                  <a:lnTo>
                    <a:pt x="86146" y="82917"/>
                  </a:lnTo>
                  <a:lnTo>
                    <a:pt x="0" y="82917"/>
                  </a:lnTo>
                  <a:lnTo>
                    <a:pt x="0" y="72917"/>
                  </a:lnTo>
                  <a:lnTo>
                    <a:pt x="30208" y="72917"/>
                  </a:lnTo>
                  <a:close/>
                  <a:moveTo>
                    <a:pt x="212604" y="37604"/>
                  </a:moveTo>
                  <a:cubicBezTo>
                    <a:pt x="208789" y="37604"/>
                    <a:pt x="205977" y="38212"/>
                    <a:pt x="204167" y="39427"/>
                  </a:cubicBezTo>
                  <a:cubicBezTo>
                    <a:pt x="202357" y="40643"/>
                    <a:pt x="201458" y="42154"/>
                    <a:pt x="201458" y="43958"/>
                  </a:cubicBezTo>
                  <a:cubicBezTo>
                    <a:pt x="201458" y="45833"/>
                    <a:pt x="202383" y="47362"/>
                    <a:pt x="204219" y="48542"/>
                  </a:cubicBezTo>
                  <a:cubicBezTo>
                    <a:pt x="206055" y="49723"/>
                    <a:pt x="208854" y="50313"/>
                    <a:pt x="212604" y="50313"/>
                  </a:cubicBezTo>
                  <a:cubicBezTo>
                    <a:pt x="216354" y="50313"/>
                    <a:pt x="219154" y="49723"/>
                    <a:pt x="220990" y="48542"/>
                  </a:cubicBezTo>
                  <a:cubicBezTo>
                    <a:pt x="222826" y="47362"/>
                    <a:pt x="223750" y="45833"/>
                    <a:pt x="223750" y="43958"/>
                  </a:cubicBezTo>
                  <a:cubicBezTo>
                    <a:pt x="223750" y="42154"/>
                    <a:pt x="222826" y="40643"/>
                    <a:pt x="220990" y="39427"/>
                  </a:cubicBezTo>
                  <a:cubicBezTo>
                    <a:pt x="219154" y="38212"/>
                    <a:pt x="216354" y="37604"/>
                    <a:pt x="212604" y="37604"/>
                  </a:cubicBezTo>
                  <a:close/>
                  <a:moveTo>
                    <a:pt x="212604" y="29167"/>
                  </a:moveTo>
                  <a:cubicBezTo>
                    <a:pt x="219544" y="29167"/>
                    <a:pt x="225143" y="30521"/>
                    <a:pt x="229375" y="33229"/>
                  </a:cubicBezTo>
                  <a:cubicBezTo>
                    <a:pt x="233607" y="35938"/>
                    <a:pt x="235729" y="39514"/>
                    <a:pt x="235729" y="43958"/>
                  </a:cubicBezTo>
                  <a:cubicBezTo>
                    <a:pt x="235729" y="47708"/>
                    <a:pt x="234232" y="50833"/>
                    <a:pt x="231250" y="53333"/>
                  </a:cubicBezTo>
                  <a:cubicBezTo>
                    <a:pt x="228268" y="55833"/>
                    <a:pt x="224375" y="57500"/>
                    <a:pt x="219583" y="58333"/>
                  </a:cubicBezTo>
                  <a:lnTo>
                    <a:pt x="219583" y="65938"/>
                  </a:lnTo>
                  <a:cubicBezTo>
                    <a:pt x="220899" y="65938"/>
                    <a:pt x="222604" y="65885"/>
                    <a:pt x="224688" y="65781"/>
                  </a:cubicBezTo>
                  <a:cubicBezTo>
                    <a:pt x="226771" y="65677"/>
                    <a:pt x="228958" y="65556"/>
                    <a:pt x="231250" y="65417"/>
                  </a:cubicBezTo>
                  <a:cubicBezTo>
                    <a:pt x="233607" y="65208"/>
                    <a:pt x="235925" y="64983"/>
                    <a:pt x="238177" y="64740"/>
                  </a:cubicBezTo>
                  <a:cubicBezTo>
                    <a:pt x="240430" y="64497"/>
                    <a:pt x="242461" y="64237"/>
                    <a:pt x="244271" y="63958"/>
                  </a:cubicBezTo>
                  <a:lnTo>
                    <a:pt x="244271" y="73958"/>
                  </a:lnTo>
                  <a:cubicBezTo>
                    <a:pt x="240104" y="74514"/>
                    <a:pt x="234362" y="75052"/>
                    <a:pt x="227031" y="75573"/>
                  </a:cubicBezTo>
                  <a:cubicBezTo>
                    <a:pt x="219701" y="76094"/>
                    <a:pt x="211628" y="76354"/>
                    <a:pt x="202813" y="76354"/>
                  </a:cubicBezTo>
                  <a:lnTo>
                    <a:pt x="183333" y="76354"/>
                  </a:lnTo>
                  <a:lnTo>
                    <a:pt x="183333" y="66250"/>
                  </a:lnTo>
                  <a:lnTo>
                    <a:pt x="206979" y="66250"/>
                  </a:lnTo>
                  <a:lnTo>
                    <a:pt x="206979" y="58542"/>
                  </a:lnTo>
                  <a:cubicBezTo>
                    <a:pt x="201706" y="57848"/>
                    <a:pt x="197461" y="56216"/>
                    <a:pt x="194271" y="53646"/>
                  </a:cubicBezTo>
                  <a:cubicBezTo>
                    <a:pt x="191081" y="51077"/>
                    <a:pt x="189479" y="47848"/>
                    <a:pt x="189479" y="43958"/>
                  </a:cubicBezTo>
                  <a:cubicBezTo>
                    <a:pt x="189479" y="39514"/>
                    <a:pt x="191576" y="35938"/>
                    <a:pt x="195781" y="33229"/>
                  </a:cubicBezTo>
                  <a:cubicBezTo>
                    <a:pt x="199987" y="30521"/>
                    <a:pt x="205586" y="29167"/>
                    <a:pt x="212604" y="29167"/>
                  </a:cubicBezTo>
                  <a:close/>
                  <a:moveTo>
                    <a:pt x="186563" y="16146"/>
                  </a:moveTo>
                  <a:lnTo>
                    <a:pt x="238750" y="16146"/>
                  </a:lnTo>
                  <a:lnTo>
                    <a:pt x="238750" y="25313"/>
                  </a:lnTo>
                  <a:lnTo>
                    <a:pt x="186563" y="25313"/>
                  </a:lnTo>
                  <a:close/>
                  <a:moveTo>
                    <a:pt x="9062" y="5104"/>
                  </a:moveTo>
                  <a:lnTo>
                    <a:pt x="72917" y="5104"/>
                  </a:lnTo>
                  <a:cubicBezTo>
                    <a:pt x="73958" y="5104"/>
                    <a:pt x="74701" y="5331"/>
                    <a:pt x="75156" y="5781"/>
                  </a:cubicBezTo>
                  <a:cubicBezTo>
                    <a:pt x="75612" y="6233"/>
                    <a:pt x="75833" y="6979"/>
                    <a:pt x="75833" y="8021"/>
                  </a:cubicBezTo>
                  <a:cubicBezTo>
                    <a:pt x="75560" y="11910"/>
                    <a:pt x="75222" y="16077"/>
                    <a:pt x="74844" y="20521"/>
                  </a:cubicBezTo>
                  <a:cubicBezTo>
                    <a:pt x="74466" y="24966"/>
                    <a:pt x="73997" y="29479"/>
                    <a:pt x="73438" y="34063"/>
                  </a:cubicBezTo>
                  <a:cubicBezTo>
                    <a:pt x="72956" y="38716"/>
                    <a:pt x="72383" y="43316"/>
                    <a:pt x="71719" y="47865"/>
                  </a:cubicBezTo>
                  <a:cubicBezTo>
                    <a:pt x="71055" y="52414"/>
                    <a:pt x="70378" y="56702"/>
                    <a:pt x="69688" y="60729"/>
                  </a:cubicBezTo>
                  <a:lnTo>
                    <a:pt x="58021" y="60729"/>
                  </a:lnTo>
                  <a:cubicBezTo>
                    <a:pt x="59336" y="53369"/>
                    <a:pt x="60482" y="45729"/>
                    <a:pt x="61458" y="37813"/>
                  </a:cubicBezTo>
                  <a:cubicBezTo>
                    <a:pt x="62435" y="29896"/>
                    <a:pt x="63021" y="22292"/>
                    <a:pt x="63229" y="15000"/>
                  </a:cubicBezTo>
                  <a:lnTo>
                    <a:pt x="9062" y="15000"/>
                  </a:lnTo>
                  <a:close/>
                  <a:moveTo>
                    <a:pt x="104896" y="4167"/>
                  </a:moveTo>
                  <a:lnTo>
                    <a:pt x="167083" y="4167"/>
                  </a:lnTo>
                  <a:lnTo>
                    <a:pt x="167083" y="14063"/>
                  </a:lnTo>
                  <a:lnTo>
                    <a:pt x="113958" y="14063"/>
                  </a:lnTo>
                  <a:lnTo>
                    <a:pt x="113958" y="41354"/>
                  </a:lnTo>
                  <a:lnTo>
                    <a:pt x="167917" y="41354"/>
                  </a:lnTo>
                  <a:lnTo>
                    <a:pt x="167917" y="51354"/>
                  </a:lnTo>
                  <a:lnTo>
                    <a:pt x="140208" y="51354"/>
                  </a:lnTo>
                  <a:lnTo>
                    <a:pt x="140208" y="72917"/>
                  </a:lnTo>
                  <a:lnTo>
                    <a:pt x="177188" y="72917"/>
                  </a:lnTo>
                  <a:lnTo>
                    <a:pt x="177188" y="82917"/>
                  </a:lnTo>
                  <a:lnTo>
                    <a:pt x="91146" y="82917"/>
                  </a:lnTo>
                  <a:lnTo>
                    <a:pt x="91146" y="72917"/>
                  </a:lnTo>
                  <a:lnTo>
                    <a:pt x="128021" y="72917"/>
                  </a:lnTo>
                  <a:lnTo>
                    <a:pt x="128021" y="51354"/>
                  </a:lnTo>
                  <a:lnTo>
                    <a:pt x="104792" y="51354"/>
                  </a:lnTo>
                  <a:cubicBezTo>
                    <a:pt x="103685" y="51354"/>
                    <a:pt x="102930" y="51146"/>
                    <a:pt x="102552" y="50729"/>
                  </a:cubicBezTo>
                  <a:cubicBezTo>
                    <a:pt x="102175" y="50313"/>
                    <a:pt x="101979" y="49549"/>
                    <a:pt x="101979" y="48438"/>
                  </a:cubicBezTo>
                  <a:lnTo>
                    <a:pt x="101979" y="7083"/>
                  </a:lnTo>
                  <a:cubicBezTo>
                    <a:pt x="101979" y="6042"/>
                    <a:pt x="102188" y="5296"/>
                    <a:pt x="102604" y="4844"/>
                  </a:cubicBezTo>
                  <a:cubicBezTo>
                    <a:pt x="103021" y="4393"/>
                    <a:pt x="103789" y="4167"/>
                    <a:pt x="104896" y="4167"/>
                  </a:cubicBezTo>
                  <a:close/>
                  <a:moveTo>
                    <a:pt x="198333" y="1354"/>
                  </a:moveTo>
                  <a:lnTo>
                    <a:pt x="226979" y="1354"/>
                  </a:lnTo>
                  <a:lnTo>
                    <a:pt x="226979" y="10417"/>
                  </a:lnTo>
                  <a:lnTo>
                    <a:pt x="198333" y="10417"/>
                  </a:lnTo>
                  <a:close/>
                  <a:moveTo>
                    <a:pt x="246875" y="0"/>
                  </a:moveTo>
                  <a:lnTo>
                    <a:pt x="258646" y="0"/>
                  </a:lnTo>
                  <a:lnTo>
                    <a:pt x="258646" y="38854"/>
                  </a:lnTo>
                  <a:lnTo>
                    <a:pt x="271146" y="38854"/>
                  </a:lnTo>
                  <a:lnTo>
                    <a:pt x="271146" y="49375"/>
                  </a:lnTo>
                  <a:lnTo>
                    <a:pt x="258646" y="49375"/>
                  </a:lnTo>
                  <a:lnTo>
                    <a:pt x="258646" y="93229"/>
                  </a:lnTo>
                  <a:lnTo>
                    <a:pt x="246875" y="93229"/>
                  </a:lnTo>
                  <a:close/>
                </a:path>
              </a:pathLst>
            </a:custGeom>
            <a:solidFill>
              <a:srgbClr val="003964"/>
            </a:solidFill>
            <a:ln w="13018" cap="flat">
              <a:solidFill>
                <a:srgbClr val="FFFFF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C8C99C-9974-41DD-9910-959DB290AA31}"/>
                </a:ext>
              </a:extLst>
            </p:cNvPr>
            <p:cNvSpPr txBox="1"/>
            <p:nvPr/>
          </p:nvSpPr>
          <p:spPr>
            <a:xfrm>
              <a:off x="2447703" y="530784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고도화</a:t>
              </a:r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C41BA78E-4700-4C8B-9099-BD965351C40E}"/>
                </a:ext>
              </a:extLst>
            </p:cNvPr>
            <p:cNvSpPr/>
            <p:nvPr/>
          </p:nvSpPr>
          <p:spPr>
            <a:xfrm>
              <a:off x="529390" y="765530"/>
              <a:ext cx="5859378" cy="325520"/>
            </a:xfrm>
            <a:custGeom>
              <a:avLst/>
              <a:gdLst>
                <a:gd name="connsiteX0" fmla="*/ 0 w 5859378"/>
                <a:gd name="connsiteY0" fmla="*/ 0 h 325520"/>
                <a:gd name="connsiteX1" fmla="*/ 5859378 w 5859378"/>
                <a:gd name="connsiteY1" fmla="*/ 0 h 325520"/>
                <a:gd name="connsiteX2" fmla="*/ 5859378 w 5859378"/>
                <a:gd name="connsiteY2" fmla="*/ 325521 h 325520"/>
                <a:gd name="connsiteX3" fmla="*/ 0 w 5859378"/>
                <a:gd name="connsiteY3" fmla="*/ 325521 h 325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9378" h="325520">
                  <a:moveTo>
                    <a:pt x="0" y="0"/>
                  </a:moveTo>
                  <a:lnTo>
                    <a:pt x="5859378" y="0"/>
                  </a:lnTo>
                  <a:lnTo>
                    <a:pt x="5859378" y="325521"/>
                  </a:lnTo>
                  <a:lnTo>
                    <a:pt x="0" y="325521"/>
                  </a:lnTo>
                  <a:close/>
                </a:path>
              </a:pathLst>
            </a:custGeom>
            <a:solidFill>
              <a:srgbClr val="DBDDE0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100EE060-AB39-4701-9741-A8E7BEAA1821}"/>
                </a:ext>
              </a:extLst>
            </p:cNvPr>
            <p:cNvSpPr/>
            <p:nvPr/>
          </p:nvSpPr>
          <p:spPr>
            <a:xfrm>
              <a:off x="529390" y="296780"/>
              <a:ext cx="794271" cy="794271"/>
            </a:xfrm>
            <a:custGeom>
              <a:avLst/>
              <a:gdLst>
                <a:gd name="connsiteX0" fmla="*/ 0 w 794271"/>
                <a:gd name="connsiteY0" fmla="*/ 0 h 794271"/>
                <a:gd name="connsiteX1" fmla="*/ 794271 w 794271"/>
                <a:gd name="connsiteY1" fmla="*/ 0 h 794271"/>
                <a:gd name="connsiteX2" fmla="*/ 794271 w 794271"/>
                <a:gd name="connsiteY2" fmla="*/ 794271 h 794271"/>
                <a:gd name="connsiteX3" fmla="*/ 0 w 794271"/>
                <a:gd name="connsiteY3" fmla="*/ 794271 h 79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4271" h="794271">
                  <a:moveTo>
                    <a:pt x="0" y="0"/>
                  </a:moveTo>
                  <a:lnTo>
                    <a:pt x="794271" y="0"/>
                  </a:lnTo>
                  <a:lnTo>
                    <a:pt x="794271" y="794271"/>
                  </a:lnTo>
                  <a:lnTo>
                    <a:pt x="0" y="794271"/>
                  </a:lnTo>
                  <a:close/>
                </a:path>
              </a:pathLst>
            </a:custGeom>
            <a:solidFill>
              <a:srgbClr val="003964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212F9F82-64C3-4CEF-8AAC-22F47F461384}"/>
                </a:ext>
              </a:extLst>
            </p:cNvPr>
            <p:cNvSpPr/>
            <p:nvPr/>
          </p:nvSpPr>
          <p:spPr>
            <a:xfrm flipV="1">
              <a:off x="946056" y="296780"/>
              <a:ext cx="768229" cy="794271"/>
            </a:xfrm>
            <a:custGeom>
              <a:avLst/>
              <a:gdLst>
                <a:gd name="connsiteX0" fmla="*/ 32 w 768229"/>
                <a:gd name="connsiteY0" fmla="*/ 794271 h 794271"/>
                <a:gd name="connsiteX1" fmla="*/ 307324 w 768229"/>
                <a:gd name="connsiteY1" fmla="*/ 0 h 794271"/>
                <a:gd name="connsiteX2" fmla="*/ 460970 w 768229"/>
                <a:gd name="connsiteY2" fmla="*/ 0 h 794271"/>
                <a:gd name="connsiteX3" fmla="*/ 768262 w 768229"/>
                <a:gd name="connsiteY3" fmla="*/ 794271 h 79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229" h="794271">
                  <a:moveTo>
                    <a:pt x="32" y="794271"/>
                  </a:moveTo>
                  <a:lnTo>
                    <a:pt x="307324" y="0"/>
                  </a:lnTo>
                  <a:lnTo>
                    <a:pt x="460970" y="0"/>
                  </a:lnTo>
                  <a:lnTo>
                    <a:pt x="768262" y="794271"/>
                  </a:lnTo>
                  <a:close/>
                </a:path>
              </a:pathLst>
            </a:custGeom>
            <a:solidFill>
              <a:srgbClr val="003964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2C5ACC45-8A41-4EE5-8726-20372E172BCB}"/>
                </a:ext>
              </a:extLst>
            </p:cNvPr>
            <p:cNvSpPr/>
            <p:nvPr/>
          </p:nvSpPr>
          <p:spPr>
            <a:xfrm rot="10800000" flipV="1">
              <a:off x="535900" y="1097561"/>
              <a:ext cx="5859378" cy="0"/>
            </a:xfrm>
            <a:custGeom>
              <a:avLst/>
              <a:gdLst>
                <a:gd name="connsiteX0" fmla="*/ 1 w 5859378"/>
                <a:gd name="connsiteY0" fmla="*/ 62 h 0"/>
                <a:gd name="connsiteX1" fmla="*/ 5859379 w 5859378"/>
                <a:gd name="connsiteY1" fmla="*/ 62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859378">
                  <a:moveTo>
                    <a:pt x="1" y="62"/>
                  </a:moveTo>
                  <a:lnTo>
                    <a:pt x="5859379" y="62"/>
                  </a:lnTo>
                </a:path>
              </a:pathLst>
            </a:custGeom>
            <a:noFill/>
            <a:ln w="13560" cap="flat">
              <a:solidFill>
                <a:srgbClr val="00396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" name="자유형: 도형 17">
              <a:extLst>
                <a:ext uri="{FF2B5EF4-FFF2-40B4-BE49-F238E27FC236}">
                  <a16:creationId xmlns:a16="http://schemas.microsoft.com/office/drawing/2014/main" id="{E5045831-B1D2-4076-9E27-406AABD76F56}"/>
                </a:ext>
              </a:extLst>
            </p:cNvPr>
            <p:cNvSpPr/>
            <p:nvPr/>
          </p:nvSpPr>
          <p:spPr>
            <a:xfrm>
              <a:off x="529390" y="1637926"/>
              <a:ext cx="5859378" cy="664062"/>
            </a:xfrm>
            <a:custGeom>
              <a:avLst/>
              <a:gdLst>
                <a:gd name="connsiteX0" fmla="*/ 0 w 5859378"/>
                <a:gd name="connsiteY0" fmla="*/ 0 h 664062"/>
                <a:gd name="connsiteX1" fmla="*/ 5859378 w 5859378"/>
                <a:gd name="connsiteY1" fmla="*/ 0 h 664062"/>
                <a:gd name="connsiteX2" fmla="*/ 5859378 w 5859378"/>
                <a:gd name="connsiteY2" fmla="*/ 664063 h 664062"/>
                <a:gd name="connsiteX3" fmla="*/ 0 w 5859378"/>
                <a:gd name="connsiteY3" fmla="*/ 664063 h 66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59378" h="664062">
                  <a:moveTo>
                    <a:pt x="0" y="0"/>
                  </a:moveTo>
                  <a:lnTo>
                    <a:pt x="5859378" y="0"/>
                  </a:lnTo>
                  <a:lnTo>
                    <a:pt x="5859378" y="664063"/>
                  </a:lnTo>
                  <a:lnTo>
                    <a:pt x="0" y="664063"/>
                  </a:lnTo>
                  <a:close/>
                </a:path>
              </a:pathLst>
            </a:custGeom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" name="자유형: 도형 18">
              <a:extLst>
                <a:ext uri="{FF2B5EF4-FFF2-40B4-BE49-F238E27FC236}">
                  <a16:creationId xmlns:a16="http://schemas.microsoft.com/office/drawing/2014/main" id="{52D25EA5-9B87-4908-AFE6-9A1F012D08C3}"/>
                </a:ext>
              </a:extLst>
            </p:cNvPr>
            <p:cNvSpPr/>
            <p:nvPr/>
          </p:nvSpPr>
          <p:spPr>
            <a:xfrm>
              <a:off x="1558036" y="1676988"/>
              <a:ext cx="4505210" cy="598958"/>
            </a:xfrm>
            <a:custGeom>
              <a:avLst/>
              <a:gdLst>
                <a:gd name="connsiteX0" fmla="*/ 0 w 4505210"/>
                <a:gd name="connsiteY0" fmla="*/ 0 h 598958"/>
                <a:gd name="connsiteX1" fmla="*/ 4505211 w 4505210"/>
                <a:gd name="connsiteY1" fmla="*/ 0 h 598958"/>
                <a:gd name="connsiteX2" fmla="*/ 4505211 w 4505210"/>
                <a:gd name="connsiteY2" fmla="*/ 598959 h 598958"/>
                <a:gd name="connsiteX3" fmla="*/ 0 w 4505210"/>
                <a:gd name="connsiteY3" fmla="*/ 598959 h 59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5210" h="598958">
                  <a:moveTo>
                    <a:pt x="0" y="0"/>
                  </a:moveTo>
                  <a:lnTo>
                    <a:pt x="4505211" y="0"/>
                  </a:lnTo>
                  <a:lnTo>
                    <a:pt x="4505211" y="598959"/>
                  </a:lnTo>
                  <a:lnTo>
                    <a:pt x="0" y="598959"/>
                  </a:lnTo>
                  <a:close/>
                </a:path>
              </a:pathLst>
            </a:custGeom>
            <a:solidFill>
              <a:srgbClr val="EDEEE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" name="자유형: 도형 19">
              <a:extLst>
                <a:ext uri="{FF2B5EF4-FFF2-40B4-BE49-F238E27FC236}">
                  <a16:creationId xmlns:a16="http://schemas.microsoft.com/office/drawing/2014/main" id="{04CD7B95-B5A0-4A2F-84E4-CEB0ACD6F9B5}"/>
                </a:ext>
              </a:extLst>
            </p:cNvPr>
            <p:cNvSpPr/>
            <p:nvPr/>
          </p:nvSpPr>
          <p:spPr>
            <a:xfrm>
              <a:off x="854911" y="1637926"/>
              <a:ext cx="5208336" cy="664062"/>
            </a:xfrm>
            <a:custGeom>
              <a:avLst/>
              <a:gdLst>
                <a:gd name="connsiteX0" fmla="*/ 0 w 5208336"/>
                <a:gd name="connsiteY0" fmla="*/ 0 h 664062"/>
                <a:gd name="connsiteX1" fmla="*/ 5208336 w 5208336"/>
                <a:gd name="connsiteY1" fmla="*/ 0 h 664062"/>
                <a:gd name="connsiteX2" fmla="*/ 5208336 w 5208336"/>
                <a:gd name="connsiteY2" fmla="*/ 664063 h 664062"/>
                <a:gd name="connsiteX3" fmla="*/ 0 w 5208336"/>
                <a:gd name="connsiteY3" fmla="*/ 664063 h 66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08336" h="664062">
                  <a:moveTo>
                    <a:pt x="0" y="0"/>
                  </a:moveTo>
                  <a:lnTo>
                    <a:pt x="5208336" y="0"/>
                  </a:lnTo>
                  <a:lnTo>
                    <a:pt x="5208336" y="664063"/>
                  </a:lnTo>
                  <a:lnTo>
                    <a:pt x="0" y="664063"/>
                  </a:lnTo>
                  <a:close/>
                </a:path>
              </a:pathLst>
            </a:custGeom>
            <a:solidFill>
              <a:srgbClr val="DBDDE0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45A8B27D-B23B-4BE0-A8AC-8E2D71D4F6DE}"/>
                </a:ext>
              </a:extLst>
            </p:cNvPr>
            <p:cNvSpPr/>
            <p:nvPr/>
          </p:nvSpPr>
          <p:spPr>
            <a:xfrm>
              <a:off x="1558036" y="1676988"/>
              <a:ext cx="4505210" cy="598958"/>
            </a:xfrm>
            <a:custGeom>
              <a:avLst/>
              <a:gdLst>
                <a:gd name="connsiteX0" fmla="*/ 0 w 4505210"/>
                <a:gd name="connsiteY0" fmla="*/ 0 h 598958"/>
                <a:gd name="connsiteX1" fmla="*/ 4505211 w 4505210"/>
                <a:gd name="connsiteY1" fmla="*/ 0 h 598958"/>
                <a:gd name="connsiteX2" fmla="*/ 4505211 w 4505210"/>
                <a:gd name="connsiteY2" fmla="*/ 598959 h 598958"/>
                <a:gd name="connsiteX3" fmla="*/ 0 w 4505210"/>
                <a:gd name="connsiteY3" fmla="*/ 598959 h 59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05210" h="598958">
                  <a:moveTo>
                    <a:pt x="0" y="0"/>
                  </a:moveTo>
                  <a:lnTo>
                    <a:pt x="4505211" y="0"/>
                  </a:lnTo>
                  <a:lnTo>
                    <a:pt x="4505211" y="598959"/>
                  </a:lnTo>
                  <a:lnTo>
                    <a:pt x="0" y="598959"/>
                  </a:lnTo>
                  <a:close/>
                </a:path>
              </a:pathLst>
            </a:custGeom>
            <a:solidFill>
              <a:srgbClr val="EDEEE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A032A33-6745-4366-B268-025C1A6FF369}"/>
                </a:ext>
              </a:extLst>
            </p:cNvPr>
            <p:cNvSpPr/>
            <p:nvPr/>
          </p:nvSpPr>
          <p:spPr>
            <a:xfrm>
              <a:off x="854911" y="1676988"/>
              <a:ext cx="703125" cy="598958"/>
            </a:xfrm>
            <a:custGeom>
              <a:avLst/>
              <a:gdLst>
                <a:gd name="connsiteX0" fmla="*/ 0 w 703125"/>
                <a:gd name="connsiteY0" fmla="*/ 0 h 598958"/>
                <a:gd name="connsiteX1" fmla="*/ 703125 w 703125"/>
                <a:gd name="connsiteY1" fmla="*/ 0 h 598958"/>
                <a:gd name="connsiteX2" fmla="*/ 703125 w 703125"/>
                <a:gd name="connsiteY2" fmla="*/ 598959 h 598958"/>
                <a:gd name="connsiteX3" fmla="*/ 0 w 703125"/>
                <a:gd name="connsiteY3" fmla="*/ 598959 h 598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3125" h="598958">
                  <a:moveTo>
                    <a:pt x="0" y="0"/>
                  </a:moveTo>
                  <a:lnTo>
                    <a:pt x="703125" y="0"/>
                  </a:lnTo>
                  <a:lnTo>
                    <a:pt x="703125" y="598959"/>
                  </a:lnTo>
                  <a:lnTo>
                    <a:pt x="0" y="598959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" name="자유형: 도형 22">
              <a:extLst>
                <a:ext uri="{FF2B5EF4-FFF2-40B4-BE49-F238E27FC236}">
                  <a16:creationId xmlns:a16="http://schemas.microsoft.com/office/drawing/2014/main" id="{59272A1E-7D63-4A3A-821D-B8544E1212D9}"/>
                </a:ext>
              </a:extLst>
            </p:cNvPr>
            <p:cNvSpPr/>
            <p:nvPr/>
          </p:nvSpPr>
          <p:spPr>
            <a:xfrm>
              <a:off x="929177" y="1758447"/>
              <a:ext cx="183488" cy="79335"/>
            </a:xfrm>
            <a:custGeom>
              <a:avLst/>
              <a:gdLst>
                <a:gd name="connsiteX0" fmla="*/ 0 w 183488"/>
                <a:gd name="connsiteY0" fmla="*/ 1029 h 79335"/>
                <a:gd name="connsiteX1" fmla="*/ 9443 w 183488"/>
                <a:gd name="connsiteY1" fmla="*/ 1029 h 79335"/>
                <a:gd name="connsiteX2" fmla="*/ 9443 w 183488"/>
                <a:gd name="connsiteY2" fmla="*/ 32500 h 79335"/>
                <a:gd name="connsiteX3" fmla="*/ 38370 w 183488"/>
                <a:gd name="connsiteY3" fmla="*/ 1029 h 79335"/>
                <a:gd name="connsiteX4" fmla="*/ 50214 w 183488"/>
                <a:gd name="connsiteY4" fmla="*/ 1029 h 79335"/>
                <a:gd name="connsiteX5" fmla="*/ 16288 w 183488"/>
                <a:gd name="connsiteY5" fmla="*/ 36471 h 79335"/>
                <a:gd name="connsiteX6" fmla="*/ 53586 w 183488"/>
                <a:gd name="connsiteY6" fmla="*/ 79336 h 79335"/>
                <a:gd name="connsiteX7" fmla="*/ 41625 w 183488"/>
                <a:gd name="connsiteY7" fmla="*/ 79336 h 79335"/>
                <a:gd name="connsiteX8" fmla="*/ 9443 w 183488"/>
                <a:gd name="connsiteY8" fmla="*/ 41016 h 79335"/>
                <a:gd name="connsiteX9" fmla="*/ 9443 w 183488"/>
                <a:gd name="connsiteY9" fmla="*/ 79336 h 79335"/>
                <a:gd name="connsiteX10" fmla="*/ 0 w 183488"/>
                <a:gd name="connsiteY10" fmla="*/ 79336 h 79335"/>
                <a:gd name="connsiteX11" fmla="*/ 67066 w 183488"/>
                <a:gd name="connsiteY11" fmla="*/ 208 h 79335"/>
                <a:gd name="connsiteX12" fmla="*/ 110311 w 183488"/>
                <a:gd name="connsiteY12" fmla="*/ 208 h 79335"/>
                <a:gd name="connsiteX13" fmla="*/ 110311 w 183488"/>
                <a:gd name="connsiteY13" fmla="*/ 9232 h 79335"/>
                <a:gd name="connsiteX14" fmla="*/ 74341 w 183488"/>
                <a:gd name="connsiteY14" fmla="*/ 9232 h 79335"/>
                <a:gd name="connsiteX15" fmla="*/ 74341 w 183488"/>
                <a:gd name="connsiteY15" fmla="*/ 33516 h 79335"/>
                <a:gd name="connsiteX16" fmla="*/ 110107 w 183488"/>
                <a:gd name="connsiteY16" fmla="*/ 33516 h 79335"/>
                <a:gd name="connsiteX17" fmla="*/ 110107 w 183488"/>
                <a:gd name="connsiteY17" fmla="*/ 42656 h 79335"/>
                <a:gd name="connsiteX18" fmla="*/ 74341 w 183488"/>
                <a:gd name="connsiteY18" fmla="*/ 42656 h 79335"/>
                <a:gd name="connsiteX19" fmla="*/ 74341 w 183488"/>
                <a:gd name="connsiteY19" fmla="*/ 69492 h 79335"/>
                <a:gd name="connsiteX20" fmla="*/ 111945 w 183488"/>
                <a:gd name="connsiteY20" fmla="*/ 69492 h 79335"/>
                <a:gd name="connsiteX21" fmla="*/ 111945 w 183488"/>
                <a:gd name="connsiteY21" fmla="*/ 78516 h 79335"/>
                <a:gd name="connsiteX22" fmla="*/ 67066 w 183488"/>
                <a:gd name="connsiteY22" fmla="*/ 78516 h 79335"/>
                <a:gd name="connsiteX23" fmla="*/ 64917 w 183488"/>
                <a:gd name="connsiteY23" fmla="*/ 77800 h 79335"/>
                <a:gd name="connsiteX24" fmla="*/ 64288 w 183488"/>
                <a:gd name="connsiteY24" fmla="*/ 75534 h 79335"/>
                <a:gd name="connsiteX25" fmla="*/ 64288 w 183488"/>
                <a:gd name="connsiteY25" fmla="*/ 3086 h 79335"/>
                <a:gd name="connsiteX26" fmla="*/ 64893 w 183488"/>
                <a:gd name="connsiteY26" fmla="*/ 990 h 79335"/>
                <a:gd name="connsiteX27" fmla="*/ 67066 w 183488"/>
                <a:gd name="connsiteY27" fmla="*/ 208 h 79335"/>
                <a:gd name="connsiteX28" fmla="*/ 120091 w 183488"/>
                <a:gd name="connsiteY28" fmla="*/ 0 h 79335"/>
                <a:gd name="connsiteX29" fmla="*/ 131461 w 183488"/>
                <a:gd name="connsiteY29" fmla="*/ 0 h 79335"/>
                <a:gd name="connsiteX30" fmla="*/ 151978 w 183488"/>
                <a:gd name="connsiteY30" fmla="*/ 35768 h 79335"/>
                <a:gd name="connsiteX31" fmla="*/ 172099 w 183488"/>
                <a:gd name="connsiteY31" fmla="*/ 0 h 79335"/>
                <a:gd name="connsiteX32" fmla="*/ 183488 w 183488"/>
                <a:gd name="connsiteY32" fmla="*/ 0 h 79335"/>
                <a:gd name="connsiteX33" fmla="*/ 156817 w 183488"/>
                <a:gd name="connsiteY33" fmla="*/ 44870 h 79335"/>
                <a:gd name="connsiteX34" fmla="*/ 156817 w 183488"/>
                <a:gd name="connsiteY34" fmla="*/ 78516 h 79335"/>
                <a:gd name="connsiteX35" fmla="*/ 146660 w 183488"/>
                <a:gd name="connsiteY35" fmla="*/ 78516 h 79335"/>
                <a:gd name="connsiteX36" fmla="*/ 146660 w 183488"/>
                <a:gd name="connsiteY36" fmla="*/ 44883 h 79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83488" h="79335">
                  <a:moveTo>
                    <a:pt x="0" y="1029"/>
                  </a:moveTo>
                  <a:lnTo>
                    <a:pt x="9443" y="1029"/>
                  </a:lnTo>
                  <a:lnTo>
                    <a:pt x="9443" y="32500"/>
                  </a:lnTo>
                  <a:lnTo>
                    <a:pt x="38370" y="1029"/>
                  </a:lnTo>
                  <a:lnTo>
                    <a:pt x="50214" y="1029"/>
                  </a:lnTo>
                  <a:lnTo>
                    <a:pt x="16288" y="36471"/>
                  </a:lnTo>
                  <a:lnTo>
                    <a:pt x="53586" y="79336"/>
                  </a:lnTo>
                  <a:lnTo>
                    <a:pt x="41625" y="79336"/>
                  </a:lnTo>
                  <a:lnTo>
                    <a:pt x="9443" y="41016"/>
                  </a:lnTo>
                  <a:lnTo>
                    <a:pt x="9443" y="79336"/>
                  </a:lnTo>
                  <a:lnTo>
                    <a:pt x="0" y="79336"/>
                  </a:lnTo>
                  <a:close/>
                  <a:moveTo>
                    <a:pt x="67066" y="208"/>
                  </a:moveTo>
                  <a:lnTo>
                    <a:pt x="110311" y="208"/>
                  </a:lnTo>
                  <a:lnTo>
                    <a:pt x="110311" y="9232"/>
                  </a:lnTo>
                  <a:lnTo>
                    <a:pt x="74341" y="9232"/>
                  </a:lnTo>
                  <a:lnTo>
                    <a:pt x="74341" y="33516"/>
                  </a:lnTo>
                  <a:lnTo>
                    <a:pt x="110107" y="33516"/>
                  </a:lnTo>
                  <a:lnTo>
                    <a:pt x="110107" y="42656"/>
                  </a:lnTo>
                  <a:lnTo>
                    <a:pt x="74341" y="42656"/>
                  </a:lnTo>
                  <a:lnTo>
                    <a:pt x="74341" y="69492"/>
                  </a:lnTo>
                  <a:lnTo>
                    <a:pt x="111945" y="69492"/>
                  </a:lnTo>
                  <a:lnTo>
                    <a:pt x="111945" y="78516"/>
                  </a:lnTo>
                  <a:lnTo>
                    <a:pt x="67066" y="78516"/>
                  </a:lnTo>
                  <a:cubicBezTo>
                    <a:pt x="66052" y="78516"/>
                    <a:pt x="65336" y="78281"/>
                    <a:pt x="64917" y="77800"/>
                  </a:cubicBezTo>
                  <a:cubicBezTo>
                    <a:pt x="64497" y="77318"/>
                    <a:pt x="64288" y="76563"/>
                    <a:pt x="64288" y="75534"/>
                  </a:cubicBezTo>
                  <a:lnTo>
                    <a:pt x="64288" y="3086"/>
                  </a:lnTo>
                  <a:cubicBezTo>
                    <a:pt x="64288" y="2201"/>
                    <a:pt x="64490" y="1510"/>
                    <a:pt x="64893" y="990"/>
                  </a:cubicBezTo>
                  <a:cubicBezTo>
                    <a:pt x="65297" y="469"/>
                    <a:pt x="66021" y="208"/>
                    <a:pt x="67066" y="208"/>
                  </a:cubicBezTo>
                  <a:close/>
                  <a:moveTo>
                    <a:pt x="120091" y="0"/>
                  </a:moveTo>
                  <a:lnTo>
                    <a:pt x="131461" y="0"/>
                  </a:lnTo>
                  <a:lnTo>
                    <a:pt x="151978" y="35768"/>
                  </a:lnTo>
                  <a:lnTo>
                    <a:pt x="172099" y="0"/>
                  </a:lnTo>
                  <a:lnTo>
                    <a:pt x="183488" y="0"/>
                  </a:lnTo>
                  <a:lnTo>
                    <a:pt x="156817" y="44870"/>
                  </a:lnTo>
                  <a:lnTo>
                    <a:pt x="156817" y="78516"/>
                  </a:lnTo>
                  <a:lnTo>
                    <a:pt x="146660" y="78516"/>
                  </a:lnTo>
                  <a:lnTo>
                    <a:pt x="146660" y="44883"/>
                  </a:lnTo>
                  <a:close/>
                </a:path>
              </a:pathLst>
            </a:custGeom>
            <a:solidFill>
              <a:srgbClr val="EF3554"/>
            </a:solidFill>
            <a:ln w="13018" cap="flat">
              <a:solidFill>
                <a:srgbClr val="FFFFF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AB24E54-3C56-4948-91BB-B8EA2D71B40D}"/>
                </a:ext>
              </a:extLst>
            </p:cNvPr>
            <p:cNvSpPr txBox="1"/>
            <p:nvPr/>
          </p:nvSpPr>
          <p:spPr>
            <a:xfrm>
              <a:off x="837737" y="1717050"/>
              <a:ext cx="339130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KEY</a:t>
              </a:r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E6CA4778-3193-42F6-A5B8-CFA03D57F9EB}"/>
                </a:ext>
              </a:extLst>
            </p:cNvPr>
            <p:cNvSpPr/>
            <p:nvPr/>
          </p:nvSpPr>
          <p:spPr>
            <a:xfrm>
              <a:off x="927097" y="1899957"/>
              <a:ext cx="309479" cy="81875"/>
            </a:xfrm>
            <a:custGeom>
              <a:avLst/>
              <a:gdLst>
                <a:gd name="connsiteX0" fmla="*/ 11458 w 309479"/>
                <a:gd name="connsiteY0" fmla="*/ 11458 h 81875"/>
                <a:gd name="connsiteX1" fmla="*/ 11458 w 309479"/>
                <a:gd name="connsiteY1" fmla="*/ 38333 h 81875"/>
                <a:gd name="connsiteX2" fmla="*/ 24792 w 309479"/>
                <a:gd name="connsiteY2" fmla="*/ 38333 h 81875"/>
                <a:gd name="connsiteX3" fmla="*/ 36563 w 309479"/>
                <a:gd name="connsiteY3" fmla="*/ 35365 h 81875"/>
                <a:gd name="connsiteX4" fmla="*/ 40729 w 309479"/>
                <a:gd name="connsiteY4" fmla="*/ 25000 h 81875"/>
                <a:gd name="connsiteX5" fmla="*/ 36563 w 309479"/>
                <a:gd name="connsiteY5" fmla="*/ 14583 h 81875"/>
                <a:gd name="connsiteX6" fmla="*/ 24792 w 309479"/>
                <a:gd name="connsiteY6" fmla="*/ 11458 h 81875"/>
                <a:gd name="connsiteX7" fmla="*/ 95729 w 309479"/>
                <a:gd name="connsiteY7" fmla="*/ 10000 h 81875"/>
                <a:gd name="connsiteX8" fmla="*/ 85417 w 309479"/>
                <a:gd name="connsiteY8" fmla="*/ 12604 h 81875"/>
                <a:gd name="connsiteX9" fmla="*/ 78438 w 309479"/>
                <a:gd name="connsiteY9" fmla="*/ 19479 h 81875"/>
                <a:gd name="connsiteX10" fmla="*/ 74531 w 309479"/>
                <a:gd name="connsiteY10" fmla="*/ 29323 h 81875"/>
                <a:gd name="connsiteX11" fmla="*/ 73333 w 309479"/>
                <a:gd name="connsiteY11" fmla="*/ 40937 h 81875"/>
                <a:gd name="connsiteX12" fmla="*/ 74531 w 309479"/>
                <a:gd name="connsiteY12" fmla="*/ 52708 h 81875"/>
                <a:gd name="connsiteX13" fmla="*/ 78438 w 309479"/>
                <a:gd name="connsiteY13" fmla="*/ 62604 h 81875"/>
                <a:gd name="connsiteX14" fmla="*/ 85417 w 309479"/>
                <a:gd name="connsiteY14" fmla="*/ 69375 h 81875"/>
                <a:gd name="connsiteX15" fmla="*/ 95729 w 309479"/>
                <a:gd name="connsiteY15" fmla="*/ 71875 h 81875"/>
                <a:gd name="connsiteX16" fmla="*/ 105938 w 309479"/>
                <a:gd name="connsiteY16" fmla="*/ 69375 h 81875"/>
                <a:gd name="connsiteX17" fmla="*/ 112917 w 309479"/>
                <a:gd name="connsiteY17" fmla="*/ 62604 h 81875"/>
                <a:gd name="connsiteX18" fmla="*/ 116927 w 309479"/>
                <a:gd name="connsiteY18" fmla="*/ 52708 h 81875"/>
                <a:gd name="connsiteX19" fmla="*/ 118229 w 309479"/>
                <a:gd name="connsiteY19" fmla="*/ 40937 h 81875"/>
                <a:gd name="connsiteX20" fmla="*/ 116927 w 309479"/>
                <a:gd name="connsiteY20" fmla="*/ 29323 h 81875"/>
                <a:gd name="connsiteX21" fmla="*/ 112917 w 309479"/>
                <a:gd name="connsiteY21" fmla="*/ 19479 h 81875"/>
                <a:gd name="connsiteX22" fmla="*/ 105938 w 309479"/>
                <a:gd name="connsiteY22" fmla="*/ 12604 h 81875"/>
                <a:gd name="connsiteX23" fmla="*/ 95729 w 309479"/>
                <a:gd name="connsiteY23" fmla="*/ 10000 h 81875"/>
                <a:gd name="connsiteX24" fmla="*/ 251667 w 309479"/>
                <a:gd name="connsiteY24" fmla="*/ 1563 h 81875"/>
                <a:gd name="connsiteX25" fmla="*/ 309479 w 309479"/>
                <a:gd name="connsiteY25" fmla="*/ 1563 h 81875"/>
                <a:gd name="connsiteX26" fmla="*/ 309479 w 309479"/>
                <a:gd name="connsiteY26" fmla="*/ 11458 h 81875"/>
                <a:gd name="connsiteX27" fmla="*/ 286458 w 309479"/>
                <a:gd name="connsiteY27" fmla="*/ 11458 h 81875"/>
                <a:gd name="connsiteX28" fmla="*/ 286458 w 309479"/>
                <a:gd name="connsiteY28" fmla="*/ 80313 h 81875"/>
                <a:gd name="connsiteX29" fmla="*/ 274896 w 309479"/>
                <a:gd name="connsiteY29" fmla="*/ 80313 h 81875"/>
                <a:gd name="connsiteX30" fmla="*/ 274896 w 309479"/>
                <a:gd name="connsiteY30" fmla="*/ 11458 h 81875"/>
                <a:gd name="connsiteX31" fmla="*/ 251667 w 309479"/>
                <a:gd name="connsiteY31" fmla="*/ 11458 h 81875"/>
                <a:gd name="connsiteX32" fmla="*/ 184167 w 309479"/>
                <a:gd name="connsiteY32" fmla="*/ 1563 h 81875"/>
                <a:gd name="connsiteX33" fmla="*/ 192188 w 309479"/>
                <a:gd name="connsiteY33" fmla="*/ 1563 h 81875"/>
                <a:gd name="connsiteX34" fmla="*/ 194375 w 309479"/>
                <a:gd name="connsiteY34" fmla="*/ 2240 h 81875"/>
                <a:gd name="connsiteX35" fmla="*/ 195521 w 309479"/>
                <a:gd name="connsiteY35" fmla="*/ 3958 h 81875"/>
                <a:gd name="connsiteX36" fmla="*/ 225938 w 309479"/>
                <a:gd name="connsiteY36" fmla="*/ 56146 h 81875"/>
                <a:gd name="connsiteX37" fmla="*/ 229375 w 309479"/>
                <a:gd name="connsiteY37" fmla="*/ 63854 h 81875"/>
                <a:gd name="connsiteX38" fmla="*/ 229063 w 309479"/>
                <a:gd name="connsiteY38" fmla="*/ 55833 h 81875"/>
                <a:gd name="connsiteX39" fmla="*/ 229063 w 309479"/>
                <a:gd name="connsiteY39" fmla="*/ 1563 h 81875"/>
                <a:gd name="connsiteX40" fmla="*/ 240625 w 309479"/>
                <a:gd name="connsiteY40" fmla="*/ 1563 h 81875"/>
                <a:gd name="connsiteX41" fmla="*/ 240625 w 309479"/>
                <a:gd name="connsiteY41" fmla="*/ 77292 h 81875"/>
                <a:gd name="connsiteX42" fmla="*/ 240052 w 309479"/>
                <a:gd name="connsiteY42" fmla="*/ 79531 h 81875"/>
                <a:gd name="connsiteX43" fmla="*/ 237917 w 309479"/>
                <a:gd name="connsiteY43" fmla="*/ 80104 h 81875"/>
                <a:gd name="connsiteX44" fmla="*/ 229583 w 309479"/>
                <a:gd name="connsiteY44" fmla="*/ 80104 h 81875"/>
                <a:gd name="connsiteX45" fmla="*/ 227292 w 309479"/>
                <a:gd name="connsiteY45" fmla="*/ 79479 h 81875"/>
                <a:gd name="connsiteX46" fmla="*/ 226250 w 309479"/>
                <a:gd name="connsiteY46" fmla="*/ 77708 h 81875"/>
                <a:gd name="connsiteX47" fmla="*/ 196146 w 309479"/>
                <a:gd name="connsiteY47" fmla="*/ 25521 h 81875"/>
                <a:gd name="connsiteX48" fmla="*/ 192708 w 309479"/>
                <a:gd name="connsiteY48" fmla="*/ 17812 h 81875"/>
                <a:gd name="connsiteX49" fmla="*/ 193021 w 309479"/>
                <a:gd name="connsiteY49" fmla="*/ 25833 h 81875"/>
                <a:gd name="connsiteX50" fmla="*/ 193021 w 309479"/>
                <a:gd name="connsiteY50" fmla="*/ 80313 h 81875"/>
                <a:gd name="connsiteX51" fmla="*/ 181458 w 309479"/>
                <a:gd name="connsiteY51" fmla="*/ 80313 h 81875"/>
                <a:gd name="connsiteX52" fmla="*/ 181458 w 309479"/>
                <a:gd name="connsiteY52" fmla="*/ 4375 h 81875"/>
                <a:gd name="connsiteX53" fmla="*/ 181979 w 309479"/>
                <a:gd name="connsiteY53" fmla="*/ 2187 h 81875"/>
                <a:gd name="connsiteX54" fmla="*/ 184167 w 309479"/>
                <a:gd name="connsiteY54" fmla="*/ 1563 h 81875"/>
                <a:gd name="connsiteX55" fmla="*/ 2812 w 309479"/>
                <a:gd name="connsiteY55" fmla="*/ 1563 h 81875"/>
                <a:gd name="connsiteX56" fmla="*/ 25833 w 309479"/>
                <a:gd name="connsiteY56" fmla="*/ 1563 h 81875"/>
                <a:gd name="connsiteX57" fmla="*/ 36146 w 309479"/>
                <a:gd name="connsiteY57" fmla="*/ 3073 h 81875"/>
                <a:gd name="connsiteX58" fmla="*/ 44688 w 309479"/>
                <a:gd name="connsiteY58" fmla="*/ 7500 h 81875"/>
                <a:gd name="connsiteX59" fmla="*/ 50469 w 309479"/>
                <a:gd name="connsiteY59" fmla="*/ 14792 h 81875"/>
                <a:gd name="connsiteX60" fmla="*/ 52604 w 309479"/>
                <a:gd name="connsiteY60" fmla="*/ 25000 h 81875"/>
                <a:gd name="connsiteX61" fmla="*/ 50469 w 309479"/>
                <a:gd name="connsiteY61" fmla="*/ 35260 h 81875"/>
                <a:gd name="connsiteX62" fmla="*/ 44792 w 309479"/>
                <a:gd name="connsiteY62" fmla="*/ 42500 h 81875"/>
                <a:gd name="connsiteX63" fmla="*/ 36615 w 309479"/>
                <a:gd name="connsiteY63" fmla="*/ 46823 h 81875"/>
                <a:gd name="connsiteX64" fmla="*/ 26875 w 309479"/>
                <a:gd name="connsiteY64" fmla="*/ 48229 h 81875"/>
                <a:gd name="connsiteX65" fmla="*/ 11563 w 309479"/>
                <a:gd name="connsiteY65" fmla="*/ 48229 h 81875"/>
                <a:gd name="connsiteX66" fmla="*/ 11563 w 309479"/>
                <a:gd name="connsiteY66" fmla="*/ 80313 h 81875"/>
                <a:gd name="connsiteX67" fmla="*/ 0 w 309479"/>
                <a:gd name="connsiteY67" fmla="*/ 80313 h 81875"/>
                <a:gd name="connsiteX68" fmla="*/ 0 w 309479"/>
                <a:gd name="connsiteY68" fmla="*/ 4375 h 81875"/>
                <a:gd name="connsiteX69" fmla="*/ 573 w 309479"/>
                <a:gd name="connsiteY69" fmla="*/ 2187 h 81875"/>
                <a:gd name="connsiteX70" fmla="*/ 2812 w 309479"/>
                <a:gd name="connsiteY70" fmla="*/ 1563 h 81875"/>
                <a:gd name="connsiteX71" fmla="*/ 143438 w 309479"/>
                <a:gd name="connsiteY71" fmla="*/ 1250 h 81875"/>
                <a:gd name="connsiteX72" fmla="*/ 155000 w 309479"/>
                <a:gd name="connsiteY72" fmla="*/ 1250 h 81875"/>
                <a:gd name="connsiteX73" fmla="*/ 155000 w 309479"/>
                <a:gd name="connsiteY73" fmla="*/ 80313 h 81875"/>
                <a:gd name="connsiteX74" fmla="*/ 143438 w 309479"/>
                <a:gd name="connsiteY74" fmla="*/ 80313 h 81875"/>
                <a:gd name="connsiteX75" fmla="*/ 95625 w 309479"/>
                <a:gd name="connsiteY75" fmla="*/ 0 h 81875"/>
                <a:gd name="connsiteX76" fmla="*/ 110365 w 309479"/>
                <a:gd name="connsiteY76" fmla="*/ 3021 h 81875"/>
                <a:gd name="connsiteX77" fmla="*/ 121354 w 309479"/>
                <a:gd name="connsiteY77" fmla="*/ 11458 h 81875"/>
                <a:gd name="connsiteX78" fmla="*/ 128125 w 309479"/>
                <a:gd name="connsiteY78" fmla="*/ 24427 h 81875"/>
                <a:gd name="connsiteX79" fmla="*/ 130521 w 309479"/>
                <a:gd name="connsiteY79" fmla="*/ 40937 h 81875"/>
                <a:gd name="connsiteX80" fmla="*/ 128125 w 309479"/>
                <a:gd name="connsiteY80" fmla="*/ 57552 h 81875"/>
                <a:gd name="connsiteX81" fmla="*/ 121354 w 309479"/>
                <a:gd name="connsiteY81" fmla="*/ 70521 h 81875"/>
                <a:gd name="connsiteX82" fmla="*/ 110365 w 309479"/>
                <a:gd name="connsiteY82" fmla="*/ 78906 h 81875"/>
                <a:gd name="connsiteX83" fmla="*/ 95625 w 309479"/>
                <a:gd name="connsiteY83" fmla="*/ 81875 h 81875"/>
                <a:gd name="connsiteX84" fmla="*/ 80781 w 309479"/>
                <a:gd name="connsiteY84" fmla="*/ 78906 h 81875"/>
                <a:gd name="connsiteX85" fmla="*/ 70000 w 309479"/>
                <a:gd name="connsiteY85" fmla="*/ 70521 h 81875"/>
                <a:gd name="connsiteX86" fmla="*/ 63385 w 309479"/>
                <a:gd name="connsiteY86" fmla="*/ 57552 h 81875"/>
                <a:gd name="connsiteX87" fmla="*/ 61146 w 309479"/>
                <a:gd name="connsiteY87" fmla="*/ 40937 h 81875"/>
                <a:gd name="connsiteX88" fmla="*/ 63385 w 309479"/>
                <a:gd name="connsiteY88" fmla="*/ 24427 h 81875"/>
                <a:gd name="connsiteX89" fmla="*/ 70000 w 309479"/>
                <a:gd name="connsiteY89" fmla="*/ 11458 h 81875"/>
                <a:gd name="connsiteX90" fmla="*/ 80781 w 309479"/>
                <a:gd name="connsiteY90" fmla="*/ 3021 h 81875"/>
                <a:gd name="connsiteX91" fmla="*/ 95625 w 309479"/>
                <a:gd name="connsiteY91" fmla="*/ 0 h 8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309479" h="81875">
                  <a:moveTo>
                    <a:pt x="11458" y="11458"/>
                  </a:moveTo>
                  <a:lnTo>
                    <a:pt x="11458" y="38333"/>
                  </a:lnTo>
                  <a:lnTo>
                    <a:pt x="24792" y="38333"/>
                  </a:lnTo>
                  <a:cubicBezTo>
                    <a:pt x="29861" y="38333"/>
                    <a:pt x="33784" y="37344"/>
                    <a:pt x="36563" y="35365"/>
                  </a:cubicBezTo>
                  <a:cubicBezTo>
                    <a:pt x="39340" y="33385"/>
                    <a:pt x="40729" y="29935"/>
                    <a:pt x="40729" y="25000"/>
                  </a:cubicBezTo>
                  <a:cubicBezTo>
                    <a:pt x="40729" y="20143"/>
                    <a:pt x="39340" y="16667"/>
                    <a:pt x="36563" y="14583"/>
                  </a:cubicBezTo>
                  <a:cubicBezTo>
                    <a:pt x="33784" y="12500"/>
                    <a:pt x="29861" y="11458"/>
                    <a:pt x="24792" y="11458"/>
                  </a:cubicBezTo>
                  <a:close/>
                  <a:moveTo>
                    <a:pt x="95729" y="10000"/>
                  </a:moveTo>
                  <a:cubicBezTo>
                    <a:pt x="91701" y="10000"/>
                    <a:pt x="88263" y="10872"/>
                    <a:pt x="85417" y="12604"/>
                  </a:cubicBezTo>
                  <a:cubicBezTo>
                    <a:pt x="82569" y="14336"/>
                    <a:pt x="80242" y="16628"/>
                    <a:pt x="78438" y="19479"/>
                  </a:cubicBezTo>
                  <a:cubicBezTo>
                    <a:pt x="76632" y="22331"/>
                    <a:pt x="75329" y="25612"/>
                    <a:pt x="74531" y="29323"/>
                  </a:cubicBezTo>
                  <a:cubicBezTo>
                    <a:pt x="73732" y="33034"/>
                    <a:pt x="73333" y="36914"/>
                    <a:pt x="73333" y="40937"/>
                  </a:cubicBezTo>
                  <a:cubicBezTo>
                    <a:pt x="73333" y="45039"/>
                    <a:pt x="73732" y="48958"/>
                    <a:pt x="74531" y="52708"/>
                  </a:cubicBezTo>
                  <a:cubicBezTo>
                    <a:pt x="75329" y="56458"/>
                    <a:pt x="76632" y="59753"/>
                    <a:pt x="78438" y="62604"/>
                  </a:cubicBezTo>
                  <a:cubicBezTo>
                    <a:pt x="80242" y="65456"/>
                    <a:pt x="82569" y="67708"/>
                    <a:pt x="85417" y="69375"/>
                  </a:cubicBezTo>
                  <a:cubicBezTo>
                    <a:pt x="88263" y="71042"/>
                    <a:pt x="91701" y="71875"/>
                    <a:pt x="95729" y="71875"/>
                  </a:cubicBezTo>
                  <a:cubicBezTo>
                    <a:pt x="99688" y="71875"/>
                    <a:pt x="103090" y="71042"/>
                    <a:pt x="105938" y="69375"/>
                  </a:cubicBezTo>
                  <a:cubicBezTo>
                    <a:pt x="108784" y="67708"/>
                    <a:pt x="111111" y="65456"/>
                    <a:pt x="112917" y="62604"/>
                  </a:cubicBezTo>
                  <a:cubicBezTo>
                    <a:pt x="114721" y="59753"/>
                    <a:pt x="116059" y="56458"/>
                    <a:pt x="116927" y="52708"/>
                  </a:cubicBezTo>
                  <a:cubicBezTo>
                    <a:pt x="117794" y="48958"/>
                    <a:pt x="118229" y="45039"/>
                    <a:pt x="118229" y="40937"/>
                  </a:cubicBezTo>
                  <a:cubicBezTo>
                    <a:pt x="118229" y="36914"/>
                    <a:pt x="117794" y="33034"/>
                    <a:pt x="116927" y="29323"/>
                  </a:cubicBezTo>
                  <a:cubicBezTo>
                    <a:pt x="116059" y="25612"/>
                    <a:pt x="114721" y="22331"/>
                    <a:pt x="112917" y="19479"/>
                  </a:cubicBezTo>
                  <a:cubicBezTo>
                    <a:pt x="111111" y="16628"/>
                    <a:pt x="108784" y="14336"/>
                    <a:pt x="105938" y="12604"/>
                  </a:cubicBezTo>
                  <a:cubicBezTo>
                    <a:pt x="103090" y="10872"/>
                    <a:pt x="99688" y="10000"/>
                    <a:pt x="95729" y="10000"/>
                  </a:cubicBezTo>
                  <a:close/>
                  <a:moveTo>
                    <a:pt x="251667" y="1563"/>
                  </a:moveTo>
                  <a:lnTo>
                    <a:pt x="309479" y="1563"/>
                  </a:lnTo>
                  <a:lnTo>
                    <a:pt x="309479" y="11458"/>
                  </a:lnTo>
                  <a:lnTo>
                    <a:pt x="286458" y="11458"/>
                  </a:lnTo>
                  <a:lnTo>
                    <a:pt x="286458" y="80313"/>
                  </a:lnTo>
                  <a:lnTo>
                    <a:pt x="274896" y="80313"/>
                  </a:lnTo>
                  <a:lnTo>
                    <a:pt x="274896" y="11458"/>
                  </a:lnTo>
                  <a:lnTo>
                    <a:pt x="251667" y="11458"/>
                  </a:lnTo>
                  <a:close/>
                  <a:moveTo>
                    <a:pt x="184167" y="1563"/>
                  </a:moveTo>
                  <a:lnTo>
                    <a:pt x="192188" y="1563"/>
                  </a:lnTo>
                  <a:cubicBezTo>
                    <a:pt x="193159" y="1563"/>
                    <a:pt x="193888" y="1784"/>
                    <a:pt x="194375" y="2240"/>
                  </a:cubicBezTo>
                  <a:cubicBezTo>
                    <a:pt x="194861" y="2695"/>
                    <a:pt x="195242" y="3268"/>
                    <a:pt x="195521" y="3958"/>
                  </a:cubicBezTo>
                  <a:lnTo>
                    <a:pt x="225938" y="56146"/>
                  </a:lnTo>
                  <a:lnTo>
                    <a:pt x="229375" y="63854"/>
                  </a:lnTo>
                  <a:lnTo>
                    <a:pt x="229063" y="55833"/>
                  </a:lnTo>
                  <a:lnTo>
                    <a:pt x="229063" y="1563"/>
                  </a:lnTo>
                  <a:lnTo>
                    <a:pt x="240625" y="1563"/>
                  </a:lnTo>
                  <a:lnTo>
                    <a:pt x="240625" y="77292"/>
                  </a:lnTo>
                  <a:cubicBezTo>
                    <a:pt x="240625" y="78399"/>
                    <a:pt x="240434" y="79154"/>
                    <a:pt x="240052" y="79531"/>
                  </a:cubicBezTo>
                  <a:cubicBezTo>
                    <a:pt x="239669" y="79909"/>
                    <a:pt x="238958" y="80104"/>
                    <a:pt x="237917" y="80104"/>
                  </a:cubicBezTo>
                  <a:lnTo>
                    <a:pt x="229583" y="80104"/>
                  </a:lnTo>
                  <a:cubicBezTo>
                    <a:pt x="228542" y="80104"/>
                    <a:pt x="227777" y="79896"/>
                    <a:pt x="227292" y="79479"/>
                  </a:cubicBezTo>
                  <a:cubicBezTo>
                    <a:pt x="226805" y="79063"/>
                    <a:pt x="226458" y="78477"/>
                    <a:pt x="226250" y="77708"/>
                  </a:cubicBezTo>
                  <a:lnTo>
                    <a:pt x="196146" y="25521"/>
                  </a:lnTo>
                  <a:lnTo>
                    <a:pt x="192708" y="17812"/>
                  </a:lnTo>
                  <a:lnTo>
                    <a:pt x="193021" y="25833"/>
                  </a:lnTo>
                  <a:lnTo>
                    <a:pt x="193021" y="80313"/>
                  </a:lnTo>
                  <a:lnTo>
                    <a:pt x="181458" y="80313"/>
                  </a:lnTo>
                  <a:lnTo>
                    <a:pt x="181458" y="4375"/>
                  </a:lnTo>
                  <a:cubicBezTo>
                    <a:pt x="181458" y="3333"/>
                    <a:pt x="181632" y="2604"/>
                    <a:pt x="181979" y="2187"/>
                  </a:cubicBezTo>
                  <a:cubicBezTo>
                    <a:pt x="182326" y="1771"/>
                    <a:pt x="183055" y="1563"/>
                    <a:pt x="184167" y="1563"/>
                  </a:cubicBezTo>
                  <a:close/>
                  <a:moveTo>
                    <a:pt x="2812" y="1563"/>
                  </a:moveTo>
                  <a:lnTo>
                    <a:pt x="25833" y="1563"/>
                  </a:lnTo>
                  <a:cubicBezTo>
                    <a:pt x="29444" y="1563"/>
                    <a:pt x="32882" y="2070"/>
                    <a:pt x="36146" y="3073"/>
                  </a:cubicBezTo>
                  <a:cubicBezTo>
                    <a:pt x="39409" y="4075"/>
                    <a:pt x="42257" y="5560"/>
                    <a:pt x="44688" y="7500"/>
                  </a:cubicBezTo>
                  <a:cubicBezTo>
                    <a:pt x="47117" y="9440"/>
                    <a:pt x="49044" y="11875"/>
                    <a:pt x="50469" y="14792"/>
                  </a:cubicBezTo>
                  <a:cubicBezTo>
                    <a:pt x="51892" y="17708"/>
                    <a:pt x="52604" y="21107"/>
                    <a:pt x="52604" y="25000"/>
                  </a:cubicBezTo>
                  <a:cubicBezTo>
                    <a:pt x="52604" y="28958"/>
                    <a:pt x="51892" y="32383"/>
                    <a:pt x="50469" y="35260"/>
                  </a:cubicBezTo>
                  <a:cubicBezTo>
                    <a:pt x="49044" y="38138"/>
                    <a:pt x="47152" y="40560"/>
                    <a:pt x="44792" y="42500"/>
                  </a:cubicBezTo>
                  <a:cubicBezTo>
                    <a:pt x="42430" y="44440"/>
                    <a:pt x="39704" y="45885"/>
                    <a:pt x="36615" y="46823"/>
                  </a:cubicBezTo>
                  <a:cubicBezTo>
                    <a:pt x="33523" y="47760"/>
                    <a:pt x="30277" y="48229"/>
                    <a:pt x="26875" y="48229"/>
                  </a:cubicBezTo>
                  <a:lnTo>
                    <a:pt x="11563" y="48229"/>
                  </a:lnTo>
                  <a:lnTo>
                    <a:pt x="11563" y="80313"/>
                  </a:lnTo>
                  <a:lnTo>
                    <a:pt x="0" y="80313"/>
                  </a:lnTo>
                  <a:lnTo>
                    <a:pt x="0" y="4375"/>
                  </a:lnTo>
                  <a:cubicBezTo>
                    <a:pt x="0" y="3333"/>
                    <a:pt x="190" y="2604"/>
                    <a:pt x="573" y="2187"/>
                  </a:cubicBezTo>
                  <a:cubicBezTo>
                    <a:pt x="954" y="1771"/>
                    <a:pt x="1701" y="1563"/>
                    <a:pt x="2812" y="1563"/>
                  </a:cubicBezTo>
                  <a:close/>
                  <a:moveTo>
                    <a:pt x="143438" y="1250"/>
                  </a:moveTo>
                  <a:lnTo>
                    <a:pt x="155000" y="1250"/>
                  </a:lnTo>
                  <a:lnTo>
                    <a:pt x="155000" y="80313"/>
                  </a:lnTo>
                  <a:lnTo>
                    <a:pt x="143438" y="80313"/>
                  </a:lnTo>
                  <a:close/>
                  <a:moveTo>
                    <a:pt x="95625" y="0"/>
                  </a:moveTo>
                  <a:cubicBezTo>
                    <a:pt x="101111" y="0"/>
                    <a:pt x="106024" y="1003"/>
                    <a:pt x="110365" y="3021"/>
                  </a:cubicBezTo>
                  <a:cubicBezTo>
                    <a:pt x="114704" y="5039"/>
                    <a:pt x="118367" y="7852"/>
                    <a:pt x="121354" y="11458"/>
                  </a:cubicBezTo>
                  <a:cubicBezTo>
                    <a:pt x="124271" y="15065"/>
                    <a:pt x="126527" y="19388"/>
                    <a:pt x="128125" y="24427"/>
                  </a:cubicBezTo>
                  <a:cubicBezTo>
                    <a:pt x="129721" y="29466"/>
                    <a:pt x="130521" y="34961"/>
                    <a:pt x="130521" y="40937"/>
                  </a:cubicBezTo>
                  <a:cubicBezTo>
                    <a:pt x="130521" y="46979"/>
                    <a:pt x="129721" y="52513"/>
                    <a:pt x="128125" y="57552"/>
                  </a:cubicBezTo>
                  <a:cubicBezTo>
                    <a:pt x="126527" y="62591"/>
                    <a:pt x="124271" y="66914"/>
                    <a:pt x="121354" y="70521"/>
                  </a:cubicBezTo>
                  <a:cubicBezTo>
                    <a:pt x="118367" y="74128"/>
                    <a:pt x="114704" y="76927"/>
                    <a:pt x="110365" y="78906"/>
                  </a:cubicBezTo>
                  <a:cubicBezTo>
                    <a:pt x="106024" y="80885"/>
                    <a:pt x="101111" y="81875"/>
                    <a:pt x="95625" y="81875"/>
                  </a:cubicBezTo>
                  <a:cubicBezTo>
                    <a:pt x="90000" y="81875"/>
                    <a:pt x="85052" y="80885"/>
                    <a:pt x="80781" y="78906"/>
                  </a:cubicBezTo>
                  <a:cubicBezTo>
                    <a:pt x="76510" y="76927"/>
                    <a:pt x="72917" y="74128"/>
                    <a:pt x="70000" y="70521"/>
                  </a:cubicBezTo>
                  <a:cubicBezTo>
                    <a:pt x="67083" y="66914"/>
                    <a:pt x="64878" y="62591"/>
                    <a:pt x="63385" y="57552"/>
                  </a:cubicBezTo>
                  <a:cubicBezTo>
                    <a:pt x="61892" y="52513"/>
                    <a:pt x="61146" y="46979"/>
                    <a:pt x="61146" y="40937"/>
                  </a:cubicBezTo>
                  <a:cubicBezTo>
                    <a:pt x="61146" y="34961"/>
                    <a:pt x="61892" y="29466"/>
                    <a:pt x="63385" y="24427"/>
                  </a:cubicBezTo>
                  <a:cubicBezTo>
                    <a:pt x="64878" y="19388"/>
                    <a:pt x="67083" y="15065"/>
                    <a:pt x="70000" y="11458"/>
                  </a:cubicBezTo>
                  <a:cubicBezTo>
                    <a:pt x="72917" y="7852"/>
                    <a:pt x="76510" y="5039"/>
                    <a:pt x="80781" y="3021"/>
                  </a:cubicBezTo>
                  <a:cubicBezTo>
                    <a:pt x="85052" y="1003"/>
                    <a:pt x="90000" y="0"/>
                    <a:pt x="95625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FFFFF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29FE90E-784F-4A0A-BD97-5FAA7FDED26A}"/>
                </a:ext>
              </a:extLst>
            </p:cNvPr>
            <p:cNvSpPr txBox="1"/>
            <p:nvPr/>
          </p:nvSpPr>
          <p:spPr>
            <a:xfrm>
              <a:off x="835657" y="1860774"/>
              <a:ext cx="43027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POINT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70C8ACEC-37F4-4FF5-851F-6399F72F1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97619" y="1976468"/>
              <a:ext cx="208332" cy="247395"/>
            </a:xfrm>
            <a:custGeom>
              <a:avLst/>
              <a:gdLst>
                <a:gd name="connsiteX0" fmla="*/ 38 w 208332"/>
                <a:gd name="connsiteY0" fmla="*/ 103 h 247395"/>
                <a:gd name="connsiteX1" fmla="*/ 208371 w 208332"/>
                <a:gd name="connsiteY1" fmla="*/ 103 h 247395"/>
                <a:gd name="connsiteX2" fmla="*/ 208371 w 208332"/>
                <a:gd name="connsiteY2" fmla="*/ 247499 h 247395"/>
                <a:gd name="connsiteX3" fmla="*/ 38 w 208332"/>
                <a:gd name="connsiteY3" fmla="*/ 247499 h 24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332" h="247395">
                  <a:moveTo>
                    <a:pt x="38" y="103"/>
                  </a:moveTo>
                  <a:lnTo>
                    <a:pt x="208371" y="103"/>
                  </a:lnTo>
                  <a:lnTo>
                    <a:pt x="208371" y="247499"/>
                  </a:lnTo>
                  <a:lnTo>
                    <a:pt x="38" y="247499"/>
                  </a:lnTo>
                  <a:close/>
                </a:path>
              </a:pathLst>
            </a:cu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C26E8617-77FD-4449-B91D-E347A7099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08038" y="440009"/>
              <a:ext cx="846357" cy="247395"/>
            </a:xfrm>
            <a:custGeom>
              <a:avLst/>
              <a:gdLst>
                <a:gd name="connsiteX0" fmla="*/ 334 w 846357"/>
                <a:gd name="connsiteY0" fmla="*/ 0 h 247395"/>
                <a:gd name="connsiteX1" fmla="*/ 846692 w 846357"/>
                <a:gd name="connsiteY1" fmla="*/ 0 h 247395"/>
                <a:gd name="connsiteX2" fmla="*/ 846692 w 846357"/>
                <a:gd name="connsiteY2" fmla="*/ 247396 h 247395"/>
                <a:gd name="connsiteX3" fmla="*/ 334 w 846357"/>
                <a:gd name="connsiteY3" fmla="*/ 247396 h 247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6357" h="247395">
                  <a:moveTo>
                    <a:pt x="334" y="0"/>
                  </a:moveTo>
                  <a:lnTo>
                    <a:pt x="846692" y="0"/>
                  </a:lnTo>
                  <a:lnTo>
                    <a:pt x="846692" y="247396"/>
                  </a:lnTo>
                  <a:lnTo>
                    <a:pt x="334" y="247396"/>
                  </a:lnTo>
                  <a:close/>
                </a:path>
              </a:pathLst>
            </a:custGeom>
          </p:spPr>
        </p:pic>
        <p:sp>
          <p:nvSpPr>
            <p:cNvPr id="29" name="자유형: 도형 28">
              <a:extLst>
                <a:ext uri="{FF2B5EF4-FFF2-40B4-BE49-F238E27FC236}">
                  <a16:creationId xmlns:a16="http://schemas.microsoft.com/office/drawing/2014/main" id="{D7835F9E-2941-475F-B4CF-01C999492120}"/>
                </a:ext>
              </a:extLst>
            </p:cNvPr>
            <p:cNvSpPr/>
            <p:nvPr/>
          </p:nvSpPr>
          <p:spPr>
            <a:xfrm>
              <a:off x="1716653" y="841601"/>
              <a:ext cx="641734" cy="179101"/>
            </a:xfrm>
            <a:custGeom>
              <a:avLst/>
              <a:gdLst>
                <a:gd name="connsiteX0" fmla="*/ 559508 w 641734"/>
                <a:gd name="connsiteY0" fmla="*/ 137500 h 179101"/>
                <a:gd name="connsiteX1" fmla="*/ 531865 w 641734"/>
                <a:gd name="connsiteY1" fmla="*/ 140625 h 179101"/>
                <a:gd name="connsiteX2" fmla="*/ 521813 w 641734"/>
                <a:gd name="connsiteY2" fmla="*/ 150586 h 179101"/>
                <a:gd name="connsiteX3" fmla="*/ 531969 w 641734"/>
                <a:gd name="connsiteY3" fmla="*/ 160547 h 179101"/>
                <a:gd name="connsiteX4" fmla="*/ 559508 w 641734"/>
                <a:gd name="connsiteY4" fmla="*/ 163477 h 179101"/>
                <a:gd name="connsiteX5" fmla="*/ 586943 w 641734"/>
                <a:gd name="connsiteY5" fmla="*/ 160547 h 179101"/>
                <a:gd name="connsiteX6" fmla="*/ 597203 w 641734"/>
                <a:gd name="connsiteY6" fmla="*/ 150586 h 179101"/>
                <a:gd name="connsiteX7" fmla="*/ 587138 w 641734"/>
                <a:gd name="connsiteY7" fmla="*/ 140625 h 179101"/>
                <a:gd name="connsiteX8" fmla="*/ 559508 w 641734"/>
                <a:gd name="connsiteY8" fmla="*/ 137500 h 179101"/>
                <a:gd name="connsiteX9" fmla="*/ 352477 w 641734"/>
                <a:gd name="connsiteY9" fmla="*/ 123633 h 179101"/>
                <a:gd name="connsiteX10" fmla="*/ 375328 w 641734"/>
                <a:gd name="connsiteY10" fmla="*/ 123633 h 179101"/>
                <a:gd name="connsiteX11" fmla="*/ 375328 w 641734"/>
                <a:gd name="connsiteY11" fmla="*/ 154102 h 179101"/>
                <a:gd name="connsiteX12" fmla="*/ 474156 w 641734"/>
                <a:gd name="connsiteY12" fmla="*/ 154102 h 179101"/>
                <a:gd name="connsiteX13" fmla="*/ 474156 w 641734"/>
                <a:gd name="connsiteY13" fmla="*/ 172852 h 179101"/>
                <a:gd name="connsiteX14" fmla="*/ 357750 w 641734"/>
                <a:gd name="connsiteY14" fmla="*/ 172852 h 179101"/>
                <a:gd name="connsiteX15" fmla="*/ 353544 w 641734"/>
                <a:gd name="connsiteY15" fmla="*/ 171680 h 179101"/>
                <a:gd name="connsiteX16" fmla="*/ 352477 w 641734"/>
                <a:gd name="connsiteY16" fmla="*/ 167383 h 179101"/>
                <a:gd name="connsiteX17" fmla="*/ 559508 w 641734"/>
                <a:gd name="connsiteY17" fmla="*/ 122070 h 179101"/>
                <a:gd name="connsiteX18" fmla="*/ 606670 w 641734"/>
                <a:gd name="connsiteY18" fmla="*/ 130078 h 179101"/>
                <a:gd name="connsiteX19" fmla="*/ 622203 w 641734"/>
                <a:gd name="connsiteY19" fmla="*/ 150391 h 179101"/>
                <a:gd name="connsiteX20" fmla="*/ 606774 w 641734"/>
                <a:gd name="connsiteY20" fmla="*/ 170801 h 179101"/>
                <a:gd name="connsiteX21" fmla="*/ 559508 w 641734"/>
                <a:gd name="connsiteY21" fmla="*/ 179102 h 179101"/>
                <a:gd name="connsiteX22" fmla="*/ 512138 w 641734"/>
                <a:gd name="connsiteY22" fmla="*/ 170801 h 179101"/>
                <a:gd name="connsiteX23" fmla="*/ 496813 w 641734"/>
                <a:gd name="connsiteY23" fmla="*/ 150391 h 179101"/>
                <a:gd name="connsiteX24" fmla="*/ 512242 w 641734"/>
                <a:gd name="connsiteY24" fmla="*/ 130078 h 179101"/>
                <a:gd name="connsiteX25" fmla="*/ 559508 w 641734"/>
                <a:gd name="connsiteY25" fmla="*/ 122070 h 179101"/>
                <a:gd name="connsiteX26" fmla="*/ 177151 w 641734"/>
                <a:gd name="connsiteY26" fmla="*/ 114648 h 179101"/>
                <a:gd name="connsiteX27" fmla="*/ 199807 w 641734"/>
                <a:gd name="connsiteY27" fmla="*/ 114648 h 179101"/>
                <a:gd name="connsiteX28" fmla="*/ 199807 w 641734"/>
                <a:gd name="connsiteY28" fmla="*/ 154102 h 179101"/>
                <a:gd name="connsiteX29" fmla="*/ 296487 w 641734"/>
                <a:gd name="connsiteY29" fmla="*/ 154102 h 179101"/>
                <a:gd name="connsiteX30" fmla="*/ 296487 w 641734"/>
                <a:gd name="connsiteY30" fmla="*/ 172852 h 179101"/>
                <a:gd name="connsiteX31" fmla="*/ 182425 w 641734"/>
                <a:gd name="connsiteY31" fmla="*/ 172852 h 179101"/>
                <a:gd name="connsiteX32" fmla="*/ 178219 w 641734"/>
                <a:gd name="connsiteY32" fmla="*/ 171680 h 179101"/>
                <a:gd name="connsiteX33" fmla="*/ 177151 w 641734"/>
                <a:gd name="connsiteY33" fmla="*/ 167383 h 179101"/>
                <a:gd name="connsiteX34" fmla="*/ 23242 w 641734"/>
                <a:gd name="connsiteY34" fmla="*/ 98828 h 179101"/>
                <a:gd name="connsiteX35" fmla="*/ 135354 w 641734"/>
                <a:gd name="connsiteY35" fmla="*/ 98828 h 179101"/>
                <a:gd name="connsiteX36" fmla="*/ 139547 w 641734"/>
                <a:gd name="connsiteY36" fmla="*/ 100098 h 179101"/>
                <a:gd name="connsiteX37" fmla="*/ 140823 w 641734"/>
                <a:gd name="connsiteY37" fmla="*/ 104297 h 179101"/>
                <a:gd name="connsiteX38" fmla="*/ 140823 w 641734"/>
                <a:gd name="connsiteY38" fmla="*/ 139063 h 179101"/>
                <a:gd name="connsiteX39" fmla="*/ 139547 w 641734"/>
                <a:gd name="connsiteY39" fmla="*/ 143359 h 179101"/>
                <a:gd name="connsiteX40" fmla="*/ 135354 w 641734"/>
                <a:gd name="connsiteY40" fmla="*/ 144531 h 179101"/>
                <a:gd name="connsiteX41" fmla="*/ 46875 w 641734"/>
                <a:gd name="connsiteY41" fmla="*/ 144531 h 179101"/>
                <a:gd name="connsiteX42" fmla="*/ 46875 w 641734"/>
                <a:gd name="connsiteY42" fmla="*/ 157813 h 179101"/>
                <a:gd name="connsiteX43" fmla="*/ 144534 w 641734"/>
                <a:gd name="connsiteY43" fmla="*/ 157813 h 179101"/>
                <a:gd name="connsiteX44" fmla="*/ 144534 w 641734"/>
                <a:gd name="connsiteY44" fmla="*/ 175000 h 179101"/>
                <a:gd name="connsiteX45" fmla="*/ 28711 w 641734"/>
                <a:gd name="connsiteY45" fmla="*/ 175000 h 179101"/>
                <a:gd name="connsiteX46" fmla="*/ 24414 w 641734"/>
                <a:gd name="connsiteY46" fmla="*/ 173828 h 179101"/>
                <a:gd name="connsiteX47" fmla="*/ 23242 w 641734"/>
                <a:gd name="connsiteY47" fmla="*/ 169531 h 179101"/>
                <a:gd name="connsiteX48" fmla="*/ 23242 w 641734"/>
                <a:gd name="connsiteY48" fmla="*/ 134570 h 179101"/>
                <a:gd name="connsiteX49" fmla="*/ 24414 w 641734"/>
                <a:gd name="connsiteY49" fmla="*/ 130371 h 179101"/>
                <a:gd name="connsiteX50" fmla="*/ 28711 w 641734"/>
                <a:gd name="connsiteY50" fmla="*/ 129102 h 179101"/>
                <a:gd name="connsiteX51" fmla="*/ 117581 w 641734"/>
                <a:gd name="connsiteY51" fmla="*/ 129102 h 179101"/>
                <a:gd name="connsiteX52" fmla="*/ 117581 w 641734"/>
                <a:gd name="connsiteY52" fmla="*/ 116016 h 179101"/>
                <a:gd name="connsiteX53" fmla="*/ 23242 w 641734"/>
                <a:gd name="connsiteY53" fmla="*/ 116016 h 179101"/>
                <a:gd name="connsiteX54" fmla="*/ 374742 w 641734"/>
                <a:gd name="connsiteY54" fmla="*/ 68750 h 179101"/>
                <a:gd name="connsiteX55" fmla="*/ 358623 w 641734"/>
                <a:gd name="connsiteY55" fmla="*/ 72363 h 179101"/>
                <a:gd name="connsiteX56" fmla="*/ 352867 w 641734"/>
                <a:gd name="connsiteY56" fmla="*/ 82422 h 179101"/>
                <a:gd name="connsiteX57" fmla="*/ 358623 w 641734"/>
                <a:gd name="connsiteY57" fmla="*/ 92773 h 179101"/>
                <a:gd name="connsiteX58" fmla="*/ 374742 w 641734"/>
                <a:gd name="connsiteY58" fmla="*/ 96094 h 179101"/>
                <a:gd name="connsiteX59" fmla="*/ 390849 w 641734"/>
                <a:gd name="connsiteY59" fmla="*/ 92773 h 179101"/>
                <a:gd name="connsiteX60" fmla="*/ 396813 w 641734"/>
                <a:gd name="connsiteY60" fmla="*/ 82422 h 179101"/>
                <a:gd name="connsiteX61" fmla="*/ 390849 w 641734"/>
                <a:gd name="connsiteY61" fmla="*/ 72363 h 179101"/>
                <a:gd name="connsiteX62" fmla="*/ 374742 w 641734"/>
                <a:gd name="connsiteY62" fmla="*/ 68750 h 179101"/>
                <a:gd name="connsiteX63" fmla="*/ 533922 w 641734"/>
                <a:gd name="connsiteY63" fmla="*/ 57422 h 179101"/>
                <a:gd name="connsiteX64" fmla="*/ 518974 w 641734"/>
                <a:gd name="connsiteY64" fmla="*/ 59570 h 179101"/>
                <a:gd name="connsiteX65" fmla="*/ 513414 w 641734"/>
                <a:gd name="connsiteY65" fmla="*/ 66211 h 179101"/>
                <a:gd name="connsiteX66" fmla="*/ 519078 w 641734"/>
                <a:gd name="connsiteY66" fmla="*/ 73145 h 179101"/>
                <a:gd name="connsiteX67" fmla="*/ 533922 w 641734"/>
                <a:gd name="connsiteY67" fmla="*/ 75391 h 179101"/>
                <a:gd name="connsiteX68" fmla="*/ 549156 w 641734"/>
                <a:gd name="connsiteY68" fmla="*/ 73145 h 179101"/>
                <a:gd name="connsiteX69" fmla="*/ 555016 w 641734"/>
                <a:gd name="connsiteY69" fmla="*/ 66211 h 179101"/>
                <a:gd name="connsiteX70" fmla="*/ 549156 w 641734"/>
                <a:gd name="connsiteY70" fmla="*/ 59570 h 179101"/>
                <a:gd name="connsiteX71" fmla="*/ 533922 w 641734"/>
                <a:gd name="connsiteY71" fmla="*/ 57422 h 179101"/>
                <a:gd name="connsiteX72" fmla="*/ 180667 w 641734"/>
                <a:gd name="connsiteY72" fmla="*/ 52930 h 179101"/>
                <a:gd name="connsiteX73" fmla="*/ 180667 w 641734"/>
                <a:gd name="connsiteY73" fmla="*/ 78320 h 179101"/>
                <a:gd name="connsiteX74" fmla="*/ 220315 w 641734"/>
                <a:gd name="connsiteY74" fmla="*/ 78320 h 179101"/>
                <a:gd name="connsiteX75" fmla="*/ 220315 w 641734"/>
                <a:gd name="connsiteY75" fmla="*/ 52930 h 179101"/>
                <a:gd name="connsiteX76" fmla="*/ 374742 w 641734"/>
                <a:gd name="connsiteY76" fmla="*/ 52344 h 179101"/>
                <a:gd name="connsiteX77" fmla="*/ 408037 w 641734"/>
                <a:gd name="connsiteY77" fmla="*/ 61133 h 179101"/>
                <a:gd name="connsiteX78" fmla="*/ 419469 w 641734"/>
                <a:gd name="connsiteY78" fmla="*/ 82422 h 179101"/>
                <a:gd name="connsiteX79" fmla="*/ 407946 w 641734"/>
                <a:gd name="connsiteY79" fmla="*/ 103809 h 179101"/>
                <a:gd name="connsiteX80" fmla="*/ 374742 w 641734"/>
                <a:gd name="connsiteY80" fmla="*/ 112695 h 179101"/>
                <a:gd name="connsiteX81" fmla="*/ 341539 w 641734"/>
                <a:gd name="connsiteY81" fmla="*/ 103809 h 179101"/>
                <a:gd name="connsiteX82" fmla="*/ 330211 w 641734"/>
                <a:gd name="connsiteY82" fmla="*/ 82422 h 179101"/>
                <a:gd name="connsiteX83" fmla="*/ 341435 w 641734"/>
                <a:gd name="connsiteY83" fmla="*/ 61133 h 179101"/>
                <a:gd name="connsiteX84" fmla="*/ 374742 w 641734"/>
                <a:gd name="connsiteY84" fmla="*/ 52344 h 179101"/>
                <a:gd name="connsiteX85" fmla="*/ 534117 w 641734"/>
                <a:gd name="connsiteY85" fmla="*/ 43359 h 179101"/>
                <a:gd name="connsiteX86" fmla="*/ 567125 w 641734"/>
                <a:gd name="connsiteY86" fmla="*/ 49512 h 179101"/>
                <a:gd name="connsiteX87" fmla="*/ 578453 w 641734"/>
                <a:gd name="connsiteY87" fmla="*/ 66211 h 179101"/>
                <a:gd name="connsiteX88" fmla="*/ 570341 w 641734"/>
                <a:gd name="connsiteY88" fmla="*/ 80957 h 179101"/>
                <a:gd name="connsiteX89" fmla="*/ 546422 w 641734"/>
                <a:gd name="connsiteY89" fmla="*/ 88672 h 179101"/>
                <a:gd name="connsiteX90" fmla="*/ 546422 w 641734"/>
                <a:gd name="connsiteY90" fmla="*/ 98828 h 179101"/>
                <a:gd name="connsiteX91" fmla="*/ 554235 w 641734"/>
                <a:gd name="connsiteY91" fmla="*/ 98535 h 179101"/>
                <a:gd name="connsiteX92" fmla="*/ 566344 w 641734"/>
                <a:gd name="connsiteY92" fmla="*/ 97656 h 179101"/>
                <a:gd name="connsiteX93" fmla="*/ 579716 w 641734"/>
                <a:gd name="connsiteY93" fmla="*/ 96387 h 179101"/>
                <a:gd name="connsiteX94" fmla="*/ 592125 w 641734"/>
                <a:gd name="connsiteY94" fmla="*/ 94922 h 179101"/>
                <a:gd name="connsiteX95" fmla="*/ 592125 w 641734"/>
                <a:gd name="connsiteY95" fmla="*/ 111523 h 179101"/>
                <a:gd name="connsiteX96" fmla="*/ 580016 w 641734"/>
                <a:gd name="connsiteY96" fmla="*/ 112988 h 179101"/>
                <a:gd name="connsiteX97" fmla="*/ 564196 w 641734"/>
                <a:gd name="connsiteY97" fmla="*/ 114258 h 179101"/>
                <a:gd name="connsiteX98" fmla="*/ 546618 w 641734"/>
                <a:gd name="connsiteY98" fmla="*/ 115234 h 179101"/>
                <a:gd name="connsiteX99" fmla="*/ 528844 w 641734"/>
                <a:gd name="connsiteY99" fmla="*/ 115625 h 179101"/>
                <a:gd name="connsiteX100" fmla="*/ 521032 w 641734"/>
                <a:gd name="connsiteY100" fmla="*/ 115723 h 179101"/>
                <a:gd name="connsiteX101" fmla="*/ 508336 w 641734"/>
                <a:gd name="connsiteY101" fmla="*/ 115820 h 179101"/>
                <a:gd name="connsiteX102" fmla="*/ 493102 w 641734"/>
                <a:gd name="connsiteY102" fmla="*/ 115820 h 179101"/>
                <a:gd name="connsiteX103" fmla="*/ 477281 w 641734"/>
                <a:gd name="connsiteY103" fmla="*/ 115820 h 179101"/>
                <a:gd name="connsiteX104" fmla="*/ 477281 w 641734"/>
                <a:gd name="connsiteY104" fmla="*/ 99219 h 179101"/>
                <a:gd name="connsiteX105" fmla="*/ 522203 w 641734"/>
                <a:gd name="connsiteY105" fmla="*/ 99219 h 179101"/>
                <a:gd name="connsiteX106" fmla="*/ 522203 w 641734"/>
                <a:gd name="connsiteY106" fmla="*/ 88672 h 179101"/>
                <a:gd name="connsiteX107" fmla="*/ 497985 w 641734"/>
                <a:gd name="connsiteY107" fmla="*/ 81152 h 179101"/>
                <a:gd name="connsiteX108" fmla="*/ 489781 w 641734"/>
                <a:gd name="connsiteY108" fmla="*/ 66211 h 179101"/>
                <a:gd name="connsiteX109" fmla="*/ 501110 w 641734"/>
                <a:gd name="connsiteY109" fmla="*/ 49512 h 179101"/>
                <a:gd name="connsiteX110" fmla="*/ 534117 w 641734"/>
                <a:gd name="connsiteY110" fmla="*/ 43359 h 179101"/>
                <a:gd name="connsiteX111" fmla="*/ 324742 w 641734"/>
                <a:gd name="connsiteY111" fmla="*/ 27930 h 179101"/>
                <a:gd name="connsiteX112" fmla="*/ 421422 w 641734"/>
                <a:gd name="connsiteY112" fmla="*/ 27930 h 179101"/>
                <a:gd name="connsiteX113" fmla="*/ 421422 w 641734"/>
                <a:gd name="connsiteY113" fmla="*/ 44922 h 179101"/>
                <a:gd name="connsiteX114" fmla="*/ 324742 w 641734"/>
                <a:gd name="connsiteY114" fmla="*/ 44922 h 179101"/>
                <a:gd name="connsiteX115" fmla="*/ 484899 w 641734"/>
                <a:gd name="connsiteY115" fmla="*/ 22266 h 179101"/>
                <a:gd name="connsiteX116" fmla="*/ 582946 w 641734"/>
                <a:gd name="connsiteY116" fmla="*/ 22266 h 179101"/>
                <a:gd name="connsiteX117" fmla="*/ 582946 w 641734"/>
                <a:gd name="connsiteY117" fmla="*/ 37695 h 179101"/>
                <a:gd name="connsiteX118" fmla="*/ 484899 w 641734"/>
                <a:gd name="connsiteY118" fmla="*/ 37695 h 179101"/>
                <a:gd name="connsiteX119" fmla="*/ 45898 w 641734"/>
                <a:gd name="connsiteY119" fmla="*/ 21680 h 179101"/>
                <a:gd name="connsiteX120" fmla="*/ 28613 w 641734"/>
                <a:gd name="connsiteY120" fmla="*/ 28418 h 179101"/>
                <a:gd name="connsiteX121" fmla="*/ 22266 w 641734"/>
                <a:gd name="connsiteY121" fmla="*/ 45508 h 179101"/>
                <a:gd name="connsiteX122" fmla="*/ 28613 w 641734"/>
                <a:gd name="connsiteY122" fmla="*/ 62598 h 179101"/>
                <a:gd name="connsiteX123" fmla="*/ 45898 w 641734"/>
                <a:gd name="connsiteY123" fmla="*/ 69531 h 179101"/>
                <a:gd name="connsiteX124" fmla="*/ 63086 w 641734"/>
                <a:gd name="connsiteY124" fmla="*/ 62598 h 179101"/>
                <a:gd name="connsiteX125" fmla="*/ 69531 w 641734"/>
                <a:gd name="connsiteY125" fmla="*/ 45508 h 179101"/>
                <a:gd name="connsiteX126" fmla="*/ 63086 w 641734"/>
                <a:gd name="connsiteY126" fmla="*/ 28418 h 179101"/>
                <a:gd name="connsiteX127" fmla="*/ 45898 w 641734"/>
                <a:gd name="connsiteY127" fmla="*/ 21680 h 179101"/>
                <a:gd name="connsiteX128" fmla="*/ 158596 w 641734"/>
                <a:gd name="connsiteY128" fmla="*/ 6641 h 179101"/>
                <a:gd name="connsiteX129" fmla="*/ 180667 w 641734"/>
                <a:gd name="connsiteY129" fmla="*/ 6641 h 179101"/>
                <a:gd name="connsiteX130" fmla="*/ 180667 w 641734"/>
                <a:gd name="connsiteY130" fmla="*/ 34375 h 179101"/>
                <a:gd name="connsiteX131" fmla="*/ 220315 w 641734"/>
                <a:gd name="connsiteY131" fmla="*/ 34375 h 179101"/>
                <a:gd name="connsiteX132" fmla="*/ 220315 w 641734"/>
                <a:gd name="connsiteY132" fmla="*/ 6641 h 179101"/>
                <a:gd name="connsiteX133" fmla="*/ 241800 w 641734"/>
                <a:gd name="connsiteY133" fmla="*/ 6641 h 179101"/>
                <a:gd name="connsiteX134" fmla="*/ 241800 w 641734"/>
                <a:gd name="connsiteY134" fmla="*/ 91406 h 179101"/>
                <a:gd name="connsiteX135" fmla="*/ 240524 w 641734"/>
                <a:gd name="connsiteY135" fmla="*/ 95703 h 179101"/>
                <a:gd name="connsiteX136" fmla="*/ 236331 w 641734"/>
                <a:gd name="connsiteY136" fmla="*/ 96875 h 179101"/>
                <a:gd name="connsiteX137" fmla="*/ 163870 w 641734"/>
                <a:gd name="connsiteY137" fmla="*/ 96875 h 179101"/>
                <a:gd name="connsiteX138" fmla="*/ 159664 w 641734"/>
                <a:gd name="connsiteY138" fmla="*/ 95703 h 179101"/>
                <a:gd name="connsiteX139" fmla="*/ 158596 w 641734"/>
                <a:gd name="connsiteY139" fmla="*/ 91406 h 179101"/>
                <a:gd name="connsiteX140" fmla="*/ 45898 w 641734"/>
                <a:gd name="connsiteY140" fmla="*/ 2930 h 179101"/>
                <a:gd name="connsiteX141" fmla="*/ 64551 w 641734"/>
                <a:gd name="connsiteY141" fmla="*/ 6250 h 179101"/>
                <a:gd name="connsiteX142" fmla="*/ 79102 w 641734"/>
                <a:gd name="connsiteY142" fmla="*/ 15234 h 179101"/>
                <a:gd name="connsiteX143" fmla="*/ 88379 w 641734"/>
                <a:gd name="connsiteY143" fmla="*/ 28711 h 179101"/>
                <a:gd name="connsiteX144" fmla="*/ 91797 w 641734"/>
                <a:gd name="connsiteY144" fmla="*/ 45313 h 179101"/>
                <a:gd name="connsiteX145" fmla="*/ 88379 w 641734"/>
                <a:gd name="connsiteY145" fmla="*/ 62500 h 179101"/>
                <a:gd name="connsiteX146" fmla="*/ 79102 w 641734"/>
                <a:gd name="connsiteY146" fmla="*/ 75977 h 179101"/>
                <a:gd name="connsiteX147" fmla="*/ 64551 w 641734"/>
                <a:gd name="connsiteY147" fmla="*/ 84863 h 179101"/>
                <a:gd name="connsiteX148" fmla="*/ 45898 w 641734"/>
                <a:gd name="connsiteY148" fmla="*/ 88086 h 179101"/>
                <a:gd name="connsiteX149" fmla="*/ 27441 w 641734"/>
                <a:gd name="connsiteY149" fmla="*/ 84863 h 179101"/>
                <a:gd name="connsiteX150" fmla="*/ 12891 w 641734"/>
                <a:gd name="connsiteY150" fmla="*/ 75977 h 179101"/>
                <a:gd name="connsiteX151" fmla="*/ 3418 w 641734"/>
                <a:gd name="connsiteY151" fmla="*/ 62500 h 179101"/>
                <a:gd name="connsiteX152" fmla="*/ 0 w 641734"/>
                <a:gd name="connsiteY152" fmla="*/ 45313 h 179101"/>
                <a:gd name="connsiteX153" fmla="*/ 3418 w 641734"/>
                <a:gd name="connsiteY153" fmla="*/ 28711 h 179101"/>
                <a:gd name="connsiteX154" fmla="*/ 12891 w 641734"/>
                <a:gd name="connsiteY154" fmla="*/ 15234 h 179101"/>
                <a:gd name="connsiteX155" fmla="*/ 27441 w 641734"/>
                <a:gd name="connsiteY155" fmla="*/ 6250 h 179101"/>
                <a:gd name="connsiteX156" fmla="*/ 45898 w 641734"/>
                <a:gd name="connsiteY156" fmla="*/ 2930 h 179101"/>
                <a:gd name="connsiteX157" fmla="*/ 596617 w 641734"/>
                <a:gd name="connsiteY157" fmla="*/ 1367 h 179101"/>
                <a:gd name="connsiteX158" fmla="*/ 618688 w 641734"/>
                <a:gd name="connsiteY158" fmla="*/ 1367 h 179101"/>
                <a:gd name="connsiteX159" fmla="*/ 618688 w 641734"/>
                <a:gd name="connsiteY159" fmla="*/ 57031 h 179101"/>
                <a:gd name="connsiteX160" fmla="*/ 641735 w 641734"/>
                <a:gd name="connsiteY160" fmla="*/ 57031 h 179101"/>
                <a:gd name="connsiteX161" fmla="*/ 641735 w 641734"/>
                <a:gd name="connsiteY161" fmla="*/ 76172 h 179101"/>
                <a:gd name="connsiteX162" fmla="*/ 618688 w 641734"/>
                <a:gd name="connsiteY162" fmla="*/ 76172 h 179101"/>
                <a:gd name="connsiteX163" fmla="*/ 618688 w 641734"/>
                <a:gd name="connsiteY163" fmla="*/ 122266 h 179101"/>
                <a:gd name="connsiteX164" fmla="*/ 596617 w 641734"/>
                <a:gd name="connsiteY164" fmla="*/ 122266 h 179101"/>
                <a:gd name="connsiteX165" fmla="*/ 448180 w 641734"/>
                <a:gd name="connsiteY165" fmla="*/ 1367 h 179101"/>
                <a:gd name="connsiteX166" fmla="*/ 470250 w 641734"/>
                <a:gd name="connsiteY166" fmla="*/ 1367 h 179101"/>
                <a:gd name="connsiteX167" fmla="*/ 470250 w 641734"/>
                <a:gd name="connsiteY167" fmla="*/ 132031 h 179101"/>
                <a:gd name="connsiteX168" fmla="*/ 448180 w 641734"/>
                <a:gd name="connsiteY168" fmla="*/ 132031 h 179101"/>
                <a:gd name="connsiteX169" fmla="*/ 448180 w 641734"/>
                <a:gd name="connsiteY169" fmla="*/ 103320 h 179101"/>
                <a:gd name="connsiteX170" fmla="*/ 422789 w 641734"/>
                <a:gd name="connsiteY170" fmla="*/ 103320 h 179101"/>
                <a:gd name="connsiteX171" fmla="*/ 422789 w 641734"/>
                <a:gd name="connsiteY171" fmla="*/ 85352 h 179101"/>
                <a:gd name="connsiteX172" fmla="*/ 448180 w 641734"/>
                <a:gd name="connsiteY172" fmla="*/ 85352 h 179101"/>
                <a:gd name="connsiteX173" fmla="*/ 448180 w 641734"/>
                <a:gd name="connsiteY173" fmla="*/ 67188 h 179101"/>
                <a:gd name="connsiteX174" fmla="*/ 423180 w 641734"/>
                <a:gd name="connsiteY174" fmla="*/ 67188 h 179101"/>
                <a:gd name="connsiteX175" fmla="*/ 423180 w 641734"/>
                <a:gd name="connsiteY175" fmla="*/ 49219 h 179101"/>
                <a:gd name="connsiteX176" fmla="*/ 448180 w 641734"/>
                <a:gd name="connsiteY176" fmla="*/ 49219 h 179101"/>
                <a:gd name="connsiteX177" fmla="*/ 269339 w 641734"/>
                <a:gd name="connsiteY177" fmla="*/ 1367 h 179101"/>
                <a:gd name="connsiteX178" fmla="*/ 291409 w 641734"/>
                <a:gd name="connsiteY178" fmla="*/ 1367 h 179101"/>
                <a:gd name="connsiteX179" fmla="*/ 291409 w 641734"/>
                <a:gd name="connsiteY179" fmla="*/ 45703 h 179101"/>
                <a:gd name="connsiteX180" fmla="*/ 313870 w 641734"/>
                <a:gd name="connsiteY180" fmla="*/ 45703 h 179101"/>
                <a:gd name="connsiteX181" fmla="*/ 313870 w 641734"/>
                <a:gd name="connsiteY181" fmla="*/ 64648 h 179101"/>
                <a:gd name="connsiteX182" fmla="*/ 291409 w 641734"/>
                <a:gd name="connsiteY182" fmla="*/ 64648 h 179101"/>
                <a:gd name="connsiteX183" fmla="*/ 291409 w 641734"/>
                <a:gd name="connsiteY183" fmla="*/ 130664 h 179101"/>
                <a:gd name="connsiteX184" fmla="*/ 269339 w 641734"/>
                <a:gd name="connsiteY184" fmla="*/ 130664 h 179101"/>
                <a:gd name="connsiteX185" fmla="*/ 119143 w 641734"/>
                <a:gd name="connsiteY185" fmla="*/ 1172 h 179101"/>
                <a:gd name="connsiteX186" fmla="*/ 141214 w 641734"/>
                <a:gd name="connsiteY186" fmla="*/ 1172 h 179101"/>
                <a:gd name="connsiteX187" fmla="*/ 141214 w 641734"/>
                <a:gd name="connsiteY187" fmla="*/ 91602 h 179101"/>
                <a:gd name="connsiteX188" fmla="*/ 119143 w 641734"/>
                <a:gd name="connsiteY188" fmla="*/ 91602 h 179101"/>
                <a:gd name="connsiteX189" fmla="*/ 348180 w 641734"/>
                <a:gd name="connsiteY189" fmla="*/ 586 h 179101"/>
                <a:gd name="connsiteX190" fmla="*/ 402086 w 641734"/>
                <a:gd name="connsiteY190" fmla="*/ 586 h 179101"/>
                <a:gd name="connsiteX191" fmla="*/ 402086 w 641734"/>
                <a:gd name="connsiteY191" fmla="*/ 17188 h 179101"/>
                <a:gd name="connsiteX192" fmla="*/ 348180 w 641734"/>
                <a:gd name="connsiteY192" fmla="*/ 17188 h 179101"/>
                <a:gd name="connsiteX193" fmla="*/ 507750 w 641734"/>
                <a:gd name="connsiteY193" fmla="*/ 0 h 179101"/>
                <a:gd name="connsiteX194" fmla="*/ 559508 w 641734"/>
                <a:gd name="connsiteY194" fmla="*/ 0 h 179101"/>
                <a:gd name="connsiteX195" fmla="*/ 559508 w 641734"/>
                <a:gd name="connsiteY195" fmla="*/ 15234 h 179101"/>
                <a:gd name="connsiteX196" fmla="*/ 507750 w 641734"/>
                <a:gd name="connsiteY196" fmla="*/ 15234 h 179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641734" h="179101">
                  <a:moveTo>
                    <a:pt x="559508" y="137500"/>
                  </a:moveTo>
                  <a:cubicBezTo>
                    <a:pt x="547789" y="137500"/>
                    <a:pt x="538571" y="138542"/>
                    <a:pt x="531865" y="140625"/>
                  </a:cubicBezTo>
                  <a:cubicBezTo>
                    <a:pt x="525159" y="142708"/>
                    <a:pt x="521813" y="146029"/>
                    <a:pt x="521813" y="150586"/>
                  </a:cubicBezTo>
                  <a:cubicBezTo>
                    <a:pt x="521813" y="155273"/>
                    <a:pt x="525198" y="158594"/>
                    <a:pt x="531969" y="160547"/>
                  </a:cubicBezTo>
                  <a:cubicBezTo>
                    <a:pt x="538740" y="162500"/>
                    <a:pt x="547919" y="163477"/>
                    <a:pt x="559508" y="163477"/>
                  </a:cubicBezTo>
                  <a:cubicBezTo>
                    <a:pt x="570966" y="163477"/>
                    <a:pt x="580107" y="162500"/>
                    <a:pt x="586943" y="160547"/>
                  </a:cubicBezTo>
                  <a:cubicBezTo>
                    <a:pt x="593779" y="158594"/>
                    <a:pt x="597203" y="155273"/>
                    <a:pt x="597203" y="150586"/>
                  </a:cubicBezTo>
                  <a:cubicBezTo>
                    <a:pt x="597203" y="146029"/>
                    <a:pt x="593844" y="142708"/>
                    <a:pt x="587138" y="140625"/>
                  </a:cubicBezTo>
                  <a:cubicBezTo>
                    <a:pt x="580433" y="138542"/>
                    <a:pt x="571227" y="137500"/>
                    <a:pt x="559508" y="137500"/>
                  </a:cubicBezTo>
                  <a:close/>
                  <a:moveTo>
                    <a:pt x="352477" y="123633"/>
                  </a:moveTo>
                  <a:lnTo>
                    <a:pt x="375328" y="123633"/>
                  </a:lnTo>
                  <a:lnTo>
                    <a:pt x="375328" y="154102"/>
                  </a:lnTo>
                  <a:lnTo>
                    <a:pt x="474156" y="154102"/>
                  </a:lnTo>
                  <a:lnTo>
                    <a:pt x="474156" y="172852"/>
                  </a:lnTo>
                  <a:lnTo>
                    <a:pt x="357750" y="172852"/>
                  </a:lnTo>
                  <a:cubicBezTo>
                    <a:pt x="355667" y="172852"/>
                    <a:pt x="354261" y="172461"/>
                    <a:pt x="353544" y="171680"/>
                  </a:cubicBezTo>
                  <a:cubicBezTo>
                    <a:pt x="352828" y="170899"/>
                    <a:pt x="352477" y="169466"/>
                    <a:pt x="352477" y="167383"/>
                  </a:cubicBezTo>
                  <a:close/>
                  <a:moveTo>
                    <a:pt x="559508" y="122070"/>
                  </a:moveTo>
                  <a:cubicBezTo>
                    <a:pt x="580602" y="122070"/>
                    <a:pt x="596318" y="124740"/>
                    <a:pt x="606670" y="130078"/>
                  </a:cubicBezTo>
                  <a:cubicBezTo>
                    <a:pt x="617021" y="135417"/>
                    <a:pt x="622203" y="142188"/>
                    <a:pt x="622203" y="150391"/>
                  </a:cubicBezTo>
                  <a:cubicBezTo>
                    <a:pt x="622203" y="158464"/>
                    <a:pt x="617060" y="165267"/>
                    <a:pt x="606774" y="170801"/>
                  </a:cubicBezTo>
                  <a:cubicBezTo>
                    <a:pt x="596487" y="176335"/>
                    <a:pt x="580732" y="179102"/>
                    <a:pt x="559508" y="179102"/>
                  </a:cubicBezTo>
                  <a:cubicBezTo>
                    <a:pt x="538154" y="179102"/>
                    <a:pt x="522360" y="176335"/>
                    <a:pt x="512138" y="170801"/>
                  </a:cubicBezTo>
                  <a:cubicBezTo>
                    <a:pt x="501917" y="165267"/>
                    <a:pt x="496813" y="158464"/>
                    <a:pt x="496813" y="150391"/>
                  </a:cubicBezTo>
                  <a:cubicBezTo>
                    <a:pt x="496813" y="142188"/>
                    <a:pt x="501956" y="135417"/>
                    <a:pt x="512242" y="130078"/>
                  </a:cubicBezTo>
                  <a:cubicBezTo>
                    <a:pt x="522529" y="124740"/>
                    <a:pt x="538284" y="122070"/>
                    <a:pt x="559508" y="122070"/>
                  </a:cubicBezTo>
                  <a:close/>
                  <a:moveTo>
                    <a:pt x="177151" y="114648"/>
                  </a:moveTo>
                  <a:lnTo>
                    <a:pt x="199807" y="114648"/>
                  </a:lnTo>
                  <a:lnTo>
                    <a:pt x="199807" y="154102"/>
                  </a:lnTo>
                  <a:lnTo>
                    <a:pt x="296487" y="154102"/>
                  </a:lnTo>
                  <a:lnTo>
                    <a:pt x="296487" y="172852"/>
                  </a:lnTo>
                  <a:lnTo>
                    <a:pt x="182425" y="172852"/>
                  </a:lnTo>
                  <a:cubicBezTo>
                    <a:pt x="180341" y="172852"/>
                    <a:pt x="178935" y="172461"/>
                    <a:pt x="178219" y="171680"/>
                  </a:cubicBezTo>
                  <a:cubicBezTo>
                    <a:pt x="177503" y="170899"/>
                    <a:pt x="177151" y="169466"/>
                    <a:pt x="177151" y="167383"/>
                  </a:cubicBezTo>
                  <a:close/>
                  <a:moveTo>
                    <a:pt x="23242" y="98828"/>
                  </a:moveTo>
                  <a:lnTo>
                    <a:pt x="135354" y="98828"/>
                  </a:lnTo>
                  <a:cubicBezTo>
                    <a:pt x="137307" y="98828"/>
                    <a:pt x="138701" y="99251"/>
                    <a:pt x="139547" y="100098"/>
                  </a:cubicBezTo>
                  <a:cubicBezTo>
                    <a:pt x="140393" y="100944"/>
                    <a:pt x="140823" y="102344"/>
                    <a:pt x="140823" y="104297"/>
                  </a:cubicBezTo>
                  <a:lnTo>
                    <a:pt x="140823" y="139063"/>
                  </a:lnTo>
                  <a:cubicBezTo>
                    <a:pt x="140823" y="141146"/>
                    <a:pt x="140393" y="142578"/>
                    <a:pt x="139547" y="143359"/>
                  </a:cubicBezTo>
                  <a:cubicBezTo>
                    <a:pt x="138701" y="144141"/>
                    <a:pt x="137307" y="144531"/>
                    <a:pt x="135354" y="144531"/>
                  </a:cubicBezTo>
                  <a:lnTo>
                    <a:pt x="46875" y="144531"/>
                  </a:lnTo>
                  <a:lnTo>
                    <a:pt x="46875" y="157813"/>
                  </a:lnTo>
                  <a:lnTo>
                    <a:pt x="144534" y="157813"/>
                  </a:lnTo>
                  <a:lnTo>
                    <a:pt x="144534" y="175000"/>
                  </a:lnTo>
                  <a:lnTo>
                    <a:pt x="28711" y="175000"/>
                  </a:lnTo>
                  <a:cubicBezTo>
                    <a:pt x="26628" y="175000"/>
                    <a:pt x="25195" y="174609"/>
                    <a:pt x="24414" y="173828"/>
                  </a:cubicBezTo>
                  <a:cubicBezTo>
                    <a:pt x="23633" y="173047"/>
                    <a:pt x="23242" y="171615"/>
                    <a:pt x="23242" y="169531"/>
                  </a:cubicBezTo>
                  <a:lnTo>
                    <a:pt x="23242" y="134570"/>
                  </a:lnTo>
                  <a:cubicBezTo>
                    <a:pt x="23242" y="132617"/>
                    <a:pt x="23633" y="131217"/>
                    <a:pt x="24414" y="130371"/>
                  </a:cubicBezTo>
                  <a:cubicBezTo>
                    <a:pt x="25195" y="129525"/>
                    <a:pt x="26628" y="129102"/>
                    <a:pt x="28711" y="129102"/>
                  </a:cubicBezTo>
                  <a:lnTo>
                    <a:pt x="117581" y="129102"/>
                  </a:lnTo>
                  <a:lnTo>
                    <a:pt x="117581" y="116016"/>
                  </a:lnTo>
                  <a:lnTo>
                    <a:pt x="23242" y="116016"/>
                  </a:lnTo>
                  <a:close/>
                  <a:moveTo>
                    <a:pt x="374742" y="68750"/>
                  </a:moveTo>
                  <a:cubicBezTo>
                    <a:pt x="367841" y="68750"/>
                    <a:pt x="362464" y="69954"/>
                    <a:pt x="358623" y="72363"/>
                  </a:cubicBezTo>
                  <a:cubicBezTo>
                    <a:pt x="354781" y="74772"/>
                    <a:pt x="352867" y="78125"/>
                    <a:pt x="352867" y="82422"/>
                  </a:cubicBezTo>
                  <a:cubicBezTo>
                    <a:pt x="352867" y="87109"/>
                    <a:pt x="354781" y="90560"/>
                    <a:pt x="358623" y="92773"/>
                  </a:cubicBezTo>
                  <a:cubicBezTo>
                    <a:pt x="362464" y="94987"/>
                    <a:pt x="367841" y="96094"/>
                    <a:pt x="374742" y="96094"/>
                  </a:cubicBezTo>
                  <a:cubicBezTo>
                    <a:pt x="381513" y="96094"/>
                    <a:pt x="386878" y="94987"/>
                    <a:pt x="390849" y="92773"/>
                  </a:cubicBezTo>
                  <a:cubicBezTo>
                    <a:pt x="394820" y="90560"/>
                    <a:pt x="396813" y="87109"/>
                    <a:pt x="396813" y="82422"/>
                  </a:cubicBezTo>
                  <a:cubicBezTo>
                    <a:pt x="396813" y="78125"/>
                    <a:pt x="394820" y="74772"/>
                    <a:pt x="390849" y="72363"/>
                  </a:cubicBezTo>
                  <a:cubicBezTo>
                    <a:pt x="386878" y="69954"/>
                    <a:pt x="381513" y="68750"/>
                    <a:pt x="374742" y="68750"/>
                  </a:cubicBezTo>
                  <a:close/>
                  <a:moveTo>
                    <a:pt x="533922" y="57422"/>
                  </a:moveTo>
                  <a:cubicBezTo>
                    <a:pt x="527672" y="57422"/>
                    <a:pt x="522685" y="58138"/>
                    <a:pt x="518974" y="59570"/>
                  </a:cubicBezTo>
                  <a:cubicBezTo>
                    <a:pt x="515263" y="61003"/>
                    <a:pt x="513414" y="63216"/>
                    <a:pt x="513414" y="66211"/>
                  </a:cubicBezTo>
                  <a:cubicBezTo>
                    <a:pt x="513414" y="69336"/>
                    <a:pt x="515302" y="71647"/>
                    <a:pt x="519078" y="73145"/>
                  </a:cubicBezTo>
                  <a:cubicBezTo>
                    <a:pt x="522855" y="74642"/>
                    <a:pt x="527802" y="75391"/>
                    <a:pt x="533922" y="75391"/>
                  </a:cubicBezTo>
                  <a:cubicBezTo>
                    <a:pt x="540172" y="75391"/>
                    <a:pt x="545250" y="74642"/>
                    <a:pt x="549156" y="73145"/>
                  </a:cubicBezTo>
                  <a:cubicBezTo>
                    <a:pt x="553063" y="71647"/>
                    <a:pt x="555016" y="69336"/>
                    <a:pt x="555016" y="66211"/>
                  </a:cubicBezTo>
                  <a:cubicBezTo>
                    <a:pt x="555016" y="63216"/>
                    <a:pt x="553063" y="61003"/>
                    <a:pt x="549156" y="59570"/>
                  </a:cubicBezTo>
                  <a:cubicBezTo>
                    <a:pt x="545250" y="58138"/>
                    <a:pt x="540172" y="57422"/>
                    <a:pt x="533922" y="57422"/>
                  </a:cubicBezTo>
                  <a:close/>
                  <a:moveTo>
                    <a:pt x="180667" y="52930"/>
                  </a:moveTo>
                  <a:lnTo>
                    <a:pt x="180667" y="78320"/>
                  </a:lnTo>
                  <a:lnTo>
                    <a:pt x="220315" y="78320"/>
                  </a:lnTo>
                  <a:lnTo>
                    <a:pt x="220315" y="52930"/>
                  </a:lnTo>
                  <a:close/>
                  <a:moveTo>
                    <a:pt x="374742" y="52344"/>
                  </a:moveTo>
                  <a:cubicBezTo>
                    <a:pt x="389326" y="52344"/>
                    <a:pt x="400419" y="55273"/>
                    <a:pt x="408037" y="61133"/>
                  </a:cubicBezTo>
                  <a:cubicBezTo>
                    <a:pt x="415654" y="66992"/>
                    <a:pt x="419469" y="74089"/>
                    <a:pt x="419469" y="82422"/>
                  </a:cubicBezTo>
                  <a:cubicBezTo>
                    <a:pt x="419469" y="90755"/>
                    <a:pt x="415628" y="97884"/>
                    <a:pt x="407946" y="103809"/>
                  </a:cubicBezTo>
                  <a:cubicBezTo>
                    <a:pt x="400263" y="109733"/>
                    <a:pt x="389195" y="112695"/>
                    <a:pt x="374742" y="112695"/>
                  </a:cubicBezTo>
                  <a:cubicBezTo>
                    <a:pt x="360159" y="112695"/>
                    <a:pt x="349091" y="109733"/>
                    <a:pt x="341539" y="103809"/>
                  </a:cubicBezTo>
                  <a:cubicBezTo>
                    <a:pt x="333987" y="97884"/>
                    <a:pt x="330211" y="90755"/>
                    <a:pt x="330211" y="82422"/>
                  </a:cubicBezTo>
                  <a:cubicBezTo>
                    <a:pt x="330211" y="74089"/>
                    <a:pt x="333948" y="66992"/>
                    <a:pt x="341435" y="61133"/>
                  </a:cubicBezTo>
                  <a:cubicBezTo>
                    <a:pt x="348922" y="55273"/>
                    <a:pt x="360029" y="52344"/>
                    <a:pt x="374742" y="52344"/>
                  </a:cubicBezTo>
                  <a:close/>
                  <a:moveTo>
                    <a:pt x="534117" y="43359"/>
                  </a:moveTo>
                  <a:cubicBezTo>
                    <a:pt x="548571" y="43359"/>
                    <a:pt x="559573" y="45410"/>
                    <a:pt x="567125" y="49512"/>
                  </a:cubicBezTo>
                  <a:cubicBezTo>
                    <a:pt x="574677" y="53613"/>
                    <a:pt x="578453" y="59180"/>
                    <a:pt x="578453" y="66211"/>
                  </a:cubicBezTo>
                  <a:cubicBezTo>
                    <a:pt x="578453" y="72070"/>
                    <a:pt x="575745" y="76986"/>
                    <a:pt x="570341" y="80957"/>
                  </a:cubicBezTo>
                  <a:cubicBezTo>
                    <a:pt x="564938" y="84928"/>
                    <a:pt x="556969" y="87500"/>
                    <a:pt x="546422" y="88672"/>
                  </a:cubicBezTo>
                  <a:lnTo>
                    <a:pt x="546422" y="98828"/>
                  </a:lnTo>
                  <a:cubicBezTo>
                    <a:pt x="547985" y="98828"/>
                    <a:pt x="550589" y="98731"/>
                    <a:pt x="554235" y="98535"/>
                  </a:cubicBezTo>
                  <a:cubicBezTo>
                    <a:pt x="557880" y="98340"/>
                    <a:pt x="561917" y="98047"/>
                    <a:pt x="566344" y="97656"/>
                  </a:cubicBezTo>
                  <a:cubicBezTo>
                    <a:pt x="570641" y="97266"/>
                    <a:pt x="575094" y="96842"/>
                    <a:pt x="579716" y="96387"/>
                  </a:cubicBezTo>
                  <a:cubicBezTo>
                    <a:pt x="584339" y="95931"/>
                    <a:pt x="588479" y="95443"/>
                    <a:pt x="592125" y="94922"/>
                  </a:cubicBezTo>
                  <a:lnTo>
                    <a:pt x="592125" y="111523"/>
                  </a:lnTo>
                  <a:cubicBezTo>
                    <a:pt x="588870" y="112044"/>
                    <a:pt x="584834" y="112533"/>
                    <a:pt x="580016" y="112988"/>
                  </a:cubicBezTo>
                  <a:cubicBezTo>
                    <a:pt x="575198" y="113444"/>
                    <a:pt x="569925" y="113867"/>
                    <a:pt x="564196" y="114258"/>
                  </a:cubicBezTo>
                  <a:cubicBezTo>
                    <a:pt x="558597" y="114648"/>
                    <a:pt x="552737" y="114974"/>
                    <a:pt x="546618" y="115234"/>
                  </a:cubicBezTo>
                  <a:cubicBezTo>
                    <a:pt x="540498" y="115495"/>
                    <a:pt x="534573" y="115625"/>
                    <a:pt x="528844" y="115625"/>
                  </a:cubicBezTo>
                  <a:cubicBezTo>
                    <a:pt x="527282" y="115625"/>
                    <a:pt x="524677" y="115658"/>
                    <a:pt x="521032" y="115723"/>
                  </a:cubicBezTo>
                  <a:cubicBezTo>
                    <a:pt x="517386" y="115788"/>
                    <a:pt x="513154" y="115820"/>
                    <a:pt x="508336" y="115820"/>
                  </a:cubicBezTo>
                  <a:cubicBezTo>
                    <a:pt x="503649" y="115820"/>
                    <a:pt x="498571" y="115820"/>
                    <a:pt x="493102" y="115820"/>
                  </a:cubicBezTo>
                  <a:cubicBezTo>
                    <a:pt x="487633" y="115820"/>
                    <a:pt x="482360" y="115820"/>
                    <a:pt x="477281" y="115820"/>
                  </a:cubicBezTo>
                  <a:lnTo>
                    <a:pt x="477281" y="99219"/>
                  </a:lnTo>
                  <a:lnTo>
                    <a:pt x="522203" y="99219"/>
                  </a:lnTo>
                  <a:lnTo>
                    <a:pt x="522203" y="88672"/>
                  </a:lnTo>
                  <a:cubicBezTo>
                    <a:pt x="511526" y="87630"/>
                    <a:pt x="503453" y="85124"/>
                    <a:pt x="497985" y="81152"/>
                  </a:cubicBezTo>
                  <a:cubicBezTo>
                    <a:pt x="492516" y="77181"/>
                    <a:pt x="489781" y="72201"/>
                    <a:pt x="489781" y="66211"/>
                  </a:cubicBezTo>
                  <a:cubicBezTo>
                    <a:pt x="489781" y="59180"/>
                    <a:pt x="493558" y="53613"/>
                    <a:pt x="501110" y="49512"/>
                  </a:cubicBezTo>
                  <a:cubicBezTo>
                    <a:pt x="508662" y="45410"/>
                    <a:pt x="519664" y="43359"/>
                    <a:pt x="534117" y="43359"/>
                  </a:cubicBezTo>
                  <a:close/>
                  <a:moveTo>
                    <a:pt x="324742" y="27930"/>
                  </a:moveTo>
                  <a:lnTo>
                    <a:pt x="421422" y="27930"/>
                  </a:lnTo>
                  <a:lnTo>
                    <a:pt x="421422" y="44922"/>
                  </a:lnTo>
                  <a:lnTo>
                    <a:pt x="324742" y="44922"/>
                  </a:lnTo>
                  <a:close/>
                  <a:moveTo>
                    <a:pt x="484899" y="22266"/>
                  </a:moveTo>
                  <a:lnTo>
                    <a:pt x="582946" y="22266"/>
                  </a:lnTo>
                  <a:lnTo>
                    <a:pt x="582946" y="37695"/>
                  </a:lnTo>
                  <a:lnTo>
                    <a:pt x="484899" y="37695"/>
                  </a:lnTo>
                  <a:close/>
                  <a:moveTo>
                    <a:pt x="45898" y="21680"/>
                  </a:moveTo>
                  <a:cubicBezTo>
                    <a:pt x="38607" y="21680"/>
                    <a:pt x="32845" y="23926"/>
                    <a:pt x="28613" y="28418"/>
                  </a:cubicBezTo>
                  <a:cubicBezTo>
                    <a:pt x="24381" y="32910"/>
                    <a:pt x="22266" y="38607"/>
                    <a:pt x="22266" y="45508"/>
                  </a:cubicBezTo>
                  <a:cubicBezTo>
                    <a:pt x="22266" y="52279"/>
                    <a:pt x="24381" y="57975"/>
                    <a:pt x="28613" y="62598"/>
                  </a:cubicBezTo>
                  <a:cubicBezTo>
                    <a:pt x="32845" y="67220"/>
                    <a:pt x="38607" y="69531"/>
                    <a:pt x="45898" y="69531"/>
                  </a:cubicBezTo>
                  <a:cubicBezTo>
                    <a:pt x="53060" y="69531"/>
                    <a:pt x="58789" y="67220"/>
                    <a:pt x="63086" y="62598"/>
                  </a:cubicBezTo>
                  <a:cubicBezTo>
                    <a:pt x="67383" y="57975"/>
                    <a:pt x="69531" y="52279"/>
                    <a:pt x="69531" y="45508"/>
                  </a:cubicBezTo>
                  <a:cubicBezTo>
                    <a:pt x="69531" y="38607"/>
                    <a:pt x="67383" y="32910"/>
                    <a:pt x="63086" y="28418"/>
                  </a:cubicBezTo>
                  <a:cubicBezTo>
                    <a:pt x="58789" y="23926"/>
                    <a:pt x="53060" y="21680"/>
                    <a:pt x="45898" y="21680"/>
                  </a:cubicBezTo>
                  <a:close/>
                  <a:moveTo>
                    <a:pt x="158596" y="6641"/>
                  </a:moveTo>
                  <a:lnTo>
                    <a:pt x="180667" y="6641"/>
                  </a:lnTo>
                  <a:lnTo>
                    <a:pt x="180667" y="34375"/>
                  </a:lnTo>
                  <a:lnTo>
                    <a:pt x="220315" y="34375"/>
                  </a:lnTo>
                  <a:lnTo>
                    <a:pt x="220315" y="6641"/>
                  </a:lnTo>
                  <a:lnTo>
                    <a:pt x="241800" y="6641"/>
                  </a:lnTo>
                  <a:lnTo>
                    <a:pt x="241800" y="91406"/>
                  </a:lnTo>
                  <a:cubicBezTo>
                    <a:pt x="241800" y="93490"/>
                    <a:pt x="241370" y="94922"/>
                    <a:pt x="240524" y="95703"/>
                  </a:cubicBezTo>
                  <a:cubicBezTo>
                    <a:pt x="239677" y="96484"/>
                    <a:pt x="238284" y="96875"/>
                    <a:pt x="236331" y="96875"/>
                  </a:cubicBezTo>
                  <a:lnTo>
                    <a:pt x="163870" y="96875"/>
                  </a:lnTo>
                  <a:cubicBezTo>
                    <a:pt x="161787" y="96875"/>
                    <a:pt x="160380" y="96484"/>
                    <a:pt x="159664" y="95703"/>
                  </a:cubicBezTo>
                  <a:cubicBezTo>
                    <a:pt x="158948" y="94922"/>
                    <a:pt x="158596" y="93490"/>
                    <a:pt x="158596" y="91406"/>
                  </a:cubicBezTo>
                  <a:close/>
                  <a:moveTo>
                    <a:pt x="45898" y="2930"/>
                  </a:moveTo>
                  <a:cubicBezTo>
                    <a:pt x="52669" y="2930"/>
                    <a:pt x="58887" y="4036"/>
                    <a:pt x="64551" y="6250"/>
                  </a:cubicBezTo>
                  <a:cubicBezTo>
                    <a:pt x="70215" y="8464"/>
                    <a:pt x="75065" y="11458"/>
                    <a:pt x="79102" y="15234"/>
                  </a:cubicBezTo>
                  <a:cubicBezTo>
                    <a:pt x="83008" y="19010"/>
                    <a:pt x="86100" y="23503"/>
                    <a:pt x="88379" y="28711"/>
                  </a:cubicBezTo>
                  <a:cubicBezTo>
                    <a:pt x="90658" y="33919"/>
                    <a:pt x="91797" y="39453"/>
                    <a:pt x="91797" y="45313"/>
                  </a:cubicBezTo>
                  <a:cubicBezTo>
                    <a:pt x="91797" y="51563"/>
                    <a:pt x="90658" y="57292"/>
                    <a:pt x="88379" y="62500"/>
                  </a:cubicBezTo>
                  <a:cubicBezTo>
                    <a:pt x="86100" y="67708"/>
                    <a:pt x="83008" y="72201"/>
                    <a:pt x="79102" y="75977"/>
                  </a:cubicBezTo>
                  <a:cubicBezTo>
                    <a:pt x="75065" y="79753"/>
                    <a:pt x="70215" y="82715"/>
                    <a:pt x="64551" y="84863"/>
                  </a:cubicBezTo>
                  <a:cubicBezTo>
                    <a:pt x="58887" y="87012"/>
                    <a:pt x="52669" y="88086"/>
                    <a:pt x="45898" y="88086"/>
                  </a:cubicBezTo>
                  <a:cubicBezTo>
                    <a:pt x="39258" y="88086"/>
                    <a:pt x="33105" y="87012"/>
                    <a:pt x="27441" y="84863"/>
                  </a:cubicBezTo>
                  <a:cubicBezTo>
                    <a:pt x="21777" y="82715"/>
                    <a:pt x="16927" y="79753"/>
                    <a:pt x="12891" y="75977"/>
                  </a:cubicBezTo>
                  <a:cubicBezTo>
                    <a:pt x="8854" y="72201"/>
                    <a:pt x="5697" y="67708"/>
                    <a:pt x="3418" y="62500"/>
                  </a:cubicBezTo>
                  <a:cubicBezTo>
                    <a:pt x="1139" y="57292"/>
                    <a:pt x="0" y="51563"/>
                    <a:pt x="0" y="45313"/>
                  </a:cubicBezTo>
                  <a:cubicBezTo>
                    <a:pt x="0" y="39453"/>
                    <a:pt x="1139" y="33919"/>
                    <a:pt x="3418" y="28711"/>
                  </a:cubicBezTo>
                  <a:cubicBezTo>
                    <a:pt x="5697" y="23503"/>
                    <a:pt x="8854" y="19010"/>
                    <a:pt x="12891" y="15234"/>
                  </a:cubicBezTo>
                  <a:cubicBezTo>
                    <a:pt x="16927" y="11458"/>
                    <a:pt x="21777" y="8464"/>
                    <a:pt x="27441" y="6250"/>
                  </a:cubicBezTo>
                  <a:cubicBezTo>
                    <a:pt x="33105" y="4036"/>
                    <a:pt x="39258" y="2930"/>
                    <a:pt x="45898" y="2930"/>
                  </a:cubicBezTo>
                  <a:close/>
                  <a:moveTo>
                    <a:pt x="596617" y="1367"/>
                  </a:moveTo>
                  <a:lnTo>
                    <a:pt x="618688" y="1367"/>
                  </a:lnTo>
                  <a:lnTo>
                    <a:pt x="618688" y="57031"/>
                  </a:lnTo>
                  <a:lnTo>
                    <a:pt x="641735" y="57031"/>
                  </a:lnTo>
                  <a:lnTo>
                    <a:pt x="641735" y="76172"/>
                  </a:lnTo>
                  <a:lnTo>
                    <a:pt x="618688" y="76172"/>
                  </a:lnTo>
                  <a:lnTo>
                    <a:pt x="618688" y="122266"/>
                  </a:lnTo>
                  <a:lnTo>
                    <a:pt x="596617" y="122266"/>
                  </a:lnTo>
                  <a:close/>
                  <a:moveTo>
                    <a:pt x="448180" y="1367"/>
                  </a:moveTo>
                  <a:lnTo>
                    <a:pt x="470250" y="1367"/>
                  </a:lnTo>
                  <a:lnTo>
                    <a:pt x="470250" y="132031"/>
                  </a:lnTo>
                  <a:lnTo>
                    <a:pt x="448180" y="132031"/>
                  </a:lnTo>
                  <a:lnTo>
                    <a:pt x="448180" y="103320"/>
                  </a:lnTo>
                  <a:lnTo>
                    <a:pt x="422789" y="103320"/>
                  </a:lnTo>
                  <a:lnTo>
                    <a:pt x="422789" y="85352"/>
                  </a:lnTo>
                  <a:lnTo>
                    <a:pt x="448180" y="85352"/>
                  </a:lnTo>
                  <a:lnTo>
                    <a:pt x="448180" y="67188"/>
                  </a:lnTo>
                  <a:lnTo>
                    <a:pt x="423180" y="67188"/>
                  </a:lnTo>
                  <a:lnTo>
                    <a:pt x="423180" y="49219"/>
                  </a:lnTo>
                  <a:lnTo>
                    <a:pt x="448180" y="49219"/>
                  </a:lnTo>
                  <a:close/>
                  <a:moveTo>
                    <a:pt x="269339" y="1367"/>
                  </a:moveTo>
                  <a:lnTo>
                    <a:pt x="291409" y="1367"/>
                  </a:lnTo>
                  <a:lnTo>
                    <a:pt x="291409" y="45703"/>
                  </a:lnTo>
                  <a:lnTo>
                    <a:pt x="313870" y="45703"/>
                  </a:lnTo>
                  <a:lnTo>
                    <a:pt x="313870" y="64648"/>
                  </a:lnTo>
                  <a:lnTo>
                    <a:pt x="291409" y="64648"/>
                  </a:lnTo>
                  <a:lnTo>
                    <a:pt x="291409" y="130664"/>
                  </a:lnTo>
                  <a:lnTo>
                    <a:pt x="269339" y="130664"/>
                  </a:lnTo>
                  <a:close/>
                  <a:moveTo>
                    <a:pt x="119143" y="1172"/>
                  </a:moveTo>
                  <a:lnTo>
                    <a:pt x="141214" y="1172"/>
                  </a:lnTo>
                  <a:lnTo>
                    <a:pt x="141214" y="91602"/>
                  </a:lnTo>
                  <a:lnTo>
                    <a:pt x="119143" y="91602"/>
                  </a:lnTo>
                  <a:close/>
                  <a:moveTo>
                    <a:pt x="348180" y="586"/>
                  </a:moveTo>
                  <a:lnTo>
                    <a:pt x="402086" y="586"/>
                  </a:lnTo>
                  <a:lnTo>
                    <a:pt x="402086" y="17188"/>
                  </a:lnTo>
                  <a:lnTo>
                    <a:pt x="348180" y="17188"/>
                  </a:lnTo>
                  <a:close/>
                  <a:moveTo>
                    <a:pt x="507750" y="0"/>
                  </a:moveTo>
                  <a:lnTo>
                    <a:pt x="559508" y="0"/>
                  </a:lnTo>
                  <a:lnTo>
                    <a:pt x="559508" y="15234"/>
                  </a:lnTo>
                  <a:lnTo>
                    <a:pt x="507750" y="15234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FFFFF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F429DA2-3FE3-4C1D-9E42-A06D1C670723}"/>
                </a:ext>
              </a:extLst>
            </p:cNvPr>
            <p:cNvSpPr txBox="1"/>
            <p:nvPr/>
          </p:nvSpPr>
          <p:spPr>
            <a:xfrm>
              <a:off x="1625213" y="757282"/>
              <a:ext cx="912046" cy="3258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435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일반현황</a:t>
              </a: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5D4E2D51-3848-4FB9-B6C8-E26C29B4CD67}"/>
                </a:ext>
              </a:extLst>
            </p:cNvPr>
            <p:cNvSpPr/>
            <p:nvPr/>
          </p:nvSpPr>
          <p:spPr>
            <a:xfrm>
              <a:off x="529390" y="804592"/>
              <a:ext cx="651042" cy="195312"/>
            </a:xfrm>
            <a:custGeom>
              <a:avLst/>
              <a:gdLst>
                <a:gd name="connsiteX0" fmla="*/ 0 w 651042"/>
                <a:gd name="connsiteY0" fmla="*/ 0 h 195312"/>
                <a:gd name="connsiteX1" fmla="*/ 651042 w 651042"/>
                <a:gd name="connsiteY1" fmla="*/ 0 h 195312"/>
                <a:gd name="connsiteX2" fmla="*/ 651042 w 651042"/>
                <a:gd name="connsiteY2" fmla="*/ 195313 h 195312"/>
                <a:gd name="connsiteX3" fmla="*/ 0 w 651042"/>
                <a:gd name="connsiteY3" fmla="*/ 195313 h 19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1042" h="195312">
                  <a:moveTo>
                    <a:pt x="0" y="0"/>
                  </a:moveTo>
                  <a:lnTo>
                    <a:pt x="651042" y="0"/>
                  </a:lnTo>
                  <a:lnTo>
                    <a:pt x="651042" y="195313"/>
                  </a:lnTo>
                  <a:lnTo>
                    <a:pt x="0" y="195313"/>
                  </a:lnTo>
                  <a:close/>
                </a:path>
              </a:pathLst>
            </a:custGeom>
            <a:solidFill>
              <a:srgbClr val="005A9E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23F59941-46E1-422A-8E20-09D6F36FD892}"/>
                </a:ext>
              </a:extLst>
            </p:cNvPr>
            <p:cNvSpPr/>
            <p:nvPr/>
          </p:nvSpPr>
          <p:spPr>
            <a:xfrm>
              <a:off x="611030" y="862853"/>
              <a:ext cx="323151" cy="75703"/>
            </a:xfrm>
            <a:custGeom>
              <a:avLst/>
              <a:gdLst>
                <a:gd name="connsiteX0" fmla="*/ 136016 w 323151"/>
                <a:gd name="connsiteY0" fmla="*/ 41406 h 75703"/>
                <a:gd name="connsiteX1" fmla="*/ 130625 w 323151"/>
                <a:gd name="connsiteY1" fmla="*/ 42031 h 75703"/>
                <a:gd name="connsiteX2" fmla="*/ 126094 w 323151"/>
                <a:gd name="connsiteY2" fmla="*/ 44180 h 75703"/>
                <a:gd name="connsiteX3" fmla="*/ 124219 w 323151"/>
                <a:gd name="connsiteY3" fmla="*/ 48906 h 75703"/>
                <a:gd name="connsiteX4" fmla="*/ 125820 w 323151"/>
                <a:gd name="connsiteY4" fmla="*/ 53555 h 75703"/>
                <a:gd name="connsiteX5" fmla="*/ 130703 w 323151"/>
                <a:gd name="connsiteY5" fmla="*/ 54688 h 75703"/>
                <a:gd name="connsiteX6" fmla="*/ 135664 w 323151"/>
                <a:gd name="connsiteY6" fmla="*/ 53594 h 75703"/>
                <a:gd name="connsiteX7" fmla="*/ 138672 w 323151"/>
                <a:gd name="connsiteY7" fmla="*/ 50625 h 75703"/>
                <a:gd name="connsiteX8" fmla="*/ 140078 w 323151"/>
                <a:gd name="connsiteY8" fmla="*/ 46367 h 75703"/>
                <a:gd name="connsiteX9" fmla="*/ 140469 w 323151"/>
                <a:gd name="connsiteY9" fmla="*/ 41406 h 75703"/>
                <a:gd name="connsiteX10" fmla="*/ 136016 w 323151"/>
                <a:gd name="connsiteY10" fmla="*/ 41406 h 75703"/>
                <a:gd name="connsiteX11" fmla="*/ 188568 w 323151"/>
                <a:gd name="connsiteY11" fmla="*/ 25547 h 75703"/>
                <a:gd name="connsiteX12" fmla="*/ 180677 w 323151"/>
                <a:gd name="connsiteY12" fmla="*/ 29570 h 75703"/>
                <a:gd name="connsiteX13" fmla="*/ 178333 w 323151"/>
                <a:gd name="connsiteY13" fmla="*/ 39453 h 75703"/>
                <a:gd name="connsiteX14" fmla="*/ 178841 w 323151"/>
                <a:gd name="connsiteY14" fmla="*/ 45547 h 75703"/>
                <a:gd name="connsiteX15" fmla="*/ 180599 w 323151"/>
                <a:gd name="connsiteY15" fmla="*/ 50391 h 75703"/>
                <a:gd name="connsiteX16" fmla="*/ 183880 w 323151"/>
                <a:gd name="connsiteY16" fmla="*/ 53633 h 75703"/>
                <a:gd name="connsiteX17" fmla="*/ 188880 w 323151"/>
                <a:gd name="connsiteY17" fmla="*/ 54766 h 75703"/>
                <a:gd name="connsiteX18" fmla="*/ 193412 w 323151"/>
                <a:gd name="connsiteY18" fmla="*/ 53438 h 75703"/>
                <a:gd name="connsiteX19" fmla="*/ 196302 w 323151"/>
                <a:gd name="connsiteY19" fmla="*/ 50000 h 75703"/>
                <a:gd name="connsiteX20" fmla="*/ 197787 w 323151"/>
                <a:gd name="connsiteY20" fmla="*/ 45117 h 75703"/>
                <a:gd name="connsiteX21" fmla="*/ 198255 w 323151"/>
                <a:gd name="connsiteY21" fmla="*/ 39688 h 75703"/>
                <a:gd name="connsiteX22" fmla="*/ 197708 w 323151"/>
                <a:gd name="connsiteY22" fmla="*/ 34258 h 75703"/>
                <a:gd name="connsiteX23" fmla="*/ 195990 w 323151"/>
                <a:gd name="connsiteY23" fmla="*/ 29766 h 75703"/>
                <a:gd name="connsiteX24" fmla="*/ 192982 w 323151"/>
                <a:gd name="connsiteY24" fmla="*/ 26680 h 75703"/>
                <a:gd name="connsiteX25" fmla="*/ 188568 w 323151"/>
                <a:gd name="connsiteY25" fmla="*/ 25547 h 75703"/>
                <a:gd name="connsiteX26" fmla="*/ 265599 w 323151"/>
                <a:gd name="connsiteY26" fmla="*/ 25391 h 75703"/>
                <a:gd name="connsiteX27" fmla="*/ 258490 w 323151"/>
                <a:gd name="connsiteY27" fmla="*/ 28516 h 75703"/>
                <a:gd name="connsiteX28" fmla="*/ 255755 w 323151"/>
                <a:gd name="connsiteY28" fmla="*/ 35547 h 75703"/>
                <a:gd name="connsiteX29" fmla="*/ 275677 w 323151"/>
                <a:gd name="connsiteY29" fmla="*/ 35547 h 75703"/>
                <a:gd name="connsiteX30" fmla="*/ 272904 w 323151"/>
                <a:gd name="connsiteY30" fmla="*/ 28242 h 75703"/>
                <a:gd name="connsiteX31" fmla="*/ 265599 w 323151"/>
                <a:gd name="connsiteY31" fmla="*/ 25391 h 75703"/>
                <a:gd name="connsiteX32" fmla="*/ 189427 w 323151"/>
                <a:gd name="connsiteY32" fmla="*/ 18516 h 75703"/>
                <a:gd name="connsiteX33" fmla="*/ 197591 w 323151"/>
                <a:gd name="connsiteY33" fmla="*/ 20352 h 75703"/>
                <a:gd name="connsiteX34" fmla="*/ 203177 w 323151"/>
                <a:gd name="connsiteY34" fmla="*/ 25234 h 75703"/>
                <a:gd name="connsiteX35" fmla="*/ 206302 w 323151"/>
                <a:gd name="connsiteY35" fmla="*/ 32148 h 75703"/>
                <a:gd name="connsiteX36" fmla="*/ 207318 w 323151"/>
                <a:gd name="connsiteY36" fmla="*/ 40078 h 75703"/>
                <a:gd name="connsiteX37" fmla="*/ 206263 w 323151"/>
                <a:gd name="connsiteY37" fmla="*/ 48242 h 75703"/>
                <a:gd name="connsiteX38" fmla="*/ 203021 w 323151"/>
                <a:gd name="connsiteY38" fmla="*/ 55234 h 75703"/>
                <a:gd name="connsiteX39" fmla="*/ 197435 w 323151"/>
                <a:gd name="connsiteY39" fmla="*/ 60117 h 75703"/>
                <a:gd name="connsiteX40" fmla="*/ 189349 w 323151"/>
                <a:gd name="connsiteY40" fmla="*/ 61953 h 75703"/>
                <a:gd name="connsiteX41" fmla="*/ 183294 w 323151"/>
                <a:gd name="connsiteY41" fmla="*/ 60781 h 75703"/>
                <a:gd name="connsiteX42" fmla="*/ 178724 w 323151"/>
                <a:gd name="connsiteY42" fmla="*/ 57500 h 75703"/>
                <a:gd name="connsiteX43" fmla="*/ 178724 w 323151"/>
                <a:gd name="connsiteY43" fmla="*/ 75703 h 75703"/>
                <a:gd name="connsiteX44" fmla="*/ 170208 w 323151"/>
                <a:gd name="connsiteY44" fmla="*/ 75703 h 75703"/>
                <a:gd name="connsiteX45" fmla="*/ 170208 w 323151"/>
                <a:gd name="connsiteY45" fmla="*/ 19688 h 75703"/>
                <a:gd name="connsiteX46" fmla="*/ 178802 w 323151"/>
                <a:gd name="connsiteY46" fmla="*/ 19688 h 75703"/>
                <a:gd name="connsiteX47" fmla="*/ 178724 w 323151"/>
                <a:gd name="connsiteY47" fmla="*/ 22422 h 75703"/>
                <a:gd name="connsiteX48" fmla="*/ 183685 w 323151"/>
                <a:gd name="connsiteY48" fmla="*/ 19609 h 75703"/>
                <a:gd name="connsiteX49" fmla="*/ 189427 w 323151"/>
                <a:gd name="connsiteY49" fmla="*/ 18516 h 75703"/>
                <a:gd name="connsiteX50" fmla="*/ 318073 w 323151"/>
                <a:gd name="connsiteY50" fmla="*/ 18359 h 75703"/>
                <a:gd name="connsiteX51" fmla="*/ 320417 w 323151"/>
                <a:gd name="connsiteY51" fmla="*/ 18516 h 75703"/>
                <a:gd name="connsiteX52" fmla="*/ 323151 w 323151"/>
                <a:gd name="connsiteY52" fmla="*/ 19141 h 75703"/>
                <a:gd name="connsiteX53" fmla="*/ 323151 w 323151"/>
                <a:gd name="connsiteY53" fmla="*/ 27500 h 75703"/>
                <a:gd name="connsiteX54" fmla="*/ 320456 w 323151"/>
                <a:gd name="connsiteY54" fmla="*/ 26602 h 75703"/>
                <a:gd name="connsiteX55" fmla="*/ 318386 w 323151"/>
                <a:gd name="connsiteY55" fmla="*/ 26406 h 75703"/>
                <a:gd name="connsiteX56" fmla="*/ 314948 w 323151"/>
                <a:gd name="connsiteY56" fmla="*/ 26992 h 75703"/>
                <a:gd name="connsiteX57" fmla="*/ 312057 w 323151"/>
                <a:gd name="connsiteY57" fmla="*/ 28906 h 75703"/>
                <a:gd name="connsiteX58" fmla="*/ 310065 w 323151"/>
                <a:gd name="connsiteY58" fmla="*/ 32344 h 75703"/>
                <a:gd name="connsiteX59" fmla="*/ 309323 w 323151"/>
                <a:gd name="connsiteY59" fmla="*/ 37656 h 75703"/>
                <a:gd name="connsiteX60" fmla="*/ 309323 w 323151"/>
                <a:gd name="connsiteY60" fmla="*/ 60547 h 75703"/>
                <a:gd name="connsiteX61" fmla="*/ 300807 w 323151"/>
                <a:gd name="connsiteY61" fmla="*/ 60547 h 75703"/>
                <a:gd name="connsiteX62" fmla="*/ 300807 w 323151"/>
                <a:gd name="connsiteY62" fmla="*/ 19609 h 75703"/>
                <a:gd name="connsiteX63" fmla="*/ 309479 w 323151"/>
                <a:gd name="connsiteY63" fmla="*/ 19609 h 75703"/>
                <a:gd name="connsiteX64" fmla="*/ 309323 w 323151"/>
                <a:gd name="connsiteY64" fmla="*/ 23984 h 75703"/>
                <a:gd name="connsiteX65" fmla="*/ 312761 w 323151"/>
                <a:gd name="connsiteY65" fmla="*/ 20234 h 75703"/>
                <a:gd name="connsiteX66" fmla="*/ 318073 w 323151"/>
                <a:gd name="connsiteY66" fmla="*/ 18359 h 75703"/>
                <a:gd name="connsiteX67" fmla="*/ 265365 w 323151"/>
                <a:gd name="connsiteY67" fmla="*/ 18359 h 75703"/>
                <a:gd name="connsiteX68" fmla="*/ 274037 w 323151"/>
                <a:gd name="connsiteY68" fmla="*/ 20078 h 75703"/>
                <a:gd name="connsiteX69" fmla="*/ 280052 w 323151"/>
                <a:gd name="connsiteY69" fmla="*/ 24766 h 75703"/>
                <a:gd name="connsiteX70" fmla="*/ 283529 w 323151"/>
                <a:gd name="connsiteY70" fmla="*/ 31758 h 75703"/>
                <a:gd name="connsiteX71" fmla="*/ 284662 w 323151"/>
                <a:gd name="connsiteY71" fmla="*/ 40313 h 75703"/>
                <a:gd name="connsiteX72" fmla="*/ 284193 w 323151"/>
                <a:gd name="connsiteY72" fmla="*/ 41953 h 75703"/>
                <a:gd name="connsiteX73" fmla="*/ 282787 w 323151"/>
                <a:gd name="connsiteY73" fmla="*/ 42500 h 75703"/>
                <a:gd name="connsiteX74" fmla="*/ 255521 w 323151"/>
                <a:gd name="connsiteY74" fmla="*/ 42500 h 75703"/>
                <a:gd name="connsiteX75" fmla="*/ 257982 w 323151"/>
                <a:gd name="connsiteY75" fmla="*/ 51133 h 75703"/>
                <a:gd name="connsiteX76" fmla="*/ 266302 w 323151"/>
                <a:gd name="connsiteY76" fmla="*/ 54688 h 75703"/>
                <a:gd name="connsiteX77" fmla="*/ 271966 w 323151"/>
                <a:gd name="connsiteY77" fmla="*/ 52422 h 75703"/>
                <a:gd name="connsiteX78" fmla="*/ 275443 w 323151"/>
                <a:gd name="connsiteY78" fmla="*/ 45469 h 75703"/>
                <a:gd name="connsiteX79" fmla="*/ 284662 w 323151"/>
                <a:gd name="connsiteY79" fmla="*/ 45469 h 75703"/>
                <a:gd name="connsiteX80" fmla="*/ 277474 w 323151"/>
                <a:gd name="connsiteY80" fmla="*/ 57969 h 75703"/>
                <a:gd name="connsiteX81" fmla="*/ 264974 w 323151"/>
                <a:gd name="connsiteY81" fmla="*/ 61797 h 75703"/>
                <a:gd name="connsiteX82" fmla="*/ 256732 w 323151"/>
                <a:gd name="connsiteY82" fmla="*/ 60000 h 75703"/>
                <a:gd name="connsiteX83" fmla="*/ 250990 w 323151"/>
                <a:gd name="connsiteY83" fmla="*/ 55156 h 75703"/>
                <a:gd name="connsiteX84" fmla="*/ 247552 w 323151"/>
                <a:gd name="connsiteY84" fmla="*/ 48203 h 75703"/>
                <a:gd name="connsiteX85" fmla="*/ 246458 w 323151"/>
                <a:gd name="connsiteY85" fmla="*/ 40078 h 75703"/>
                <a:gd name="connsiteX86" fmla="*/ 247630 w 323151"/>
                <a:gd name="connsiteY86" fmla="*/ 32109 h 75703"/>
                <a:gd name="connsiteX87" fmla="*/ 251146 w 323151"/>
                <a:gd name="connsiteY87" fmla="*/ 25156 h 75703"/>
                <a:gd name="connsiteX88" fmla="*/ 257044 w 323151"/>
                <a:gd name="connsiteY88" fmla="*/ 20234 h 75703"/>
                <a:gd name="connsiteX89" fmla="*/ 265365 w 323151"/>
                <a:gd name="connsiteY89" fmla="*/ 18359 h 75703"/>
                <a:gd name="connsiteX90" fmla="*/ 132891 w 323151"/>
                <a:gd name="connsiteY90" fmla="*/ 18359 h 75703"/>
                <a:gd name="connsiteX91" fmla="*/ 144258 w 323151"/>
                <a:gd name="connsiteY91" fmla="*/ 21992 h 75703"/>
                <a:gd name="connsiteX92" fmla="*/ 148516 w 323151"/>
                <a:gd name="connsiteY92" fmla="*/ 32813 h 75703"/>
                <a:gd name="connsiteX93" fmla="*/ 148516 w 323151"/>
                <a:gd name="connsiteY93" fmla="*/ 53594 h 75703"/>
                <a:gd name="connsiteX94" fmla="*/ 148594 w 323151"/>
                <a:gd name="connsiteY94" fmla="*/ 56797 h 75703"/>
                <a:gd name="connsiteX95" fmla="*/ 149141 w 323151"/>
                <a:gd name="connsiteY95" fmla="*/ 60547 h 75703"/>
                <a:gd name="connsiteX96" fmla="*/ 140625 w 323151"/>
                <a:gd name="connsiteY96" fmla="*/ 60547 h 75703"/>
                <a:gd name="connsiteX97" fmla="*/ 140547 w 323151"/>
                <a:gd name="connsiteY97" fmla="*/ 56641 h 75703"/>
                <a:gd name="connsiteX98" fmla="*/ 136641 w 323151"/>
                <a:gd name="connsiteY98" fmla="*/ 60078 h 75703"/>
                <a:gd name="connsiteX99" fmla="*/ 129844 w 323151"/>
                <a:gd name="connsiteY99" fmla="*/ 61797 h 75703"/>
                <a:gd name="connsiteX100" fmla="*/ 118789 w 323151"/>
                <a:gd name="connsiteY100" fmla="*/ 58398 h 75703"/>
                <a:gd name="connsiteX101" fmla="*/ 115234 w 323151"/>
                <a:gd name="connsiteY101" fmla="*/ 48750 h 75703"/>
                <a:gd name="connsiteX102" fmla="*/ 117578 w 323151"/>
                <a:gd name="connsiteY102" fmla="*/ 41289 h 75703"/>
                <a:gd name="connsiteX103" fmla="*/ 123750 w 323151"/>
                <a:gd name="connsiteY103" fmla="*/ 36406 h 75703"/>
                <a:gd name="connsiteX104" fmla="*/ 128164 w 323151"/>
                <a:gd name="connsiteY104" fmla="*/ 35039 h 75703"/>
                <a:gd name="connsiteX105" fmla="*/ 132813 w 323151"/>
                <a:gd name="connsiteY105" fmla="*/ 34453 h 75703"/>
                <a:gd name="connsiteX106" fmla="*/ 136953 w 323151"/>
                <a:gd name="connsiteY106" fmla="*/ 34375 h 75703"/>
                <a:gd name="connsiteX107" fmla="*/ 140234 w 323151"/>
                <a:gd name="connsiteY107" fmla="*/ 34375 h 75703"/>
                <a:gd name="connsiteX108" fmla="*/ 140234 w 323151"/>
                <a:gd name="connsiteY108" fmla="*/ 32578 h 75703"/>
                <a:gd name="connsiteX109" fmla="*/ 138086 w 323151"/>
                <a:gd name="connsiteY109" fmla="*/ 26836 h 75703"/>
                <a:gd name="connsiteX110" fmla="*/ 132734 w 323151"/>
                <a:gd name="connsiteY110" fmla="*/ 25391 h 75703"/>
                <a:gd name="connsiteX111" fmla="*/ 127852 w 323151"/>
                <a:gd name="connsiteY111" fmla="*/ 26641 h 75703"/>
                <a:gd name="connsiteX112" fmla="*/ 125625 w 323151"/>
                <a:gd name="connsiteY112" fmla="*/ 32344 h 75703"/>
                <a:gd name="connsiteX113" fmla="*/ 116563 w 323151"/>
                <a:gd name="connsiteY113" fmla="*/ 32344 h 75703"/>
                <a:gd name="connsiteX114" fmla="*/ 118203 w 323151"/>
                <a:gd name="connsiteY114" fmla="*/ 26016 h 75703"/>
                <a:gd name="connsiteX115" fmla="*/ 121953 w 323151"/>
                <a:gd name="connsiteY115" fmla="*/ 21641 h 75703"/>
                <a:gd name="connsiteX116" fmla="*/ 127070 w 323151"/>
                <a:gd name="connsiteY116" fmla="*/ 19180 h 75703"/>
                <a:gd name="connsiteX117" fmla="*/ 132891 w 323151"/>
                <a:gd name="connsiteY117" fmla="*/ 18359 h 75703"/>
                <a:gd name="connsiteX118" fmla="*/ 226042 w 323151"/>
                <a:gd name="connsiteY118" fmla="*/ 8203 h 75703"/>
                <a:gd name="connsiteX119" fmla="*/ 234401 w 323151"/>
                <a:gd name="connsiteY119" fmla="*/ 8203 h 75703"/>
                <a:gd name="connsiteX120" fmla="*/ 234401 w 323151"/>
                <a:gd name="connsiteY120" fmla="*/ 19375 h 75703"/>
                <a:gd name="connsiteX121" fmla="*/ 242995 w 323151"/>
                <a:gd name="connsiteY121" fmla="*/ 19375 h 75703"/>
                <a:gd name="connsiteX122" fmla="*/ 242995 w 323151"/>
                <a:gd name="connsiteY122" fmla="*/ 26484 h 75703"/>
                <a:gd name="connsiteX123" fmla="*/ 234401 w 323151"/>
                <a:gd name="connsiteY123" fmla="*/ 26484 h 75703"/>
                <a:gd name="connsiteX124" fmla="*/ 234401 w 323151"/>
                <a:gd name="connsiteY124" fmla="*/ 49609 h 75703"/>
                <a:gd name="connsiteX125" fmla="*/ 235221 w 323151"/>
                <a:gd name="connsiteY125" fmla="*/ 53867 h 75703"/>
                <a:gd name="connsiteX126" fmla="*/ 237917 w 323151"/>
                <a:gd name="connsiteY126" fmla="*/ 54766 h 75703"/>
                <a:gd name="connsiteX127" fmla="*/ 240456 w 323151"/>
                <a:gd name="connsiteY127" fmla="*/ 54609 h 75703"/>
                <a:gd name="connsiteX128" fmla="*/ 243464 w 323151"/>
                <a:gd name="connsiteY128" fmla="*/ 53594 h 75703"/>
                <a:gd name="connsiteX129" fmla="*/ 243464 w 323151"/>
                <a:gd name="connsiteY129" fmla="*/ 60625 h 75703"/>
                <a:gd name="connsiteX130" fmla="*/ 240221 w 323151"/>
                <a:gd name="connsiteY130" fmla="*/ 61445 h 75703"/>
                <a:gd name="connsiteX131" fmla="*/ 237057 w 323151"/>
                <a:gd name="connsiteY131" fmla="*/ 61719 h 75703"/>
                <a:gd name="connsiteX132" fmla="*/ 232761 w 323151"/>
                <a:gd name="connsiteY132" fmla="*/ 61250 h 75703"/>
                <a:gd name="connsiteX133" fmla="*/ 229245 w 323151"/>
                <a:gd name="connsiteY133" fmla="*/ 59531 h 75703"/>
                <a:gd name="connsiteX134" fmla="*/ 226901 w 323151"/>
                <a:gd name="connsiteY134" fmla="*/ 56328 h 75703"/>
                <a:gd name="connsiteX135" fmla="*/ 226042 w 323151"/>
                <a:gd name="connsiteY135" fmla="*/ 51250 h 75703"/>
                <a:gd name="connsiteX136" fmla="*/ 226042 w 323151"/>
                <a:gd name="connsiteY136" fmla="*/ 26484 h 75703"/>
                <a:gd name="connsiteX137" fmla="*/ 218464 w 323151"/>
                <a:gd name="connsiteY137" fmla="*/ 26484 h 75703"/>
                <a:gd name="connsiteX138" fmla="*/ 218464 w 323151"/>
                <a:gd name="connsiteY138" fmla="*/ 19375 h 75703"/>
                <a:gd name="connsiteX139" fmla="*/ 226042 w 323151"/>
                <a:gd name="connsiteY139" fmla="*/ 19375 h 75703"/>
                <a:gd name="connsiteX140" fmla="*/ 66901 w 323151"/>
                <a:gd name="connsiteY140" fmla="*/ 781 h 75703"/>
                <a:gd name="connsiteX141" fmla="*/ 75182 w 323151"/>
                <a:gd name="connsiteY141" fmla="*/ 781 h 75703"/>
                <a:gd name="connsiteX142" fmla="*/ 75182 w 323151"/>
                <a:gd name="connsiteY142" fmla="*/ 23281 h 75703"/>
                <a:gd name="connsiteX143" fmla="*/ 80221 w 323151"/>
                <a:gd name="connsiteY143" fmla="*/ 19609 h 75703"/>
                <a:gd name="connsiteX144" fmla="*/ 86354 w 323151"/>
                <a:gd name="connsiteY144" fmla="*/ 18281 h 75703"/>
                <a:gd name="connsiteX145" fmla="*/ 97331 w 323151"/>
                <a:gd name="connsiteY145" fmla="*/ 22344 h 75703"/>
                <a:gd name="connsiteX146" fmla="*/ 101354 w 323151"/>
                <a:gd name="connsiteY146" fmla="*/ 33594 h 75703"/>
                <a:gd name="connsiteX147" fmla="*/ 101354 w 323151"/>
                <a:gd name="connsiteY147" fmla="*/ 60391 h 75703"/>
                <a:gd name="connsiteX148" fmla="*/ 92682 w 323151"/>
                <a:gd name="connsiteY148" fmla="*/ 60391 h 75703"/>
                <a:gd name="connsiteX149" fmla="*/ 92682 w 323151"/>
                <a:gd name="connsiteY149" fmla="*/ 35703 h 75703"/>
                <a:gd name="connsiteX150" fmla="*/ 90690 w 323151"/>
                <a:gd name="connsiteY150" fmla="*/ 27656 h 75703"/>
                <a:gd name="connsiteX151" fmla="*/ 84323 w 323151"/>
                <a:gd name="connsiteY151" fmla="*/ 25313 h 75703"/>
                <a:gd name="connsiteX152" fmla="*/ 80964 w 323151"/>
                <a:gd name="connsiteY152" fmla="*/ 26055 h 75703"/>
                <a:gd name="connsiteX153" fmla="*/ 78073 w 323151"/>
                <a:gd name="connsiteY153" fmla="*/ 28203 h 75703"/>
                <a:gd name="connsiteX154" fmla="*/ 75964 w 323151"/>
                <a:gd name="connsiteY154" fmla="*/ 31992 h 75703"/>
                <a:gd name="connsiteX155" fmla="*/ 75182 w 323151"/>
                <a:gd name="connsiteY155" fmla="*/ 37422 h 75703"/>
                <a:gd name="connsiteX156" fmla="*/ 75182 w 323151"/>
                <a:gd name="connsiteY156" fmla="*/ 60391 h 75703"/>
                <a:gd name="connsiteX157" fmla="*/ 66901 w 323151"/>
                <a:gd name="connsiteY157" fmla="*/ 60391 h 75703"/>
                <a:gd name="connsiteX158" fmla="*/ 25000 w 323151"/>
                <a:gd name="connsiteY158" fmla="*/ 0 h 75703"/>
                <a:gd name="connsiteX159" fmla="*/ 32305 w 323151"/>
                <a:gd name="connsiteY159" fmla="*/ 1016 h 75703"/>
                <a:gd name="connsiteX160" fmla="*/ 38750 w 323151"/>
                <a:gd name="connsiteY160" fmla="*/ 4141 h 75703"/>
                <a:gd name="connsiteX161" fmla="*/ 43555 w 323151"/>
                <a:gd name="connsiteY161" fmla="*/ 9492 h 75703"/>
                <a:gd name="connsiteX162" fmla="*/ 45938 w 323151"/>
                <a:gd name="connsiteY162" fmla="*/ 17266 h 75703"/>
                <a:gd name="connsiteX163" fmla="*/ 36797 w 323151"/>
                <a:gd name="connsiteY163" fmla="*/ 17266 h 75703"/>
                <a:gd name="connsiteX164" fmla="*/ 32813 w 323151"/>
                <a:gd name="connsiteY164" fmla="*/ 9883 h 75703"/>
                <a:gd name="connsiteX165" fmla="*/ 25156 w 323151"/>
                <a:gd name="connsiteY165" fmla="*/ 7656 h 75703"/>
                <a:gd name="connsiteX166" fmla="*/ 17461 w 323151"/>
                <a:gd name="connsiteY166" fmla="*/ 9687 h 75703"/>
                <a:gd name="connsiteX167" fmla="*/ 12578 w 323151"/>
                <a:gd name="connsiteY167" fmla="*/ 15000 h 75703"/>
                <a:gd name="connsiteX168" fmla="*/ 9922 w 323151"/>
                <a:gd name="connsiteY168" fmla="*/ 22422 h 75703"/>
                <a:gd name="connsiteX169" fmla="*/ 9141 w 323151"/>
                <a:gd name="connsiteY169" fmla="*/ 30859 h 75703"/>
                <a:gd name="connsiteX170" fmla="*/ 9922 w 323151"/>
                <a:gd name="connsiteY170" fmla="*/ 39375 h 75703"/>
                <a:gd name="connsiteX171" fmla="*/ 12578 w 323151"/>
                <a:gd name="connsiteY171" fmla="*/ 46797 h 75703"/>
                <a:gd name="connsiteX172" fmla="*/ 17461 w 323151"/>
                <a:gd name="connsiteY172" fmla="*/ 52070 h 75703"/>
                <a:gd name="connsiteX173" fmla="*/ 25156 w 323151"/>
                <a:gd name="connsiteY173" fmla="*/ 54063 h 75703"/>
                <a:gd name="connsiteX174" fmla="*/ 32734 w 323151"/>
                <a:gd name="connsiteY174" fmla="*/ 51914 h 75703"/>
                <a:gd name="connsiteX175" fmla="*/ 37109 w 323151"/>
                <a:gd name="connsiteY175" fmla="*/ 43828 h 75703"/>
                <a:gd name="connsiteX176" fmla="*/ 46250 w 323151"/>
                <a:gd name="connsiteY176" fmla="*/ 43828 h 75703"/>
                <a:gd name="connsiteX177" fmla="*/ 43828 w 323151"/>
                <a:gd name="connsiteY177" fmla="*/ 51602 h 75703"/>
                <a:gd name="connsiteX178" fmla="*/ 39063 w 323151"/>
                <a:gd name="connsiteY178" fmla="*/ 57109 h 75703"/>
                <a:gd name="connsiteX179" fmla="*/ 32578 w 323151"/>
                <a:gd name="connsiteY179" fmla="*/ 60469 h 75703"/>
                <a:gd name="connsiteX180" fmla="*/ 25000 w 323151"/>
                <a:gd name="connsiteY180" fmla="*/ 61563 h 75703"/>
                <a:gd name="connsiteX181" fmla="*/ 13633 w 323151"/>
                <a:gd name="connsiteY181" fmla="*/ 59063 h 75703"/>
                <a:gd name="connsiteX182" fmla="*/ 5859 w 323151"/>
                <a:gd name="connsiteY182" fmla="*/ 52266 h 75703"/>
                <a:gd name="connsiteX183" fmla="*/ 1406 w 323151"/>
                <a:gd name="connsiteY183" fmla="*/ 42500 h 75703"/>
                <a:gd name="connsiteX184" fmla="*/ 0 w 323151"/>
                <a:gd name="connsiteY184" fmla="*/ 30859 h 75703"/>
                <a:gd name="connsiteX185" fmla="*/ 1445 w 323151"/>
                <a:gd name="connsiteY185" fmla="*/ 19414 h 75703"/>
                <a:gd name="connsiteX186" fmla="*/ 5938 w 323151"/>
                <a:gd name="connsiteY186" fmla="*/ 9531 h 75703"/>
                <a:gd name="connsiteX187" fmla="*/ 13711 w 323151"/>
                <a:gd name="connsiteY187" fmla="*/ 2617 h 75703"/>
                <a:gd name="connsiteX188" fmla="*/ 25000 w 323151"/>
                <a:gd name="connsiteY188" fmla="*/ 0 h 75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</a:cxnLst>
              <a:rect l="l" t="t" r="r" b="b"/>
              <a:pathLst>
                <a:path w="323151" h="75703">
                  <a:moveTo>
                    <a:pt x="136016" y="41406"/>
                  </a:moveTo>
                  <a:cubicBezTo>
                    <a:pt x="134193" y="41406"/>
                    <a:pt x="132396" y="41615"/>
                    <a:pt x="130625" y="42031"/>
                  </a:cubicBezTo>
                  <a:cubicBezTo>
                    <a:pt x="128854" y="42396"/>
                    <a:pt x="127344" y="43112"/>
                    <a:pt x="126094" y="44180"/>
                  </a:cubicBezTo>
                  <a:cubicBezTo>
                    <a:pt x="124844" y="45247"/>
                    <a:pt x="124219" y="46823"/>
                    <a:pt x="124219" y="48906"/>
                  </a:cubicBezTo>
                  <a:cubicBezTo>
                    <a:pt x="124219" y="51250"/>
                    <a:pt x="124753" y="52800"/>
                    <a:pt x="125820" y="53555"/>
                  </a:cubicBezTo>
                  <a:cubicBezTo>
                    <a:pt x="126888" y="54310"/>
                    <a:pt x="128516" y="54688"/>
                    <a:pt x="130703" y="54688"/>
                  </a:cubicBezTo>
                  <a:cubicBezTo>
                    <a:pt x="132734" y="54688"/>
                    <a:pt x="134388" y="54323"/>
                    <a:pt x="135664" y="53594"/>
                  </a:cubicBezTo>
                  <a:cubicBezTo>
                    <a:pt x="136940" y="52865"/>
                    <a:pt x="137943" y="51875"/>
                    <a:pt x="138672" y="50625"/>
                  </a:cubicBezTo>
                  <a:cubicBezTo>
                    <a:pt x="139349" y="49375"/>
                    <a:pt x="139818" y="47956"/>
                    <a:pt x="140078" y="46367"/>
                  </a:cubicBezTo>
                  <a:cubicBezTo>
                    <a:pt x="140339" y="44779"/>
                    <a:pt x="140469" y="43125"/>
                    <a:pt x="140469" y="41406"/>
                  </a:cubicBezTo>
                  <a:cubicBezTo>
                    <a:pt x="139323" y="41406"/>
                    <a:pt x="137839" y="41406"/>
                    <a:pt x="136016" y="41406"/>
                  </a:cubicBezTo>
                  <a:close/>
                  <a:moveTo>
                    <a:pt x="188568" y="25547"/>
                  </a:moveTo>
                  <a:cubicBezTo>
                    <a:pt x="184870" y="25547"/>
                    <a:pt x="182240" y="26888"/>
                    <a:pt x="180677" y="29570"/>
                  </a:cubicBezTo>
                  <a:cubicBezTo>
                    <a:pt x="179115" y="32253"/>
                    <a:pt x="178333" y="35547"/>
                    <a:pt x="178333" y="39453"/>
                  </a:cubicBezTo>
                  <a:cubicBezTo>
                    <a:pt x="178333" y="41641"/>
                    <a:pt x="178503" y="43672"/>
                    <a:pt x="178841" y="45547"/>
                  </a:cubicBezTo>
                  <a:cubicBezTo>
                    <a:pt x="179180" y="47422"/>
                    <a:pt x="179766" y="49036"/>
                    <a:pt x="180599" y="50391"/>
                  </a:cubicBezTo>
                  <a:cubicBezTo>
                    <a:pt x="181432" y="51797"/>
                    <a:pt x="182526" y="52878"/>
                    <a:pt x="183880" y="53633"/>
                  </a:cubicBezTo>
                  <a:cubicBezTo>
                    <a:pt x="185234" y="54388"/>
                    <a:pt x="186901" y="54766"/>
                    <a:pt x="188880" y="54766"/>
                  </a:cubicBezTo>
                  <a:cubicBezTo>
                    <a:pt x="190703" y="54766"/>
                    <a:pt x="192214" y="54323"/>
                    <a:pt x="193412" y="53438"/>
                  </a:cubicBezTo>
                  <a:cubicBezTo>
                    <a:pt x="194609" y="52552"/>
                    <a:pt x="195573" y="51406"/>
                    <a:pt x="196302" y="50000"/>
                  </a:cubicBezTo>
                  <a:cubicBezTo>
                    <a:pt x="196979" y="48542"/>
                    <a:pt x="197474" y="46914"/>
                    <a:pt x="197787" y="45117"/>
                  </a:cubicBezTo>
                  <a:cubicBezTo>
                    <a:pt x="198099" y="43320"/>
                    <a:pt x="198255" y="41510"/>
                    <a:pt x="198255" y="39688"/>
                  </a:cubicBezTo>
                  <a:cubicBezTo>
                    <a:pt x="198255" y="37760"/>
                    <a:pt x="198073" y="35951"/>
                    <a:pt x="197708" y="34258"/>
                  </a:cubicBezTo>
                  <a:cubicBezTo>
                    <a:pt x="197344" y="32565"/>
                    <a:pt x="196771" y="31068"/>
                    <a:pt x="195990" y="29766"/>
                  </a:cubicBezTo>
                  <a:cubicBezTo>
                    <a:pt x="195208" y="28464"/>
                    <a:pt x="194206" y="27435"/>
                    <a:pt x="192982" y="26680"/>
                  </a:cubicBezTo>
                  <a:cubicBezTo>
                    <a:pt x="191758" y="25925"/>
                    <a:pt x="190287" y="25547"/>
                    <a:pt x="188568" y="25547"/>
                  </a:cubicBezTo>
                  <a:close/>
                  <a:moveTo>
                    <a:pt x="265599" y="25391"/>
                  </a:moveTo>
                  <a:cubicBezTo>
                    <a:pt x="262474" y="25391"/>
                    <a:pt x="260104" y="26432"/>
                    <a:pt x="258490" y="28516"/>
                  </a:cubicBezTo>
                  <a:cubicBezTo>
                    <a:pt x="256875" y="30599"/>
                    <a:pt x="255964" y="32943"/>
                    <a:pt x="255755" y="35547"/>
                  </a:cubicBezTo>
                  <a:lnTo>
                    <a:pt x="275677" y="35547"/>
                  </a:lnTo>
                  <a:cubicBezTo>
                    <a:pt x="275469" y="32578"/>
                    <a:pt x="274544" y="30143"/>
                    <a:pt x="272904" y="28242"/>
                  </a:cubicBezTo>
                  <a:cubicBezTo>
                    <a:pt x="271263" y="26341"/>
                    <a:pt x="268828" y="25391"/>
                    <a:pt x="265599" y="25391"/>
                  </a:cubicBezTo>
                  <a:close/>
                  <a:moveTo>
                    <a:pt x="189427" y="18516"/>
                  </a:moveTo>
                  <a:cubicBezTo>
                    <a:pt x="192604" y="18516"/>
                    <a:pt x="195326" y="19128"/>
                    <a:pt x="197591" y="20352"/>
                  </a:cubicBezTo>
                  <a:cubicBezTo>
                    <a:pt x="199857" y="21576"/>
                    <a:pt x="201719" y="23203"/>
                    <a:pt x="203177" y="25234"/>
                  </a:cubicBezTo>
                  <a:cubicBezTo>
                    <a:pt x="204583" y="27266"/>
                    <a:pt x="205625" y="29570"/>
                    <a:pt x="206302" y="32148"/>
                  </a:cubicBezTo>
                  <a:cubicBezTo>
                    <a:pt x="206979" y="34727"/>
                    <a:pt x="207318" y="37370"/>
                    <a:pt x="207318" y="40078"/>
                  </a:cubicBezTo>
                  <a:cubicBezTo>
                    <a:pt x="207318" y="42891"/>
                    <a:pt x="206966" y="45612"/>
                    <a:pt x="206263" y="48242"/>
                  </a:cubicBezTo>
                  <a:cubicBezTo>
                    <a:pt x="205560" y="50872"/>
                    <a:pt x="204479" y="53203"/>
                    <a:pt x="203021" y="55234"/>
                  </a:cubicBezTo>
                  <a:cubicBezTo>
                    <a:pt x="201563" y="57266"/>
                    <a:pt x="199701" y="58893"/>
                    <a:pt x="197435" y="60117"/>
                  </a:cubicBezTo>
                  <a:cubicBezTo>
                    <a:pt x="195169" y="61341"/>
                    <a:pt x="192474" y="61953"/>
                    <a:pt x="189349" y="61953"/>
                  </a:cubicBezTo>
                  <a:cubicBezTo>
                    <a:pt x="187109" y="61953"/>
                    <a:pt x="185091" y="61563"/>
                    <a:pt x="183294" y="60781"/>
                  </a:cubicBezTo>
                  <a:cubicBezTo>
                    <a:pt x="181497" y="60000"/>
                    <a:pt x="179974" y="58906"/>
                    <a:pt x="178724" y="57500"/>
                  </a:cubicBezTo>
                  <a:lnTo>
                    <a:pt x="178724" y="75703"/>
                  </a:lnTo>
                  <a:lnTo>
                    <a:pt x="170208" y="75703"/>
                  </a:lnTo>
                  <a:lnTo>
                    <a:pt x="170208" y="19688"/>
                  </a:lnTo>
                  <a:lnTo>
                    <a:pt x="178802" y="19688"/>
                  </a:lnTo>
                  <a:lnTo>
                    <a:pt x="178724" y="22422"/>
                  </a:lnTo>
                  <a:cubicBezTo>
                    <a:pt x="180130" y="21276"/>
                    <a:pt x="181784" y="20339"/>
                    <a:pt x="183685" y="19609"/>
                  </a:cubicBezTo>
                  <a:cubicBezTo>
                    <a:pt x="185586" y="18880"/>
                    <a:pt x="187500" y="18516"/>
                    <a:pt x="189427" y="18516"/>
                  </a:cubicBezTo>
                  <a:close/>
                  <a:moveTo>
                    <a:pt x="318073" y="18359"/>
                  </a:moveTo>
                  <a:cubicBezTo>
                    <a:pt x="318750" y="18359"/>
                    <a:pt x="319531" y="18411"/>
                    <a:pt x="320417" y="18516"/>
                  </a:cubicBezTo>
                  <a:cubicBezTo>
                    <a:pt x="321302" y="18620"/>
                    <a:pt x="322214" y="18828"/>
                    <a:pt x="323151" y="19141"/>
                  </a:cubicBezTo>
                  <a:lnTo>
                    <a:pt x="323151" y="27500"/>
                  </a:lnTo>
                  <a:cubicBezTo>
                    <a:pt x="322110" y="27031"/>
                    <a:pt x="321211" y="26732"/>
                    <a:pt x="320456" y="26602"/>
                  </a:cubicBezTo>
                  <a:cubicBezTo>
                    <a:pt x="319701" y="26471"/>
                    <a:pt x="319011" y="26406"/>
                    <a:pt x="318386" y="26406"/>
                  </a:cubicBezTo>
                  <a:cubicBezTo>
                    <a:pt x="317188" y="26406"/>
                    <a:pt x="316042" y="26602"/>
                    <a:pt x="314948" y="26992"/>
                  </a:cubicBezTo>
                  <a:cubicBezTo>
                    <a:pt x="313854" y="27383"/>
                    <a:pt x="312891" y="28021"/>
                    <a:pt x="312057" y="28906"/>
                  </a:cubicBezTo>
                  <a:cubicBezTo>
                    <a:pt x="311224" y="29740"/>
                    <a:pt x="310560" y="30885"/>
                    <a:pt x="310065" y="32344"/>
                  </a:cubicBezTo>
                  <a:cubicBezTo>
                    <a:pt x="309570" y="33802"/>
                    <a:pt x="309323" y="35573"/>
                    <a:pt x="309323" y="37656"/>
                  </a:cubicBezTo>
                  <a:lnTo>
                    <a:pt x="309323" y="60547"/>
                  </a:lnTo>
                  <a:lnTo>
                    <a:pt x="300807" y="60547"/>
                  </a:lnTo>
                  <a:lnTo>
                    <a:pt x="300807" y="19609"/>
                  </a:lnTo>
                  <a:lnTo>
                    <a:pt x="309479" y="19609"/>
                  </a:lnTo>
                  <a:lnTo>
                    <a:pt x="309323" y="23984"/>
                  </a:lnTo>
                  <a:cubicBezTo>
                    <a:pt x="310261" y="22734"/>
                    <a:pt x="311406" y="21484"/>
                    <a:pt x="312761" y="20234"/>
                  </a:cubicBezTo>
                  <a:cubicBezTo>
                    <a:pt x="314115" y="18984"/>
                    <a:pt x="315886" y="18359"/>
                    <a:pt x="318073" y="18359"/>
                  </a:cubicBezTo>
                  <a:close/>
                  <a:moveTo>
                    <a:pt x="265365" y="18359"/>
                  </a:moveTo>
                  <a:cubicBezTo>
                    <a:pt x="268698" y="18359"/>
                    <a:pt x="271589" y="18932"/>
                    <a:pt x="274037" y="20078"/>
                  </a:cubicBezTo>
                  <a:cubicBezTo>
                    <a:pt x="276485" y="21224"/>
                    <a:pt x="278490" y="22786"/>
                    <a:pt x="280052" y="24766"/>
                  </a:cubicBezTo>
                  <a:cubicBezTo>
                    <a:pt x="281615" y="26745"/>
                    <a:pt x="282774" y="29076"/>
                    <a:pt x="283529" y="31758"/>
                  </a:cubicBezTo>
                  <a:cubicBezTo>
                    <a:pt x="284284" y="34440"/>
                    <a:pt x="284662" y="37292"/>
                    <a:pt x="284662" y="40313"/>
                  </a:cubicBezTo>
                  <a:cubicBezTo>
                    <a:pt x="284662" y="41042"/>
                    <a:pt x="284505" y="41589"/>
                    <a:pt x="284193" y="41953"/>
                  </a:cubicBezTo>
                  <a:cubicBezTo>
                    <a:pt x="283880" y="42318"/>
                    <a:pt x="283412" y="42500"/>
                    <a:pt x="282787" y="42500"/>
                  </a:cubicBezTo>
                  <a:lnTo>
                    <a:pt x="255521" y="42500"/>
                  </a:lnTo>
                  <a:cubicBezTo>
                    <a:pt x="255521" y="45885"/>
                    <a:pt x="256341" y="48763"/>
                    <a:pt x="257982" y="51133"/>
                  </a:cubicBezTo>
                  <a:cubicBezTo>
                    <a:pt x="259623" y="53503"/>
                    <a:pt x="262396" y="54688"/>
                    <a:pt x="266302" y="54688"/>
                  </a:cubicBezTo>
                  <a:cubicBezTo>
                    <a:pt x="268542" y="54688"/>
                    <a:pt x="270430" y="53932"/>
                    <a:pt x="271966" y="52422"/>
                  </a:cubicBezTo>
                  <a:cubicBezTo>
                    <a:pt x="273503" y="50911"/>
                    <a:pt x="274662" y="48594"/>
                    <a:pt x="275443" y="45469"/>
                  </a:cubicBezTo>
                  <a:lnTo>
                    <a:pt x="284662" y="45469"/>
                  </a:lnTo>
                  <a:cubicBezTo>
                    <a:pt x="283203" y="51250"/>
                    <a:pt x="280807" y="55417"/>
                    <a:pt x="277474" y="57969"/>
                  </a:cubicBezTo>
                  <a:cubicBezTo>
                    <a:pt x="274141" y="60521"/>
                    <a:pt x="269974" y="61797"/>
                    <a:pt x="264974" y="61797"/>
                  </a:cubicBezTo>
                  <a:cubicBezTo>
                    <a:pt x="261797" y="61797"/>
                    <a:pt x="259050" y="61198"/>
                    <a:pt x="256732" y="60000"/>
                  </a:cubicBezTo>
                  <a:cubicBezTo>
                    <a:pt x="254414" y="58802"/>
                    <a:pt x="252500" y="57188"/>
                    <a:pt x="250990" y="55156"/>
                  </a:cubicBezTo>
                  <a:cubicBezTo>
                    <a:pt x="249427" y="53125"/>
                    <a:pt x="248281" y="50807"/>
                    <a:pt x="247552" y="48203"/>
                  </a:cubicBezTo>
                  <a:cubicBezTo>
                    <a:pt x="246823" y="45599"/>
                    <a:pt x="246458" y="42891"/>
                    <a:pt x="246458" y="40078"/>
                  </a:cubicBezTo>
                  <a:cubicBezTo>
                    <a:pt x="246458" y="37370"/>
                    <a:pt x="246849" y="34714"/>
                    <a:pt x="247630" y="32109"/>
                  </a:cubicBezTo>
                  <a:cubicBezTo>
                    <a:pt x="248412" y="29505"/>
                    <a:pt x="249583" y="27188"/>
                    <a:pt x="251146" y="25156"/>
                  </a:cubicBezTo>
                  <a:cubicBezTo>
                    <a:pt x="252708" y="23125"/>
                    <a:pt x="254675" y="21484"/>
                    <a:pt x="257044" y="20234"/>
                  </a:cubicBezTo>
                  <a:cubicBezTo>
                    <a:pt x="259414" y="18984"/>
                    <a:pt x="262188" y="18359"/>
                    <a:pt x="265365" y="18359"/>
                  </a:cubicBezTo>
                  <a:close/>
                  <a:moveTo>
                    <a:pt x="132891" y="18359"/>
                  </a:moveTo>
                  <a:cubicBezTo>
                    <a:pt x="137578" y="18359"/>
                    <a:pt x="141367" y="19570"/>
                    <a:pt x="144258" y="21992"/>
                  </a:cubicBezTo>
                  <a:cubicBezTo>
                    <a:pt x="147149" y="24414"/>
                    <a:pt x="148568" y="28021"/>
                    <a:pt x="148516" y="32813"/>
                  </a:cubicBezTo>
                  <a:lnTo>
                    <a:pt x="148516" y="53594"/>
                  </a:lnTo>
                  <a:cubicBezTo>
                    <a:pt x="148516" y="54531"/>
                    <a:pt x="148542" y="55599"/>
                    <a:pt x="148594" y="56797"/>
                  </a:cubicBezTo>
                  <a:cubicBezTo>
                    <a:pt x="148646" y="57995"/>
                    <a:pt x="148828" y="59245"/>
                    <a:pt x="149141" y="60547"/>
                  </a:cubicBezTo>
                  <a:lnTo>
                    <a:pt x="140625" y="60547"/>
                  </a:lnTo>
                  <a:lnTo>
                    <a:pt x="140547" y="56641"/>
                  </a:lnTo>
                  <a:cubicBezTo>
                    <a:pt x="139922" y="57786"/>
                    <a:pt x="138620" y="58932"/>
                    <a:pt x="136641" y="60078"/>
                  </a:cubicBezTo>
                  <a:cubicBezTo>
                    <a:pt x="134662" y="61224"/>
                    <a:pt x="132396" y="61797"/>
                    <a:pt x="129844" y="61797"/>
                  </a:cubicBezTo>
                  <a:cubicBezTo>
                    <a:pt x="124844" y="61797"/>
                    <a:pt x="121159" y="60664"/>
                    <a:pt x="118789" y="58398"/>
                  </a:cubicBezTo>
                  <a:cubicBezTo>
                    <a:pt x="116419" y="56133"/>
                    <a:pt x="115234" y="52917"/>
                    <a:pt x="115234" y="48750"/>
                  </a:cubicBezTo>
                  <a:cubicBezTo>
                    <a:pt x="115234" y="45938"/>
                    <a:pt x="116016" y="43451"/>
                    <a:pt x="117578" y="41289"/>
                  </a:cubicBezTo>
                  <a:cubicBezTo>
                    <a:pt x="119141" y="39128"/>
                    <a:pt x="121198" y="37500"/>
                    <a:pt x="123750" y="36406"/>
                  </a:cubicBezTo>
                  <a:cubicBezTo>
                    <a:pt x="125104" y="35781"/>
                    <a:pt x="126576" y="35326"/>
                    <a:pt x="128164" y="35039"/>
                  </a:cubicBezTo>
                  <a:cubicBezTo>
                    <a:pt x="129753" y="34753"/>
                    <a:pt x="131302" y="34557"/>
                    <a:pt x="132813" y="34453"/>
                  </a:cubicBezTo>
                  <a:cubicBezTo>
                    <a:pt x="134271" y="34401"/>
                    <a:pt x="135651" y="34375"/>
                    <a:pt x="136953" y="34375"/>
                  </a:cubicBezTo>
                  <a:cubicBezTo>
                    <a:pt x="138255" y="34375"/>
                    <a:pt x="139349" y="34375"/>
                    <a:pt x="140234" y="34375"/>
                  </a:cubicBezTo>
                  <a:lnTo>
                    <a:pt x="140234" y="32578"/>
                  </a:lnTo>
                  <a:cubicBezTo>
                    <a:pt x="140026" y="29714"/>
                    <a:pt x="139310" y="27800"/>
                    <a:pt x="138086" y="26836"/>
                  </a:cubicBezTo>
                  <a:cubicBezTo>
                    <a:pt x="136862" y="25872"/>
                    <a:pt x="135078" y="25391"/>
                    <a:pt x="132734" y="25391"/>
                  </a:cubicBezTo>
                  <a:cubicBezTo>
                    <a:pt x="130703" y="25391"/>
                    <a:pt x="129076" y="25807"/>
                    <a:pt x="127852" y="26641"/>
                  </a:cubicBezTo>
                  <a:cubicBezTo>
                    <a:pt x="126628" y="27474"/>
                    <a:pt x="125885" y="29375"/>
                    <a:pt x="125625" y="32344"/>
                  </a:cubicBezTo>
                  <a:lnTo>
                    <a:pt x="116563" y="32344"/>
                  </a:lnTo>
                  <a:cubicBezTo>
                    <a:pt x="116667" y="29896"/>
                    <a:pt x="117214" y="27786"/>
                    <a:pt x="118203" y="26016"/>
                  </a:cubicBezTo>
                  <a:cubicBezTo>
                    <a:pt x="119193" y="24245"/>
                    <a:pt x="120443" y="22786"/>
                    <a:pt x="121953" y="21641"/>
                  </a:cubicBezTo>
                  <a:cubicBezTo>
                    <a:pt x="123464" y="20547"/>
                    <a:pt x="125169" y="19727"/>
                    <a:pt x="127070" y="19180"/>
                  </a:cubicBezTo>
                  <a:cubicBezTo>
                    <a:pt x="128971" y="18633"/>
                    <a:pt x="130912" y="18359"/>
                    <a:pt x="132891" y="18359"/>
                  </a:cubicBezTo>
                  <a:close/>
                  <a:moveTo>
                    <a:pt x="226042" y="8203"/>
                  </a:moveTo>
                  <a:lnTo>
                    <a:pt x="234401" y="8203"/>
                  </a:lnTo>
                  <a:lnTo>
                    <a:pt x="234401" y="19375"/>
                  </a:lnTo>
                  <a:lnTo>
                    <a:pt x="242995" y="19375"/>
                  </a:lnTo>
                  <a:lnTo>
                    <a:pt x="242995" y="26484"/>
                  </a:lnTo>
                  <a:lnTo>
                    <a:pt x="234401" y="26484"/>
                  </a:lnTo>
                  <a:lnTo>
                    <a:pt x="234401" y="49609"/>
                  </a:lnTo>
                  <a:cubicBezTo>
                    <a:pt x="234401" y="51849"/>
                    <a:pt x="234675" y="53268"/>
                    <a:pt x="235221" y="53867"/>
                  </a:cubicBezTo>
                  <a:cubicBezTo>
                    <a:pt x="235768" y="54466"/>
                    <a:pt x="236667" y="54766"/>
                    <a:pt x="237917" y="54766"/>
                  </a:cubicBezTo>
                  <a:cubicBezTo>
                    <a:pt x="238646" y="54766"/>
                    <a:pt x="239492" y="54714"/>
                    <a:pt x="240456" y="54609"/>
                  </a:cubicBezTo>
                  <a:cubicBezTo>
                    <a:pt x="241419" y="54505"/>
                    <a:pt x="242422" y="54167"/>
                    <a:pt x="243464" y="53594"/>
                  </a:cubicBezTo>
                  <a:lnTo>
                    <a:pt x="243464" y="60625"/>
                  </a:lnTo>
                  <a:cubicBezTo>
                    <a:pt x="242578" y="60990"/>
                    <a:pt x="241498" y="61263"/>
                    <a:pt x="240221" y="61445"/>
                  </a:cubicBezTo>
                  <a:cubicBezTo>
                    <a:pt x="238945" y="61628"/>
                    <a:pt x="237891" y="61719"/>
                    <a:pt x="237057" y="61719"/>
                  </a:cubicBezTo>
                  <a:cubicBezTo>
                    <a:pt x="235547" y="61719"/>
                    <a:pt x="234115" y="61563"/>
                    <a:pt x="232761" y="61250"/>
                  </a:cubicBezTo>
                  <a:cubicBezTo>
                    <a:pt x="231406" y="60938"/>
                    <a:pt x="230234" y="60365"/>
                    <a:pt x="229245" y="59531"/>
                  </a:cubicBezTo>
                  <a:cubicBezTo>
                    <a:pt x="228255" y="58750"/>
                    <a:pt x="227474" y="57682"/>
                    <a:pt x="226901" y="56328"/>
                  </a:cubicBezTo>
                  <a:cubicBezTo>
                    <a:pt x="226328" y="54974"/>
                    <a:pt x="226042" y="53281"/>
                    <a:pt x="226042" y="51250"/>
                  </a:cubicBezTo>
                  <a:lnTo>
                    <a:pt x="226042" y="26484"/>
                  </a:lnTo>
                  <a:lnTo>
                    <a:pt x="218464" y="26484"/>
                  </a:lnTo>
                  <a:lnTo>
                    <a:pt x="218464" y="19375"/>
                  </a:lnTo>
                  <a:lnTo>
                    <a:pt x="226042" y="19375"/>
                  </a:lnTo>
                  <a:close/>
                  <a:moveTo>
                    <a:pt x="66901" y="781"/>
                  </a:moveTo>
                  <a:lnTo>
                    <a:pt x="75182" y="781"/>
                  </a:lnTo>
                  <a:lnTo>
                    <a:pt x="75182" y="23281"/>
                  </a:lnTo>
                  <a:cubicBezTo>
                    <a:pt x="76693" y="21719"/>
                    <a:pt x="78372" y="20495"/>
                    <a:pt x="80221" y="19609"/>
                  </a:cubicBezTo>
                  <a:cubicBezTo>
                    <a:pt x="82070" y="18724"/>
                    <a:pt x="84115" y="18281"/>
                    <a:pt x="86354" y="18281"/>
                  </a:cubicBezTo>
                  <a:cubicBezTo>
                    <a:pt x="90990" y="18281"/>
                    <a:pt x="94648" y="19635"/>
                    <a:pt x="97331" y="22344"/>
                  </a:cubicBezTo>
                  <a:cubicBezTo>
                    <a:pt x="100013" y="25052"/>
                    <a:pt x="101354" y="28802"/>
                    <a:pt x="101354" y="33594"/>
                  </a:cubicBezTo>
                  <a:lnTo>
                    <a:pt x="101354" y="60391"/>
                  </a:lnTo>
                  <a:lnTo>
                    <a:pt x="92682" y="60391"/>
                  </a:lnTo>
                  <a:lnTo>
                    <a:pt x="92682" y="35703"/>
                  </a:lnTo>
                  <a:cubicBezTo>
                    <a:pt x="92682" y="31901"/>
                    <a:pt x="92018" y="29219"/>
                    <a:pt x="90690" y="27656"/>
                  </a:cubicBezTo>
                  <a:cubicBezTo>
                    <a:pt x="89362" y="26094"/>
                    <a:pt x="87240" y="25313"/>
                    <a:pt x="84323" y="25313"/>
                  </a:cubicBezTo>
                  <a:cubicBezTo>
                    <a:pt x="83177" y="25313"/>
                    <a:pt x="82057" y="25560"/>
                    <a:pt x="80964" y="26055"/>
                  </a:cubicBezTo>
                  <a:cubicBezTo>
                    <a:pt x="79870" y="26550"/>
                    <a:pt x="78906" y="27266"/>
                    <a:pt x="78073" y="28203"/>
                  </a:cubicBezTo>
                  <a:cubicBezTo>
                    <a:pt x="77188" y="29193"/>
                    <a:pt x="76484" y="30456"/>
                    <a:pt x="75964" y="31992"/>
                  </a:cubicBezTo>
                  <a:cubicBezTo>
                    <a:pt x="75443" y="33529"/>
                    <a:pt x="75182" y="35339"/>
                    <a:pt x="75182" y="37422"/>
                  </a:cubicBezTo>
                  <a:lnTo>
                    <a:pt x="75182" y="60391"/>
                  </a:lnTo>
                  <a:lnTo>
                    <a:pt x="66901" y="60391"/>
                  </a:lnTo>
                  <a:close/>
                  <a:moveTo>
                    <a:pt x="25000" y="0"/>
                  </a:moveTo>
                  <a:cubicBezTo>
                    <a:pt x="27500" y="0"/>
                    <a:pt x="29935" y="339"/>
                    <a:pt x="32305" y="1016"/>
                  </a:cubicBezTo>
                  <a:cubicBezTo>
                    <a:pt x="34674" y="1693"/>
                    <a:pt x="36823" y="2734"/>
                    <a:pt x="38750" y="4141"/>
                  </a:cubicBezTo>
                  <a:cubicBezTo>
                    <a:pt x="40677" y="5547"/>
                    <a:pt x="42279" y="7331"/>
                    <a:pt x="43555" y="9492"/>
                  </a:cubicBezTo>
                  <a:cubicBezTo>
                    <a:pt x="44831" y="11654"/>
                    <a:pt x="45625" y="14245"/>
                    <a:pt x="45938" y="17266"/>
                  </a:cubicBezTo>
                  <a:lnTo>
                    <a:pt x="36797" y="17266"/>
                  </a:lnTo>
                  <a:cubicBezTo>
                    <a:pt x="36276" y="13828"/>
                    <a:pt x="34948" y="11367"/>
                    <a:pt x="32813" y="9883"/>
                  </a:cubicBezTo>
                  <a:cubicBezTo>
                    <a:pt x="30677" y="8398"/>
                    <a:pt x="28125" y="7656"/>
                    <a:pt x="25156" y="7656"/>
                  </a:cubicBezTo>
                  <a:cubicBezTo>
                    <a:pt x="22083" y="7656"/>
                    <a:pt x="19518" y="8333"/>
                    <a:pt x="17461" y="9687"/>
                  </a:cubicBezTo>
                  <a:cubicBezTo>
                    <a:pt x="15404" y="11042"/>
                    <a:pt x="13776" y="12813"/>
                    <a:pt x="12578" y="15000"/>
                  </a:cubicBezTo>
                  <a:cubicBezTo>
                    <a:pt x="11328" y="17188"/>
                    <a:pt x="10443" y="19661"/>
                    <a:pt x="9922" y="22422"/>
                  </a:cubicBezTo>
                  <a:cubicBezTo>
                    <a:pt x="9401" y="25182"/>
                    <a:pt x="9141" y="27995"/>
                    <a:pt x="9141" y="30859"/>
                  </a:cubicBezTo>
                  <a:cubicBezTo>
                    <a:pt x="9141" y="33776"/>
                    <a:pt x="9401" y="36615"/>
                    <a:pt x="9922" y="39375"/>
                  </a:cubicBezTo>
                  <a:cubicBezTo>
                    <a:pt x="10443" y="42135"/>
                    <a:pt x="11328" y="44609"/>
                    <a:pt x="12578" y="46797"/>
                  </a:cubicBezTo>
                  <a:cubicBezTo>
                    <a:pt x="13776" y="48984"/>
                    <a:pt x="15404" y="50742"/>
                    <a:pt x="17461" y="52070"/>
                  </a:cubicBezTo>
                  <a:cubicBezTo>
                    <a:pt x="19518" y="53398"/>
                    <a:pt x="22083" y="54063"/>
                    <a:pt x="25156" y="54063"/>
                  </a:cubicBezTo>
                  <a:cubicBezTo>
                    <a:pt x="28125" y="54063"/>
                    <a:pt x="30651" y="53346"/>
                    <a:pt x="32734" y="51914"/>
                  </a:cubicBezTo>
                  <a:cubicBezTo>
                    <a:pt x="34818" y="50482"/>
                    <a:pt x="36276" y="47787"/>
                    <a:pt x="37109" y="43828"/>
                  </a:cubicBezTo>
                  <a:lnTo>
                    <a:pt x="46250" y="43828"/>
                  </a:lnTo>
                  <a:cubicBezTo>
                    <a:pt x="45885" y="46797"/>
                    <a:pt x="45078" y="49388"/>
                    <a:pt x="43828" y="51602"/>
                  </a:cubicBezTo>
                  <a:cubicBezTo>
                    <a:pt x="42578" y="53815"/>
                    <a:pt x="40990" y="55651"/>
                    <a:pt x="39063" y="57109"/>
                  </a:cubicBezTo>
                  <a:cubicBezTo>
                    <a:pt x="37135" y="58620"/>
                    <a:pt x="34974" y="59740"/>
                    <a:pt x="32578" y="60469"/>
                  </a:cubicBezTo>
                  <a:cubicBezTo>
                    <a:pt x="30182" y="61198"/>
                    <a:pt x="27656" y="61563"/>
                    <a:pt x="25000" y="61563"/>
                  </a:cubicBezTo>
                  <a:cubicBezTo>
                    <a:pt x="20573" y="61563"/>
                    <a:pt x="16784" y="60729"/>
                    <a:pt x="13633" y="59063"/>
                  </a:cubicBezTo>
                  <a:cubicBezTo>
                    <a:pt x="10482" y="57396"/>
                    <a:pt x="7891" y="55130"/>
                    <a:pt x="5859" y="52266"/>
                  </a:cubicBezTo>
                  <a:cubicBezTo>
                    <a:pt x="3828" y="49453"/>
                    <a:pt x="2344" y="46198"/>
                    <a:pt x="1406" y="42500"/>
                  </a:cubicBezTo>
                  <a:cubicBezTo>
                    <a:pt x="469" y="38802"/>
                    <a:pt x="0" y="34922"/>
                    <a:pt x="0" y="30859"/>
                  </a:cubicBezTo>
                  <a:cubicBezTo>
                    <a:pt x="0" y="26953"/>
                    <a:pt x="482" y="23138"/>
                    <a:pt x="1445" y="19414"/>
                  </a:cubicBezTo>
                  <a:cubicBezTo>
                    <a:pt x="2409" y="15690"/>
                    <a:pt x="3906" y="12396"/>
                    <a:pt x="5938" y="9531"/>
                  </a:cubicBezTo>
                  <a:cubicBezTo>
                    <a:pt x="7969" y="6667"/>
                    <a:pt x="10560" y="4362"/>
                    <a:pt x="13711" y="2617"/>
                  </a:cubicBezTo>
                  <a:cubicBezTo>
                    <a:pt x="16862" y="872"/>
                    <a:pt x="20625" y="0"/>
                    <a:pt x="25000" y="0"/>
                  </a:cubicBezTo>
                  <a:close/>
                </a:path>
              </a:pathLst>
            </a:custGeom>
            <a:solidFill>
              <a:srgbClr val="FFFFFF"/>
            </a:solidFill>
            <a:ln w="13018" cap="flat">
              <a:solidFill>
                <a:srgbClr val="FFFFF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7E3AE0A-323D-4576-87D0-A28F6BACFFCB}"/>
                </a:ext>
              </a:extLst>
            </p:cNvPr>
            <p:cNvSpPr txBox="1"/>
            <p:nvPr/>
          </p:nvSpPr>
          <p:spPr>
            <a:xfrm>
              <a:off x="519590" y="818268"/>
              <a:ext cx="443296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Chapter</a:t>
              </a:r>
            </a:p>
          </p:txBody>
        </p:sp>
        <p:sp>
          <p:nvSpPr>
            <p:cNvPr id="34" name="자유형: 도형 33">
              <a:extLst>
                <a:ext uri="{FF2B5EF4-FFF2-40B4-BE49-F238E27FC236}">
                  <a16:creationId xmlns:a16="http://schemas.microsoft.com/office/drawing/2014/main" id="{5A705705-75E6-43B5-98FF-C352708DD2B8}"/>
                </a:ext>
              </a:extLst>
            </p:cNvPr>
            <p:cNvSpPr/>
            <p:nvPr/>
          </p:nvSpPr>
          <p:spPr>
            <a:xfrm>
              <a:off x="1076310" y="681133"/>
              <a:ext cx="197333" cy="392532"/>
            </a:xfrm>
            <a:custGeom>
              <a:avLst/>
              <a:gdLst>
                <a:gd name="connsiteX0" fmla="*/ 0 w 197333"/>
                <a:gd name="connsiteY0" fmla="*/ 0 h 392532"/>
                <a:gd name="connsiteX1" fmla="*/ 197333 w 197333"/>
                <a:gd name="connsiteY1" fmla="*/ 0 h 392532"/>
                <a:gd name="connsiteX2" fmla="*/ 197333 w 197333"/>
                <a:gd name="connsiteY2" fmla="*/ 37117 h 392532"/>
                <a:gd name="connsiteX3" fmla="*/ 120430 w 197333"/>
                <a:gd name="connsiteY3" fmla="*/ 37117 h 392532"/>
                <a:gd name="connsiteX4" fmla="*/ 120430 w 197333"/>
                <a:gd name="connsiteY4" fmla="*/ 355416 h 392532"/>
                <a:gd name="connsiteX5" fmla="*/ 197333 w 197333"/>
                <a:gd name="connsiteY5" fmla="*/ 355416 h 392532"/>
                <a:gd name="connsiteX6" fmla="*/ 197333 w 197333"/>
                <a:gd name="connsiteY6" fmla="*/ 392533 h 392532"/>
                <a:gd name="connsiteX7" fmla="*/ 0 w 197333"/>
                <a:gd name="connsiteY7" fmla="*/ 392533 h 392532"/>
                <a:gd name="connsiteX8" fmla="*/ 0 w 197333"/>
                <a:gd name="connsiteY8" fmla="*/ 355416 h 392532"/>
                <a:gd name="connsiteX9" fmla="*/ 77171 w 197333"/>
                <a:gd name="connsiteY9" fmla="*/ 355416 h 392532"/>
                <a:gd name="connsiteX10" fmla="*/ 77171 w 197333"/>
                <a:gd name="connsiteY10" fmla="*/ 37117 h 392532"/>
                <a:gd name="connsiteX11" fmla="*/ 0 w 197333"/>
                <a:gd name="connsiteY11" fmla="*/ 37117 h 392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7333" h="392532">
                  <a:moveTo>
                    <a:pt x="0" y="0"/>
                  </a:moveTo>
                  <a:lnTo>
                    <a:pt x="197333" y="0"/>
                  </a:lnTo>
                  <a:lnTo>
                    <a:pt x="197333" y="37117"/>
                  </a:lnTo>
                  <a:lnTo>
                    <a:pt x="120430" y="37117"/>
                  </a:lnTo>
                  <a:lnTo>
                    <a:pt x="120430" y="355416"/>
                  </a:lnTo>
                  <a:lnTo>
                    <a:pt x="197333" y="355416"/>
                  </a:lnTo>
                  <a:lnTo>
                    <a:pt x="197333" y="392533"/>
                  </a:lnTo>
                  <a:lnTo>
                    <a:pt x="0" y="392533"/>
                  </a:lnTo>
                  <a:lnTo>
                    <a:pt x="0" y="355416"/>
                  </a:lnTo>
                  <a:lnTo>
                    <a:pt x="77171" y="355416"/>
                  </a:lnTo>
                  <a:lnTo>
                    <a:pt x="77171" y="37117"/>
                  </a:lnTo>
                  <a:lnTo>
                    <a:pt x="0" y="371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solidFill>
                <a:srgbClr val="FFFFF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F81663A-ECB0-4574-BF54-12E8554C844F}"/>
                </a:ext>
              </a:extLst>
            </p:cNvPr>
            <p:cNvSpPr txBox="1"/>
            <p:nvPr/>
          </p:nvSpPr>
          <p:spPr>
            <a:xfrm>
              <a:off x="984870" y="549191"/>
              <a:ext cx="560484" cy="6122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3076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Ⅰ</a:t>
              </a:r>
            </a:p>
          </p:txBody>
        </p:sp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99D515A6-1668-4A25-AAFC-9E9F4AD83D5B}"/>
                </a:ext>
              </a:extLst>
            </p:cNvPr>
            <p:cNvSpPr/>
            <p:nvPr/>
          </p:nvSpPr>
          <p:spPr>
            <a:xfrm>
              <a:off x="3371058" y="8536066"/>
              <a:ext cx="10312" cy="77708"/>
            </a:xfrm>
            <a:custGeom>
              <a:avLst/>
              <a:gdLst>
                <a:gd name="connsiteX0" fmla="*/ 0 w 10312"/>
                <a:gd name="connsiteY0" fmla="*/ 0 h 77708"/>
                <a:gd name="connsiteX1" fmla="*/ 10312 w 10312"/>
                <a:gd name="connsiteY1" fmla="*/ 0 h 77708"/>
                <a:gd name="connsiteX2" fmla="*/ 10312 w 10312"/>
                <a:gd name="connsiteY2" fmla="*/ 77709 h 77708"/>
                <a:gd name="connsiteX3" fmla="*/ 0 w 10312"/>
                <a:gd name="connsiteY3" fmla="*/ 77709 h 77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12" h="77708">
                  <a:moveTo>
                    <a:pt x="0" y="0"/>
                  </a:moveTo>
                  <a:lnTo>
                    <a:pt x="10312" y="0"/>
                  </a:lnTo>
                  <a:lnTo>
                    <a:pt x="10312" y="77709"/>
                  </a:lnTo>
                  <a:lnTo>
                    <a:pt x="0" y="77709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D3E1E59-8D71-412B-9F28-8B4BFD379703}"/>
                </a:ext>
              </a:extLst>
            </p:cNvPr>
            <p:cNvSpPr txBox="1"/>
            <p:nvPr/>
          </p:nvSpPr>
          <p:spPr>
            <a:xfrm>
              <a:off x="3279618" y="8467196"/>
              <a:ext cx="261005" cy="195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Ⅰ</a:t>
              </a:r>
            </a:p>
          </p:txBody>
        </p: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7D2E7562-7672-4D7E-A7FE-FE6D46D90176}"/>
                </a:ext>
              </a:extLst>
            </p:cNvPr>
            <p:cNvSpPr/>
            <p:nvPr/>
          </p:nvSpPr>
          <p:spPr>
            <a:xfrm>
              <a:off x="3422229" y="8566067"/>
              <a:ext cx="50520" cy="10000"/>
            </a:xfrm>
            <a:custGeom>
              <a:avLst/>
              <a:gdLst>
                <a:gd name="connsiteX0" fmla="*/ 0 w 50520"/>
                <a:gd name="connsiteY0" fmla="*/ 0 h 10000"/>
                <a:gd name="connsiteX1" fmla="*/ 50521 w 50520"/>
                <a:gd name="connsiteY1" fmla="*/ 0 h 10000"/>
                <a:gd name="connsiteX2" fmla="*/ 50521 w 50520"/>
                <a:gd name="connsiteY2" fmla="*/ 10000 h 10000"/>
                <a:gd name="connsiteX3" fmla="*/ 0 w 50520"/>
                <a:gd name="connsiteY3" fmla="*/ 10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20" h="10000">
                  <a:moveTo>
                    <a:pt x="0" y="0"/>
                  </a:moveTo>
                  <a:lnTo>
                    <a:pt x="50521" y="0"/>
                  </a:lnTo>
                  <a:lnTo>
                    <a:pt x="50521" y="10000"/>
                  </a:lnTo>
                  <a:lnTo>
                    <a:pt x="0" y="1000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B838371-26EF-47A4-8915-6725D1B9C6AC}"/>
                </a:ext>
              </a:extLst>
            </p:cNvPr>
            <p:cNvSpPr txBox="1"/>
            <p:nvPr/>
          </p:nvSpPr>
          <p:spPr>
            <a:xfrm>
              <a:off x="3330789" y="8516076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-</a:t>
              </a:r>
            </a:p>
          </p:txBody>
        </p:sp>
        <p:sp>
          <p:nvSpPr>
            <p:cNvPr id="40" name="자유형: 도형 39">
              <a:extLst>
                <a:ext uri="{FF2B5EF4-FFF2-40B4-BE49-F238E27FC236}">
                  <a16:creationId xmlns:a16="http://schemas.microsoft.com/office/drawing/2014/main" id="{4E1904FD-4B9D-4A63-856D-9A10FE4457F9}"/>
                </a:ext>
              </a:extLst>
            </p:cNvPr>
            <p:cNvSpPr/>
            <p:nvPr/>
          </p:nvSpPr>
          <p:spPr>
            <a:xfrm>
              <a:off x="3483258" y="8533567"/>
              <a:ext cx="97396" cy="78749"/>
            </a:xfrm>
            <a:custGeom>
              <a:avLst/>
              <a:gdLst>
                <a:gd name="connsiteX0" fmla="*/ 52188 w 97396"/>
                <a:gd name="connsiteY0" fmla="*/ 0 h 78749"/>
                <a:gd name="connsiteX1" fmla="*/ 93438 w 97396"/>
                <a:gd name="connsiteY1" fmla="*/ 0 h 78749"/>
                <a:gd name="connsiteX2" fmla="*/ 93438 w 97396"/>
                <a:gd name="connsiteY2" fmla="*/ 9791 h 78749"/>
                <a:gd name="connsiteX3" fmla="*/ 60834 w 97396"/>
                <a:gd name="connsiteY3" fmla="*/ 9791 h 78749"/>
                <a:gd name="connsiteX4" fmla="*/ 59688 w 97396"/>
                <a:gd name="connsiteY4" fmla="*/ 30417 h 78749"/>
                <a:gd name="connsiteX5" fmla="*/ 65313 w 97396"/>
                <a:gd name="connsiteY5" fmla="*/ 26562 h 78749"/>
                <a:gd name="connsiteX6" fmla="*/ 74063 w 97396"/>
                <a:gd name="connsiteY6" fmla="*/ 25000 h 78749"/>
                <a:gd name="connsiteX7" fmla="*/ 82969 w 97396"/>
                <a:gd name="connsiteY7" fmla="*/ 26719 h 78749"/>
                <a:gd name="connsiteX8" fmla="*/ 90417 w 97396"/>
                <a:gd name="connsiteY8" fmla="*/ 31875 h 78749"/>
                <a:gd name="connsiteX9" fmla="*/ 95521 w 97396"/>
                <a:gd name="connsiteY9" fmla="*/ 40208 h 78749"/>
                <a:gd name="connsiteX10" fmla="*/ 97396 w 97396"/>
                <a:gd name="connsiteY10" fmla="*/ 51770 h 78749"/>
                <a:gd name="connsiteX11" fmla="*/ 95573 w 97396"/>
                <a:gd name="connsiteY11" fmla="*/ 62500 h 78749"/>
                <a:gd name="connsiteX12" fmla="*/ 90417 w 97396"/>
                <a:gd name="connsiteY12" fmla="*/ 71042 h 78749"/>
                <a:gd name="connsiteX13" fmla="*/ 82396 w 97396"/>
                <a:gd name="connsiteY13" fmla="*/ 76718 h 78749"/>
                <a:gd name="connsiteX14" fmla="*/ 71979 w 97396"/>
                <a:gd name="connsiteY14" fmla="*/ 78750 h 78749"/>
                <a:gd name="connsiteX15" fmla="*/ 62396 w 97396"/>
                <a:gd name="connsiteY15" fmla="*/ 77291 h 78749"/>
                <a:gd name="connsiteX16" fmla="*/ 54479 w 97396"/>
                <a:gd name="connsiteY16" fmla="*/ 73020 h 78749"/>
                <a:gd name="connsiteX17" fmla="*/ 48958 w 97396"/>
                <a:gd name="connsiteY17" fmla="*/ 65833 h 78749"/>
                <a:gd name="connsiteX18" fmla="*/ 46563 w 97396"/>
                <a:gd name="connsiteY18" fmla="*/ 55937 h 78749"/>
                <a:gd name="connsiteX19" fmla="*/ 58229 w 97396"/>
                <a:gd name="connsiteY19" fmla="*/ 55937 h 78749"/>
                <a:gd name="connsiteX20" fmla="*/ 62917 w 97396"/>
                <a:gd name="connsiteY20" fmla="*/ 65937 h 78749"/>
                <a:gd name="connsiteX21" fmla="*/ 72084 w 97396"/>
                <a:gd name="connsiteY21" fmla="*/ 69062 h 78749"/>
                <a:gd name="connsiteX22" fmla="*/ 81719 w 97396"/>
                <a:gd name="connsiteY22" fmla="*/ 64635 h 78749"/>
                <a:gd name="connsiteX23" fmla="*/ 85521 w 97396"/>
                <a:gd name="connsiteY23" fmla="*/ 51874 h 78749"/>
                <a:gd name="connsiteX24" fmla="*/ 81823 w 97396"/>
                <a:gd name="connsiteY24" fmla="*/ 38698 h 78749"/>
                <a:gd name="connsiteX25" fmla="*/ 72292 w 97396"/>
                <a:gd name="connsiteY25" fmla="*/ 34583 h 78749"/>
                <a:gd name="connsiteX26" fmla="*/ 64636 w 97396"/>
                <a:gd name="connsiteY26" fmla="*/ 36823 h 78749"/>
                <a:gd name="connsiteX27" fmla="*/ 60104 w 97396"/>
                <a:gd name="connsiteY27" fmla="*/ 43124 h 78749"/>
                <a:gd name="connsiteX28" fmla="*/ 59792 w 97396"/>
                <a:gd name="connsiteY28" fmla="*/ 44115 h 78749"/>
                <a:gd name="connsiteX29" fmla="*/ 59375 w 97396"/>
                <a:gd name="connsiteY29" fmla="*/ 45000 h 78749"/>
                <a:gd name="connsiteX30" fmla="*/ 58542 w 97396"/>
                <a:gd name="connsiteY30" fmla="*/ 45677 h 78749"/>
                <a:gd name="connsiteX31" fmla="*/ 57292 w 97396"/>
                <a:gd name="connsiteY31" fmla="*/ 45937 h 78749"/>
                <a:gd name="connsiteX32" fmla="*/ 51042 w 97396"/>
                <a:gd name="connsiteY32" fmla="*/ 45937 h 78749"/>
                <a:gd name="connsiteX33" fmla="*/ 48802 w 97396"/>
                <a:gd name="connsiteY33" fmla="*/ 45312 h 78749"/>
                <a:gd name="connsiteX34" fmla="*/ 48229 w 97396"/>
                <a:gd name="connsiteY34" fmla="*/ 43124 h 78749"/>
                <a:gd name="connsiteX35" fmla="*/ 49375 w 97396"/>
                <a:gd name="connsiteY35" fmla="*/ 2813 h 78749"/>
                <a:gd name="connsiteX36" fmla="*/ 49948 w 97396"/>
                <a:gd name="connsiteY36" fmla="*/ 625 h 78749"/>
                <a:gd name="connsiteX37" fmla="*/ 52188 w 97396"/>
                <a:gd name="connsiteY37" fmla="*/ 0 h 78749"/>
                <a:gd name="connsiteX38" fmla="*/ 17083 w 97396"/>
                <a:gd name="connsiteY38" fmla="*/ 0 h 78749"/>
                <a:gd name="connsiteX39" fmla="*/ 24792 w 97396"/>
                <a:gd name="connsiteY39" fmla="*/ 0 h 78749"/>
                <a:gd name="connsiteX40" fmla="*/ 26979 w 97396"/>
                <a:gd name="connsiteY40" fmla="*/ 625 h 78749"/>
                <a:gd name="connsiteX41" fmla="*/ 27604 w 97396"/>
                <a:gd name="connsiteY41" fmla="*/ 2813 h 78749"/>
                <a:gd name="connsiteX42" fmla="*/ 27604 w 97396"/>
                <a:gd name="connsiteY42" fmla="*/ 76979 h 78749"/>
                <a:gd name="connsiteX43" fmla="*/ 15833 w 97396"/>
                <a:gd name="connsiteY43" fmla="*/ 76979 h 78749"/>
                <a:gd name="connsiteX44" fmla="*/ 15833 w 97396"/>
                <a:gd name="connsiteY44" fmla="*/ 14583 h 78749"/>
                <a:gd name="connsiteX45" fmla="*/ 11302 w 97396"/>
                <a:gd name="connsiteY45" fmla="*/ 17396 h 78749"/>
                <a:gd name="connsiteX46" fmla="*/ 0 w 97396"/>
                <a:gd name="connsiteY46" fmla="*/ 23437 h 78749"/>
                <a:gd name="connsiteX47" fmla="*/ 0 w 97396"/>
                <a:gd name="connsiteY47" fmla="*/ 12499 h 78749"/>
                <a:gd name="connsiteX48" fmla="*/ 9062 w 97396"/>
                <a:gd name="connsiteY48" fmla="*/ 7239 h 78749"/>
                <a:gd name="connsiteX49" fmla="*/ 17083 w 97396"/>
                <a:gd name="connsiteY49" fmla="*/ 0 h 78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7396" h="78749">
                  <a:moveTo>
                    <a:pt x="52188" y="0"/>
                  </a:moveTo>
                  <a:lnTo>
                    <a:pt x="93438" y="0"/>
                  </a:lnTo>
                  <a:lnTo>
                    <a:pt x="93438" y="9791"/>
                  </a:lnTo>
                  <a:lnTo>
                    <a:pt x="60834" y="9791"/>
                  </a:lnTo>
                  <a:lnTo>
                    <a:pt x="59688" y="30417"/>
                  </a:lnTo>
                  <a:cubicBezTo>
                    <a:pt x="60938" y="28893"/>
                    <a:pt x="62813" y="27604"/>
                    <a:pt x="65313" y="26562"/>
                  </a:cubicBezTo>
                  <a:cubicBezTo>
                    <a:pt x="67813" y="25520"/>
                    <a:pt x="70729" y="25000"/>
                    <a:pt x="74063" y="25000"/>
                  </a:cubicBezTo>
                  <a:cubicBezTo>
                    <a:pt x="77188" y="25000"/>
                    <a:pt x="80156" y="25573"/>
                    <a:pt x="82969" y="26719"/>
                  </a:cubicBezTo>
                  <a:cubicBezTo>
                    <a:pt x="85781" y="27864"/>
                    <a:pt x="88268" y="29583"/>
                    <a:pt x="90417" y="31875"/>
                  </a:cubicBezTo>
                  <a:cubicBezTo>
                    <a:pt x="92578" y="34101"/>
                    <a:pt x="94271" y="36875"/>
                    <a:pt x="95521" y="40208"/>
                  </a:cubicBezTo>
                  <a:cubicBezTo>
                    <a:pt x="96771" y="43542"/>
                    <a:pt x="97396" y="47395"/>
                    <a:pt x="97396" y="51770"/>
                  </a:cubicBezTo>
                  <a:cubicBezTo>
                    <a:pt x="97396" y="55664"/>
                    <a:pt x="96797" y="59231"/>
                    <a:pt x="95573" y="62500"/>
                  </a:cubicBezTo>
                  <a:cubicBezTo>
                    <a:pt x="94362" y="65768"/>
                    <a:pt x="92643" y="68607"/>
                    <a:pt x="90417" y="71042"/>
                  </a:cubicBezTo>
                  <a:cubicBezTo>
                    <a:pt x="88203" y="73477"/>
                    <a:pt x="85521" y="75364"/>
                    <a:pt x="82396" y="76718"/>
                  </a:cubicBezTo>
                  <a:cubicBezTo>
                    <a:pt x="79271" y="78073"/>
                    <a:pt x="75807" y="78750"/>
                    <a:pt x="71979" y="78750"/>
                  </a:cubicBezTo>
                  <a:cubicBezTo>
                    <a:pt x="68581" y="78750"/>
                    <a:pt x="65391" y="78268"/>
                    <a:pt x="62396" y="77291"/>
                  </a:cubicBezTo>
                  <a:cubicBezTo>
                    <a:pt x="59414" y="76315"/>
                    <a:pt x="56771" y="74895"/>
                    <a:pt x="54479" y="73020"/>
                  </a:cubicBezTo>
                  <a:cubicBezTo>
                    <a:pt x="52188" y="71081"/>
                    <a:pt x="50352" y="68684"/>
                    <a:pt x="48958" y="65833"/>
                  </a:cubicBezTo>
                  <a:cubicBezTo>
                    <a:pt x="47578" y="62981"/>
                    <a:pt x="46771" y="59687"/>
                    <a:pt x="46563" y="55937"/>
                  </a:cubicBezTo>
                  <a:lnTo>
                    <a:pt x="58229" y="55937"/>
                  </a:lnTo>
                  <a:cubicBezTo>
                    <a:pt x="58932" y="60520"/>
                    <a:pt x="60495" y="63854"/>
                    <a:pt x="62917" y="65937"/>
                  </a:cubicBezTo>
                  <a:cubicBezTo>
                    <a:pt x="65352" y="68021"/>
                    <a:pt x="68411" y="69062"/>
                    <a:pt x="72084" y="69062"/>
                  </a:cubicBezTo>
                  <a:cubicBezTo>
                    <a:pt x="75977" y="69062"/>
                    <a:pt x="79193" y="67591"/>
                    <a:pt x="81719" y="64635"/>
                  </a:cubicBezTo>
                  <a:cubicBezTo>
                    <a:pt x="84258" y="61692"/>
                    <a:pt x="85521" y="57434"/>
                    <a:pt x="85521" y="51874"/>
                  </a:cubicBezTo>
                  <a:cubicBezTo>
                    <a:pt x="85521" y="45833"/>
                    <a:pt x="84297" y="41445"/>
                    <a:pt x="81823" y="38698"/>
                  </a:cubicBezTo>
                  <a:cubicBezTo>
                    <a:pt x="79362" y="35950"/>
                    <a:pt x="76185" y="34583"/>
                    <a:pt x="72292" y="34583"/>
                  </a:cubicBezTo>
                  <a:cubicBezTo>
                    <a:pt x="69375" y="34583"/>
                    <a:pt x="66823" y="35325"/>
                    <a:pt x="64636" y="36823"/>
                  </a:cubicBezTo>
                  <a:cubicBezTo>
                    <a:pt x="62448" y="38320"/>
                    <a:pt x="60938" y="40417"/>
                    <a:pt x="60104" y="43124"/>
                  </a:cubicBezTo>
                  <a:cubicBezTo>
                    <a:pt x="59974" y="43476"/>
                    <a:pt x="59870" y="43801"/>
                    <a:pt x="59792" y="44115"/>
                  </a:cubicBezTo>
                  <a:cubicBezTo>
                    <a:pt x="59727" y="44427"/>
                    <a:pt x="59583" y="44727"/>
                    <a:pt x="59375" y="45000"/>
                  </a:cubicBezTo>
                  <a:cubicBezTo>
                    <a:pt x="59167" y="45273"/>
                    <a:pt x="58893" y="45508"/>
                    <a:pt x="58542" y="45677"/>
                  </a:cubicBezTo>
                  <a:cubicBezTo>
                    <a:pt x="58203" y="45859"/>
                    <a:pt x="57787" y="45937"/>
                    <a:pt x="57292" y="45937"/>
                  </a:cubicBezTo>
                  <a:lnTo>
                    <a:pt x="51042" y="45937"/>
                  </a:lnTo>
                  <a:cubicBezTo>
                    <a:pt x="49935" y="45937"/>
                    <a:pt x="49193" y="45729"/>
                    <a:pt x="48802" y="45312"/>
                  </a:cubicBezTo>
                  <a:cubicBezTo>
                    <a:pt x="48425" y="44896"/>
                    <a:pt x="48229" y="44166"/>
                    <a:pt x="48229" y="43124"/>
                  </a:cubicBezTo>
                  <a:lnTo>
                    <a:pt x="49375" y="2813"/>
                  </a:lnTo>
                  <a:cubicBezTo>
                    <a:pt x="49375" y="1771"/>
                    <a:pt x="49570" y="1041"/>
                    <a:pt x="49948" y="625"/>
                  </a:cubicBezTo>
                  <a:cubicBezTo>
                    <a:pt x="50339" y="208"/>
                    <a:pt x="51081" y="0"/>
                    <a:pt x="52188" y="0"/>
                  </a:cubicBezTo>
                  <a:close/>
                  <a:moveTo>
                    <a:pt x="17083" y="0"/>
                  </a:moveTo>
                  <a:lnTo>
                    <a:pt x="24792" y="0"/>
                  </a:lnTo>
                  <a:cubicBezTo>
                    <a:pt x="25833" y="0"/>
                    <a:pt x="26563" y="208"/>
                    <a:pt x="26979" y="625"/>
                  </a:cubicBezTo>
                  <a:cubicBezTo>
                    <a:pt x="27396" y="1041"/>
                    <a:pt x="27604" y="1771"/>
                    <a:pt x="27604" y="2813"/>
                  </a:cubicBezTo>
                  <a:lnTo>
                    <a:pt x="27604" y="76979"/>
                  </a:lnTo>
                  <a:lnTo>
                    <a:pt x="15833" y="76979"/>
                  </a:lnTo>
                  <a:lnTo>
                    <a:pt x="15833" y="14583"/>
                  </a:lnTo>
                  <a:cubicBezTo>
                    <a:pt x="15560" y="14869"/>
                    <a:pt x="14050" y="15794"/>
                    <a:pt x="11302" y="17396"/>
                  </a:cubicBezTo>
                  <a:cubicBezTo>
                    <a:pt x="8568" y="18997"/>
                    <a:pt x="4792" y="21002"/>
                    <a:pt x="0" y="23437"/>
                  </a:cubicBezTo>
                  <a:lnTo>
                    <a:pt x="0" y="12499"/>
                  </a:lnTo>
                  <a:cubicBezTo>
                    <a:pt x="3333" y="11041"/>
                    <a:pt x="6354" y="9283"/>
                    <a:pt x="9062" y="7239"/>
                  </a:cubicBezTo>
                  <a:cubicBezTo>
                    <a:pt x="11771" y="5195"/>
                    <a:pt x="14453" y="2773"/>
                    <a:pt x="17083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6804A51-2BF0-4E38-A434-9252DEC0CE3D}"/>
                </a:ext>
              </a:extLst>
            </p:cNvPr>
            <p:cNvSpPr txBox="1"/>
            <p:nvPr/>
          </p:nvSpPr>
          <p:spPr>
            <a:xfrm>
              <a:off x="3391818" y="8491649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15</a:t>
              </a: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1BF30AE6-4609-426D-88C7-6FF9772F028C}"/>
                </a:ext>
              </a:extLst>
            </p:cNvPr>
            <p:cNvSpPr/>
            <p:nvPr/>
          </p:nvSpPr>
          <p:spPr>
            <a:xfrm>
              <a:off x="1661998" y="1767145"/>
              <a:ext cx="79364" cy="75364"/>
            </a:xfrm>
            <a:custGeom>
              <a:avLst/>
              <a:gdLst>
                <a:gd name="connsiteX0" fmla="*/ 77362 w 79364"/>
                <a:gd name="connsiteY0" fmla="*/ 0 h 75364"/>
                <a:gd name="connsiteX1" fmla="*/ 79365 w 79364"/>
                <a:gd name="connsiteY1" fmla="*/ 2865 h 75364"/>
                <a:gd name="connsiteX2" fmla="*/ 52128 w 79364"/>
                <a:gd name="connsiteY2" fmla="*/ 31237 h 75364"/>
                <a:gd name="connsiteX3" fmla="*/ 29240 w 79364"/>
                <a:gd name="connsiteY3" fmla="*/ 67057 h 75364"/>
                <a:gd name="connsiteX4" fmla="*/ 25005 w 79364"/>
                <a:gd name="connsiteY4" fmla="*/ 69922 h 75364"/>
                <a:gd name="connsiteX5" fmla="*/ 17852 w 79364"/>
                <a:gd name="connsiteY5" fmla="*/ 75365 h 75364"/>
                <a:gd name="connsiteX6" fmla="*/ 14591 w 79364"/>
                <a:gd name="connsiteY6" fmla="*/ 66550 h 75364"/>
                <a:gd name="connsiteX7" fmla="*/ 12988 w 79364"/>
                <a:gd name="connsiteY7" fmla="*/ 62826 h 75364"/>
                <a:gd name="connsiteX8" fmla="*/ 6608 w 79364"/>
                <a:gd name="connsiteY8" fmla="*/ 50990 h 75364"/>
                <a:gd name="connsiteX9" fmla="*/ 0 w 79364"/>
                <a:gd name="connsiteY9" fmla="*/ 45885 h 75364"/>
                <a:gd name="connsiteX10" fmla="*/ 11329 w 79364"/>
                <a:gd name="connsiteY10" fmla="*/ 39362 h 75364"/>
                <a:gd name="connsiteX11" fmla="*/ 21113 w 79364"/>
                <a:gd name="connsiteY11" fmla="*/ 51328 h 75364"/>
                <a:gd name="connsiteX12" fmla="*/ 22888 w 79364"/>
                <a:gd name="connsiteY12" fmla="*/ 55325 h 75364"/>
                <a:gd name="connsiteX13" fmla="*/ 47721 w 79364"/>
                <a:gd name="connsiteY13" fmla="*/ 23633 h 75364"/>
                <a:gd name="connsiteX14" fmla="*/ 77362 w 79364"/>
                <a:gd name="connsiteY14" fmla="*/ 0 h 7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9364" h="75364">
                  <a:moveTo>
                    <a:pt x="77362" y="0"/>
                  </a:moveTo>
                  <a:lnTo>
                    <a:pt x="79365" y="2865"/>
                  </a:lnTo>
                  <a:cubicBezTo>
                    <a:pt x="71201" y="8997"/>
                    <a:pt x="62121" y="18464"/>
                    <a:pt x="52128" y="31237"/>
                  </a:cubicBezTo>
                  <a:cubicBezTo>
                    <a:pt x="42133" y="44023"/>
                    <a:pt x="34504" y="55964"/>
                    <a:pt x="29240" y="67057"/>
                  </a:cubicBezTo>
                  <a:lnTo>
                    <a:pt x="25005" y="69922"/>
                  </a:lnTo>
                  <a:cubicBezTo>
                    <a:pt x="21495" y="72370"/>
                    <a:pt x="19111" y="74180"/>
                    <a:pt x="17852" y="75365"/>
                  </a:cubicBezTo>
                  <a:cubicBezTo>
                    <a:pt x="17357" y="73568"/>
                    <a:pt x="16270" y="70625"/>
                    <a:pt x="14591" y="66550"/>
                  </a:cubicBezTo>
                  <a:lnTo>
                    <a:pt x="12988" y="62826"/>
                  </a:lnTo>
                  <a:cubicBezTo>
                    <a:pt x="10699" y="57487"/>
                    <a:pt x="8573" y="53542"/>
                    <a:pt x="6608" y="50990"/>
                  </a:cubicBezTo>
                  <a:cubicBezTo>
                    <a:pt x="4643" y="48424"/>
                    <a:pt x="2441" y="46732"/>
                    <a:pt x="0" y="45885"/>
                  </a:cubicBezTo>
                  <a:cubicBezTo>
                    <a:pt x="4120" y="41536"/>
                    <a:pt x="7896" y="39362"/>
                    <a:pt x="11329" y="39362"/>
                  </a:cubicBezTo>
                  <a:cubicBezTo>
                    <a:pt x="14267" y="39362"/>
                    <a:pt x="17527" y="43359"/>
                    <a:pt x="21113" y="51328"/>
                  </a:cubicBezTo>
                  <a:lnTo>
                    <a:pt x="22888" y="55325"/>
                  </a:lnTo>
                  <a:cubicBezTo>
                    <a:pt x="29335" y="44466"/>
                    <a:pt x="37612" y="33893"/>
                    <a:pt x="47721" y="23633"/>
                  </a:cubicBezTo>
                  <a:cubicBezTo>
                    <a:pt x="57831" y="13372"/>
                    <a:pt x="67710" y="5495"/>
                    <a:pt x="77362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318EC40-A181-44C2-87CA-53BD2CD86185}"/>
                </a:ext>
              </a:extLst>
            </p:cNvPr>
            <p:cNvSpPr txBox="1"/>
            <p:nvPr/>
          </p:nvSpPr>
          <p:spPr>
            <a:xfrm>
              <a:off x="1570558" y="1722258"/>
              <a:ext cx="247984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</a:t>
              </a:r>
            </a:p>
          </p:txBody>
        </p:sp>
        <p:sp>
          <p:nvSpPr>
            <p:cNvPr id="44" name="자유형: 도형 43">
              <a:extLst>
                <a:ext uri="{FF2B5EF4-FFF2-40B4-BE49-F238E27FC236}">
                  <a16:creationId xmlns:a16="http://schemas.microsoft.com/office/drawing/2014/main" id="{34ABB5C8-03ED-47CF-A46C-E1890E6D5423}"/>
                </a:ext>
              </a:extLst>
            </p:cNvPr>
            <p:cNvSpPr/>
            <p:nvPr/>
          </p:nvSpPr>
          <p:spPr>
            <a:xfrm>
              <a:off x="1795226" y="1768043"/>
              <a:ext cx="177979" cy="104062"/>
            </a:xfrm>
            <a:custGeom>
              <a:avLst/>
              <a:gdLst>
                <a:gd name="connsiteX0" fmla="*/ 17344 w 177979"/>
                <a:gd name="connsiteY0" fmla="*/ 72539 h 104062"/>
                <a:gd name="connsiteX1" fmla="*/ 26602 w 177979"/>
                <a:gd name="connsiteY1" fmla="*/ 72539 h 104062"/>
                <a:gd name="connsiteX2" fmla="*/ 26602 w 177979"/>
                <a:gd name="connsiteY2" fmla="*/ 94219 h 104062"/>
                <a:gd name="connsiteX3" fmla="*/ 87654 w 177979"/>
                <a:gd name="connsiteY3" fmla="*/ 94219 h 104062"/>
                <a:gd name="connsiteX4" fmla="*/ 87654 w 177979"/>
                <a:gd name="connsiteY4" fmla="*/ 102188 h 104062"/>
                <a:gd name="connsiteX5" fmla="*/ 19805 w 177979"/>
                <a:gd name="connsiteY5" fmla="*/ 102188 h 104062"/>
                <a:gd name="connsiteX6" fmla="*/ 17871 w 177979"/>
                <a:gd name="connsiteY6" fmla="*/ 101654 h 104062"/>
                <a:gd name="connsiteX7" fmla="*/ 17344 w 177979"/>
                <a:gd name="connsiteY7" fmla="*/ 99727 h 104062"/>
                <a:gd name="connsiteX8" fmla="*/ 29883 w 177979"/>
                <a:gd name="connsiteY8" fmla="*/ 35039 h 104062"/>
                <a:gd name="connsiteX9" fmla="*/ 17871 w 177979"/>
                <a:gd name="connsiteY9" fmla="*/ 38203 h 104062"/>
                <a:gd name="connsiteX10" fmla="*/ 13594 w 177979"/>
                <a:gd name="connsiteY10" fmla="*/ 46289 h 104062"/>
                <a:gd name="connsiteX11" fmla="*/ 17871 w 177979"/>
                <a:gd name="connsiteY11" fmla="*/ 54609 h 104062"/>
                <a:gd name="connsiteX12" fmla="*/ 29883 w 177979"/>
                <a:gd name="connsiteY12" fmla="*/ 57891 h 104062"/>
                <a:gd name="connsiteX13" fmla="*/ 41833 w 177979"/>
                <a:gd name="connsiteY13" fmla="*/ 54609 h 104062"/>
                <a:gd name="connsiteX14" fmla="*/ 46169 w 177979"/>
                <a:gd name="connsiteY14" fmla="*/ 46289 h 104062"/>
                <a:gd name="connsiteX15" fmla="*/ 41833 w 177979"/>
                <a:gd name="connsiteY15" fmla="*/ 38203 h 104062"/>
                <a:gd name="connsiteX16" fmla="*/ 29883 w 177979"/>
                <a:gd name="connsiteY16" fmla="*/ 35039 h 104062"/>
                <a:gd name="connsiteX17" fmla="*/ 29883 w 177979"/>
                <a:gd name="connsiteY17" fmla="*/ 27656 h 104062"/>
                <a:gd name="connsiteX18" fmla="*/ 48513 w 177979"/>
                <a:gd name="connsiteY18" fmla="*/ 32865 h 104062"/>
                <a:gd name="connsiteX19" fmla="*/ 55661 w 177979"/>
                <a:gd name="connsiteY19" fmla="*/ 46289 h 104062"/>
                <a:gd name="connsiteX20" fmla="*/ 53669 w 177979"/>
                <a:gd name="connsiteY20" fmla="*/ 53958 h 104062"/>
                <a:gd name="connsiteX21" fmla="*/ 48279 w 177979"/>
                <a:gd name="connsiteY21" fmla="*/ 60000 h 104062"/>
                <a:gd name="connsiteX22" fmla="*/ 40141 w 177979"/>
                <a:gd name="connsiteY22" fmla="*/ 63867 h 104062"/>
                <a:gd name="connsiteX23" fmla="*/ 29883 w 177979"/>
                <a:gd name="connsiteY23" fmla="*/ 65273 h 104062"/>
                <a:gd name="connsiteX24" fmla="*/ 19512 w 177979"/>
                <a:gd name="connsiteY24" fmla="*/ 63867 h 104062"/>
                <a:gd name="connsiteX25" fmla="*/ 11367 w 177979"/>
                <a:gd name="connsiteY25" fmla="*/ 60000 h 104062"/>
                <a:gd name="connsiteX26" fmla="*/ 6035 w 177979"/>
                <a:gd name="connsiteY26" fmla="*/ 53958 h 104062"/>
                <a:gd name="connsiteX27" fmla="*/ 4101 w 177979"/>
                <a:gd name="connsiteY27" fmla="*/ 46289 h 104062"/>
                <a:gd name="connsiteX28" fmla="*/ 11250 w 177979"/>
                <a:gd name="connsiteY28" fmla="*/ 32865 h 104062"/>
                <a:gd name="connsiteX29" fmla="*/ 29883 w 177979"/>
                <a:gd name="connsiteY29" fmla="*/ 27656 h 104062"/>
                <a:gd name="connsiteX30" fmla="*/ 0 w 177979"/>
                <a:gd name="connsiteY30" fmla="*/ 14531 h 104062"/>
                <a:gd name="connsiteX31" fmla="*/ 57888 w 177979"/>
                <a:gd name="connsiteY31" fmla="*/ 14531 h 104062"/>
                <a:gd name="connsiteX32" fmla="*/ 57888 w 177979"/>
                <a:gd name="connsiteY32" fmla="*/ 22031 h 104062"/>
                <a:gd name="connsiteX33" fmla="*/ 0 w 177979"/>
                <a:gd name="connsiteY33" fmla="*/ 22031 h 104062"/>
                <a:gd name="connsiteX34" fmla="*/ 93956 w 177979"/>
                <a:gd name="connsiteY34" fmla="*/ 7148 h 104062"/>
                <a:gd name="connsiteX35" fmla="*/ 137198 w 177979"/>
                <a:gd name="connsiteY35" fmla="*/ 7148 h 104062"/>
                <a:gd name="connsiteX36" fmla="*/ 137198 w 177979"/>
                <a:gd name="connsiteY36" fmla="*/ 15000 h 104062"/>
                <a:gd name="connsiteX37" fmla="*/ 120440 w 177979"/>
                <a:gd name="connsiteY37" fmla="*/ 15000 h 104062"/>
                <a:gd name="connsiteX38" fmla="*/ 120440 w 177979"/>
                <a:gd name="connsiteY38" fmla="*/ 23672 h 104062"/>
                <a:gd name="connsiteX39" fmla="*/ 125193 w 177979"/>
                <a:gd name="connsiteY39" fmla="*/ 53724 h 104062"/>
                <a:gd name="connsiteX40" fmla="*/ 142237 w 177979"/>
                <a:gd name="connsiteY40" fmla="*/ 73477 h 104062"/>
                <a:gd name="connsiteX41" fmla="*/ 135323 w 177979"/>
                <a:gd name="connsiteY41" fmla="*/ 79805 h 104062"/>
                <a:gd name="connsiteX42" fmla="*/ 124021 w 177979"/>
                <a:gd name="connsiteY42" fmla="*/ 68841 h 104062"/>
                <a:gd name="connsiteX43" fmla="*/ 115518 w 177979"/>
                <a:gd name="connsiteY43" fmla="*/ 52266 h 104062"/>
                <a:gd name="connsiteX44" fmla="*/ 112068 w 177979"/>
                <a:gd name="connsiteY44" fmla="*/ 61406 h 104062"/>
                <a:gd name="connsiteX45" fmla="*/ 107081 w 177979"/>
                <a:gd name="connsiteY45" fmla="*/ 70078 h 104062"/>
                <a:gd name="connsiteX46" fmla="*/ 100818 w 177979"/>
                <a:gd name="connsiteY46" fmla="*/ 77747 h 104062"/>
                <a:gd name="connsiteX47" fmla="*/ 94073 w 177979"/>
                <a:gd name="connsiteY47" fmla="*/ 83789 h 104062"/>
                <a:gd name="connsiteX48" fmla="*/ 85987 w 177979"/>
                <a:gd name="connsiteY48" fmla="*/ 77930 h 104062"/>
                <a:gd name="connsiteX49" fmla="*/ 104971 w 177979"/>
                <a:gd name="connsiteY49" fmla="*/ 56419 h 104062"/>
                <a:gd name="connsiteX50" fmla="*/ 111065 w 177979"/>
                <a:gd name="connsiteY50" fmla="*/ 23906 h 104062"/>
                <a:gd name="connsiteX51" fmla="*/ 111065 w 177979"/>
                <a:gd name="connsiteY51" fmla="*/ 15000 h 104062"/>
                <a:gd name="connsiteX52" fmla="*/ 93956 w 177979"/>
                <a:gd name="connsiteY52" fmla="*/ 15000 h 104062"/>
                <a:gd name="connsiteX53" fmla="*/ 169073 w 177979"/>
                <a:gd name="connsiteY53" fmla="*/ 234 h 104062"/>
                <a:gd name="connsiteX54" fmla="*/ 177979 w 177979"/>
                <a:gd name="connsiteY54" fmla="*/ 234 h 104062"/>
                <a:gd name="connsiteX55" fmla="*/ 177979 w 177979"/>
                <a:gd name="connsiteY55" fmla="*/ 104063 h 104062"/>
                <a:gd name="connsiteX56" fmla="*/ 169073 w 177979"/>
                <a:gd name="connsiteY56" fmla="*/ 104063 h 104062"/>
                <a:gd name="connsiteX57" fmla="*/ 169073 w 177979"/>
                <a:gd name="connsiteY57" fmla="*/ 46875 h 104062"/>
                <a:gd name="connsiteX58" fmla="*/ 155714 w 177979"/>
                <a:gd name="connsiteY58" fmla="*/ 46875 h 104062"/>
                <a:gd name="connsiteX59" fmla="*/ 155714 w 177979"/>
                <a:gd name="connsiteY59" fmla="*/ 99141 h 104062"/>
                <a:gd name="connsiteX60" fmla="*/ 146690 w 177979"/>
                <a:gd name="connsiteY60" fmla="*/ 99141 h 104062"/>
                <a:gd name="connsiteX61" fmla="*/ 146690 w 177979"/>
                <a:gd name="connsiteY61" fmla="*/ 1992 h 104062"/>
                <a:gd name="connsiteX62" fmla="*/ 155714 w 177979"/>
                <a:gd name="connsiteY62" fmla="*/ 1992 h 104062"/>
                <a:gd name="connsiteX63" fmla="*/ 155714 w 177979"/>
                <a:gd name="connsiteY63" fmla="*/ 37969 h 104062"/>
                <a:gd name="connsiteX64" fmla="*/ 169073 w 177979"/>
                <a:gd name="connsiteY64" fmla="*/ 37969 h 104062"/>
                <a:gd name="connsiteX65" fmla="*/ 75583 w 177979"/>
                <a:gd name="connsiteY65" fmla="*/ 234 h 104062"/>
                <a:gd name="connsiteX66" fmla="*/ 84724 w 177979"/>
                <a:gd name="connsiteY66" fmla="*/ 234 h 104062"/>
                <a:gd name="connsiteX67" fmla="*/ 84724 w 177979"/>
                <a:gd name="connsiteY67" fmla="*/ 76758 h 104062"/>
                <a:gd name="connsiteX68" fmla="*/ 75583 w 177979"/>
                <a:gd name="connsiteY68" fmla="*/ 76758 h 104062"/>
                <a:gd name="connsiteX69" fmla="*/ 75583 w 177979"/>
                <a:gd name="connsiteY69" fmla="*/ 56836 h 104062"/>
                <a:gd name="connsiteX70" fmla="*/ 58357 w 177979"/>
                <a:gd name="connsiteY70" fmla="*/ 56836 h 104062"/>
                <a:gd name="connsiteX71" fmla="*/ 58357 w 177979"/>
                <a:gd name="connsiteY71" fmla="*/ 49102 h 104062"/>
                <a:gd name="connsiteX72" fmla="*/ 75583 w 177979"/>
                <a:gd name="connsiteY72" fmla="*/ 49102 h 104062"/>
                <a:gd name="connsiteX73" fmla="*/ 75583 w 177979"/>
                <a:gd name="connsiteY73" fmla="*/ 35039 h 104062"/>
                <a:gd name="connsiteX74" fmla="*/ 58357 w 177979"/>
                <a:gd name="connsiteY74" fmla="*/ 35039 h 104062"/>
                <a:gd name="connsiteX75" fmla="*/ 58357 w 177979"/>
                <a:gd name="connsiteY75" fmla="*/ 27305 h 104062"/>
                <a:gd name="connsiteX76" fmla="*/ 75583 w 177979"/>
                <a:gd name="connsiteY76" fmla="*/ 27305 h 104062"/>
                <a:gd name="connsiteX77" fmla="*/ 14063 w 177979"/>
                <a:gd name="connsiteY77" fmla="*/ 0 h 104062"/>
                <a:gd name="connsiteX78" fmla="*/ 44646 w 177979"/>
                <a:gd name="connsiteY78" fmla="*/ 0 h 104062"/>
                <a:gd name="connsiteX79" fmla="*/ 44646 w 177979"/>
                <a:gd name="connsiteY79" fmla="*/ 7383 h 104062"/>
                <a:gd name="connsiteX80" fmla="*/ 14063 w 177979"/>
                <a:gd name="connsiteY80" fmla="*/ 7383 h 10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77979" h="104062">
                  <a:moveTo>
                    <a:pt x="17344" y="72539"/>
                  </a:moveTo>
                  <a:lnTo>
                    <a:pt x="26602" y="72539"/>
                  </a:lnTo>
                  <a:lnTo>
                    <a:pt x="26602" y="94219"/>
                  </a:lnTo>
                  <a:lnTo>
                    <a:pt x="87654" y="94219"/>
                  </a:lnTo>
                  <a:lnTo>
                    <a:pt x="87654" y="102188"/>
                  </a:lnTo>
                  <a:lnTo>
                    <a:pt x="19805" y="102188"/>
                  </a:lnTo>
                  <a:cubicBezTo>
                    <a:pt x="18867" y="102188"/>
                    <a:pt x="18223" y="102005"/>
                    <a:pt x="17871" y="101654"/>
                  </a:cubicBezTo>
                  <a:cubicBezTo>
                    <a:pt x="17520" y="101302"/>
                    <a:pt x="17344" y="100664"/>
                    <a:pt x="17344" y="99727"/>
                  </a:cubicBezTo>
                  <a:close/>
                  <a:moveTo>
                    <a:pt x="29883" y="35039"/>
                  </a:moveTo>
                  <a:cubicBezTo>
                    <a:pt x="24727" y="35039"/>
                    <a:pt x="20723" y="36094"/>
                    <a:pt x="17871" y="38203"/>
                  </a:cubicBezTo>
                  <a:cubicBezTo>
                    <a:pt x="15019" y="40313"/>
                    <a:pt x="13594" y="43008"/>
                    <a:pt x="13594" y="46289"/>
                  </a:cubicBezTo>
                  <a:cubicBezTo>
                    <a:pt x="13594" y="49649"/>
                    <a:pt x="15019" y="52422"/>
                    <a:pt x="17871" y="54609"/>
                  </a:cubicBezTo>
                  <a:cubicBezTo>
                    <a:pt x="20723" y="56797"/>
                    <a:pt x="24727" y="57891"/>
                    <a:pt x="29883" y="57891"/>
                  </a:cubicBezTo>
                  <a:cubicBezTo>
                    <a:pt x="34961" y="57891"/>
                    <a:pt x="38943" y="56797"/>
                    <a:pt x="41833" y="54609"/>
                  </a:cubicBezTo>
                  <a:cubicBezTo>
                    <a:pt x="44724" y="52422"/>
                    <a:pt x="46169" y="49649"/>
                    <a:pt x="46169" y="46289"/>
                  </a:cubicBezTo>
                  <a:cubicBezTo>
                    <a:pt x="46169" y="43008"/>
                    <a:pt x="44724" y="40313"/>
                    <a:pt x="41833" y="38203"/>
                  </a:cubicBezTo>
                  <a:cubicBezTo>
                    <a:pt x="38943" y="36094"/>
                    <a:pt x="34961" y="35039"/>
                    <a:pt x="29883" y="35039"/>
                  </a:cubicBezTo>
                  <a:close/>
                  <a:moveTo>
                    <a:pt x="29883" y="27656"/>
                  </a:moveTo>
                  <a:cubicBezTo>
                    <a:pt x="37536" y="27656"/>
                    <a:pt x="43747" y="29388"/>
                    <a:pt x="48513" y="32865"/>
                  </a:cubicBezTo>
                  <a:cubicBezTo>
                    <a:pt x="53279" y="36341"/>
                    <a:pt x="55661" y="40820"/>
                    <a:pt x="55661" y="46289"/>
                  </a:cubicBezTo>
                  <a:cubicBezTo>
                    <a:pt x="55661" y="49102"/>
                    <a:pt x="54997" y="51654"/>
                    <a:pt x="53669" y="53958"/>
                  </a:cubicBezTo>
                  <a:cubicBezTo>
                    <a:pt x="52341" y="56263"/>
                    <a:pt x="50544" y="58281"/>
                    <a:pt x="48279" y="60000"/>
                  </a:cubicBezTo>
                  <a:cubicBezTo>
                    <a:pt x="46013" y="61641"/>
                    <a:pt x="43305" y="62930"/>
                    <a:pt x="40141" y="63867"/>
                  </a:cubicBezTo>
                  <a:cubicBezTo>
                    <a:pt x="36977" y="64805"/>
                    <a:pt x="33555" y="65273"/>
                    <a:pt x="29883" y="65273"/>
                  </a:cubicBezTo>
                  <a:cubicBezTo>
                    <a:pt x="26133" y="65273"/>
                    <a:pt x="22676" y="64805"/>
                    <a:pt x="19512" y="63867"/>
                  </a:cubicBezTo>
                  <a:cubicBezTo>
                    <a:pt x="16348" y="62930"/>
                    <a:pt x="13633" y="61641"/>
                    <a:pt x="11367" y="60000"/>
                  </a:cubicBezTo>
                  <a:cubicBezTo>
                    <a:pt x="9102" y="58281"/>
                    <a:pt x="7324" y="56263"/>
                    <a:pt x="6035" y="53958"/>
                  </a:cubicBezTo>
                  <a:cubicBezTo>
                    <a:pt x="4746" y="51654"/>
                    <a:pt x="4101" y="49102"/>
                    <a:pt x="4101" y="46289"/>
                  </a:cubicBezTo>
                  <a:cubicBezTo>
                    <a:pt x="4101" y="40820"/>
                    <a:pt x="6484" y="36341"/>
                    <a:pt x="11250" y="32865"/>
                  </a:cubicBezTo>
                  <a:cubicBezTo>
                    <a:pt x="16016" y="29388"/>
                    <a:pt x="22227" y="27656"/>
                    <a:pt x="29883" y="27656"/>
                  </a:cubicBezTo>
                  <a:close/>
                  <a:moveTo>
                    <a:pt x="0" y="14531"/>
                  </a:moveTo>
                  <a:lnTo>
                    <a:pt x="57888" y="14531"/>
                  </a:lnTo>
                  <a:lnTo>
                    <a:pt x="57888" y="22031"/>
                  </a:lnTo>
                  <a:lnTo>
                    <a:pt x="0" y="22031"/>
                  </a:lnTo>
                  <a:close/>
                  <a:moveTo>
                    <a:pt x="93956" y="7148"/>
                  </a:moveTo>
                  <a:lnTo>
                    <a:pt x="137198" y="7148"/>
                  </a:lnTo>
                  <a:lnTo>
                    <a:pt x="137198" y="15000"/>
                  </a:lnTo>
                  <a:lnTo>
                    <a:pt x="120440" y="15000"/>
                  </a:lnTo>
                  <a:lnTo>
                    <a:pt x="120440" y="23672"/>
                  </a:lnTo>
                  <a:cubicBezTo>
                    <a:pt x="120440" y="35469"/>
                    <a:pt x="122029" y="45482"/>
                    <a:pt x="125193" y="53724"/>
                  </a:cubicBezTo>
                  <a:cubicBezTo>
                    <a:pt x="128357" y="61966"/>
                    <a:pt x="134034" y="68555"/>
                    <a:pt x="142237" y="73477"/>
                  </a:cubicBezTo>
                  <a:lnTo>
                    <a:pt x="135323" y="79805"/>
                  </a:lnTo>
                  <a:cubicBezTo>
                    <a:pt x="131573" y="77305"/>
                    <a:pt x="127810" y="73646"/>
                    <a:pt x="124021" y="68841"/>
                  </a:cubicBezTo>
                  <a:cubicBezTo>
                    <a:pt x="120232" y="64037"/>
                    <a:pt x="117393" y="58516"/>
                    <a:pt x="115518" y="52266"/>
                  </a:cubicBezTo>
                  <a:cubicBezTo>
                    <a:pt x="114659" y="55313"/>
                    <a:pt x="113513" y="58359"/>
                    <a:pt x="112068" y="61406"/>
                  </a:cubicBezTo>
                  <a:cubicBezTo>
                    <a:pt x="110622" y="64453"/>
                    <a:pt x="108956" y="67344"/>
                    <a:pt x="107081" y="70078"/>
                  </a:cubicBezTo>
                  <a:cubicBezTo>
                    <a:pt x="105128" y="72813"/>
                    <a:pt x="103044" y="75365"/>
                    <a:pt x="100818" y="77747"/>
                  </a:cubicBezTo>
                  <a:cubicBezTo>
                    <a:pt x="98591" y="80130"/>
                    <a:pt x="96339" y="82149"/>
                    <a:pt x="94073" y="83789"/>
                  </a:cubicBezTo>
                  <a:lnTo>
                    <a:pt x="85987" y="77930"/>
                  </a:lnTo>
                  <a:cubicBezTo>
                    <a:pt x="94581" y="72148"/>
                    <a:pt x="100909" y="64974"/>
                    <a:pt x="104971" y="56419"/>
                  </a:cubicBezTo>
                  <a:cubicBezTo>
                    <a:pt x="109034" y="47865"/>
                    <a:pt x="111065" y="37031"/>
                    <a:pt x="111065" y="23906"/>
                  </a:cubicBezTo>
                  <a:lnTo>
                    <a:pt x="111065" y="15000"/>
                  </a:lnTo>
                  <a:lnTo>
                    <a:pt x="93956" y="15000"/>
                  </a:lnTo>
                  <a:close/>
                  <a:moveTo>
                    <a:pt x="169073" y="234"/>
                  </a:moveTo>
                  <a:lnTo>
                    <a:pt x="177979" y="234"/>
                  </a:lnTo>
                  <a:lnTo>
                    <a:pt x="177979" y="104063"/>
                  </a:lnTo>
                  <a:lnTo>
                    <a:pt x="169073" y="104063"/>
                  </a:lnTo>
                  <a:lnTo>
                    <a:pt x="169073" y="46875"/>
                  </a:lnTo>
                  <a:lnTo>
                    <a:pt x="155714" y="46875"/>
                  </a:lnTo>
                  <a:lnTo>
                    <a:pt x="155714" y="99141"/>
                  </a:lnTo>
                  <a:lnTo>
                    <a:pt x="146690" y="99141"/>
                  </a:lnTo>
                  <a:lnTo>
                    <a:pt x="146690" y="1992"/>
                  </a:lnTo>
                  <a:lnTo>
                    <a:pt x="155714" y="1992"/>
                  </a:lnTo>
                  <a:lnTo>
                    <a:pt x="155714" y="37969"/>
                  </a:lnTo>
                  <a:lnTo>
                    <a:pt x="169073" y="37969"/>
                  </a:lnTo>
                  <a:close/>
                  <a:moveTo>
                    <a:pt x="75583" y="234"/>
                  </a:moveTo>
                  <a:lnTo>
                    <a:pt x="84724" y="234"/>
                  </a:lnTo>
                  <a:lnTo>
                    <a:pt x="84724" y="76758"/>
                  </a:lnTo>
                  <a:lnTo>
                    <a:pt x="75583" y="76758"/>
                  </a:lnTo>
                  <a:lnTo>
                    <a:pt x="75583" y="56836"/>
                  </a:lnTo>
                  <a:lnTo>
                    <a:pt x="58357" y="56836"/>
                  </a:lnTo>
                  <a:lnTo>
                    <a:pt x="58357" y="49102"/>
                  </a:lnTo>
                  <a:lnTo>
                    <a:pt x="75583" y="49102"/>
                  </a:lnTo>
                  <a:lnTo>
                    <a:pt x="75583" y="35039"/>
                  </a:lnTo>
                  <a:lnTo>
                    <a:pt x="58357" y="35039"/>
                  </a:lnTo>
                  <a:lnTo>
                    <a:pt x="58357" y="27305"/>
                  </a:lnTo>
                  <a:lnTo>
                    <a:pt x="75583" y="27305"/>
                  </a:lnTo>
                  <a:close/>
                  <a:moveTo>
                    <a:pt x="14063" y="0"/>
                  </a:moveTo>
                  <a:lnTo>
                    <a:pt x="44646" y="0"/>
                  </a:lnTo>
                  <a:lnTo>
                    <a:pt x="44646" y="7383"/>
                  </a:lnTo>
                  <a:lnTo>
                    <a:pt x="14063" y="7383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5942EB5-2352-4CC4-8E9B-32A983AFB331}"/>
                </a:ext>
              </a:extLst>
            </p:cNvPr>
            <p:cNvSpPr txBox="1"/>
            <p:nvPr/>
          </p:nvSpPr>
          <p:spPr>
            <a:xfrm>
              <a:off x="1703786" y="1696190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현재</a:t>
              </a: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CF626A17-E047-42CD-A202-CCF180A87866}"/>
                </a:ext>
              </a:extLst>
            </p:cNvPr>
            <p:cNvSpPr/>
            <p:nvPr/>
          </p:nvSpPr>
          <p:spPr>
            <a:xfrm>
              <a:off x="2012828" y="1768277"/>
              <a:ext cx="181263" cy="106054"/>
            </a:xfrm>
            <a:custGeom>
              <a:avLst/>
              <a:gdLst>
                <a:gd name="connsiteX0" fmla="*/ 145052 w 181263"/>
                <a:gd name="connsiteY0" fmla="*/ 74180 h 106054"/>
                <a:gd name="connsiteX1" fmla="*/ 125599 w 181263"/>
                <a:gd name="connsiteY1" fmla="*/ 77344 h 106054"/>
                <a:gd name="connsiteX2" fmla="*/ 118216 w 181263"/>
                <a:gd name="connsiteY2" fmla="*/ 86367 h 106054"/>
                <a:gd name="connsiteX3" fmla="*/ 125599 w 181263"/>
                <a:gd name="connsiteY3" fmla="*/ 95443 h 106054"/>
                <a:gd name="connsiteX4" fmla="*/ 145052 w 181263"/>
                <a:gd name="connsiteY4" fmla="*/ 98789 h 106054"/>
                <a:gd name="connsiteX5" fmla="*/ 164102 w 181263"/>
                <a:gd name="connsiteY5" fmla="*/ 95443 h 106054"/>
                <a:gd name="connsiteX6" fmla="*/ 171419 w 181263"/>
                <a:gd name="connsiteY6" fmla="*/ 86484 h 106054"/>
                <a:gd name="connsiteX7" fmla="*/ 164102 w 181263"/>
                <a:gd name="connsiteY7" fmla="*/ 77344 h 106054"/>
                <a:gd name="connsiteX8" fmla="*/ 145052 w 181263"/>
                <a:gd name="connsiteY8" fmla="*/ 74180 h 106054"/>
                <a:gd name="connsiteX9" fmla="*/ 145052 w 181263"/>
                <a:gd name="connsiteY9" fmla="*/ 66797 h 106054"/>
                <a:gd name="connsiteX10" fmla="*/ 172123 w 181263"/>
                <a:gd name="connsiteY10" fmla="*/ 72357 h 106054"/>
                <a:gd name="connsiteX11" fmla="*/ 181263 w 181263"/>
                <a:gd name="connsiteY11" fmla="*/ 86367 h 106054"/>
                <a:gd name="connsiteX12" fmla="*/ 172123 w 181263"/>
                <a:gd name="connsiteY12" fmla="*/ 100482 h 106054"/>
                <a:gd name="connsiteX13" fmla="*/ 145052 w 181263"/>
                <a:gd name="connsiteY13" fmla="*/ 106055 h 106054"/>
                <a:gd name="connsiteX14" fmla="*/ 117461 w 181263"/>
                <a:gd name="connsiteY14" fmla="*/ 100482 h 106054"/>
                <a:gd name="connsiteX15" fmla="*/ 108255 w 181263"/>
                <a:gd name="connsiteY15" fmla="*/ 86367 h 106054"/>
                <a:gd name="connsiteX16" fmla="*/ 117578 w 181263"/>
                <a:gd name="connsiteY16" fmla="*/ 72357 h 106054"/>
                <a:gd name="connsiteX17" fmla="*/ 145052 w 181263"/>
                <a:gd name="connsiteY17" fmla="*/ 66797 h 106054"/>
                <a:gd name="connsiteX18" fmla="*/ 0 w 181263"/>
                <a:gd name="connsiteY18" fmla="*/ 57422 h 106054"/>
                <a:gd name="connsiteX19" fmla="*/ 95039 w 181263"/>
                <a:gd name="connsiteY19" fmla="*/ 57422 h 106054"/>
                <a:gd name="connsiteX20" fmla="*/ 95039 w 181263"/>
                <a:gd name="connsiteY20" fmla="*/ 65391 h 106054"/>
                <a:gd name="connsiteX21" fmla="*/ 52617 w 181263"/>
                <a:gd name="connsiteY21" fmla="*/ 65391 h 106054"/>
                <a:gd name="connsiteX22" fmla="*/ 52617 w 181263"/>
                <a:gd name="connsiteY22" fmla="*/ 104063 h 106054"/>
                <a:gd name="connsiteX23" fmla="*/ 43125 w 181263"/>
                <a:gd name="connsiteY23" fmla="*/ 104063 h 106054"/>
                <a:gd name="connsiteX24" fmla="*/ 43125 w 181263"/>
                <a:gd name="connsiteY24" fmla="*/ 65391 h 106054"/>
                <a:gd name="connsiteX25" fmla="*/ 0 w 181263"/>
                <a:gd name="connsiteY25" fmla="*/ 65391 h 106054"/>
                <a:gd name="connsiteX26" fmla="*/ 118685 w 181263"/>
                <a:gd name="connsiteY26" fmla="*/ 33164 h 106054"/>
                <a:gd name="connsiteX27" fmla="*/ 108607 w 181263"/>
                <a:gd name="connsiteY27" fmla="*/ 36211 h 106054"/>
                <a:gd name="connsiteX28" fmla="*/ 105091 w 181263"/>
                <a:gd name="connsiteY28" fmla="*/ 44414 h 106054"/>
                <a:gd name="connsiteX29" fmla="*/ 108607 w 181263"/>
                <a:gd name="connsiteY29" fmla="*/ 52552 h 106054"/>
                <a:gd name="connsiteX30" fmla="*/ 118685 w 181263"/>
                <a:gd name="connsiteY30" fmla="*/ 55664 h 106054"/>
                <a:gd name="connsiteX31" fmla="*/ 128477 w 181263"/>
                <a:gd name="connsiteY31" fmla="*/ 52552 h 106054"/>
                <a:gd name="connsiteX32" fmla="*/ 132044 w 181263"/>
                <a:gd name="connsiteY32" fmla="*/ 44414 h 106054"/>
                <a:gd name="connsiteX33" fmla="*/ 128477 w 181263"/>
                <a:gd name="connsiteY33" fmla="*/ 36211 h 106054"/>
                <a:gd name="connsiteX34" fmla="*/ 118685 w 181263"/>
                <a:gd name="connsiteY34" fmla="*/ 33164 h 106054"/>
                <a:gd name="connsiteX35" fmla="*/ 118685 w 181263"/>
                <a:gd name="connsiteY35" fmla="*/ 26602 h 106054"/>
                <a:gd name="connsiteX36" fmla="*/ 134622 w 181263"/>
                <a:gd name="connsiteY36" fmla="*/ 31406 h 106054"/>
                <a:gd name="connsiteX37" fmla="*/ 140716 w 181263"/>
                <a:gd name="connsiteY37" fmla="*/ 44297 h 106054"/>
                <a:gd name="connsiteX38" fmla="*/ 134453 w 181263"/>
                <a:gd name="connsiteY38" fmla="*/ 57122 h 106054"/>
                <a:gd name="connsiteX39" fmla="*/ 118685 w 181263"/>
                <a:gd name="connsiteY39" fmla="*/ 62109 h 106054"/>
                <a:gd name="connsiteX40" fmla="*/ 102813 w 181263"/>
                <a:gd name="connsiteY40" fmla="*/ 57122 h 106054"/>
                <a:gd name="connsiteX41" fmla="*/ 96537 w 181263"/>
                <a:gd name="connsiteY41" fmla="*/ 44297 h 106054"/>
                <a:gd name="connsiteX42" fmla="*/ 102695 w 181263"/>
                <a:gd name="connsiteY42" fmla="*/ 31406 h 106054"/>
                <a:gd name="connsiteX43" fmla="*/ 118685 w 181263"/>
                <a:gd name="connsiteY43" fmla="*/ 26602 h 106054"/>
                <a:gd name="connsiteX44" fmla="*/ 94661 w 181263"/>
                <a:gd name="connsiteY44" fmla="*/ 15000 h 106054"/>
                <a:gd name="connsiteX45" fmla="*/ 142943 w 181263"/>
                <a:gd name="connsiteY45" fmla="*/ 15000 h 106054"/>
                <a:gd name="connsiteX46" fmla="*/ 142943 w 181263"/>
                <a:gd name="connsiteY46" fmla="*/ 22266 h 106054"/>
                <a:gd name="connsiteX47" fmla="*/ 94661 w 181263"/>
                <a:gd name="connsiteY47" fmla="*/ 22266 h 106054"/>
                <a:gd name="connsiteX48" fmla="*/ 42305 w 181263"/>
                <a:gd name="connsiteY48" fmla="*/ 2461 h 106054"/>
                <a:gd name="connsiteX49" fmla="*/ 52617 w 181263"/>
                <a:gd name="connsiteY49" fmla="*/ 2461 h 106054"/>
                <a:gd name="connsiteX50" fmla="*/ 52617 w 181263"/>
                <a:gd name="connsiteY50" fmla="*/ 7852 h 106054"/>
                <a:gd name="connsiteX51" fmla="*/ 55781 w 181263"/>
                <a:gd name="connsiteY51" fmla="*/ 19102 h 106054"/>
                <a:gd name="connsiteX52" fmla="*/ 64219 w 181263"/>
                <a:gd name="connsiteY52" fmla="*/ 28008 h 106054"/>
                <a:gd name="connsiteX53" fmla="*/ 76289 w 181263"/>
                <a:gd name="connsiteY53" fmla="*/ 34570 h 106054"/>
                <a:gd name="connsiteX54" fmla="*/ 90234 w 181263"/>
                <a:gd name="connsiteY54" fmla="*/ 38672 h 106054"/>
                <a:gd name="connsiteX55" fmla="*/ 84375 w 181263"/>
                <a:gd name="connsiteY55" fmla="*/ 46055 h 106054"/>
                <a:gd name="connsiteX56" fmla="*/ 73190 w 181263"/>
                <a:gd name="connsiteY56" fmla="*/ 42357 h 106054"/>
                <a:gd name="connsiteX57" fmla="*/ 62461 w 181263"/>
                <a:gd name="connsiteY57" fmla="*/ 36914 h 106054"/>
                <a:gd name="connsiteX58" fmla="*/ 53503 w 181263"/>
                <a:gd name="connsiteY58" fmla="*/ 29883 h 106054"/>
                <a:gd name="connsiteX59" fmla="*/ 47578 w 181263"/>
                <a:gd name="connsiteY59" fmla="*/ 21328 h 106054"/>
                <a:gd name="connsiteX60" fmla="*/ 41016 w 181263"/>
                <a:gd name="connsiteY60" fmla="*/ 30169 h 106054"/>
                <a:gd name="connsiteX61" fmla="*/ 32109 w 181263"/>
                <a:gd name="connsiteY61" fmla="*/ 37031 h 106054"/>
                <a:gd name="connsiteX62" fmla="*/ 21745 w 181263"/>
                <a:gd name="connsiteY62" fmla="*/ 42305 h 106054"/>
                <a:gd name="connsiteX63" fmla="*/ 10781 w 181263"/>
                <a:gd name="connsiteY63" fmla="*/ 46055 h 106054"/>
                <a:gd name="connsiteX64" fmla="*/ 4336 w 181263"/>
                <a:gd name="connsiteY64" fmla="*/ 38789 h 106054"/>
                <a:gd name="connsiteX65" fmla="*/ 32812 w 181263"/>
                <a:gd name="connsiteY65" fmla="*/ 26484 h 106054"/>
                <a:gd name="connsiteX66" fmla="*/ 42305 w 181263"/>
                <a:gd name="connsiteY66" fmla="*/ 7969 h 106054"/>
                <a:gd name="connsiteX67" fmla="*/ 106263 w 181263"/>
                <a:gd name="connsiteY67" fmla="*/ 1289 h 106054"/>
                <a:gd name="connsiteX68" fmla="*/ 131107 w 181263"/>
                <a:gd name="connsiteY68" fmla="*/ 1289 h 106054"/>
                <a:gd name="connsiteX69" fmla="*/ 131107 w 181263"/>
                <a:gd name="connsiteY69" fmla="*/ 8555 h 106054"/>
                <a:gd name="connsiteX70" fmla="*/ 106263 w 181263"/>
                <a:gd name="connsiteY70" fmla="*/ 8555 h 106054"/>
                <a:gd name="connsiteX71" fmla="*/ 172123 w 181263"/>
                <a:gd name="connsiteY71" fmla="*/ 0 h 106054"/>
                <a:gd name="connsiteX72" fmla="*/ 181029 w 181263"/>
                <a:gd name="connsiteY72" fmla="*/ 0 h 106054"/>
                <a:gd name="connsiteX73" fmla="*/ 181029 w 181263"/>
                <a:gd name="connsiteY73" fmla="*/ 67031 h 106054"/>
                <a:gd name="connsiteX74" fmla="*/ 172123 w 181263"/>
                <a:gd name="connsiteY74" fmla="*/ 67031 h 106054"/>
                <a:gd name="connsiteX75" fmla="*/ 172123 w 181263"/>
                <a:gd name="connsiteY75" fmla="*/ 36680 h 106054"/>
                <a:gd name="connsiteX76" fmla="*/ 159232 w 181263"/>
                <a:gd name="connsiteY76" fmla="*/ 36680 h 106054"/>
                <a:gd name="connsiteX77" fmla="*/ 159232 w 181263"/>
                <a:gd name="connsiteY77" fmla="*/ 63633 h 106054"/>
                <a:gd name="connsiteX78" fmla="*/ 150326 w 181263"/>
                <a:gd name="connsiteY78" fmla="*/ 63633 h 106054"/>
                <a:gd name="connsiteX79" fmla="*/ 150326 w 181263"/>
                <a:gd name="connsiteY79" fmla="*/ 1875 h 106054"/>
                <a:gd name="connsiteX80" fmla="*/ 159232 w 181263"/>
                <a:gd name="connsiteY80" fmla="*/ 1875 h 106054"/>
                <a:gd name="connsiteX81" fmla="*/ 159232 w 181263"/>
                <a:gd name="connsiteY81" fmla="*/ 28477 h 106054"/>
                <a:gd name="connsiteX82" fmla="*/ 172123 w 181263"/>
                <a:gd name="connsiteY82" fmla="*/ 28477 h 10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81263" h="106054">
                  <a:moveTo>
                    <a:pt x="145052" y="74180"/>
                  </a:moveTo>
                  <a:cubicBezTo>
                    <a:pt x="137005" y="74180"/>
                    <a:pt x="130521" y="75234"/>
                    <a:pt x="125599" y="77344"/>
                  </a:cubicBezTo>
                  <a:cubicBezTo>
                    <a:pt x="120677" y="79453"/>
                    <a:pt x="118216" y="82461"/>
                    <a:pt x="118216" y="86367"/>
                  </a:cubicBezTo>
                  <a:cubicBezTo>
                    <a:pt x="118216" y="90195"/>
                    <a:pt x="120677" y="93216"/>
                    <a:pt x="125599" y="95443"/>
                  </a:cubicBezTo>
                  <a:cubicBezTo>
                    <a:pt x="130521" y="97669"/>
                    <a:pt x="137005" y="98789"/>
                    <a:pt x="145052" y="98789"/>
                  </a:cubicBezTo>
                  <a:cubicBezTo>
                    <a:pt x="152865" y="98789"/>
                    <a:pt x="159219" y="97669"/>
                    <a:pt x="164102" y="95443"/>
                  </a:cubicBezTo>
                  <a:cubicBezTo>
                    <a:pt x="168984" y="93216"/>
                    <a:pt x="171419" y="90234"/>
                    <a:pt x="171419" y="86484"/>
                  </a:cubicBezTo>
                  <a:cubicBezTo>
                    <a:pt x="171419" y="82500"/>
                    <a:pt x="168984" y="79453"/>
                    <a:pt x="164102" y="77344"/>
                  </a:cubicBezTo>
                  <a:cubicBezTo>
                    <a:pt x="159219" y="75234"/>
                    <a:pt x="152865" y="74180"/>
                    <a:pt x="145052" y="74180"/>
                  </a:cubicBezTo>
                  <a:close/>
                  <a:moveTo>
                    <a:pt x="145052" y="66797"/>
                  </a:moveTo>
                  <a:cubicBezTo>
                    <a:pt x="157005" y="66797"/>
                    <a:pt x="166029" y="68646"/>
                    <a:pt x="172123" y="72357"/>
                  </a:cubicBezTo>
                  <a:cubicBezTo>
                    <a:pt x="178216" y="76068"/>
                    <a:pt x="181263" y="80742"/>
                    <a:pt x="181263" y="86367"/>
                  </a:cubicBezTo>
                  <a:cubicBezTo>
                    <a:pt x="181263" y="92070"/>
                    <a:pt x="178216" y="96771"/>
                    <a:pt x="172123" y="100482"/>
                  </a:cubicBezTo>
                  <a:cubicBezTo>
                    <a:pt x="166029" y="104193"/>
                    <a:pt x="157005" y="106055"/>
                    <a:pt x="145052" y="106055"/>
                  </a:cubicBezTo>
                  <a:cubicBezTo>
                    <a:pt x="132787" y="106055"/>
                    <a:pt x="123594" y="104193"/>
                    <a:pt x="117461" y="100482"/>
                  </a:cubicBezTo>
                  <a:cubicBezTo>
                    <a:pt x="111328" y="96771"/>
                    <a:pt x="108255" y="92070"/>
                    <a:pt x="108255" y="86367"/>
                  </a:cubicBezTo>
                  <a:cubicBezTo>
                    <a:pt x="108255" y="80742"/>
                    <a:pt x="111367" y="76068"/>
                    <a:pt x="117578" y="72357"/>
                  </a:cubicBezTo>
                  <a:cubicBezTo>
                    <a:pt x="123789" y="68646"/>
                    <a:pt x="132943" y="66797"/>
                    <a:pt x="145052" y="66797"/>
                  </a:cubicBezTo>
                  <a:close/>
                  <a:moveTo>
                    <a:pt x="0" y="57422"/>
                  </a:moveTo>
                  <a:lnTo>
                    <a:pt x="95039" y="57422"/>
                  </a:lnTo>
                  <a:lnTo>
                    <a:pt x="95039" y="65391"/>
                  </a:lnTo>
                  <a:lnTo>
                    <a:pt x="52617" y="65391"/>
                  </a:lnTo>
                  <a:lnTo>
                    <a:pt x="52617" y="104063"/>
                  </a:lnTo>
                  <a:lnTo>
                    <a:pt x="43125" y="104063"/>
                  </a:lnTo>
                  <a:lnTo>
                    <a:pt x="43125" y="65391"/>
                  </a:lnTo>
                  <a:lnTo>
                    <a:pt x="0" y="65391"/>
                  </a:lnTo>
                  <a:close/>
                  <a:moveTo>
                    <a:pt x="118685" y="33164"/>
                  </a:moveTo>
                  <a:cubicBezTo>
                    <a:pt x="114310" y="33164"/>
                    <a:pt x="110951" y="34180"/>
                    <a:pt x="108607" y="36211"/>
                  </a:cubicBezTo>
                  <a:cubicBezTo>
                    <a:pt x="106263" y="38242"/>
                    <a:pt x="105091" y="40977"/>
                    <a:pt x="105091" y="44414"/>
                  </a:cubicBezTo>
                  <a:cubicBezTo>
                    <a:pt x="105091" y="47773"/>
                    <a:pt x="106263" y="50482"/>
                    <a:pt x="108607" y="52552"/>
                  </a:cubicBezTo>
                  <a:cubicBezTo>
                    <a:pt x="110951" y="54622"/>
                    <a:pt x="114310" y="55664"/>
                    <a:pt x="118685" y="55664"/>
                  </a:cubicBezTo>
                  <a:cubicBezTo>
                    <a:pt x="122826" y="55664"/>
                    <a:pt x="126094" y="54622"/>
                    <a:pt x="128477" y="52552"/>
                  </a:cubicBezTo>
                  <a:cubicBezTo>
                    <a:pt x="130859" y="50482"/>
                    <a:pt x="132044" y="47773"/>
                    <a:pt x="132044" y="44414"/>
                  </a:cubicBezTo>
                  <a:cubicBezTo>
                    <a:pt x="132044" y="40977"/>
                    <a:pt x="130859" y="38242"/>
                    <a:pt x="128477" y="36211"/>
                  </a:cubicBezTo>
                  <a:cubicBezTo>
                    <a:pt x="126094" y="34180"/>
                    <a:pt x="122826" y="33164"/>
                    <a:pt x="118685" y="33164"/>
                  </a:cubicBezTo>
                  <a:close/>
                  <a:moveTo>
                    <a:pt x="118685" y="26602"/>
                  </a:moveTo>
                  <a:cubicBezTo>
                    <a:pt x="125247" y="26602"/>
                    <a:pt x="130560" y="28203"/>
                    <a:pt x="134622" y="31406"/>
                  </a:cubicBezTo>
                  <a:cubicBezTo>
                    <a:pt x="138685" y="34609"/>
                    <a:pt x="140716" y="38906"/>
                    <a:pt x="140716" y="44297"/>
                  </a:cubicBezTo>
                  <a:cubicBezTo>
                    <a:pt x="140716" y="49531"/>
                    <a:pt x="138633" y="53802"/>
                    <a:pt x="134453" y="57122"/>
                  </a:cubicBezTo>
                  <a:cubicBezTo>
                    <a:pt x="130273" y="60443"/>
                    <a:pt x="125013" y="62109"/>
                    <a:pt x="118685" y="62109"/>
                  </a:cubicBezTo>
                  <a:cubicBezTo>
                    <a:pt x="112279" y="62109"/>
                    <a:pt x="106992" y="60443"/>
                    <a:pt x="102813" y="57122"/>
                  </a:cubicBezTo>
                  <a:cubicBezTo>
                    <a:pt x="98633" y="53802"/>
                    <a:pt x="96537" y="49531"/>
                    <a:pt x="96537" y="44297"/>
                  </a:cubicBezTo>
                  <a:cubicBezTo>
                    <a:pt x="96537" y="38906"/>
                    <a:pt x="98594" y="34609"/>
                    <a:pt x="102695" y="31406"/>
                  </a:cubicBezTo>
                  <a:cubicBezTo>
                    <a:pt x="106797" y="28203"/>
                    <a:pt x="112122" y="26602"/>
                    <a:pt x="118685" y="26602"/>
                  </a:cubicBezTo>
                  <a:close/>
                  <a:moveTo>
                    <a:pt x="94661" y="15000"/>
                  </a:moveTo>
                  <a:lnTo>
                    <a:pt x="142943" y="15000"/>
                  </a:lnTo>
                  <a:lnTo>
                    <a:pt x="142943" y="22266"/>
                  </a:lnTo>
                  <a:lnTo>
                    <a:pt x="94661" y="22266"/>
                  </a:lnTo>
                  <a:close/>
                  <a:moveTo>
                    <a:pt x="42305" y="2461"/>
                  </a:moveTo>
                  <a:lnTo>
                    <a:pt x="52617" y="2461"/>
                  </a:lnTo>
                  <a:lnTo>
                    <a:pt x="52617" y="7852"/>
                  </a:lnTo>
                  <a:cubicBezTo>
                    <a:pt x="52617" y="11992"/>
                    <a:pt x="53672" y="15742"/>
                    <a:pt x="55781" y="19102"/>
                  </a:cubicBezTo>
                  <a:cubicBezTo>
                    <a:pt x="57891" y="22461"/>
                    <a:pt x="60703" y="25430"/>
                    <a:pt x="64219" y="28008"/>
                  </a:cubicBezTo>
                  <a:cubicBezTo>
                    <a:pt x="67734" y="30586"/>
                    <a:pt x="71758" y="32773"/>
                    <a:pt x="76289" y="34570"/>
                  </a:cubicBezTo>
                  <a:cubicBezTo>
                    <a:pt x="80820" y="36367"/>
                    <a:pt x="85469" y="37734"/>
                    <a:pt x="90234" y="38672"/>
                  </a:cubicBezTo>
                  <a:lnTo>
                    <a:pt x="84375" y="46055"/>
                  </a:lnTo>
                  <a:cubicBezTo>
                    <a:pt x="80703" y="45117"/>
                    <a:pt x="76979" y="43880"/>
                    <a:pt x="73190" y="42357"/>
                  </a:cubicBezTo>
                  <a:cubicBezTo>
                    <a:pt x="69401" y="40833"/>
                    <a:pt x="65820" y="39023"/>
                    <a:pt x="62461" y="36914"/>
                  </a:cubicBezTo>
                  <a:cubicBezTo>
                    <a:pt x="59102" y="34805"/>
                    <a:pt x="56120" y="32461"/>
                    <a:pt x="53503" y="29883"/>
                  </a:cubicBezTo>
                  <a:cubicBezTo>
                    <a:pt x="50885" y="27305"/>
                    <a:pt x="48906" y="24453"/>
                    <a:pt x="47578" y="21328"/>
                  </a:cubicBezTo>
                  <a:cubicBezTo>
                    <a:pt x="45859" y="24609"/>
                    <a:pt x="43672" y="27552"/>
                    <a:pt x="41016" y="30169"/>
                  </a:cubicBezTo>
                  <a:cubicBezTo>
                    <a:pt x="38359" y="32786"/>
                    <a:pt x="35391" y="35078"/>
                    <a:pt x="32109" y="37031"/>
                  </a:cubicBezTo>
                  <a:cubicBezTo>
                    <a:pt x="28828" y="39063"/>
                    <a:pt x="25378" y="40820"/>
                    <a:pt x="21745" y="42305"/>
                  </a:cubicBezTo>
                  <a:cubicBezTo>
                    <a:pt x="18112" y="43789"/>
                    <a:pt x="14453" y="45039"/>
                    <a:pt x="10781" y="46055"/>
                  </a:cubicBezTo>
                  <a:lnTo>
                    <a:pt x="4336" y="38789"/>
                  </a:lnTo>
                  <a:cubicBezTo>
                    <a:pt x="16992" y="35742"/>
                    <a:pt x="26484" y="31641"/>
                    <a:pt x="32812" y="26484"/>
                  </a:cubicBezTo>
                  <a:cubicBezTo>
                    <a:pt x="39141" y="21328"/>
                    <a:pt x="42305" y="15156"/>
                    <a:pt x="42305" y="7969"/>
                  </a:cubicBezTo>
                  <a:close/>
                  <a:moveTo>
                    <a:pt x="106263" y="1289"/>
                  </a:moveTo>
                  <a:lnTo>
                    <a:pt x="131107" y="1289"/>
                  </a:lnTo>
                  <a:lnTo>
                    <a:pt x="131107" y="8555"/>
                  </a:lnTo>
                  <a:lnTo>
                    <a:pt x="106263" y="8555"/>
                  </a:lnTo>
                  <a:close/>
                  <a:moveTo>
                    <a:pt x="172123" y="0"/>
                  </a:moveTo>
                  <a:lnTo>
                    <a:pt x="181029" y="0"/>
                  </a:lnTo>
                  <a:lnTo>
                    <a:pt x="181029" y="67031"/>
                  </a:lnTo>
                  <a:lnTo>
                    <a:pt x="172123" y="67031"/>
                  </a:lnTo>
                  <a:lnTo>
                    <a:pt x="172123" y="36680"/>
                  </a:lnTo>
                  <a:lnTo>
                    <a:pt x="159232" y="36680"/>
                  </a:lnTo>
                  <a:lnTo>
                    <a:pt x="159232" y="63633"/>
                  </a:lnTo>
                  <a:lnTo>
                    <a:pt x="150326" y="63633"/>
                  </a:lnTo>
                  <a:lnTo>
                    <a:pt x="150326" y="1875"/>
                  </a:lnTo>
                  <a:lnTo>
                    <a:pt x="159232" y="1875"/>
                  </a:lnTo>
                  <a:lnTo>
                    <a:pt x="159232" y="28477"/>
                  </a:lnTo>
                  <a:lnTo>
                    <a:pt x="172123" y="28477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ECD056-60EF-49CA-B525-C1BDE6A2F5FB}"/>
                </a:ext>
              </a:extLst>
            </p:cNvPr>
            <p:cNvSpPr txBox="1"/>
            <p:nvPr/>
          </p:nvSpPr>
          <p:spPr>
            <a:xfrm>
              <a:off x="1921388" y="1698156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수행</a:t>
              </a:r>
            </a:p>
          </p:txBody>
        </p:sp>
        <p:sp>
          <p:nvSpPr>
            <p:cNvPr id="48" name="자유형: 도형 47">
              <a:extLst>
                <a:ext uri="{FF2B5EF4-FFF2-40B4-BE49-F238E27FC236}">
                  <a16:creationId xmlns:a16="http://schemas.microsoft.com/office/drawing/2014/main" id="{45396DE7-40CB-4649-83B2-C648E688347E}"/>
                </a:ext>
              </a:extLst>
            </p:cNvPr>
            <p:cNvSpPr/>
            <p:nvPr/>
          </p:nvSpPr>
          <p:spPr>
            <a:xfrm>
              <a:off x="2234065" y="1768277"/>
              <a:ext cx="180794" cy="105937"/>
            </a:xfrm>
            <a:custGeom>
              <a:avLst/>
              <a:gdLst>
                <a:gd name="connsiteX0" fmla="*/ 47578 w 180794"/>
                <a:gd name="connsiteY0" fmla="*/ 74297 h 105937"/>
                <a:gd name="connsiteX1" fmla="*/ 28008 w 180794"/>
                <a:gd name="connsiteY1" fmla="*/ 77396 h 105937"/>
                <a:gd name="connsiteX2" fmla="*/ 20742 w 180794"/>
                <a:gd name="connsiteY2" fmla="*/ 86484 h 105937"/>
                <a:gd name="connsiteX3" fmla="*/ 28008 w 180794"/>
                <a:gd name="connsiteY3" fmla="*/ 95443 h 105937"/>
                <a:gd name="connsiteX4" fmla="*/ 47578 w 180794"/>
                <a:gd name="connsiteY4" fmla="*/ 98789 h 105937"/>
                <a:gd name="connsiteX5" fmla="*/ 66862 w 180794"/>
                <a:gd name="connsiteY5" fmla="*/ 95443 h 105937"/>
                <a:gd name="connsiteX6" fmla="*/ 74297 w 180794"/>
                <a:gd name="connsiteY6" fmla="*/ 86484 h 105937"/>
                <a:gd name="connsiteX7" fmla="*/ 66862 w 180794"/>
                <a:gd name="connsiteY7" fmla="*/ 77461 h 105937"/>
                <a:gd name="connsiteX8" fmla="*/ 47578 w 180794"/>
                <a:gd name="connsiteY8" fmla="*/ 74297 h 105937"/>
                <a:gd name="connsiteX9" fmla="*/ 110482 w 180794"/>
                <a:gd name="connsiteY9" fmla="*/ 67734 h 105937"/>
                <a:gd name="connsiteX10" fmla="*/ 119974 w 180794"/>
                <a:gd name="connsiteY10" fmla="*/ 67734 h 105937"/>
                <a:gd name="connsiteX11" fmla="*/ 119974 w 180794"/>
                <a:gd name="connsiteY11" fmla="*/ 93750 h 105937"/>
                <a:gd name="connsiteX12" fmla="*/ 180794 w 180794"/>
                <a:gd name="connsiteY12" fmla="*/ 93750 h 105937"/>
                <a:gd name="connsiteX13" fmla="*/ 180794 w 180794"/>
                <a:gd name="connsiteY13" fmla="*/ 101719 h 105937"/>
                <a:gd name="connsiteX14" fmla="*/ 112943 w 180794"/>
                <a:gd name="connsiteY14" fmla="*/ 101719 h 105937"/>
                <a:gd name="connsiteX15" fmla="*/ 111016 w 180794"/>
                <a:gd name="connsiteY15" fmla="*/ 101185 h 105937"/>
                <a:gd name="connsiteX16" fmla="*/ 110482 w 180794"/>
                <a:gd name="connsiteY16" fmla="*/ 99258 h 105937"/>
                <a:gd name="connsiteX17" fmla="*/ 0 w 180794"/>
                <a:gd name="connsiteY17" fmla="*/ 46758 h 105937"/>
                <a:gd name="connsiteX18" fmla="*/ 95156 w 180794"/>
                <a:gd name="connsiteY18" fmla="*/ 46758 h 105937"/>
                <a:gd name="connsiteX19" fmla="*/ 95156 w 180794"/>
                <a:gd name="connsiteY19" fmla="*/ 54492 h 105937"/>
                <a:gd name="connsiteX20" fmla="*/ 52500 w 180794"/>
                <a:gd name="connsiteY20" fmla="*/ 54492 h 105937"/>
                <a:gd name="connsiteX21" fmla="*/ 52500 w 180794"/>
                <a:gd name="connsiteY21" fmla="*/ 67266 h 105937"/>
                <a:gd name="connsiteX22" fmla="*/ 76471 w 180794"/>
                <a:gd name="connsiteY22" fmla="*/ 73477 h 105937"/>
                <a:gd name="connsiteX23" fmla="*/ 84726 w 180794"/>
                <a:gd name="connsiteY23" fmla="*/ 86602 h 105937"/>
                <a:gd name="connsiteX24" fmla="*/ 75182 w 180794"/>
                <a:gd name="connsiteY24" fmla="*/ 100482 h 105937"/>
                <a:gd name="connsiteX25" fmla="*/ 47578 w 180794"/>
                <a:gd name="connsiteY25" fmla="*/ 105938 h 105937"/>
                <a:gd name="connsiteX26" fmla="*/ 19987 w 180794"/>
                <a:gd name="connsiteY26" fmla="*/ 100482 h 105937"/>
                <a:gd name="connsiteX27" fmla="*/ 10430 w 180794"/>
                <a:gd name="connsiteY27" fmla="*/ 86602 h 105937"/>
                <a:gd name="connsiteX28" fmla="*/ 18698 w 180794"/>
                <a:gd name="connsiteY28" fmla="*/ 73477 h 105937"/>
                <a:gd name="connsiteX29" fmla="*/ 42656 w 180794"/>
                <a:gd name="connsiteY29" fmla="*/ 67266 h 105937"/>
                <a:gd name="connsiteX30" fmla="*/ 42656 w 180794"/>
                <a:gd name="connsiteY30" fmla="*/ 54492 h 105937"/>
                <a:gd name="connsiteX31" fmla="*/ 0 w 180794"/>
                <a:gd name="connsiteY31" fmla="*/ 54492 h 105937"/>
                <a:gd name="connsiteX32" fmla="*/ 122435 w 180794"/>
                <a:gd name="connsiteY32" fmla="*/ 9727 h 105937"/>
                <a:gd name="connsiteX33" fmla="*/ 109310 w 180794"/>
                <a:gd name="connsiteY33" fmla="*/ 15469 h 105937"/>
                <a:gd name="connsiteX34" fmla="*/ 104622 w 180794"/>
                <a:gd name="connsiteY34" fmla="*/ 29297 h 105937"/>
                <a:gd name="connsiteX35" fmla="*/ 109310 w 180794"/>
                <a:gd name="connsiteY35" fmla="*/ 43008 h 105937"/>
                <a:gd name="connsiteX36" fmla="*/ 122435 w 180794"/>
                <a:gd name="connsiteY36" fmla="*/ 48633 h 105937"/>
                <a:gd name="connsiteX37" fmla="*/ 135560 w 180794"/>
                <a:gd name="connsiteY37" fmla="*/ 43008 h 105937"/>
                <a:gd name="connsiteX38" fmla="*/ 140247 w 180794"/>
                <a:gd name="connsiteY38" fmla="*/ 29297 h 105937"/>
                <a:gd name="connsiteX39" fmla="*/ 135560 w 180794"/>
                <a:gd name="connsiteY39" fmla="*/ 15469 h 105937"/>
                <a:gd name="connsiteX40" fmla="*/ 122435 w 180794"/>
                <a:gd name="connsiteY40" fmla="*/ 9727 h 105937"/>
                <a:gd name="connsiteX41" fmla="*/ 11719 w 180794"/>
                <a:gd name="connsiteY41" fmla="*/ 3047 h 105937"/>
                <a:gd name="connsiteX42" fmla="*/ 83320 w 180794"/>
                <a:gd name="connsiteY42" fmla="*/ 3047 h 105937"/>
                <a:gd name="connsiteX43" fmla="*/ 83320 w 180794"/>
                <a:gd name="connsiteY43" fmla="*/ 10781 h 105937"/>
                <a:gd name="connsiteX44" fmla="*/ 52969 w 180794"/>
                <a:gd name="connsiteY44" fmla="*/ 10781 h 105937"/>
                <a:gd name="connsiteX45" fmla="*/ 57956 w 180794"/>
                <a:gd name="connsiteY45" fmla="*/ 18984 h 105937"/>
                <a:gd name="connsiteX46" fmla="*/ 67031 w 180794"/>
                <a:gd name="connsiteY46" fmla="*/ 25078 h 105937"/>
                <a:gd name="connsiteX47" fmla="*/ 78164 w 180794"/>
                <a:gd name="connsiteY47" fmla="*/ 29180 h 105937"/>
                <a:gd name="connsiteX48" fmla="*/ 89766 w 180794"/>
                <a:gd name="connsiteY48" fmla="*/ 31641 h 105937"/>
                <a:gd name="connsiteX49" fmla="*/ 84141 w 180794"/>
                <a:gd name="connsiteY49" fmla="*/ 38789 h 105937"/>
                <a:gd name="connsiteX50" fmla="*/ 74479 w 180794"/>
                <a:gd name="connsiteY50" fmla="*/ 36497 h 105937"/>
                <a:gd name="connsiteX51" fmla="*/ 64101 w 180794"/>
                <a:gd name="connsiteY51" fmla="*/ 32695 h 105937"/>
                <a:gd name="connsiteX52" fmla="*/ 54492 w 180794"/>
                <a:gd name="connsiteY52" fmla="*/ 27240 h 105937"/>
                <a:gd name="connsiteX53" fmla="*/ 47578 w 180794"/>
                <a:gd name="connsiteY53" fmla="*/ 19570 h 105937"/>
                <a:gd name="connsiteX54" fmla="*/ 40664 w 180794"/>
                <a:gd name="connsiteY54" fmla="*/ 26836 h 105937"/>
                <a:gd name="connsiteX55" fmla="*/ 31758 w 180794"/>
                <a:gd name="connsiteY55" fmla="*/ 32344 h 105937"/>
                <a:gd name="connsiteX56" fmla="*/ 21562 w 180794"/>
                <a:gd name="connsiteY56" fmla="*/ 36263 h 105937"/>
                <a:gd name="connsiteX57" fmla="*/ 10781 w 180794"/>
                <a:gd name="connsiteY57" fmla="*/ 38789 h 105937"/>
                <a:gd name="connsiteX58" fmla="*/ 5156 w 180794"/>
                <a:gd name="connsiteY58" fmla="*/ 31523 h 105937"/>
                <a:gd name="connsiteX59" fmla="*/ 17409 w 180794"/>
                <a:gd name="connsiteY59" fmla="*/ 28997 h 105937"/>
                <a:gd name="connsiteX60" fmla="*/ 28594 w 180794"/>
                <a:gd name="connsiteY60" fmla="*/ 24844 h 105937"/>
                <a:gd name="connsiteX61" fmla="*/ 37331 w 180794"/>
                <a:gd name="connsiteY61" fmla="*/ 18919 h 105937"/>
                <a:gd name="connsiteX62" fmla="*/ 42070 w 180794"/>
                <a:gd name="connsiteY62" fmla="*/ 10781 h 105937"/>
                <a:gd name="connsiteX63" fmla="*/ 11719 w 180794"/>
                <a:gd name="connsiteY63" fmla="*/ 10781 h 105937"/>
                <a:gd name="connsiteX64" fmla="*/ 122435 w 180794"/>
                <a:gd name="connsiteY64" fmla="*/ 1406 h 105937"/>
                <a:gd name="connsiteX65" fmla="*/ 133451 w 180794"/>
                <a:gd name="connsiteY65" fmla="*/ 3633 h 105937"/>
                <a:gd name="connsiteX66" fmla="*/ 142122 w 180794"/>
                <a:gd name="connsiteY66" fmla="*/ 9609 h 105937"/>
                <a:gd name="connsiteX67" fmla="*/ 147812 w 180794"/>
                <a:gd name="connsiteY67" fmla="*/ 18516 h 105937"/>
                <a:gd name="connsiteX68" fmla="*/ 149857 w 180794"/>
                <a:gd name="connsiteY68" fmla="*/ 29297 h 105937"/>
                <a:gd name="connsiteX69" fmla="*/ 147812 w 180794"/>
                <a:gd name="connsiteY69" fmla="*/ 40078 h 105937"/>
                <a:gd name="connsiteX70" fmla="*/ 142122 w 180794"/>
                <a:gd name="connsiteY70" fmla="*/ 48867 h 105937"/>
                <a:gd name="connsiteX71" fmla="*/ 133451 w 180794"/>
                <a:gd name="connsiteY71" fmla="*/ 54896 h 105937"/>
                <a:gd name="connsiteX72" fmla="*/ 122435 w 180794"/>
                <a:gd name="connsiteY72" fmla="*/ 57070 h 105937"/>
                <a:gd name="connsiteX73" fmla="*/ 111302 w 180794"/>
                <a:gd name="connsiteY73" fmla="*/ 54896 h 105937"/>
                <a:gd name="connsiteX74" fmla="*/ 102747 w 180794"/>
                <a:gd name="connsiteY74" fmla="*/ 48867 h 105937"/>
                <a:gd name="connsiteX75" fmla="*/ 97122 w 180794"/>
                <a:gd name="connsiteY75" fmla="*/ 40078 h 105937"/>
                <a:gd name="connsiteX76" fmla="*/ 95130 w 180794"/>
                <a:gd name="connsiteY76" fmla="*/ 29297 h 105937"/>
                <a:gd name="connsiteX77" fmla="*/ 97122 w 180794"/>
                <a:gd name="connsiteY77" fmla="*/ 18516 h 105937"/>
                <a:gd name="connsiteX78" fmla="*/ 102747 w 180794"/>
                <a:gd name="connsiteY78" fmla="*/ 9609 h 105937"/>
                <a:gd name="connsiteX79" fmla="*/ 111302 w 180794"/>
                <a:gd name="connsiteY79" fmla="*/ 3633 h 105937"/>
                <a:gd name="connsiteX80" fmla="*/ 122435 w 180794"/>
                <a:gd name="connsiteY80" fmla="*/ 1406 h 105937"/>
                <a:gd name="connsiteX81" fmla="*/ 168724 w 180794"/>
                <a:gd name="connsiteY81" fmla="*/ 0 h 105937"/>
                <a:gd name="connsiteX82" fmla="*/ 177982 w 180794"/>
                <a:gd name="connsiteY82" fmla="*/ 0 h 105937"/>
                <a:gd name="connsiteX83" fmla="*/ 177982 w 180794"/>
                <a:gd name="connsiteY83" fmla="*/ 76289 h 105937"/>
                <a:gd name="connsiteX84" fmla="*/ 168724 w 180794"/>
                <a:gd name="connsiteY84" fmla="*/ 76289 h 105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80794" h="105937">
                  <a:moveTo>
                    <a:pt x="47578" y="74297"/>
                  </a:moveTo>
                  <a:cubicBezTo>
                    <a:pt x="39375" y="74297"/>
                    <a:pt x="32852" y="75326"/>
                    <a:pt x="28008" y="77396"/>
                  </a:cubicBezTo>
                  <a:cubicBezTo>
                    <a:pt x="23164" y="79466"/>
                    <a:pt x="20742" y="82500"/>
                    <a:pt x="20742" y="86484"/>
                  </a:cubicBezTo>
                  <a:cubicBezTo>
                    <a:pt x="20742" y="90234"/>
                    <a:pt x="23164" y="93216"/>
                    <a:pt x="28008" y="95443"/>
                  </a:cubicBezTo>
                  <a:cubicBezTo>
                    <a:pt x="32852" y="97669"/>
                    <a:pt x="39375" y="98789"/>
                    <a:pt x="47578" y="98789"/>
                  </a:cubicBezTo>
                  <a:cubicBezTo>
                    <a:pt x="55469" y="98789"/>
                    <a:pt x="61901" y="97669"/>
                    <a:pt x="66862" y="95443"/>
                  </a:cubicBezTo>
                  <a:cubicBezTo>
                    <a:pt x="71823" y="93216"/>
                    <a:pt x="74297" y="90234"/>
                    <a:pt x="74297" y="86484"/>
                  </a:cubicBezTo>
                  <a:cubicBezTo>
                    <a:pt x="74297" y="82578"/>
                    <a:pt x="71823" y="79570"/>
                    <a:pt x="66862" y="77461"/>
                  </a:cubicBezTo>
                  <a:cubicBezTo>
                    <a:pt x="61901" y="75352"/>
                    <a:pt x="55469" y="74297"/>
                    <a:pt x="47578" y="74297"/>
                  </a:cubicBezTo>
                  <a:close/>
                  <a:moveTo>
                    <a:pt x="110482" y="67734"/>
                  </a:moveTo>
                  <a:lnTo>
                    <a:pt x="119974" y="67734"/>
                  </a:lnTo>
                  <a:lnTo>
                    <a:pt x="119974" y="93750"/>
                  </a:lnTo>
                  <a:lnTo>
                    <a:pt x="180794" y="93750"/>
                  </a:lnTo>
                  <a:lnTo>
                    <a:pt x="180794" y="101719"/>
                  </a:lnTo>
                  <a:lnTo>
                    <a:pt x="112943" y="101719"/>
                  </a:lnTo>
                  <a:cubicBezTo>
                    <a:pt x="112005" y="101719"/>
                    <a:pt x="111367" y="101536"/>
                    <a:pt x="111016" y="101185"/>
                  </a:cubicBezTo>
                  <a:cubicBezTo>
                    <a:pt x="110664" y="100833"/>
                    <a:pt x="110482" y="100195"/>
                    <a:pt x="110482" y="99258"/>
                  </a:cubicBezTo>
                  <a:close/>
                  <a:moveTo>
                    <a:pt x="0" y="46758"/>
                  </a:moveTo>
                  <a:lnTo>
                    <a:pt x="95156" y="46758"/>
                  </a:lnTo>
                  <a:lnTo>
                    <a:pt x="95156" y="54492"/>
                  </a:lnTo>
                  <a:lnTo>
                    <a:pt x="52500" y="54492"/>
                  </a:lnTo>
                  <a:lnTo>
                    <a:pt x="52500" y="67266"/>
                  </a:lnTo>
                  <a:cubicBezTo>
                    <a:pt x="62969" y="67813"/>
                    <a:pt x="70964" y="69883"/>
                    <a:pt x="76471" y="73477"/>
                  </a:cubicBezTo>
                  <a:cubicBezTo>
                    <a:pt x="81979" y="77070"/>
                    <a:pt x="84726" y="81445"/>
                    <a:pt x="84726" y="86602"/>
                  </a:cubicBezTo>
                  <a:cubicBezTo>
                    <a:pt x="84726" y="92227"/>
                    <a:pt x="81550" y="96849"/>
                    <a:pt x="75182" y="100482"/>
                  </a:cubicBezTo>
                  <a:cubicBezTo>
                    <a:pt x="68815" y="104115"/>
                    <a:pt x="59609" y="105938"/>
                    <a:pt x="47578" y="105938"/>
                  </a:cubicBezTo>
                  <a:cubicBezTo>
                    <a:pt x="35547" y="105938"/>
                    <a:pt x="26354" y="104115"/>
                    <a:pt x="19987" y="100482"/>
                  </a:cubicBezTo>
                  <a:cubicBezTo>
                    <a:pt x="13620" y="96849"/>
                    <a:pt x="10430" y="92227"/>
                    <a:pt x="10430" y="86602"/>
                  </a:cubicBezTo>
                  <a:cubicBezTo>
                    <a:pt x="10430" y="81445"/>
                    <a:pt x="13190" y="77070"/>
                    <a:pt x="18698" y="73477"/>
                  </a:cubicBezTo>
                  <a:cubicBezTo>
                    <a:pt x="24206" y="69883"/>
                    <a:pt x="32188" y="67813"/>
                    <a:pt x="42656" y="67266"/>
                  </a:cubicBezTo>
                  <a:lnTo>
                    <a:pt x="42656" y="54492"/>
                  </a:lnTo>
                  <a:lnTo>
                    <a:pt x="0" y="54492"/>
                  </a:lnTo>
                  <a:close/>
                  <a:moveTo>
                    <a:pt x="122435" y="9727"/>
                  </a:moveTo>
                  <a:cubicBezTo>
                    <a:pt x="116810" y="9727"/>
                    <a:pt x="112435" y="11641"/>
                    <a:pt x="109310" y="15469"/>
                  </a:cubicBezTo>
                  <a:cubicBezTo>
                    <a:pt x="106185" y="19297"/>
                    <a:pt x="104622" y="23906"/>
                    <a:pt x="104622" y="29297"/>
                  </a:cubicBezTo>
                  <a:cubicBezTo>
                    <a:pt x="104622" y="34688"/>
                    <a:pt x="106185" y="39258"/>
                    <a:pt x="109310" y="43008"/>
                  </a:cubicBezTo>
                  <a:cubicBezTo>
                    <a:pt x="112435" y="46758"/>
                    <a:pt x="116810" y="48633"/>
                    <a:pt x="122435" y="48633"/>
                  </a:cubicBezTo>
                  <a:cubicBezTo>
                    <a:pt x="128060" y="48633"/>
                    <a:pt x="132435" y="46758"/>
                    <a:pt x="135560" y="43008"/>
                  </a:cubicBezTo>
                  <a:cubicBezTo>
                    <a:pt x="138685" y="39258"/>
                    <a:pt x="140247" y="34688"/>
                    <a:pt x="140247" y="29297"/>
                  </a:cubicBezTo>
                  <a:cubicBezTo>
                    <a:pt x="140247" y="23906"/>
                    <a:pt x="138685" y="19297"/>
                    <a:pt x="135560" y="15469"/>
                  </a:cubicBezTo>
                  <a:cubicBezTo>
                    <a:pt x="132435" y="11641"/>
                    <a:pt x="128060" y="9727"/>
                    <a:pt x="122435" y="9727"/>
                  </a:cubicBezTo>
                  <a:close/>
                  <a:moveTo>
                    <a:pt x="11719" y="3047"/>
                  </a:moveTo>
                  <a:lnTo>
                    <a:pt x="83320" y="3047"/>
                  </a:lnTo>
                  <a:lnTo>
                    <a:pt x="83320" y="10781"/>
                  </a:lnTo>
                  <a:lnTo>
                    <a:pt x="52969" y="10781"/>
                  </a:lnTo>
                  <a:cubicBezTo>
                    <a:pt x="53750" y="13906"/>
                    <a:pt x="55417" y="16641"/>
                    <a:pt x="57956" y="18984"/>
                  </a:cubicBezTo>
                  <a:cubicBezTo>
                    <a:pt x="60495" y="21328"/>
                    <a:pt x="63516" y="23359"/>
                    <a:pt x="67031" y="25078"/>
                  </a:cubicBezTo>
                  <a:cubicBezTo>
                    <a:pt x="70469" y="26719"/>
                    <a:pt x="74180" y="28086"/>
                    <a:pt x="78164" y="29180"/>
                  </a:cubicBezTo>
                  <a:cubicBezTo>
                    <a:pt x="82148" y="30273"/>
                    <a:pt x="86016" y="31094"/>
                    <a:pt x="89766" y="31641"/>
                  </a:cubicBezTo>
                  <a:lnTo>
                    <a:pt x="84141" y="38789"/>
                  </a:lnTo>
                  <a:cubicBezTo>
                    <a:pt x="81250" y="38242"/>
                    <a:pt x="78034" y="37474"/>
                    <a:pt x="74479" y="36497"/>
                  </a:cubicBezTo>
                  <a:cubicBezTo>
                    <a:pt x="70924" y="35521"/>
                    <a:pt x="67461" y="34258"/>
                    <a:pt x="64101" y="32695"/>
                  </a:cubicBezTo>
                  <a:cubicBezTo>
                    <a:pt x="60664" y="31211"/>
                    <a:pt x="57461" y="29388"/>
                    <a:pt x="54492" y="27240"/>
                  </a:cubicBezTo>
                  <a:cubicBezTo>
                    <a:pt x="51523" y="25091"/>
                    <a:pt x="49219" y="22539"/>
                    <a:pt x="47578" y="19570"/>
                  </a:cubicBezTo>
                  <a:cubicBezTo>
                    <a:pt x="45703" y="22305"/>
                    <a:pt x="43398" y="24727"/>
                    <a:pt x="40664" y="26836"/>
                  </a:cubicBezTo>
                  <a:cubicBezTo>
                    <a:pt x="37930" y="28945"/>
                    <a:pt x="34961" y="30781"/>
                    <a:pt x="31758" y="32344"/>
                  </a:cubicBezTo>
                  <a:cubicBezTo>
                    <a:pt x="28555" y="33906"/>
                    <a:pt x="25156" y="35208"/>
                    <a:pt x="21562" y="36263"/>
                  </a:cubicBezTo>
                  <a:cubicBezTo>
                    <a:pt x="17969" y="37318"/>
                    <a:pt x="14375" y="38164"/>
                    <a:pt x="10781" y="38789"/>
                  </a:cubicBezTo>
                  <a:lnTo>
                    <a:pt x="5156" y="31523"/>
                  </a:lnTo>
                  <a:cubicBezTo>
                    <a:pt x="9219" y="30898"/>
                    <a:pt x="13307" y="30052"/>
                    <a:pt x="17409" y="28997"/>
                  </a:cubicBezTo>
                  <a:cubicBezTo>
                    <a:pt x="21510" y="27943"/>
                    <a:pt x="25234" y="26563"/>
                    <a:pt x="28594" y="24844"/>
                  </a:cubicBezTo>
                  <a:cubicBezTo>
                    <a:pt x="32031" y="23203"/>
                    <a:pt x="34948" y="21224"/>
                    <a:pt x="37331" y="18919"/>
                  </a:cubicBezTo>
                  <a:cubicBezTo>
                    <a:pt x="39713" y="16615"/>
                    <a:pt x="41289" y="13906"/>
                    <a:pt x="42070" y="10781"/>
                  </a:cubicBezTo>
                  <a:lnTo>
                    <a:pt x="11719" y="10781"/>
                  </a:lnTo>
                  <a:close/>
                  <a:moveTo>
                    <a:pt x="122435" y="1406"/>
                  </a:moveTo>
                  <a:cubicBezTo>
                    <a:pt x="126419" y="1406"/>
                    <a:pt x="130091" y="2148"/>
                    <a:pt x="133451" y="3633"/>
                  </a:cubicBezTo>
                  <a:cubicBezTo>
                    <a:pt x="136810" y="5117"/>
                    <a:pt x="139700" y="7109"/>
                    <a:pt x="142122" y="9609"/>
                  </a:cubicBezTo>
                  <a:cubicBezTo>
                    <a:pt x="144544" y="12187"/>
                    <a:pt x="146445" y="15156"/>
                    <a:pt x="147812" y="18516"/>
                  </a:cubicBezTo>
                  <a:cubicBezTo>
                    <a:pt x="149180" y="21875"/>
                    <a:pt x="149857" y="25469"/>
                    <a:pt x="149857" y="29297"/>
                  </a:cubicBezTo>
                  <a:cubicBezTo>
                    <a:pt x="149857" y="33125"/>
                    <a:pt x="149180" y="36719"/>
                    <a:pt x="147812" y="40078"/>
                  </a:cubicBezTo>
                  <a:cubicBezTo>
                    <a:pt x="146445" y="43437"/>
                    <a:pt x="144544" y="46367"/>
                    <a:pt x="142122" y="48867"/>
                  </a:cubicBezTo>
                  <a:cubicBezTo>
                    <a:pt x="139700" y="51445"/>
                    <a:pt x="136810" y="53450"/>
                    <a:pt x="133451" y="54896"/>
                  </a:cubicBezTo>
                  <a:cubicBezTo>
                    <a:pt x="130091" y="56341"/>
                    <a:pt x="126419" y="57070"/>
                    <a:pt x="122435" y="57070"/>
                  </a:cubicBezTo>
                  <a:cubicBezTo>
                    <a:pt x="118372" y="57070"/>
                    <a:pt x="114662" y="56341"/>
                    <a:pt x="111302" y="54896"/>
                  </a:cubicBezTo>
                  <a:cubicBezTo>
                    <a:pt x="107943" y="53450"/>
                    <a:pt x="105091" y="51445"/>
                    <a:pt x="102747" y="48867"/>
                  </a:cubicBezTo>
                  <a:cubicBezTo>
                    <a:pt x="100325" y="46367"/>
                    <a:pt x="98450" y="43437"/>
                    <a:pt x="97122" y="40078"/>
                  </a:cubicBezTo>
                  <a:cubicBezTo>
                    <a:pt x="95794" y="36719"/>
                    <a:pt x="95130" y="33125"/>
                    <a:pt x="95130" y="29297"/>
                  </a:cubicBezTo>
                  <a:cubicBezTo>
                    <a:pt x="95130" y="25469"/>
                    <a:pt x="95794" y="21875"/>
                    <a:pt x="97122" y="18516"/>
                  </a:cubicBezTo>
                  <a:cubicBezTo>
                    <a:pt x="98450" y="15156"/>
                    <a:pt x="100325" y="12187"/>
                    <a:pt x="102747" y="9609"/>
                  </a:cubicBezTo>
                  <a:cubicBezTo>
                    <a:pt x="105091" y="7109"/>
                    <a:pt x="107943" y="5117"/>
                    <a:pt x="111302" y="3633"/>
                  </a:cubicBezTo>
                  <a:cubicBezTo>
                    <a:pt x="114662" y="2148"/>
                    <a:pt x="118372" y="1406"/>
                    <a:pt x="122435" y="1406"/>
                  </a:cubicBezTo>
                  <a:close/>
                  <a:moveTo>
                    <a:pt x="168724" y="0"/>
                  </a:moveTo>
                  <a:lnTo>
                    <a:pt x="177982" y="0"/>
                  </a:lnTo>
                  <a:lnTo>
                    <a:pt x="177982" y="76289"/>
                  </a:lnTo>
                  <a:lnTo>
                    <a:pt x="168724" y="76289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CDB5A27-E867-4BD2-BD37-F2A431612C54}"/>
                </a:ext>
              </a:extLst>
            </p:cNvPr>
            <p:cNvSpPr txBox="1"/>
            <p:nvPr/>
          </p:nvSpPr>
          <p:spPr>
            <a:xfrm>
              <a:off x="2142625" y="1698065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중인</a:t>
              </a:r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AAF8AB86-1A09-41FD-8507-DB62AD3EE56C}"/>
                </a:ext>
              </a:extLst>
            </p:cNvPr>
            <p:cNvSpPr/>
            <p:nvPr/>
          </p:nvSpPr>
          <p:spPr>
            <a:xfrm>
              <a:off x="2452138" y="1768277"/>
              <a:ext cx="180911" cy="103945"/>
            </a:xfrm>
            <a:custGeom>
              <a:avLst/>
              <a:gdLst>
                <a:gd name="connsiteX0" fmla="*/ 122669 w 180911"/>
                <a:gd name="connsiteY0" fmla="*/ 80625 h 103945"/>
                <a:gd name="connsiteX1" fmla="*/ 122669 w 180911"/>
                <a:gd name="connsiteY1" fmla="*/ 95156 h 103945"/>
                <a:gd name="connsiteX2" fmla="*/ 171771 w 180911"/>
                <a:gd name="connsiteY2" fmla="*/ 95156 h 103945"/>
                <a:gd name="connsiteX3" fmla="*/ 171771 w 180911"/>
                <a:gd name="connsiteY3" fmla="*/ 80625 h 103945"/>
                <a:gd name="connsiteX4" fmla="*/ 113529 w 180911"/>
                <a:gd name="connsiteY4" fmla="*/ 60117 h 103945"/>
                <a:gd name="connsiteX5" fmla="*/ 122669 w 180911"/>
                <a:gd name="connsiteY5" fmla="*/ 60117 h 103945"/>
                <a:gd name="connsiteX6" fmla="*/ 122669 w 180911"/>
                <a:gd name="connsiteY6" fmla="*/ 73008 h 103945"/>
                <a:gd name="connsiteX7" fmla="*/ 171771 w 180911"/>
                <a:gd name="connsiteY7" fmla="*/ 73008 h 103945"/>
                <a:gd name="connsiteX8" fmla="*/ 171771 w 180911"/>
                <a:gd name="connsiteY8" fmla="*/ 60117 h 103945"/>
                <a:gd name="connsiteX9" fmla="*/ 180794 w 180911"/>
                <a:gd name="connsiteY9" fmla="*/ 60117 h 103945"/>
                <a:gd name="connsiteX10" fmla="*/ 180794 w 180911"/>
                <a:gd name="connsiteY10" fmla="*/ 100312 h 103945"/>
                <a:gd name="connsiteX11" fmla="*/ 180273 w 180911"/>
                <a:gd name="connsiteY11" fmla="*/ 102240 h 103945"/>
                <a:gd name="connsiteX12" fmla="*/ 178333 w 180911"/>
                <a:gd name="connsiteY12" fmla="*/ 102773 h 103945"/>
                <a:gd name="connsiteX13" fmla="*/ 115990 w 180911"/>
                <a:gd name="connsiteY13" fmla="*/ 102773 h 103945"/>
                <a:gd name="connsiteX14" fmla="*/ 114062 w 180911"/>
                <a:gd name="connsiteY14" fmla="*/ 102240 h 103945"/>
                <a:gd name="connsiteX15" fmla="*/ 113529 w 180911"/>
                <a:gd name="connsiteY15" fmla="*/ 100312 h 103945"/>
                <a:gd name="connsiteX16" fmla="*/ 125013 w 180911"/>
                <a:gd name="connsiteY16" fmla="*/ 9492 h 103945"/>
                <a:gd name="connsiteX17" fmla="*/ 118099 w 180911"/>
                <a:gd name="connsiteY17" fmla="*/ 10898 h 103945"/>
                <a:gd name="connsiteX18" fmla="*/ 112591 w 180911"/>
                <a:gd name="connsiteY18" fmla="*/ 14531 h 103945"/>
                <a:gd name="connsiteX19" fmla="*/ 108841 w 180911"/>
                <a:gd name="connsiteY19" fmla="*/ 19974 h 103945"/>
                <a:gd name="connsiteX20" fmla="*/ 107552 w 180911"/>
                <a:gd name="connsiteY20" fmla="*/ 26602 h 103945"/>
                <a:gd name="connsiteX21" fmla="*/ 108841 w 180911"/>
                <a:gd name="connsiteY21" fmla="*/ 33216 h 103945"/>
                <a:gd name="connsiteX22" fmla="*/ 112591 w 180911"/>
                <a:gd name="connsiteY22" fmla="*/ 38555 h 103945"/>
                <a:gd name="connsiteX23" fmla="*/ 118099 w 180911"/>
                <a:gd name="connsiteY23" fmla="*/ 42187 h 103945"/>
                <a:gd name="connsiteX24" fmla="*/ 125013 w 180911"/>
                <a:gd name="connsiteY24" fmla="*/ 43477 h 103945"/>
                <a:gd name="connsiteX25" fmla="*/ 137617 w 180911"/>
                <a:gd name="connsiteY25" fmla="*/ 38555 h 103945"/>
                <a:gd name="connsiteX26" fmla="*/ 142474 w 180911"/>
                <a:gd name="connsiteY26" fmla="*/ 26602 h 103945"/>
                <a:gd name="connsiteX27" fmla="*/ 137500 w 180911"/>
                <a:gd name="connsiteY27" fmla="*/ 14466 h 103945"/>
                <a:gd name="connsiteX28" fmla="*/ 125013 w 180911"/>
                <a:gd name="connsiteY28" fmla="*/ 9492 h 103945"/>
                <a:gd name="connsiteX29" fmla="*/ 29531 w 180911"/>
                <a:gd name="connsiteY29" fmla="*/ 3984 h 103945"/>
                <a:gd name="connsiteX30" fmla="*/ 39141 w 180911"/>
                <a:gd name="connsiteY30" fmla="*/ 3984 h 103945"/>
                <a:gd name="connsiteX31" fmla="*/ 39141 w 180911"/>
                <a:gd name="connsiteY31" fmla="*/ 25078 h 103945"/>
                <a:gd name="connsiteX32" fmla="*/ 40781 w 180911"/>
                <a:gd name="connsiteY32" fmla="*/ 40130 h 103945"/>
                <a:gd name="connsiteX33" fmla="*/ 45820 w 180911"/>
                <a:gd name="connsiteY33" fmla="*/ 52852 h 103945"/>
                <a:gd name="connsiteX34" fmla="*/ 55143 w 180911"/>
                <a:gd name="connsiteY34" fmla="*/ 64740 h 103945"/>
                <a:gd name="connsiteX35" fmla="*/ 67617 w 180911"/>
                <a:gd name="connsiteY35" fmla="*/ 74180 h 103945"/>
                <a:gd name="connsiteX36" fmla="*/ 65690 w 180911"/>
                <a:gd name="connsiteY36" fmla="*/ 75820 h 103945"/>
                <a:gd name="connsiteX37" fmla="*/ 63750 w 180911"/>
                <a:gd name="connsiteY37" fmla="*/ 77578 h 103945"/>
                <a:gd name="connsiteX38" fmla="*/ 61992 w 180911"/>
                <a:gd name="connsiteY38" fmla="*/ 79388 h 103945"/>
                <a:gd name="connsiteX39" fmla="*/ 60586 w 180911"/>
                <a:gd name="connsiteY39" fmla="*/ 80859 h 103945"/>
                <a:gd name="connsiteX40" fmla="*/ 53268 w 180911"/>
                <a:gd name="connsiteY40" fmla="*/ 75169 h 103945"/>
                <a:gd name="connsiteX41" fmla="*/ 46172 w 180911"/>
                <a:gd name="connsiteY41" fmla="*/ 68086 h 103945"/>
                <a:gd name="connsiteX42" fmla="*/ 39492 w 180911"/>
                <a:gd name="connsiteY42" fmla="*/ 58945 h 103945"/>
                <a:gd name="connsiteX43" fmla="*/ 34336 w 180911"/>
                <a:gd name="connsiteY43" fmla="*/ 48281 h 103945"/>
                <a:gd name="connsiteX44" fmla="*/ 30117 w 180911"/>
                <a:gd name="connsiteY44" fmla="*/ 58477 h 103945"/>
                <a:gd name="connsiteX45" fmla="*/ 23789 w 180911"/>
                <a:gd name="connsiteY45" fmla="*/ 68086 h 103945"/>
                <a:gd name="connsiteX46" fmla="*/ 16055 w 180911"/>
                <a:gd name="connsiteY46" fmla="*/ 76875 h 103945"/>
                <a:gd name="connsiteX47" fmla="*/ 8086 w 180911"/>
                <a:gd name="connsiteY47" fmla="*/ 83437 h 103945"/>
                <a:gd name="connsiteX48" fmla="*/ 4336 w 180911"/>
                <a:gd name="connsiteY48" fmla="*/ 80326 h 103945"/>
                <a:gd name="connsiteX49" fmla="*/ 0 w 180911"/>
                <a:gd name="connsiteY49" fmla="*/ 77227 h 103945"/>
                <a:gd name="connsiteX50" fmla="*/ 12656 w 180911"/>
                <a:gd name="connsiteY50" fmla="*/ 67083 h 103945"/>
                <a:gd name="connsiteX51" fmla="*/ 22148 w 180911"/>
                <a:gd name="connsiteY51" fmla="*/ 54375 h 103945"/>
                <a:gd name="connsiteX52" fmla="*/ 27656 w 180911"/>
                <a:gd name="connsiteY52" fmla="*/ 39896 h 103945"/>
                <a:gd name="connsiteX53" fmla="*/ 29531 w 180911"/>
                <a:gd name="connsiteY53" fmla="*/ 23437 h 103945"/>
                <a:gd name="connsiteX54" fmla="*/ 171771 w 180911"/>
                <a:gd name="connsiteY54" fmla="*/ 0 h 103945"/>
                <a:gd name="connsiteX55" fmla="*/ 180912 w 180911"/>
                <a:gd name="connsiteY55" fmla="*/ 0 h 103945"/>
                <a:gd name="connsiteX56" fmla="*/ 180912 w 180911"/>
                <a:gd name="connsiteY56" fmla="*/ 54609 h 103945"/>
                <a:gd name="connsiteX57" fmla="*/ 171771 w 180911"/>
                <a:gd name="connsiteY57" fmla="*/ 54609 h 103945"/>
                <a:gd name="connsiteX58" fmla="*/ 171771 w 180911"/>
                <a:gd name="connsiteY58" fmla="*/ 31055 h 103945"/>
                <a:gd name="connsiteX59" fmla="*/ 151380 w 180911"/>
                <a:gd name="connsiteY59" fmla="*/ 31055 h 103945"/>
                <a:gd name="connsiteX60" fmla="*/ 148099 w 180911"/>
                <a:gd name="connsiteY60" fmla="*/ 39492 h 103945"/>
                <a:gd name="connsiteX61" fmla="*/ 142240 w 180911"/>
                <a:gd name="connsiteY61" fmla="*/ 46055 h 103945"/>
                <a:gd name="connsiteX62" fmla="*/ 134271 w 180911"/>
                <a:gd name="connsiteY62" fmla="*/ 50273 h 103945"/>
                <a:gd name="connsiteX63" fmla="*/ 125013 w 180911"/>
                <a:gd name="connsiteY63" fmla="*/ 51797 h 103945"/>
                <a:gd name="connsiteX64" fmla="*/ 114766 w 180911"/>
                <a:gd name="connsiteY64" fmla="*/ 49922 h 103945"/>
                <a:gd name="connsiteX65" fmla="*/ 106263 w 180911"/>
                <a:gd name="connsiteY65" fmla="*/ 44648 h 103945"/>
                <a:gd name="connsiteX66" fmla="*/ 100521 w 180911"/>
                <a:gd name="connsiteY66" fmla="*/ 36680 h 103945"/>
                <a:gd name="connsiteX67" fmla="*/ 98411 w 180911"/>
                <a:gd name="connsiteY67" fmla="*/ 26484 h 103945"/>
                <a:gd name="connsiteX68" fmla="*/ 100469 w 180911"/>
                <a:gd name="connsiteY68" fmla="*/ 16341 h 103945"/>
                <a:gd name="connsiteX69" fmla="*/ 106146 w 180911"/>
                <a:gd name="connsiteY69" fmla="*/ 8437 h 103945"/>
                <a:gd name="connsiteX70" fmla="*/ 114648 w 180911"/>
                <a:gd name="connsiteY70" fmla="*/ 3164 h 103945"/>
                <a:gd name="connsiteX71" fmla="*/ 125013 w 180911"/>
                <a:gd name="connsiteY71" fmla="*/ 1289 h 103945"/>
                <a:gd name="connsiteX72" fmla="*/ 134505 w 180911"/>
                <a:gd name="connsiteY72" fmla="*/ 2930 h 103945"/>
                <a:gd name="connsiteX73" fmla="*/ 142591 w 180911"/>
                <a:gd name="connsiteY73" fmla="*/ 7383 h 103945"/>
                <a:gd name="connsiteX74" fmla="*/ 148568 w 180911"/>
                <a:gd name="connsiteY74" fmla="*/ 14297 h 103945"/>
                <a:gd name="connsiteX75" fmla="*/ 151615 w 180911"/>
                <a:gd name="connsiteY75" fmla="*/ 22969 h 103945"/>
                <a:gd name="connsiteX76" fmla="*/ 171771 w 180911"/>
                <a:gd name="connsiteY76" fmla="*/ 22969 h 103945"/>
                <a:gd name="connsiteX77" fmla="*/ 76289 w 180911"/>
                <a:gd name="connsiteY77" fmla="*/ 0 h 103945"/>
                <a:gd name="connsiteX78" fmla="*/ 85547 w 180911"/>
                <a:gd name="connsiteY78" fmla="*/ 0 h 103945"/>
                <a:gd name="connsiteX79" fmla="*/ 85547 w 180911"/>
                <a:gd name="connsiteY79" fmla="*/ 39844 h 103945"/>
                <a:gd name="connsiteX80" fmla="*/ 100898 w 180911"/>
                <a:gd name="connsiteY80" fmla="*/ 39844 h 103945"/>
                <a:gd name="connsiteX81" fmla="*/ 100898 w 180911"/>
                <a:gd name="connsiteY81" fmla="*/ 48164 h 103945"/>
                <a:gd name="connsiteX82" fmla="*/ 85547 w 180911"/>
                <a:gd name="connsiteY82" fmla="*/ 48164 h 103945"/>
                <a:gd name="connsiteX83" fmla="*/ 85547 w 180911"/>
                <a:gd name="connsiteY83" fmla="*/ 103945 h 103945"/>
                <a:gd name="connsiteX84" fmla="*/ 76289 w 180911"/>
                <a:gd name="connsiteY84" fmla="*/ 103945 h 10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80911" h="103945">
                  <a:moveTo>
                    <a:pt x="122669" y="80625"/>
                  </a:moveTo>
                  <a:lnTo>
                    <a:pt x="122669" y="95156"/>
                  </a:lnTo>
                  <a:lnTo>
                    <a:pt x="171771" y="95156"/>
                  </a:lnTo>
                  <a:lnTo>
                    <a:pt x="171771" y="80625"/>
                  </a:lnTo>
                  <a:close/>
                  <a:moveTo>
                    <a:pt x="113529" y="60117"/>
                  </a:moveTo>
                  <a:lnTo>
                    <a:pt x="122669" y="60117"/>
                  </a:lnTo>
                  <a:lnTo>
                    <a:pt x="122669" y="73008"/>
                  </a:lnTo>
                  <a:lnTo>
                    <a:pt x="171771" y="73008"/>
                  </a:lnTo>
                  <a:lnTo>
                    <a:pt x="171771" y="60117"/>
                  </a:lnTo>
                  <a:lnTo>
                    <a:pt x="180794" y="60117"/>
                  </a:lnTo>
                  <a:lnTo>
                    <a:pt x="180794" y="100312"/>
                  </a:lnTo>
                  <a:cubicBezTo>
                    <a:pt x="180794" y="101250"/>
                    <a:pt x="180625" y="101888"/>
                    <a:pt x="180273" y="102240"/>
                  </a:cubicBezTo>
                  <a:cubicBezTo>
                    <a:pt x="179922" y="102591"/>
                    <a:pt x="179271" y="102773"/>
                    <a:pt x="178333" y="102773"/>
                  </a:cubicBezTo>
                  <a:lnTo>
                    <a:pt x="115990" y="102773"/>
                  </a:lnTo>
                  <a:cubicBezTo>
                    <a:pt x="115052" y="102773"/>
                    <a:pt x="114414" y="102591"/>
                    <a:pt x="114062" y="102240"/>
                  </a:cubicBezTo>
                  <a:cubicBezTo>
                    <a:pt x="113711" y="101888"/>
                    <a:pt x="113529" y="101250"/>
                    <a:pt x="113529" y="100312"/>
                  </a:cubicBezTo>
                  <a:close/>
                  <a:moveTo>
                    <a:pt x="125013" y="9492"/>
                  </a:moveTo>
                  <a:cubicBezTo>
                    <a:pt x="122513" y="9492"/>
                    <a:pt x="120208" y="9961"/>
                    <a:pt x="118099" y="10898"/>
                  </a:cubicBezTo>
                  <a:cubicBezTo>
                    <a:pt x="115990" y="11836"/>
                    <a:pt x="114154" y="13047"/>
                    <a:pt x="112591" y="14531"/>
                  </a:cubicBezTo>
                  <a:cubicBezTo>
                    <a:pt x="110951" y="16094"/>
                    <a:pt x="109700" y="17904"/>
                    <a:pt x="108841" y="19974"/>
                  </a:cubicBezTo>
                  <a:cubicBezTo>
                    <a:pt x="107982" y="22044"/>
                    <a:pt x="107552" y="24258"/>
                    <a:pt x="107552" y="26602"/>
                  </a:cubicBezTo>
                  <a:cubicBezTo>
                    <a:pt x="107552" y="28945"/>
                    <a:pt x="107982" y="31146"/>
                    <a:pt x="108841" y="33216"/>
                  </a:cubicBezTo>
                  <a:cubicBezTo>
                    <a:pt x="109700" y="35286"/>
                    <a:pt x="110951" y="37070"/>
                    <a:pt x="112591" y="38555"/>
                  </a:cubicBezTo>
                  <a:cubicBezTo>
                    <a:pt x="114154" y="40117"/>
                    <a:pt x="115990" y="41328"/>
                    <a:pt x="118099" y="42187"/>
                  </a:cubicBezTo>
                  <a:cubicBezTo>
                    <a:pt x="120208" y="43047"/>
                    <a:pt x="122513" y="43477"/>
                    <a:pt x="125013" y="43477"/>
                  </a:cubicBezTo>
                  <a:cubicBezTo>
                    <a:pt x="130169" y="43477"/>
                    <a:pt x="134375" y="41836"/>
                    <a:pt x="137617" y="38555"/>
                  </a:cubicBezTo>
                  <a:cubicBezTo>
                    <a:pt x="140859" y="35273"/>
                    <a:pt x="142474" y="31289"/>
                    <a:pt x="142474" y="26602"/>
                  </a:cubicBezTo>
                  <a:cubicBezTo>
                    <a:pt x="142474" y="21836"/>
                    <a:pt x="140820" y="17786"/>
                    <a:pt x="137500" y="14466"/>
                  </a:cubicBezTo>
                  <a:cubicBezTo>
                    <a:pt x="134180" y="11146"/>
                    <a:pt x="130013" y="9492"/>
                    <a:pt x="125013" y="9492"/>
                  </a:cubicBezTo>
                  <a:close/>
                  <a:moveTo>
                    <a:pt x="29531" y="3984"/>
                  </a:moveTo>
                  <a:lnTo>
                    <a:pt x="39141" y="3984"/>
                  </a:lnTo>
                  <a:lnTo>
                    <a:pt x="39141" y="25078"/>
                  </a:lnTo>
                  <a:cubicBezTo>
                    <a:pt x="39141" y="30469"/>
                    <a:pt x="39687" y="35482"/>
                    <a:pt x="40781" y="40130"/>
                  </a:cubicBezTo>
                  <a:cubicBezTo>
                    <a:pt x="41875" y="44779"/>
                    <a:pt x="43555" y="49023"/>
                    <a:pt x="45820" y="52852"/>
                  </a:cubicBezTo>
                  <a:cubicBezTo>
                    <a:pt x="48398" y="57227"/>
                    <a:pt x="51510" y="61185"/>
                    <a:pt x="55143" y="64740"/>
                  </a:cubicBezTo>
                  <a:cubicBezTo>
                    <a:pt x="58776" y="68294"/>
                    <a:pt x="62930" y="71445"/>
                    <a:pt x="67617" y="74180"/>
                  </a:cubicBezTo>
                  <a:cubicBezTo>
                    <a:pt x="66992" y="74648"/>
                    <a:pt x="66354" y="75195"/>
                    <a:pt x="65690" y="75820"/>
                  </a:cubicBezTo>
                  <a:cubicBezTo>
                    <a:pt x="65026" y="76445"/>
                    <a:pt x="64375" y="77031"/>
                    <a:pt x="63750" y="77578"/>
                  </a:cubicBezTo>
                  <a:cubicBezTo>
                    <a:pt x="63125" y="78203"/>
                    <a:pt x="62539" y="78802"/>
                    <a:pt x="61992" y="79388"/>
                  </a:cubicBezTo>
                  <a:cubicBezTo>
                    <a:pt x="61445" y="79974"/>
                    <a:pt x="60977" y="80469"/>
                    <a:pt x="60586" y="80859"/>
                  </a:cubicBezTo>
                  <a:cubicBezTo>
                    <a:pt x="58164" y="79219"/>
                    <a:pt x="55729" y="77318"/>
                    <a:pt x="53268" y="75169"/>
                  </a:cubicBezTo>
                  <a:cubicBezTo>
                    <a:pt x="50807" y="73021"/>
                    <a:pt x="48437" y="70664"/>
                    <a:pt x="46172" y="68086"/>
                  </a:cubicBezTo>
                  <a:cubicBezTo>
                    <a:pt x="43750" y="65273"/>
                    <a:pt x="41523" y="62227"/>
                    <a:pt x="39492" y="58945"/>
                  </a:cubicBezTo>
                  <a:cubicBezTo>
                    <a:pt x="37461" y="55664"/>
                    <a:pt x="35742" y="52109"/>
                    <a:pt x="34336" y="48281"/>
                  </a:cubicBezTo>
                  <a:cubicBezTo>
                    <a:pt x="33398" y="51719"/>
                    <a:pt x="31992" y="55117"/>
                    <a:pt x="30117" y="58477"/>
                  </a:cubicBezTo>
                  <a:cubicBezTo>
                    <a:pt x="28242" y="61836"/>
                    <a:pt x="26133" y="65039"/>
                    <a:pt x="23789" y="68086"/>
                  </a:cubicBezTo>
                  <a:cubicBezTo>
                    <a:pt x="21367" y="71289"/>
                    <a:pt x="18789" y="74219"/>
                    <a:pt x="16055" y="76875"/>
                  </a:cubicBezTo>
                  <a:cubicBezTo>
                    <a:pt x="13320" y="79531"/>
                    <a:pt x="10664" y="81719"/>
                    <a:pt x="8086" y="83437"/>
                  </a:cubicBezTo>
                  <a:cubicBezTo>
                    <a:pt x="7148" y="82578"/>
                    <a:pt x="5898" y="81537"/>
                    <a:pt x="4336" y="80326"/>
                  </a:cubicBezTo>
                  <a:cubicBezTo>
                    <a:pt x="2773" y="79115"/>
                    <a:pt x="1328" y="78086"/>
                    <a:pt x="0" y="77227"/>
                  </a:cubicBezTo>
                  <a:cubicBezTo>
                    <a:pt x="4687" y="74336"/>
                    <a:pt x="8906" y="70951"/>
                    <a:pt x="12656" y="67083"/>
                  </a:cubicBezTo>
                  <a:cubicBezTo>
                    <a:pt x="16406" y="63216"/>
                    <a:pt x="19570" y="58984"/>
                    <a:pt x="22148" y="54375"/>
                  </a:cubicBezTo>
                  <a:cubicBezTo>
                    <a:pt x="24570" y="49922"/>
                    <a:pt x="26406" y="45091"/>
                    <a:pt x="27656" y="39896"/>
                  </a:cubicBezTo>
                  <a:cubicBezTo>
                    <a:pt x="28906" y="34701"/>
                    <a:pt x="29531" y="29219"/>
                    <a:pt x="29531" y="23437"/>
                  </a:cubicBezTo>
                  <a:close/>
                  <a:moveTo>
                    <a:pt x="171771" y="0"/>
                  </a:moveTo>
                  <a:lnTo>
                    <a:pt x="180912" y="0"/>
                  </a:lnTo>
                  <a:lnTo>
                    <a:pt x="180912" y="54609"/>
                  </a:lnTo>
                  <a:lnTo>
                    <a:pt x="171771" y="54609"/>
                  </a:lnTo>
                  <a:lnTo>
                    <a:pt x="171771" y="31055"/>
                  </a:lnTo>
                  <a:lnTo>
                    <a:pt x="151380" y="31055"/>
                  </a:lnTo>
                  <a:cubicBezTo>
                    <a:pt x="150755" y="34102"/>
                    <a:pt x="149661" y="36914"/>
                    <a:pt x="148099" y="39492"/>
                  </a:cubicBezTo>
                  <a:cubicBezTo>
                    <a:pt x="146537" y="42070"/>
                    <a:pt x="144583" y="44258"/>
                    <a:pt x="142240" y="46055"/>
                  </a:cubicBezTo>
                  <a:cubicBezTo>
                    <a:pt x="139896" y="47852"/>
                    <a:pt x="137240" y="49258"/>
                    <a:pt x="134271" y="50273"/>
                  </a:cubicBezTo>
                  <a:cubicBezTo>
                    <a:pt x="131302" y="51289"/>
                    <a:pt x="128216" y="51797"/>
                    <a:pt x="125013" y="51797"/>
                  </a:cubicBezTo>
                  <a:cubicBezTo>
                    <a:pt x="121419" y="51797"/>
                    <a:pt x="118008" y="51172"/>
                    <a:pt x="114766" y="49922"/>
                  </a:cubicBezTo>
                  <a:cubicBezTo>
                    <a:pt x="111523" y="48672"/>
                    <a:pt x="108685" y="46914"/>
                    <a:pt x="106263" y="44648"/>
                  </a:cubicBezTo>
                  <a:cubicBezTo>
                    <a:pt x="103841" y="42461"/>
                    <a:pt x="101927" y="39805"/>
                    <a:pt x="100521" y="36680"/>
                  </a:cubicBezTo>
                  <a:cubicBezTo>
                    <a:pt x="99115" y="33555"/>
                    <a:pt x="98411" y="30156"/>
                    <a:pt x="98411" y="26484"/>
                  </a:cubicBezTo>
                  <a:cubicBezTo>
                    <a:pt x="98411" y="22812"/>
                    <a:pt x="99102" y="19427"/>
                    <a:pt x="100469" y="16341"/>
                  </a:cubicBezTo>
                  <a:cubicBezTo>
                    <a:pt x="101836" y="13255"/>
                    <a:pt x="103724" y="10625"/>
                    <a:pt x="106146" y="8437"/>
                  </a:cubicBezTo>
                  <a:cubicBezTo>
                    <a:pt x="108568" y="6172"/>
                    <a:pt x="111406" y="4414"/>
                    <a:pt x="114648" y="3164"/>
                  </a:cubicBezTo>
                  <a:cubicBezTo>
                    <a:pt x="117891" y="1914"/>
                    <a:pt x="121341" y="1289"/>
                    <a:pt x="125013" y="1289"/>
                  </a:cubicBezTo>
                  <a:cubicBezTo>
                    <a:pt x="128294" y="1289"/>
                    <a:pt x="131458" y="1836"/>
                    <a:pt x="134505" y="2930"/>
                  </a:cubicBezTo>
                  <a:cubicBezTo>
                    <a:pt x="137552" y="4023"/>
                    <a:pt x="140247" y="5508"/>
                    <a:pt x="142591" y="7383"/>
                  </a:cubicBezTo>
                  <a:cubicBezTo>
                    <a:pt x="145013" y="9336"/>
                    <a:pt x="147005" y="11641"/>
                    <a:pt x="148568" y="14297"/>
                  </a:cubicBezTo>
                  <a:cubicBezTo>
                    <a:pt x="150130" y="16953"/>
                    <a:pt x="151146" y="19844"/>
                    <a:pt x="151615" y="22969"/>
                  </a:cubicBezTo>
                  <a:lnTo>
                    <a:pt x="171771" y="22969"/>
                  </a:lnTo>
                  <a:close/>
                  <a:moveTo>
                    <a:pt x="76289" y="0"/>
                  </a:moveTo>
                  <a:lnTo>
                    <a:pt x="85547" y="0"/>
                  </a:lnTo>
                  <a:lnTo>
                    <a:pt x="85547" y="39844"/>
                  </a:lnTo>
                  <a:lnTo>
                    <a:pt x="100898" y="39844"/>
                  </a:lnTo>
                  <a:lnTo>
                    <a:pt x="100898" y="48164"/>
                  </a:lnTo>
                  <a:lnTo>
                    <a:pt x="85547" y="48164"/>
                  </a:lnTo>
                  <a:lnTo>
                    <a:pt x="85547" y="103945"/>
                  </a:lnTo>
                  <a:lnTo>
                    <a:pt x="76289" y="103945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36DAE9B-C7CB-4791-85E6-E8F3872212D6}"/>
                </a:ext>
              </a:extLst>
            </p:cNvPr>
            <p:cNvSpPr txBox="1"/>
            <p:nvPr/>
          </p:nvSpPr>
          <p:spPr>
            <a:xfrm>
              <a:off x="2360698" y="1696321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사업</a:t>
              </a:r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DC63026-0BFF-4F96-9FD7-358000EFD4BC}"/>
                </a:ext>
              </a:extLst>
            </p:cNvPr>
            <p:cNvSpPr/>
            <p:nvPr/>
          </p:nvSpPr>
          <p:spPr>
            <a:xfrm>
              <a:off x="2676773" y="1768512"/>
              <a:ext cx="188528" cy="101484"/>
            </a:xfrm>
            <a:custGeom>
              <a:avLst/>
              <a:gdLst>
                <a:gd name="connsiteX0" fmla="*/ 12773 w 188528"/>
                <a:gd name="connsiteY0" fmla="*/ 70781 h 101484"/>
                <a:gd name="connsiteX1" fmla="*/ 21797 w 188528"/>
                <a:gd name="connsiteY1" fmla="*/ 70781 h 101484"/>
                <a:gd name="connsiteX2" fmla="*/ 21797 w 188528"/>
                <a:gd name="connsiteY2" fmla="*/ 93516 h 101484"/>
                <a:gd name="connsiteX3" fmla="*/ 86133 w 188528"/>
                <a:gd name="connsiteY3" fmla="*/ 93516 h 101484"/>
                <a:gd name="connsiteX4" fmla="*/ 86133 w 188528"/>
                <a:gd name="connsiteY4" fmla="*/ 101484 h 101484"/>
                <a:gd name="connsiteX5" fmla="*/ 15234 w 188528"/>
                <a:gd name="connsiteY5" fmla="*/ 101484 h 101484"/>
                <a:gd name="connsiteX6" fmla="*/ 13307 w 188528"/>
                <a:gd name="connsiteY6" fmla="*/ 100951 h 101484"/>
                <a:gd name="connsiteX7" fmla="*/ 12773 w 188528"/>
                <a:gd name="connsiteY7" fmla="*/ 99024 h 101484"/>
                <a:gd name="connsiteX8" fmla="*/ 108724 w 188528"/>
                <a:gd name="connsiteY8" fmla="*/ 67500 h 101484"/>
                <a:gd name="connsiteX9" fmla="*/ 118099 w 188528"/>
                <a:gd name="connsiteY9" fmla="*/ 67500 h 101484"/>
                <a:gd name="connsiteX10" fmla="*/ 118099 w 188528"/>
                <a:gd name="connsiteY10" fmla="*/ 93516 h 101484"/>
                <a:gd name="connsiteX11" fmla="*/ 177513 w 188528"/>
                <a:gd name="connsiteY11" fmla="*/ 93516 h 101484"/>
                <a:gd name="connsiteX12" fmla="*/ 177513 w 188528"/>
                <a:gd name="connsiteY12" fmla="*/ 101484 h 101484"/>
                <a:gd name="connsiteX13" fmla="*/ 111185 w 188528"/>
                <a:gd name="connsiteY13" fmla="*/ 101484 h 101484"/>
                <a:gd name="connsiteX14" fmla="*/ 109258 w 188528"/>
                <a:gd name="connsiteY14" fmla="*/ 100951 h 101484"/>
                <a:gd name="connsiteX15" fmla="*/ 108724 w 188528"/>
                <a:gd name="connsiteY15" fmla="*/ 99024 h 101484"/>
                <a:gd name="connsiteX16" fmla="*/ 0 w 188528"/>
                <a:gd name="connsiteY16" fmla="*/ 53672 h 101484"/>
                <a:gd name="connsiteX17" fmla="*/ 95156 w 188528"/>
                <a:gd name="connsiteY17" fmla="*/ 53672 h 101484"/>
                <a:gd name="connsiteX18" fmla="*/ 95156 w 188528"/>
                <a:gd name="connsiteY18" fmla="*/ 61641 h 101484"/>
                <a:gd name="connsiteX19" fmla="*/ 53672 w 188528"/>
                <a:gd name="connsiteY19" fmla="*/ 61641 h 101484"/>
                <a:gd name="connsiteX20" fmla="*/ 53672 w 188528"/>
                <a:gd name="connsiteY20" fmla="*/ 84141 h 101484"/>
                <a:gd name="connsiteX21" fmla="*/ 44414 w 188528"/>
                <a:gd name="connsiteY21" fmla="*/ 84141 h 101484"/>
                <a:gd name="connsiteX22" fmla="*/ 44414 w 188528"/>
                <a:gd name="connsiteY22" fmla="*/ 61641 h 101484"/>
                <a:gd name="connsiteX23" fmla="*/ 0 w 188528"/>
                <a:gd name="connsiteY23" fmla="*/ 61641 h 101484"/>
                <a:gd name="connsiteX24" fmla="*/ 52148 w 188528"/>
                <a:gd name="connsiteY24" fmla="*/ 21328 h 101484"/>
                <a:gd name="connsiteX25" fmla="*/ 52148 w 188528"/>
                <a:gd name="connsiteY25" fmla="*/ 35625 h 101484"/>
                <a:gd name="connsiteX26" fmla="*/ 73476 w 188528"/>
                <a:gd name="connsiteY26" fmla="*/ 35625 h 101484"/>
                <a:gd name="connsiteX27" fmla="*/ 73476 w 188528"/>
                <a:gd name="connsiteY27" fmla="*/ 21328 h 101484"/>
                <a:gd name="connsiteX28" fmla="*/ 22383 w 188528"/>
                <a:gd name="connsiteY28" fmla="*/ 21328 h 101484"/>
                <a:gd name="connsiteX29" fmla="*/ 22383 w 188528"/>
                <a:gd name="connsiteY29" fmla="*/ 35625 h 101484"/>
                <a:gd name="connsiteX30" fmla="*/ 43594 w 188528"/>
                <a:gd name="connsiteY30" fmla="*/ 35625 h 101484"/>
                <a:gd name="connsiteX31" fmla="*/ 43594 w 188528"/>
                <a:gd name="connsiteY31" fmla="*/ 21328 h 101484"/>
                <a:gd name="connsiteX32" fmla="*/ 106497 w 188528"/>
                <a:gd name="connsiteY32" fmla="*/ 12656 h 101484"/>
                <a:gd name="connsiteX33" fmla="*/ 106497 w 188528"/>
                <a:gd name="connsiteY33" fmla="*/ 45938 h 101484"/>
                <a:gd name="connsiteX34" fmla="*/ 135911 w 188528"/>
                <a:gd name="connsiteY34" fmla="*/ 45938 h 101484"/>
                <a:gd name="connsiteX35" fmla="*/ 135911 w 188528"/>
                <a:gd name="connsiteY35" fmla="*/ 12656 h 101484"/>
                <a:gd name="connsiteX36" fmla="*/ 99935 w 188528"/>
                <a:gd name="connsiteY36" fmla="*/ 4688 h 101484"/>
                <a:gd name="connsiteX37" fmla="*/ 142591 w 188528"/>
                <a:gd name="connsiteY37" fmla="*/ 4688 h 101484"/>
                <a:gd name="connsiteX38" fmla="*/ 144531 w 188528"/>
                <a:gd name="connsiteY38" fmla="*/ 5208 h 101484"/>
                <a:gd name="connsiteX39" fmla="*/ 145052 w 188528"/>
                <a:gd name="connsiteY39" fmla="*/ 7148 h 101484"/>
                <a:gd name="connsiteX40" fmla="*/ 145052 w 188528"/>
                <a:gd name="connsiteY40" fmla="*/ 51328 h 101484"/>
                <a:gd name="connsiteX41" fmla="*/ 144531 w 188528"/>
                <a:gd name="connsiteY41" fmla="*/ 53255 h 101484"/>
                <a:gd name="connsiteX42" fmla="*/ 142591 w 188528"/>
                <a:gd name="connsiteY42" fmla="*/ 53789 h 101484"/>
                <a:gd name="connsiteX43" fmla="*/ 99935 w 188528"/>
                <a:gd name="connsiteY43" fmla="*/ 53789 h 101484"/>
                <a:gd name="connsiteX44" fmla="*/ 98008 w 188528"/>
                <a:gd name="connsiteY44" fmla="*/ 53255 h 101484"/>
                <a:gd name="connsiteX45" fmla="*/ 97474 w 188528"/>
                <a:gd name="connsiteY45" fmla="*/ 51328 h 101484"/>
                <a:gd name="connsiteX46" fmla="*/ 97474 w 188528"/>
                <a:gd name="connsiteY46" fmla="*/ 7148 h 101484"/>
                <a:gd name="connsiteX47" fmla="*/ 98008 w 188528"/>
                <a:gd name="connsiteY47" fmla="*/ 5208 h 101484"/>
                <a:gd name="connsiteX48" fmla="*/ 99935 w 188528"/>
                <a:gd name="connsiteY48" fmla="*/ 4688 h 101484"/>
                <a:gd name="connsiteX49" fmla="*/ 13476 w 188528"/>
                <a:gd name="connsiteY49" fmla="*/ 1289 h 101484"/>
                <a:gd name="connsiteX50" fmla="*/ 22383 w 188528"/>
                <a:gd name="connsiteY50" fmla="*/ 1289 h 101484"/>
                <a:gd name="connsiteX51" fmla="*/ 22383 w 188528"/>
                <a:gd name="connsiteY51" fmla="*/ 14180 h 101484"/>
                <a:gd name="connsiteX52" fmla="*/ 43594 w 188528"/>
                <a:gd name="connsiteY52" fmla="*/ 14180 h 101484"/>
                <a:gd name="connsiteX53" fmla="*/ 43594 w 188528"/>
                <a:gd name="connsiteY53" fmla="*/ 1289 h 101484"/>
                <a:gd name="connsiteX54" fmla="*/ 52148 w 188528"/>
                <a:gd name="connsiteY54" fmla="*/ 1289 h 101484"/>
                <a:gd name="connsiteX55" fmla="*/ 52148 w 188528"/>
                <a:gd name="connsiteY55" fmla="*/ 14180 h 101484"/>
                <a:gd name="connsiteX56" fmla="*/ 73476 w 188528"/>
                <a:gd name="connsiteY56" fmla="*/ 14180 h 101484"/>
                <a:gd name="connsiteX57" fmla="*/ 73476 w 188528"/>
                <a:gd name="connsiteY57" fmla="*/ 1289 h 101484"/>
                <a:gd name="connsiteX58" fmla="*/ 82383 w 188528"/>
                <a:gd name="connsiteY58" fmla="*/ 1289 h 101484"/>
                <a:gd name="connsiteX59" fmla="*/ 82383 w 188528"/>
                <a:gd name="connsiteY59" fmla="*/ 40781 h 101484"/>
                <a:gd name="connsiteX60" fmla="*/ 81862 w 188528"/>
                <a:gd name="connsiteY60" fmla="*/ 42708 h 101484"/>
                <a:gd name="connsiteX61" fmla="*/ 79922 w 188528"/>
                <a:gd name="connsiteY61" fmla="*/ 43242 h 101484"/>
                <a:gd name="connsiteX62" fmla="*/ 15937 w 188528"/>
                <a:gd name="connsiteY62" fmla="*/ 43242 h 101484"/>
                <a:gd name="connsiteX63" fmla="*/ 14010 w 188528"/>
                <a:gd name="connsiteY63" fmla="*/ 42708 h 101484"/>
                <a:gd name="connsiteX64" fmla="*/ 13476 w 188528"/>
                <a:gd name="connsiteY64" fmla="*/ 40781 h 101484"/>
                <a:gd name="connsiteX65" fmla="*/ 165091 w 188528"/>
                <a:gd name="connsiteY65" fmla="*/ 0 h 101484"/>
                <a:gd name="connsiteX66" fmla="*/ 174232 w 188528"/>
                <a:gd name="connsiteY66" fmla="*/ 0 h 101484"/>
                <a:gd name="connsiteX67" fmla="*/ 174232 w 188528"/>
                <a:gd name="connsiteY67" fmla="*/ 26250 h 101484"/>
                <a:gd name="connsiteX68" fmla="*/ 188529 w 188528"/>
                <a:gd name="connsiteY68" fmla="*/ 26250 h 101484"/>
                <a:gd name="connsiteX69" fmla="*/ 188529 w 188528"/>
                <a:gd name="connsiteY69" fmla="*/ 34453 h 101484"/>
                <a:gd name="connsiteX70" fmla="*/ 174232 w 188528"/>
                <a:gd name="connsiteY70" fmla="*/ 34453 h 101484"/>
                <a:gd name="connsiteX71" fmla="*/ 174232 w 188528"/>
                <a:gd name="connsiteY71" fmla="*/ 76055 h 101484"/>
                <a:gd name="connsiteX72" fmla="*/ 165091 w 188528"/>
                <a:gd name="connsiteY72" fmla="*/ 76055 h 10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88528" h="101484">
                  <a:moveTo>
                    <a:pt x="12773" y="70781"/>
                  </a:moveTo>
                  <a:lnTo>
                    <a:pt x="21797" y="70781"/>
                  </a:lnTo>
                  <a:lnTo>
                    <a:pt x="21797" y="93516"/>
                  </a:lnTo>
                  <a:lnTo>
                    <a:pt x="86133" y="93516"/>
                  </a:lnTo>
                  <a:lnTo>
                    <a:pt x="86133" y="101484"/>
                  </a:lnTo>
                  <a:lnTo>
                    <a:pt x="15234" y="101484"/>
                  </a:lnTo>
                  <a:cubicBezTo>
                    <a:pt x="14297" y="101484"/>
                    <a:pt x="13659" y="101302"/>
                    <a:pt x="13307" y="100951"/>
                  </a:cubicBezTo>
                  <a:cubicBezTo>
                    <a:pt x="12956" y="100599"/>
                    <a:pt x="12773" y="99961"/>
                    <a:pt x="12773" y="99024"/>
                  </a:cubicBezTo>
                  <a:close/>
                  <a:moveTo>
                    <a:pt x="108724" y="67500"/>
                  </a:moveTo>
                  <a:lnTo>
                    <a:pt x="118099" y="67500"/>
                  </a:lnTo>
                  <a:lnTo>
                    <a:pt x="118099" y="93516"/>
                  </a:lnTo>
                  <a:lnTo>
                    <a:pt x="177513" y="93516"/>
                  </a:lnTo>
                  <a:lnTo>
                    <a:pt x="177513" y="101484"/>
                  </a:lnTo>
                  <a:lnTo>
                    <a:pt x="111185" y="101484"/>
                  </a:lnTo>
                  <a:cubicBezTo>
                    <a:pt x="110247" y="101484"/>
                    <a:pt x="109609" y="101302"/>
                    <a:pt x="109258" y="100951"/>
                  </a:cubicBezTo>
                  <a:cubicBezTo>
                    <a:pt x="108906" y="100599"/>
                    <a:pt x="108724" y="99961"/>
                    <a:pt x="108724" y="99024"/>
                  </a:cubicBezTo>
                  <a:close/>
                  <a:moveTo>
                    <a:pt x="0" y="53672"/>
                  </a:moveTo>
                  <a:lnTo>
                    <a:pt x="95156" y="53672"/>
                  </a:lnTo>
                  <a:lnTo>
                    <a:pt x="95156" y="61641"/>
                  </a:lnTo>
                  <a:lnTo>
                    <a:pt x="53672" y="61641"/>
                  </a:lnTo>
                  <a:lnTo>
                    <a:pt x="53672" y="84141"/>
                  </a:lnTo>
                  <a:lnTo>
                    <a:pt x="44414" y="84141"/>
                  </a:lnTo>
                  <a:lnTo>
                    <a:pt x="44414" y="61641"/>
                  </a:lnTo>
                  <a:lnTo>
                    <a:pt x="0" y="61641"/>
                  </a:lnTo>
                  <a:close/>
                  <a:moveTo>
                    <a:pt x="52148" y="21328"/>
                  </a:moveTo>
                  <a:lnTo>
                    <a:pt x="52148" y="35625"/>
                  </a:lnTo>
                  <a:lnTo>
                    <a:pt x="73476" y="35625"/>
                  </a:lnTo>
                  <a:lnTo>
                    <a:pt x="73476" y="21328"/>
                  </a:lnTo>
                  <a:close/>
                  <a:moveTo>
                    <a:pt x="22383" y="21328"/>
                  </a:moveTo>
                  <a:lnTo>
                    <a:pt x="22383" y="35625"/>
                  </a:lnTo>
                  <a:lnTo>
                    <a:pt x="43594" y="35625"/>
                  </a:lnTo>
                  <a:lnTo>
                    <a:pt x="43594" y="21328"/>
                  </a:lnTo>
                  <a:close/>
                  <a:moveTo>
                    <a:pt x="106497" y="12656"/>
                  </a:moveTo>
                  <a:lnTo>
                    <a:pt x="106497" y="45938"/>
                  </a:lnTo>
                  <a:lnTo>
                    <a:pt x="135911" y="45938"/>
                  </a:lnTo>
                  <a:lnTo>
                    <a:pt x="135911" y="12656"/>
                  </a:lnTo>
                  <a:close/>
                  <a:moveTo>
                    <a:pt x="99935" y="4688"/>
                  </a:moveTo>
                  <a:lnTo>
                    <a:pt x="142591" y="4688"/>
                  </a:lnTo>
                  <a:cubicBezTo>
                    <a:pt x="143529" y="4688"/>
                    <a:pt x="144180" y="4857"/>
                    <a:pt x="144531" y="5208"/>
                  </a:cubicBezTo>
                  <a:cubicBezTo>
                    <a:pt x="144883" y="5560"/>
                    <a:pt x="145052" y="6211"/>
                    <a:pt x="145052" y="7148"/>
                  </a:cubicBezTo>
                  <a:lnTo>
                    <a:pt x="145052" y="51328"/>
                  </a:lnTo>
                  <a:cubicBezTo>
                    <a:pt x="145052" y="52266"/>
                    <a:pt x="144883" y="52904"/>
                    <a:pt x="144531" y="53255"/>
                  </a:cubicBezTo>
                  <a:cubicBezTo>
                    <a:pt x="144180" y="53607"/>
                    <a:pt x="143529" y="53789"/>
                    <a:pt x="142591" y="53789"/>
                  </a:cubicBezTo>
                  <a:lnTo>
                    <a:pt x="99935" y="53789"/>
                  </a:lnTo>
                  <a:cubicBezTo>
                    <a:pt x="98997" y="53789"/>
                    <a:pt x="98359" y="53607"/>
                    <a:pt x="98008" y="53255"/>
                  </a:cubicBezTo>
                  <a:cubicBezTo>
                    <a:pt x="97656" y="52904"/>
                    <a:pt x="97474" y="52266"/>
                    <a:pt x="97474" y="51328"/>
                  </a:cubicBezTo>
                  <a:lnTo>
                    <a:pt x="97474" y="7148"/>
                  </a:lnTo>
                  <a:cubicBezTo>
                    <a:pt x="97474" y="6211"/>
                    <a:pt x="97656" y="5560"/>
                    <a:pt x="98008" y="5208"/>
                  </a:cubicBezTo>
                  <a:cubicBezTo>
                    <a:pt x="98359" y="4857"/>
                    <a:pt x="98997" y="4688"/>
                    <a:pt x="99935" y="4688"/>
                  </a:cubicBezTo>
                  <a:close/>
                  <a:moveTo>
                    <a:pt x="13476" y="1289"/>
                  </a:moveTo>
                  <a:lnTo>
                    <a:pt x="22383" y="1289"/>
                  </a:lnTo>
                  <a:lnTo>
                    <a:pt x="22383" y="14180"/>
                  </a:lnTo>
                  <a:lnTo>
                    <a:pt x="43594" y="14180"/>
                  </a:lnTo>
                  <a:lnTo>
                    <a:pt x="43594" y="1289"/>
                  </a:lnTo>
                  <a:lnTo>
                    <a:pt x="52148" y="1289"/>
                  </a:lnTo>
                  <a:lnTo>
                    <a:pt x="52148" y="14180"/>
                  </a:lnTo>
                  <a:lnTo>
                    <a:pt x="73476" y="14180"/>
                  </a:lnTo>
                  <a:lnTo>
                    <a:pt x="73476" y="1289"/>
                  </a:lnTo>
                  <a:lnTo>
                    <a:pt x="82383" y="1289"/>
                  </a:lnTo>
                  <a:lnTo>
                    <a:pt x="82383" y="40781"/>
                  </a:lnTo>
                  <a:cubicBezTo>
                    <a:pt x="82383" y="41719"/>
                    <a:pt x="82214" y="42357"/>
                    <a:pt x="81862" y="42708"/>
                  </a:cubicBezTo>
                  <a:cubicBezTo>
                    <a:pt x="81510" y="43060"/>
                    <a:pt x="80859" y="43242"/>
                    <a:pt x="79922" y="43242"/>
                  </a:cubicBezTo>
                  <a:lnTo>
                    <a:pt x="15937" y="43242"/>
                  </a:lnTo>
                  <a:cubicBezTo>
                    <a:pt x="15000" y="43242"/>
                    <a:pt x="14362" y="43060"/>
                    <a:pt x="14010" y="42708"/>
                  </a:cubicBezTo>
                  <a:cubicBezTo>
                    <a:pt x="13659" y="42357"/>
                    <a:pt x="13476" y="41719"/>
                    <a:pt x="13476" y="40781"/>
                  </a:cubicBezTo>
                  <a:close/>
                  <a:moveTo>
                    <a:pt x="165091" y="0"/>
                  </a:moveTo>
                  <a:lnTo>
                    <a:pt x="174232" y="0"/>
                  </a:lnTo>
                  <a:lnTo>
                    <a:pt x="174232" y="26250"/>
                  </a:lnTo>
                  <a:lnTo>
                    <a:pt x="188529" y="26250"/>
                  </a:lnTo>
                  <a:lnTo>
                    <a:pt x="188529" y="34453"/>
                  </a:lnTo>
                  <a:lnTo>
                    <a:pt x="174232" y="34453"/>
                  </a:lnTo>
                  <a:lnTo>
                    <a:pt x="174232" y="76055"/>
                  </a:lnTo>
                  <a:lnTo>
                    <a:pt x="165091" y="76055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CEF632F-F80E-463A-9BAD-176B5E009F89}"/>
                </a:ext>
              </a:extLst>
            </p:cNvPr>
            <p:cNvSpPr txBox="1"/>
            <p:nvPr/>
          </p:nvSpPr>
          <p:spPr>
            <a:xfrm>
              <a:off x="2585333" y="1694393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뿐만</a:t>
              </a:r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66F68E1A-A3DA-4E43-919F-EC5DC55CA4BC}"/>
                </a:ext>
              </a:extLst>
            </p:cNvPr>
            <p:cNvSpPr/>
            <p:nvPr/>
          </p:nvSpPr>
          <p:spPr>
            <a:xfrm>
              <a:off x="2901878" y="1768277"/>
              <a:ext cx="288711" cy="104179"/>
            </a:xfrm>
            <a:custGeom>
              <a:avLst/>
              <a:gdLst>
                <a:gd name="connsiteX0" fmla="*/ 25898 w 288711"/>
                <a:gd name="connsiteY0" fmla="*/ 10781 h 104179"/>
                <a:gd name="connsiteX1" fmla="*/ 18398 w 288711"/>
                <a:gd name="connsiteY1" fmla="*/ 13359 h 104179"/>
                <a:gd name="connsiteX2" fmla="*/ 13242 w 288711"/>
                <a:gd name="connsiteY2" fmla="*/ 20273 h 104179"/>
                <a:gd name="connsiteX3" fmla="*/ 10195 w 288711"/>
                <a:gd name="connsiteY3" fmla="*/ 30234 h 104179"/>
                <a:gd name="connsiteX4" fmla="*/ 9258 w 288711"/>
                <a:gd name="connsiteY4" fmla="*/ 41953 h 104179"/>
                <a:gd name="connsiteX5" fmla="*/ 10260 w 288711"/>
                <a:gd name="connsiteY5" fmla="*/ 53958 h 104179"/>
                <a:gd name="connsiteX6" fmla="*/ 13242 w 288711"/>
                <a:gd name="connsiteY6" fmla="*/ 63867 h 104179"/>
                <a:gd name="connsiteX7" fmla="*/ 18464 w 288711"/>
                <a:gd name="connsiteY7" fmla="*/ 70664 h 104179"/>
                <a:gd name="connsiteX8" fmla="*/ 25898 w 288711"/>
                <a:gd name="connsiteY8" fmla="*/ 73125 h 104179"/>
                <a:gd name="connsiteX9" fmla="*/ 33164 w 288711"/>
                <a:gd name="connsiteY9" fmla="*/ 70664 h 104179"/>
                <a:gd name="connsiteX10" fmla="*/ 38203 w 288711"/>
                <a:gd name="connsiteY10" fmla="*/ 63867 h 104179"/>
                <a:gd name="connsiteX11" fmla="*/ 41198 w 288711"/>
                <a:gd name="connsiteY11" fmla="*/ 53958 h 104179"/>
                <a:gd name="connsiteX12" fmla="*/ 42188 w 288711"/>
                <a:gd name="connsiteY12" fmla="*/ 41953 h 104179"/>
                <a:gd name="connsiteX13" fmla="*/ 41198 w 288711"/>
                <a:gd name="connsiteY13" fmla="*/ 30117 h 104179"/>
                <a:gd name="connsiteX14" fmla="*/ 38203 w 288711"/>
                <a:gd name="connsiteY14" fmla="*/ 20156 h 104179"/>
                <a:gd name="connsiteX15" fmla="*/ 33164 w 288711"/>
                <a:gd name="connsiteY15" fmla="*/ 13359 h 104179"/>
                <a:gd name="connsiteX16" fmla="*/ 25898 w 288711"/>
                <a:gd name="connsiteY16" fmla="*/ 10781 h 104179"/>
                <a:gd name="connsiteX17" fmla="*/ 198125 w 288711"/>
                <a:gd name="connsiteY17" fmla="*/ 5039 h 104179"/>
                <a:gd name="connsiteX18" fmla="*/ 241250 w 288711"/>
                <a:gd name="connsiteY18" fmla="*/ 5039 h 104179"/>
                <a:gd name="connsiteX19" fmla="*/ 243190 w 288711"/>
                <a:gd name="connsiteY19" fmla="*/ 5560 h 104179"/>
                <a:gd name="connsiteX20" fmla="*/ 243711 w 288711"/>
                <a:gd name="connsiteY20" fmla="*/ 7500 h 104179"/>
                <a:gd name="connsiteX21" fmla="*/ 243711 w 288711"/>
                <a:gd name="connsiteY21" fmla="*/ 42891 h 104179"/>
                <a:gd name="connsiteX22" fmla="*/ 243190 w 288711"/>
                <a:gd name="connsiteY22" fmla="*/ 44818 h 104179"/>
                <a:gd name="connsiteX23" fmla="*/ 241250 w 288711"/>
                <a:gd name="connsiteY23" fmla="*/ 45352 h 104179"/>
                <a:gd name="connsiteX24" fmla="*/ 206914 w 288711"/>
                <a:gd name="connsiteY24" fmla="*/ 45469 h 104179"/>
                <a:gd name="connsiteX25" fmla="*/ 206914 w 288711"/>
                <a:gd name="connsiteY25" fmla="*/ 70078 h 104179"/>
                <a:gd name="connsiteX26" fmla="*/ 216875 w 288711"/>
                <a:gd name="connsiteY26" fmla="*/ 70078 h 104179"/>
                <a:gd name="connsiteX27" fmla="*/ 229414 w 288711"/>
                <a:gd name="connsiteY27" fmla="*/ 69727 h 104179"/>
                <a:gd name="connsiteX28" fmla="*/ 241133 w 288711"/>
                <a:gd name="connsiteY28" fmla="*/ 68906 h 104179"/>
                <a:gd name="connsiteX29" fmla="*/ 251159 w 288711"/>
                <a:gd name="connsiteY29" fmla="*/ 67669 h 104179"/>
                <a:gd name="connsiteX30" fmla="*/ 258828 w 288711"/>
                <a:gd name="connsiteY30" fmla="*/ 66328 h 104179"/>
                <a:gd name="connsiteX31" fmla="*/ 258828 w 288711"/>
                <a:gd name="connsiteY31" fmla="*/ 74414 h 104179"/>
                <a:gd name="connsiteX32" fmla="*/ 250508 w 288711"/>
                <a:gd name="connsiteY32" fmla="*/ 75820 h 104179"/>
                <a:gd name="connsiteX33" fmla="*/ 239727 w 288711"/>
                <a:gd name="connsiteY33" fmla="*/ 77109 h 104179"/>
                <a:gd name="connsiteX34" fmla="*/ 227188 w 288711"/>
                <a:gd name="connsiteY34" fmla="*/ 78047 h 104179"/>
                <a:gd name="connsiteX35" fmla="*/ 213711 w 288711"/>
                <a:gd name="connsiteY35" fmla="*/ 78398 h 104179"/>
                <a:gd name="connsiteX36" fmla="*/ 200352 w 288711"/>
                <a:gd name="connsiteY36" fmla="*/ 78398 h 104179"/>
                <a:gd name="connsiteX37" fmla="*/ 198425 w 288711"/>
                <a:gd name="connsiteY37" fmla="*/ 77865 h 104179"/>
                <a:gd name="connsiteX38" fmla="*/ 197891 w 288711"/>
                <a:gd name="connsiteY38" fmla="*/ 75938 h 104179"/>
                <a:gd name="connsiteX39" fmla="*/ 197891 w 288711"/>
                <a:gd name="connsiteY39" fmla="*/ 39961 h 104179"/>
                <a:gd name="connsiteX40" fmla="*/ 198425 w 288711"/>
                <a:gd name="connsiteY40" fmla="*/ 38021 h 104179"/>
                <a:gd name="connsiteX41" fmla="*/ 200352 w 288711"/>
                <a:gd name="connsiteY41" fmla="*/ 37500 h 104179"/>
                <a:gd name="connsiteX42" fmla="*/ 234453 w 288711"/>
                <a:gd name="connsiteY42" fmla="*/ 37500 h 104179"/>
                <a:gd name="connsiteX43" fmla="*/ 234453 w 288711"/>
                <a:gd name="connsiteY43" fmla="*/ 13125 h 104179"/>
                <a:gd name="connsiteX44" fmla="*/ 198125 w 288711"/>
                <a:gd name="connsiteY44" fmla="*/ 13125 h 104179"/>
                <a:gd name="connsiteX45" fmla="*/ 96654 w 288711"/>
                <a:gd name="connsiteY45" fmla="*/ 4336 h 104179"/>
                <a:gd name="connsiteX46" fmla="*/ 106029 w 288711"/>
                <a:gd name="connsiteY46" fmla="*/ 4336 h 104179"/>
                <a:gd name="connsiteX47" fmla="*/ 106029 w 288711"/>
                <a:gd name="connsiteY47" fmla="*/ 68555 h 104179"/>
                <a:gd name="connsiteX48" fmla="*/ 125013 w 288711"/>
                <a:gd name="connsiteY48" fmla="*/ 68320 h 104179"/>
                <a:gd name="connsiteX49" fmla="*/ 133451 w 288711"/>
                <a:gd name="connsiteY49" fmla="*/ 67787 h 104179"/>
                <a:gd name="connsiteX50" fmla="*/ 142709 w 288711"/>
                <a:gd name="connsiteY50" fmla="*/ 66797 h 104179"/>
                <a:gd name="connsiteX51" fmla="*/ 151563 w 288711"/>
                <a:gd name="connsiteY51" fmla="*/ 65560 h 104179"/>
                <a:gd name="connsiteX52" fmla="*/ 158412 w 288711"/>
                <a:gd name="connsiteY52" fmla="*/ 64219 h 104179"/>
                <a:gd name="connsiteX53" fmla="*/ 158412 w 288711"/>
                <a:gd name="connsiteY53" fmla="*/ 72539 h 104179"/>
                <a:gd name="connsiteX54" fmla="*/ 152031 w 288711"/>
                <a:gd name="connsiteY54" fmla="*/ 73763 h 104179"/>
                <a:gd name="connsiteX55" fmla="*/ 143411 w 288711"/>
                <a:gd name="connsiteY55" fmla="*/ 75000 h 104179"/>
                <a:gd name="connsiteX56" fmla="*/ 133685 w 288711"/>
                <a:gd name="connsiteY56" fmla="*/ 76055 h 104179"/>
                <a:gd name="connsiteX57" fmla="*/ 124310 w 288711"/>
                <a:gd name="connsiteY57" fmla="*/ 76641 h 104179"/>
                <a:gd name="connsiteX58" fmla="*/ 99115 w 288711"/>
                <a:gd name="connsiteY58" fmla="*/ 76992 h 104179"/>
                <a:gd name="connsiteX59" fmla="*/ 97188 w 288711"/>
                <a:gd name="connsiteY59" fmla="*/ 76458 h 104179"/>
                <a:gd name="connsiteX60" fmla="*/ 96654 w 288711"/>
                <a:gd name="connsiteY60" fmla="*/ 74531 h 104179"/>
                <a:gd name="connsiteX61" fmla="*/ 25898 w 288711"/>
                <a:gd name="connsiteY61" fmla="*/ 2461 h 104179"/>
                <a:gd name="connsiteX62" fmla="*/ 35690 w 288711"/>
                <a:gd name="connsiteY62" fmla="*/ 4857 h 104179"/>
                <a:gd name="connsiteX63" fmla="*/ 43828 w 288711"/>
                <a:gd name="connsiteY63" fmla="*/ 12187 h 104179"/>
                <a:gd name="connsiteX64" fmla="*/ 49401 w 288711"/>
                <a:gd name="connsiteY64" fmla="*/ 24427 h 104179"/>
                <a:gd name="connsiteX65" fmla="*/ 51445 w 288711"/>
                <a:gd name="connsiteY65" fmla="*/ 41953 h 104179"/>
                <a:gd name="connsiteX66" fmla="*/ 49401 w 288711"/>
                <a:gd name="connsiteY66" fmla="*/ 59414 h 104179"/>
                <a:gd name="connsiteX67" fmla="*/ 43828 w 288711"/>
                <a:gd name="connsiteY67" fmla="*/ 71719 h 104179"/>
                <a:gd name="connsiteX68" fmla="*/ 35690 w 288711"/>
                <a:gd name="connsiteY68" fmla="*/ 79036 h 104179"/>
                <a:gd name="connsiteX69" fmla="*/ 25898 w 288711"/>
                <a:gd name="connsiteY69" fmla="*/ 81445 h 104179"/>
                <a:gd name="connsiteX70" fmla="*/ 15703 w 288711"/>
                <a:gd name="connsiteY70" fmla="*/ 79102 h 104179"/>
                <a:gd name="connsiteX71" fmla="*/ 7500 w 288711"/>
                <a:gd name="connsiteY71" fmla="*/ 71836 h 104179"/>
                <a:gd name="connsiteX72" fmla="*/ 1992 w 288711"/>
                <a:gd name="connsiteY72" fmla="*/ 59466 h 104179"/>
                <a:gd name="connsiteX73" fmla="*/ 0 w 288711"/>
                <a:gd name="connsiteY73" fmla="*/ 41953 h 104179"/>
                <a:gd name="connsiteX74" fmla="*/ 1992 w 288711"/>
                <a:gd name="connsiteY74" fmla="*/ 24258 h 104179"/>
                <a:gd name="connsiteX75" fmla="*/ 7500 w 288711"/>
                <a:gd name="connsiteY75" fmla="*/ 11953 h 104179"/>
                <a:gd name="connsiteX76" fmla="*/ 15651 w 288711"/>
                <a:gd name="connsiteY76" fmla="*/ 4805 h 104179"/>
                <a:gd name="connsiteX77" fmla="*/ 25898 w 288711"/>
                <a:gd name="connsiteY77" fmla="*/ 2461 h 104179"/>
                <a:gd name="connsiteX78" fmla="*/ 263985 w 288711"/>
                <a:gd name="connsiteY78" fmla="*/ 0 h 104179"/>
                <a:gd name="connsiteX79" fmla="*/ 273360 w 288711"/>
                <a:gd name="connsiteY79" fmla="*/ 0 h 104179"/>
                <a:gd name="connsiteX80" fmla="*/ 273360 w 288711"/>
                <a:gd name="connsiteY80" fmla="*/ 38203 h 104179"/>
                <a:gd name="connsiteX81" fmla="*/ 288711 w 288711"/>
                <a:gd name="connsiteY81" fmla="*/ 38203 h 104179"/>
                <a:gd name="connsiteX82" fmla="*/ 288711 w 288711"/>
                <a:gd name="connsiteY82" fmla="*/ 46758 h 104179"/>
                <a:gd name="connsiteX83" fmla="*/ 273360 w 288711"/>
                <a:gd name="connsiteY83" fmla="*/ 46758 h 104179"/>
                <a:gd name="connsiteX84" fmla="*/ 273360 w 288711"/>
                <a:gd name="connsiteY84" fmla="*/ 104180 h 104179"/>
                <a:gd name="connsiteX85" fmla="*/ 263985 w 288711"/>
                <a:gd name="connsiteY85" fmla="*/ 104180 h 104179"/>
                <a:gd name="connsiteX86" fmla="*/ 163919 w 288711"/>
                <a:gd name="connsiteY86" fmla="*/ 0 h 104179"/>
                <a:gd name="connsiteX87" fmla="*/ 173060 w 288711"/>
                <a:gd name="connsiteY87" fmla="*/ 0 h 104179"/>
                <a:gd name="connsiteX88" fmla="*/ 173060 w 288711"/>
                <a:gd name="connsiteY88" fmla="*/ 103945 h 104179"/>
                <a:gd name="connsiteX89" fmla="*/ 163919 w 288711"/>
                <a:gd name="connsiteY89" fmla="*/ 103945 h 104179"/>
                <a:gd name="connsiteX90" fmla="*/ 68906 w 288711"/>
                <a:gd name="connsiteY90" fmla="*/ 0 h 104179"/>
                <a:gd name="connsiteX91" fmla="*/ 78164 w 288711"/>
                <a:gd name="connsiteY91" fmla="*/ 0 h 104179"/>
                <a:gd name="connsiteX92" fmla="*/ 78164 w 288711"/>
                <a:gd name="connsiteY92" fmla="*/ 35859 h 104179"/>
                <a:gd name="connsiteX93" fmla="*/ 93516 w 288711"/>
                <a:gd name="connsiteY93" fmla="*/ 35859 h 104179"/>
                <a:gd name="connsiteX94" fmla="*/ 93516 w 288711"/>
                <a:gd name="connsiteY94" fmla="*/ 44414 h 104179"/>
                <a:gd name="connsiteX95" fmla="*/ 78164 w 288711"/>
                <a:gd name="connsiteY95" fmla="*/ 44414 h 104179"/>
                <a:gd name="connsiteX96" fmla="*/ 78164 w 288711"/>
                <a:gd name="connsiteY96" fmla="*/ 104063 h 104179"/>
                <a:gd name="connsiteX97" fmla="*/ 68906 w 288711"/>
                <a:gd name="connsiteY97" fmla="*/ 104063 h 10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288711" h="104179">
                  <a:moveTo>
                    <a:pt x="25898" y="10781"/>
                  </a:moveTo>
                  <a:cubicBezTo>
                    <a:pt x="23008" y="10781"/>
                    <a:pt x="20508" y="11641"/>
                    <a:pt x="18398" y="13359"/>
                  </a:cubicBezTo>
                  <a:cubicBezTo>
                    <a:pt x="16289" y="15078"/>
                    <a:pt x="14570" y="17383"/>
                    <a:pt x="13242" y="20273"/>
                  </a:cubicBezTo>
                  <a:cubicBezTo>
                    <a:pt x="11836" y="23164"/>
                    <a:pt x="10820" y="26484"/>
                    <a:pt x="10195" y="30234"/>
                  </a:cubicBezTo>
                  <a:cubicBezTo>
                    <a:pt x="9570" y="33984"/>
                    <a:pt x="9258" y="37891"/>
                    <a:pt x="9258" y="41953"/>
                  </a:cubicBezTo>
                  <a:cubicBezTo>
                    <a:pt x="9258" y="46172"/>
                    <a:pt x="9596" y="50169"/>
                    <a:pt x="10260" y="53958"/>
                  </a:cubicBezTo>
                  <a:cubicBezTo>
                    <a:pt x="10925" y="57747"/>
                    <a:pt x="11914" y="61055"/>
                    <a:pt x="13242" y="63867"/>
                  </a:cubicBezTo>
                  <a:cubicBezTo>
                    <a:pt x="14648" y="66758"/>
                    <a:pt x="16393" y="69023"/>
                    <a:pt x="18464" y="70664"/>
                  </a:cubicBezTo>
                  <a:cubicBezTo>
                    <a:pt x="20534" y="72305"/>
                    <a:pt x="23008" y="73125"/>
                    <a:pt x="25898" y="73125"/>
                  </a:cubicBezTo>
                  <a:cubicBezTo>
                    <a:pt x="28711" y="73125"/>
                    <a:pt x="31133" y="72305"/>
                    <a:pt x="33164" y="70664"/>
                  </a:cubicBezTo>
                  <a:cubicBezTo>
                    <a:pt x="35195" y="69023"/>
                    <a:pt x="36875" y="66758"/>
                    <a:pt x="38203" y="63867"/>
                  </a:cubicBezTo>
                  <a:cubicBezTo>
                    <a:pt x="39531" y="61055"/>
                    <a:pt x="40534" y="57747"/>
                    <a:pt x="41198" y="53958"/>
                  </a:cubicBezTo>
                  <a:cubicBezTo>
                    <a:pt x="41862" y="50169"/>
                    <a:pt x="42188" y="46172"/>
                    <a:pt x="42188" y="41953"/>
                  </a:cubicBezTo>
                  <a:cubicBezTo>
                    <a:pt x="42188" y="37813"/>
                    <a:pt x="41862" y="33867"/>
                    <a:pt x="41198" y="30117"/>
                  </a:cubicBezTo>
                  <a:cubicBezTo>
                    <a:pt x="40534" y="26367"/>
                    <a:pt x="39531" y="23047"/>
                    <a:pt x="38203" y="20156"/>
                  </a:cubicBezTo>
                  <a:cubicBezTo>
                    <a:pt x="36875" y="17344"/>
                    <a:pt x="35195" y="15078"/>
                    <a:pt x="33164" y="13359"/>
                  </a:cubicBezTo>
                  <a:cubicBezTo>
                    <a:pt x="31133" y="11641"/>
                    <a:pt x="28711" y="10781"/>
                    <a:pt x="25898" y="10781"/>
                  </a:cubicBezTo>
                  <a:close/>
                  <a:moveTo>
                    <a:pt x="198125" y="5039"/>
                  </a:moveTo>
                  <a:lnTo>
                    <a:pt x="241250" y="5039"/>
                  </a:lnTo>
                  <a:cubicBezTo>
                    <a:pt x="242188" y="5039"/>
                    <a:pt x="242839" y="5208"/>
                    <a:pt x="243190" y="5560"/>
                  </a:cubicBezTo>
                  <a:cubicBezTo>
                    <a:pt x="243542" y="5911"/>
                    <a:pt x="243711" y="6562"/>
                    <a:pt x="243711" y="7500"/>
                  </a:cubicBezTo>
                  <a:lnTo>
                    <a:pt x="243711" y="42891"/>
                  </a:lnTo>
                  <a:cubicBezTo>
                    <a:pt x="243711" y="43828"/>
                    <a:pt x="243542" y="44466"/>
                    <a:pt x="243190" y="44818"/>
                  </a:cubicBezTo>
                  <a:cubicBezTo>
                    <a:pt x="242839" y="45169"/>
                    <a:pt x="242188" y="45352"/>
                    <a:pt x="241250" y="45352"/>
                  </a:cubicBezTo>
                  <a:lnTo>
                    <a:pt x="206914" y="45469"/>
                  </a:lnTo>
                  <a:lnTo>
                    <a:pt x="206914" y="70078"/>
                  </a:lnTo>
                  <a:lnTo>
                    <a:pt x="216875" y="70078"/>
                  </a:lnTo>
                  <a:cubicBezTo>
                    <a:pt x="221094" y="70078"/>
                    <a:pt x="225273" y="69961"/>
                    <a:pt x="229414" y="69727"/>
                  </a:cubicBezTo>
                  <a:cubicBezTo>
                    <a:pt x="233555" y="69492"/>
                    <a:pt x="237461" y="69219"/>
                    <a:pt x="241133" y="68906"/>
                  </a:cubicBezTo>
                  <a:cubicBezTo>
                    <a:pt x="244805" y="68516"/>
                    <a:pt x="248151" y="68099"/>
                    <a:pt x="251159" y="67669"/>
                  </a:cubicBezTo>
                  <a:cubicBezTo>
                    <a:pt x="254167" y="67240"/>
                    <a:pt x="256719" y="66797"/>
                    <a:pt x="258828" y="66328"/>
                  </a:cubicBezTo>
                  <a:lnTo>
                    <a:pt x="258828" y="74414"/>
                  </a:lnTo>
                  <a:cubicBezTo>
                    <a:pt x="256563" y="74883"/>
                    <a:pt x="253789" y="75352"/>
                    <a:pt x="250508" y="75820"/>
                  </a:cubicBezTo>
                  <a:cubicBezTo>
                    <a:pt x="247227" y="76289"/>
                    <a:pt x="243633" y="76719"/>
                    <a:pt x="239727" y="77109"/>
                  </a:cubicBezTo>
                  <a:cubicBezTo>
                    <a:pt x="235820" y="77500"/>
                    <a:pt x="231641" y="77813"/>
                    <a:pt x="227188" y="78047"/>
                  </a:cubicBezTo>
                  <a:cubicBezTo>
                    <a:pt x="222735" y="78281"/>
                    <a:pt x="218242" y="78398"/>
                    <a:pt x="213711" y="78398"/>
                  </a:cubicBezTo>
                  <a:lnTo>
                    <a:pt x="200352" y="78398"/>
                  </a:lnTo>
                  <a:cubicBezTo>
                    <a:pt x="199414" y="78398"/>
                    <a:pt x="198776" y="78216"/>
                    <a:pt x="198425" y="77865"/>
                  </a:cubicBezTo>
                  <a:cubicBezTo>
                    <a:pt x="198073" y="77513"/>
                    <a:pt x="197891" y="76875"/>
                    <a:pt x="197891" y="75938"/>
                  </a:cubicBezTo>
                  <a:lnTo>
                    <a:pt x="197891" y="39961"/>
                  </a:lnTo>
                  <a:cubicBezTo>
                    <a:pt x="197891" y="39023"/>
                    <a:pt x="198073" y="38372"/>
                    <a:pt x="198425" y="38021"/>
                  </a:cubicBezTo>
                  <a:cubicBezTo>
                    <a:pt x="198776" y="37669"/>
                    <a:pt x="199414" y="37500"/>
                    <a:pt x="200352" y="37500"/>
                  </a:cubicBezTo>
                  <a:lnTo>
                    <a:pt x="234453" y="37500"/>
                  </a:lnTo>
                  <a:lnTo>
                    <a:pt x="234453" y="13125"/>
                  </a:lnTo>
                  <a:lnTo>
                    <a:pt x="198125" y="13125"/>
                  </a:lnTo>
                  <a:close/>
                  <a:moveTo>
                    <a:pt x="96654" y="4336"/>
                  </a:moveTo>
                  <a:lnTo>
                    <a:pt x="106029" y="4336"/>
                  </a:lnTo>
                  <a:lnTo>
                    <a:pt x="106029" y="68555"/>
                  </a:lnTo>
                  <a:lnTo>
                    <a:pt x="125013" y="68320"/>
                  </a:lnTo>
                  <a:cubicBezTo>
                    <a:pt x="127513" y="68242"/>
                    <a:pt x="130326" y="68060"/>
                    <a:pt x="133451" y="67787"/>
                  </a:cubicBezTo>
                  <a:cubicBezTo>
                    <a:pt x="136576" y="67513"/>
                    <a:pt x="139662" y="67187"/>
                    <a:pt x="142709" y="66797"/>
                  </a:cubicBezTo>
                  <a:cubicBezTo>
                    <a:pt x="145833" y="66406"/>
                    <a:pt x="148789" y="65990"/>
                    <a:pt x="151563" y="65560"/>
                  </a:cubicBezTo>
                  <a:cubicBezTo>
                    <a:pt x="154336" y="65130"/>
                    <a:pt x="156615" y="64687"/>
                    <a:pt x="158412" y="64219"/>
                  </a:cubicBezTo>
                  <a:lnTo>
                    <a:pt x="158412" y="72539"/>
                  </a:lnTo>
                  <a:cubicBezTo>
                    <a:pt x="156771" y="72930"/>
                    <a:pt x="154649" y="73333"/>
                    <a:pt x="152031" y="73763"/>
                  </a:cubicBezTo>
                  <a:cubicBezTo>
                    <a:pt x="149414" y="74193"/>
                    <a:pt x="146537" y="74609"/>
                    <a:pt x="143411" y="75000"/>
                  </a:cubicBezTo>
                  <a:cubicBezTo>
                    <a:pt x="140287" y="75391"/>
                    <a:pt x="137044" y="75742"/>
                    <a:pt x="133685" y="76055"/>
                  </a:cubicBezTo>
                  <a:cubicBezTo>
                    <a:pt x="130326" y="76367"/>
                    <a:pt x="127201" y="76562"/>
                    <a:pt x="124310" y="76641"/>
                  </a:cubicBezTo>
                  <a:lnTo>
                    <a:pt x="99115" y="76992"/>
                  </a:lnTo>
                  <a:cubicBezTo>
                    <a:pt x="98177" y="76992"/>
                    <a:pt x="97539" y="76810"/>
                    <a:pt x="97188" y="76458"/>
                  </a:cubicBezTo>
                  <a:cubicBezTo>
                    <a:pt x="96836" y="76107"/>
                    <a:pt x="96654" y="75469"/>
                    <a:pt x="96654" y="74531"/>
                  </a:cubicBezTo>
                  <a:close/>
                  <a:moveTo>
                    <a:pt x="25898" y="2461"/>
                  </a:moveTo>
                  <a:cubicBezTo>
                    <a:pt x="29336" y="2461"/>
                    <a:pt x="32604" y="3255"/>
                    <a:pt x="35690" y="4857"/>
                  </a:cubicBezTo>
                  <a:cubicBezTo>
                    <a:pt x="38776" y="6458"/>
                    <a:pt x="41484" y="8906"/>
                    <a:pt x="43828" y="12187"/>
                  </a:cubicBezTo>
                  <a:cubicBezTo>
                    <a:pt x="46172" y="15391"/>
                    <a:pt x="48034" y="19466"/>
                    <a:pt x="49401" y="24427"/>
                  </a:cubicBezTo>
                  <a:cubicBezTo>
                    <a:pt x="50768" y="29388"/>
                    <a:pt x="51445" y="35234"/>
                    <a:pt x="51445" y="41953"/>
                  </a:cubicBezTo>
                  <a:cubicBezTo>
                    <a:pt x="51445" y="48672"/>
                    <a:pt x="50768" y="54492"/>
                    <a:pt x="49401" y="59414"/>
                  </a:cubicBezTo>
                  <a:cubicBezTo>
                    <a:pt x="48034" y="64336"/>
                    <a:pt x="46172" y="68437"/>
                    <a:pt x="43828" y="71719"/>
                  </a:cubicBezTo>
                  <a:cubicBezTo>
                    <a:pt x="41484" y="75000"/>
                    <a:pt x="38776" y="77435"/>
                    <a:pt x="35690" y="79036"/>
                  </a:cubicBezTo>
                  <a:cubicBezTo>
                    <a:pt x="32604" y="80638"/>
                    <a:pt x="29336" y="81445"/>
                    <a:pt x="25898" y="81445"/>
                  </a:cubicBezTo>
                  <a:cubicBezTo>
                    <a:pt x="22227" y="81445"/>
                    <a:pt x="18828" y="80664"/>
                    <a:pt x="15703" y="79102"/>
                  </a:cubicBezTo>
                  <a:cubicBezTo>
                    <a:pt x="12578" y="77539"/>
                    <a:pt x="9844" y="75117"/>
                    <a:pt x="7500" y="71836"/>
                  </a:cubicBezTo>
                  <a:cubicBezTo>
                    <a:pt x="5156" y="68555"/>
                    <a:pt x="3320" y="64427"/>
                    <a:pt x="1992" y="59466"/>
                  </a:cubicBezTo>
                  <a:cubicBezTo>
                    <a:pt x="664" y="54505"/>
                    <a:pt x="0" y="48672"/>
                    <a:pt x="0" y="41953"/>
                  </a:cubicBezTo>
                  <a:cubicBezTo>
                    <a:pt x="0" y="35156"/>
                    <a:pt x="664" y="29258"/>
                    <a:pt x="1992" y="24258"/>
                  </a:cubicBezTo>
                  <a:cubicBezTo>
                    <a:pt x="3320" y="19258"/>
                    <a:pt x="5156" y="15156"/>
                    <a:pt x="7500" y="11953"/>
                  </a:cubicBezTo>
                  <a:cubicBezTo>
                    <a:pt x="9766" y="8750"/>
                    <a:pt x="12487" y="6367"/>
                    <a:pt x="15651" y="4805"/>
                  </a:cubicBezTo>
                  <a:cubicBezTo>
                    <a:pt x="18815" y="3242"/>
                    <a:pt x="22227" y="2461"/>
                    <a:pt x="25898" y="2461"/>
                  </a:cubicBezTo>
                  <a:close/>
                  <a:moveTo>
                    <a:pt x="263985" y="0"/>
                  </a:moveTo>
                  <a:lnTo>
                    <a:pt x="273360" y="0"/>
                  </a:lnTo>
                  <a:lnTo>
                    <a:pt x="273360" y="38203"/>
                  </a:lnTo>
                  <a:lnTo>
                    <a:pt x="288711" y="38203"/>
                  </a:lnTo>
                  <a:lnTo>
                    <a:pt x="288711" y="46758"/>
                  </a:lnTo>
                  <a:lnTo>
                    <a:pt x="273360" y="46758"/>
                  </a:lnTo>
                  <a:lnTo>
                    <a:pt x="273360" y="104180"/>
                  </a:lnTo>
                  <a:lnTo>
                    <a:pt x="263985" y="104180"/>
                  </a:lnTo>
                  <a:close/>
                  <a:moveTo>
                    <a:pt x="163919" y="0"/>
                  </a:moveTo>
                  <a:lnTo>
                    <a:pt x="173060" y="0"/>
                  </a:lnTo>
                  <a:lnTo>
                    <a:pt x="173060" y="103945"/>
                  </a:lnTo>
                  <a:lnTo>
                    <a:pt x="163919" y="103945"/>
                  </a:lnTo>
                  <a:close/>
                  <a:moveTo>
                    <a:pt x="68906" y="0"/>
                  </a:moveTo>
                  <a:lnTo>
                    <a:pt x="78164" y="0"/>
                  </a:lnTo>
                  <a:lnTo>
                    <a:pt x="78164" y="35859"/>
                  </a:lnTo>
                  <a:lnTo>
                    <a:pt x="93516" y="35859"/>
                  </a:lnTo>
                  <a:lnTo>
                    <a:pt x="93516" y="44414"/>
                  </a:lnTo>
                  <a:lnTo>
                    <a:pt x="78164" y="44414"/>
                  </a:lnTo>
                  <a:lnTo>
                    <a:pt x="78164" y="104063"/>
                  </a:lnTo>
                  <a:lnTo>
                    <a:pt x="68906" y="104063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4BD33BB-ECCB-423B-9971-8DEF88530F55}"/>
                </a:ext>
              </a:extLst>
            </p:cNvPr>
            <p:cNvSpPr txBox="1"/>
            <p:nvPr/>
          </p:nvSpPr>
          <p:spPr>
            <a:xfrm>
              <a:off x="2810438" y="1696516"/>
              <a:ext cx="495380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아니라</a:t>
              </a:r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D73AA207-617E-4634-A483-29B64E31AB56}"/>
                </a:ext>
              </a:extLst>
            </p:cNvPr>
            <p:cNvSpPr/>
            <p:nvPr/>
          </p:nvSpPr>
          <p:spPr>
            <a:xfrm>
              <a:off x="3216331" y="1768277"/>
              <a:ext cx="478633" cy="105820"/>
            </a:xfrm>
            <a:custGeom>
              <a:avLst/>
              <a:gdLst>
                <a:gd name="connsiteX0" fmla="*/ 208086 w 478633"/>
                <a:gd name="connsiteY0" fmla="*/ 72070 h 105820"/>
                <a:gd name="connsiteX1" fmla="*/ 217227 w 478633"/>
                <a:gd name="connsiteY1" fmla="*/ 72070 h 105820"/>
                <a:gd name="connsiteX2" fmla="*/ 217227 w 478633"/>
                <a:gd name="connsiteY2" fmla="*/ 93750 h 105820"/>
                <a:gd name="connsiteX3" fmla="*/ 281563 w 478633"/>
                <a:gd name="connsiteY3" fmla="*/ 93750 h 105820"/>
                <a:gd name="connsiteX4" fmla="*/ 281563 w 478633"/>
                <a:gd name="connsiteY4" fmla="*/ 101719 h 105820"/>
                <a:gd name="connsiteX5" fmla="*/ 210547 w 478633"/>
                <a:gd name="connsiteY5" fmla="*/ 101719 h 105820"/>
                <a:gd name="connsiteX6" fmla="*/ 208607 w 478633"/>
                <a:gd name="connsiteY6" fmla="*/ 101185 h 105820"/>
                <a:gd name="connsiteX7" fmla="*/ 208086 w 478633"/>
                <a:gd name="connsiteY7" fmla="*/ 99258 h 105820"/>
                <a:gd name="connsiteX8" fmla="*/ 138724 w 478633"/>
                <a:gd name="connsiteY8" fmla="*/ 71602 h 105820"/>
                <a:gd name="connsiteX9" fmla="*/ 118972 w 478633"/>
                <a:gd name="connsiteY9" fmla="*/ 75052 h 105820"/>
                <a:gd name="connsiteX10" fmla="*/ 111537 w 478633"/>
                <a:gd name="connsiteY10" fmla="*/ 84844 h 105820"/>
                <a:gd name="connsiteX11" fmla="*/ 118972 w 478633"/>
                <a:gd name="connsiteY11" fmla="*/ 94974 h 105820"/>
                <a:gd name="connsiteX12" fmla="*/ 138724 w 478633"/>
                <a:gd name="connsiteY12" fmla="*/ 98438 h 105820"/>
                <a:gd name="connsiteX13" fmla="*/ 158347 w 478633"/>
                <a:gd name="connsiteY13" fmla="*/ 94974 h 105820"/>
                <a:gd name="connsiteX14" fmla="*/ 166029 w 478633"/>
                <a:gd name="connsiteY14" fmla="*/ 84844 h 105820"/>
                <a:gd name="connsiteX15" fmla="*/ 158347 w 478633"/>
                <a:gd name="connsiteY15" fmla="*/ 75052 h 105820"/>
                <a:gd name="connsiteX16" fmla="*/ 138724 w 478633"/>
                <a:gd name="connsiteY16" fmla="*/ 71602 h 105820"/>
                <a:gd name="connsiteX17" fmla="*/ 47578 w 478633"/>
                <a:gd name="connsiteY17" fmla="*/ 71602 h 105820"/>
                <a:gd name="connsiteX18" fmla="*/ 27826 w 478633"/>
                <a:gd name="connsiteY18" fmla="*/ 75052 h 105820"/>
                <a:gd name="connsiteX19" fmla="*/ 20391 w 478633"/>
                <a:gd name="connsiteY19" fmla="*/ 84844 h 105820"/>
                <a:gd name="connsiteX20" fmla="*/ 27826 w 478633"/>
                <a:gd name="connsiteY20" fmla="*/ 94974 h 105820"/>
                <a:gd name="connsiteX21" fmla="*/ 47578 w 478633"/>
                <a:gd name="connsiteY21" fmla="*/ 98438 h 105820"/>
                <a:gd name="connsiteX22" fmla="*/ 67201 w 478633"/>
                <a:gd name="connsiteY22" fmla="*/ 94974 h 105820"/>
                <a:gd name="connsiteX23" fmla="*/ 74883 w 478633"/>
                <a:gd name="connsiteY23" fmla="*/ 84844 h 105820"/>
                <a:gd name="connsiteX24" fmla="*/ 67201 w 478633"/>
                <a:gd name="connsiteY24" fmla="*/ 75052 h 105820"/>
                <a:gd name="connsiteX25" fmla="*/ 47578 w 478633"/>
                <a:gd name="connsiteY25" fmla="*/ 71602 h 105820"/>
                <a:gd name="connsiteX26" fmla="*/ 465391 w 478633"/>
                <a:gd name="connsiteY26" fmla="*/ 68906 h 105820"/>
                <a:gd name="connsiteX27" fmla="*/ 465391 w 478633"/>
                <a:gd name="connsiteY27" fmla="*/ 76875 h 105820"/>
                <a:gd name="connsiteX28" fmla="*/ 438724 w 478633"/>
                <a:gd name="connsiteY28" fmla="*/ 79622 h 105820"/>
                <a:gd name="connsiteX29" fmla="*/ 406446 w 478633"/>
                <a:gd name="connsiteY29" fmla="*/ 80625 h 105820"/>
                <a:gd name="connsiteX30" fmla="*/ 394727 w 478633"/>
                <a:gd name="connsiteY30" fmla="*/ 80625 h 105820"/>
                <a:gd name="connsiteX31" fmla="*/ 394727 w 478633"/>
                <a:gd name="connsiteY31" fmla="*/ 72539 h 105820"/>
                <a:gd name="connsiteX32" fmla="*/ 406446 w 478633"/>
                <a:gd name="connsiteY32" fmla="*/ 72539 h 105820"/>
                <a:gd name="connsiteX33" fmla="*/ 426133 w 478633"/>
                <a:gd name="connsiteY33" fmla="*/ 72305 h 105820"/>
                <a:gd name="connsiteX34" fmla="*/ 433867 w 478633"/>
                <a:gd name="connsiteY34" fmla="*/ 72005 h 105820"/>
                <a:gd name="connsiteX35" fmla="*/ 444180 w 478633"/>
                <a:gd name="connsiteY35" fmla="*/ 71250 h 105820"/>
                <a:gd name="connsiteX36" fmla="*/ 455248 w 478633"/>
                <a:gd name="connsiteY36" fmla="*/ 70195 h 105820"/>
                <a:gd name="connsiteX37" fmla="*/ 465391 w 478633"/>
                <a:gd name="connsiteY37" fmla="*/ 68906 h 105820"/>
                <a:gd name="connsiteX38" fmla="*/ 138724 w 478633"/>
                <a:gd name="connsiteY38" fmla="*/ 64102 h 105820"/>
                <a:gd name="connsiteX39" fmla="*/ 166380 w 478633"/>
                <a:gd name="connsiteY39" fmla="*/ 70078 h 105820"/>
                <a:gd name="connsiteX40" fmla="*/ 176107 w 478633"/>
                <a:gd name="connsiteY40" fmla="*/ 84961 h 105820"/>
                <a:gd name="connsiteX41" fmla="*/ 166433 w 478633"/>
                <a:gd name="connsiteY41" fmla="*/ 99896 h 105820"/>
                <a:gd name="connsiteX42" fmla="*/ 138724 w 478633"/>
                <a:gd name="connsiteY42" fmla="*/ 105820 h 105820"/>
                <a:gd name="connsiteX43" fmla="*/ 110951 w 478633"/>
                <a:gd name="connsiteY43" fmla="*/ 99896 h 105820"/>
                <a:gd name="connsiteX44" fmla="*/ 101224 w 478633"/>
                <a:gd name="connsiteY44" fmla="*/ 84961 h 105820"/>
                <a:gd name="connsiteX45" fmla="*/ 110951 w 478633"/>
                <a:gd name="connsiteY45" fmla="*/ 70078 h 105820"/>
                <a:gd name="connsiteX46" fmla="*/ 138724 w 478633"/>
                <a:gd name="connsiteY46" fmla="*/ 64102 h 105820"/>
                <a:gd name="connsiteX47" fmla="*/ 47578 w 478633"/>
                <a:gd name="connsiteY47" fmla="*/ 64102 h 105820"/>
                <a:gd name="connsiteX48" fmla="*/ 75234 w 478633"/>
                <a:gd name="connsiteY48" fmla="*/ 70078 h 105820"/>
                <a:gd name="connsiteX49" fmla="*/ 84961 w 478633"/>
                <a:gd name="connsiteY49" fmla="*/ 84961 h 105820"/>
                <a:gd name="connsiteX50" fmla="*/ 75287 w 478633"/>
                <a:gd name="connsiteY50" fmla="*/ 99896 h 105820"/>
                <a:gd name="connsiteX51" fmla="*/ 47578 w 478633"/>
                <a:gd name="connsiteY51" fmla="*/ 105820 h 105820"/>
                <a:gd name="connsiteX52" fmla="*/ 19805 w 478633"/>
                <a:gd name="connsiteY52" fmla="*/ 99896 h 105820"/>
                <a:gd name="connsiteX53" fmla="*/ 10078 w 478633"/>
                <a:gd name="connsiteY53" fmla="*/ 84961 h 105820"/>
                <a:gd name="connsiteX54" fmla="*/ 19805 w 478633"/>
                <a:gd name="connsiteY54" fmla="*/ 70078 h 105820"/>
                <a:gd name="connsiteX55" fmla="*/ 47578 w 478633"/>
                <a:gd name="connsiteY55" fmla="*/ 64102 h 105820"/>
                <a:gd name="connsiteX56" fmla="*/ 195430 w 478633"/>
                <a:gd name="connsiteY56" fmla="*/ 53555 h 105820"/>
                <a:gd name="connsiteX57" fmla="*/ 290469 w 478633"/>
                <a:gd name="connsiteY57" fmla="*/ 53555 h 105820"/>
                <a:gd name="connsiteX58" fmla="*/ 290469 w 478633"/>
                <a:gd name="connsiteY58" fmla="*/ 61523 h 105820"/>
                <a:gd name="connsiteX59" fmla="*/ 248985 w 478633"/>
                <a:gd name="connsiteY59" fmla="*/ 61523 h 105820"/>
                <a:gd name="connsiteX60" fmla="*/ 248985 w 478633"/>
                <a:gd name="connsiteY60" fmla="*/ 83672 h 105820"/>
                <a:gd name="connsiteX61" fmla="*/ 239727 w 478633"/>
                <a:gd name="connsiteY61" fmla="*/ 83672 h 105820"/>
                <a:gd name="connsiteX62" fmla="*/ 239727 w 478633"/>
                <a:gd name="connsiteY62" fmla="*/ 61523 h 105820"/>
                <a:gd name="connsiteX63" fmla="*/ 195430 w 478633"/>
                <a:gd name="connsiteY63" fmla="*/ 61523 h 105820"/>
                <a:gd name="connsiteX64" fmla="*/ 37969 w 478633"/>
                <a:gd name="connsiteY64" fmla="*/ 24609 h 105820"/>
                <a:gd name="connsiteX65" fmla="*/ 47344 w 478633"/>
                <a:gd name="connsiteY65" fmla="*/ 24609 h 105820"/>
                <a:gd name="connsiteX66" fmla="*/ 47344 w 478633"/>
                <a:gd name="connsiteY66" fmla="*/ 46523 h 105820"/>
                <a:gd name="connsiteX67" fmla="*/ 91146 w 478633"/>
                <a:gd name="connsiteY67" fmla="*/ 46523 h 105820"/>
                <a:gd name="connsiteX68" fmla="*/ 95156 w 478633"/>
                <a:gd name="connsiteY68" fmla="*/ 46523 h 105820"/>
                <a:gd name="connsiteX69" fmla="*/ 129115 w 478633"/>
                <a:gd name="connsiteY69" fmla="*/ 46523 h 105820"/>
                <a:gd name="connsiteX70" fmla="*/ 129115 w 478633"/>
                <a:gd name="connsiteY70" fmla="*/ 24609 h 105820"/>
                <a:gd name="connsiteX71" fmla="*/ 138490 w 478633"/>
                <a:gd name="connsiteY71" fmla="*/ 24609 h 105820"/>
                <a:gd name="connsiteX72" fmla="*/ 138490 w 478633"/>
                <a:gd name="connsiteY72" fmla="*/ 46523 h 105820"/>
                <a:gd name="connsiteX73" fmla="*/ 186302 w 478633"/>
                <a:gd name="connsiteY73" fmla="*/ 46523 h 105820"/>
                <a:gd name="connsiteX74" fmla="*/ 186302 w 478633"/>
                <a:gd name="connsiteY74" fmla="*/ 54609 h 105820"/>
                <a:gd name="connsiteX75" fmla="*/ 95156 w 478633"/>
                <a:gd name="connsiteY75" fmla="*/ 54609 h 105820"/>
                <a:gd name="connsiteX76" fmla="*/ 91146 w 478633"/>
                <a:gd name="connsiteY76" fmla="*/ 54609 h 105820"/>
                <a:gd name="connsiteX77" fmla="*/ 0 w 478633"/>
                <a:gd name="connsiteY77" fmla="*/ 54609 h 105820"/>
                <a:gd name="connsiteX78" fmla="*/ 0 w 478633"/>
                <a:gd name="connsiteY78" fmla="*/ 46523 h 105820"/>
                <a:gd name="connsiteX79" fmla="*/ 37969 w 478633"/>
                <a:gd name="connsiteY79" fmla="*/ 46523 h 105820"/>
                <a:gd name="connsiteX80" fmla="*/ 216758 w 478633"/>
                <a:gd name="connsiteY80" fmla="*/ 21562 h 105820"/>
                <a:gd name="connsiteX81" fmla="*/ 216758 w 478633"/>
                <a:gd name="connsiteY81" fmla="*/ 34922 h 105820"/>
                <a:gd name="connsiteX82" fmla="*/ 268789 w 478633"/>
                <a:gd name="connsiteY82" fmla="*/ 34922 h 105820"/>
                <a:gd name="connsiteX83" fmla="*/ 268789 w 478633"/>
                <a:gd name="connsiteY83" fmla="*/ 21562 h 105820"/>
                <a:gd name="connsiteX84" fmla="*/ 427305 w 478633"/>
                <a:gd name="connsiteY84" fmla="*/ 11250 h 105820"/>
                <a:gd name="connsiteX85" fmla="*/ 413881 w 478633"/>
                <a:gd name="connsiteY85" fmla="*/ 16641 h 105820"/>
                <a:gd name="connsiteX86" fmla="*/ 409258 w 478633"/>
                <a:gd name="connsiteY86" fmla="*/ 29414 h 105820"/>
                <a:gd name="connsiteX87" fmla="*/ 413711 w 478633"/>
                <a:gd name="connsiteY87" fmla="*/ 42240 h 105820"/>
                <a:gd name="connsiteX88" fmla="*/ 427305 w 478633"/>
                <a:gd name="connsiteY88" fmla="*/ 47578 h 105820"/>
                <a:gd name="connsiteX89" fmla="*/ 440782 w 478633"/>
                <a:gd name="connsiteY89" fmla="*/ 42240 h 105820"/>
                <a:gd name="connsiteX90" fmla="*/ 445118 w 478633"/>
                <a:gd name="connsiteY90" fmla="*/ 29414 h 105820"/>
                <a:gd name="connsiteX91" fmla="*/ 440664 w 478633"/>
                <a:gd name="connsiteY91" fmla="*/ 16641 h 105820"/>
                <a:gd name="connsiteX92" fmla="*/ 427305 w 478633"/>
                <a:gd name="connsiteY92" fmla="*/ 11250 h 105820"/>
                <a:gd name="connsiteX93" fmla="*/ 316107 w 478633"/>
                <a:gd name="connsiteY93" fmla="*/ 10898 h 105820"/>
                <a:gd name="connsiteX94" fmla="*/ 308607 w 478633"/>
                <a:gd name="connsiteY94" fmla="*/ 13477 h 105820"/>
                <a:gd name="connsiteX95" fmla="*/ 303451 w 478633"/>
                <a:gd name="connsiteY95" fmla="*/ 20391 h 105820"/>
                <a:gd name="connsiteX96" fmla="*/ 300404 w 478633"/>
                <a:gd name="connsiteY96" fmla="*/ 30352 h 105820"/>
                <a:gd name="connsiteX97" fmla="*/ 299466 w 478633"/>
                <a:gd name="connsiteY97" fmla="*/ 42070 h 105820"/>
                <a:gd name="connsiteX98" fmla="*/ 300456 w 478633"/>
                <a:gd name="connsiteY98" fmla="*/ 54076 h 105820"/>
                <a:gd name="connsiteX99" fmla="*/ 303451 w 478633"/>
                <a:gd name="connsiteY99" fmla="*/ 63984 h 105820"/>
                <a:gd name="connsiteX100" fmla="*/ 308659 w 478633"/>
                <a:gd name="connsiteY100" fmla="*/ 70781 h 105820"/>
                <a:gd name="connsiteX101" fmla="*/ 316107 w 478633"/>
                <a:gd name="connsiteY101" fmla="*/ 73242 h 105820"/>
                <a:gd name="connsiteX102" fmla="*/ 323373 w 478633"/>
                <a:gd name="connsiteY102" fmla="*/ 70781 h 105820"/>
                <a:gd name="connsiteX103" fmla="*/ 328412 w 478633"/>
                <a:gd name="connsiteY103" fmla="*/ 63984 h 105820"/>
                <a:gd name="connsiteX104" fmla="*/ 331393 w 478633"/>
                <a:gd name="connsiteY104" fmla="*/ 54076 h 105820"/>
                <a:gd name="connsiteX105" fmla="*/ 332396 w 478633"/>
                <a:gd name="connsiteY105" fmla="*/ 42070 h 105820"/>
                <a:gd name="connsiteX106" fmla="*/ 331393 w 478633"/>
                <a:gd name="connsiteY106" fmla="*/ 30234 h 105820"/>
                <a:gd name="connsiteX107" fmla="*/ 328412 w 478633"/>
                <a:gd name="connsiteY107" fmla="*/ 20273 h 105820"/>
                <a:gd name="connsiteX108" fmla="*/ 323373 w 478633"/>
                <a:gd name="connsiteY108" fmla="*/ 13477 h 105820"/>
                <a:gd name="connsiteX109" fmla="*/ 316107 w 478633"/>
                <a:gd name="connsiteY109" fmla="*/ 10898 h 105820"/>
                <a:gd name="connsiteX110" fmla="*/ 427305 w 478633"/>
                <a:gd name="connsiteY110" fmla="*/ 3516 h 105820"/>
                <a:gd name="connsiteX111" fmla="*/ 438672 w 478633"/>
                <a:gd name="connsiteY111" fmla="*/ 5625 h 105820"/>
                <a:gd name="connsiteX112" fmla="*/ 447227 w 478633"/>
                <a:gd name="connsiteY112" fmla="*/ 11250 h 105820"/>
                <a:gd name="connsiteX113" fmla="*/ 452500 w 478633"/>
                <a:gd name="connsiteY113" fmla="*/ 19453 h 105820"/>
                <a:gd name="connsiteX114" fmla="*/ 454375 w 478633"/>
                <a:gd name="connsiteY114" fmla="*/ 29414 h 105820"/>
                <a:gd name="connsiteX115" fmla="*/ 452435 w 478633"/>
                <a:gd name="connsiteY115" fmla="*/ 39544 h 105820"/>
                <a:gd name="connsiteX116" fmla="*/ 446993 w 478633"/>
                <a:gd name="connsiteY116" fmla="*/ 47812 h 105820"/>
                <a:gd name="connsiteX117" fmla="*/ 438373 w 478633"/>
                <a:gd name="connsiteY117" fmla="*/ 53372 h 105820"/>
                <a:gd name="connsiteX118" fmla="*/ 427305 w 478633"/>
                <a:gd name="connsiteY118" fmla="*/ 55430 h 105820"/>
                <a:gd name="connsiteX119" fmla="*/ 415821 w 478633"/>
                <a:gd name="connsiteY119" fmla="*/ 53372 h 105820"/>
                <a:gd name="connsiteX120" fmla="*/ 407266 w 478633"/>
                <a:gd name="connsiteY120" fmla="*/ 47812 h 105820"/>
                <a:gd name="connsiteX121" fmla="*/ 401927 w 478633"/>
                <a:gd name="connsiteY121" fmla="*/ 39544 h 105820"/>
                <a:gd name="connsiteX122" fmla="*/ 400117 w 478633"/>
                <a:gd name="connsiteY122" fmla="*/ 29414 h 105820"/>
                <a:gd name="connsiteX123" fmla="*/ 401927 w 478633"/>
                <a:gd name="connsiteY123" fmla="*/ 19453 h 105820"/>
                <a:gd name="connsiteX124" fmla="*/ 407266 w 478633"/>
                <a:gd name="connsiteY124" fmla="*/ 11250 h 105820"/>
                <a:gd name="connsiteX125" fmla="*/ 415821 w 478633"/>
                <a:gd name="connsiteY125" fmla="*/ 5625 h 105820"/>
                <a:gd name="connsiteX126" fmla="*/ 427305 w 478633"/>
                <a:gd name="connsiteY126" fmla="*/ 3516 h 105820"/>
                <a:gd name="connsiteX127" fmla="*/ 102162 w 478633"/>
                <a:gd name="connsiteY127" fmla="*/ 3047 h 105820"/>
                <a:gd name="connsiteX128" fmla="*/ 172943 w 478633"/>
                <a:gd name="connsiteY128" fmla="*/ 3047 h 105820"/>
                <a:gd name="connsiteX129" fmla="*/ 174870 w 478633"/>
                <a:gd name="connsiteY129" fmla="*/ 3568 h 105820"/>
                <a:gd name="connsiteX130" fmla="*/ 175404 w 478633"/>
                <a:gd name="connsiteY130" fmla="*/ 5508 h 105820"/>
                <a:gd name="connsiteX131" fmla="*/ 173880 w 478633"/>
                <a:gd name="connsiteY131" fmla="*/ 23724 h 105820"/>
                <a:gd name="connsiteX132" fmla="*/ 171419 w 478633"/>
                <a:gd name="connsiteY132" fmla="*/ 38672 h 105820"/>
                <a:gd name="connsiteX133" fmla="*/ 162513 w 478633"/>
                <a:gd name="connsiteY133" fmla="*/ 38672 h 105820"/>
                <a:gd name="connsiteX134" fmla="*/ 164740 w 478633"/>
                <a:gd name="connsiteY134" fmla="*/ 25078 h 105820"/>
                <a:gd name="connsiteX135" fmla="*/ 165912 w 478633"/>
                <a:gd name="connsiteY135" fmla="*/ 11016 h 105820"/>
                <a:gd name="connsiteX136" fmla="*/ 102162 w 478633"/>
                <a:gd name="connsiteY136" fmla="*/ 11016 h 105820"/>
                <a:gd name="connsiteX137" fmla="*/ 11016 w 478633"/>
                <a:gd name="connsiteY137" fmla="*/ 3047 h 105820"/>
                <a:gd name="connsiteX138" fmla="*/ 81797 w 478633"/>
                <a:gd name="connsiteY138" fmla="*/ 3047 h 105820"/>
                <a:gd name="connsiteX139" fmla="*/ 83724 w 478633"/>
                <a:gd name="connsiteY139" fmla="*/ 3568 h 105820"/>
                <a:gd name="connsiteX140" fmla="*/ 84258 w 478633"/>
                <a:gd name="connsiteY140" fmla="*/ 5508 h 105820"/>
                <a:gd name="connsiteX141" fmla="*/ 82734 w 478633"/>
                <a:gd name="connsiteY141" fmla="*/ 23724 h 105820"/>
                <a:gd name="connsiteX142" fmla="*/ 80274 w 478633"/>
                <a:gd name="connsiteY142" fmla="*/ 38672 h 105820"/>
                <a:gd name="connsiteX143" fmla="*/ 71367 w 478633"/>
                <a:gd name="connsiteY143" fmla="*/ 38672 h 105820"/>
                <a:gd name="connsiteX144" fmla="*/ 73594 w 478633"/>
                <a:gd name="connsiteY144" fmla="*/ 25078 h 105820"/>
                <a:gd name="connsiteX145" fmla="*/ 74766 w 478633"/>
                <a:gd name="connsiteY145" fmla="*/ 11016 h 105820"/>
                <a:gd name="connsiteX146" fmla="*/ 11016 w 478633"/>
                <a:gd name="connsiteY146" fmla="*/ 11016 h 105820"/>
                <a:gd name="connsiteX147" fmla="*/ 316107 w 478633"/>
                <a:gd name="connsiteY147" fmla="*/ 2578 h 105820"/>
                <a:gd name="connsiteX148" fmla="*/ 325886 w 478633"/>
                <a:gd name="connsiteY148" fmla="*/ 4974 h 105820"/>
                <a:gd name="connsiteX149" fmla="*/ 334037 w 478633"/>
                <a:gd name="connsiteY149" fmla="*/ 12305 h 105820"/>
                <a:gd name="connsiteX150" fmla="*/ 339597 w 478633"/>
                <a:gd name="connsiteY150" fmla="*/ 24544 h 105820"/>
                <a:gd name="connsiteX151" fmla="*/ 341654 w 478633"/>
                <a:gd name="connsiteY151" fmla="*/ 42070 h 105820"/>
                <a:gd name="connsiteX152" fmla="*/ 339597 w 478633"/>
                <a:gd name="connsiteY152" fmla="*/ 59531 h 105820"/>
                <a:gd name="connsiteX153" fmla="*/ 334037 w 478633"/>
                <a:gd name="connsiteY153" fmla="*/ 71836 h 105820"/>
                <a:gd name="connsiteX154" fmla="*/ 325886 w 478633"/>
                <a:gd name="connsiteY154" fmla="*/ 79154 h 105820"/>
                <a:gd name="connsiteX155" fmla="*/ 316107 w 478633"/>
                <a:gd name="connsiteY155" fmla="*/ 81563 h 105820"/>
                <a:gd name="connsiteX156" fmla="*/ 305912 w 478633"/>
                <a:gd name="connsiteY156" fmla="*/ 79219 h 105820"/>
                <a:gd name="connsiteX157" fmla="*/ 297708 w 478633"/>
                <a:gd name="connsiteY157" fmla="*/ 71953 h 105820"/>
                <a:gd name="connsiteX158" fmla="*/ 292201 w 478633"/>
                <a:gd name="connsiteY158" fmla="*/ 59583 h 105820"/>
                <a:gd name="connsiteX159" fmla="*/ 290209 w 478633"/>
                <a:gd name="connsiteY159" fmla="*/ 42070 h 105820"/>
                <a:gd name="connsiteX160" fmla="*/ 292201 w 478633"/>
                <a:gd name="connsiteY160" fmla="*/ 24375 h 105820"/>
                <a:gd name="connsiteX161" fmla="*/ 297708 w 478633"/>
                <a:gd name="connsiteY161" fmla="*/ 12070 h 105820"/>
                <a:gd name="connsiteX162" fmla="*/ 305847 w 478633"/>
                <a:gd name="connsiteY162" fmla="*/ 4922 h 105820"/>
                <a:gd name="connsiteX163" fmla="*/ 316107 w 478633"/>
                <a:gd name="connsiteY163" fmla="*/ 2578 h 105820"/>
                <a:gd name="connsiteX164" fmla="*/ 207735 w 478633"/>
                <a:gd name="connsiteY164" fmla="*/ 1055 h 105820"/>
                <a:gd name="connsiteX165" fmla="*/ 216758 w 478633"/>
                <a:gd name="connsiteY165" fmla="*/ 1055 h 105820"/>
                <a:gd name="connsiteX166" fmla="*/ 216758 w 478633"/>
                <a:gd name="connsiteY166" fmla="*/ 13828 h 105820"/>
                <a:gd name="connsiteX167" fmla="*/ 268789 w 478633"/>
                <a:gd name="connsiteY167" fmla="*/ 13828 h 105820"/>
                <a:gd name="connsiteX168" fmla="*/ 268789 w 478633"/>
                <a:gd name="connsiteY168" fmla="*/ 1055 h 105820"/>
                <a:gd name="connsiteX169" fmla="*/ 277930 w 478633"/>
                <a:gd name="connsiteY169" fmla="*/ 1055 h 105820"/>
                <a:gd name="connsiteX170" fmla="*/ 277930 w 478633"/>
                <a:gd name="connsiteY170" fmla="*/ 40313 h 105820"/>
                <a:gd name="connsiteX171" fmla="*/ 277396 w 478633"/>
                <a:gd name="connsiteY171" fmla="*/ 42240 h 105820"/>
                <a:gd name="connsiteX172" fmla="*/ 275469 w 478633"/>
                <a:gd name="connsiteY172" fmla="*/ 42773 h 105820"/>
                <a:gd name="connsiteX173" fmla="*/ 210195 w 478633"/>
                <a:gd name="connsiteY173" fmla="*/ 42773 h 105820"/>
                <a:gd name="connsiteX174" fmla="*/ 208255 w 478633"/>
                <a:gd name="connsiteY174" fmla="*/ 42240 h 105820"/>
                <a:gd name="connsiteX175" fmla="*/ 207735 w 478633"/>
                <a:gd name="connsiteY175" fmla="*/ 40313 h 105820"/>
                <a:gd name="connsiteX176" fmla="*/ 469493 w 478633"/>
                <a:gd name="connsiteY176" fmla="*/ 0 h 105820"/>
                <a:gd name="connsiteX177" fmla="*/ 478633 w 478633"/>
                <a:gd name="connsiteY177" fmla="*/ 0 h 105820"/>
                <a:gd name="connsiteX178" fmla="*/ 478633 w 478633"/>
                <a:gd name="connsiteY178" fmla="*/ 103828 h 105820"/>
                <a:gd name="connsiteX179" fmla="*/ 469493 w 478633"/>
                <a:gd name="connsiteY179" fmla="*/ 103828 h 105820"/>
                <a:gd name="connsiteX180" fmla="*/ 358763 w 478633"/>
                <a:gd name="connsiteY180" fmla="*/ 0 h 105820"/>
                <a:gd name="connsiteX181" fmla="*/ 368021 w 478633"/>
                <a:gd name="connsiteY181" fmla="*/ 0 h 105820"/>
                <a:gd name="connsiteX182" fmla="*/ 368021 w 478633"/>
                <a:gd name="connsiteY182" fmla="*/ 19688 h 105820"/>
                <a:gd name="connsiteX183" fmla="*/ 382787 w 478633"/>
                <a:gd name="connsiteY183" fmla="*/ 19688 h 105820"/>
                <a:gd name="connsiteX184" fmla="*/ 382787 w 478633"/>
                <a:gd name="connsiteY184" fmla="*/ 28125 h 105820"/>
                <a:gd name="connsiteX185" fmla="*/ 368021 w 478633"/>
                <a:gd name="connsiteY185" fmla="*/ 28125 h 105820"/>
                <a:gd name="connsiteX186" fmla="*/ 368021 w 478633"/>
                <a:gd name="connsiteY186" fmla="*/ 52969 h 105820"/>
                <a:gd name="connsiteX187" fmla="*/ 382787 w 478633"/>
                <a:gd name="connsiteY187" fmla="*/ 52969 h 105820"/>
                <a:gd name="connsiteX188" fmla="*/ 382787 w 478633"/>
                <a:gd name="connsiteY188" fmla="*/ 61406 h 105820"/>
                <a:gd name="connsiteX189" fmla="*/ 368021 w 478633"/>
                <a:gd name="connsiteY189" fmla="*/ 61406 h 105820"/>
                <a:gd name="connsiteX190" fmla="*/ 368021 w 478633"/>
                <a:gd name="connsiteY190" fmla="*/ 103945 h 105820"/>
                <a:gd name="connsiteX191" fmla="*/ 358763 w 478633"/>
                <a:gd name="connsiteY191" fmla="*/ 103945 h 10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</a:cxnLst>
              <a:rect l="l" t="t" r="r" b="b"/>
              <a:pathLst>
                <a:path w="478633" h="105820">
                  <a:moveTo>
                    <a:pt x="208086" y="72070"/>
                  </a:moveTo>
                  <a:lnTo>
                    <a:pt x="217227" y="72070"/>
                  </a:lnTo>
                  <a:lnTo>
                    <a:pt x="217227" y="93750"/>
                  </a:lnTo>
                  <a:lnTo>
                    <a:pt x="281563" y="93750"/>
                  </a:lnTo>
                  <a:lnTo>
                    <a:pt x="281563" y="101719"/>
                  </a:lnTo>
                  <a:lnTo>
                    <a:pt x="210547" y="101719"/>
                  </a:lnTo>
                  <a:cubicBezTo>
                    <a:pt x="209610" y="101719"/>
                    <a:pt x="208959" y="101536"/>
                    <a:pt x="208607" y="101185"/>
                  </a:cubicBezTo>
                  <a:cubicBezTo>
                    <a:pt x="208255" y="100833"/>
                    <a:pt x="208086" y="100195"/>
                    <a:pt x="208086" y="99258"/>
                  </a:cubicBezTo>
                  <a:close/>
                  <a:moveTo>
                    <a:pt x="138724" y="71602"/>
                  </a:moveTo>
                  <a:cubicBezTo>
                    <a:pt x="130521" y="71602"/>
                    <a:pt x="123932" y="72747"/>
                    <a:pt x="118972" y="75052"/>
                  </a:cubicBezTo>
                  <a:cubicBezTo>
                    <a:pt x="114011" y="77357"/>
                    <a:pt x="111537" y="80625"/>
                    <a:pt x="111537" y="84844"/>
                  </a:cubicBezTo>
                  <a:cubicBezTo>
                    <a:pt x="111537" y="89297"/>
                    <a:pt x="114011" y="92669"/>
                    <a:pt x="118972" y="94974"/>
                  </a:cubicBezTo>
                  <a:cubicBezTo>
                    <a:pt x="123932" y="97279"/>
                    <a:pt x="130521" y="98438"/>
                    <a:pt x="138724" y="98438"/>
                  </a:cubicBezTo>
                  <a:cubicBezTo>
                    <a:pt x="146693" y="98438"/>
                    <a:pt x="153229" y="97279"/>
                    <a:pt x="158347" y="94974"/>
                  </a:cubicBezTo>
                  <a:cubicBezTo>
                    <a:pt x="163464" y="92669"/>
                    <a:pt x="166029" y="89297"/>
                    <a:pt x="166029" y="84844"/>
                  </a:cubicBezTo>
                  <a:cubicBezTo>
                    <a:pt x="166029" y="80625"/>
                    <a:pt x="163464" y="77357"/>
                    <a:pt x="158347" y="75052"/>
                  </a:cubicBezTo>
                  <a:cubicBezTo>
                    <a:pt x="153229" y="72747"/>
                    <a:pt x="146693" y="71602"/>
                    <a:pt x="138724" y="71602"/>
                  </a:cubicBezTo>
                  <a:close/>
                  <a:moveTo>
                    <a:pt x="47578" y="71602"/>
                  </a:moveTo>
                  <a:cubicBezTo>
                    <a:pt x="39375" y="71602"/>
                    <a:pt x="32787" y="72747"/>
                    <a:pt x="27826" y="75052"/>
                  </a:cubicBezTo>
                  <a:cubicBezTo>
                    <a:pt x="22865" y="77357"/>
                    <a:pt x="20391" y="80625"/>
                    <a:pt x="20391" y="84844"/>
                  </a:cubicBezTo>
                  <a:cubicBezTo>
                    <a:pt x="20391" y="89297"/>
                    <a:pt x="22865" y="92669"/>
                    <a:pt x="27826" y="94974"/>
                  </a:cubicBezTo>
                  <a:cubicBezTo>
                    <a:pt x="32787" y="97279"/>
                    <a:pt x="39375" y="98438"/>
                    <a:pt x="47578" y="98438"/>
                  </a:cubicBezTo>
                  <a:cubicBezTo>
                    <a:pt x="55547" y="98438"/>
                    <a:pt x="62083" y="97279"/>
                    <a:pt x="67201" y="94974"/>
                  </a:cubicBezTo>
                  <a:cubicBezTo>
                    <a:pt x="72318" y="92669"/>
                    <a:pt x="74883" y="89297"/>
                    <a:pt x="74883" y="84844"/>
                  </a:cubicBezTo>
                  <a:cubicBezTo>
                    <a:pt x="74883" y="80625"/>
                    <a:pt x="72318" y="77357"/>
                    <a:pt x="67201" y="75052"/>
                  </a:cubicBezTo>
                  <a:cubicBezTo>
                    <a:pt x="62083" y="72747"/>
                    <a:pt x="55547" y="71602"/>
                    <a:pt x="47578" y="71602"/>
                  </a:cubicBezTo>
                  <a:close/>
                  <a:moveTo>
                    <a:pt x="465391" y="68906"/>
                  </a:moveTo>
                  <a:lnTo>
                    <a:pt x="465391" y="76875"/>
                  </a:lnTo>
                  <a:cubicBezTo>
                    <a:pt x="457578" y="78047"/>
                    <a:pt x="448685" y="78958"/>
                    <a:pt x="438724" y="79622"/>
                  </a:cubicBezTo>
                  <a:cubicBezTo>
                    <a:pt x="428763" y="80286"/>
                    <a:pt x="418008" y="80625"/>
                    <a:pt x="406446" y="80625"/>
                  </a:cubicBezTo>
                  <a:lnTo>
                    <a:pt x="394727" y="80625"/>
                  </a:lnTo>
                  <a:lnTo>
                    <a:pt x="394727" y="72539"/>
                  </a:lnTo>
                  <a:lnTo>
                    <a:pt x="406446" y="72539"/>
                  </a:lnTo>
                  <a:lnTo>
                    <a:pt x="426133" y="72305"/>
                  </a:lnTo>
                  <a:cubicBezTo>
                    <a:pt x="428086" y="72305"/>
                    <a:pt x="430664" y="72201"/>
                    <a:pt x="433867" y="72005"/>
                  </a:cubicBezTo>
                  <a:cubicBezTo>
                    <a:pt x="437071" y="71810"/>
                    <a:pt x="440508" y="71563"/>
                    <a:pt x="444180" y="71250"/>
                  </a:cubicBezTo>
                  <a:cubicBezTo>
                    <a:pt x="447852" y="70938"/>
                    <a:pt x="451537" y="70586"/>
                    <a:pt x="455248" y="70195"/>
                  </a:cubicBezTo>
                  <a:cubicBezTo>
                    <a:pt x="458959" y="69805"/>
                    <a:pt x="462344" y="69375"/>
                    <a:pt x="465391" y="68906"/>
                  </a:cubicBezTo>
                  <a:close/>
                  <a:moveTo>
                    <a:pt x="138724" y="64102"/>
                  </a:moveTo>
                  <a:cubicBezTo>
                    <a:pt x="150677" y="64102"/>
                    <a:pt x="159896" y="66094"/>
                    <a:pt x="166380" y="70078"/>
                  </a:cubicBezTo>
                  <a:cubicBezTo>
                    <a:pt x="172865" y="74062"/>
                    <a:pt x="176107" y="79023"/>
                    <a:pt x="176107" y="84961"/>
                  </a:cubicBezTo>
                  <a:cubicBezTo>
                    <a:pt x="176107" y="90977"/>
                    <a:pt x="172878" y="95951"/>
                    <a:pt x="166433" y="99896"/>
                  </a:cubicBezTo>
                  <a:cubicBezTo>
                    <a:pt x="159987" y="103841"/>
                    <a:pt x="150755" y="105820"/>
                    <a:pt x="138724" y="105820"/>
                  </a:cubicBezTo>
                  <a:cubicBezTo>
                    <a:pt x="126693" y="105820"/>
                    <a:pt x="117435" y="103841"/>
                    <a:pt x="110951" y="99896"/>
                  </a:cubicBezTo>
                  <a:cubicBezTo>
                    <a:pt x="104466" y="95951"/>
                    <a:pt x="101224" y="90977"/>
                    <a:pt x="101224" y="84961"/>
                  </a:cubicBezTo>
                  <a:cubicBezTo>
                    <a:pt x="101224" y="79023"/>
                    <a:pt x="104466" y="74062"/>
                    <a:pt x="110951" y="70078"/>
                  </a:cubicBezTo>
                  <a:cubicBezTo>
                    <a:pt x="117435" y="66094"/>
                    <a:pt x="126693" y="64102"/>
                    <a:pt x="138724" y="64102"/>
                  </a:cubicBezTo>
                  <a:close/>
                  <a:moveTo>
                    <a:pt x="47578" y="64102"/>
                  </a:moveTo>
                  <a:cubicBezTo>
                    <a:pt x="59531" y="64102"/>
                    <a:pt x="68750" y="66094"/>
                    <a:pt x="75234" y="70078"/>
                  </a:cubicBezTo>
                  <a:cubicBezTo>
                    <a:pt x="81719" y="74062"/>
                    <a:pt x="84961" y="79023"/>
                    <a:pt x="84961" y="84961"/>
                  </a:cubicBezTo>
                  <a:cubicBezTo>
                    <a:pt x="84961" y="90977"/>
                    <a:pt x="81732" y="95951"/>
                    <a:pt x="75287" y="99896"/>
                  </a:cubicBezTo>
                  <a:cubicBezTo>
                    <a:pt x="68841" y="103841"/>
                    <a:pt x="59609" y="105820"/>
                    <a:pt x="47578" y="105820"/>
                  </a:cubicBezTo>
                  <a:cubicBezTo>
                    <a:pt x="35547" y="105820"/>
                    <a:pt x="26289" y="103841"/>
                    <a:pt x="19805" y="99896"/>
                  </a:cubicBezTo>
                  <a:cubicBezTo>
                    <a:pt x="13320" y="95951"/>
                    <a:pt x="10078" y="90977"/>
                    <a:pt x="10078" y="84961"/>
                  </a:cubicBezTo>
                  <a:cubicBezTo>
                    <a:pt x="10078" y="79023"/>
                    <a:pt x="13320" y="74062"/>
                    <a:pt x="19805" y="70078"/>
                  </a:cubicBezTo>
                  <a:cubicBezTo>
                    <a:pt x="26289" y="66094"/>
                    <a:pt x="35547" y="64102"/>
                    <a:pt x="47578" y="64102"/>
                  </a:cubicBezTo>
                  <a:close/>
                  <a:moveTo>
                    <a:pt x="195430" y="53555"/>
                  </a:moveTo>
                  <a:lnTo>
                    <a:pt x="290469" y="53555"/>
                  </a:lnTo>
                  <a:lnTo>
                    <a:pt x="290469" y="61523"/>
                  </a:lnTo>
                  <a:lnTo>
                    <a:pt x="248985" y="61523"/>
                  </a:lnTo>
                  <a:lnTo>
                    <a:pt x="248985" y="83672"/>
                  </a:lnTo>
                  <a:lnTo>
                    <a:pt x="239727" y="83672"/>
                  </a:lnTo>
                  <a:lnTo>
                    <a:pt x="239727" y="61523"/>
                  </a:lnTo>
                  <a:lnTo>
                    <a:pt x="195430" y="61523"/>
                  </a:lnTo>
                  <a:close/>
                  <a:moveTo>
                    <a:pt x="37969" y="24609"/>
                  </a:moveTo>
                  <a:lnTo>
                    <a:pt x="47344" y="24609"/>
                  </a:lnTo>
                  <a:lnTo>
                    <a:pt x="47344" y="46523"/>
                  </a:lnTo>
                  <a:lnTo>
                    <a:pt x="91146" y="46523"/>
                  </a:lnTo>
                  <a:lnTo>
                    <a:pt x="95156" y="46523"/>
                  </a:lnTo>
                  <a:lnTo>
                    <a:pt x="129115" y="46523"/>
                  </a:lnTo>
                  <a:lnTo>
                    <a:pt x="129115" y="24609"/>
                  </a:lnTo>
                  <a:lnTo>
                    <a:pt x="138490" y="24609"/>
                  </a:lnTo>
                  <a:lnTo>
                    <a:pt x="138490" y="46523"/>
                  </a:lnTo>
                  <a:lnTo>
                    <a:pt x="186302" y="46523"/>
                  </a:lnTo>
                  <a:lnTo>
                    <a:pt x="186302" y="54609"/>
                  </a:lnTo>
                  <a:lnTo>
                    <a:pt x="95156" y="54609"/>
                  </a:lnTo>
                  <a:lnTo>
                    <a:pt x="91146" y="54609"/>
                  </a:lnTo>
                  <a:lnTo>
                    <a:pt x="0" y="54609"/>
                  </a:lnTo>
                  <a:lnTo>
                    <a:pt x="0" y="46523"/>
                  </a:lnTo>
                  <a:lnTo>
                    <a:pt x="37969" y="46523"/>
                  </a:lnTo>
                  <a:close/>
                  <a:moveTo>
                    <a:pt x="216758" y="21562"/>
                  </a:moveTo>
                  <a:lnTo>
                    <a:pt x="216758" y="34922"/>
                  </a:lnTo>
                  <a:lnTo>
                    <a:pt x="268789" y="34922"/>
                  </a:lnTo>
                  <a:lnTo>
                    <a:pt x="268789" y="21562"/>
                  </a:lnTo>
                  <a:close/>
                  <a:moveTo>
                    <a:pt x="427305" y="11250"/>
                  </a:moveTo>
                  <a:cubicBezTo>
                    <a:pt x="421446" y="11250"/>
                    <a:pt x="416967" y="13047"/>
                    <a:pt x="413881" y="16641"/>
                  </a:cubicBezTo>
                  <a:cubicBezTo>
                    <a:pt x="410795" y="20234"/>
                    <a:pt x="409258" y="24492"/>
                    <a:pt x="409258" y="29414"/>
                  </a:cubicBezTo>
                  <a:cubicBezTo>
                    <a:pt x="409258" y="34414"/>
                    <a:pt x="410742" y="38685"/>
                    <a:pt x="413711" y="42240"/>
                  </a:cubicBezTo>
                  <a:cubicBezTo>
                    <a:pt x="416680" y="45794"/>
                    <a:pt x="421211" y="47578"/>
                    <a:pt x="427305" y="47578"/>
                  </a:cubicBezTo>
                  <a:cubicBezTo>
                    <a:pt x="433399" y="47578"/>
                    <a:pt x="437891" y="45794"/>
                    <a:pt x="440782" y="42240"/>
                  </a:cubicBezTo>
                  <a:cubicBezTo>
                    <a:pt x="443672" y="38685"/>
                    <a:pt x="445118" y="34414"/>
                    <a:pt x="445118" y="29414"/>
                  </a:cubicBezTo>
                  <a:cubicBezTo>
                    <a:pt x="445118" y="24492"/>
                    <a:pt x="443633" y="20234"/>
                    <a:pt x="440664" y="16641"/>
                  </a:cubicBezTo>
                  <a:cubicBezTo>
                    <a:pt x="437696" y="13047"/>
                    <a:pt x="433243" y="11250"/>
                    <a:pt x="427305" y="11250"/>
                  </a:cubicBezTo>
                  <a:close/>
                  <a:moveTo>
                    <a:pt x="316107" y="10898"/>
                  </a:moveTo>
                  <a:cubicBezTo>
                    <a:pt x="313216" y="10898"/>
                    <a:pt x="310716" y="11758"/>
                    <a:pt x="308607" y="13477"/>
                  </a:cubicBezTo>
                  <a:cubicBezTo>
                    <a:pt x="306498" y="15195"/>
                    <a:pt x="304779" y="17500"/>
                    <a:pt x="303451" y="20391"/>
                  </a:cubicBezTo>
                  <a:cubicBezTo>
                    <a:pt x="302045" y="23281"/>
                    <a:pt x="301029" y="26602"/>
                    <a:pt x="300404" y="30352"/>
                  </a:cubicBezTo>
                  <a:cubicBezTo>
                    <a:pt x="299779" y="34102"/>
                    <a:pt x="299466" y="38008"/>
                    <a:pt x="299466" y="42070"/>
                  </a:cubicBezTo>
                  <a:cubicBezTo>
                    <a:pt x="299466" y="46289"/>
                    <a:pt x="299792" y="50286"/>
                    <a:pt x="300456" y="54076"/>
                  </a:cubicBezTo>
                  <a:cubicBezTo>
                    <a:pt x="301120" y="57865"/>
                    <a:pt x="302123" y="61172"/>
                    <a:pt x="303451" y="63984"/>
                  </a:cubicBezTo>
                  <a:cubicBezTo>
                    <a:pt x="304857" y="66875"/>
                    <a:pt x="306589" y="69141"/>
                    <a:pt x="308659" y="70781"/>
                  </a:cubicBezTo>
                  <a:cubicBezTo>
                    <a:pt x="310729" y="72422"/>
                    <a:pt x="313216" y="73242"/>
                    <a:pt x="316107" y="73242"/>
                  </a:cubicBezTo>
                  <a:cubicBezTo>
                    <a:pt x="318920" y="73242"/>
                    <a:pt x="321341" y="72422"/>
                    <a:pt x="323373" y="70781"/>
                  </a:cubicBezTo>
                  <a:cubicBezTo>
                    <a:pt x="325404" y="69141"/>
                    <a:pt x="327084" y="66875"/>
                    <a:pt x="328412" y="63984"/>
                  </a:cubicBezTo>
                  <a:cubicBezTo>
                    <a:pt x="329740" y="61172"/>
                    <a:pt x="330729" y="57865"/>
                    <a:pt x="331393" y="54076"/>
                  </a:cubicBezTo>
                  <a:cubicBezTo>
                    <a:pt x="332057" y="50286"/>
                    <a:pt x="332396" y="46289"/>
                    <a:pt x="332396" y="42070"/>
                  </a:cubicBezTo>
                  <a:cubicBezTo>
                    <a:pt x="332396" y="37930"/>
                    <a:pt x="332057" y="33984"/>
                    <a:pt x="331393" y="30234"/>
                  </a:cubicBezTo>
                  <a:cubicBezTo>
                    <a:pt x="330729" y="26484"/>
                    <a:pt x="329740" y="23164"/>
                    <a:pt x="328412" y="20273"/>
                  </a:cubicBezTo>
                  <a:cubicBezTo>
                    <a:pt x="327084" y="17461"/>
                    <a:pt x="325404" y="15195"/>
                    <a:pt x="323373" y="13477"/>
                  </a:cubicBezTo>
                  <a:cubicBezTo>
                    <a:pt x="321341" y="11758"/>
                    <a:pt x="318920" y="10898"/>
                    <a:pt x="316107" y="10898"/>
                  </a:cubicBezTo>
                  <a:close/>
                  <a:moveTo>
                    <a:pt x="427305" y="3516"/>
                  </a:moveTo>
                  <a:cubicBezTo>
                    <a:pt x="431524" y="3516"/>
                    <a:pt x="435313" y="4219"/>
                    <a:pt x="438672" y="5625"/>
                  </a:cubicBezTo>
                  <a:cubicBezTo>
                    <a:pt x="442031" y="7031"/>
                    <a:pt x="444883" y="8906"/>
                    <a:pt x="447227" y="11250"/>
                  </a:cubicBezTo>
                  <a:cubicBezTo>
                    <a:pt x="449493" y="13594"/>
                    <a:pt x="451250" y="16328"/>
                    <a:pt x="452500" y="19453"/>
                  </a:cubicBezTo>
                  <a:cubicBezTo>
                    <a:pt x="453750" y="22578"/>
                    <a:pt x="454375" y="25898"/>
                    <a:pt x="454375" y="29414"/>
                  </a:cubicBezTo>
                  <a:cubicBezTo>
                    <a:pt x="454375" y="33008"/>
                    <a:pt x="453724" y="36380"/>
                    <a:pt x="452435" y="39544"/>
                  </a:cubicBezTo>
                  <a:cubicBezTo>
                    <a:pt x="451146" y="42708"/>
                    <a:pt x="449336" y="45469"/>
                    <a:pt x="446993" y="47812"/>
                  </a:cubicBezTo>
                  <a:cubicBezTo>
                    <a:pt x="444571" y="50156"/>
                    <a:pt x="441693" y="52005"/>
                    <a:pt x="438373" y="53372"/>
                  </a:cubicBezTo>
                  <a:cubicBezTo>
                    <a:pt x="435052" y="54740"/>
                    <a:pt x="431367" y="55430"/>
                    <a:pt x="427305" y="55430"/>
                  </a:cubicBezTo>
                  <a:cubicBezTo>
                    <a:pt x="423008" y="55430"/>
                    <a:pt x="419180" y="54740"/>
                    <a:pt x="415821" y="53372"/>
                  </a:cubicBezTo>
                  <a:cubicBezTo>
                    <a:pt x="412461" y="52005"/>
                    <a:pt x="409610" y="50156"/>
                    <a:pt x="407266" y="47812"/>
                  </a:cubicBezTo>
                  <a:cubicBezTo>
                    <a:pt x="404922" y="45469"/>
                    <a:pt x="403138" y="42708"/>
                    <a:pt x="401927" y="39544"/>
                  </a:cubicBezTo>
                  <a:cubicBezTo>
                    <a:pt x="400716" y="36380"/>
                    <a:pt x="400117" y="33008"/>
                    <a:pt x="400117" y="29414"/>
                  </a:cubicBezTo>
                  <a:cubicBezTo>
                    <a:pt x="400117" y="25898"/>
                    <a:pt x="400716" y="22578"/>
                    <a:pt x="401927" y="19453"/>
                  </a:cubicBezTo>
                  <a:cubicBezTo>
                    <a:pt x="403138" y="16328"/>
                    <a:pt x="404922" y="13594"/>
                    <a:pt x="407266" y="11250"/>
                  </a:cubicBezTo>
                  <a:cubicBezTo>
                    <a:pt x="409610" y="8906"/>
                    <a:pt x="412461" y="7031"/>
                    <a:pt x="415821" y="5625"/>
                  </a:cubicBezTo>
                  <a:cubicBezTo>
                    <a:pt x="419180" y="4219"/>
                    <a:pt x="423008" y="3516"/>
                    <a:pt x="427305" y="3516"/>
                  </a:cubicBezTo>
                  <a:close/>
                  <a:moveTo>
                    <a:pt x="102162" y="3047"/>
                  </a:moveTo>
                  <a:lnTo>
                    <a:pt x="172943" y="3047"/>
                  </a:lnTo>
                  <a:cubicBezTo>
                    <a:pt x="173880" y="3047"/>
                    <a:pt x="174518" y="3216"/>
                    <a:pt x="174870" y="3568"/>
                  </a:cubicBezTo>
                  <a:cubicBezTo>
                    <a:pt x="175221" y="3919"/>
                    <a:pt x="175404" y="4570"/>
                    <a:pt x="175404" y="5508"/>
                  </a:cubicBezTo>
                  <a:cubicBezTo>
                    <a:pt x="175169" y="12305"/>
                    <a:pt x="174662" y="18372"/>
                    <a:pt x="173880" y="23724"/>
                  </a:cubicBezTo>
                  <a:cubicBezTo>
                    <a:pt x="173099" y="29076"/>
                    <a:pt x="172279" y="34062"/>
                    <a:pt x="171419" y="38672"/>
                  </a:cubicBezTo>
                  <a:lnTo>
                    <a:pt x="162513" y="38672"/>
                  </a:lnTo>
                  <a:cubicBezTo>
                    <a:pt x="163451" y="33984"/>
                    <a:pt x="164193" y="29453"/>
                    <a:pt x="164740" y="25078"/>
                  </a:cubicBezTo>
                  <a:cubicBezTo>
                    <a:pt x="165287" y="20703"/>
                    <a:pt x="165677" y="16016"/>
                    <a:pt x="165912" y="11016"/>
                  </a:cubicBezTo>
                  <a:lnTo>
                    <a:pt x="102162" y="11016"/>
                  </a:lnTo>
                  <a:close/>
                  <a:moveTo>
                    <a:pt x="11016" y="3047"/>
                  </a:moveTo>
                  <a:lnTo>
                    <a:pt x="81797" y="3047"/>
                  </a:lnTo>
                  <a:cubicBezTo>
                    <a:pt x="82734" y="3047"/>
                    <a:pt x="83372" y="3216"/>
                    <a:pt x="83724" y="3568"/>
                  </a:cubicBezTo>
                  <a:cubicBezTo>
                    <a:pt x="84076" y="3919"/>
                    <a:pt x="84258" y="4570"/>
                    <a:pt x="84258" y="5508"/>
                  </a:cubicBezTo>
                  <a:cubicBezTo>
                    <a:pt x="84024" y="12305"/>
                    <a:pt x="83516" y="18372"/>
                    <a:pt x="82734" y="23724"/>
                  </a:cubicBezTo>
                  <a:cubicBezTo>
                    <a:pt x="81953" y="29076"/>
                    <a:pt x="81133" y="34062"/>
                    <a:pt x="80274" y="38672"/>
                  </a:cubicBezTo>
                  <a:lnTo>
                    <a:pt x="71367" y="38672"/>
                  </a:lnTo>
                  <a:cubicBezTo>
                    <a:pt x="72305" y="33984"/>
                    <a:pt x="73047" y="29453"/>
                    <a:pt x="73594" y="25078"/>
                  </a:cubicBezTo>
                  <a:cubicBezTo>
                    <a:pt x="74141" y="20703"/>
                    <a:pt x="74531" y="16016"/>
                    <a:pt x="74766" y="11016"/>
                  </a:cubicBezTo>
                  <a:lnTo>
                    <a:pt x="11016" y="11016"/>
                  </a:lnTo>
                  <a:close/>
                  <a:moveTo>
                    <a:pt x="316107" y="2578"/>
                  </a:moveTo>
                  <a:cubicBezTo>
                    <a:pt x="319544" y="2578"/>
                    <a:pt x="322800" y="3372"/>
                    <a:pt x="325886" y="4974"/>
                  </a:cubicBezTo>
                  <a:cubicBezTo>
                    <a:pt x="328972" y="6575"/>
                    <a:pt x="331693" y="9023"/>
                    <a:pt x="334037" y="12305"/>
                  </a:cubicBezTo>
                  <a:cubicBezTo>
                    <a:pt x="336380" y="15508"/>
                    <a:pt x="338229" y="19583"/>
                    <a:pt x="339597" y="24544"/>
                  </a:cubicBezTo>
                  <a:cubicBezTo>
                    <a:pt x="340964" y="29505"/>
                    <a:pt x="341654" y="35352"/>
                    <a:pt x="341654" y="42070"/>
                  </a:cubicBezTo>
                  <a:cubicBezTo>
                    <a:pt x="341654" y="48789"/>
                    <a:pt x="340964" y="54609"/>
                    <a:pt x="339597" y="59531"/>
                  </a:cubicBezTo>
                  <a:cubicBezTo>
                    <a:pt x="338229" y="64453"/>
                    <a:pt x="336380" y="68555"/>
                    <a:pt x="334037" y="71836"/>
                  </a:cubicBezTo>
                  <a:cubicBezTo>
                    <a:pt x="331693" y="75117"/>
                    <a:pt x="328972" y="77552"/>
                    <a:pt x="325886" y="79154"/>
                  </a:cubicBezTo>
                  <a:cubicBezTo>
                    <a:pt x="322800" y="80755"/>
                    <a:pt x="319544" y="81563"/>
                    <a:pt x="316107" y="81563"/>
                  </a:cubicBezTo>
                  <a:cubicBezTo>
                    <a:pt x="312435" y="81563"/>
                    <a:pt x="309037" y="80781"/>
                    <a:pt x="305912" y="79219"/>
                  </a:cubicBezTo>
                  <a:cubicBezTo>
                    <a:pt x="302787" y="77656"/>
                    <a:pt x="300052" y="75234"/>
                    <a:pt x="297708" y="71953"/>
                  </a:cubicBezTo>
                  <a:cubicBezTo>
                    <a:pt x="295365" y="68672"/>
                    <a:pt x="293529" y="64544"/>
                    <a:pt x="292201" y="59583"/>
                  </a:cubicBezTo>
                  <a:cubicBezTo>
                    <a:pt x="290873" y="54622"/>
                    <a:pt x="290209" y="48789"/>
                    <a:pt x="290209" y="42070"/>
                  </a:cubicBezTo>
                  <a:cubicBezTo>
                    <a:pt x="290209" y="35273"/>
                    <a:pt x="290873" y="29375"/>
                    <a:pt x="292201" y="24375"/>
                  </a:cubicBezTo>
                  <a:cubicBezTo>
                    <a:pt x="293529" y="19375"/>
                    <a:pt x="295365" y="15273"/>
                    <a:pt x="297708" y="12070"/>
                  </a:cubicBezTo>
                  <a:cubicBezTo>
                    <a:pt x="299974" y="8867"/>
                    <a:pt x="302682" y="6484"/>
                    <a:pt x="305847" y="4922"/>
                  </a:cubicBezTo>
                  <a:cubicBezTo>
                    <a:pt x="309011" y="3359"/>
                    <a:pt x="312435" y="2578"/>
                    <a:pt x="316107" y="2578"/>
                  </a:cubicBezTo>
                  <a:close/>
                  <a:moveTo>
                    <a:pt x="207735" y="1055"/>
                  </a:moveTo>
                  <a:lnTo>
                    <a:pt x="216758" y="1055"/>
                  </a:lnTo>
                  <a:lnTo>
                    <a:pt x="216758" y="13828"/>
                  </a:lnTo>
                  <a:lnTo>
                    <a:pt x="268789" y="13828"/>
                  </a:lnTo>
                  <a:lnTo>
                    <a:pt x="268789" y="1055"/>
                  </a:lnTo>
                  <a:lnTo>
                    <a:pt x="277930" y="1055"/>
                  </a:lnTo>
                  <a:lnTo>
                    <a:pt x="277930" y="40313"/>
                  </a:lnTo>
                  <a:cubicBezTo>
                    <a:pt x="277930" y="41250"/>
                    <a:pt x="277748" y="41888"/>
                    <a:pt x="277396" y="42240"/>
                  </a:cubicBezTo>
                  <a:cubicBezTo>
                    <a:pt x="277045" y="42591"/>
                    <a:pt x="276407" y="42773"/>
                    <a:pt x="275469" y="42773"/>
                  </a:cubicBezTo>
                  <a:lnTo>
                    <a:pt x="210195" y="42773"/>
                  </a:lnTo>
                  <a:cubicBezTo>
                    <a:pt x="209258" y="42773"/>
                    <a:pt x="208607" y="42591"/>
                    <a:pt x="208255" y="42240"/>
                  </a:cubicBezTo>
                  <a:cubicBezTo>
                    <a:pt x="207904" y="41888"/>
                    <a:pt x="207735" y="41250"/>
                    <a:pt x="207735" y="40313"/>
                  </a:cubicBezTo>
                  <a:close/>
                  <a:moveTo>
                    <a:pt x="469493" y="0"/>
                  </a:moveTo>
                  <a:lnTo>
                    <a:pt x="478633" y="0"/>
                  </a:lnTo>
                  <a:lnTo>
                    <a:pt x="478633" y="103828"/>
                  </a:lnTo>
                  <a:lnTo>
                    <a:pt x="469493" y="103828"/>
                  </a:lnTo>
                  <a:close/>
                  <a:moveTo>
                    <a:pt x="358763" y="0"/>
                  </a:moveTo>
                  <a:lnTo>
                    <a:pt x="368021" y="0"/>
                  </a:lnTo>
                  <a:lnTo>
                    <a:pt x="368021" y="19688"/>
                  </a:lnTo>
                  <a:lnTo>
                    <a:pt x="382787" y="19688"/>
                  </a:lnTo>
                  <a:lnTo>
                    <a:pt x="382787" y="28125"/>
                  </a:lnTo>
                  <a:lnTo>
                    <a:pt x="368021" y="28125"/>
                  </a:lnTo>
                  <a:lnTo>
                    <a:pt x="368021" y="52969"/>
                  </a:lnTo>
                  <a:lnTo>
                    <a:pt x="382787" y="52969"/>
                  </a:lnTo>
                  <a:lnTo>
                    <a:pt x="382787" y="61406"/>
                  </a:lnTo>
                  <a:lnTo>
                    <a:pt x="368021" y="61406"/>
                  </a:lnTo>
                  <a:lnTo>
                    <a:pt x="368021" y="103945"/>
                  </a:lnTo>
                  <a:lnTo>
                    <a:pt x="358763" y="103945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A9152A7-13B3-4B29-9D41-E3144F3CDA9F}"/>
                </a:ext>
              </a:extLst>
            </p:cNvPr>
            <p:cNvSpPr txBox="1"/>
            <p:nvPr/>
          </p:nvSpPr>
          <p:spPr>
            <a:xfrm>
              <a:off x="3124891" y="1697961"/>
              <a:ext cx="7037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공공분야의</a:t>
              </a:r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7CD98872-0AD4-4DD7-A08B-1D76F62AD0CC}"/>
                </a:ext>
              </a:extLst>
            </p:cNvPr>
            <p:cNvSpPr/>
            <p:nvPr/>
          </p:nvSpPr>
          <p:spPr>
            <a:xfrm>
              <a:off x="3735706" y="1768043"/>
              <a:ext cx="286601" cy="105820"/>
            </a:xfrm>
            <a:custGeom>
              <a:avLst/>
              <a:gdLst>
                <a:gd name="connsiteX0" fmla="*/ 206914 w 286601"/>
                <a:gd name="connsiteY0" fmla="*/ 73008 h 105820"/>
                <a:gd name="connsiteX1" fmla="*/ 216406 w 286601"/>
                <a:gd name="connsiteY1" fmla="*/ 73008 h 105820"/>
                <a:gd name="connsiteX2" fmla="*/ 216406 w 286601"/>
                <a:gd name="connsiteY2" fmla="*/ 94102 h 105820"/>
                <a:gd name="connsiteX3" fmla="*/ 275469 w 286601"/>
                <a:gd name="connsiteY3" fmla="*/ 94102 h 105820"/>
                <a:gd name="connsiteX4" fmla="*/ 275469 w 286601"/>
                <a:gd name="connsiteY4" fmla="*/ 101953 h 105820"/>
                <a:gd name="connsiteX5" fmla="*/ 209375 w 286601"/>
                <a:gd name="connsiteY5" fmla="*/ 101953 h 105820"/>
                <a:gd name="connsiteX6" fmla="*/ 207448 w 286601"/>
                <a:gd name="connsiteY6" fmla="*/ 101419 h 105820"/>
                <a:gd name="connsiteX7" fmla="*/ 206914 w 286601"/>
                <a:gd name="connsiteY7" fmla="*/ 99492 h 105820"/>
                <a:gd name="connsiteX8" fmla="*/ 132865 w 286601"/>
                <a:gd name="connsiteY8" fmla="*/ 71367 h 105820"/>
                <a:gd name="connsiteX9" fmla="*/ 122852 w 286601"/>
                <a:gd name="connsiteY9" fmla="*/ 72305 h 105820"/>
                <a:gd name="connsiteX10" fmla="*/ 114701 w 286601"/>
                <a:gd name="connsiteY10" fmla="*/ 75000 h 105820"/>
                <a:gd name="connsiteX11" fmla="*/ 109375 w 286601"/>
                <a:gd name="connsiteY11" fmla="*/ 79154 h 105820"/>
                <a:gd name="connsiteX12" fmla="*/ 107435 w 286601"/>
                <a:gd name="connsiteY12" fmla="*/ 84844 h 105820"/>
                <a:gd name="connsiteX13" fmla="*/ 109375 w 286601"/>
                <a:gd name="connsiteY13" fmla="*/ 90586 h 105820"/>
                <a:gd name="connsiteX14" fmla="*/ 114818 w 286601"/>
                <a:gd name="connsiteY14" fmla="*/ 94922 h 105820"/>
                <a:gd name="connsiteX15" fmla="*/ 122852 w 286601"/>
                <a:gd name="connsiteY15" fmla="*/ 97617 h 105820"/>
                <a:gd name="connsiteX16" fmla="*/ 132865 w 286601"/>
                <a:gd name="connsiteY16" fmla="*/ 98555 h 105820"/>
                <a:gd name="connsiteX17" fmla="*/ 143060 w 286601"/>
                <a:gd name="connsiteY17" fmla="*/ 97617 h 105820"/>
                <a:gd name="connsiteX18" fmla="*/ 151263 w 286601"/>
                <a:gd name="connsiteY18" fmla="*/ 94922 h 105820"/>
                <a:gd name="connsiteX19" fmla="*/ 156654 w 286601"/>
                <a:gd name="connsiteY19" fmla="*/ 90638 h 105820"/>
                <a:gd name="connsiteX20" fmla="*/ 158646 w 286601"/>
                <a:gd name="connsiteY20" fmla="*/ 84961 h 105820"/>
                <a:gd name="connsiteX21" fmla="*/ 151328 w 286601"/>
                <a:gd name="connsiteY21" fmla="*/ 75000 h 105820"/>
                <a:gd name="connsiteX22" fmla="*/ 132865 w 286601"/>
                <a:gd name="connsiteY22" fmla="*/ 71367 h 105820"/>
                <a:gd name="connsiteX23" fmla="*/ 132865 w 286601"/>
                <a:gd name="connsiteY23" fmla="*/ 63750 h 105820"/>
                <a:gd name="connsiteX24" fmla="*/ 158711 w 286601"/>
                <a:gd name="connsiteY24" fmla="*/ 69544 h 105820"/>
                <a:gd name="connsiteX25" fmla="*/ 168372 w 286601"/>
                <a:gd name="connsiteY25" fmla="*/ 84844 h 105820"/>
                <a:gd name="connsiteX26" fmla="*/ 158711 w 286601"/>
                <a:gd name="connsiteY26" fmla="*/ 100195 h 105820"/>
                <a:gd name="connsiteX27" fmla="*/ 132865 w 286601"/>
                <a:gd name="connsiteY27" fmla="*/ 105820 h 105820"/>
                <a:gd name="connsiteX28" fmla="*/ 118281 w 286601"/>
                <a:gd name="connsiteY28" fmla="*/ 104349 h 105820"/>
                <a:gd name="connsiteX29" fmla="*/ 107201 w 286601"/>
                <a:gd name="connsiteY29" fmla="*/ 100195 h 105820"/>
                <a:gd name="connsiteX30" fmla="*/ 100052 w 286601"/>
                <a:gd name="connsiteY30" fmla="*/ 93568 h 105820"/>
                <a:gd name="connsiteX31" fmla="*/ 97591 w 286601"/>
                <a:gd name="connsiteY31" fmla="*/ 84844 h 105820"/>
                <a:gd name="connsiteX32" fmla="*/ 100117 w 286601"/>
                <a:gd name="connsiteY32" fmla="*/ 76224 h 105820"/>
                <a:gd name="connsiteX33" fmla="*/ 107318 w 286601"/>
                <a:gd name="connsiteY33" fmla="*/ 69609 h 105820"/>
                <a:gd name="connsiteX34" fmla="*/ 118451 w 286601"/>
                <a:gd name="connsiteY34" fmla="*/ 65273 h 105820"/>
                <a:gd name="connsiteX35" fmla="*/ 132865 w 286601"/>
                <a:gd name="connsiteY35" fmla="*/ 63750 h 105820"/>
                <a:gd name="connsiteX36" fmla="*/ 221563 w 286601"/>
                <a:gd name="connsiteY36" fmla="*/ 34805 h 105820"/>
                <a:gd name="connsiteX37" fmla="*/ 209675 w 286601"/>
                <a:gd name="connsiteY37" fmla="*/ 37969 h 105820"/>
                <a:gd name="connsiteX38" fmla="*/ 205274 w 286601"/>
                <a:gd name="connsiteY38" fmla="*/ 46758 h 105820"/>
                <a:gd name="connsiteX39" fmla="*/ 209675 w 286601"/>
                <a:gd name="connsiteY39" fmla="*/ 55599 h 105820"/>
                <a:gd name="connsiteX40" fmla="*/ 221563 w 286601"/>
                <a:gd name="connsiteY40" fmla="*/ 58711 h 105820"/>
                <a:gd name="connsiteX41" fmla="*/ 233112 w 286601"/>
                <a:gd name="connsiteY41" fmla="*/ 55599 h 105820"/>
                <a:gd name="connsiteX42" fmla="*/ 237500 w 286601"/>
                <a:gd name="connsiteY42" fmla="*/ 46758 h 105820"/>
                <a:gd name="connsiteX43" fmla="*/ 233112 w 286601"/>
                <a:gd name="connsiteY43" fmla="*/ 37969 h 105820"/>
                <a:gd name="connsiteX44" fmla="*/ 221563 w 286601"/>
                <a:gd name="connsiteY44" fmla="*/ 34805 h 105820"/>
                <a:gd name="connsiteX45" fmla="*/ 221446 w 286601"/>
                <a:gd name="connsiteY45" fmla="*/ 27773 h 105820"/>
                <a:gd name="connsiteX46" fmla="*/ 239909 w 286601"/>
                <a:gd name="connsiteY46" fmla="*/ 32982 h 105820"/>
                <a:gd name="connsiteX47" fmla="*/ 247109 w 286601"/>
                <a:gd name="connsiteY47" fmla="*/ 46758 h 105820"/>
                <a:gd name="connsiteX48" fmla="*/ 239961 w 286601"/>
                <a:gd name="connsiteY48" fmla="*/ 60586 h 105820"/>
                <a:gd name="connsiteX49" fmla="*/ 221446 w 286601"/>
                <a:gd name="connsiteY49" fmla="*/ 65742 h 105820"/>
                <a:gd name="connsiteX50" fmla="*/ 202813 w 286601"/>
                <a:gd name="connsiteY50" fmla="*/ 60586 h 105820"/>
                <a:gd name="connsiteX51" fmla="*/ 195781 w 286601"/>
                <a:gd name="connsiteY51" fmla="*/ 46758 h 105820"/>
                <a:gd name="connsiteX52" fmla="*/ 202813 w 286601"/>
                <a:gd name="connsiteY52" fmla="*/ 32982 h 105820"/>
                <a:gd name="connsiteX53" fmla="*/ 221446 w 286601"/>
                <a:gd name="connsiteY53" fmla="*/ 27773 h 105820"/>
                <a:gd name="connsiteX54" fmla="*/ 191797 w 286601"/>
                <a:gd name="connsiteY54" fmla="*/ 15000 h 105820"/>
                <a:gd name="connsiteX55" fmla="*/ 251328 w 286601"/>
                <a:gd name="connsiteY55" fmla="*/ 15000 h 105820"/>
                <a:gd name="connsiteX56" fmla="*/ 251328 w 286601"/>
                <a:gd name="connsiteY56" fmla="*/ 22383 h 105820"/>
                <a:gd name="connsiteX57" fmla="*/ 191797 w 286601"/>
                <a:gd name="connsiteY57" fmla="*/ 22383 h 105820"/>
                <a:gd name="connsiteX58" fmla="*/ 112943 w 286601"/>
                <a:gd name="connsiteY58" fmla="*/ 9492 h 105820"/>
                <a:gd name="connsiteX59" fmla="*/ 99935 w 286601"/>
                <a:gd name="connsiteY59" fmla="*/ 14766 h 105820"/>
                <a:gd name="connsiteX60" fmla="*/ 95365 w 286601"/>
                <a:gd name="connsiteY60" fmla="*/ 27422 h 105820"/>
                <a:gd name="connsiteX61" fmla="*/ 99935 w 286601"/>
                <a:gd name="connsiteY61" fmla="*/ 40130 h 105820"/>
                <a:gd name="connsiteX62" fmla="*/ 112943 w 286601"/>
                <a:gd name="connsiteY62" fmla="*/ 45352 h 105820"/>
                <a:gd name="connsiteX63" fmla="*/ 125716 w 286601"/>
                <a:gd name="connsiteY63" fmla="*/ 40130 h 105820"/>
                <a:gd name="connsiteX64" fmla="*/ 130287 w 286601"/>
                <a:gd name="connsiteY64" fmla="*/ 27422 h 105820"/>
                <a:gd name="connsiteX65" fmla="*/ 125716 w 286601"/>
                <a:gd name="connsiteY65" fmla="*/ 14766 h 105820"/>
                <a:gd name="connsiteX66" fmla="*/ 112943 w 286601"/>
                <a:gd name="connsiteY66" fmla="*/ 9492 h 105820"/>
                <a:gd name="connsiteX67" fmla="*/ 2461 w 286601"/>
                <a:gd name="connsiteY67" fmla="*/ 6328 h 105820"/>
                <a:gd name="connsiteX68" fmla="*/ 46758 w 286601"/>
                <a:gd name="connsiteY68" fmla="*/ 6328 h 105820"/>
                <a:gd name="connsiteX69" fmla="*/ 46758 w 286601"/>
                <a:gd name="connsiteY69" fmla="*/ 14180 h 105820"/>
                <a:gd name="connsiteX70" fmla="*/ 9258 w 286601"/>
                <a:gd name="connsiteY70" fmla="*/ 14180 h 105820"/>
                <a:gd name="connsiteX71" fmla="*/ 9258 w 286601"/>
                <a:gd name="connsiteY71" fmla="*/ 69258 h 105820"/>
                <a:gd name="connsiteX72" fmla="*/ 28125 w 286601"/>
                <a:gd name="connsiteY72" fmla="*/ 68906 h 105820"/>
                <a:gd name="connsiteX73" fmla="*/ 35690 w 286601"/>
                <a:gd name="connsiteY73" fmla="*/ 68490 h 105820"/>
                <a:gd name="connsiteX74" fmla="*/ 43945 w 286601"/>
                <a:gd name="connsiteY74" fmla="*/ 67617 h 105820"/>
                <a:gd name="connsiteX75" fmla="*/ 52266 w 286601"/>
                <a:gd name="connsiteY75" fmla="*/ 66445 h 105820"/>
                <a:gd name="connsiteX76" fmla="*/ 59883 w 286601"/>
                <a:gd name="connsiteY76" fmla="*/ 65156 h 105820"/>
                <a:gd name="connsiteX77" fmla="*/ 59883 w 286601"/>
                <a:gd name="connsiteY77" fmla="*/ 73008 h 105820"/>
                <a:gd name="connsiteX78" fmla="*/ 51159 w 286601"/>
                <a:gd name="connsiteY78" fmla="*/ 74701 h 105820"/>
                <a:gd name="connsiteX79" fmla="*/ 40899 w 286601"/>
                <a:gd name="connsiteY79" fmla="*/ 76055 h 105820"/>
                <a:gd name="connsiteX80" fmla="*/ 30234 w 286601"/>
                <a:gd name="connsiteY80" fmla="*/ 76875 h 105820"/>
                <a:gd name="connsiteX81" fmla="*/ 20156 w 286601"/>
                <a:gd name="connsiteY81" fmla="*/ 77227 h 105820"/>
                <a:gd name="connsiteX82" fmla="*/ 2461 w 286601"/>
                <a:gd name="connsiteY82" fmla="*/ 77344 h 105820"/>
                <a:gd name="connsiteX83" fmla="*/ 534 w 286601"/>
                <a:gd name="connsiteY83" fmla="*/ 76810 h 105820"/>
                <a:gd name="connsiteX84" fmla="*/ 0 w 286601"/>
                <a:gd name="connsiteY84" fmla="*/ 74883 h 105820"/>
                <a:gd name="connsiteX85" fmla="*/ 0 w 286601"/>
                <a:gd name="connsiteY85" fmla="*/ 8789 h 105820"/>
                <a:gd name="connsiteX86" fmla="*/ 534 w 286601"/>
                <a:gd name="connsiteY86" fmla="*/ 6849 h 105820"/>
                <a:gd name="connsiteX87" fmla="*/ 2461 w 286601"/>
                <a:gd name="connsiteY87" fmla="*/ 6328 h 105820"/>
                <a:gd name="connsiteX88" fmla="*/ 262930 w 286601"/>
                <a:gd name="connsiteY88" fmla="*/ 234 h 105820"/>
                <a:gd name="connsiteX89" fmla="*/ 272071 w 286601"/>
                <a:gd name="connsiteY89" fmla="*/ 234 h 105820"/>
                <a:gd name="connsiteX90" fmla="*/ 272071 w 286601"/>
                <a:gd name="connsiteY90" fmla="*/ 31875 h 105820"/>
                <a:gd name="connsiteX91" fmla="*/ 286602 w 286601"/>
                <a:gd name="connsiteY91" fmla="*/ 31875 h 105820"/>
                <a:gd name="connsiteX92" fmla="*/ 286602 w 286601"/>
                <a:gd name="connsiteY92" fmla="*/ 40078 h 105820"/>
                <a:gd name="connsiteX93" fmla="*/ 272071 w 286601"/>
                <a:gd name="connsiteY93" fmla="*/ 40078 h 105820"/>
                <a:gd name="connsiteX94" fmla="*/ 272071 w 286601"/>
                <a:gd name="connsiteY94" fmla="*/ 76758 h 105820"/>
                <a:gd name="connsiteX95" fmla="*/ 262930 w 286601"/>
                <a:gd name="connsiteY95" fmla="*/ 76758 h 105820"/>
                <a:gd name="connsiteX96" fmla="*/ 156771 w 286601"/>
                <a:gd name="connsiteY96" fmla="*/ 234 h 105820"/>
                <a:gd name="connsiteX97" fmla="*/ 165912 w 286601"/>
                <a:gd name="connsiteY97" fmla="*/ 234 h 105820"/>
                <a:gd name="connsiteX98" fmla="*/ 165912 w 286601"/>
                <a:gd name="connsiteY98" fmla="*/ 11602 h 105820"/>
                <a:gd name="connsiteX99" fmla="*/ 180208 w 286601"/>
                <a:gd name="connsiteY99" fmla="*/ 11602 h 105820"/>
                <a:gd name="connsiteX100" fmla="*/ 180208 w 286601"/>
                <a:gd name="connsiteY100" fmla="*/ 19453 h 105820"/>
                <a:gd name="connsiteX101" fmla="*/ 165912 w 286601"/>
                <a:gd name="connsiteY101" fmla="*/ 19453 h 105820"/>
                <a:gd name="connsiteX102" fmla="*/ 165912 w 286601"/>
                <a:gd name="connsiteY102" fmla="*/ 35391 h 105820"/>
                <a:gd name="connsiteX103" fmla="*/ 180208 w 286601"/>
                <a:gd name="connsiteY103" fmla="*/ 35391 h 105820"/>
                <a:gd name="connsiteX104" fmla="*/ 180208 w 286601"/>
                <a:gd name="connsiteY104" fmla="*/ 43359 h 105820"/>
                <a:gd name="connsiteX105" fmla="*/ 165912 w 286601"/>
                <a:gd name="connsiteY105" fmla="*/ 43359 h 105820"/>
                <a:gd name="connsiteX106" fmla="*/ 165912 w 286601"/>
                <a:gd name="connsiteY106" fmla="*/ 62813 h 105820"/>
                <a:gd name="connsiteX107" fmla="*/ 156771 w 286601"/>
                <a:gd name="connsiteY107" fmla="*/ 62813 h 105820"/>
                <a:gd name="connsiteX108" fmla="*/ 65039 w 286601"/>
                <a:gd name="connsiteY108" fmla="*/ 234 h 105820"/>
                <a:gd name="connsiteX109" fmla="*/ 74297 w 286601"/>
                <a:gd name="connsiteY109" fmla="*/ 234 h 105820"/>
                <a:gd name="connsiteX110" fmla="*/ 74297 w 286601"/>
                <a:gd name="connsiteY110" fmla="*/ 36328 h 105820"/>
                <a:gd name="connsiteX111" fmla="*/ 87552 w 286601"/>
                <a:gd name="connsiteY111" fmla="*/ 36328 h 105820"/>
                <a:gd name="connsiteX112" fmla="*/ 85872 w 286601"/>
                <a:gd name="connsiteY112" fmla="*/ 27539 h 105820"/>
                <a:gd name="connsiteX113" fmla="*/ 87813 w 286601"/>
                <a:gd name="connsiteY113" fmla="*/ 17396 h 105820"/>
                <a:gd name="connsiteX114" fmla="*/ 93373 w 286601"/>
                <a:gd name="connsiteY114" fmla="*/ 9023 h 105820"/>
                <a:gd name="connsiteX115" fmla="*/ 101992 w 286601"/>
                <a:gd name="connsiteY115" fmla="*/ 3451 h 105820"/>
                <a:gd name="connsiteX116" fmla="*/ 112943 w 286601"/>
                <a:gd name="connsiteY116" fmla="*/ 1406 h 105820"/>
                <a:gd name="connsiteX117" fmla="*/ 123607 w 286601"/>
                <a:gd name="connsiteY117" fmla="*/ 3451 h 105820"/>
                <a:gd name="connsiteX118" fmla="*/ 132161 w 286601"/>
                <a:gd name="connsiteY118" fmla="*/ 9023 h 105820"/>
                <a:gd name="connsiteX119" fmla="*/ 137734 w 286601"/>
                <a:gd name="connsiteY119" fmla="*/ 17396 h 105820"/>
                <a:gd name="connsiteX120" fmla="*/ 139779 w 286601"/>
                <a:gd name="connsiteY120" fmla="*/ 27539 h 105820"/>
                <a:gd name="connsiteX121" fmla="*/ 137734 w 286601"/>
                <a:gd name="connsiteY121" fmla="*/ 37669 h 105820"/>
                <a:gd name="connsiteX122" fmla="*/ 132161 w 286601"/>
                <a:gd name="connsiteY122" fmla="*/ 45938 h 105820"/>
                <a:gd name="connsiteX123" fmla="*/ 123607 w 286601"/>
                <a:gd name="connsiteY123" fmla="*/ 51445 h 105820"/>
                <a:gd name="connsiteX124" fmla="*/ 112943 w 286601"/>
                <a:gd name="connsiteY124" fmla="*/ 53438 h 105820"/>
                <a:gd name="connsiteX125" fmla="*/ 101992 w 286601"/>
                <a:gd name="connsiteY125" fmla="*/ 51445 h 105820"/>
                <a:gd name="connsiteX126" fmla="*/ 93373 w 286601"/>
                <a:gd name="connsiteY126" fmla="*/ 45938 h 105820"/>
                <a:gd name="connsiteX127" fmla="*/ 89531 w 286601"/>
                <a:gd name="connsiteY127" fmla="*/ 40234 h 105820"/>
                <a:gd name="connsiteX128" fmla="*/ 89531 w 286601"/>
                <a:gd name="connsiteY128" fmla="*/ 44648 h 105820"/>
                <a:gd name="connsiteX129" fmla="*/ 74297 w 286601"/>
                <a:gd name="connsiteY129" fmla="*/ 44648 h 105820"/>
                <a:gd name="connsiteX130" fmla="*/ 74297 w 286601"/>
                <a:gd name="connsiteY130" fmla="*/ 104180 h 105820"/>
                <a:gd name="connsiteX131" fmla="*/ 65039 w 286601"/>
                <a:gd name="connsiteY131" fmla="*/ 104180 h 105820"/>
                <a:gd name="connsiteX132" fmla="*/ 205977 w 286601"/>
                <a:gd name="connsiteY132" fmla="*/ 0 h 105820"/>
                <a:gd name="connsiteX133" fmla="*/ 236680 w 286601"/>
                <a:gd name="connsiteY133" fmla="*/ 0 h 105820"/>
                <a:gd name="connsiteX134" fmla="*/ 236680 w 286601"/>
                <a:gd name="connsiteY134" fmla="*/ 7500 h 105820"/>
                <a:gd name="connsiteX135" fmla="*/ 205977 w 286601"/>
                <a:gd name="connsiteY135" fmla="*/ 7500 h 10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286601" h="105820">
                  <a:moveTo>
                    <a:pt x="206914" y="73008"/>
                  </a:moveTo>
                  <a:lnTo>
                    <a:pt x="216406" y="73008"/>
                  </a:lnTo>
                  <a:lnTo>
                    <a:pt x="216406" y="94102"/>
                  </a:lnTo>
                  <a:lnTo>
                    <a:pt x="275469" y="94102"/>
                  </a:lnTo>
                  <a:lnTo>
                    <a:pt x="275469" y="101953"/>
                  </a:lnTo>
                  <a:lnTo>
                    <a:pt x="209375" y="101953"/>
                  </a:lnTo>
                  <a:cubicBezTo>
                    <a:pt x="208438" y="101953"/>
                    <a:pt x="207800" y="101771"/>
                    <a:pt x="207448" y="101419"/>
                  </a:cubicBezTo>
                  <a:cubicBezTo>
                    <a:pt x="207096" y="101068"/>
                    <a:pt x="206914" y="100430"/>
                    <a:pt x="206914" y="99492"/>
                  </a:cubicBezTo>
                  <a:close/>
                  <a:moveTo>
                    <a:pt x="132865" y="71367"/>
                  </a:moveTo>
                  <a:cubicBezTo>
                    <a:pt x="129271" y="71367"/>
                    <a:pt x="125938" y="71680"/>
                    <a:pt x="122852" y="72305"/>
                  </a:cubicBezTo>
                  <a:cubicBezTo>
                    <a:pt x="119766" y="72930"/>
                    <a:pt x="117044" y="73828"/>
                    <a:pt x="114701" y="75000"/>
                  </a:cubicBezTo>
                  <a:cubicBezTo>
                    <a:pt x="112435" y="76094"/>
                    <a:pt x="110664" y="77474"/>
                    <a:pt x="109375" y="79154"/>
                  </a:cubicBezTo>
                  <a:cubicBezTo>
                    <a:pt x="108086" y="80833"/>
                    <a:pt x="107435" y="82734"/>
                    <a:pt x="107435" y="84844"/>
                  </a:cubicBezTo>
                  <a:cubicBezTo>
                    <a:pt x="107435" y="86953"/>
                    <a:pt x="108086" y="88867"/>
                    <a:pt x="109375" y="90586"/>
                  </a:cubicBezTo>
                  <a:cubicBezTo>
                    <a:pt x="110664" y="92305"/>
                    <a:pt x="112474" y="93750"/>
                    <a:pt x="114818" y="94922"/>
                  </a:cubicBezTo>
                  <a:cubicBezTo>
                    <a:pt x="117083" y="96094"/>
                    <a:pt x="119766" y="96992"/>
                    <a:pt x="122852" y="97617"/>
                  </a:cubicBezTo>
                  <a:cubicBezTo>
                    <a:pt x="125938" y="98242"/>
                    <a:pt x="129271" y="98555"/>
                    <a:pt x="132865" y="98555"/>
                  </a:cubicBezTo>
                  <a:cubicBezTo>
                    <a:pt x="136536" y="98555"/>
                    <a:pt x="139935" y="98242"/>
                    <a:pt x="143060" y="97617"/>
                  </a:cubicBezTo>
                  <a:cubicBezTo>
                    <a:pt x="146185" y="96992"/>
                    <a:pt x="148920" y="96094"/>
                    <a:pt x="151263" y="94922"/>
                  </a:cubicBezTo>
                  <a:cubicBezTo>
                    <a:pt x="153529" y="93750"/>
                    <a:pt x="155326" y="92318"/>
                    <a:pt x="156654" y="90638"/>
                  </a:cubicBezTo>
                  <a:cubicBezTo>
                    <a:pt x="157982" y="88958"/>
                    <a:pt x="158646" y="87070"/>
                    <a:pt x="158646" y="84961"/>
                  </a:cubicBezTo>
                  <a:cubicBezTo>
                    <a:pt x="158646" y="80742"/>
                    <a:pt x="156211" y="77422"/>
                    <a:pt x="151328" y="75000"/>
                  </a:cubicBezTo>
                  <a:cubicBezTo>
                    <a:pt x="146446" y="72578"/>
                    <a:pt x="140287" y="71367"/>
                    <a:pt x="132865" y="71367"/>
                  </a:cubicBezTo>
                  <a:close/>
                  <a:moveTo>
                    <a:pt x="132865" y="63750"/>
                  </a:moveTo>
                  <a:cubicBezTo>
                    <a:pt x="143646" y="63750"/>
                    <a:pt x="152266" y="65677"/>
                    <a:pt x="158711" y="69544"/>
                  </a:cubicBezTo>
                  <a:cubicBezTo>
                    <a:pt x="165156" y="73411"/>
                    <a:pt x="168372" y="78516"/>
                    <a:pt x="168372" y="84844"/>
                  </a:cubicBezTo>
                  <a:cubicBezTo>
                    <a:pt x="168372" y="91328"/>
                    <a:pt x="165156" y="96445"/>
                    <a:pt x="158711" y="100195"/>
                  </a:cubicBezTo>
                  <a:cubicBezTo>
                    <a:pt x="152266" y="103945"/>
                    <a:pt x="143646" y="105820"/>
                    <a:pt x="132865" y="105820"/>
                  </a:cubicBezTo>
                  <a:cubicBezTo>
                    <a:pt x="127474" y="105820"/>
                    <a:pt x="122617" y="105326"/>
                    <a:pt x="118281" y="104349"/>
                  </a:cubicBezTo>
                  <a:cubicBezTo>
                    <a:pt x="113945" y="103372"/>
                    <a:pt x="110248" y="101992"/>
                    <a:pt x="107201" y="100195"/>
                  </a:cubicBezTo>
                  <a:cubicBezTo>
                    <a:pt x="104076" y="98399"/>
                    <a:pt x="101693" y="96185"/>
                    <a:pt x="100052" y="93568"/>
                  </a:cubicBezTo>
                  <a:cubicBezTo>
                    <a:pt x="98411" y="90951"/>
                    <a:pt x="97591" y="88047"/>
                    <a:pt x="97591" y="84844"/>
                  </a:cubicBezTo>
                  <a:cubicBezTo>
                    <a:pt x="97591" y="81719"/>
                    <a:pt x="98438" y="78841"/>
                    <a:pt x="100117" y="76224"/>
                  </a:cubicBezTo>
                  <a:cubicBezTo>
                    <a:pt x="101797" y="73607"/>
                    <a:pt x="104193" y="71406"/>
                    <a:pt x="107318" y="69609"/>
                  </a:cubicBezTo>
                  <a:cubicBezTo>
                    <a:pt x="110443" y="67734"/>
                    <a:pt x="114154" y="66289"/>
                    <a:pt x="118451" y="65273"/>
                  </a:cubicBezTo>
                  <a:cubicBezTo>
                    <a:pt x="122747" y="64258"/>
                    <a:pt x="127552" y="63750"/>
                    <a:pt x="132865" y="63750"/>
                  </a:cubicBezTo>
                  <a:close/>
                  <a:moveTo>
                    <a:pt x="221563" y="34805"/>
                  </a:moveTo>
                  <a:cubicBezTo>
                    <a:pt x="216563" y="34805"/>
                    <a:pt x="212604" y="35859"/>
                    <a:pt x="209675" y="37969"/>
                  </a:cubicBezTo>
                  <a:cubicBezTo>
                    <a:pt x="206745" y="40078"/>
                    <a:pt x="205274" y="43008"/>
                    <a:pt x="205274" y="46758"/>
                  </a:cubicBezTo>
                  <a:cubicBezTo>
                    <a:pt x="205274" y="50586"/>
                    <a:pt x="206745" y="53529"/>
                    <a:pt x="209675" y="55599"/>
                  </a:cubicBezTo>
                  <a:cubicBezTo>
                    <a:pt x="212604" y="57669"/>
                    <a:pt x="216563" y="58711"/>
                    <a:pt x="221563" y="58711"/>
                  </a:cubicBezTo>
                  <a:cubicBezTo>
                    <a:pt x="226328" y="58711"/>
                    <a:pt x="230183" y="57669"/>
                    <a:pt x="233112" y="55599"/>
                  </a:cubicBezTo>
                  <a:cubicBezTo>
                    <a:pt x="236042" y="53529"/>
                    <a:pt x="237500" y="50586"/>
                    <a:pt x="237500" y="46758"/>
                  </a:cubicBezTo>
                  <a:cubicBezTo>
                    <a:pt x="237500" y="43008"/>
                    <a:pt x="236042" y="40078"/>
                    <a:pt x="233112" y="37969"/>
                  </a:cubicBezTo>
                  <a:cubicBezTo>
                    <a:pt x="230183" y="35859"/>
                    <a:pt x="226328" y="34805"/>
                    <a:pt x="221563" y="34805"/>
                  </a:cubicBezTo>
                  <a:close/>
                  <a:moveTo>
                    <a:pt x="221446" y="27773"/>
                  </a:moveTo>
                  <a:cubicBezTo>
                    <a:pt x="228946" y="27773"/>
                    <a:pt x="235104" y="29505"/>
                    <a:pt x="239909" y="32982"/>
                  </a:cubicBezTo>
                  <a:cubicBezTo>
                    <a:pt x="244714" y="36458"/>
                    <a:pt x="247109" y="41055"/>
                    <a:pt x="247109" y="46758"/>
                  </a:cubicBezTo>
                  <a:cubicBezTo>
                    <a:pt x="247109" y="52539"/>
                    <a:pt x="244727" y="57149"/>
                    <a:pt x="239961" y="60586"/>
                  </a:cubicBezTo>
                  <a:cubicBezTo>
                    <a:pt x="235196" y="64024"/>
                    <a:pt x="229024" y="65742"/>
                    <a:pt x="221446" y="65742"/>
                  </a:cubicBezTo>
                  <a:cubicBezTo>
                    <a:pt x="213711" y="65742"/>
                    <a:pt x="207500" y="64024"/>
                    <a:pt x="202813" y="60586"/>
                  </a:cubicBezTo>
                  <a:cubicBezTo>
                    <a:pt x="198125" y="57149"/>
                    <a:pt x="195781" y="52539"/>
                    <a:pt x="195781" y="46758"/>
                  </a:cubicBezTo>
                  <a:cubicBezTo>
                    <a:pt x="195781" y="41055"/>
                    <a:pt x="198125" y="36458"/>
                    <a:pt x="202813" y="32982"/>
                  </a:cubicBezTo>
                  <a:cubicBezTo>
                    <a:pt x="207500" y="29505"/>
                    <a:pt x="213711" y="27773"/>
                    <a:pt x="221446" y="27773"/>
                  </a:cubicBezTo>
                  <a:close/>
                  <a:moveTo>
                    <a:pt x="191797" y="15000"/>
                  </a:moveTo>
                  <a:lnTo>
                    <a:pt x="251328" y="15000"/>
                  </a:lnTo>
                  <a:lnTo>
                    <a:pt x="251328" y="22383"/>
                  </a:lnTo>
                  <a:lnTo>
                    <a:pt x="191797" y="22383"/>
                  </a:lnTo>
                  <a:close/>
                  <a:moveTo>
                    <a:pt x="112943" y="9492"/>
                  </a:moveTo>
                  <a:cubicBezTo>
                    <a:pt x="107318" y="9492"/>
                    <a:pt x="102982" y="11250"/>
                    <a:pt x="99935" y="14766"/>
                  </a:cubicBezTo>
                  <a:cubicBezTo>
                    <a:pt x="96888" y="18281"/>
                    <a:pt x="95365" y="22500"/>
                    <a:pt x="95365" y="27422"/>
                  </a:cubicBezTo>
                  <a:cubicBezTo>
                    <a:pt x="95365" y="32422"/>
                    <a:pt x="96888" y="36654"/>
                    <a:pt x="99935" y="40130"/>
                  </a:cubicBezTo>
                  <a:cubicBezTo>
                    <a:pt x="102982" y="43607"/>
                    <a:pt x="107318" y="45352"/>
                    <a:pt x="112943" y="45352"/>
                  </a:cubicBezTo>
                  <a:cubicBezTo>
                    <a:pt x="118412" y="45352"/>
                    <a:pt x="122669" y="43607"/>
                    <a:pt x="125716" y="40130"/>
                  </a:cubicBezTo>
                  <a:cubicBezTo>
                    <a:pt x="128763" y="36654"/>
                    <a:pt x="130287" y="32422"/>
                    <a:pt x="130287" y="27422"/>
                  </a:cubicBezTo>
                  <a:cubicBezTo>
                    <a:pt x="130287" y="22500"/>
                    <a:pt x="128763" y="18281"/>
                    <a:pt x="125716" y="14766"/>
                  </a:cubicBezTo>
                  <a:cubicBezTo>
                    <a:pt x="122669" y="11250"/>
                    <a:pt x="118412" y="9492"/>
                    <a:pt x="112943" y="9492"/>
                  </a:cubicBezTo>
                  <a:close/>
                  <a:moveTo>
                    <a:pt x="2461" y="6328"/>
                  </a:moveTo>
                  <a:lnTo>
                    <a:pt x="46758" y="6328"/>
                  </a:lnTo>
                  <a:lnTo>
                    <a:pt x="46758" y="14180"/>
                  </a:lnTo>
                  <a:lnTo>
                    <a:pt x="9258" y="14180"/>
                  </a:lnTo>
                  <a:lnTo>
                    <a:pt x="9258" y="69258"/>
                  </a:lnTo>
                  <a:lnTo>
                    <a:pt x="28125" y="68906"/>
                  </a:lnTo>
                  <a:cubicBezTo>
                    <a:pt x="30469" y="68906"/>
                    <a:pt x="32995" y="68763"/>
                    <a:pt x="35690" y="68490"/>
                  </a:cubicBezTo>
                  <a:cubicBezTo>
                    <a:pt x="38385" y="68216"/>
                    <a:pt x="41133" y="67930"/>
                    <a:pt x="43945" y="67617"/>
                  </a:cubicBezTo>
                  <a:cubicBezTo>
                    <a:pt x="46758" y="67227"/>
                    <a:pt x="49531" y="66836"/>
                    <a:pt x="52266" y="66445"/>
                  </a:cubicBezTo>
                  <a:cubicBezTo>
                    <a:pt x="55000" y="66055"/>
                    <a:pt x="57539" y="65625"/>
                    <a:pt x="59883" y="65156"/>
                  </a:cubicBezTo>
                  <a:lnTo>
                    <a:pt x="59883" y="73008"/>
                  </a:lnTo>
                  <a:cubicBezTo>
                    <a:pt x="57305" y="73633"/>
                    <a:pt x="54401" y="74193"/>
                    <a:pt x="51159" y="74701"/>
                  </a:cubicBezTo>
                  <a:cubicBezTo>
                    <a:pt x="47917" y="75208"/>
                    <a:pt x="44492" y="75664"/>
                    <a:pt x="40899" y="76055"/>
                  </a:cubicBezTo>
                  <a:cubicBezTo>
                    <a:pt x="37383" y="76367"/>
                    <a:pt x="33828" y="76641"/>
                    <a:pt x="30234" y="76875"/>
                  </a:cubicBezTo>
                  <a:cubicBezTo>
                    <a:pt x="26641" y="77109"/>
                    <a:pt x="23281" y="77227"/>
                    <a:pt x="20156" y="77227"/>
                  </a:cubicBezTo>
                  <a:lnTo>
                    <a:pt x="2461" y="77344"/>
                  </a:lnTo>
                  <a:cubicBezTo>
                    <a:pt x="1523" y="77344"/>
                    <a:pt x="886" y="77162"/>
                    <a:pt x="534" y="76810"/>
                  </a:cubicBezTo>
                  <a:cubicBezTo>
                    <a:pt x="182" y="76458"/>
                    <a:pt x="0" y="75820"/>
                    <a:pt x="0" y="74883"/>
                  </a:cubicBezTo>
                  <a:lnTo>
                    <a:pt x="0" y="8789"/>
                  </a:lnTo>
                  <a:cubicBezTo>
                    <a:pt x="0" y="7852"/>
                    <a:pt x="182" y="7201"/>
                    <a:pt x="534" y="6849"/>
                  </a:cubicBezTo>
                  <a:cubicBezTo>
                    <a:pt x="886" y="6497"/>
                    <a:pt x="1523" y="6328"/>
                    <a:pt x="2461" y="6328"/>
                  </a:cubicBezTo>
                  <a:close/>
                  <a:moveTo>
                    <a:pt x="262930" y="234"/>
                  </a:moveTo>
                  <a:lnTo>
                    <a:pt x="272071" y="234"/>
                  </a:lnTo>
                  <a:lnTo>
                    <a:pt x="272071" y="31875"/>
                  </a:lnTo>
                  <a:lnTo>
                    <a:pt x="286602" y="31875"/>
                  </a:lnTo>
                  <a:lnTo>
                    <a:pt x="286602" y="40078"/>
                  </a:lnTo>
                  <a:lnTo>
                    <a:pt x="272071" y="40078"/>
                  </a:lnTo>
                  <a:lnTo>
                    <a:pt x="272071" y="76758"/>
                  </a:lnTo>
                  <a:lnTo>
                    <a:pt x="262930" y="76758"/>
                  </a:lnTo>
                  <a:close/>
                  <a:moveTo>
                    <a:pt x="156771" y="234"/>
                  </a:moveTo>
                  <a:lnTo>
                    <a:pt x="165912" y="234"/>
                  </a:lnTo>
                  <a:lnTo>
                    <a:pt x="165912" y="11602"/>
                  </a:lnTo>
                  <a:lnTo>
                    <a:pt x="180208" y="11602"/>
                  </a:lnTo>
                  <a:lnTo>
                    <a:pt x="180208" y="19453"/>
                  </a:lnTo>
                  <a:lnTo>
                    <a:pt x="165912" y="19453"/>
                  </a:lnTo>
                  <a:lnTo>
                    <a:pt x="165912" y="35391"/>
                  </a:lnTo>
                  <a:lnTo>
                    <a:pt x="180208" y="35391"/>
                  </a:lnTo>
                  <a:lnTo>
                    <a:pt x="180208" y="43359"/>
                  </a:lnTo>
                  <a:lnTo>
                    <a:pt x="165912" y="43359"/>
                  </a:lnTo>
                  <a:lnTo>
                    <a:pt x="165912" y="62813"/>
                  </a:lnTo>
                  <a:lnTo>
                    <a:pt x="156771" y="62813"/>
                  </a:lnTo>
                  <a:close/>
                  <a:moveTo>
                    <a:pt x="65039" y="234"/>
                  </a:moveTo>
                  <a:lnTo>
                    <a:pt x="74297" y="234"/>
                  </a:lnTo>
                  <a:lnTo>
                    <a:pt x="74297" y="36328"/>
                  </a:lnTo>
                  <a:lnTo>
                    <a:pt x="87552" y="36328"/>
                  </a:lnTo>
                  <a:lnTo>
                    <a:pt x="85872" y="27539"/>
                  </a:lnTo>
                  <a:cubicBezTo>
                    <a:pt x="85872" y="23945"/>
                    <a:pt x="86524" y="20560"/>
                    <a:pt x="87813" y="17396"/>
                  </a:cubicBezTo>
                  <a:cubicBezTo>
                    <a:pt x="89102" y="14232"/>
                    <a:pt x="90951" y="11445"/>
                    <a:pt x="93373" y="9023"/>
                  </a:cubicBezTo>
                  <a:cubicBezTo>
                    <a:pt x="95794" y="6680"/>
                    <a:pt x="98672" y="4818"/>
                    <a:pt x="101992" y="3451"/>
                  </a:cubicBezTo>
                  <a:cubicBezTo>
                    <a:pt x="105313" y="2083"/>
                    <a:pt x="108959" y="1406"/>
                    <a:pt x="112943" y="1406"/>
                  </a:cubicBezTo>
                  <a:cubicBezTo>
                    <a:pt x="116771" y="1406"/>
                    <a:pt x="120326" y="2083"/>
                    <a:pt x="123607" y="3451"/>
                  </a:cubicBezTo>
                  <a:cubicBezTo>
                    <a:pt x="126888" y="4818"/>
                    <a:pt x="129740" y="6680"/>
                    <a:pt x="132161" y="9023"/>
                  </a:cubicBezTo>
                  <a:cubicBezTo>
                    <a:pt x="134506" y="11445"/>
                    <a:pt x="136367" y="14232"/>
                    <a:pt x="137734" y="17396"/>
                  </a:cubicBezTo>
                  <a:cubicBezTo>
                    <a:pt x="139102" y="20560"/>
                    <a:pt x="139779" y="23945"/>
                    <a:pt x="139779" y="27539"/>
                  </a:cubicBezTo>
                  <a:cubicBezTo>
                    <a:pt x="139779" y="31133"/>
                    <a:pt x="139102" y="34505"/>
                    <a:pt x="137734" y="37669"/>
                  </a:cubicBezTo>
                  <a:cubicBezTo>
                    <a:pt x="136367" y="40833"/>
                    <a:pt x="134506" y="43594"/>
                    <a:pt x="132161" y="45938"/>
                  </a:cubicBezTo>
                  <a:cubicBezTo>
                    <a:pt x="129740" y="48281"/>
                    <a:pt x="126888" y="50117"/>
                    <a:pt x="123607" y="51445"/>
                  </a:cubicBezTo>
                  <a:cubicBezTo>
                    <a:pt x="120326" y="52773"/>
                    <a:pt x="116771" y="53438"/>
                    <a:pt x="112943" y="53438"/>
                  </a:cubicBezTo>
                  <a:cubicBezTo>
                    <a:pt x="108959" y="53438"/>
                    <a:pt x="105313" y="52773"/>
                    <a:pt x="101992" y="51445"/>
                  </a:cubicBezTo>
                  <a:cubicBezTo>
                    <a:pt x="98672" y="50117"/>
                    <a:pt x="95794" y="48281"/>
                    <a:pt x="93373" y="45938"/>
                  </a:cubicBezTo>
                  <a:lnTo>
                    <a:pt x="89531" y="40234"/>
                  </a:lnTo>
                  <a:lnTo>
                    <a:pt x="89531" y="44648"/>
                  </a:lnTo>
                  <a:lnTo>
                    <a:pt x="74297" y="44648"/>
                  </a:lnTo>
                  <a:lnTo>
                    <a:pt x="74297" y="104180"/>
                  </a:lnTo>
                  <a:lnTo>
                    <a:pt x="65039" y="104180"/>
                  </a:lnTo>
                  <a:close/>
                  <a:moveTo>
                    <a:pt x="205977" y="0"/>
                  </a:moveTo>
                  <a:lnTo>
                    <a:pt x="236680" y="0"/>
                  </a:lnTo>
                  <a:lnTo>
                    <a:pt x="236680" y="7500"/>
                  </a:lnTo>
                  <a:lnTo>
                    <a:pt x="205977" y="750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7E927B5-27FE-4859-80BF-B0EABF4BD1E4}"/>
                </a:ext>
              </a:extLst>
            </p:cNvPr>
            <p:cNvSpPr txBox="1"/>
            <p:nvPr/>
          </p:nvSpPr>
          <p:spPr>
            <a:xfrm>
              <a:off x="3644266" y="1697727"/>
              <a:ext cx="495380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다양한</a:t>
              </a:r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DBD54920-1FBB-43B6-A5AD-8C381BE6A8E6}"/>
                </a:ext>
              </a:extLst>
            </p:cNvPr>
            <p:cNvSpPr/>
            <p:nvPr/>
          </p:nvSpPr>
          <p:spPr>
            <a:xfrm>
              <a:off x="4047113" y="1767106"/>
              <a:ext cx="680273" cy="106757"/>
            </a:xfrm>
            <a:custGeom>
              <a:avLst/>
              <a:gdLst>
                <a:gd name="connsiteX0" fmla="*/ 285638 w 680273"/>
                <a:gd name="connsiteY0" fmla="*/ 82734 h 106757"/>
                <a:gd name="connsiteX1" fmla="*/ 381029 w 680273"/>
                <a:gd name="connsiteY1" fmla="*/ 82734 h 106757"/>
                <a:gd name="connsiteX2" fmla="*/ 381029 w 680273"/>
                <a:gd name="connsiteY2" fmla="*/ 90703 h 106757"/>
                <a:gd name="connsiteX3" fmla="*/ 285638 w 680273"/>
                <a:gd name="connsiteY3" fmla="*/ 90703 h 106757"/>
                <a:gd name="connsiteX4" fmla="*/ 418164 w 680273"/>
                <a:gd name="connsiteY4" fmla="*/ 74531 h 106757"/>
                <a:gd name="connsiteX5" fmla="*/ 418164 w 680273"/>
                <a:gd name="connsiteY5" fmla="*/ 96211 h 106757"/>
                <a:gd name="connsiteX6" fmla="*/ 469024 w 680273"/>
                <a:gd name="connsiteY6" fmla="*/ 96211 h 106757"/>
                <a:gd name="connsiteX7" fmla="*/ 469024 w 680273"/>
                <a:gd name="connsiteY7" fmla="*/ 74531 h 106757"/>
                <a:gd name="connsiteX8" fmla="*/ 53906 w 680273"/>
                <a:gd name="connsiteY8" fmla="*/ 72305 h 106757"/>
                <a:gd name="connsiteX9" fmla="*/ 43880 w 680273"/>
                <a:gd name="connsiteY9" fmla="*/ 73242 h 106757"/>
                <a:gd name="connsiteX10" fmla="*/ 35742 w 680273"/>
                <a:gd name="connsiteY10" fmla="*/ 75938 h 106757"/>
                <a:gd name="connsiteX11" fmla="*/ 30404 w 680273"/>
                <a:gd name="connsiteY11" fmla="*/ 80091 h 106757"/>
                <a:gd name="connsiteX12" fmla="*/ 28476 w 680273"/>
                <a:gd name="connsiteY12" fmla="*/ 85781 h 106757"/>
                <a:gd name="connsiteX13" fmla="*/ 30404 w 680273"/>
                <a:gd name="connsiteY13" fmla="*/ 91523 h 106757"/>
                <a:gd name="connsiteX14" fmla="*/ 35859 w 680273"/>
                <a:gd name="connsiteY14" fmla="*/ 95859 h 106757"/>
                <a:gd name="connsiteX15" fmla="*/ 43880 w 680273"/>
                <a:gd name="connsiteY15" fmla="*/ 98555 h 106757"/>
                <a:gd name="connsiteX16" fmla="*/ 53906 w 680273"/>
                <a:gd name="connsiteY16" fmla="*/ 99492 h 106757"/>
                <a:gd name="connsiteX17" fmla="*/ 64102 w 680273"/>
                <a:gd name="connsiteY17" fmla="*/ 98555 h 106757"/>
                <a:gd name="connsiteX18" fmla="*/ 72304 w 680273"/>
                <a:gd name="connsiteY18" fmla="*/ 95859 h 106757"/>
                <a:gd name="connsiteX19" fmla="*/ 77695 w 680273"/>
                <a:gd name="connsiteY19" fmla="*/ 91576 h 106757"/>
                <a:gd name="connsiteX20" fmla="*/ 79687 w 680273"/>
                <a:gd name="connsiteY20" fmla="*/ 85898 h 106757"/>
                <a:gd name="connsiteX21" fmla="*/ 72357 w 680273"/>
                <a:gd name="connsiteY21" fmla="*/ 75938 h 106757"/>
                <a:gd name="connsiteX22" fmla="*/ 53906 w 680273"/>
                <a:gd name="connsiteY22" fmla="*/ 72305 h 106757"/>
                <a:gd name="connsiteX23" fmla="*/ 411484 w 680273"/>
                <a:gd name="connsiteY23" fmla="*/ 66797 h 106757"/>
                <a:gd name="connsiteX24" fmla="*/ 475703 w 680273"/>
                <a:gd name="connsiteY24" fmla="*/ 66797 h 106757"/>
                <a:gd name="connsiteX25" fmla="*/ 477630 w 680273"/>
                <a:gd name="connsiteY25" fmla="*/ 67318 h 106757"/>
                <a:gd name="connsiteX26" fmla="*/ 478164 w 680273"/>
                <a:gd name="connsiteY26" fmla="*/ 69258 h 106757"/>
                <a:gd name="connsiteX27" fmla="*/ 478164 w 680273"/>
                <a:gd name="connsiteY27" fmla="*/ 101367 h 106757"/>
                <a:gd name="connsiteX28" fmla="*/ 477630 w 680273"/>
                <a:gd name="connsiteY28" fmla="*/ 103294 h 106757"/>
                <a:gd name="connsiteX29" fmla="*/ 475703 w 680273"/>
                <a:gd name="connsiteY29" fmla="*/ 103828 h 106757"/>
                <a:gd name="connsiteX30" fmla="*/ 411484 w 680273"/>
                <a:gd name="connsiteY30" fmla="*/ 103828 h 106757"/>
                <a:gd name="connsiteX31" fmla="*/ 409545 w 680273"/>
                <a:gd name="connsiteY31" fmla="*/ 103294 h 106757"/>
                <a:gd name="connsiteX32" fmla="*/ 409024 w 680273"/>
                <a:gd name="connsiteY32" fmla="*/ 101367 h 106757"/>
                <a:gd name="connsiteX33" fmla="*/ 409024 w 680273"/>
                <a:gd name="connsiteY33" fmla="*/ 69258 h 106757"/>
                <a:gd name="connsiteX34" fmla="*/ 409545 w 680273"/>
                <a:gd name="connsiteY34" fmla="*/ 67318 h 106757"/>
                <a:gd name="connsiteX35" fmla="*/ 411484 w 680273"/>
                <a:gd name="connsiteY35" fmla="*/ 66797 h 106757"/>
                <a:gd name="connsiteX36" fmla="*/ 53906 w 680273"/>
                <a:gd name="connsiteY36" fmla="*/ 64688 h 106757"/>
                <a:gd name="connsiteX37" fmla="*/ 79740 w 680273"/>
                <a:gd name="connsiteY37" fmla="*/ 70482 h 106757"/>
                <a:gd name="connsiteX38" fmla="*/ 89414 w 680273"/>
                <a:gd name="connsiteY38" fmla="*/ 85781 h 106757"/>
                <a:gd name="connsiteX39" fmla="*/ 79740 w 680273"/>
                <a:gd name="connsiteY39" fmla="*/ 101133 h 106757"/>
                <a:gd name="connsiteX40" fmla="*/ 53906 w 680273"/>
                <a:gd name="connsiteY40" fmla="*/ 106758 h 106757"/>
                <a:gd name="connsiteX41" fmla="*/ 39310 w 680273"/>
                <a:gd name="connsiteY41" fmla="*/ 105287 h 106757"/>
                <a:gd name="connsiteX42" fmla="*/ 28242 w 680273"/>
                <a:gd name="connsiteY42" fmla="*/ 101133 h 106757"/>
                <a:gd name="connsiteX43" fmla="*/ 21094 w 680273"/>
                <a:gd name="connsiteY43" fmla="*/ 94505 h 106757"/>
                <a:gd name="connsiteX44" fmla="*/ 18633 w 680273"/>
                <a:gd name="connsiteY44" fmla="*/ 85781 h 106757"/>
                <a:gd name="connsiteX45" fmla="*/ 21146 w 680273"/>
                <a:gd name="connsiteY45" fmla="*/ 77162 h 106757"/>
                <a:gd name="connsiteX46" fmla="*/ 28359 w 680273"/>
                <a:gd name="connsiteY46" fmla="*/ 70547 h 106757"/>
                <a:gd name="connsiteX47" fmla="*/ 39492 w 680273"/>
                <a:gd name="connsiteY47" fmla="*/ 66211 h 106757"/>
                <a:gd name="connsiteX48" fmla="*/ 53906 w 680273"/>
                <a:gd name="connsiteY48" fmla="*/ 64688 h 106757"/>
                <a:gd name="connsiteX49" fmla="*/ 585234 w 680273"/>
                <a:gd name="connsiteY49" fmla="*/ 54258 h 106757"/>
                <a:gd name="connsiteX50" fmla="*/ 680274 w 680273"/>
                <a:gd name="connsiteY50" fmla="*/ 54258 h 106757"/>
                <a:gd name="connsiteX51" fmla="*/ 680274 w 680273"/>
                <a:gd name="connsiteY51" fmla="*/ 61992 h 106757"/>
                <a:gd name="connsiteX52" fmla="*/ 637383 w 680273"/>
                <a:gd name="connsiteY52" fmla="*/ 61992 h 106757"/>
                <a:gd name="connsiteX53" fmla="*/ 637383 w 680273"/>
                <a:gd name="connsiteY53" fmla="*/ 74180 h 106757"/>
                <a:gd name="connsiteX54" fmla="*/ 665156 w 680273"/>
                <a:gd name="connsiteY54" fmla="*/ 74180 h 106757"/>
                <a:gd name="connsiteX55" fmla="*/ 667084 w 680273"/>
                <a:gd name="connsiteY55" fmla="*/ 74701 h 106757"/>
                <a:gd name="connsiteX56" fmla="*/ 667617 w 680273"/>
                <a:gd name="connsiteY56" fmla="*/ 76641 h 106757"/>
                <a:gd name="connsiteX57" fmla="*/ 667617 w 680273"/>
                <a:gd name="connsiteY57" fmla="*/ 105703 h 106757"/>
                <a:gd name="connsiteX58" fmla="*/ 658125 w 680273"/>
                <a:gd name="connsiteY58" fmla="*/ 105703 h 106757"/>
                <a:gd name="connsiteX59" fmla="*/ 658125 w 680273"/>
                <a:gd name="connsiteY59" fmla="*/ 81914 h 106757"/>
                <a:gd name="connsiteX60" fmla="*/ 596719 w 680273"/>
                <a:gd name="connsiteY60" fmla="*/ 81914 h 106757"/>
                <a:gd name="connsiteX61" fmla="*/ 596719 w 680273"/>
                <a:gd name="connsiteY61" fmla="*/ 74180 h 106757"/>
                <a:gd name="connsiteX62" fmla="*/ 627656 w 680273"/>
                <a:gd name="connsiteY62" fmla="*/ 74180 h 106757"/>
                <a:gd name="connsiteX63" fmla="*/ 627656 w 680273"/>
                <a:gd name="connsiteY63" fmla="*/ 61992 h 106757"/>
                <a:gd name="connsiteX64" fmla="*/ 585234 w 680273"/>
                <a:gd name="connsiteY64" fmla="*/ 61992 h 106757"/>
                <a:gd name="connsiteX65" fmla="*/ 112591 w 680273"/>
                <a:gd name="connsiteY65" fmla="*/ 31406 h 106757"/>
                <a:gd name="connsiteX66" fmla="*/ 112591 w 680273"/>
                <a:gd name="connsiteY66" fmla="*/ 52852 h 106757"/>
                <a:gd name="connsiteX67" fmla="*/ 163450 w 680273"/>
                <a:gd name="connsiteY67" fmla="*/ 52852 h 106757"/>
                <a:gd name="connsiteX68" fmla="*/ 163450 w 680273"/>
                <a:gd name="connsiteY68" fmla="*/ 31406 h 106757"/>
                <a:gd name="connsiteX69" fmla="*/ 596367 w 680273"/>
                <a:gd name="connsiteY69" fmla="*/ 15703 h 106757"/>
                <a:gd name="connsiteX70" fmla="*/ 669258 w 680273"/>
                <a:gd name="connsiteY70" fmla="*/ 15703 h 106757"/>
                <a:gd name="connsiteX71" fmla="*/ 669258 w 680273"/>
                <a:gd name="connsiteY71" fmla="*/ 23086 h 106757"/>
                <a:gd name="connsiteX72" fmla="*/ 639024 w 680273"/>
                <a:gd name="connsiteY72" fmla="*/ 23086 h 106757"/>
                <a:gd name="connsiteX73" fmla="*/ 644414 w 680273"/>
                <a:gd name="connsiteY73" fmla="*/ 30000 h 106757"/>
                <a:gd name="connsiteX74" fmla="*/ 653438 w 680273"/>
                <a:gd name="connsiteY74" fmla="*/ 35039 h 106757"/>
                <a:gd name="connsiteX75" fmla="*/ 664271 w 680273"/>
                <a:gd name="connsiteY75" fmla="*/ 38438 h 106757"/>
                <a:gd name="connsiteX76" fmla="*/ 675469 w 680273"/>
                <a:gd name="connsiteY76" fmla="*/ 40313 h 106757"/>
                <a:gd name="connsiteX77" fmla="*/ 672422 w 680273"/>
                <a:gd name="connsiteY77" fmla="*/ 43880 h 106757"/>
                <a:gd name="connsiteX78" fmla="*/ 669492 w 680273"/>
                <a:gd name="connsiteY78" fmla="*/ 47578 h 106757"/>
                <a:gd name="connsiteX79" fmla="*/ 659467 w 680273"/>
                <a:gd name="connsiteY79" fmla="*/ 45469 h 106757"/>
                <a:gd name="connsiteX80" fmla="*/ 649453 w 680273"/>
                <a:gd name="connsiteY80" fmla="*/ 42070 h 106757"/>
                <a:gd name="connsiteX81" fmla="*/ 640365 w 680273"/>
                <a:gd name="connsiteY81" fmla="*/ 37149 h 106757"/>
                <a:gd name="connsiteX82" fmla="*/ 633399 w 680273"/>
                <a:gd name="connsiteY82" fmla="*/ 30234 h 106757"/>
                <a:gd name="connsiteX83" fmla="*/ 626602 w 680273"/>
                <a:gd name="connsiteY83" fmla="*/ 36797 h 106757"/>
                <a:gd name="connsiteX84" fmla="*/ 617461 w 680273"/>
                <a:gd name="connsiteY84" fmla="*/ 41719 h 106757"/>
                <a:gd name="connsiteX85" fmla="*/ 607084 w 680273"/>
                <a:gd name="connsiteY85" fmla="*/ 45287 h 106757"/>
                <a:gd name="connsiteX86" fmla="*/ 596953 w 680273"/>
                <a:gd name="connsiteY86" fmla="*/ 47578 h 106757"/>
                <a:gd name="connsiteX87" fmla="*/ 595599 w 680273"/>
                <a:gd name="connsiteY87" fmla="*/ 46055 h 106757"/>
                <a:gd name="connsiteX88" fmla="*/ 594024 w 680273"/>
                <a:gd name="connsiteY88" fmla="*/ 44180 h 106757"/>
                <a:gd name="connsiteX89" fmla="*/ 592318 w 680273"/>
                <a:gd name="connsiteY89" fmla="*/ 42240 h 106757"/>
                <a:gd name="connsiteX90" fmla="*/ 590742 w 680273"/>
                <a:gd name="connsiteY90" fmla="*/ 40313 h 106757"/>
                <a:gd name="connsiteX91" fmla="*/ 602227 w 680273"/>
                <a:gd name="connsiteY91" fmla="*/ 38320 h 106757"/>
                <a:gd name="connsiteX92" fmla="*/ 613125 w 680273"/>
                <a:gd name="connsiteY92" fmla="*/ 34922 h 106757"/>
                <a:gd name="connsiteX93" fmla="*/ 621966 w 680273"/>
                <a:gd name="connsiteY93" fmla="*/ 30000 h 106757"/>
                <a:gd name="connsiteX94" fmla="*/ 627422 w 680273"/>
                <a:gd name="connsiteY94" fmla="*/ 23086 h 106757"/>
                <a:gd name="connsiteX95" fmla="*/ 596367 w 680273"/>
                <a:gd name="connsiteY95" fmla="*/ 23086 h 106757"/>
                <a:gd name="connsiteX96" fmla="*/ 7148 w 680273"/>
                <a:gd name="connsiteY96" fmla="*/ 5977 h 106757"/>
                <a:gd name="connsiteX97" fmla="*/ 57890 w 680273"/>
                <a:gd name="connsiteY97" fmla="*/ 5977 h 106757"/>
                <a:gd name="connsiteX98" fmla="*/ 57890 w 680273"/>
                <a:gd name="connsiteY98" fmla="*/ 13828 h 106757"/>
                <a:gd name="connsiteX99" fmla="*/ 37500 w 680273"/>
                <a:gd name="connsiteY99" fmla="*/ 13828 h 106757"/>
                <a:gd name="connsiteX100" fmla="*/ 37500 w 680273"/>
                <a:gd name="connsiteY100" fmla="*/ 18047 h 106757"/>
                <a:gd name="connsiteX101" fmla="*/ 39727 w 680273"/>
                <a:gd name="connsiteY101" fmla="*/ 29766 h 106757"/>
                <a:gd name="connsiteX102" fmla="*/ 45703 w 680273"/>
                <a:gd name="connsiteY102" fmla="*/ 39258 h 106757"/>
                <a:gd name="connsiteX103" fmla="*/ 54258 w 680273"/>
                <a:gd name="connsiteY103" fmla="*/ 46341 h 106757"/>
                <a:gd name="connsiteX104" fmla="*/ 64336 w 680273"/>
                <a:gd name="connsiteY104" fmla="*/ 50977 h 106757"/>
                <a:gd name="connsiteX105" fmla="*/ 58477 w 680273"/>
                <a:gd name="connsiteY105" fmla="*/ 57774 h 106757"/>
                <a:gd name="connsiteX106" fmla="*/ 51797 w 680273"/>
                <a:gd name="connsiteY106" fmla="*/ 54310 h 106757"/>
                <a:gd name="connsiteX107" fmla="*/ 44648 w 680273"/>
                <a:gd name="connsiteY107" fmla="*/ 49336 h 106757"/>
                <a:gd name="connsiteX108" fmla="*/ 37969 w 680273"/>
                <a:gd name="connsiteY108" fmla="*/ 43008 h 106757"/>
                <a:gd name="connsiteX109" fmla="*/ 32695 w 680273"/>
                <a:gd name="connsiteY109" fmla="*/ 35273 h 106757"/>
                <a:gd name="connsiteX110" fmla="*/ 22734 w 680273"/>
                <a:gd name="connsiteY110" fmla="*/ 50091 h 106757"/>
                <a:gd name="connsiteX111" fmla="*/ 6914 w 680273"/>
                <a:gd name="connsiteY111" fmla="*/ 60938 h 106757"/>
                <a:gd name="connsiteX112" fmla="*/ 0 w 680273"/>
                <a:gd name="connsiteY112" fmla="*/ 54727 h 106757"/>
                <a:gd name="connsiteX113" fmla="*/ 10664 w 680273"/>
                <a:gd name="connsiteY113" fmla="*/ 49036 h 106757"/>
                <a:gd name="connsiteX114" fmla="*/ 19453 w 680273"/>
                <a:gd name="connsiteY114" fmla="*/ 40898 h 106757"/>
                <a:gd name="connsiteX115" fmla="*/ 25482 w 680273"/>
                <a:gd name="connsiteY115" fmla="*/ 30586 h 106757"/>
                <a:gd name="connsiteX116" fmla="*/ 27773 w 680273"/>
                <a:gd name="connsiteY116" fmla="*/ 17813 h 106757"/>
                <a:gd name="connsiteX117" fmla="*/ 27773 w 680273"/>
                <a:gd name="connsiteY117" fmla="*/ 13828 h 106757"/>
                <a:gd name="connsiteX118" fmla="*/ 7148 w 680273"/>
                <a:gd name="connsiteY118" fmla="*/ 13828 h 106757"/>
                <a:gd name="connsiteX119" fmla="*/ 399649 w 680273"/>
                <a:gd name="connsiteY119" fmla="*/ 5625 h 106757"/>
                <a:gd name="connsiteX120" fmla="*/ 434453 w 680273"/>
                <a:gd name="connsiteY120" fmla="*/ 5625 h 106757"/>
                <a:gd name="connsiteX121" fmla="*/ 434453 w 680273"/>
                <a:gd name="connsiteY121" fmla="*/ 13477 h 106757"/>
                <a:gd name="connsiteX122" fmla="*/ 406211 w 680273"/>
                <a:gd name="connsiteY122" fmla="*/ 13477 h 106757"/>
                <a:gd name="connsiteX123" fmla="*/ 406211 w 680273"/>
                <a:gd name="connsiteY123" fmla="*/ 26836 h 106757"/>
                <a:gd name="connsiteX124" fmla="*/ 431992 w 680273"/>
                <a:gd name="connsiteY124" fmla="*/ 26836 h 106757"/>
                <a:gd name="connsiteX125" fmla="*/ 431992 w 680273"/>
                <a:gd name="connsiteY125" fmla="*/ 34102 h 106757"/>
                <a:gd name="connsiteX126" fmla="*/ 406211 w 680273"/>
                <a:gd name="connsiteY126" fmla="*/ 34102 h 106757"/>
                <a:gd name="connsiteX127" fmla="*/ 406211 w 680273"/>
                <a:gd name="connsiteY127" fmla="*/ 48516 h 106757"/>
                <a:gd name="connsiteX128" fmla="*/ 411719 w 680273"/>
                <a:gd name="connsiteY128" fmla="*/ 48516 h 106757"/>
                <a:gd name="connsiteX129" fmla="*/ 418399 w 680273"/>
                <a:gd name="connsiteY129" fmla="*/ 48398 h 106757"/>
                <a:gd name="connsiteX130" fmla="*/ 426953 w 680273"/>
                <a:gd name="connsiteY130" fmla="*/ 47930 h 106757"/>
                <a:gd name="connsiteX131" fmla="*/ 435208 w 680273"/>
                <a:gd name="connsiteY131" fmla="*/ 47279 h 106757"/>
                <a:gd name="connsiteX132" fmla="*/ 441484 w 680273"/>
                <a:gd name="connsiteY132" fmla="*/ 46406 h 106757"/>
                <a:gd name="connsiteX133" fmla="*/ 441484 w 680273"/>
                <a:gd name="connsiteY133" fmla="*/ 54141 h 106757"/>
                <a:gd name="connsiteX134" fmla="*/ 436380 w 680273"/>
                <a:gd name="connsiteY134" fmla="*/ 54896 h 106757"/>
                <a:gd name="connsiteX135" fmla="*/ 428008 w 680273"/>
                <a:gd name="connsiteY135" fmla="*/ 55664 h 106757"/>
                <a:gd name="connsiteX136" fmla="*/ 418281 w 680273"/>
                <a:gd name="connsiteY136" fmla="*/ 56250 h 106757"/>
                <a:gd name="connsiteX137" fmla="*/ 409141 w 680273"/>
                <a:gd name="connsiteY137" fmla="*/ 56484 h 106757"/>
                <a:gd name="connsiteX138" fmla="*/ 399649 w 680273"/>
                <a:gd name="connsiteY138" fmla="*/ 56484 h 106757"/>
                <a:gd name="connsiteX139" fmla="*/ 397708 w 680273"/>
                <a:gd name="connsiteY139" fmla="*/ 55951 h 106757"/>
                <a:gd name="connsiteX140" fmla="*/ 397188 w 680273"/>
                <a:gd name="connsiteY140" fmla="*/ 54023 h 106757"/>
                <a:gd name="connsiteX141" fmla="*/ 397188 w 680273"/>
                <a:gd name="connsiteY141" fmla="*/ 8086 h 106757"/>
                <a:gd name="connsiteX142" fmla="*/ 397708 w 680273"/>
                <a:gd name="connsiteY142" fmla="*/ 6146 h 106757"/>
                <a:gd name="connsiteX143" fmla="*/ 399649 w 680273"/>
                <a:gd name="connsiteY143" fmla="*/ 5625 h 106757"/>
                <a:gd name="connsiteX144" fmla="*/ 222148 w 680273"/>
                <a:gd name="connsiteY144" fmla="*/ 5391 h 106757"/>
                <a:gd name="connsiteX145" fmla="*/ 231758 w 680273"/>
                <a:gd name="connsiteY145" fmla="*/ 5391 h 106757"/>
                <a:gd name="connsiteX146" fmla="*/ 231758 w 680273"/>
                <a:gd name="connsiteY146" fmla="*/ 25781 h 106757"/>
                <a:gd name="connsiteX147" fmla="*/ 238607 w 680273"/>
                <a:gd name="connsiteY147" fmla="*/ 54023 h 106757"/>
                <a:gd name="connsiteX148" fmla="*/ 260234 w 680273"/>
                <a:gd name="connsiteY148" fmla="*/ 75000 h 106757"/>
                <a:gd name="connsiteX149" fmla="*/ 253437 w 680273"/>
                <a:gd name="connsiteY149" fmla="*/ 81680 h 106757"/>
                <a:gd name="connsiteX150" fmla="*/ 237852 w 680273"/>
                <a:gd name="connsiteY150" fmla="*/ 67904 h 106757"/>
                <a:gd name="connsiteX151" fmla="*/ 226719 w 680273"/>
                <a:gd name="connsiteY151" fmla="*/ 49336 h 106757"/>
                <a:gd name="connsiteX152" fmla="*/ 216055 w 680273"/>
                <a:gd name="connsiteY152" fmla="*/ 69141 h 106757"/>
                <a:gd name="connsiteX153" fmla="*/ 200117 w 680273"/>
                <a:gd name="connsiteY153" fmla="*/ 84375 h 106757"/>
                <a:gd name="connsiteX154" fmla="*/ 192383 w 680273"/>
                <a:gd name="connsiteY154" fmla="*/ 78164 h 106757"/>
                <a:gd name="connsiteX155" fmla="*/ 214466 w 680273"/>
                <a:gd name="connsiteY155" fmla="*/ 55430 h 106757"/>
                <a:gd name="connsiteX156" fmla="*/ 222148 w 680273"/>
                <a:gd name="connsiteY156" fmla="*/ 24609 h 106757"/>
                <a:gd name="connsiteX157" fmla="*/ 103333 w 680273"/>
                <a:gd name="connsiteY157" fmla="*/ 5391 h 106757"/>
                <a:gd name="connsiteX158" fmla="*/ 112591 w 680273"/>
                <a:gd name="connsiteY158" fmla="*/ 5391 h 106757"/>
                <a:gd name="connsiteX159" fmla="*/ 112591 w 680273"/>
                <a:gd name="connsiteY159" fmla="*/ 23555 h 106757"/>
                <a:gd name="connsiteX160" fmla="*/ 163450 w 680273"/>
                <a:gd name="connsiteY160" fmla="*/ 23555 h 106757"/>
                <a:gd name="connsiteX161" fmla="*/ 163450 w 680273"/>
                <a:gd name="connsiteY161" fmla="*/ 5391 h 106757"/>
                <a:gd name="connsiteX162" fmla="*/ 172708 w 680273"/>
                <a:gd name="connsiteY162" fmla="*/ 5391 h 106757"/>
                <a:gd name="connsiteX163" fmla="*/ 172708 w 680273"/>
                <a:gd name="connsiteY163" fmla="*/ 58477 h 106757"/>
                <a:gd name="connsiteX164" fmla="*/ 172174 w 680273"/>
                <a:gd name="connsiteY164" fmla="*/ 60404 h 106757"/>
                <a:gd name="connsiteX165" fmla="*/ 170247 w 680273"/>
                <a:gd name="connsiteY165" fmla="*/ 60938 h 106757"/>
                <a:gd name="connsiteX166" fmla="*/ 142708 w 680273"/>
                <a:gd name="connsiteY166" fmla="*/ 60938 h 106757"/>
                <a:gd name="connsiteX167" fmla="*/ 142708 w 680273"/>
                <a:gd name="connsiteY167" fmla="*/ 83906 h 106757"/>
                <a:gd name="connsiteX168" fmla="*/ 185716 w 680273"/>
                <a:gd name="connsiteY168" fmla="*/ 83906 h 106757"/>
                <a:gd name="connsiteX169" fmla="*/ 185716 w 680273"/>
                <a:gd name="connsiteY169" fmla="*/ 91992 h 106757"/>
                <a:gd name="connsiteX170" fmla="*/ 90325 w 680273"/>
                <a:gd name="connsiteY170" fmla="*/ 91992 h 106757"/>
                <a:gd name="connsiteX171" fmla="*/ 90325 w 680273"/>
                <a:gd name="connsiteY171" fmla="*/ 83906 h 106757"/>
                <a:gd name="connsiteX172" fmla="*/ 133099 w 680273"/>
                <a:gd name="connsiteY172" fmla="*/ 83906 h 106757"/>
                <a:gd name="connsiteX173" fmla="*/ 133099 w 680273"/>
                <a:gd name="connsiteY173" fmla="*/ 60938 h 106757"/>
                <a:gd name="connsiteX174" fmla="*/ 105794 w 680273"/>
                <a:gd name="connsiteY174" fmla="*/ 60938 h 106757"/>
                <a:gd name="connsiteX175" fmla="*/ 103854 w 680273"/>
                <a:gd name="connsiteY175" fmla="*/ 60404 h 106757"/>
                <a:gd name="connsiteX176" fmla="*/ 103333 w 680273"/>
                <a:gd name="connsiteY176" fmla="*/ 58477 h 106757"/>
                <a:gd name="connsiteX177" fmla="*/ 328411 w 680273"/>
                <a:gd name="connsiteY177" fmla="*/ 5273 h 106757"/>
                <a:gd name="connsiteX178" fmla="*/ 338373 w 680273"/>
                <a:gd name="connsiteY178" fmla="*/ 5273 h 106757"/>
                <a:gd name="connsiteX179" fmla="*/ 338373 w 680273"/>
                <a:gd name="connsiteY179" fmla="*/ 14180 h 106757"/>
                <a:gd name="connsiteX180" fmla="*/ 341588 w 680273"/>
                <a:gd name="connsiteY180" fmla="*/ 27240 h 106757"/>
                <a:gd name="connsiteX181" fmla="*/ 350208 w 680273"/>
                <a:gd name="connsiteY181" fmla="*/ 39141 h 106757"/>
                <a:gd name="connsiteX182" fmla="*/ 362513 w 680273"/>
                <a:gd name="connsiteY182" fmla="*/ 48685 h 106757"/>
                <a:gd name="connsiteX183" fmla="*/ 376810 w 680273"/>
                <a:gd name="connsiteY183" fmla="*/ 55078 h 106757"/>
                <a:gd name="connsiteX184" fmla="*/ 370248 w 680273"/>
                <a:gd name="connsiteY184" fmla="*/ 61992 h 106757"/>
                <a:gd name="connsiteX185" fmla="*/ 359518 w 680273"/>
                <a:gd name="connsiteY185" fmla="*/ 57122 h 106757"/>
                <a:gd name="connsiteX186" fmla="*/ 348919 w 680273"/>
                <a:gd name="connsiteY186" fmla="*/ 49805 h 106757"/>
                <a:gd name="connsiteX187" fmla="*/ 339779 w 680273"/>
                <a:gd name="connsiteY187" fmla="*/ 40716 h 106757"/>
                <a:gd name="connsiteX188" fmla="*/ 333568 w 680273"/>
                <a:gd name="connsiteY188" fmla="*/ 30117 h 106757"/>
                <a:gd name="connsiteX189" fmla="*/ 327240 w 680273"/>
                <a:gd name="connsiteY189" fmla="*/ 40547 h 106757"/>
                <a:gd name="connsiteX190" fmla="*/ 318216 w 680273"/>
                <a:gd name="connsiteY190" fmla="*/ 49570 h 106757"/>
                <a:gd name="connsiteX191" fmla="*/ 307604 w 680273"/>
                <a:gd name="connsiteY191" fmla="*/ 56888 h 106757"/>
                <a:gd name="connsiteX192" fmla="*/ 296771 w 680273"/>
                <a:gd name="connsiteY192" fmla="*/ 62109 h 106757"/>
                <a:gd name="connsiteX193" fmla="*/ 289740 w 680273"/>
                <a:gd name="connsiteY193" fmla="*/ 54961 h 106757"/>
                <a:gd name="connsiteX194" fmla="*/ 303737 w 680273"/>
                <a:gd name="connsiteY194" fmla="*/ 48919 h 106757"/>
                <a:gd name="connsiteX195" fmla="*/ 316107 w 680273"/>
                <a:gd name="connsiteY195" fmla="*/ 39727 h 106757"/>
                <a:gd name="connsiteX196" fmla="*/ 325013 w 680273"/>
                <a:gd name="connsiteY196" fmla="*/ 27943 h 106757"/>
                <a:gd name="connsiteX197" fmla="*/ 328411 w 680273"/>
                <a:gd name="connsiteY197" fmla="*/ 14180 h 106757"/>
                <a:gd name="connsiteX198" fmla="*/ 492083 w 680273"/>
                <a:gd name="connsiteY198" fmla="*/ 4922 h 106757"/>
                <a:gd name="connsiteX199" fmla="*/ 562513 w 680273"/>
                <a:gd name="connsiteY199" fmla="*/ 4922 h 106757"/>
                <a:gd name="connsiteX200" fmla="*/ 564440 w 680273"/>
                <a:gd name="connsiteY200" fmla="*/ 5443 h 106757"/>
                <a:gd name="connsiteX201" fmla="*/ 564974 w 680273"/>
                <a:gd name="connsiteY201" fmla="*/ 7383 h 106757"/>
                <a:gd name="connsiteX202" fmla="*/ 564037 w 680273"/>
                <a:gd name="connsiteY202" fmla="*/ 18099 h 106757"/>
                <a:gd name="connsiteX203" fmla="*/ 562748 w 680273"/>
                <a:gd name="connsiteY203" fmla="*/ 29883 h 106757"/>
                <a:gd name="connsiteX204" fmla="*/ 561159 w 680273"/>
                <a:gd name="connsiteY204" fmla="*/ 41302 h 106757"/>
                <a:gd name="connsiteX205" fmla="*/ 559466 w 680273"/>
                <a:gd name="connsiteY205" fmla="*/ 51094 h 106757"/>
                <a:gd name="connsiteX206" fmla="*/ 576341 w 680273"/>
                <a:gd name="connsiteY206" fmla="*/ 51094 h 106757"/>
                <a:gd name="connsiteX207" fmla="*/ 576341 w 680273"/>
                <a:gd name="connsiteY207" fmla="*/ 59063 h 106757"/>
                <a:gd name="connsiteX208" fmla="*/ 532396 w 680273"/>
                <a:gd name="connsiteY208" fmla="*/ 59063 h 106757"/>
                <a:gd name="connsiteX209" fmla="*/ 532396 w 680273"/>
                <a:gd name="connsiteY209" fmla="*/ 105117 h 106757"/>
                <a:gd name="connsiteX210" fmla="*/ 523021 w 680273"/>
                <a:gd name="connsiteY210" fmla="*/ 105117 h 106757"/>
                <a:gd name="connsiteX211" fmla="*/ 523021 w 680273"/>
                <a:gd name="connsiteY211" fmla="*/ 59063 h 106757"/>
                <a:gd name="connsiteX212" fmla="*/ 480951 w 680273"/>
                <a:gd name="connsiteY212" fmla="*/ 59063 h 106757"/>
                <a:gd name="connsiteX213" fmla="*/ 480951 w 680273"/>
                <a:gd name="connsiteY213" fmla="*/ 51094 h 106757"/>
                <a:gd name="connsiteX214" fmla="*/ 550208 w 680273"/>
                <a:gd name="connsiteY214" fmla="*/ 51094 h 106757"/>
                <a:gd name="connsiteX215" fmla="*/ 551849 w 680273"/>
                <a:gd name="connsiteY215" fmla="*/ 42005 h 106757"/>
                <a:gd name="connsiteX216" fmla="*/ 553373 w 680273"/>
                <a:gd name="connsiteY216" fmla="*/ 32109 h 106757"/>
                <a:gd name="connsiteX217" fmla="*/ 554479 w 680273"/>
                <a:gd name="connsiteY217" fmla="*/ 22148 h 106757"/>
                <a:gd name="connsiteX218" fmla="*/ 555247 w 680273"/>
                <a:gd name="connsiteY218" fmla="*/ 12891 h 106757"/>
                <a:gd name="connsiteX219" fmla="*/ 492083 w 680273"/>
                <a:gd name="connsiteY219" fmla="*/ 12891 h 106757"/>
                <a:gd name="connsiteX220" fmla="*/ 448867 w 680273"/>
                <a:gd name="connsiteY220" fmla="*/ 3047 h 106757"/>
                <a:gd name="connsiteX221" fmla="*/ 458008 w 680273"/>
                <a:gd name="connsiteY221" fmla="*/ 3047 h 106757"/>
                <a:gd name="connsiteX222" fmla="*/ 458008 w 680273"/>
                <a:gd name="connsiteY222" fmla="*/ 61172 h 106757"/>
                <a:gd name="connsiteX223" fmla="*/ 448867 w 680273"/>
                <a:gd name="connsiteY223" fmla="*/ 61172 h 106757"/>
                <a:gd name="connsiteX224" fmla="*/ 448867 w 680273"/>
                <a:gd name="connsiteY224" fmla="*/ 32461 h 106757"/>
                <a:gd name="connsiteX225" fmla="*/ 435977 w 680273"/>
                <a:gd name="connsiteY225" fmla="*/ 32461 h 106757"/>
                <a:gd name="connsiteX226" fmla="*/ 435977 w 680273"/>
                <a:gd name="connsiteY226" fmla="*/ 24375 h 106757"/>
                <a:gd name="connsiteX227" fmla="*/ 448867 w 680273"/>
                <a:gd name="connsiteY227" fmla="*/ 24375 h 106757"/>
                <a:gd name="connsiteX228" fmla="*/ 469024 w 680273"/>
                <a:gd name="connsiteY228" fmla="*/ 1172 h 106757"/>
                <a:gd name="connsiteX229" fmla="*/ 478047 w 680273"/>
                <a:gd name="connsiteY229" fmla="*/ 1172 h 106757"/>
                <a:gd name="connsiteX230" fmla="*/ 478047 w 680273"/>
                <a:gd name="connsiteY230" fmla="*/ 61172 h 106757"/>
                <a:gd name="connsiteX231" fmla="*/ 469024 w 680273"/>
                <a:gd name="connsiteY231" fmla="*/ 61172 h 106757"/>
                <a:gd name="connsiteX232" fmla="*/ 272188 w 680273"/>
                <a:gd name="connsiteY232" fmla="*/ 1172 h 106757"/>
                <a:gd name="connsiteX233" fmla="*/ 281563 w 680273"/>
                <a:gd name="connsiteY233" fmla="*/ 1172 h 106757"/>
                <a:gd name="connsiteX234" fmla="*/ 281563 w 680273"/>
                <a:gd name="connsiteY234" fmla="*/ 105000 h 106757"/>
                <a:gd name="connsiteX235" fmla="*/ 272188 w 680273"/>
                <a:gd name="connsiteY235" fmla="*/ 105000 h 106757"/>
                <a:gd name="connsiteX236" fmla="*/ 78398 w 680273"/>
                <a:gd name="connsiteY236" fmla="*/ 1172 h 106757"/>
                <a:gd name="connsiteX237" fmla="*/ 87539 w 680273"/>
                <a:gd name="connsiteY237" fmla="*/ 1172 h 106757"/>
                <a:gd name="connsiteX238" fmla="*/ 87539 w 680273"/>
                <a:gd name="connsiteY238" fmla="*/ 64102 h 106757"/>
                <a:gd name="connsiteX239" fmla="*/ 78398 w 680273"/>
                <a:gd name="connsiteY239" fmla="*/ 64102 h 106757"/>
                <a:gd name="connsiteX240" fmla="*/ 78398 w 680273"/>
                <a:gd name="connsiteY240" fmla="*/ 32578 h 106757"/>
                <a:gd name="connsiteX241" fmla="*/ 56836 w 680273"/>
                <a:gd name="connsiteY241" fmla="*/ 32578 h 106757"/>
                <a:gd name="connsiteX242" fmla="*/ 56836 w 680273"/>
                <a:gd name="connsiteY242" fmla="*/ 24844 h 106757"/>
                <a:gd name="connsiteX243" fmla="*/ 78398 w 680273"/>
                <a:gd name="connsiteY243" fmla="*/ 24844 h 106757"/>
                <a:gd name="connsiteX244" fmla="*/ 613477 w 680273"/>
                <a:gd name="connsiteY244" fmla="*/ 0 h 106757"/>
                <a:gd name="connsiteX245" fmla="*/ 651797 w 680273"/>
                <a:gd name="connsiteY245" fmla="*/ 0 h 106757"/>
                <a:gd name="connsiteX246" fmla="*/ 651797 w 680273"/>
                <a:gd name="connsiteY246" fmla="*/ 7500 h 106757"/>
                <a:gd name="connsiteX247" fmla="*/ 613477 w 680273"/>
                <a:gd name="connsiteY247" fmla="*/ 7500 h 10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</a:cxnLst>
              <a:rect l="l" t="t" r="r" b="b"/>
              <a:pathLst>
                <a:path w="680273" h="106757">
                  <a:moveTo>
                    <a:pt x="285638" y="82734"/>
                  </a:moveTo>
                  <a:lnTo>
                    <a:pt x="381029" y="82734"/>
                  </a:lnTo>
                  <a:lnTo>
                    <a:pt x="381029" y="90703"/>
                  </a:lnTo>
                  <a:lnTo>
                    <a:pt x="285638" y="90703"/>
                  </a:lnTo>
                  <a:close/>
                  <a:moveTo>
                    <a:pt x="418164" y="74531"/>
                  </a:moveTo>
                  <a:lnTo>
                    <a:pt x="418164" y="96211"/>
                  </a:lnTo>
                  <a:lnTo>
                    <a:pt x="469024" y="96211"/>
                  </a:lnTo>
                  <a:lnTo>
                    <a:pt x="469024" y="74531"/>
                  </a:lnTo>
                  <a:close/>
                  <a:moveTo>
                    <a:pt x="53906" y="72305"/>
                  </a:moveTo>
                  <a:cubicBezTo>
                    <a:pt x="50312" y="72305"/>
                    <a:pt x="46966" y="72617"/>
                    <a:pt x="43880" y="73242"/>
                  </a:cubicBezTo>
                  <a:cubicBezTo>
                    <a:pt x="40794" y="73867"/>
                    <a:pt x="38086" y="74766"/>
                    <a:pt x="35742" y="75938"/>
                  </a:cubicBezTo>
                  <a:cubicBezTo>
                    <a:pt x="33476" y="77031"/>
                    <a:pt x="31693" y="78412"/>
                    <a:pt x="30404" y="80091"/>
                  </a:cubicBezTo>
                  <a:cubicBezTo>
                    <a:pt x="29115" y="81771"/>
                    <a:pt x="28476" y="83672"/>
                    <a:pt x="28476" y="85781"/>
                  </a:cubicBezTo>
                  <a:cubicBezTo>
                    <a:pt x="28476" y="87891"/>
                    <a:pt x="29115" y="89805"/>
                    <a:pt x="30404" y="91523"/>
                  </a:cubicBezTo>
                  <a:cubicBezTo>
                    <a:pt x="31693" y="93242"/>
                    <a:pt x="33515" y="94688"/>
                    <a:pt x="35859" y="95859"/>
                  </a:cubicBezTo>
                  <a:cubicBezTo>
                    <a:pt x="38125" y="97031"/>
                    <a:pt x="40794" y="97930"/>
                    <a:pt x="43880" y="98555"/>
                  </a:cubicBezTo>
                  <a:cubicBezTo>
                    <a:pt x="46966" y="99180"/>
                    <a:pt x="50312" y="99492"/>
                    <a:pt x="53906" y="99492"/>
                  </a:cubicBezTo>
                  <a:cubicBezTo>
                    <a:pt x="57578" y="99492"/>
                    <a:pt x="60976" y="99180"/>
                    <a:pt x="64102" y="98555"/>
                  </a:cubicBezTo>
                  <a:cubicBezTo>
                    <a:pt x="67227" y="97930"/>
                    <a:pt x="69961" y="97031"/>
                    <a:pt x="72304" y="95859"/>
                  </a:cubicBezTo>
                  <a:cubicBezTo>
                    <a:pt x="74570" y="94688"/>
                    <a:pt x="76367" y="93255"/>
                    <a:pt x="77695" y="91576"/>
                  </a:cubicBezTo>
                  <a:cubicBezTo>
                    <a:pt x="79023" y="89896"/>
                    <a:pt x="79687" y="88008"/>
                    <a:pt x="79687" y="85898"/>
                  </a:cubicBezTo>
                  <a:cubicBezTo>
                    <a:pt x="79687" y="81680"/>
                    <a:pt x="77239" y="78359"/>
                    <a:pt x="72357" y="75938"/>
                  </a:cubicBezTo>
                  <a:cubicBezTo>
                    <a:pt x="67474" y="73516"/>
                    <a:pt x="61328" y="72305"/>
                    <a:pt x="53906" y="72305"/>
                  </a:cubicBezTo>
                  <a:close/>
                  <a:moveTo>
                    <a:pt x="411484" y="66797"/>
                  </a:moveTo>
                  <a:lnTo>
                    <a:pt x="475703" y="66797"/>
                  </a:lnTo>
                  <a:cubicBezTo>
                    <a:pt x="476641" y="66797"/>
                    <a:pt x="477279" y="66966"/>
                    <a:pt x="477630" y="67318"/>
                  </a:cubicBezTo>
                  <a:cubicBezTo>
                    <a:pt x="477982" y="67669"/>
                    <a:pt x="478164" y="68320"/>
                    <a:pt x="478164" y="69258"/>
                  </a:cubicBezTo>
                  <a:lnTo>
                    <a:pt x="478164" y="101367"/>
                  </a:lnTo>
                  <a:cubicBezTo>
                    <a:pt x="478164" y="102305"/>
                    <a:pt x="477982" y="102943"/>
                    <a:pt x="477630" y="103294"/>
                  </a:cubicBezTo>
                  <a:cubicBezTo>
                    <a:pt x="477279" y="103646"/>
                    <a:pt x="476641" y="103828"/>
                    <a:pt x="475703" y="103828"/>
                  </a:cubicBezTo>
                  <a:lnTo>
                    <a:pt x="411484" y="103828"/>
                  </a:lnTo>
                  <a:cubicBezTo>
                    <a:pt x="410547" y="103828"/>
                    <a:pt x="409896" y="103646"/>
                    <a:pt x="409545" y="103294"/>
                  </a:cubicBezTo>
                  <a:cubicBezTo>
                    <a:pt x="409193" y="102943"/>
                    <a:pt x="409024" y="102305"/>
                    <a:pt x="409024" y="101367"/>
                  </a:cubicBezTo>
                  <a:lnTo>
                    <a:pt x="409024" y="69258"/>
                  </a:lnTo>
                  <a:cubicBezTo>
                    <a:pt x="409024" y="68320"/>
                    <a:pt x="409193" y="67669"/>
                    <a:pt x="409545" y="67318"/>
                  </a:cubicBezTo>
                  <a:cubicBezTo>
                    <a:pt x="409896" y="66966"/>
                    <a:pt x="410547" y="66797"/>
                    <a:pt x="411484" y="66797"/>
                  </a:cubicBezTo>
                  <a:close/>
                  <a:moveTo>
                    <a:pt x="53906" y="64688"/>
                  </a:moveTo>
                  <a:cubicBezTo>
                    <a:pt x="64687" y="64688"/>
                    <a:pt x="73294" y="66615"/>
                    <a:pt x="79740" y="70482"/>
                  </a:cubicBezTo>
                  <a:cubicBezTo>
                    <a:pt x="86185" y="74349"/>
                    <a:pt x="89414" y="79453"/>
                    <a:pt x="89414" y="85781"/>
                  </a:cubicBezTo>
                  <a:cubicBezTo>
                    <a:pt x="89414" y="92266"/>
                    <a:pt x="86185" y="97383"/>
                    <a:pt x="79740" y="101133"/>
                  </a:cubicBezTo>
                  <a:cubicBezTo>
                    <a:pt x="73294" y="104883"/>
                    <a:pt x="64687" y="106758"/>
                    <a:pt x="53906" y="106758"/>
                  </a:cubicBezTo>
                  <a:cubicBezTo>
                    <a:pt x="48515" y="106758"/>
                    <a:pt x="43646" y="106263"/>
                    <a:pt x="39310" y="105287"/>
                  </a:cubicBezTo>
                  <a:cubicBezTo>
                    <a:pt x="34974" y="104310"/>
                    <a:pt x="31289" y="102930"/>
                    <a:pt x="28242" y="101133"/>
                  </a:cubicBezTo>
                  <a:cubicBezTo>
                    <a:pt x="25117" y="99336"/>
                    <a:pt x="22734" y="97122"/>
                    <a:pt x="21094" y="94505"/>
                  </a:cubicBezTo>
                  <a:cubicBezTo>
                    <a:pt x="19453" y="91888"/>
                    <a:pt x="18633" y="88984"/>
                    <a:pt x="18633" y="85781"/>
                  </a:cubicBezTo>
                  <a:cubicBezTo>
                    <a:pt x="18633" y="82656"/>
                    <a:pt x="19466" y="79779"/>
                    <a:pt x="21146" y="77162"/>
                  </a:cubicBezTo>
                  <a:cubicBezTo>
                    <a:pt x="22825" y="74544"/>
                    <a:pt x="25234" y="72344"/>
                    <a:pt x="28359" y="70547"/>
                  </a:cubicBezTo>
                  <a:cubicBezTo>
                    <a:pt x="31484" y="68672"/>
                    <a:pt x="35195" y="67227"/>
                    <a:pt x="39492" y="66211"/>
                  </a:cubicBezTo>
                  <a:cubicBezTo>
                    <a:pt x="43789" y="65195"/>
                    <a:pt x="48594" y="64688"/>
                    <a:pt x="53906" y="64688"/>
                  </a:cubicBezTo>
                  <a:close/>
                  <a:moveTo>
                    <a:pt x="585234" y="54258"/>
                  </a:moveTo>
                  <a:lnTo>
                    <a:pt x="680274" y="54258"/>
                  </a:lnTo>
                  <a:lnTo>
                    <a:pt x="680274" y="61992"/>
                  </a:lnTo>
                  <a:lnTo>
                    <a:pt x="637383" y="61992"/>
                  </a:lnTo>
                  <a:lnTo>
                    <a:pt x="637383" y="74180"/>
                  </a:lnTo>
                  <a:lnTo>
                    <a:pt x="665156" y="74180"/>
                  </a:lnTo>
                  <a:cubicBezTo>
                    <a:pt x="666094" y="74180"/>
                    <a:pt x="666732" y="74349"/>
                    <a:pt x="667084" y="74701"/>
                  </a:cubicBezTo>
                  <a:cubicBezTo>
                    <a:pt x="667435" y="75052"/>
                    <a:pt x="667617" y="75703"/>
                    <a:pt x="667617" y="76641"/>
                  </a:cubicBezTo>
                  <a:lnTo>
                    <a:pt x="667617" y="105703"/>
                  </a:lnTo>
                  <a:lnTo>
                    <a:pt x="658125" y="105703"/>
                  </a:lnTo>
                  <a:lnTo>
                    <a:pt x="658125" y="81914"/>
                  </a:lnTo>
                  <a:lnTo>
                    <a:pt x="596719" y="81914"/>
                  </a:lnTo>
                  <a:lnTo>
                    <a:pt x="596719" y="74180"/>
                  </a:lnTo>
                  <a:lnTo>
                    <a:pt x="627656" y="74180"/>
                  </a:lnTo>
                  <a:lnTo>
                    <a:pt x="627656" y="61992"/>
                  </a:lnTo>
                  <a:lnTo>
                    <a:pt x="585234" y="61992"/>
                  </a:lnTo>
                  <a:close/>
                  <a:moveTo>
                    <a:pt x="112591" y="31406"/>
                  </a:moveTo>
                  <a:lnTo>
                    <a:pt x="112591" y="52852"/>
                  </a:lnTo>
                  <a:lnTo>
                    <a:pt x="163450" y="52852"/>
                  </a:lnTo>
                  <a:lnTo>
                    <a:pt x="163450" y="31406"/>
                  </a:lnTo>
                  <a:close/>
                  <a:moveTo>
                    <a:pt x="596367" y="15703"/>
                  </a:moveTo>
                  <a:lnTo>
                    <a:pt x="669258" y="15703"/>
                  </a:lnTo>
                  <a:lnTo>
                    <a:pt x="669258" y="23086"/>
                  </a:lnTo>
                  <a:lnTo>
                    <a:pt x="639024" y="23086"/>
                  </a:lnTo>
                  <a:cubicBezTo>
                    <a:pt x="640039" y="25742"/>
                    <a:pt x="641836" y="28047"/>
                    <a:pt x="644414" y="30000"/>
                  </a:cubicBezTo>
                  <a:cubicBezTo>
                    <a:pt x="646992" y="31953"/>
                    <a:pt x="650000" y="33633"/>
                    <a:pt x="653438" y="35039"/>
                  </a:cubicBezTo>
                  <a:cubicBezTo>
                    <a:pt x="656797" y="36445"/>
                    <a:pt x="660404" y="37578"/>
                    <a:pt x="664271" y="38438"/>
                  </a:cubicBezTo>
                  <a:cubicBezTo>
                    <a:pt x="668138" y="39297"/>
                    <a:pt x="671875" y="39922"/>
                    <a:pt x="675469" y="40313"/>
                  </a:cubicBezTo>
                  <a:cubicBezTo>
                    <a:pt x="674454" y="41484"/>
                    <a:pt x="673438" y="42669"/>
                    <a:pt x="672422" y="43880"/>
                  </a:cubicBezTo>
                  <a:cubicBezTo>
                    <a:pt x="671407" y="45091"/>
                    <a:pt x="670430" y="46328"/>
                    <a:pt x="669492" y="47578"/>
                  </a:cubicBezTo>
                  <a:cubicBezTo>
                    <a:pt x="666289" y="47031"/>
                    <a:pt x="662943" y="46328"/>
                    <a:pt x="659467" y="45469"/>
                  </a:cubicBezTo>
                  <a:cubicBezTo>
                    <a:pt x="655990" y="44609"/>
                    <a:pt x="652657" y="43477"/>
                    <a:pt x="649453" y="42070"/>
                  </a:cubicBezTo>
                  <a:cubicBezTo>
                    <a:pt x="646172" y="40742"/>
                    <a:pt x="643138" y="39102"/>
                    <a:pt x="640365" y="37149"/>
                  </a:cubicBezTo>
                  <a:cubicBezTo>
                    <a:pt x="637591" y="35195"/>
                    <a:pt x="635274" y="32891"/>
                    <a:pt x="633399" y="30234"/>
                  </a:cubicBezTo>
                  <a:cubicBezTo>
                    <a:pt x="631680" y="32734"/>
                    <a:pt x="629414" y="34922"/>
                    <a:pt x="626602" y="36797"/>
                  </a:cubicBezTo>
                  <a:cubicBezTo>
                    <a:pt x="623789" y="38672"/>
                    <a:pt x="620743" y="40313"/>
                    <a:pt x="617461" y="41719"/>
                  </a:cubicBezTo>
                  <a:cubicBezTo>
                    <a:pt x="614102" y="43125"/>
                    <a:pt x="610638" y="44310"/>
                    <a:pt x="607084" y="45287"/>
                  </a:cubicBezTo>
                  <a:cubicBezTo>
                    <a:pt x="603529" y="46263"/>
                    <a:pt x="600156" y="47031"/>
                    <a:pt x="596953" y="47578"/>
                  </a:cubicBezTo>
                  <a:cubicBezTo>
                    <a:pt x="596563" y="47188"/>
                    <a:pt x="596107" y="46680"/>
                    <a:pt x="595599" y="46055"/>
                  </a:cubicBezTo>
                  <a:cubicBezTo>
                    <a:pt x="595092" y="45430"/>
                    <a:pt x="594571" y="44805"/>
                    <a:pt x="594024" y="44180"/>
                  </a:cubicBezTo>
                  <a:cubicBezTo>
                    <a:pt x="593477" y="43555"/>
                    <a:pt x="592904" y="42904"/>
                    <a:pt x="592318" y="42240"/>
                  </a:cubicBezTo>
                  <a:cubicBezTo>
                    <a:pt x="591732" y="41576"/>
                    <a:pt x="591211" y="40938"/>
                    <a:pt x="590742" y="40313"/>
                  </a:cubicBezTo>
                  <a:cubicBezTo>
                    <a:pt x="594492" y="39844"/>
                    <a:pt x="598321" y="39180"/>
                    <a:pt x="602227" y="38320"/>
                  </a:cubicBezTo>
                  <a:cubicBezTo>
                    <a:pt x="606133" y="37461"/>
                    <a:pt x="609766" y="36328"/>
                    <a:pt x="613125" y="34922"/>
                  </a:cubicBezTo>
                  <a:cubicBezTo>
                    <a:pt x="616484" y="33594"/>
                    <a:pt x="619427" y="31953"/>
                    <a:pt x="621966" y="30000"/>
                  </a:cubicBezTo>
                  <a:cubicBezTo>
                    <a:pt x="624505" y="28047"/>
                    <a:pt x="626328" y="25742"/>
                    <a:pt x="627422" y="23086"/>
                  </a:cubicBezTo>
                  <a:lnTo>
                    <a:pt x="596367" y="23086"/>
                  </a:lnTo>
                  <a:close/>
                  <a:moveTo>
                    <a:pt x="7148" y="5977"/>
                  </a:moveTo>
                  <a:lnTo>
                    <a:pt x="57890" y="5977"/>
                  </a:lnTo>
                  <a:lnTo>
                    <a:pt x="57890" y="13828"/>
                  </a:lnTo>
                  <a:lnTo>
                    <a:pt x="37500" y="13828"/>
                  </a:lnTo>
                  <a:lnTo>
                    <a:pt x="37500" y="18047"/>
                  </a:lnTo>
                  <a:cubicBezTo>
                    <a:pt x="37500" y="22344"/>
                    <a:pt x="38242" y="26250"/>
                    <a:pt x="39727" y="29766"/>
                  </a:cubicBezTo>
                  <a:cubicBezTo>
                    <a:pt x="41211" y="33281"/>
                    <a:pt x="43203" y="36445"/>
                    <a:pt x="45703" y="39258"/>
                  </a:cubicBezTo>
                  <a:cubicBezTo>
                    <a:pt x="48203" y="41992"/>
                    <a:pt x="51055" y="44349"/>
                    <a:pt x="54258" y="46341"/>
                  </a:cubicBezTo>
                  <a:cubicBezTo>
                    <a:pt x="57461" y="48333"/>
                    <a:pt x="60820" y="49883"/>
                    <a:pt x="64336" y="50977"/>
                  </a:cubicBezTo>
                  <a:lnTo>
                    <a:pt x="58477" y="57774"/>
                  </a:lnTo>
                  <a:cubicBezTo>
                    <a:pt x="56445" y="56914"/>
                    <a:pt x="54219" y="55755"/>
                    <a:pt x="51797" y="54310"/>
                  </a:cubicBezTo>
                  <a:cubicBezTo>
                    <a:pt x="49375" y="52865"/>
                    <a:pt x="46992" y="51211"/>
                    <a:pt x="44648" y="49336"/>
                  </a:cubicBezTo>
                  <a:cubicBezTo>
                    <a:pt x="42305" y="47461"/>
                    <a:pt x="40078" y="45352"/>
                    <a:pt x="37969" y="43008"/>
                  </a:cubicBezTo>
                  <a:cubicBezTo>
                    <a:pt x="35859" y="40664"/>
                    <a:pt x="34101" y="38086"/>
                    <a:pt x="32695" y="35273"/>
                  </a:cubicBezTo>
                  <a:cubicBezTo>
                    <a:pt x="30742" y="40664"/>
                    <a:pt x="27422" y="45599"/>
                    <a:pt x="22734" y="50091"/>
                  </a:cubicBezTo>
                  <a:cubicBezTo>
                    <a:pt x="18047" y="54583"/>
                    <a:pt x="12773" y="58203"/>
                    <a:pt x="6914" y="60938"/>
                  </a:cubicBezTo>
                  <a:lnTo>
                    <a:pt x="0" y="54727"/>
                  </a:lnTo>
                  <a:cubicBezTo>
                    <a:pt x="3750" y="53242"/>
                    <a:pt x="7304" y="51341"/>
                    <a:pt x="10664" y="49036"/>
                  </a:cubicBezTo>
                  <a:cubicBezTo>
                    <a:pt x="14023" y="46732"/>
                    <a:pt x="16953" y="44024"/>
                    <a:pt x="19453" y="40898"/>
                  </a:cubicBezTo>
                  <a:cubicBezTo>
                    <a:pt x="21953" y="37852"/>
                    <a:pt x="23958" y="34414"/>
                    <a:pt x="25482" y="30586"/>
                  </a:cubicBezTo>
                  <a:cubicBezTo>
                    <a:pt x="27005" y="26758"/>
                    <a:pt x="27773" y="22500"/>
                    <a:pt x="27773" y="17813"/>
                  </a:cubicBezTo>
                  <a:lnTo>
                    <a:pt x="27773" y="13828"/>
                  </a:lnTo>
                  <a:lnTo>
                    <a:pt x="7148" y="13828"/>
                  </a:lnTo>
                  <a:close/>
                  <a:moveTo>
                    <a:pt x="399649" y="5625"/>
                  </a:moveTo>
                  <a:lnTo>
                    <a:pt x="434453" y="5625"/>
                  </a:lnTo>
                  <a:lnTo>
                    <a:pt x="434453" y="13477"/>
                  </a:lnTo>
                  <a:lnTo>
                    <a:pt x="406211" y="13477"/>
                  </a:lnTo>
                  <a:lnTo>
                    <a:pt x="406211" y="26836"/>
                  </a:lnTo>
                  <a:lnTo>
                    <a:pt x="431992" y="26836"/>
                  </a:lnTo>
                  <a:lnTo>
                    <a:pt x="431992" y="34102"/>
                  </a:lnTo>
                  <a:lnTo>
                    <a:pt x="406211" y="34102"/>
                  </a:lnTo>
                  <a:lnTo>
                    <a:pt x="406211" y="48516"/>
                  </a:lnTo>
                  <a:lnTo>
                    <a:pt x="411719" y="48516"/>
                  </a:lnTo>
                  <a:cubicBezTo>
                    <a:pt x="413438" y="48516"/>
                    <a:pt x="415664" y="48477"/>
                    <a:pt x="418399" y="48398"/>
                  </a:cubicBezTo>
                  <a:cubicBezTo>
                    <a:pt x="421133" y="48320"/>
                    <a:pt x="423984" y="48164"/>
                    <a:pt x="426953" y="47930"/>
                  </a:cubicBezTo>
                  <a:cubicBezTo>
                    <a:pt x="429844" y="47773"/>
                    <a:pt x="432591" y="47552"/>
                    <a:pt x="435208" y="47279"/>
                  </a:cubicBezTo>
                  <a:cubicBezTo>
                    <a:pt x="437826" y="47005"/>
                    <a:pt x="439922" y="46719"/>
                    <a:pt x="441484" y="46406"/>
                  </a:cubicBezTo>
                  <a:lnTo>
                    <a:pt x="441484" y="54141"/>
                  </a:lnTo>
                  <a:cubicBezTo>
                    <a:pt x="440547" y="54375"/>
                    <a:pt x="438841" y="54622"/>
                    <a:pt x="436380" y="54896"/>
                  </a:cubicBezTo>
                  <a:cubicBezTo>
                    <a:pt x="433919" y="55169"/>
                    <a:pt x="431133" y="55430"/>
                    <a:pt x="428008" y="55664"/>
                  </a:cubicBezTo>
                  <a:cubicBezTo>
                    <a:pt x="424883" y="55898"/>
                    <a:pt x="421641" y="56094"/>
                    <a:pt x="418281" y="56250"/>
                  </a:cubicBezTo>
                  <a:cubicBezTo>
                    <a:pt x="414922" y="56406"/>
                    <a:pt x="411875" y="56484"/>
                    <a:pt x="409141" y="56484"/>
                  </a:cubicBezTo>
                  <a:lnTo>
                    <a:pt x="399649" y="56484"/>
                  </a:lnTo>
                  <a:cubicBezTo>
                    <a:pt x="398711" y="56484"/>
                    <a:pt x="398060" y="56302"/>
                    <a:pt x="397708" y="55951"/>
                  </a:cubicBezTo>
                  <a:cubicBezTo>
                    <a:pt x="397357" y="55599"/>
                    <a:pt x="397188" y="54961"/>
                    <a:pt x="397188" y="54023"/>
                  </a:cubicBezTo>
                  <a:lnTo>
                    <a:pt x="397188" y="8086"/>
                  </a:lnTo>
                  <a:cubicBezTo>
                    <a:pt x="397188" y="7148"/>
                    <a:pt x="397357" y="6497"/>
                    <a:pt x="397708" y="6146"/>
                  </a:cubicBezTo>
                  <a:cubicBezTo>
                    <a:pt x="398060" y="5794"/>
                    <a:pt x="398711" y="5625"/>
                    <a:pt x="399649" y="5625"/>
                  </a:cubicBezTo>
                  <a:close/>
                  <a:moveTo>
                    <a:pt x="222148" y="5391"/>
                  </a:moveTo>
                  <a:lnTo>
                    <a:pt x="231758" y="5391"/>
                  </a:lnTo>
                  <a:lnTo>
                    <a:pt x="231758" y="25781"/>
                  </a:lnTo>
                  <a:cubicBezTo>
                    <a:pt x="231758" y="36797"/>
                    <a:pt x="234037" y="46211"/>
                    <a:pt x="238607" y="54023"/>
                  </a:cubicBezTo>
                  <a:cubicBezTo>
                    <a:pt x="243177" y="61836"/>
                    <a:pt x="250391" y="68828"/>
                    <a:pt x="260234" y="75000"/>
                  </a:cubicBezTo>
                  <a:lnTo>
                    <a:pt x="253437" y="81680"/>
                  </a:lnTo>
                  <a:cubicBezTo>
                    <a:pt x="247891" y="77930"/>
                    <a:pt x="242695" y="73333"/>
                    <a:pt x="237852" y="67904"/>
                  </a:cubicBezTo>
                  <a:cubicBezTo>
                    <a:pt x="233008" y="62474"/>
                    <a:pt x="229297" y="56289"/>
                    <a:pt x="226719" y="49336"/>
                  </a:cubicBezTo>
                  <a:cubicBezTo>
                    <a:pt x="224609" y="56602"/>
                    <a:pt x="221055" y="63203"/>
                    <a:pt x="216055" y="69141"/>
                  </a:cubicBezTo>
                  <a:cubicBezTo>
                    <a:pt x="211055" y="75078"/>
                    <a:pt x="205742" y="80156"/>
                    <a:pt x="200117" y="84375"/>
                  </a:cubicBezTo>
                  <a:lnTo>
                    <a:pt x="192383" y="78164"/>
                  </a:lnTo>
                  <a:cubicBezTo>
                    <a:pt x="201992" y="72305"/>
                    <a:pt x="209349" y="64727"/>
                    <a:pt x="214466" y="55430"/>
                  </a:cubicBezTo>
                  <a:cubicBezTo>
                    <a:pt x="219583" y="46133"/>
                    <a:pt x="222148" y="35859"/>
                    <a:pt x="222148" y="24609"/>
                  </a:cubicBezTo>
                  <a:close/>
                  <a:moveTo>
                    <a:pt x="103333" y="5391"/>
                  </a:moveTo>
                  <a:lnTo>
                    <a:pt x="112591" y="5391"/>
                  </a:lnTo>
                  <a:lnTo>
                    <a:pt x="112591" y="23555"/>
                  </a:lnTo>
                  <a:lnTo>
                    <a:pt x="163450" y="23555"/>
                  </a:lnTo>
                  <a:lnTo>
                    <a:pt x="163450" y="5391"/>
                  </a:lnTo>
                  <a:lnTo>
                    <a:pt x="172708" y="5391"/>
                  </a:lnTo>
                  <a:lnTo>
                    <a:pt x="172708" y="58477"/>
                  </a:lnTo>
                  <a:cubicBezTo>
                    <a:pt x="172708" y="59414"/>
                    <a:pt x="172526" y="60052"/>
                    <a:pt x="172174" y="60404"/>
                  </a:cubicBezTo>
                  <a:cubicBezTo>
                    <a:pt x="171823" y="60755"/>
                    <a:pt x="171185" y="60938"/>
                    <a:pt x="170247" y="60938"/>
                  </a:cubicBezTo>
                  <a:lnTo>
                    <a:pt x="142708" y="60938"/>
                  </a:lnTo>
                  <a:lnTo>
                    <a:pt x="142708" y="83906"/>
                  </a:lnTo>
                  <a:lnTo>
                    <a:pt x="185716" y="83906"/>
                  </a:lnTo>
                  <a:lnTo>
                    <a:pt x="185716" y="91992"/>
                  </a:lnTo>
                  <a:lnTo>
                    <a:pt x="90325" y="91992"/>
                  </a:lnTo>
                  <a:lnTo>
                    <a:pt x="90325" y="83906"/>
                  </a:lnTo>
                  <a:lnTo>
                    <a:pt x="133099" y="83906"/>
                  </a:lnTo>
                  <a:lnTo>
                    <a:pt x="133099" y="60938"/>
                  </a:lnTo>
                  <a:lnTo>
                    <a:pt x="105794" y="60938"/>
                  </a:lnTo>
                  <a:cubicBezTo>
                    <a:pt x="104857" y="60938"/>
                    <a:pt x="104206" y="60755"/>
                    <a:pt x="103854" y="60404"/>
                  </a:cubicBezTo>
                  <a:cubicBezTo>
                    <a:pt x="103502" y="60052"/>
                    <a:pt x="103333" y="59414"/>
                    <a:pt x="103333" y="58477"/>
                  </a:cubicBezTo>
                  <a:close/>
                  <a:moveTo>
                    <a:pt x="328411" y="5273"/>
                  </a:moveTo>
                  <a:lnTo>
                    <a:pt x="338373" y="5273"/>
                  </a:lnTo>
                  <a:lnTo>
                    <a:pt x="338373" y="14180"/>
                  </a:lnTo>
                  <a:cubicBezTo>
                    <a:pt x="338373" y="18633"/>
                    <a:pt x="339440" y="22982"/>
                    <a:pt x="341588" y="27240"/>
                  </a:cubicBezTo>
                  <a:cubicBezTo>
                    <a:pt x="343737" y="31497"/>
                    <a:pt x="346615" y="35469"/>
                    <a:pt x="350208" y="39141"/>
                  </a:cubicBezTo>
                  <a:cubicBezTo>
                    <a:pt x="353802" y="42734"/>
                    <a:pt x="357904" y="45911"/>
                    <a:pt x="362513" y="48685"/>
                  </a:cubicBezTo>
                  <a:cubicBezTo>
                    <a:pt x="367122" y="51458"/>
                    <a:pt x="371888" y="53594"/>
                    <a:pt x="376810" y="55078"/>
                  </a:cubicBezTo>
                  <a:lnTo>
                    <a:pt x="370248" y="61992"/>
                  </a:lnTo>
                  <a:cubicBezTo>
                    <a:pt x="366810" y="60820"/>
                    <a:pt x="363229" y="59193"/>
                    <a:pt x="359518" y="57122"/>
                  </a:cubicBezTo>
                  <a:cubicBezTo>
                    <a:pt x="355807" y="55052"/>
                    <a:pt x="352279" y="52617"/>
                    <a:pt x="348919" y="49805"/>
                  </a:cubicBezTo>
                  <a:cubicBezTo>
                    <a:pt x="345560" y="47070"/>
                    <a:pt x="342513" y="44037"/>
                    <a:pt x="339779" y="40716"/>
                  </a:cubicBezTo>
                  <a:cubicBezTo>
                    <a:pt x="337044" y="37396"/>
                    <a:pt x="334974" y="33867"/>
                    <a:pt x="333568" y="30117"/>
                  </a:cubicBezTo>
                  <a:cubicBezTo>
                    <a:pt x="332005" y="33789"/>
                    <a:pt x="329896" y="37266"/>
                    <a:pt x="327240" y="40547"/>
                  </a:cubicBezTo>
                  <a:cubicBezTo>
                    <a:pt x="324583" y="43828"/>
                    <a:pt x="321576" y="46836"/>
                    <a:pt x="318216" y="49570"/>
                  </a:cubicBezTo>
                  <a:cubicBezTo>
                    <a:pt x="314857" y="52305"/>
                    <a:pt x="311315" y="54740"/>
                    <a:pt x="307604" y="56888"/>
                  </a:cubicBezTo>
                  <a:cubicBezTo>
                    <a:pt x="303893" y="59037"/>
                    <a:pt x="300286" y="60781"/>
                    <a:pt x="296771" y="62109"/>
                  </a:cubicBezTo>
                  <a:lnTo>
                    <a:pt x="289740" y="54961"/>
                  </a:lnTo>
                  <a:cubicBezTo>
                    <a:pt x="294427" y="53555"/>
                    <a:pt x="299089" y="51536"/>
                    <a:pt x="303737" y="48919"/>
                  </a:cubicBezTo>
                  <a:cubicBezTo>
                    <a:pt x="308385" y="46302"/>
                    <a:pt x="312513" y="43242"/>
                    <a:pt x="316107" y="39727"/>
                  </a:cubicBezTo>
                  <a:cubicBezTo>
                    <a:pt x="319779" y="36211"/>
                    <a:pt x="322747" y="32279"/>
                    <a:pt x="325013" y="27943"/>
                  </a:cubicBezTo>
                  <a:cubicBezTo>
                    <a:pt x="327279" y="23607"/>
                    <a:pt x="328411" y="19024"/>
                    <a:pt x="328411" y="14180"/>
                  </a:cubicBezTo>
                  <a:close/>
                  <a:moveTo>
                    <a:pt x="492083" y="4922"/>
                  </a:moveTo>
                  <a:lnTo>
                    <a:pt x="562513" y="4922"/>
                  </a:lnTo>
                  <a:cubicBezTo>
                    <a:pt x="563451" y="4922"/>
                    <a:pt x="564089" y="5091"/>
                    <a:pt x="564440" y="5443"/>
                  </a:cubicBezTo>
                  <a:cubicBezTo>
                    <a:pt x="564792" y="5794"/>
                    <a:pt x="564974" y="6445"/>
                    <a:pt x="564974" y="7383"/>
                  </a:cubicBezTo>
                  <a:cubicBezTo>
                    <a:pt x="564740" y="10664"/>
                    <a:pt x="564427" y="14232"/>
                    <a:pt x="564037" y="18099"/>
                  </a:cubicBezTo>
                  <a:cubicBezTo>
                    <a:pt x="563646" y="21966"/>
                    <a:pt x="563216" y="25899"/>
                    <a:pt x="562748" y="29883"/>
                  </a:cubicBezTo>
                  <a:cubicBezTo>
                    <a:pt x="562279" y="33789"/>
                    <a:pt x="561745" y="37591"/>
                    <a:pt x="561159" y="41302"/>
                  </a:cubicBezTo>
                  <a:cubicBezTo>
                    <a:pt x="560573" y="45013"/>
                    <a:pt x="560013" y="48281"/>
                    <a:pt x="559466" y="51094"/>
                  </a:cubicBezTo>
                  <a:lnTo>
                    <a:pt x="576341" y="51094"/>
                  </a:lnTo>
                  <a:lnTo>
                    <a:pt x="576341" y="59063"/>
                  </a:lnTo>
                  <a:lnTo>
                    <a:pt x="532396" y="59063"/>
                  </a:lnTo>
                  <a:lnTo>
                    <a:pt x="532396" y="105117"/>
                  </a:lnTo>
                  <a:lnTo>
                    <a:pt x="523021" y="105117"/>
                  </a:lnTo>
                  <a:lnTo>
                    <a:pt x="523021" y="59063"/>
                  </a:lnTo>
                  <a:lnTo>
                    <a:pt x="480951" y="59063"/>
                  </a:lnTo>
                  <a:lnTo>
                    <a:pt x="480951" y="51094"/>
                  </a:lnTo>
                  <a:lnTo>
                    <a:pt x="550208" y="51094"/>
                  </a:lnTo>
                  <a:cubicBezTo>
                    <a:pt x="550756" y="48281"/>
                    <a:pt x="551302" y="45247"/>
                    <a:pt x="551849" y="42005"/>
                  </a:cubicBezTo>
                  <a:cubicBezTo>
                    <a:pt x="552396" y="38763"/>
                    <a:pt x="552904" y="35469"/>
                    <a:pt x="553373" y="32109"/>
                  </a:cubicBezTo>
                  <a:cubicBezTo>
                    <a:pt x="553763" y="28750"/>
                    <a:pt x="554128" y="25430"/>
                    <a:pt x="554479" y="22148"/>
                  </a:cubicBezTo>
                  <a:cubicBezTo>
                    <a:pt x="554831" y="18867"/>
                    <a:pt x="555091" y="15781"/>
                    <a:pt x="555247" y="12891"/>
                  </a:cubicBezTo>
                  <a:lnTo>
                    <a:pt x="492083" y="12891"/>
                  </a:lnTo>
                  <a:close/>
                  <a:moveTo>
                    <a:pt x="448867" y="3047"/>
                  </a:moveTo>
                  <a:lnTo>
                    <a:pt x="458008" y="3047"/>
                  </a:lnTo>
                  <a:lnTo>
                    <a:pt x="458008" y="61172"/>
                  </a:lnTo>
                  <a:lnTo>
                    <a:pt x="448867" y="61172"/>
                  </a:lnTo>
                  <a:lnTo>
                    <a:pt x="448867" y="32461"/>
                  </a:lnTo>
                  <a:lnTo>
                    <a:pt x="435977" y="32461"/>
                  </a:lnTo>
                  <a:lnTo>
                    <a:pt x="435977" y="24375"/>
                  </a:lnTo>
                  <a:lnTo>
                    <a:pt x="448867" y="24375"/>
                  </a:lnTo>
                  <a:close/>
                  <a:moveTo>
                    <a:pt x="469024" y="1172"/>
                  </a:moveTo>
                  <a:lnTo>
                    <a:pt x="478047" y="1172"/>
                  </a:lnTo>
                  <a:lnTo>
                    <a:pt x="478047" y="61172"/>
                  </a:lnTo>
                  <a:lnTo>
                    <a:pt x="469024" y="61172"/>
                  </a:lnTo>
                  <a:close/>
                  <a:moveTo>
                    <a:pt x="272188" y="1172"/>
                  </a:moveTo>
                  <a:lnTo>
                    <a:pt x="281563" y="1172"/>
                  </a:lnTo>
                  <a:lnTo>
                    <a:pt x="281563" y="105000"/>
                  </a:lnTo>
                  <a:lnTo>
                    <a:pt x="272188" y="105000"/>
                  </a:lnTo>
                  <a:close/>
                  <a:moveTo>
                    <a:pt x="78398" y="1172"/>
                  </a:moveTo>
                  <a:lnTo>
                    <a:pt x="87539" y="1172"/>
                  </a:lnTo>
                  <a:lnTo>
                    <a:pt x="87539" y="64102"/>
                  </a:lnTo>
                  <a:lnTo>
                    <a:pt x="78398" y="64102"/>
                  </a:lnTo>
                  <a:lnTo>
                    <a:pt x="78398" y="32578"/>
                  </a:lnTo>
                  <a:lnTo>
                    <a:pt x="56836" y="32578"/>
                  </a:lnTo>
                  <a:lnTo>
                    <a:pt x="56836" y="24844"/>
                  </a:lnTo>
                  <a:lnTo>
                    <a:pt x="78398" y="24844"/>
                  </a:lnTo>
                  <a:close/>
                  <a:moveTo>
                    <a:pt x="613477" y="0"/>
                  </a:moveTo>
                  <a:lnTo>
                    <a:pt x="651797" y="0"/>
                  </a:lnTo>
                  <a:lnTo>
                    <a:pt x="651797" y="7500"/>
                  </a:lnTo>
                  <a:lnTo>
                    <a:pt x="613477" y="750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CDC794F-FC5E-4898-9D33-D36300A25C9E}"/>
                </a:ext>
              </a:extLst>
            </p:cNvPr>
            <p:cNvSpPr txBox="1"/>
            <p:nvPr/>
          </p:nvSpPr>
          <p:spPr>
            <a:xfrm>
              <a:off x="3955673" y="1697610"/>
              <a:ext cx="912047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정보시스템구축</a:t>
              </a:r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F60E14B3-6364-4E21-8C00-0949ACC1465C}"/>
                </a:ext>
              </a:extLst>
            </p:cNvPr>
            <p:cNvSpPr/>
            <p:nvPr/>
          </p:nvSpPr>
          <p:spPr>
            <a:xfrm>
              <a:off x="4741762" y="1811520"/>
              <a:ext cx="12070" cy="12070"/>
            </a:xfrm>
            <a:custGeom>
              <a:avLst/>
              <a:gdLst>
                <a:gd name="connsiteX0" fmla="*/ 0 w 12070"/>
                <a:gd name="connsiteY0" fmla="*/ 0 h 12070"/>
                <a:gd name="connsiteX1" fmla="*/ 12070 w 12070"/>
                <a:gd name="connsiteY1" fmla="*/ 0 h 12070"/>
                <a:gd name="connsiteX2" fmla="*/ 12070 w 12070"/>
                <a:gd name="connsiteY2" fmla="*/ 12070 h 12070"/>
                <a:gd name="connsiteX3" fmla="*/ 0 w 12070"/>
                <a:gd name="connsiteY3" fmla="*/ 12070 h 1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0" h="12070">
                  <a:moveTo>
                    <a:pt x="0" y="0"/>
                  </a:moveTo>
                  <a:lnTo>
                    <a:pt x="12070" y="0"/>
                  </a:lnTo>
                  <a:lnTo>
                    <a:pt x="12070" y="12070"/>
                  </a:lnTo>
                  <a:lnTo>
                    <a:pt x="0" y="1207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1C5AA38-47D9-4296-B676-D5B55E6730AB}"/>
                </a:ext>
              </a:extLst>
            </p:cNvPr>
            <p:cNvSpPr txBox="1"/>
            <p:nvPr/>
          </p:nvSpPr>
          <p:spPr>
            <a:xfrm>
              <a:off x="4650322" y="1763339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·</a:t>
              </a:r>
            </a:p>
          </p:txBody>
        </p:sp>
        <p:sp>
          <p:nvSpPr>
            <p:cNvPr id="64" name="자유형: 도형 63">
              <a:extLst>
                <a:ext uri="{FF2B5EF4-FFF2-40B4-BE49-F238E27FC236}">
                  <a16:creationId xmlns:a16="http://schemas.microsoft.com/office/drawing/2014/main" id="{4CA7FBF1-41A9-4187-9810-A06EC8C78275}"/>
                </a:ext>
              </a:extLst>
            </p:cNvPr>
            <p:cNvSpPr/>
            <p:nvPr/>
          </p:nvSpPr>
          <p:spPr>
            <a:xfrm>
              <a:off x="4771319" y="1768277"/>
              <a:ext cx="188059" cy="103945"/>
            </a:xfrm>
            <a:custGeom>
              <a:avLst/>
              <a:gdLst>
                <a:gd name="connsiteX0" fmla="*/ 108490 w 188059"/>
                <a:gd name="connsiteY0" fmla="*/ 58594 h 103945"/>
                <a:gd name="connsiteX1" fmla="*/ 171654 w 188059"/>
                <a:gd name="connsiteY1" fmla="*/ 58594 h 103945"/>
                <a:gd name="connsiteX2" fmla="*/ 173581 w 188059"/>
                <a:gd name="connsiteY2" fmla="*/ 59115 h 103945"/>
                <a:gd name="connsiteX3" fmla="*/ 174115 w 188059"/>
                <a:gd name="connsiteY3" fmla="*/ 61055 h 103945"/>
                <a:gd name="connsiteX4" fmla="*/ 174115 w 188059"/>
                <a:gd name="connsiteY4" fmla="*/ 81914 h 103945"/>
                <a:gd name="connsiteX5" fmla="*/ 173581 w 188059"/>
                <a:gd name="connsiteY5" fmla="*/ 83841 h 103945"/>
                <a:gd name="connsiteX6" fmla="*/ 171654 w 188059"/>
                <a:gd name="connsiteY6" fmla="*/ 84375 h 103945"/>
                <a:gd name="connsiteX7" fmla="*/ 118334 w 188059"/>
                <a:gd name="connsiteY7" fmla="*/ 84375 h 103945"/>
                <a:gd name="connsiteX8" fmla="*/ 118334 w 188059"/>
                <a:gd name="connsiteY8" fmla="*/ 95625 h 103945"/>
                <a:gd name="connsiteX9" fmla="*/ 176576 w 188059"/>
                <a:gd name="connsiteY9" fmla="*/ 95625 h 103945"/>
                <a:gd name="connsiteX10" fmla="*/ 176576 w 188059"/>
                <a:gd name="connsiteY10" fmla="*/ 103125 h 103945"/>
                <a:gd name="connsiteX11" fmla="*/ 110951 w 188059"/>
                <a:gd name="connsiteY11" fmla="*/ 103125 h 103945"/>
                <a:gd name="connsiteX12" fmla="*/ 109011 w 188059"/>
                <a:gd name="connsiteY12" fmla="*/ 102591 h 103945"/>
                <a:gd name="connsiteX13" fmla="*/ 108490 w 188059"/>
                <a:gd name="connsiteY13" fmla="*/ 100664 h 103945"/>
                <a:gd name="connsiteX14" fmla="*/ 108490 w 188059"/>
                <a:gd name="connsiteY14" fmla="*/ 79687 h 103945"/>
                <a:gd name="connsiteX15" fmla="*/ 109011 w 188059"/>
                <a:gd name="connsiteY15" fmla="*/ 77747 h 103945"/>
                <a:gd name="connsiteX16" fmla="*/ 110951 w 188059"/>
                <a:gd name="connsiteY16" fmla="*/ 77227 h 103945"/>
                <a:gd name="connsiteX17" fmla="*/ 164388 w 188059"/>
                <a:gd name="connsiteY17" fmla="*/ 77227 h 103945"/>
                <a:gd name="connsiteX18" fmla="*/ 164388 w 188059"/>
                <a:gd name="connsiteY18" fmla="*/ 66211 h 103945"/>
                <a:gd name="connsiteX19" fmla="*/ 108490 w 188059"/>
                <a:gd name="connsiteY19" fmla="*/ 66211 h 103945"/>
                <a:gd name="connsiteX20" fmla="*/ 106146 w 188059"/>
                <a:gd name="connsiteY20" fmla="*/ 25430 h 103945"/>
                <a:gd name="connsiteX21" fmla="*/ 106146 w 188059"/>
                <a:gd name="connsiteY21" fmla="*/ 40547 h 103945"/>
                <a:gd name="connsiteX22" fmla="*/ 135208 w 188059"/>
                <a:gd name="connsiteY22" fmla="*/ 40547 h 103945"/>
                <a:gd name="connsiteX23" fmla="*/ 135208 w 188059"/>
                <a:gd name="connsiteY23" fmla="*/ 25430 h 103945"/>
                <a:gd name="connsiteX24" fmla="*/ 5977 w 188059"/>
                <a:gd name="connsiteY24" fmla="*/ 6914 h 103945"/>
                <a:gd name="connsiteX25" fmla="*/ 41250 w 188059"/>
                <a:gd name="connsiteY25" fmla="*/ 6914 h 103945"/>
                <a:gd name="connsiteX26" fmla="*/ 43177 w 188059"/>
                <a:gd name="connsiteY26" fmla="*/ 7435 h 103945"/>
                <a:gd name="connsiteX27" fmla="*/ 43711 w 188059"/>
                <a:gd name="connsiteY27" fmla="*/ 9375 h 103945"/>
                <a:gd name="connsiteX28" fmla="*/ 41016 w 188059"/>
                <a:gd name="connsiteY28" fmla="*/ 31289 h 103945"/>
                <a:gd name="connsiteX29" fmla="*/ 34453 w 188059"/>
                <a:gd name="connsiteY29" fmla="*/ 50039 h 103945"/>
                <a:gd name="connsiteX30" fmla="*/ 23373 w 188059"/>
                <a:gd name="connsiteY30" fmla="*/ 66445 h 103945"/>
                <a:gd name="connsiteX31" fmla="*/ 7617 w 188059"/>
                <a:gd name="connsiteY31" fmla="*/ 80977 h 103945"/>
                <a:gd name="connsiteX32" fmla="*/ 0 w 188059"/>
                <a:gd name="connsiteY32" fmla="*/ 75352 h 103945"/>
                <a:gd name="connsiteX33" fmla="*/ 24896 w 188059"/>
                <a:gd name="connsiteY33" fmla="*/ 49271 h 103945"/>
                <a:gd name="connsiteX34" fmla="*/ 34336 w 188059"/>
                <a:gd name="connsiteY34" fmla="*/ 14766 h 103945"/>
                <a:gd name="connsiteX35" fmla="*/ 5977 w 188059"/>
                <a:gd name="connsiteY35" fmla="*/ 14766 h 103945"/>
                <a:gd name="connsiteX36" fmla="*/ 97123 w 188059"/>
                <a:gd name="connsiteY36" fmla="*/ 3281 h 103945"/>
                <a:gd name="connsiteX37" fmla="*/ 106146 w 188059"/>
                <a:gd name="connsiteY37" fmla="*/ 3281 h 103945"/>
                <a:gd name="connsiteX38" fmla="*/ 106146 w 188059"/>
                <a:gd name="connsiteY38" fmla="*/ 17812 h 103945"/>
                <a:gd name="connsiteX39" fmla="*/ 135208 w 188059"/>
                <a:gd name="connsiteY39" fmla="*/ 17812 h 103945"/>
                <a:gd name="connsiteX40" fmla="*/ 135208 w 188059"/>
                <a:gd name="connsiteY40" fmla="*/ 3281 h 103945"/>
                <a:gd name="connsiteX41" fmla="*/ 144232 w 188059"/>
                <a:gd name="connsiteY41" fmla="*/ 3281 h 103945"/>
                <a:gd name="connsiteX42" fmla="*/ 144232 w 188059"/>
                <a:gd name="connsiteY42" fmla="*/ 45703 h 103945"/>
                <a:gd name="connsiteX43" fmla="*/ 143698 w 188059"/>
                <a:gd name="connsiteY43" fmla="*/ 47630 h 103945"/>
                <a:gd name="connsiteX44" fmla="*/ 141771 w 188059"/>
                <a:gd name="connsiteY44" fmla="*/ 48164 h 103945"/>
                <a:gd name="connsiteX45" fmla="*/ 99584 w 188059"/>
                <a:gd name="connsiteY45" fmla="*/ 48164 h 103945"/>
                <a:gd name="connsiteX46" fmla="*/ 97643 w 188059"/>
                <a:gd name="connsiteY46" fmla="*/ 47630 h 103945"/>
                <a:gd name="connsiteX47" fmla="*/ 97123 w 188059"/>
                <a:gd name="connsiteY47" fmla="*/ 45703 h 103945"/>
                <a:gd name="connsiteX48" fmla="*/ 164623 w 188059"/>
                <a:gd name="connsiteY48" fmla="*/ 0 h 103945"/>
                <a:gd name="connsiteX49" fmla="*/ 173880 w 188059"/>
                <a:gd name="connsiteY49" fmla="*/ 0 h 103945"/>
                <a:gd name="connsiteX50" fmla="*/ 173880 w 188059"/>
                <a:gd name="connsiteY50" fmla="*/ 19336 h 103945"/>
                <a:gd name="connsiteX51" fmla="*/ 188060 w 188059"/>
                <a:gd name="connsiteY51" fmla="*/ 19336 h 103945"/>
                <a:gd name="connsiteX52" fmla="*/ 188060 w 188059"/>
                <a:gd name="connsiteY52" fmla="*/ 27422 h 103945"/>
                <a:gd name="connsiteX53" fmla="*/ 173880 w 188059"/>
                <a:gd name="connsiteY53" fmla="*/ 27422 h 103945"/>
                <a:gd name="connsiteX54" fmla="*/ 173880 w 188059"/>
                <a:gd name="connsiteY54" fmla="*/ 53437 h 103945"/>
                <a:gd name="connsiteX55" fmla="*/ 164623 w 188059"/>
                <a:gd name="connsiteY55" fmla="*/ 53437 h 103945"/>
                <a:gd name="connsiteX56" fmla="*/ 78516 w 188059"/>
                <a:gd name="connsiteY56" fmla="*/ 0 h 103945"/>
                <a:gd name="connsiteX57" fmla="*/ 87539 w 188059"/>
                <a:gd name="connsiteY57" fmla="*/ 0 h 103945"/>
                <a:gd name="connsiteX58" fmla="*/ 87539 w 188059"/>
                <a:gd name="connsiteY58" fmla="*/ 103945 h 103945"/>
                <a:gd name="connsiteX59" fmla="*/ 78516 w 188059"/>
                <a:gd name="connsiteY59" fmla="*/ 103945 h 103945"/>
                <a:gd name="connsiteX60" fmla="*/ 78516 w 188059"/>
                <a:gd name="connsiteY60" fmla="*/ 47109 h 103945"/>
                <a:gd name="connsiteX61" fmla="*/ 64571 w 188059"/>
                <a:gd name="connsiteY61" fmla="*/ 47109 h 103945"/>
                <a:gd name="connsiteX62" fmla="*/ 64571 w 188059"/>
                <a:gd name="connsiteY62" fmla="*/ 99023 h 103945"/>
                <a:gd name="connsiteX63" fmla="*/ 55547 w 188059"/>
                <a:gd name="connsiteY63" fmla="*/ 99023 h 103945"/>
                <a:gd name="connsiteX64" fmla="*/ 55547 w 188059"/>
                <a:gd name="connsiteY64" fmla="*/ 1758 h 103945"/>
                <a:gd name="connsiteX65" fmla="*/ 64571 w 188059"/>
                <a:gd name="connsiteY65" fmla="*/ 1758 h 103945"/>
                <a:gd name="connsiteX66" fmla="*/ 64571 w 188059"/>
                <a:gd name="connsiteY66" fmla="*/ 38203 h 103945"/>
                <a:gd name="connsiteX67" fmla="*/ 78516 w 188059"/>
                <a:gd name="connsiteY67" fmla="*/ 38203 h 10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88059" h="103945">
                  <a:moveTo>
                    <a:pt x="108490" y="58594"/>
                  </a:moveTo>
                  <a:lnTo>
                    <a:pt x="171654" y="58594"/>
                  </a:lnTo>
                  <a:cubicBezTo>
                    <a:pt x="172591" y="58594"/>
                    <a:pt x="173229" y="58763"/>
                    <a:pt x="173581" y="59115"/>
                  </a:cubicBezTo>
                  <a:cubicBezTo>
                    <a:pt x="173932" y="59466"/>
                    <a:pt x="174115" y="60117"/>
                    <a:pt x="174115" y="61055"/>
                  </a:cubicBezTo>
                  <a:lnTo>
                    <a:pt x="174115" y="81914"/>
                  </a:lnTo>
                  <a:cubicBezTo>
                    <a:pt x="174115" y="82852"/>
                    <a:pt x="173932" y="83490"/>
                    <a:pt x="173581" y="83841"/>
                  </a:cubicBezTo>
                  <a:cubicBezTo>
                    <a:pt x="173229" y="84193"/>
                    <a:pt x="172591" y="84375"/>
                    <a:pt x="171654" y="84375"/>
                  </a:cubicBezTo>
                  <a:lnTo>
                    <a:pt x="118334" y="84375"/>
                  </a:lnTo>
                  <a:lnTo>
                    <a:pt x="118334" y="95625"/>
                  </a:lnTo>
                  <a:lnTo>
                    <a:pt x="176576" y="95625"/>
                  </a:lnTo>
                  <a:lnTo>
                    <a:pt x="176576" y="103125"/>
                  </a:lnTo>
                  <a:lnTo>
                    <a:pt x="110951" y="103125"/>
                  </a:lnTo>
                  <a:cubicBezTo>
                    <a:pt x="110013" y="103125"/>
                    <a:pt x="109362" y="102943"/>
                    <a:pt x="109011" y="102591"/>
                  </a:cubicBezTo>
                  <a:cubicBezTo>
                    <a:pt x="108659" y="102240"/>
                    <a:pt x="108490" y="101602"/>
                    <a:pt x="108490" y="100664"/>
                  </a:cubicBezTo>
                  <a:lnTo>
                    <a:pt x="108490" y="79687"/>
                  </a:lnTo>
                  <a:cubicBezTo>
                    <a:pt x="108490" y="78750"/>
                    <a:pt x="108659" y="78099"/>
                    <a:pt x="109011" y="77747"/>
                  </a:cubicBezTo>
                  <a:cubicBezTo>
                    <a:pt x="109362" y="77396"/>
                    <a:pt x="110013" y="77227"/>
                    <a:pt x="110951" y="77227"/>
                  </a:cubicBezTo>
                  <a:lnTo>
                    <a:pt x="164388" y="77227"/>
                  </a:lnTo>
                  <a:lnTo>
                    <a:pt x="164388" y="66211"/>
                  </a:lnTo>
                  <a:lnTo>
                    <a:pt x="108490" y="66211"/>
                  </a:lnTo>
                  <a:close/>
                  <a:moveTo>
                    <a:pt x="106146" y="25430"/>
                  </a:moveTo>
                  <a:lnTo>
                    <a:pt x="106146" y="40547"/>
                  </a:lnTo>
                  <a:lnTo>
                    <a:pt x="135208" y="40547"/>
                  </a:lnTo>
                  <a:lnTo>
                    <a:pt x="135208" y="25430"/>
                  </a:lnTo>
                  <a:close/>
                  <a:moveTo>
                    <a:pt x="5977" y="6914"/>
                  </a:moveTo>
                  <a:lnTo>
                    <a:pt x="41250" y="6914"/>
                  </a:lnTo>
                  <a:cubicBezTo>
                    <a:pt x="42187" y="6914"/>
                    <a:pt x="42826" y="7083"/>
                    <a:pt x="43177" y="7435"/>
                  </a:cubicBezTo>
                  <a:cubicBezTo>
                    <a:pt x="43529" y="7786"/>
                    <a:pt x="43711" y="8437"/>
                    <a:pt x="43711" y="9375"/>
                  </a:cubicBezTo>
                  <a:cubicBezTo>
                    <a:pt x="43399" y="17266"/>
                    <a:pt x="42500" y="24570"/>
                    <a:pt x="41016" y="31289"/>
                  </a:cubicBezTo>
                  <a:cubicBezTo>
                    <a:pt x="39531" y="38008"/>
                    <a:pt x="37344" y="44258"/>
                    <a:pt x="34453" y="50039"/>
                  </a:cubicBezTo>
                  <a:cubicBezTo>
                    <a:pt x="31484" y="55898"/>
                    <a:pt x="27787" y="61367"/>
                    <a:pt x="23373" y="66445"/>
                  </a:cubicBezTo>
                  <a:cubicBezTo>
                    <a:pt x="18958" y="71523"/>
                    <a:pt x="13711" y="76367"/>
                    <a:pt x="7617" y="80977"/>
                  </a:cubicBezTo>
                  <a:lnTo>
                    <a:pt x="0" y="75352"/>
                  </a:lnTo>
                  <a:cubicBezTo>
                    <a:pt x="10547" y="68320"/>
                    <a:pt x="18841" y="59622"/>
                    <a:pt x="24896" y="49271"/>
                  </a:cubicBezTo>
                  <a:cubicBezTo>
                    <a:pt x="30951" y="38919"/>
                    <a:pt x="34101" y="27422"/>
                    <a:pt x="34336" y="14766"/>
                  </a:cubicBezTo>
                  <a:lnTo>
                    <a:pt x="5977" y="14766"/>
                  </a:lnTo>
                  <a:close/>
                  <a:moveTo>
                    <a:pt x="97123" y="3281"/>
                  </a:moveTo>
                  <a:lnTo>
                    <a:pt x="106146" y="3281"/>
                  </a:lnTo>
                  <a:lnTo>
                    <a:pt x="106146" y="17812"/>
                  </a:lnTo>
                  <a:lnTo>
                    <a:pt x="135208" y="17812"/>
                  </a:lnTo>
                  <a:lnTo>
                    <a:pt x="135208" y="3281"/>
                  </a:lnTo>
                  <a:lnTo>
                    <a:pt x="144232" y="3281"/>
                  </a:lnTo>
                  <a:lnTo>
                    <a:pt x="144232" y="45703"/>
                  </a:lnTo>
                  <a:cubicBezTo>
                    <a:pt x="144232" y="46641"/>
                    <a:pt x="144049" y="47279"/>
                    <a:pt x="143698" y="47630"/>
                  </a:cubicBezTo>
                  <a:cubicBezTo>
                    <a:pt x="143346" y="47982"/>
                    <a:pt x="142708" y="48164"/>
                    <a:pt x="141771" y="48164"/>
                  </a:cubicBezTo>
                  <a:lnTo>
                    <a:pt x="99584" y="48164"/>
                  </a:lnTo>
                  <a:cubicBezTo>
                    <a:pt x="98646" y="48164"/>
                    <a:pt x="97995" y="47982"/>
                    <a:pt x="97643" y="47630"/>
                  </a:cubicBezTo>
                  <a:cubicBezTo>
                    <a:pt x="97292" y="47279"/>
                    <a:pt x="97123" y="46641"/>
                    <a:pt x="97123" y="45703"/>
                  </a:cubicBezTo>
                  <a:close/>
                  <a:moveTo>
                    <a:pt x="164623" y="0"/>
                  </a:moveTo>
                  <a:lnTo>
                    <a:pt x="173880" y="0"/>
                  </a:lnTo>
                  <a:lnTo>
                    <a:pt x="173880" y="19336"/>
                  </a:lnTo>
                  <a:lnTo>
                    <a:pt x="188060" y="19336"/>
                  </a:lnTo>
                  <a:lnTo>
                    <a:pt x="188060" y="27422"/>
                  </a:lnTo>
                  <a:lnTo>
                    <a:pt x="173880" y="27422"/>
                  </a:lnTo>
                  <a:lnTo>
                    <a:pt x="173880" y="53437"/>
                  </a:lnTo>
                  <a:lnTo>
                    <a:pt x="164623" y="53437"/>
                  </a:lnTo>
                  <a:close/>
                  <a:moveTo>
                    <a:pt x="78516" y="0"/>
                  </a:moveTo>
                  <a:lnTo>
                    <a:pt x="87539" y="0"/>
                  </a:lnTo>
                  <a:lnTo>
                    <a:pt x="87539" y="103945"/>
                  </a:lnTo>
                  <a:lnTo>
                    <a:pt x="78516" y="103945"/>
                  </a:lnTo>
                  <a:lnTo>
                    <a:pt x="78516" y="47109"/>
                  </a:lnTo>
                  <a:lnTo>
                    <a:pt x="64571" y="47109"/>
                  </a:lnTo>
                  <a:lnTo>
                    <a:pt x="64571" y="99023"/>
                  </a:lnTo>
                  <a:lnTo>
                    <a:pt x="55547" y="99023"/>
                  </a:lnTo>
                  <a:lnTo>
                    <a:pt x="55547" y="1758"/>
                  </a:lnTo>
                  <a:lnTo>
                    <a:pt x="64571" y="1758"/>
                  </a:lnTo>
                  <a:lnTo>
                    <a:pt x="64571" y="38203"/>
                  </a:lnTo>
                  <a:lnTo>
                    <a:pt x="78516" y="38203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764D7F9-E596-4E0F-902B-AC108425F380}"/>
                </a:ext>
              </a:extLst>
            </p:cNvPr>
            <p:cNvSpPr txBox="1"/>
            <p:nvPr/>
          </p:nvSpPr>
          <p:spPr>
            <a:xfrm>
              <a:off x="4679879" y="1696321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개발</a:t>
              </a:r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C9C70F6-2DE5-45E0-AB66-2C6F2DA76271}"/>
                </a:ext>
              </a:extLst>
            </p:cNvPr>
            <p:cNvSpPr/>
            <p:nvPr/>
          </p:nvSpPr>
          <p:spPr>
            <a:xfrm>
              <a:off x="4982113" y="1811520"/>
              <a:ext cx="12070" cy="12070"/>
            </a:xfrm>
            <a:custGeom>
              <a:avLst/>
              <a:gdLst>
                <a:gd name="connsiteX0" fmla="*/ 0 w 12070"/>
                <a:gd name="connsiteY0" fmla="*/ 0 h 12070"/>
                <a:gd name="connsiteX1" fmla="*/ 12070 w 12070"/>
                <a:gd name="connsiteY1" fmla="*/ 0 h 12070"/>
                <a:gd name="connsiteX2" fmla="*/ 12070 w 12070"/>
                <a:gd name="connsiteY2" fmla="*/ 12070 h 12070"/>
                <a:gd name="connsiteX3" fmla="*/ 0 w 12070"/>
                <a:gd name="connsiteY3" fmla="*/ 12070 h 1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70" h="12070">
                  <a:moveTo>
                    <a:pt x="0" y="0"/>
                  </a:moveTo>
                  <a:lnTo>
                    <a:pt x="12070" y="0"/>
                  </a:lnTo>
                  <a:lnTo>
                    <a:pt x="12070" y="12070"/>
                  </a:lnTo>
                  <a:lnTo>
                    <a:pt x="0" y="1207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B073F4F-0916-494E-AA81-50BFB2CB6D02}"/>
                </a:ext>
              </a:extLst>
            </p:cNvPr>
            <p:cNvSpPr txBox="1"/>
            <p:nvPr/>
          </p:nvSpPr>
          <p:spPr>
            <a:xfrm>
              <a:off x="4890673" y="1763339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·</a:t>
              </a:r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43937300-6504-4E97-8C10-0E3D43AA7C0E}"/>
                </a:ext>
              </a:extLst>
            </p:cNvPr>
            <p:cNvSpPr/>
            <p:nvPr/>
          </p:nvSpPr>
          <p:spPr>
            <a:xfrm>
              <a:off x="5011306" y="1768512"/>
              <a:ext cx="381614" cy="103828"/>
            </a:xfrm>
            <a:custGeom>
              <a:avLst/>
              <a:gdLst>
                <a:gd name="connsiteX0" fmla="*/ 0 w 381614"/>
                <a:gd name="connsiteY0" fmla="*/ 59063 h 103828"/>
                <a:gd name="connsiteX1" fmla="*/ 95039 w 381614"/>
                <a:gd name="connsiteY1" fmla="*/ 59063 h 103828"/>
                <a:gd name="connsiteX2" fmla="*/ 95039 w 381614"/>
                <a:gd name="connsiteY2" fmla="*/ 67031 h 103828"/>
                <a:gd name="connsiteX3" fmla="*/ 70195 w 381614"/>
                <a:gd name="connsiteY3" fmla="*/ 67031 h 103828"/>
                <a:gd name="connsiteX4" fmla="*/ 70195 w 381614"/>
                <a:gd name="connsiteY4" fmla="*/ 103594 h 103828"/>
                <a:gd name="connsiteX5" fmla="*/ 60937 w 381614"/>
                <a:gd name="connsiteY5" fmla="*/ 103594 h 103828"/>
                <a:gd name="connsiteX6" fmla="*/ 60937 w 381614"/>
                <a:gd name="connsiteY6" fmla="*/ 67031 h 103828"/>
                <a:gd name="connsiteX7" fmla="*/ 34453 w 381614"/>
                <a:gd name="connsiteY7" fmla="*/ 67031 h 103828"/>
                <a:gd name="connsiteX8" fmla="*/ 34453 w 381614"/>
                <a:gd name="connsiteY8" fmla="*/ 102773 h 103828"/>
                <a:gd name="connsiteX9" fmla="*/ 25078 w 381614"/>
                <a:gd name="connsiteY9" fmla="*/ 102773 h 103828"/>
                <a:gd name="connsiteX10" fmla="*/ 25078 w 381614"/>
                <a:gd name="connsiteY10" fmla="*/ 67031 h 103828"/>
                <a:gd name="connsiteX11" fmla="*/ 0 w 381614"/>
                <a:gd name="connsiteY11" fmla="*/ 67031 h 103828"/>
                <a:gd name="connsiteX12" fmla="*/ 286576 w 381614"/>
                <a:gd name="connsiteY12" fmla="*/ 57188 h 103828"/>
                <a:gd name="connsiteX13" fmla="*/ 381615 w 381614"/>
                <a:gd name="connsiteY13" fmla="*/ 57188 h 103828"/>
                <a:gd name="connsiteX14" fmla="*/ 381615 w 381614"/>
                <a:gd name="connsiteY14" fmla="*/ 65156 h 103828"/>
                <a:gd name="connsiteX15" fmla="*/ 339193 w 381614"/>
                <a:gd name="connsiteY15" fmla="*/ 65156 h 103828"/>
                <a:gd name="connsiteX16" fmla="*/ 339193 w 381614"/>
                <a:gd name="connsiteY16" fmla="*/ 103828 h 103828"/>
                <a:gd name="connsiteX17" fmla="*/ 329701 w 381614"/>
                <a:gd name="connsiteY17" fmla="*/ 103828 h 103828"/>
                <a:gd name="connsiteX18" fmla="*/ 329701 w 381614"/>
                <a:gd name="connsiteY18" fmla="*/ 65156 h 103828"/>
                <a:gd name="connsiteX19" fmla="*/ 286576 w 381614"/>
                <a:gd name="connsiteY19" fmla="*/ 65156 h 103828"/>
                <a:gd name="connsiteX20" fmla="*/ 217461 w 381614"/>
                <a:gd name="connsiteY20" fmla="*/ 30000 h 103828"/>
                <a:gd name="connsiteX21" fmla="*/ 217461 w 381614"/>
                <a:gd name="connsiteY21" fmla="*/ 51445 h 103828"/>
                <a:gd name="connsiteX22" fmla="*/ 268320 w 381614"/>
                <a:gd name="connsiteY22" fmla="*/ 51445 h 103828"/>
                <a:gd name="connsiteX23" fmla="*/ 268320 w 381614"/>
                <a:gd name="connsiteY23" fmla="*/ 30000 h 103828"/>
                <a:gd name="connsiteX24" fmla="*/ 47578 w 381614"/>
                <a:gd name="connsiteY24" fmla="*/ 8320 h 103828"/>
                <a:gd name="connsiteX25" fmla="*/ 27943 w 381614"/>
                <a:gd name="connsiteY25" fmla="*/ 12591 h 103828"/>
                <a:gd name="connsiteX26" fmla="*/ 20508 w 381614"/>
                <a:gd name="connsiteY26" fmla="*/ 24961 h 103828"/>
                <a:gd name="connsiteX27" fmla="*/ 22552 w 381614"/>
                <a:gd name="connsiteY27" fmla="*/ 31992 h 103828"/>
                <a:gd name="connsiteX28" fmla="*/ 28242 w 381614"/>
                <a:gd name="connsiteY28" fmla="*/ 37149 h 103828"/>
                <a:gd name="connsiteX29" fmla="*/ 36849 w 381614"/>
                <a:gd name="connsiteY29" fmla="*/ 40313 h 103828"/>
                <a:gd name="connsiteX30" fmla="*/ 47578 w 381614"/>
                <a:gd name="connsiteY30" fmla="*/ 41367 h 103828"/>
                <a:gd name="connsiteX31" fmla="*/ 66849 w 381614"/>
                <a:gd name="connsiteY31" fmla="*/ 37083 h 103828"/>
                <a:gd name="connsiteX32" fmla="*/ 74531 w 381614"/>
                <a:gd name="connsiteY32" fmla="*/ 24961 h 103828"/>
                <a:gd name="connsiteX33" fmla="*/ 66914 w 381614"/>
                <a:gd name="connsiteY33" fmla="*/ 12591 h 103828"/>
                <a:gd name="connsiteX34" fmla="*/ 47578 w 381614"/>
                <a:gd name="connsiteY34" fmla="*/ 8320 h 103828"/>
                <a:gd name="connsiteX35" fmla="*/ 98763 w 381614"/>
                <a:gd name="connsiteY35" fmla="*/ 5742 h 103828"/>
                <a:gd name="connsiteX36" fmla="*/ 153372 w 381614"/>
                <a:gd name="connsiteY36" fmla="*/ 5742 h 103828"/>
                <a:gd name="connsiteX37" fmla="*/ 153372 w 381614"/>
                <a:gd name="connsiteY37" fmla="*/ 13594 h 103828"/>
                <a:gd name="connsiteX38" fmla="*/ 130755 w 381614"/>
                <a:gd name="connsiteY38" fmla="*/ 13594 h 103828"/>
                <a:gd name="connsiteX39" fmla="*/ 130755 w 381614"/>
                <a:gd name="connsiteY39" fmla="*/ 24023 h 103828"/>
                <a:gd name="connsiteX40" fmla="*/ 137787 w 381614"/>
                <a:gd name="connsiteY40" fmla="*/ 52904 h 103828"/>
                <a:gd name="connsiteX41" fmla="*/ 159232 w 381614"/>
                <a:gd name="connsiteY41" fmla="*/ 73477 h 103828"/>
                <a:gd name="connsiteX42" fmla="*/ 152552 w 381614"/>
                <a:gd name="connsiteY42" fmla="*/ 80156 h 103828"/>
                <a:gd name="connsiteX43" fmla="*/ 136966 w 381614"/>
                <a:gd name="connsiteY43" fmla="*/ 66563 h 103828"/>
                <a:gd name="connsiteX44" fmla="*/ 125951 w 381614"/>
                <a:gd name="connsiteY44" fmla="*/ 47695 h 103828"/>
                <a:gd name="connsiteX45" fmla="*/ 121380 w 381614"/>
                <a:gd name="connsiteY45" fmla="*/ 58060 h 103828"/>
                <a:gd name="connsiteX46" fmla="*/ 114700 w 381614"/>
                <a:gd name="connsiteY46" fmla="*/ 67852 h 103828"/>
                <a:gd name="connsiteX47" fmla="*/ 106901 w 381614"/>
                <a:gd name="connsiteY47" fmla="*/ 76289 h 103828"/>
                <a:gd name="connsiteX48" fmla="*/ 98880 w 381614"/>
                <a:gd name="connsiteY48" fmla="*/ 82969 h 103828"/>
                <a:gd name="connsiteX49" fmla="*/ 91263 w 381614"/>
                <a:gd name="connsiteY49" fmla="*/ 76523 h 103828"/>
                <a:gd name="connsiteX50" fmla="*/ 113229 w 381614"/>
                <a:gd name="connsiteY50" fmla="*/ 54258 h 103828"/>
                <a:gd name="connsiteX51" fmla="*/ 121146 w 381614"/>
                <a:gd name="connsiteY51" fmla="*/ 22500 h 103828"/>
                <a:gd name="connsiteX52" fmla="*/ 121146 w 381614"/>
                <a:gd name="connsiteY52" fmla="*/ 13594 h 103828"/>
                <a:gd name="connsiteX53" fmla="*/ 98763 w 381614"/>
                <a:gd name="connsiteY53" fmla="*/ 13594 h 103828"/>
                <a:gd name="connsiteX54" fmla="*/ 208203 w 381614"/>
                <a:gd name="connsiteY54" fmla="*/ 3984 h 103828"/>
                <a:gd name="connsiteX55" fmla="*/ 217461 w 381614"/>
                <a:gd name="connsiteY55" fmla="*/ 3984 h 103828"/>
                <a:gd name="connsiteX56" fmla="*/ 217461 w 381614"/>
                <a:gd name="connsiteY56" fmla="*/ 22148 h 103828"/>
                <a:gd name="connsiteX57" fmla="*/ 268320 w 381614"/>
                <a:gd name="connsiteY57" fmla="*/ 22148 h 103828"/>
                <a:gd name="connsiteX58" fmla="*/ 268320 w 381614"/>
                <a:gd name="connsiteY58" fmla="*/ 3984 h 103828"/>
                <a:gd name="connsiteX59" fmla="*/ 277578 w 381614"/>
                <a:gd name="connsiteY59" fmla="*/ 3984 h 103828"/>
                <a:gd name="connsiteX60" fmla="*/ 277578 w 381614"/>
                <a:gd name="connsiteY60" fmla="*/ 57070 h 103828"/>
                <a:gd name="connsiteX61" fmla="*/ 277045 w 381614"/>
                <a:gd name="connsiteY61" fmla="*/ 58997 h 103828"/>
                <a:gd name="connsiteX62" fmla="*/ 275117 w 381614"/>
                <a:gd name="connsiteY62" fmla="*/ 59531 h 103828"/>
                <a:gd name="connsiteX63" fmla="*/ 247578 w 381614"/>
                <a:gd name="connsiteY63" fmla="*/ 59531 h 103828"/>
                <a:gd name="connsiteX64" fmla="*/ 247578 w 381614"/>
                <a:gd name="connsiteY64" fmla="*/ 82500 h 103828"/>
                <a:gd name="connsiteX65" fmla="*/ 290586 w 381614"/>
                <a:gd name="connsiteY65" fmla="*/ 82500 h 103828"/>
                <a:gd name="connsiteX66" fmla="*/ 290586 w 381614"/>
                <a:gd name="connsiteY66" fmla="*/ 90586 h 103828"/>
                <a:gd name="connsiteX67" fmla="*/ 195195 w 381614"/>
                <a:gd name="connsiteY67" fmla="*/ 90586 h 103828"/>
                <a:gd name="connsiteX68" fmla="*/ 195195 w 381614"/>
                <a:gd name="connsiteY68" fmla="*/ 82500 h 103828"/>
                <a:gd name="connsiteX69" fmla="*/ 237969 w 381614"/>
                <a:gd name="connsiteY69" fmla="*/ 82500 h 103828"/>
                <a:gd name="connsiteX70" fmla="*/ 237969 w 381614"/>
                <a:gd name="connsiteY70" fmla="*/ 59531 h 103828"/>
                <a:gd name="connsiteX71" fmla="*/ 210664 w 381614"/>
                <a:gd name="connsiteY71" fmla="*/ 59531 h 103828"/>
                <a:gd name="connsiteX72" fmla="*/ 208724 w 381614"/>
                <a:gd name="connsiteY72" fmla="*/ 58997 h 103828"/>
                <a:gd name="connsiteX73" fmla="*/ 208203 w 381614"/>
                <a:gd name="connsiteY73" fmla="*/ 57070 h 103828"/>
                <a:gd name="connsiteX74" fmla="*/ 328880 w 381614"/>
                <a:gd name="connsiteY74" fmla="*/ 2227 h 103828"/>
                <a:gd name="connsiteX75" fmla="*/ 339193 w 381614"/>
                <a:gd name="connsiteY75" fmla="*/ 2227 h 103828"/>
                <a:gd name="connsiteX76" fmla="*/ 339193 w 381614"/>
                <a:gd name="connsiteY76" fmla="*/ 7617 h 103828"/>
                <a:gd name="connsiteX77" fmla="*/ 342357 w 381614"/>
                <a:gd name="connsiteY77" fmla="*/ 18867 h 103828"/>
                <a:gd name="connsiteX78" fmla="*/ 350795 w 381614"/>
                <a:gd name="connsiteY78" fmla="*/ 27773 h 103828"/>
                <a:gd name="connsiteX79" fmla="*/ 362865 w 381614"/>
                <a:gd name="connsiteY79" fmla="*/ 34336 h 103828"/>
                <a:gd name="connsiteX80" fmla="*/ 376810 w 381614"/>
                <a:gd name="connsiteY80" fmla="*/ 38438 h 103828"/>
                <a:gd name="connsiteX81" fmla="*/ 370951 w 381614"/>
                <a:gd name="connsiteY81" fmla="*/ 45820 h 103828"/>
                <a:gd name="connsiteX82" fmla="*/ 359753 w 381614"/>
                <a:gd name="connsiteY82" fmla="*/ 42122 h 103828"/>
                <a:gd name="connsiteX83" fmla="*/ 349037 w 381614"/>
                <a:gd name="connsiteY83" fmla="*/ 36680 h 103828"/>
                <a:gd name="connsiteX84" fmla="*/ 340065 w 381614"/>
                <a:gd name="connsiteY84" fmla="*/ 29648 h 103828"/>
                <a:gd name="connsiteX85" fmla="*/ 334154 w 381614"/>
                <a:gd name="connsiteY85" fmla="*/ 21094 h 103828"/>
                <a:gd name="connsiteX86" fmla="*/ 327591 w 381614"/>
                <a:gd name="connsiteY86" fmla="*/ 29935 h 103828"/>
                <a:gd name="connsiteX87" fmla="*/ 318685 w 381614"/>
                <a:gd name="connsiteY87" fmla="*/ 36797 h 103828"/>
                <a:gd name="connsiteX88" fmla="*/ 308308 w 381614"/>
                <a:gd name="connsiteY88" fmla="*/ 42070 h 103828"/>
                <a:gd name="connsiteX89" fmla="*/ 297357 w 381614"/>
                <a:gd name="connsiteY89" fmla="*/ 45820 h 103828"/>
                <a:gd name="connsiteX90" fmla="*/ 290912 w 381614"/>
                <a:gd name="connsiteY90" fmla="*/ 38555 h 103828"/>
                <a:gd name="connsiteX91" fmla="*/ 319388 w 381614"/>
                <a:gd name="connsiteY91" fmla="*/ 26250 h 103828"/>
                <a:gd name="connsiteX92" fmla="*/ 328880 w 381614"/>
                <a:gd name="connsiteY92" fmla="*/ 7734 h 103828"/>
                <a:gd name="connsiteX93" fmla="*/ 47578 w 381614"/>
                <a:gd name="connsiteY93" fmla="*/ 586 h 103828"/>
                <a:gd name="connsiteX94" fmla="*/ 74583 w 381614"/>
                <a:gd name="connsiteY94" fmla="*/ 7148 h 103828"/>
                <a:gd name="connsiteX95" fmla="*/ 84375 w 381614"/>
                <a:gd name="connsiteY95" fmla="*/ 24961 h 103828"/>
                <a:gd name="connsiteX96" fmla="*/ 74649 w 381614"/>
                <a:gd name="connsiteY96" fmla="*/ 42474 h 103828"/>
                <a:gd name="connsiteX97" fmla="*/ 47578 w 381614"/>
                <a:gd name="connsiteY97" fmla="*/ 49102 h 103828"/>
                <a:gd name="connsiteX98" fmla="*/ 32161 w 381614"/>
                <a:gd name="connsiteY98" fmla="*/ 47396 h 103828"/>
                <a:gd name="connsiteX99" fmla="*/ 20508 w 381614"/>
                <a:gd name="connsiteY99" fmla="*/ 42539 h 103828"/>
                <a:gd name="connsiteX100" fmla="*/ 13177 w 381614"/>
                <a:gd name="connsiteY100" fmla="*/ 34922 h 103828"/>
                <a:gd name="connsiteX101" fmla="*/ 10664 w 381614"/>
                <a:gd name="connsiteY101" fmla="*/ 24961 h 103828"/>
                <a:gd name="connsiteX102" fmla="*/ 20508 w 381614"/>
                <a:gd name="connsiteY102" fmla="*/ 7318 h 103828"/>
                <a:gd name="connsiteX103" fmla="*/ 47578 w 381614"/>
                <a:gd name="connsiteY103" fmla="*/ 586 h 103828"/>
                <a:gd name="connsiteX104" fmla="*/ 170599 w 381614"/>
                <a:gd name="connsiteY104" fmla="*/ 0 h 103828"/>
                <a:gd name="connsiteX105" fmla="*/ 179857 w 381614"/>
                <a:gd name="connsiteY105" fmla="*/ 0 h 103828"/>
                <a:gd name="connsiteX106" fmla="*/ 179857 w 381614"/>
                <a:gd name="connsiteY106" fmla="*/ 103828 h 103828"/>
                <a:gd name="connsiteX107" fmla="*/ 170599 w 381614"/>
                <a:gd name="connsiteY107" fmla="*/ 103828 h 10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381614" h="103828">
                  <a:moveTo>
                    <a:pt x="0" y="59063"/>
                  </a:moveTo>
                  <a:lnTo>
                    <a:pt x="95039" y="59063"/>
                  </a:lnTo>
                  <a:lnTo>
                    <a:pt x="95039" y="67031"/>
                  </a:lnTo>
                  <a:lnTo>
                    <a:pt x="70195" y="67031"/>
                  </a:lnTo>
                  <a:lnTo>
                    <a:pt x="70195" y="103594"/>
                  </a:lnTo>
                  <a:lnTo>
                    <a:pt x="60937" y="103594"/>
                  </a:lnTo>
                  <a:lnTo>
                    <a:pt x="60937" y="67031"/>
                  </a:lnTo>
                  <a:lnTo>
                    <a:pt x="34453" y="67031"/>
                  </a:lnTo>
                  <a:lnTo>
                    <a:pt x="34453" y="102773"/>
                  </a:lnTo>
                  <a:lnTo>
                    <a:pt x="25078" y="102773"/>
                  </a:lnTo>
                  <a:lnTo>
                    <a:pt x="25078" y="67031"/>
                  </a:lnTo>
                  <a:lnTo>
                    <a:pt x="0" y="67031"/>
                  </a:lnTo>
                  <a:close/>
                  <a:moveTo>
                    <a:pt x="286576" y="57188"/>
                  </a:moveTo>
                  <a:lnTo>
                    <a:pt x="381615" y="57188"/>
                  </a:lnTo>
                  <a:lnTo>
                    <a:pt x="381615" y="65156"/>
                  </a:lnTo>
                  <a:lnTo>
                    <a:pt x="339193" y="65156"/>
                  </a:lnTo>
                  <a:lnTo>
                    <a:pt x="339193" y="103828"/>
                  </a:lnTo>
                  <a:lnTo>
                    <a:pt x="329701" y="103828"/>
                  </a:lnTo>
                  <a:lnTo>
                    <a:pt x="329701" y="65156"/>
                  </a:lnTo>
                  <a:lnTo>
                    <a:pt x="286576" y="65156"/>
                  </a:lnTo>
                  <a:close/>
                  <a:moveTo>
                    <a:pt x="217461" y="30000"/>
                  </a:moveTo>
                  <a:lnTo>
                    <a:pt x="217461" y="51445"/>
                  </a:lnTo>
                  <a:lnTo>
                    <a:pt x="268320" y="51445"/>
                  </a:lnTo>
                  <a:lnTo>
                    <a:pt x="268320" y="30000"/>
                  </a:lnTo>
                  <a:close/>
                  <a:moveTo>
                    <a:pt x="47578" y="8320"/>
                  </a:moveTo>
                  <a:cubicBezTo>
                    <a:pt x="39453" y="8320"/>
                    <a:pt x="32904" y="9740"/>
                    <a:pt x="27943" y="12591"/>
                  </a:cubicBezTo>
                  <a:cubicBezTo>
                    <a:pt x="22982" y="15443"/>
                    <a:pt x="20508" y="19570"/>
                    <a:pt x="20508" y="24961"/>
                  </a:cubicBezTo>
                  <a:cubicBezTo>
                    <a:pt x="20508" y="27617"/>
                    <a:pt x="21185" y="29961"/>
                    <a:pt x="22552" y="31992"/>
                  </a:cubicBezTo>
                  <a:cubicBezTo>
                    <a:pt x="23919" y="34023"/>
                    <a:pt x="25820" y="35742"/>
                    <a:pt x="28242" y="37149"/>
                  </a:cubicBezTo>
                  <a:cubicBezTo>
                    <a:pt x="30664" y="38555"/>
                    <a:pt x="33529" y="39609"/>
                    <a:pt x="36849" y="40313"/>
                  </a:cubicBezTo>
                  <a:cubicBezTo>
                    <a:pt x="40169" y="41016"/>
                    <a:pt x="43750" y="41367"/>
                    <a:pt x="47578" y="41367"/>
                  </a:cubicBezTo>
                  <a:cubicBezTo>
                    <a:pt x="55313" y="41367"/>
                    <a:pt x="61732" y="39935"/>
                    <a:pt x="66849" y="37083"/>
                  </a:cubicBezTo>
                  <a:cubicBezTo>
                    <a:pt x="71966" y="34232"/>
                    <a:pt x="74531" y="30195"/>
                    <a:pt x="74531" y="24961"/>
                  </a:cubicBezTo>
                  <a:cubicBezTo>
                    <a:pt x="74531" y="19570"/>
                    <a:pt x="71992" y="15443"/>
                    <a:pt x="66914" y="12591"/>
                  </a:cubicBezTo>
                  <a:cubicBezTo>
                    <a:pt x="61836" y="9740"/>
                    <a:pt x="55391" y="8320"/>
                    <a:pt x="47578" y="8320"/>
                  </a:cubicBezTo>
                  <a:close/>
                  <a:moveTo>
                    <a:pt x="98763" y="5742"/>
                  </a:moveTo>
                  <a:lnTo>
                    <a:pt x="153372" y="5742"/>
                  </a:lnTo>
                  <a:lnTo>
                    <a:pt x="153372" y="13594"/>
                  </a:lnTo>
                  <a:lnTo>
                    <a:pt x="130755" y="13594"/>
                  </a:lnTo>
                  <a:lnTo>
                    <a:pt x="130755" y="24023"/>
                  </a:lnTo>
                  <a:cubicBezTo>
                    <a:pt x="130755" y="35195"/>
                    <a:pt x="133099" y="44818"/>
                    <a:pt x="137787" y="52904"/>
                  </a:cubicBezTo>
                  <a:cubicBezTo>
                    <a:pt x="142474" y="60990"/>
                    <a:pt x="149622" y="67852"/>
                    <a:pt x="159232" y="73477"/>
                  </a:cubicBezTo>
                  <a:lnTo>
                    <a:pt x="152552" y="80156"/>
                  </a:lnTo>
                  <a:cubicBezTo>
                    <a:pt x="147162" y="76641"/>
                    <a:pt x="141966" y="72109"/>
                    <a:pt x="136966" y="66563"/>
                  </a:cubicBezTo>
                  <a:cubicBezTo>
                    <a:pt x="131966" y="61016"/>
                    <a:pt x="128294" y="54727"/>
                    <a:pt x="125951" y="47695"/>
                  </a:cubicBezTo>
                  <a:cubicBezTo>
                    <a:pt x="124857" y="51211"/>
                    <a:pt x="123334" y="54661"/>
                    <a:pt x="121380" y="58060"/>
                  </a:cubicBezTo>
                  <a:cubicBezTo>
                    <a:pt x="119427" y="61458"/>
                    <a:pt x="117201" y="64727"/>
                    <a:pt x="114700" y="67852"/>
                  </a:cubicBezTo>
                  <a:cubicBezTo>
                    <a:pt x="112279" y="70898"/>
                    <a:pt x="109675" y="73711"/>
                    <a:pt x="106901" y="76289"/>
                  </a:cubicBezTo>
                  <a:cubicBezTo>
                    <a:pt x="104128" y="78867"/>
                    <a:pt x="101458" y="81094"/>
                    <a:pt x="98880" y="82969"/>
                  </a:cubicBezTo>
                  <a:lnTo>
                    <a:pt x="91263" y="76523"/>
                  </a:lnTo>
                  <a:cubicBezTo>
                    <a:pt x="100638" y="70664"/>
                    <a:pt x="107956" y="63242"/>
                    <a:pt x="113229" y="54258"/>
                  </a:cubicBezTo>
                  <a:cubicBezTo>
                    <a:pt x="118503" y="45273"/>
                    <a:pt x="121146" y="34688"/>
                    <a:pt x="121146" y="22500"/>
                  </a:cubicBezTo>
                  <a:lnTo>
                    <a:pt x="121146" y="13594"/>
                  </a:lnTo>
                  <a:lnTo>
                    <a:pt x="98763" y="13594"/>
                  </a:lnTo>
                  <a:close/>
                  <a:moveTo>
                    <a:pt x="208203" y="3984"/>
                  </a:moveTo>
                  <a:lnTo>
                    <a:pt x="217461" y="3984"/>
                  </a:lnTo>
                  <a:lnTo>
                    <a:pt x="217461" y="22148"/>
                  </a:lnTo>
                  <a:lnTo>
                    <a:pt x="268320" y="22148"/>
                  </a:lnTo>
                  <a:lnTo>
                    <a:pt x="268320" y="3984"/>
                  </a:lnTo>
                  <a:lnTo>
                    <a:pt x="277578" y="3984"/>
                  </a:lnTo>
                  <a:lnTo>
                    <a:pt x="277578" y="57070"/>
                  </a:lnTo>
                  <a:cubicBezTo>
                    <a:pt x="277578" y="58008"/>
                    <a:pt x="277396" y="58646"/>
                    <a:pt x="277045" y="58997"/>
                  </a:cubicBezTo>
                  <a:cubicBezTo>
                    <a:pt x="276693" y="59349"/>
                    <a:pt x="276055" y="59531"/>
                    <a:pt x="275117" y="59531"/>
                  </a:cubicBezTo>
                  <a:lnTo>
                    <a:pt x="247578" y="59531"/>
                  </a:lnTo>
                  <a:lnTo>
                    <a:pt x="247578" y="82500"/>
                  </a:lnTo>
                  <a:lnTo>
                    <a:pt x="290586" y="82500"/>
                  </a:lnTo>
                  <a:lnTo>
                    <a:pt x="290586" y="90586"/>
                  </a:lnTo>
                  <a:lnTo>
                    <a:pt x="195195" y="90586"/>
                  </a:lnTo>
                  <a:lnTo>
                    <a:pt x="195195" y="82500"/>
                  </a:lnTo>
                  <a:lnTo>
                    <a:pt x="237969" y="82500"/>
                  </a:lnTo>
                  <a:lnTo>
                    <a:pt x="237969" y="59531"/>
                  </a:lnTo>
                  <a:lnTo>
                    <a:pt x="210664" y="59531"/>
                  </a:lnTo>
                  <a:cubicBezTo>
                    <a:pt x="209727" y="59531"/>
                    <a:pt x="209076" y="59349"/>
                    <a:pt x="208724" y="58997"/>
                  </a:cubicBezTo>
                  <a:cubicBezTo>
                    <a:pt x="208372" y="58646"/>
                    <a:pt x="208203" y="58008"/>
                    <a:pt x="208203" y="57070"/>
                  </a:cubicBezTo>
                  <a:close/>
                  <a:moveTo>
                    <a:pt x="328880" y="2227"/>
                  </a:moveTo>
                  <a:lnTo>
                    <a:pt x="339193" y="2227"/>
                  </a:lnTo>
                  <a:lnTo>
                    <a:pt x="339193" y="7617"/>
                  </a:lnTo>
                  <a:cubicBezTo>
                    <a:pt x="339193" y="11758"/>
                    <a:pt x="340248" y="15508"/>
                    <a:pt x="342357" y="18867"/>
                  </a:cubicBezTo>
                  <a:cubicBezTo>
                    <a:pt x="344466" y="22227"/>
                    <a:pt x="347279" y="25195"/>
                    <a:pt x="350795" y="27773"/>
                  </a:cubicBezTo>
                  <a:cubicBezTo>
                    <a:pt x="354310" y="30352"/>
                    <a:pt x="358333" y="32539"/>
                    <a:pt x="362865" y="34336"/>
                  </a:cubicBezTo>
                  <a:cubicBezTo>
                    <a:pt x="367396" y="36133"/>
                    <a:pt x="372044" y="37500"/>
                    <a:pt x="376810" y="38438"/>
                  </a:cubicBezTo>
                  <a:lnTo>
                    <a:pt x="370951" y="45820"/>
                  </a:lnTo>
                  <a:cubicBezTo>
                    <a:pt x="367279" y="44883"/>
                    <a:pt x="363542" y="43646"/>
                    <a:pt x="359753" y="42122"/>
                  </a:cubicBezTo>
                  <a:cubicBezTo>
                    <a:pt x="355964" y="40599"/>
                    <a:pt x="352396" y="38789"/>
                    <a:pt x="349037" y="36680"/>
                  </a:cubicBezTo>
                  <a:cubicBezTo>
                    <a:pt x="345677" y="34570"/>
                    <a:pt x="342682" y="32227"/>
                    <a:pt x="340065" y="29648"/>
                  </a:cubicBezTo>
                  <a:cubicBezTo>
                    <a:pt x="337448" y="27070"/>
                    <a:pt x="335482" y="24219"/>
                    <a:pt x="334154" y="21094"/>
                  </a:cubicBezTo>
                  <a:cubicBezTo>
                    <a:pt x="332435" y="24375"/>
                    <a:pt x="330248" y="27318"/>
                    <a:pt x="327591" y="29935"/>
                  </a:cubicBezTo>
                  <a:cubicBezTo>
                    <a:pt x="324935" y="32552"/>
                    <a:pt x="321966" y="34844"/>
                    <a:pt x="318685" y="36797"/>
                  </a:cubicBezTo>
                  <a:cubicBezTo>
                    <a:pt x="315404" y="38828"/>
                    <a:pt x="311940" y="40586"/>
                    <a:pt x="308308" y="42070"/>
                  </a:cubicBezTo>
                  <a:cubicBezTo>
                    <a:pt x="304674" y="43555"/>
                    <a:pt x="301029" y="44805"/>
                    <a:pt x="297357" y="45820"/>
                  </a:cubicBezTo>
                  <a:lnTo>
                    <a:pt x="290912" y="38555"/>
                  </a:lnTo>
                  <a:cubicBezTo>
                    <a:pt x="303568" y="35508"/>
                    <a:pt x="313060" y="31406"/>
                    <a:pt x="319388" y="26250"/>
                  </a:cubicBezTo>
                  <a:cubicBezTo>
                    <a:pt x="325717" y="21094"/>
                    <a:pt x="328880" y="14922"/>
                    <a:pt x="328880" y="7734"/>
                  </a:cubicBezTo>
                  <a:close/>
                  <a:moveTo>
                    <a:pt x="47578" y="586"/>
                  </a:moveTo>
                  <a:cubicBezTo>
                    <a:pt x="59063" y="586"/>
                    <a:pt x="68060" y="2773"/>
                    <a:pt x="74583" y="7148"/>
                  </a:cubicBezTo>
                  <a:cubicBezTo>
                    <a:pt x="81107" y="11523"/>
                    <a:pt x="84375" y="17461"/>
                    <a:pt x="84375" y="24961"/>
                  </a:cubicBezTo>
                  <a:cubicBezTo>
                    <a:pt x="84375" y="32227"/>
                    <a:pt x="81133" y="38060"/>
                    <a:pt x="74649" y="42474"/>
                  </a:cubicBezTo>
                  <a:cubicBezTo>
                    <a:pt x="68164" y="46888"/>
                    <a:pt x="59141" y="49102"/>
                    <a:pt x="47578" y="49102"/>
                  </a:cubicBezTo>
                  <a:cubicBezTo>
                    <a:pt x="41875" y="49102"/>
                    <a:pt x="36732" y="48529"/>
                    <a:pt x="32161" y="47396"/>
                  </a:cubicBezTo>
                  <a:cubicBezTo>
                    <a:pt x="27591" y="46263"/>
                    <a:pt x="23711" y="44648"/>
                    <a:pt x="20508" y="42539"/>
                  </a:cubicBezTo>
                  <a:cubicBezTo>
                    <a:pt x="17305" y="40430"/>
                    <a:pt x="14857" y="37891"/>
                    <a:pt x="13177" y="34922"/>
                  </a:cubicBezTo>
                  <a:cubicBezTo>
                    <a:pt x="11497" y="31953"/>
                    <a:pt x="10664" y="28633"/>
                    <a:pt x="10664" y="24961"/>
                  </a:cubicBezTo>
                  <a:cubicBezTo>
                    <a:pt x="10664" y="17695"/>
                    <a:pt x="13946" y="11810"/>
                    <a:pt x="20508" y="7318"/>
                  </a:cubicBezTo>
                  <a:cubicBezTo>
                    <a:pt x="27070" y="2826"/>
                    <a:pt x="36094" y="586"/>
                    <a:pt x="47578" y="586"/>
                  </a:cubicBezTo>
                  <a:close/>
                  <a:moveTo>
                    <a:pt x="170599" y="0"/>
                  </a:moveTo>
                  <a:lnTo>
                    <a:pt x="179857" y="0"/>
                  </a:lnTo>
                  <a:lnTo>
                    <a:pt x="179857" y="103828"/>
                  </a:lnTo>
                  <a:lnTo>
                    <a:pt x="170599" y="103828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C4F97FF-DB8A-42C4-B31A-3DBC662D4FB1}"/>
                </a:ext>
              </a:extLst>
            </p:cNvPr>
            <p:cNvSpPr txBox="1"/>
            <p:nvPr/>
          </p:nvSpPr>
          <p:spPr>
            <a:xfrm>
              <a:off x="4919866" y="1696451"/>
              <a:ext cx="599546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유지보수</a:t>
              </a:r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2458891-E188-41D5-AA78-69C820EC2248}"/>
                </a:ext>
              </a:extLst>
            </p:cNvPr>
            <p:cNvSpPr/>
            <p:nvPr/>
          </p:nvSpPr>
          <p:spPr>
            <a:xfrm>
              <a:off x="5426345" y="1771442"/>
              <a:ext cx="95156" cy="102656"/>
            </a:xfrm>
            <a:custGeom>
              <a:avLst/>
              <a:gdLst>
                <a:gd name="connsiteX0" fmla="*/ 47578 w 95156"/>
                <a:gd name="connsiteY0" fmla="*/ 69727 h 102656"/>
                <a:gd name="connsiteX1" fmla="*/ 27891 w 95156"/>
                <a:gd name="connsiteY1" fmla="*/ 73060 h 102656"/>
                <a:gd name="connsiteX2" fmla="*/ 20508 w 95156"/>
                <a:gd name="connsiteY2" fmla="*/ 82500 h 102656"/>
                <a:gd name="connsiteX3" fmla="*/ 27891 w 95156"/>
                <a:gd name="connsiteY3" fmla="*/ 92162 h 102656"/>
                <a:gd name="connsiteX4" fmla="*/ 47578 w 95156"/>
                <a:gd name="connsiteY4" fmla="*/ 95508 h 102656"/>
                <a:gd name="connsiteX5" fmla="*/ 67031 w 95156"/>
                <a:gd name="connsiteY5" fmla="*/ 92162 h 102656"/>
                <a:gd name="connsiteX6" fmla="*/ 74649 w 95156"/>
                <a:gd name="connsiteY6" fmla="*/ 82500 h 102656"/>
                <a:gd name="connsiteX7" fmla="*/ 67031 w 95156"/>
                <a:gd name="connsiteY7" fmla="*/ 73125 h 102656"/>
                <a:gd name="connsiteX8" fmla="*/ 47578 w 95156"/>
                <a:gd name="connsiteY8" fmla="*/ 69727 h 102656"/>
                <a:gd name="connsiteX9" fmla="*/ 47578 w 95156"/>
                <a:gd name="connsiteY9" fmla="*/ 62578 h 102656"/>
                <a:gd name="connsiteX10" fmla="*/ 75169 w 95156"/>
                <a:gd name="connsiteY10" fmla="*/ 68255 h 102656"/>
                <a:gd name="connsiteX11" fmla="*/ 84844 w 95156"/>
                <a:gd name="connsiteY11" fmla="*/ 82617 h 102656"/>
                <a:gd name="connsiteX12" fmla="*/ 75235 w 95156"/>
                <a:gd name="connsiteY12" fmla="*/ 97031 h 102656"/>
                <a:gd name="connsiteX13" fmla="*/ 47578 w 95156"/>
                <a:gd name="connsiteY13" fmla="*/ 102656 h 102656"/>
                <a:gd name="connsiteX14" fmla="*/ 19922 w 95156"/>
                <a:gd name="connsiteY14" fmla="*/ 97031 h 102656"/>
                <a:gd name="connsiteX15" fmla="*/ 10312 w 95156"/>
                <a:gd name="connsiteY15" fmla="*/ 82617 h 102656"/>
                <a:gd name="connsiteX16" fmla="*/ 19922 w 95156"/>
                <a:gd name="connsiteY16" fmla="*/ 68255 h 102656"/>
                <a:gd name="connsiteX17" fmla="*/ 47578 w 95156"/>
                <a:gd name="connsiteY17" fmla="*/ 62578 h 102656"/>
                <a:gd name="connsiteX18" fmla="*/ 0 w 95156"/>
                <a:gd name="connsiteY18" fmla="*/ 45352 h 102656"/>
                <a:gd name="connsiteX19" fmla="*/ 95156 w 95156"/>
                <a:gd name="connsiteY19" fmla="*/ 45352 h 102656"/>
                <a:gd name="connsiteX20" fmla="*/ 95156 w 95156"/>
                <a:gd name="connsiteY20" fmla="*/ 53086 h 102656"/>
                <a:gd name="connsiteX21" fmla="*/ 0 w 95156"/>
                <a:gd name="connsiteY21" fmla="*/ 53086 h 102656"/>
                <a:gd name="connsiteX22" fmla="*/ 15235 w 95156"/>
                <a:gd name="connsiteY22" fmla="*/ 0 h 102656"/>
                <a:gd name="connsiteX23" fmla="*/ 82500 w 95156"/>
                <a:gd name="connsiteY23" fmla="*/ 0 h 102656"/>
                <a:gd name="connsiteX24" fmla="*/ 82500 w 95156"/>
                <a:gd name="connsiteY24" fmla="*/ 7734 h 102656"/>
                <a:gd name="connsiteX25" fmla="*/ 22031 w 95156"/>
                <a:gd name="connsiteY25" fmla="*/ 7734 h 102656"/>
                <a:gd name="connsiteX26" fmla="*/ 22031 w 95156"/>
                <a:gd name="connsiteY26" fmla="*/ 25664 h 102656"/>
                <a:gd name="connsiteX27" fmla="*/ 83672 w 95156"/>
                <a:gd name="connsiteY27" fmla="*/ 25664 h 102656"/>
                <a:gd name="connsiteX28" fmla="*/ 83672 w 95156"/>
                <a:gd name="connsiteY28" fmla="*/ 33516 h 102656"/>
                <a:gd name="connsiteX29" fmla="*/ 15235 w 95156"/>
                <a:gd name="connsiteY29" fmla="*/ 33516 h 102656"/>
                <a:gd name="connsiteX30" fmla="*/ 13242 w 95156"/>
                <a:gd name="connsiteY30" fmla="*/ 33047 h 102656"/>
                <a:gd name="connsiteX31" fmla="*/ 12773 w 95156"/>
                <a:gd name="connsiteY31" fmla="*/ 31172 h 102656"/>
                <a:gd name="connsiteX32" fmla="*/ 12773 w 95156"/>
                <a:gd name="connsiteY32" fmla="*/ 2461 h 102656"/>
                <a:gd name="connsiteX33" fmla="*/ 13294 w 95156"/>
                <a:gd name="connsiteY33" fmla="*/ 521 h 102656"/>
                <a:gd name="connsiteX34" fmla="*/ 15235 w 95156"/>
                <a:gd name="connsiteY34" fmla="*/ 0 h 102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5156" h="102656">
                  <a:moveTo>
                    <a:pt x="47578" y="69727"/>
                  </a:moveTo>
                  <a:cubicBezTo>
                    <a:pt x="39375" y="69727"/>
                    <a:pt x="32812" y="70833"/>
                    <a:pt x="27891" y="73060"/>
                  </a:cubicBezTo>
                  <a:cubicBezTo>
                    <a:pt x="22969" y="75287"/>
                    <a:pt x="20508" y="78438"/>
                    <a:pt x="20508" y="82500"/>
                  </a:cubicBezTo>
                  <a:cubicBezTo>
                    <a:pt x="20508" y="86719"/>
                    <a:pt x="22969" y="89935"/>
                    <a:pt x="27891" y="92162"/>
                  </a:cubicBezTo>
                  <a:cubicBezTo>
                    <a:pt x="32812" y="94388"/>
                    <a:pt x="39375" y="95508"/>
                    <a:pt x="47578" y="95508"/>
                  </a:cubicBezTo>
                  <a:cubicBezTo>
                    <a:pt x="55469" y="95508"/>
                    <a:pt x="61953" y="94388"/>
                    <a:pt x="67031" y="92162"/>
                  </a:cubicBezTo>
                  <a:cubicBezTo>
                    <a:pt x="72109" y="89935"/>
                    <a:pt x="74649" y="86719"/>
                    <a:pt x="74649" y="82500"/>
                  </a:cubicBezTo>
                  <a:cubicBezTo>
                    <a:pt x="74649" y="78516"/>
                    <a:pt x="72109" y="75391"/>
                    <a:pt x="67031" y="73125"/>
                  </a:cubicBezTo>
                  <a:cubicBezTo>
                    <a:pt x="61953" y="70859"/>
                    <a:pt x="55469" y="69727"/>
                    <a:pt x="47578" y="69727"/>
                  </a:cubicBezTo>
                  <a:close/>
                  <a:moveTo>
                    <a:pt x="47578" y="62578"/>
                  </a:moveTo>
                  <a:cubicBezTo>
                    <a:pt x="59531" y="62578"/>
                    <a:pt x="68724" y="64466"/>
                    <a:pt x="75169" y="68255"/>
                  </a:cubicBezTo>
                  <a:cubicBezTo>
                    <a:pt x="81615" y="72044"/>
                    <a:pt x="84844" y="76836"/>
                    <a:pt x="84844" y="82617"/>
                  </a:cubicBezTo>
                  <a:cubicBezTo>
                    <a:pt x="84844" y="88477"/>
                    <a:pt x="81641" y="93281"/>
                    <a:pt x="75235" y="97031"/>
                  </a:cubicBezTo>
                  <a:cubicBezTo>
                    <a:pt x="68828" y="100781"/>
                    <a:pt x="59609" y="102656"/>
                    <a:pt x="47578" y="102656"/>
                  </a:cubicBezTo>
                  <a:cubicBezTo>
                    <a:pt x="35547" y="102656"/>
                    <a:pt x="26328" y="100781"/>
                    <a:pt x="19922" y="97031"/>
                  </a:cubicBezTo>
                  <a:cubicBezTo>
                    <a:pt x="13516" y="93281"/>
                    <a:pt x="10312" y="88477"/>
                    <a:pt x="10312" y="82617"/>
                  </a:cubicBezTo>
                  <a:cubicBezTo>
                    <a:pt x="10312" y="76836"/>
                    <a:pt x="13516" y="72044"/>
                    <a:pt x="19922" y="68255"/>
                  </a:cubicBezTo>
                  <a:cubicBezTo>
                    <a:pt x="26328" y="64466"/>
                    <a:pt x="35547" y="62578"/>
                    <a:pt x="47578" y="62578"/>
                  </a:cubicBezTo>
                  <a:close/>
                  <a:moveTo>
                    <a:pt x="0" y="45352"/>
                  </a:moveTo>
                  <a:lnTo>
                    <a:pt x="95156" y="45352"/>
                  </a:lnTo>
                  <a:lnTo>
                    <a:pt x="95156" y="53086"/>
                  </a:lnTo>
                  <a:lnTo>
                    <a:pt x="0" y="53086"/>
                  </a:lnTo>
                  <a:close/>
                  <a:moveTo>
                    <a:pt x="15235" y="0"/>
                  </a:moveTo>
                  <a:lnTo>
                    <a:pt x="82500" y="0"/>
                  </a:lnTo>
                  <a:lnTo>
                    <a:pt x="82500" y="7734"/>
                  </a:lnTo>
                  <a:lnTo>
                    <a:pt x="22031" y="7734"/>
                  </a:lnTo>
                  <a:lnTo>
                    <a:pt x="22031" y="25664"/>
                  </a:lnTo>
                  <a:lnTo>
                    <a:pt x="83672" y="25664"/>
                  </a:lnTo>
                  <a:lnTo>
                    <a:pt x="83672" y="33516"/>
                  </a:lnTo>
                  <a:lnTo>
                    <a:pt x="15235" y="33516"/>
                  </a:lnTo>
                  <a:cubicBezTo>
                    <a:pt x="14219" y="33516"/>
                    <a:pt x="13555" y="33359"/>
                    <a:pt x="13242" y="33047"/>
                  </a:cubicBezTo>
                  <a:cubicBezTo>
                    <a:pt x="12930" y="32734"/>
                    <a:pt x="12773" y="32109"/>
                    <a:pt x="12773" y="31172"/>
                  </a:cubicBezTo>
                  <a:lnTo>
                    <a:pt x="12773" y="2461"/>
                  </a:lnTo>
                  <a:cubicBezTo>
                    <a:pt x="12773" y="1523"/>
                    <a:pt x="12943" y="872"/>
                    <a:pt x="13294" y="521"/>
                  </a:cubicBezTo>
                  <a:cubicBezTo>
                    <a:pt x="13646" y="169"/>
                    <a:pt x="14297" y="0"/>
                    <a:pt x="15235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57064D6-5B61-4C5E-8714-7374C89FA6FC}"/>
                </a:ext>
              </a:extLst>
            </p:cNvPr>
            <p:cNvSpPr txBox="1"/>
            <p:nvPr/>
          </p:nvSpPr>
          <p:spPr>
            <a:xfrm>
              <a:off x="5334905" y="1698352"/>
              <a:ext cx="287046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등</a:t>
              </a:r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4E100DBD-BF87-429B-915E-477B16023929}"/>
                </a:ext>
              </a:extLst>
            </p:cNvPr>
            <p:cNvSpPr/>
            <p:nvPr/>
          </p:nvSpPr>
          <p:spPr>
            <a:xfrm>
              <a:off x="1791359" y="1924528"/>
              <a:ext cx="382784" cy="103945"/>
            </a:xfrm>
            <a:custGeom>
              <a:avLst/>
              <a:gdLst>
                <a:gd name="connsiteX0" fmla="*/ 208084 w 382784"/>
                <a:gd name="connsiteY0" fmla="*/ 72070 h 103945"/>
                <a:gd name="connsiteX1" fmla="*/ 217224 w 382784"/>
                <a:gd name="connsiteY1" fmla="*/ 72070 h 103945"/>
                <a:gd name="connsiteX2" fmla="*/ 217224 w 382784"/>
                <a:gd name="connsiteY2" fmla="*/ 93750 h 103945"/>
                <a:gd name="connsiteX3" fmla="*/ 281560 w 382784"/>
                <a:gd name="connsiteY3" fmla="*/ 93750 h 103945"/>
                <a:gd name="connsiteX4" fmla="*/ 281560 w 382784"/>
                <a:gd name="connsiteY4" fmla="*/ 101719 h 103945"/>
                <a:gd name="connsiteX5" fmla="*/ 210544 w 382784"/>
                <a:gd name="connsiteY5" fmla="*/ 101719 h 103945"/>
                <a:gd name="connsiteX6" fmla="*/ 208617 w 382784"/>
                <a:gd name="connsiteY6" fmla="*/ 101185 h 103945"/>
                <a:gd name="connsiteX7" fmla="*/ 208084 w 382784"/>
                <a:gd name="connsiteY7" fmla="*/ 99258 h 103945"/>
                <a:gd name="connsiteX8" fmla="*/ 0 w 382784"/>
                <a:gd name="connsiteY8" fmla="*/ 59297 h 103945"/>
                <a:gd name="connsiteX9" fmla="*/ 95037 w 382784"/>
                <a:gd name="connsiteY9" fmla="*/ 59297 h 103945"/>
                <a:gd name="connsiteX10" fmla="*/ 95037 w 382784"/>
                <a:gd name="connsiteY10" fmla="*/ 67266 h 103945"/>
                <a:gd name="connsiteX11" fmla="*/ 70193 w 382784"/>
                <a:gd name="connsiteY11" fmla="*/ 67266 h 103945"/>
                <a:gd name="connsiteX12" fmla="*/ 70193 w 382784"/>
                <a:gd name="connsiteY12" fmla="*/ 103828 h 103945"/>
                <a:gd name="connsiteX13" fmla="*/ 60935 w 382784"/>
                <a:gd name="connsiteY13" fmla="*/ 103828 h 103945"/>
                <a:gd name="connsiteX14" fmla="*/ 60935 w 382784"/>
                <a:gd name="connsiteY14" fmla="*/ 67266 h 103945"/>
                <a:gd name="connsiteX15" fmla="*/ 34453 w 382784"/>
                <a:gd name="connsiteY15" fmla="*/ 67266 h 103945"/>
                <a:gd name="connsiteX16" fmla="*/ 34453 w 382784"/>
                <a:gd name="connsiteY16" fmla="*/ 103008 h 103945"/>
                <a:gd name="connsiteX17" fmla="*/ 25078 w 382784"/>
                <a:gd name="connsiteY17" fmla="*/ 103008 h 103945"/>
                <a:gd name="connsiteX18" fmla="*/ 25078 w 382784"/>
                <a:gd name="connsiteY18" fmla="*/ 67266 h 103945"/>
                <a:gd name="connsiteX19" fmla="*/ 0 w 382784"/>
                <a:gd name="connsiteY19" fmla="*/ 67266 h 103945"/>
                <a:gd name="connsiteX20" fmla="*/ 195427 w 382784"/>
                <a:gd name="connsiteY20" fmla="*/ 53555 h 103945"/>
                <a:gd name="connsiteX21" fmla="*/ 290466 w 382784"/>
                <a:gd name="connsiteY21" fmla="*/ 53555 h 103945"/>
                <a:gd name="connsiteX22" fmla="*/ 290466 w 382784"/>
                <a:gd name="connsiteY22" fmla="*/ 61523 h 103945"/>
                <a:gd name="connsiteX23" fmla="*/ 248982 w 382784"/>
                <a:gd name="connsiteY23" fmla="*/ 61523 h 103945"/>
                <a:gd name="connsiteX24" fmla="*/ 248982 w 382784"/>
                <a:gd name="connsiteY24" fmla="*/ 83672 h 103945"/>
                <a:gd name="connsiteX25" fmla="*/ 239724 w 382784"/>
                <a:gd name="connsiteY25" fmla="*/ 83672 h 103945"/>
                <a:gd name="connsiteX26" fmla="*/ 239724 w 382784"/>
                <a:gd name="connsiteY26" fmla="*/ 61523 h 103945"/>
                <a:gd name="connsiteX27" fmla="*/ 195427 w 382784"/>
                <a:gd name="connsiteY27" fmla="*/ 61523 h 103945"/>
                <a:gd name="connsiteX28" fmla="*/ 216755 w 382784"/>
                <a:gd name="connsiteY28" fmla="*/ 21562 h 103945"/>
                <a:gd name="connsiteX29" fmla="*/ 216755 w 382784"/>
                <a:gd name="connsiteY29" fmla="*/ 34922 h 103945"/>
                <a:gd name="connsiteX30" fmla="*/ 268787 w 382784"/>
                <a:gd name="connsiteY30" fmla="*/ 34922 h 103945"/>
                <a:gd name="connsiteX31" fmla="*/ 268787 w 382784"/>
                <a:gd name="connsiteY31" fmla="*/ 21562 h 103945"/>
                <a:gd name="connsiteX32" fmla="*/ 316104 w 382784"/>
                <a:gd name="connsiteY32" fmla="*/ 10898 h 103945"/>
                <a:gd name="connsiteX33" fmla="*/ 308604 w 382784"/>
                <a:gd name="connsiteY33" fmla="*/ 13477 h 103945"/>
                <a:gd name="connsiteX34" fmla="*/ 303448 w 382784"/>
                <a:gd name="connsiteY34" fmla="*/ 20391 h 103945"/>
                <a:gd name="connsiteX35" fmla="*/ 300401 w 382784"/>
                <a:gd name="connsiteY35" fmla="*/ 30352 h 103945"/>
                <a:gd name="connsiteX36" fmla="*/ 299464 w 382784"/>
                <a:gd name="connsiteY36" fmla="*/ 42070 h 103945"/>
                <a:gd name="connsiteX37" fmla="*/ 300466 w 382784"/>
                <a:gd name="connsiteY37" fmla="*/ 54076 h 103945"/>
                <a:gd name="connsiteX38" fmla="*/ 303448 w 382784"/>
                <a:gd name="connsiteY38" fmla="*/ 63984 h 103945"/>
                <a:gd name="connsiteX39" fmla="*/ 308669 w 382784"/>
                <a:gd name="connsiteY39" fmla="*/ 70781 h 103945"/>
                <a:gd name="connsiteX40" fmla="*/ 316104 w 382784"/>
                <a:gd name="connsiteY40" fmla="*/ 73242 h 103945"/>
                <a:gd name="connsiteX41" fmla="*/ 323370 w 382784"/>
                <a:gd name="connsiteY41" fmla="*/ 70781 h 103945"/>
                <a:gd name="connsiteX42" fmla="*/ 328409 w 382784"/>
                <a:gd name="connsiteY42" fmla="*/ 63984 h 103945"/>
                <a:gd name="connsiteX43" fmla="*/ 331404 w 382784"/>
                <a:gd name="connsiteY43" fmla="*/ 54076 h 103945"/>
                <a:gd name="connsiteX44" fmla="*/ 332393 w 382784"/>
                <a:gd name="connsiteY44" fmla="*/ 42070 h 103945"/>
                <a:gd name="connsiteX45" fmla="*/ 331404 w 382784"/>
                <a:gd name="connsiteY45" fmla="*/ 30234 h 103945"/>
                <a:gd name="connsiteX46" fmla="*/ 328409 w 382784"/>
                <a:gd name="connsiteY46" fmla="*/ 20273 h 103945"/>
                <a:gd name="connsiteX47" fmla="*/ 323370 w 382784"/>
                <a:gd name="connsiteY47" fmla="*/ 13477 h 103945"/>
                <a:gd name="connsiteX48" fmla="*/ 316104 w 382784"/>
                <a:gd name="connsiteY48" fmla="*/ 10898 h 103945"/>
                <a:gd name="connsiteX49" fmla="*/ 47576 w 382784"/>
                <a:gd name="connsiteY49" fmla="*/ 8555 h 103945"/>
                <a:gd name="connsiteX50" fmla="*/ 27949 w 382784"/>
                <a:gd name="connsiteY50" fmla="*/ 12826 h 103945"/>
                <a:gd name="connsiteX51" fmla="*/ 20508 w 382784"/>
                <a:gd name="connsiteY51" fmla="*/ 25195 h 103945"/>
                <a:gd name="connsiteX52" fmla="*/ 22559 w 382784"/>
                <a:gd name="connsiteY52" fmla="*/ 32227 h 103945"/>
                <a:gd name="connsiteX53" fmla="*/ 28242 w 382784"/>
                <a:gd name="connsiteY53" fmla="*/ 37383 h 103945"/>
                <a:gd name="connsiteX54" fmla="*/ 36856 w 382784"/>
                <a:gd name="connsiteY54" fmla="*/ 40547 h 103945"/>
                <a:gd name="connsiteX55" fmla="*/ 47576 w 382784"/>
                <a:gd name="connsiteY55" fmla="*/ 41601 h 103945"/>
                <a:gd name="connsiteX56" fmla="*/ 66859 w 382784"/>
                <a:gd name="connsiteY56" fmla="*/ 37318 h 103945"/>
                <a:gd name="connsiteX57" fmla="*/ 74529 w 382784"/>
                <a:gd name="connsiteY57" fmla="*/ 25195 h 103945"/>
                <a:gd name="connsiteX58" fmla="*/ 66912 w 382784"/>
                <a:gd name="connsiteY58" fmla="*/ 12826 h 103945"/>
                <a:gd name="connsiteX59" fmla="*/ 47576 w 382784"/>
                <a:gd name="connsiteY59" fmla="*/ 8555 h 103945"/>
                <a:gd name="connsiteX60" fmla="*/ 117393 w 382784"/>
                <a:gd name="connsiteY60" fmla="*/ 3984 h 103945"/>
                <a:gd name="connsiteX61" fmla="*/ 127003 w 382784"/>
                <a:gd name="connsiteY61" fmla="*/ 3984 h 103945"/>
                <a:gd name="connsiteX62" fmla="*/ 127003 w 382784"/>
                <a:gd name="connsiteY62" fmla="*/ 25078 h 103945"/>
                <a:gd name="connsiteX63" fmla="*/ 128643 w 382784"/>
                <a:gd name="connsiteY63" fmla="*/ 40130 h 103945"/>
                <a:gd name="connsiteX64" fmla="*/ 133682 w 382784"/>
                <a:gd name="connsiteY64" fmla="*/ 52852 h 103945"/>
                <a:gd name="connsiteX65" fmla="*/ 143005 w 382784"/>
                <a:gd name="connsiteY65" fmla="*/ 64740 h 103945"/>
                <a:gd name="connsiteX66" fmla="*/ 155479 w 382784"/>
                <a:gd name="connsiteY66" fmla="*/ 74180 h 103945"/>
                <a:gd name="connsiteX67" fmla="*/ 153552 w 382784"/>
                <a:gd name="connsiteY67" fmla="*/ 75820 h 103945"/>
                <a:gd name="connsiteX68" fmla="*/ 151612 w 382784"/>
                <a:gd name="connsiteY68" fmla="*/ 77578 h 103945"/>
                <a:gd name="connsiteX69" fmla="*/ 149854 w 382784"/>
                <a:gd name="connsiteY69" fmla="*/ 79388 h 103945"/>
                <a:gd name="connsiteX70" fmla="*/ 148448 w 382784"/>
                <a:gd name="connsiteY70" fmla="*/ 80859 h 103945"/>
                <a:gd name="connsiteX71" fmla="*/ 141130 w 382784"/>
                <a:gd name="connsiteY71" fmla="*/ 75169 h 103945"/>
                <a:gd name="connsiteX72" fmla="*/ 134034 w 382784"/>
                <a:gd name="connsiteY72" fmla="*/ 68086 h 103945"/>
                <a:gd name="connsiteX73" fmla="*/ 127354 w 382784"/>
                <a:gd name="connsiteY73" fmla="*/ 58945 h 103945"/>
                <a:gd name="connsiteX74" fmla="*/ 122198 w 382784"/>
                <a:gd name="connsiteY74" fmla="*/ 48281 h 103945"/>
                <a:gd name="connsiteX75" fmla="*/ 117979 w 382784"/>
                <a:gd name="connsiteY75" fmla="*/ 58477 h 103945"/>
                <a:gd name="connsiteX76" fmla="*/ 111651 w 382784"/>
                <a:gd name="connsiteY76" fmla="*/ 68086 h 103945"/>
                <a:gd name="connsiteX77" fmla="*/ 103917 w 382784"/>
                <a:gd name="connsiteY77" fmla="*/ 76875 h 103945"/>
                <a:gd name="connsiteX78" fmla="*/ 95948 w 382784"/>
                <a:gd name="connsiteY78" fmla="*/ 83438 h 103945"/>
                <a:gd name="connsiteX79" fmla="*/ 92198 w 382784"/>
                <a:gd name="connsiteY79" fmla="*/ 80325 h 103945"/>
                <a:gd name="connsiteX80" fmla="*/ 87862 w 382784"/>
                <a:gd name="connsiteY80" fmla="*/ 77227 h 103945"/>
                <a:gd name="connsiteX81" fmla="*/ 100518 w 382784"/>
                <a:gd name="connsiteY81" fmla="*/ 67083 h 103945"/>
                <a:gd name="connsiteX82" fmla="*/ 110010 w 382784"/>
                <a:gd name="connsiteY82" fmla="*/ 54375 h 103945"/>
                <a:gd name="connsiteX83" fmla="*/ 115518 w 382784"/>
                <a:gd name="connsiteY83" fmla="*/ 39896 h 103945"/>
                <a:gd name="connsiteX84" fmla="*/ 117393 w 382784"/>
                <a:gd name="connsiteY84" fmla="*/ 23437 h 103945"/>
                <a:gd name="connsiteX85" fmla="*/ 316104 w 382784"/>
                <a:gd name="connsiteY85" fmla="*/ 2578 h 103945"/>
                <a:gd name="connsiteX86" fmla="*/ 325896 w 382784"/>
                <a:gd name="connsiteY86" fmla="*/ 4974 h 103945"/>
                <a:gd name="connsiteX87" fmla="*/ 334034 w 382784"/>
                <a:gd name="connsiteY87" fmla="*/ 12305 h 103945"/>
                <a:gd name="connsiteX88" fmla="*/ 339607 w 382784"/>
                <a:gd name="connsiteY88" fmla="*/ 24544 h 103945"/>
                <a:gd name="connsiteX89" fmla="*/ 341651 w 382784"/>
                <a:gd name="connsiteY89" fmla="*/ 42070 h 103945"/>
                <a:gd name="connsiteX90" fmla="*/ 339607 w 382784"/>
                <a:gd name="connsiteY90" fmla="*/ 59531 h 103945"/>
                <a:gd name="connsiteX91" fmla="*/ 334034 w 382784"/>
                <a:gd name="connsiteY91" fmla="*/ 71836 h 103945"/>
                <a:gd name="connsiteX92" fmla="*/ 325896 w 382784"/>
                <a:gd name="connsiteY92" fmla="*/ 79154 h 103945"/>
                <a:gd name="connsiteX93" fmla="*/ 316104 w 382784"/>
                <a:gd name="connsiteY93" fmla="*/ 81562 h 103945"/>
                <a:gd name="connsiteX94" fmla="*/ 305909 w 382784"/>
                <a:gd name="connsiteY94" fmla="*/ 79219 h 103945"/>
                <a:gd name="connsiteX95" fmla="*/ 297706 w 382784"/>
                <a:gd name="connsiteY95" fmla="*/ 71953 h 103945"/>
                <a:gd name="connsiteX96" fmla="*/ 292198 w 382784"/>
                <a:gd name="connsiteY96" fmla="*/ 59583 h 103945"/>
                <a:gd name="connsiteX97" fmla="*/ 290206 w 382784"/>
                <a:gd name="connsiteY97" fmla="*/ 42070 h 103945"/>
                <a:gd name="connsiteX98" fmla="*/ 292198 w 382784"/>
                <a:gd name="connsiteY98" fmla="*/ 24375 h 103945"/>
                <a:gd name="connsiteX99" fmla="*/ 297706 w 382784"/>
                <a:gd name="connsiteY99" fmla="*/ 12070 h 103945"/>
                <a:gd name="connsiteX100" fmla="*/ 305857 w 382784"/>
                <a:gd name="connsiteY100" fmla="*/ 4922 h 103945"/>
                <a:gd name="connsiteX101" fmla="*/ 316104 w 382784"/>
                <a:gd name="connsiteY101" fmla="*/ 2578 h 103945"/>
                <a:gd name="connsiteX102" fmla="*/ 207732 w 382784"/>
                <a:gd name="connsiteY102" fmla="*/ 1055 h 103945"/>
                <a:gd name="connsiteX103" fmla="*/ 216755 w 382784"/>
                <a:gd name="connsiteY103" fmla="*/ 1055 h 103945"/>
                <a:gd name="connsiteX104" fmla="*/ 216755 w 382784"/>
                <a:gd name="connsiteY104" fmla="*/ 13828 h 103945"/>
                <a:gd name="connsiteX105" fmla="*/ 268787 w 382784"/>
                <a:gd name="connsiteY105" fmla="*/ 13828 h 103945"/>
                <a:gd name="connsiteX106" fmla="*/ 268787 w 382784"/>
                <a:gd name="connsiteY106" fmla="*/ 1055 h 103945"/>
                <a:gd name="connsiteX107" fmla="*/ 277927 w 382784"/>
                <a:gd name="connsiteY107" fmla="*/ 1055 h 103945"/>
                <a:gd name="connsiteX108" fmla="*/ 277927 w 382784"/>
                <a:gd name="connsiteY108" fmla="*/ 40312 h 103945"/>
                <a:gd name="connsiteX109" fmla="*/ 277406 w 382784"/>
                <a:gd name="connsiteY109" fmla="*/ 42240 h 103945"/>
                <a:gd name="connsiteX110" fmla="*/ 275466 w 382784"/>
                <a:gd name="connsiteY110" fmla="*/ 42774 h 103945"/>
                <a:gd name="connsiteX111" fmla="*/ 210193 w 382784"/>
                <a:gd name="connsiteY111" fmla="*/ 42774 h 103945"/>
                <a:gd name="connsiteX112" fmla="*/ 208266 w 382784"/>
                <a:gd name="connsiteY112" fmla="*/ 42240 h 103945"/>
                <a:gd name="connsiteX113" fmla="*/ 207732 w 382784"/>
                <a:gd name="connsiteY113" fmla="*/ 40312 h 103945"/>
                <a:gd name="connsiteX114" fmla="*/ 47576 w 382784"/>
                <a:gd name="connsiteY114" fmla="*/ 820 h 103945"/>
                <a:gd name="connsiteX115" fmla="*/ 74594 w 382784"/>
                <a:gd name="connsiteY115" fmla="*/ 7383 h 103945"/>
                <a:gd name="connsiteX116" fmla="*/ 84373 w 382784"/>
                <a:gd name="connsiteY116" fmla="*/ 25195 h 103945"/>
                <a:gd name="connsiteX117" fmla="*/ 74646 w 382784"/>
                <a:gd name="connsiteY117" fmla="*/ 42708 h 103945"/>
                <a:gd name="connsiteX118" fmla="*/ 47576 w 382784"/>
                <a:gd name="connsiteY118" fmla="*/ 49336 h 103945"/>
                <a:gd name="connsiteX119" fmla="*/ 32168 w 382784"/>
                <a:gd name="connsiteY119" fmla="*/ 47630 h 103945"/>
                <a:gd name="connsiteX120" fmla="*/ 20508 w 382784"/>
                <a:gd name="connsiteY120" fmla="*/ 42774 h 103945"/>
                <a:gd name="connsiteX121" fmla="*/ 13184 w 382784"/>
                <a:gd name="connsiteY121" fmla="*/ 35156 h 103945"/>
                <a:gd name="connsiteX122" fmla="*/ 10664 w 382784"/>
                <a:gd name="connsiteY122" fmla="*/ 25195 h 103945"/>
                <a:gd name="connsiteX123" fmla="*/ 20508 w 382784"/>
                <a:gd name="connsiteY123" fmla="*/ 7552 h 103945"/>
                <a:gd name="connsiteX124" fmla="*/ 47576 w 382784"/>
                <a:gd name="connsiteY124" fmla="*/ 820 h 103945"/>
                <a:gd name="connsiteX125" fmla="*/ 358761 w 382784"/>
                <a:gd name="connsiteY125" fmla="*/ 0 h 103945"/>
                <a:gd name="connsiteX126" fmla="*/ 368018 w 382784"/>
                <a:gd name="connsiteY126" fmla="*/ 0 h 103945"/>
                <a:gd name="connsiteX127" fmla="*/ 368018 w 382784"/>
                <a:gd name="connsiteY127" fmla="*/ 19688 h 103945"/>
                <a:gd name="connsiteX128" fmla="*/ 382784 w 382784"/>
                <a:gd name="connsiteY128" fmla="*/ 19688 h 103945"/>
                <a:gd name="connsiteX129" fmla="*/ 382784 w 382784"/>
                <a:gd name="connsiteY129" fmla="*/ 28125 h 103945"/>
                <a:gd name="connsiteX130" fmla="*/ 368018 w 382784"/>
                <a:gd name="connsiteY130" fmla="*/ 28125 h 103945"/>
                <a:gd name="connsiteX131" fmla="*/ 368018 w 382784"/>
                <a:gd name="connsiteY131" fmla="*/ 52969 h 103945"/>
                <a:gd name="connsiteX132" fmla="*/ 382784 w 382784"/>
                <a:gd name="connsiteY132" fmla="*/ 52969 h 103945"/>
                <a:gd name="connsiteX133" fmla="*/ 382784 w 382784"/>
                <a:gd name="connsiteY133" fmla="*/ 61406 h 103945"/>
                <a:gd name="connsiteX134" fmla="*/ 368018 w 382784"/>
                <a:gd name="connsiteY134" fmla="*/ 61406 h 103945"/>
                <a:gd name="connsiteX135" fmla="*/ 368018 w 382784"/>
                <a:gd name="connsiteY135" fmla="*/ 103945 h 103945"/>
                <a:gd name="connsiteX136" fmla="*/ 358761 w 382784"/>
                <a:gd name="connsiteY136" fmla="*/ 103945 h 103945"/>
                <a:gd name="connsiteX137" fmla="*/ 164151 w 382784"/>
                <a:gd name="connsiteY137" fmla="*/ 0 h 103945"/>
                <a:gd name="connsiteX138" fmla="*/ 173409 w 382784"/>
                <a:gd name="connsiteY138" fmla="*/ 0 h 103945"/>
                <a:gd name="connsiteX139" fmla="*/ 173409 w 382784"/>
                <a:gd name="connsiteY139" fmla="*/ 39844 h 103945"/>
                <a:gd name="connsiteX140" fmla="*/ 188761 w 382784"/>
                <a:gd name="connsiteY140" fmla="*/ 39844 h 103945"/>
                <a:gd name="connsiteX141" fmla="*/ 188761 w 382784"/>
                <a:gd name="connsiteY141" fmla="*/ 48164 h 103945"/>
                <a:gd name="connsiteX142" fmla="*/ 173409 w 382784"/>
                <a:gd name="connsiteY142" fmla="*/ 48164 h 103945"/>
                <a:gd name="connsiteX143" fmla="*/ 173409 w 382784"/>
                <a:gd name="connsiteY143" fmla="*/ 103945 h 103945"/>
                <a:gd name="connsiteX144" fmla="*/ 164151 w 382784"/>
                <a:gd name="connsiteY144" fmla="*/ 103945 h 10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</a:cxnLst>
              <a:rect l="l" t="t" r="r" b="b"/>
              <a:pathLst>
                <a:path w="382784" h="103945">
                  <a:moveTo>
                    <a:pt x="208084" y="72070"/>
                  </a:moveTo>
                  <a:lnTo>
                    <a:pt x="217224" y="72070"/>
                  </a:lnTo>
                  <a:lnTo>
                    <a:pt x="217224" y="93750"/>
                  </a:lnTo>
                  <a:lnTo>
                    <a:pt x="281560" y="93750"/>
                  </a:lnTo>
                  <a:lnTo>
                    <a:pt x="281560" y="101719"/>
                  </a:lnTo>
                  <a:lnTo>
                    <a:pt x="210544" y="101719"/>
                  </a:lnTo>
                  <a:cubicBezTo>
                    <a:pt x="209607" y="101719"/>
                    <a:pt x="208969" y="101537"/>
                    <a:pt x="208617" y="101185"/>
                  </a:cubicBezTo>
                  <a:cubicBezTo>
                    <a:pt x="208266" y="100833"/>
                    <a:pt x="208084" y="100195"/>
                    <a:pt x="208084" y="99258"/>
                  </a:cubicBezTo>
                  <a:close/>
                  <a:moveTo>
                    <a:pt x="0" y="59297"/>
                  </a:moveTo>
                  <a:lnTo>
                    <a:pt x="95037" y="59297"/>
                  </a:lnTo>
                  <a:lnTo>
                    <a:pt x="95037" y="67266"/>
                  </a:lnTo>
                  <a:lnTo>
                    <a:pt x="70193" y="67266"/>
                  </a:lnTo>
                  <a:lnTo>
                    <a:pt x="70193" y="103828"/>
                  </a:lnTo>
                  <a:lnTo>
                    <a:pt x="60935" y="103828"/>
                  </a:lnTo>
                  <a:lnTo>
                    <a:pt x="60935" y="67266"/>
                  </a:lnTo>
                  <a:lnTo>
                    <a:pt x="34453" y="67266"/>
                  </a:lnTo>
                  <a:lnTo>
                    <a:pt x="34453" y="103008"/>
                  </a:lnTo>
                  <a:lnTo>
                    <a:pt x="25078" y="103008"/>
                  </a:lnTo>
                  <a:lnTo>
                    <a:pt x="25078" y="67266"/>
                  </a:lnTo>
                  <a:lnTo>
                    <a:pt x="0" y="67266"/>
                  </a:lnTo>
                  <a:close/>
                  <a:moveTo>
                    <a:pt x="195427" y="53555"/>
                  </a:moveTo>
                  <a:lnTo>
                    <a:pt x="290466" y="53555"/>
                  </a:lnTo>
                  <a:lnTo>
                    <a:pt x="290466" y="61523"/>
                  </a:lnTo>
                  <a:lnTo>
                    <a:pt x="248982" y="61523"/>
                  </a:lnTo>
                  <a:lnTo>
                    <a:pt x="248982" y="83672"/>
                  </a:lnTo>
                  <a:lnTo>
                    <a:pt x="239724" y="83672"/>
                  </a:lnTo>
                  <a:lnTo>
                    <a:pt x="239724" y="61523"/>
                  </a:lnTo>
                  <a:lnTo>
                    <a:pt x="195427" y="61523"/>
                  </a:lnTo>
                  <a:close/>
                  <a:moveTo>
                    <a:pt x="216755" y="21562"/>
                  </a:moveTo>
                  <a:lnTo>
                    <a:pt x="216755" y="34922"/>
                  </a:lnTo>
                  <a:lnTo>
                    <a:pt x="268787" y="34922"/>
                  </a:lnTo>
                  <a:lnTo>
                    <a:pt x="268787" y="21562"/>
                  </a:lnTo>
                  <a:close/>
                  <a:moveTo>
                    <a:pt x="316104" y="10898"/>
                  </a:moveTo>
                  <a:cubicBezTo>
                    <a:pt x="313214" y="10898"/>
                    <a:pt x="310714" y="11758"/>
                    <a:pt x="308604" y="13477"/>
                  </a:cubicBezTo>
                  <a:cubicBezTo>
                    <a:pt x="306495" y="15195"/>
                    <a:pt x="304776" y="17500"/>
                    <a:pt x="303448" y="20391"/>
                  </a:cubicBezTo>
                  <a:cubicBezTo>
                    <a:pt x="302042" y="23281"/>
                    <a:pt x="301026" y="26602"/>
                    <a:pt x="300401" y="30352"/>
                  </a:cubicBezTo>
                  <a:cubicBezTo>
                    <a:pt x="299776" y="34102"/>
                    <a:pt x="299464" y="38008"/>
                    <a:pt x="299464" y="42070"/>
                  </a:cubicBezTo>
                  <a:cubicBezTo>
                    <a:pt x="299464" y="46289"/>
                    <a:pt x="299802" y="50286"/>
                    <a:pt x="300466" y="54076"/>
                  </a:cubicBezTo>
                  <a:cubicBezTo>
                    <a:pt x="301130" y="57865"/>
                    <a:pt x="302120" y="61172"/>
                    <a:pt x="303448" y="63984"/>
                  </a:cubicBezTo>
                  <a:cubicBezTo>
                    <a:pt x="304854" y="66875"/>
                    <a:pt x="306599" y="69141"/>
                    <a:pt x="308669" y="70781"/>
                  </a:cubicBezTo>
                  <a:cubicBezTo>
                    <a:pt x="310740" y="72422"/>
                    <a:pt x="313214" y="73242"/>
                    <a:pt x="316104" y="73242"/>
                  </a:cubicBezTo>
                  <a:cubicBezTo>
                    <a:pt x="318917" y="73242"/>
                    <a:pt x="321339" y="72422"/>
                    <a:pt x="323370" y="70781"/>
                  </a:cubicBezTo>
                  <a:cubicBezTo>
                    <a:pt x="325401" y="69141"/>
                    <a:pt x="327081" y="66875"/>
                    <a:pt x="328409" y="63984"/>
                  </a:cubicBezTo>
                  <a:cubicBezTo>
                    <a:pt x="329737" y="61172"/>
                    <a:pt x="330740" y="57865"/>
                    <a:pt x="331404" y="54076"/>
                  </a:cubicBezTo>
                  <a:cubicBezTo>
                    <a:pt x="332068" y="50286"/>
                    <a:pt x="332393" y="46289"/>
                    <a:pt x="332393" y="42070"/>
                  </a:cubicBezTo>
                  <a:cubicBezTo>
                    <a:pt x="332393" y="37930"/>
                    <a:pt x="332068" y="33984"/>
                    <a:pt x="331404" y="30234"/>
                  </a:cubicBezTo>
                  <a:cubicBezTo>
                    <a:pt x="330740" y="26484"/>
                    <a:pt x="329737" y="23164"/>
                    <a:pt x="328409" y="20273"/>
                  </a:cubicBezTo>
                  <a:cubicBezTo>
                    <a:pt x="327081" y="17461"/>
                    <a:pt x="325401" y="15195"/>
                    <a:pt x="323370" y="13477"/>
                  </a:cubicBezTo>
                  <a:cubicBezTo>
                    <a:pt x="321339" y="11758"/>
                    <a:pt x="318917" y="10898"/>
                    <a:pt x="316104" y="10898"/>
                  </a:cubicBezTo>
                  <a:close/>
                  <a:moveTo>
                    <a:pt x="47576" y="8555"/>
                  </a:moveTo>
                  <a:cubicBezTo>
                    <a:pt x="39453" y="8555"/>
                    <a:pt x="32910" y="9974"/>
                    <a:pt x="27949" y="12826"/>
                  </a:cubicBezTo>
                  <a:cubicBezTo>
                    <a:pt x="22988" y="15677"/>
                    <a:pt x="20508" y="19805"/>
                    <a:pt x="20508" y="25195"/>
                  </a:cubicBezTo>
                  <a:cubicBezTo>
                    <a:pt x="20508" y="27852"/>
                    <a:pt x="21191" y="30195"/>
                    <a:pt x="22559" y="32227"/>
                  </a:cubicBezTo>
                  <a:cubicBezTo>
                    <a:pt x="23926" y="34258"/>
                    <a:pt x="25820" y="35977"/>
                    <a:pt x="28242" y="37383"/>
                  </a:cubicBezTo>
                  <a:cubicBezTo>
                    <a:pt x="30664" y="38789"/>
                    <a:pt x="33535" y="39844"/>
                    <a:pt x="36856" y="40547"/>
                  </a:cubicBezTo>
                  <a:cubicBezTo>
                    <a:pt x="40180" y="41250"/>
                    <a:pt x="43747" y="41601"/>
                    <a:pt x="47576" y="41601"/>
                  </a:cubicBezTo>
                  <a:cubicBezTo>
                    <a:pt x="55310" y="41601"/>
                    <a:pt x="61742" y="40169"/>
                    <a:pt x="66859" y="37318"/>
                  </a:cubicBezTo>
                  <a:cubicBezTo>
                    <a:pt x="71977" y="34466"/>
                    <a:pt x="74529" y="30430"/>
                    <a:pt x="74529" y="25195"/>
                  </a:cubicBezTo>
                  <a:cubicBezTo>
                    <a:pt x="74529" y="19805"/>
                    <a:pt x="71990" y="15677"/>
                    <a:pt x="66912" y="12826"/>
                  </a:cubicBezTo>
                  <a:cubicBezTo>
                    <a:pt x="61833" y="9974"/>
                    <a:pt x="55388" y="8555"/>
                    <a:pt x="47576" y="8555"/>
                  </a:cubicBezTo>
                  <a:close/>
                  <a:moveTo>
                    <a:pt x="117393" y="3984"/>
                  </a:moveTo>
                  <a:lnTo>
                    <a:pt x="127003" y="3984"/>
                  </a:lnTo>
                  <a:lnTo>
                    <a:pt x="127003" y="25078"/>
                  </a:lnTo>
                  <a:cubicBezTo>
                    <a:pt x="127003" y="30469"/>
                    <a:pt x="127550" y="35482"/>
                    <a:pt x="128643" y="40130"/>
                  </a:cubicBezTo>
                  <a:cubicBezTo>
                    <a:pt x="129737" y="44779"/>
                    <a:pt x="131417" y="49023"/>
                    <a:pt x="133682" y="52852"/>
                  </a:cubicBezTo>
                  <a:cubicBezTo>
                    <a:pt x="136261" y="57227"/>
                    <a:pt x="139373" y="61185"/>
                    <a:pt x="143005" y="64740"/>
                  </a:cubicBezTo>
                  <a:cubicBezTo>
                    <a:pt x="146638" y="68294"/>
                    <a:pt x="150792" y="71445"/>
                    <a:pt x="155479" y="74180"/>
                  </a:cubicBezTo>
                  <a:cubicBezTo>
                    <a:pt x="154854" y="74648"/>
                    <a:pt x="154216" y="75195"/>
                    <a:pt x="153552" y="75820"/>
                  </a:cubicBezTo>
                  <a:cubicBezTo>
                    <a:pt x="152888" y="76445"/>
                    <a:pt x="152237" y="77031"/>
                    <a:pt x="151612" y="77578"/>
                  </a:cubicBezTo>
                  <a:cubicBezTo>
                    <a:pt x="150987" y="78203"/>
                    <a:pt x="150401" y="78802"/>
                    <a:pt x="149854" y="79388"/>
                  </a:cubicBezTo>
                  <a:cubicBezTo>
                    <a:pt x="149307" y="79974"/>
                    <a:pt x="148839" y="80469"/>
                    <a:pt x="148448" y="80859"/>
                  </a:cubicBezTo>
                  <a:cubicBezTo>
                    <a:pt x="146026" y="79219"/>
                    <a:pt x="143591" y="77318"/>
                    <a:pt x="141130" y="75169"/>
                  </a:cubicBezTo>
                  <a:cubicBezTo>
                    <a:pt x="138669" y="73021"/>
                    <a:pt x="136300" y="70664"/>
                    <a:pt x="134034" y="68086"/>
                  </a:cubicBezTo>
                  <a:cubicBezTo>
                    <a:pt x="131612" y="65273"/>
                    <a:pt x="129386" y="62226"/>
                    <a:pt x="127354" y="58945"/>
                  </a:cubicBezTo>
                  <a:cubicBezTo>
                    <a:pt x="125323" y="55664"/>
                    <a:pt x="123604" y="52109"/>
                    <a:pt x="122198" y="48281"/>
                  </a:cubicBezTo>
                  <a:cubicBezTo>
                    <a:pt x="121261" y="51719"/>
                    <a:pt x="119854" y="55117"/>
                    <a:pt x="117979" y="58477"/>
                  </a:cubicBezTo>
                  <a:cubicBezTo>
                    <a:pt x="116104" y="61836"/>
                    <a:pt x="113995" y="65039"/>
                    <a:pt x="111651" y="68086"/>
                  </a:cubicBezTo>
                  <a:cubicBezTo>
                    <a:pt x="109229" y="71289"/>
                    <a:pt x="106651" y="74219"/>
                    <a:pt x="103917" y="76875"/>
                  </a:cubicBezTo>
                  <a:cubicBezTo>
                    <a:pt x="101182" y="79531"/>
                    <a:pt x="98526" y="81719"/>
                    <a:pt x="95948" y="83438"/>
                  </a:cubicBezTo>
                  <a:cubicBezTo>
                    <a:pt x="95011" y="82578"/>
                    <a:pt x="93761" y="81536"/>
                    <a:pt x="92198" y="80325"/>
                  </a:cubicBezTo>
                  <a:cubicBezTo>
                    <a:pt x="90635" y="79115"/>
                    <a:pt x="89190" y="78086"/>
                    <a:pt x="87862" y="77227"/>
                  </a:cubicBezTo>
                  <a:cubicBezTo>
                    <a:pt x="92550" y="74336"/>
                    <a:pt x="96768" y="70951"/>
                    <a:pt x="100518" y="67083"/>
                  </a:cubicBezTo>
                  <a:cubicBezTo>
                    <a:pt x="104268" y="63216"/>
                    <a:pt x="107432" y="58984"/>
                    <a:pt x="110010" y="54375"/>
                  </a:cubicBezTo>
                  <a:cubicBezTo>
                    <a:pt x="112432" y="49922"/>
                    <a:pt x="114268" y="45091"/>
                    <a:pt x="115518" y="39896"/>
                  </a:cubicBezTo>
                  <a:cubicBezTo>
                    <a:pt x="116768" y="34701"/>
                    <a:pt x="117393" y="29219"/>
                    <a:pt x="117393" y="23437"/>
                  </a:cubicBezTo>
                  <a:close/>
                  <a:moveTo>
                    <a:pt x="316104" y="2578"/>
                  </a:moveTo>
                  <a:cubicBezTo>
                    <a:pt x="319542" y="2578"/>
                    <a:pt x="322810" y="3372"/>
                    <a:pt x="325896" y="4974"/>
                  </a:cubicBezTo>
                  <a:cubicBezTo>
                    <a:pt x="328982" y="6575"/>
                    <a:pt x="331690" y="9023"/>
                    <a:pt x="334034" y="12305"/>
                  </a:cubicBezTo>
                  <a:cubicBezTo>
                    <a:pt x="336378" y="15508"/>
                    <a:pt x="338240" y="19583"/>
                    <a:pt x="339607" y="24544"/>
                  </a:cubicBezTo>
                  <a:cubicBezTo>
                    <a:pt x="340974" y="29505"/>
                    <a:pt x="341651" y="35352"/>
                    <a:pt x="341651" y="42070"/>
                  </a:cubicBezTo>
                  <a:cubicBezTo>
                    <a:pt x="341651" y="48789"/>
                    <a:pt x="340974" y="54609"/>
                    <a:pt x="339607" y="59531"/>
                  </a:cubicBezTo>
                  <a:cubicBezTo>
                    <a:pt x="338240" y="64453"/>
                    <a:pt x="336378" y="68555"/>
                    <a:pt x="334034" y="71836"/>
                  </a:cubicBezTo>
                  <a:cubicBezTo>
                    <a:pt x="331690" y="75117"/>
                    <a:pt x="328982" y="77552"/>
                    <a:pt x="325896" y="79154"/>
                  </a:cubicBezTo>
                  <a:cubicBezTo>
                    <a:pt x="322810" y="80755"/>
                    <a:pt x="319542" y="81562"/>
                    <a:pt x="316104" y="81562"/>
                  </a:cubicBezTo>
                  <a:cubicBezTo>
                    <a:pt x="312433" y="81562"/>
                    <a:pt x="309034" y="80781"/>
                    <a:pt x="305909" y="79219"/>
                  </a:cubicBezTo>
                  <a:cubicBezTo>
                    <a:pt x="302784" y="77656"/>
                    <a:pt x="300050" y="75234"/>
                    <a:pt x="297706" y="71953"/>
                  </a:cubicBezTo>
                  <a:cubicBezTo>
                    <a:pt x="295362" y="68672"/>
                    <a:pt x="293526" y="64544"/>
                    <a:pt x="292198" y="59583"/>
                  </a:cubicBezTo>
                  <a:cubicBezTo>
                    <a:pt x="290870" y="54622"/>
                    <a:pt x="290206" y="48789"/>
                    <a:pt x="290206" y="42070"/>
                  </a:cubicBezTo>
                  <a:cubicBezTo>
                    <a:pt x="290206" y="35273"/>
                    <a:pt x="290870" y="29375"/>
                    <a:pt x="292198" y="24375"/>
                  </a:cubicBezTo>
                  <a:cubicBezTo>
                    <a:pt x="293526" y="19375"/>
                    <a:pt x="295362" y="15273"/>
                    <a:pt x="297706" y="12070"/>
                  </a:cubicBezTo>
                  <a:cubicBezTo>
                    <a:pt x="299972" y="8867"/>
                    <a:pt x="302693" y="6484"/>
                    <a:pt x="305857" y="4922"/>
                  </a:cubicBezTo>
                  <a:cubicBezTo>
                    <a:pt x="309021" y="3359"/>
                    <a:pt x="312433" y="2578"/>
                    <a:pt x="316104" y="2578"/>
                  </a:cubicBezTo>
                  <a:close/>
                  <a:moveTo>
                    <a:pt x="207732" y="1055"/>
                  </a:moveTo>
                  <a:lnTo>
                    <a:pt x="216755" y="1055"/>
                  </a:lnTo>
                  <a:lnTo>
                    <a:pt x="216755" y="13828"/>
                  </a:lnTo>
                  <a:lnTo>
                    <a:pt x="268787" y="13828"/>
                  </a:lnTo>
                  <a:lnTo>
                    <a:pt x="268787" y="1055"/>
                  </a:lnTo>
                  <a:lnTo>
                    <a:pt x="277927" y="1055"/>
                  </a:lnTo>
                  <a:lnTo>
                    <a:pt x="277927" y="40312"/>
                  </a:lnTo>
                  <a:cubicBezTo>
                    <a:pt x="277927" y="41250"/>
                    <a:pt x="277758" y="41888"/>
                    <a:pt x="277406" y="42240"/>
                  </a:cubicBezTo>
                  <a:cubicBezTo>
                    <a:pt x="277055" y="42591"/>
                    <a:pt x="276404" y="42774"/>
                    <a:pt x="275466" y="42774"/>
                  </a:cubicBezTo>
                  <a:lnTo>
                    <a:pt x="210193" y="42774"/>
                  </a:lnTo>
                  <a:cubicBezTo>
                    <a:pt x="209255" y="42774"/>
                    <a:pt x="208617" y="42591"/>
                    <a:pt x="208266" y="42240"/>
                  </a:cubicBezTo>
                  <a:cubicBezTo>
                    <a:pt x="207914" y="41888"/>
                    <a:pt x="207732" y="41250"/>
                    <a:pt x="207732" y="40312"/>
                  </a:cubicBezTo>
                  <a:close/>
                  <a:moveTo>
                    <a:pt x="47576" y="820"/>
                  </a:moveTo>
                  <a:cubicBezTo>
                    <a:pt x="59060" y="820"/>
                    <a:pt x="68070" y="3008"/>
                    <a:pt x="74594" y="7383"/>
                  </a:cubicBezTo>
                  <a:cubicBezTo>
                    <a:pt x="81117" y="11758"/>
                    <a:pt x="84373" y="17695"/>
                    <a:pt x="84373" y="25195"/>
                  </a:cubicBezTo>
                  <a:cubicBezTo>
                    <a:pt x="84373" y="32461"/>
                    <a:pt x="81130" y="38294"/>
                    <a:pt x="74646" y="42708"/>
                  </a:cubicBezTo>
                  <a:cubicBezTo>
                    <a:pt x="68162" y="47122"/>
                    <a:pt x="59138" y="49336"/>
                    <a:pt x="47576" y="49336"/>
                  </a:cubicBezTo>
                  <a:cubicBezTo>
                    <a:pt x="41872" y="49336"/>
                    <a:pt x="36738" y="48763"/>
                    <a:pt x="32168" y="47630"/>
                  </a:cubicBezTo>
                  <a:cubicBezTo>
                    <a:pt x="27598" y="46497"/>
                    <a:pt x="23711" y="44883"/>
                    <a:pt x="20508" y="42774"/>
                  </a:cubicBezTo>
                  <a:cubicBezTo>
                    <a:pt x="17305" y="40664"/>
                    <a:pt x="14863" y="38125"/>
                    <a:pt x="13184" y="35156"/>
                  </a:cubicBezTo>
                  <a:cubicBezTo>
                    <a:pt x="11504" y="32188"/>
                    <a:pt x="10664" y="28867"/>
                    <a:pt x="10664" y="25195"/>
                  </a:cubicBezTo>
                  <a:cubicBezTo>
                    <a:pt x="10664" y="17930"/>
                    <a:pt x="13945" y="12044"/>
                    <a:pt x="20508" y="7552"/>
                  </a:cubicBezTo>
                  <a:cubicBezTo>
                    <a:pt x="27070" y="3060"/>
                    <a:pt x="36094" y="820"/>
                    <a:pt x="47576" y="820"/>
                  </a:cubicBezTo>
                  <a:close/>
                  <a:moveTo>
                    <a:pt x="358761" y="0"/>
                  </a:moveTo>
                  <a:lnTo>
                    <a:pt x="368018" y="0"/>
                  </a:lnTo>
                  <a:lnTo>
                    <a:pt x="368018" y="19688"/>
                  </a:lnTo>
                  <a:lnTo>
                    <a:pt x="382784" y="19688"/>
                  </a:lnTo>
                  <a:lnTo>
                    <a:pt x="382784" y="28125"/>
                  </a:lnTo>
                  <a:lnTo>
                    <a:pt x="368018" y="28125"/>
                  </a:lnTo>
                  <a:lnTo>
                    <a:pt x="368018" y="52969"/>
                  </a:lnTo>
                  <a:lnTo>
                    <a:pt x="382784" y="52969"/>
                  </a:lnTo>
                  <a:lnTo>
                    <a:pt x="382784" y="61406"/>
                  </a:lnTo>
                  <a:lnTo>
                    <a:pt x="368018" y="61406"/>
                  </a:lnTo>
                  <a:lnTo>
                    <a:pt x="368018" y="103945"/>
                  </a:lnTo>
                  <a:lnTo>
                    <a:pt x="358761" y="103945"/>
                  </a:lnTo>
                  <a:close/>
                  <a:moveTo>
                    <a:pt x="164151" y="0"/>
                  </a:moveTo>
                  <a:lnTo>
                    <a:pt x="173409" y="0"/>
                  </a:lnTo>
                  <a:lnTo>
                    <a:pt x="173409" y="39844"/>
                  </a:lnTo>
                  <a:lnTo>
                    <a:pt x="188761" y="39844"/>
                  </a:lnTo>
                  <a:lnTo>
                    <a:pt x="188761" y="48164"/>
                  </a:lnTo>
                  <a:lnTo>
                    <a:pt x="173409" y="48164"/>
                  </a:lnTo>
                  <a:lnTo>
                    <a:pt x="173409" y="103945"/>
                  </a:lnTo>
                  <a:lnTo>
                    <a:pt x="164151" y="103945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568D0CE3-A7B3-4BC5-87FD-A1601140F5A3}"/>
                </a:ext>
              </a:extLst>
            </p:cNvPr>
            <p:cNvSpPr txBox="1"/>
            <p:nvPr/>
          </p:nvSpPr>
          <p:spPr>
            <a:xfrm>
              <a:off x="1699919" y="1852571"/>
              <a:ext cx="599546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유사분야</a:t>
              </a:r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4D294C5E-A491-45BC-998B-97077E1BF1A9}"/>
                </a:ext>
              </a:extLst>
            </p:cNvPr>
            <p:cNvSpPr/>
            <p:nvPr/>
          </p:nvSpPr>
          <p:spPr>
            <a:xfrm>
              <a:off x="2203114" y="1923824"/>
              <a:ext cx="489062" cy="106757"/>
            </a:xfrm>
            <a:custGeom>
              <a:avLst/>
              <a:gdLst>
                <a:gd name="connsiteX0" fmla="*/ 122669 w 489062"/>
                <a:gd name="connsiteY0" fmla="*/ 81328 h 106757"/>
                <a:gd name="connsiteX1" fmla="*/ 122669 w 489062"/>
                <a:gd name="connsiteY1" fmla="*/ 95859 h 106757"/>
                <a:gd name="connsiteX2" fmla="*/ 171771 w 489062"/>
                <a:gd name="connsiteY2" fmla="*/ 95859 h 106757"/>
                <a:gd name="connsiteX3" fmla="*/ 171771 w 489062"/>
                <a:gd name="connsiteY3" fmla="*/ 81328 h 106757"/>
                <a:gd name="connsiteX4" fmla="*/ 343763 w 489062"/>
                <a:gd name="connsiteY4" fmla="*/ 74883 h 106757"/>
                <a:gd name="connsiteX5" fmla="*/ 324310 w 489062"/>
                <a:gd name="connsiteY5" fmla="*/ 78047 h 106757"/>
                <a:gd name="connsiteX6" fmla="*/ 316927 w 489062"/>
                <a:gd name="connsiteY6" fmla="*/ 87070 h 106757"/>
                <a:gd name="connsiteX7" fmla="*/ 324310 w 489062"/>
                <a:gd name="connsiteY7" fmla="*/ 96146 h 106757"/>
                <a:gd name="connsiteX8" fmla="*/ 343763 w 489062"/>
                <a:gd name="connsiteY8" fmla="*/ 99492 h 106757"/>
                <a:gd name="connsiteX9" fmla="*/ 362813 w 489062"/>
                <a:gd name="connsiteY9" fmla="*/ 96146 h 106757"/>
                <a:gd name="connsiteX10" fmla="*/ 370130 w 489062"/>
                <a:gd name="connsiteY10" fmla="*/ 87188 h 106757"/>
                <a:gd name="connsiteX11" fmla="*/ 362813 w 489062"/>
                <a:gd name="connsiteY11" fmla="*/ 78047 h 106757"/>
                <a:gd name="connsiteX12" fmla="*/ 343763 w 489062"/>
                <a:gd name="connsiteY12" fmla="*/ 74883 h 106757"/>
                <a:gd name="connsiteX13" fmla="*/ 343763 w 489062"/>
                <a:gd name="connsiteY13" fmla="*/ 67500 h 106757"/>
                <a:gd name="connsiteX14" fmla="*/ 370833 w 489062"/>
                <a:gd name="connsiteY14" fmla="*/ 73060 h 106757"/>
                <a:gd name="connsiteX15" fmla="*/ 379974 w 489062"/>
                <a:gd name="connsiteY15" fmla="*/ 87070 h 106757"/>
                <a:gd name="connsiteX16" fmla="*/ 370833 w 489062"/>
                <a:gd name="connsiteY16" fmla="*/ 101185 h 106757"/>
                <a:gd name="connsiteX17" fmla="*/ 343763 w 489062"/>
                <a:gd name="connsiteY17" fmla="*/ 106758 h 106757"/>
                <a:gd name="connsiteX18" fmla="*/ 316172 w 489062"/>
                <a:gd name="connsiteY18" fmla="*/ 101185 h 106757"/>
                <a:gd name="connsiteX19" fmla="*/ 306966 w 489062"/>
                <a:gd name="connsiteY19" fmla="*/ 87070 h 106757"/>
                <a:gd name="connsiteX20" fmla="*/ 316289 w 489062"/>
                <a:gd name="connsiteY20" fmla="*/ 73060 h 106757"/>
                <a:gd name="connsiteX21" fmla="*/ 343763 w 489062"/>
                <a:gd name="connsiteY21" fmla="*/ 67500 h 106757"/>
                <a:gd name="connsiteX22" fmla="*/ 113529 w 489062"/>
                <a:gd name="connsiteY22" fmla="*/ 60820 h 106757"/>
                <a:gd name="connsiteX23" fmla="*/ 122669 w 489062"/>
                <a:gd name="connsiteY23" fmla="*/ 60820 h 106757"/>
                <a:gd name="connsiteX24" fmla="*/ 122669 w 489062"/>
                <a:gd name="connsiteY24" fmla="*/ 73711 h 106757"/>
                <a:gd name="connsiteX25" fmla="*/ 171771 w 489062"/>
                <a:gd name="connsiteY25" fmla="*/ 73711 h 106757"/>
                <a:gd name="connsiteX26" fmla="*/ 171771 w 489062"/>
                <a:gd name="connsiteY26" fmla="*/ 60820 h 106757"/>
                <a:gd name="connsiteX27" fmla="*/ 180794 w 489062"/>
                <a:gd name="connsiteY27" fmla="*/ 60820 h 106757"/>
                <a:gd name="connsiteX28" fmla="*/ 180794 w 489062"/>
                <a:gd name="connsiteY28" fmla="*/ 101016 h 106757"/>
                <a:gd name="connsiteX29" fmla="*/ 180273 w 489062"/>
                <a:gd name="connsiteY29" fmla="*/ 102943 h 106757"/>
                <a:gd name="connsiteX30" fmla="*/ 178333 w 489062"/>
                <a:gd name="connsiteY30" fmla="*/ 103477 h 106757"/>
                <a:gd name="connsiteX31" fmla="*/ 115990 w 489062"/>
                <a:gd name="connsiteY31" fmla="*/ 103477 h 106757"/>
                <a:gd name="connsiteX32" fmla="*/ 114062 w 489062"/>
                <a:gd name="connsiteY32" fmla="*/ 102943 h 106757"/>
                <a:gd name="connsiteX33" fmla="*/ 113529 w 489062"/>
                <a:gd name="connsiteY33" fmla="*/ 101016 h 106757"/>
                <a:gd name="connsiteX34" fmla="*/ 406680 w 489062"/>
                <a:gd name="connsiteY34" fmla="*/ 60703 h 106757"/>
                <a:gd name="connsiteX35" fmla="*/ 473828 w 489062"/>
                <a:gd name="connsiteY35" fmla="*/ 60703 h 106757"/>
                <a:gd name="connsiteX36" fmla="*/ 475768 w 489062"/>
                <a:gd name="connsiteY36" fmla="*/ 61224 h 106757"/>
                <a:gd name="connsiteX37" fmla="*/ 476289 w 489062"/>
                <a:gd name="connsiteY37" fmla="*/ 63164 h 106757"/>
                <a:gd name="connsiteX38" fmla="*/ 476289 w 489062"/>
                <a:gd name="connsiteY38" fmla="*/ 82734 h 106757"/>
                <a:gd name="connsiteX39" fmla="*/ 475768 w 489062"/>
                <a:gd name="connsiteY39" fmla="*/ 84661 h 106757"/>
                <a:gd name="connsiteX40" fmla="*/ 473828 w 489062"/>
                <a:gd name="connsiteY40" fmla="*/ 85195 h 106757"/>
                <a:gd name="connsiteX41" fmla="*/ 416875 w 489062"/>
                <a:gd name="connsiteY41" fmla="*/ 85195 h 106757"/>
                <a:gd name="connsiteX42" fmla="*/ 416875 w 489062"/>
                <a:gd name="connsiteY42" fmla="*/ 96445 h 106757"/>
                <a:gd name="connsiteX43" fmla="*/ 478633 w 489062"/>
                <a:gd name="connsiteY43" fmla="*/ 96445 h 106757"/>
                <a:gd name="connsiteX44" fmla="*/ 478633 w 489062"/>
                <a:gd name="connsiteY44" fmla="*/ 103594 h 106757"/>
                <a:gd name="connsiteX45" fmla="*/ 409141 w 489062"/>
                <a:gd name="connsiteY45" fmla="*/ 103594 h 106757"/>
                <a:gd name="connsiteX46" fmla="*/ 407214 w 489062"/>
                <a:gd name="connsiteY46" fmla="*/ 103060 h 106757"/>
                <a:gd name="connsiteX47" fmla="*/ 406680 w 489062"/>
                <a:gd name="connsiteY47" fmla="*/ 101133 h 106757"/>
                <a:gd name="connsiteX48" fmla="*/ 406680 w 489062"/>
                <a:gd name="connsiteY48" fmla="*/ 80977 h 106757"/>
                <a:gd name="connsiteX49" fmla="*/ 407214 w 489062"/>
                <a:gd name="connsiteY49" fmla="*/ 79036 h 106757"/>
                <a:gd name="connsiteX50" fmla="*/ 409141 w 489062"/>
                <a:gd name="connsiteY50" fmla="*/ 78516 h 106757"/>
                <a:gd name="connsiteX51" fmla="*/ 466094 w 489062"/>
                <a:gd name="connsiteY51" fmla="*/ 78516 h 106757"/>
                <a:gd name="connsiteX52" fmla="*/ 466094 w 489062"/>
                <a:gd name="connsiteY52" fmla="*/ 67969 h 106757"/>
                <a:gd name="connsiteX53" fmla="*/ 406680 w 489062"/>
                <a:gd name="connsiteY53" fmla="*/ 67969 h 106757"/>
                <a:gd name="connsiteX54" fmla="*/ 198711 w 489062"/>
                <a:gd name="connsiteY54" fmla="*/ 58125 h 106757"/>
                <a:gd name="connsiteX55" fmla="*/ 293750 w 489062"/>
                <a:gd name="connsiteY55" fmla="*/ 58125 h 106757"/>
                <a:gd name="connsiteX56" fmla="*/ 293750 w 489062"/>
                <a:gd name="connsiteY56" fmla="*/ 66094 h 106757"/>
                <a:gd name="connsiteX57" fmla="*/ 251328 w 489062"/>
                <a:gd name="connsiteY57" fmla="*/ 66094 h 106757"/>
                <a:gd name="connsiteX58" fmla="*/ 251328 w 489062"/>
                <a:gd name="connsiteY58" fmla="*/ 104766 h 106757"/>
                <a:gd name="connsiteX59" fmla="*/ 241836 w 489062"/>
                <a:gd name="connsiteY59" fmla="*/ 104766 h 106757"/>
                <a:gd name="connsiteX60" fmla="*/ 241836 w 489062"/>
                <a:gd name="connsiteY60" fmla="*/ 66094 h 106757"/>
                <a:gd name="connsiteX61" fmla="*/ 198711 w 489062"/>
                <a:gd name="connsiteY61" fmla="*/ 66094 h 106757"/>
                <a:gd name="connsiteX62" fmla="*/ 393906 w 489062"/>
                <a:gd name="connsiteY62" fmla="*/ 44063 h 106757"/>
                <a:gd name="connsiteX63" fmla="*/ 489063 w 489062"/>
                <a:gd name="connsiteY63" fmla="*/ 44063 h 106757"/>
                <a:gd name="connsiteX64" fmla="*/ 489063 w 489062"/>
                <a:gd name="connsiteY64" fmla="*/ 51563 h 106757"/>
                <a:gd name="connsiteX65" fmla="*/ 393906 w 489062"/>
                <a:gd name="connsiteY65" fmla="*/ 51563 h 106757"/>
                <a:gd name="connsiteX66" fmla="*/ 317396 w 489062"/>
                <a:gd name="connsiteY66" fmla="*/ 33867 h 106757"/>
                <a:gd name="connsiteX67" fmla="*/ 307318 w 489062"/>
                <a:gd name="connsiteY67" fmla="*/ 36914 h 106757"/>
                <a:gd name="connsiteX68" fmla="*/ 303802 w 489062"/>
                <a:gd name="connsiteY68" fmla="*/ 45117 h 106757"/>
                <a:gd name="connsiteX69" fmla="*/ 307318 w 489062"/>
                <a:gd name="connsiteY69" fmla="*/ 53255 h 106757"/>
                <a:gd name="connsiteX70" fmla="*/ 317396 w 489062"/>
                <a:gd name="connsiteY70" fmla="*/ 56367 h 106757"/>
                <a:gd name="connsiteX71" fmla="*/ 327188 w 489062"/>
                <a:gd name="connsiteY71" fmla="*/ 53255 h 106757"/>
                <a:gd name="connsiteX72" fmla="*/ 330755 w 489062"/>
                <a:gd name="connsiteY72" fmla="*/ 45117 h 106757"/>
                <a:gd name="connsiteX73" fmla="*/ 327188 w 489062"/>
                <a:gd name="connsiteY73" fmla="*/ 36914 h 106757"/>
                <a:gd name="connsiteX74" fmla="*/ 317396 w 489062"/>
                <a:gd name="connsiteY74" fmla="*/ 33867 h 106757"/>
                <a:gd name="connsiteX75" fmla="*/ 317396 w 489062"/>
                <a:gd name="connsiteY75" fmla="*/ 27305 h 106757"/>
                <a:gd name="connsiteX76" fmla="*/ 333333 w 489062"/>
                <a:gd name="connsiteY76" fmla="*/ 32109 h 106757"/>
                <a:gd name="connsiteX77" fmla="*/ 339427 w 489062"/>
                <a:gd name="connsiteY77" fmla="*/ 45000 h 106757"/>
                <a:gd name="connsiteX78" fmla="*/ 333164 w 489062"/>
                <a:gd name="connsiteY78" fmla="*/ 57825 h 106757"/>
                <a:gd name="connsiteX79" fmla="*/ 317396 w 489062"/>
                <a:gd name="connsiteY79" fmla="*/ 62813 h 106757"/>
                <a:gd name="connsiteX80" fmla="*/ 301524 w 489062"/>
                <a:gd name="connsiteY80" fmla="*/ 57825 h 106757"/>
                <a:gd name="connsiteX81" fmla="*/ 295247 w 489062"/>
                <a:gd name="connsiteY81" fmla="*/ 45000 h 106757"/>
                <a:gd name="connsiteX82" fmla="*/ 301406 w 489062"/>
                <a:gd name="connsiteY82" fmla="*/ 32109 h 106757"/>
                <a:gd name="connsiteX83" fmla="*/ 317396 w 489062"/>
                <a:gd name="connsiteY83" fmla="*/ 27305 h 106757"/>
                <a:gd name="connsiteX84" fmla="*/ 293372 w 489062"/>
                <a:gd name="connsiteY84" fmla="*/ 15703 h 106757"/>
                <a:gd name="connsiteX85" fmla="*/ 341654 w 489062"/>
                <a:gd name="connsiteY85" fmla="*/ 15703 h 106757"/>
                <a:gd name="connsiteX86" fmla="*/ 341654 w 489062"/>
                <a:gd name="connsiteY86" fmla="*/ 22969 h 106757"/>
                <a:gd name="connsiteX87" fmla="*/ 293372 w 489062"/>
                <a:gd name="connsiteY87" fmla="*/ 22969 h 106757"/>
                <a:gd name="connsiteX88" fmla="*/ 125013 w 489062"/>
                <a:gd name="connsiteY88" fmla="*/ 10195 h 106757"/>
                <a:gd name="connsiteX89" fmla="*/ 118099 w 489062"/>
                <a:gd name="connsiteY89" fmla="*/ 11602 h 106757"/>
                <a:gd name="connsiteX90" fmla="*/ 112591 w 489062"/>
                <a:gd name="connsiteY90" fmla="*/ 15234 h 106757"/>
                <a:gd name="connsiteX91" fmla="*/ 108841 w 489062"/>
                <a:gd name="connsiteY91" fmla="*/ 20677 h 106757"/>
                <a:gd name="connsiteX92" fmla="*/ 107552 w 489062"/>
                <a:gd name="connsiteY92" fmla="*/ 27305 h 106757"/>
                <a:gd name="connsiteX93" fmla="*/ 108841 w 489062"/>
                <a:gd name="connsiteY93" fmla="*/ 33919 h 106757"/>
                <a:gd name="connsiteX94" fmla="*/ 112591 w 489062"/>
                <a:gd name="connsiteY94" fmla="*/ 39258 h 106757"/>
                <a:gd name="connsiteX95" fmla="*/ 118099 w 489062"/>
                <a:gd name="connsiteY95" fmla="*/ 42891 h 106757"/>
                <a:gd name="connsiteX96" fmla="*/ 125013 w 489062"/>
                <a:gd name="connsiteY96" fmla="*/ 44180 h 106757"/>
                <a:gd name="connsiteX97" fmla="*/ 137617 w 489062"/>
                <a:gd name="connsiteY97" fmla="*/ 39258 h 106757"/>
                <a:gd name="connsiteX98" fmla="*/ 142474 w 489062"/>
                <a:gd name="connsiteY98" fmla="*/ 27305 h 106757"/>
                <a:gd name="connsiteX99" fmla="*/ 137500 w 489062"/>
                <a:gd name="connsiteY99" fmla="*/ 15169 h 106757"/>
                <a:gd name="connsiteX100" fmla="*/ 125013 w 489062"/>
                <a:gd name="connsiteY100" fmla="*/ 10195 h 106757"/>
                <a:gd name="connsiteX101" fmla="*/ 441602 w 489062"/>
                <a:gd name="connsiteY101" fmla="*/ 6914 h 106757"/>
                <a:gd name="connsiteX102" fmla="*/ 422266 w 489062"/>
                <a:gd name="connsiteY102" fmla="*/ 9727 h 106757"/>
                <a:gd name="connsiteX103" fmla="*/ 415000 w 489062"/>
                <a:gd name="connsiteY103" fmla="*/ 18281 h 106757"/>
                <a:gd name="connsiteX104" fmla="*/ 422149 w 489062"/>
                <a:gd name="connsiteY104" fmla="*/ 26536 h 106757"/>
                <a:gd name="connsiteX105" fmla="*/ 441602 w 489062"/>
                <a:gd name="connsiteY105" fmla="*/ 29180 h 106757"/>
                <a:gd name="connsiteX106" fmla="*/ 460820 w 489062"/>
                <a:gd name="connsiteY106" fmla="*/ 26536 h 106757"/>
                <a:gd name="connsiteX107" fmla="*/ 468086 w 489062"/>
                <a:gd name="connsiteY107" fmla="*/ 18281 h 106757"/>
                <a:gd name="connsiteX108" fmla="*/ 460768 w 489062"/>
                <a:gd name="connsiteY108" fmla="*/ 9779 h 106757"/>
                <a:gd name="connsiteX109" fmla="*/ 441602 w 489062"/>
                <a:gd name="connsiteY109" fmla="*/ 6914 h 106757"/>
                <a:gd name="connsiteX110" fmla="*/ 29531 w 489062"/>
                <a:gd name="connsiteY110" fmla="*/ 4688 h 106757"/>
                <a:gd name="connsiteX111" fmla="*/ 39141 w 489062"/>
                <a:gd name="connsiteY111" fmla="*/ 4688 h 106757"/>
                <a:gd name="connsiteX112" fmla="*/ 39141 w 489062"/>
                <a:gd name="connsiteY112" fmla="*/ 25781 h 106757"/>
                <a:gd name="connsiteX113" fmla="*/ 40781 w 489062"/>
                <a:gd name="connsiteY113" fmla="*/ 40833 h 106757"/>
                <a:gd name="connsiteX114" fmla="*/ 45820 w 489062"/>
                <a:gd name="connsiteY114" fmla="*/ 53555 h 106757"/>
                <a:gd name="connsiteX115" fmla="*/ 55143 w 489062"/>
                <a:gd name="connsiteY115" fmla="*/ 65443 h 106757"/>
                <a:gd name="connsiteX116" fmla="*/ 67617 w 489062"/>
                <a:gd name="connsiteY116" fmla="*/ 74883 h 106757"/>
                <a:gd name="connsiteX117" fmla="*/ 65690 w 489062"/>
                <a:gd name="connsiteY117" fmla="*/ 76523 h 106757"/>
                <a:gd name="connsiteX118" fmla="*/ 63750 w 489062"/>
                <a:gd name="connsiteY118" fmla="*/ 78281 h 106757"/>
                <a:gd name="connsiteX119" fmla="*/ 61992 w 489062"/>
                <a:gd name="connsiteY119" fmla="*/ 80091 h 106757"/>
                <a:gd name="connsiteX120" fmla="*/ 60586 w 489062"/>
                <a:gd name="connsiteY120" fmla="*/ 81562 h 106757"/>
                <a:gd name="connsiteX121" fmla="*/ 53268 w 489062"/>
                <a:gd name="connsiteY121" fmla="*/ 75872 h 106757"/>
                <a:gd name="connsiteX122" fmla="*/ 46172 w 489062"/>
                <a:gd name="connsiteY122" fmla="*/ 68789 h 106757"/>
                <a:gd name="connsiteX123" fmla="*/ 39492 w 489062"/>
                <a:gd name="connsiteY123" fmla="*/ 59648 h 106757"/>
                <a:gd name="connsiteX124" fmla="*/ 34336 w 489062"/>
                <a:gd name="connsiteY124" fmla="*/ 48984 h 106757"/>
                <a:gd name="connsiteX125" fmla="*/ 30117 w 489062"/>
                <a:gd name="connsiteY125" fmla="*/ 59180 h 106757"/>
                <a:gd name="connsiteX126" fmla="*/ 23789 w 489062"/>
                <a:gd name="connsiteY126" fmla="*/ 68789 h 106757"/>
                <a:gd name="connsiteX127" fmla="*/ 16055 w 489062"/>
                <a:gd name="connsiteY127" fmla="*/ 77578 h 106757"/>
                <a:gd name="connsiteX128" fmla="*/ 8086 w 489062"/>
                <a:gd name="connsiteY128" fmla="*/ 84141 h 106757"/>
                <a:gd name="connsiteX129" fmla="*/ 4336 w 489062"/>
                <a:gd name="connsiteY129" fmla="*/ 81029 h 106757"/>
                <a:gd name="connsiteX130" fmla="*/ 0 w 489062"/>
                <a:gd name="connsiteY130" fmla="*/ 77930 h 106757"/>
                <a:gd name="connsiteX131" fmla="*/ 12656 w 489062"/>
                <a:gd name="connsiteY131" fmla="*/ 67786 h 106757"/>
                <a:gd name="connsiteX132" fmla="*/ 22148 w 489062"/>
                <a:gd name="connsiteY132" fmla="*/ 55078 h 106757"/>
                <a:gd name="connsiteX133" fmla="*/ 27656 w 489062"/>
                <a:gd name="connsiteY133" fmla="*/ 40599 h 106757"/>
                <a:gd name="connsiteX134" fmla="*/ 29531 w 489062"/>
                <a:gd name="connsiteY134" fmla="*/ 24141 h 106757"/>
                <a:gd name="connsiteX135" fmla="*/ 241016 w 489062"/>
                <a:gd name="connsiteY135" fmla="*/ 3164 h 106757"/>
                <a:gd name="connsiteX136" fmla="*/ 251328 w 489062"/>
                <a:gd name="connsiteY136" fmla="*/ 3164 h 106757"/>
                <a:gd name="connsiteX137" fmla="*/ 251328 w 489062"/>
                <a:gd name="connsiteY137" fmla="*/ 8555 h 106757"/>
                <a:gd name="connsiteX138" fmla="*/ 254492 w 489062"/>
                <a:gd name="connsiteY138" fmla="*/ 19805 h 106757"/>
                <a:gd name="connsiteX139" fmla="*/ 262930 w 489062"/>
                <a:gd name="connsiteY139" fmla="*/ 28711 h 106757"/>
                <a:gd name="connsiteX140" fmla="*/ 275000 w 489062"/>
                <a:gd name="connsiteY140" fmla="*/ 35273 h 106757"/>
                <a:gd name="connsiteX141" fmla="*/ 288945 w 489062"/>
                <a:gd name="connsiteY141" fmla="*/ 39375 h 106757"/>
                <a:gd name="connsiteX142" fmla="*/ 283086 w 489062"/>
                <a:gd name="connsiteY142" fmla="*/ 46758 h 106757"/>
                <a:gd name="connsiteX143" fmla="*/ 271901 w 489062"/>
                <a:gd name="connsiteY143" fmla="*/ 43060 h 106757"/>
                <a:gd name="connsiteX144" fmla="*/ 261172 w 489062"/>
                <a:gd name="connsiteY144" fmla="*/ 37617 h 106757"/>
                <a:gd name="connsiteX145" fmla="*/ 252214 w 489062"/>
                <a:gd name="connsiteY145" fmla="*/ 30586 h 106757"/>
                <a:gd name="connsiteX146" fmla="*/ 246289 w 489062"/>
                <a:gd name="connsiteY146" fmla="*/ 22031 h 106757"/>
                <a:gd name="connsiteX147" fmla="*/ 239727 w 489062"/>
                <a:gd name="connsiteY147" fmla="*/ 30872 h 106757"/>
                <a:gd name="connsiteX148" fmla="*/ 230820 w 489062"/>
                <a:gd name="connsiteY148" fmla="*/ 37734 h 106757"/>
                <a:gd name="connsiteX149" fmla="*/ 220456 w 489062"/>
                <a:gd name="connsiteY149" fmla="*/ 43008 h 106757"/>
                <a:gd name="connsiteX150" fmla="*/ 209492 w 489062"/>
                <a:gd name="connsiteY150" fmla="*/ 46758 h 106757"/>
                <a:gd name="connsiteX151" fmla="*/ 203047 w 489062"/>
                <a:gd name="connsiteY151" fmla="*/ 39492 h 106757"/>
                <a:gd name="connsiteX152" fmla="*/ 231523 w 489062"/>
                <a:gd name="connsiteY152" fmla="*/ 27187 h 106757"/>
                <a:gd name="connsiteX153" fmla="*/ 241016 w 489062"/>
                <a:gd name="connsiteY153" fmla="*/ 8672 h 106757"/>
                <a:gd name="connsiteX154" fmla="*/ 304974 w 489062"/>
                <a:gd name="connsiteY154" fmla="*/ 1992 h 106757"/>
                <a:gd name="connsiteX155" fmla="*/ 329818 w 489062"/>
                <a:gd name="connsiteY155" fmla="*/ 1992 h 106757"/>
                <a:gd name="connsiteX156" fmla="*/ 329818 w 489062"/>
                <a:gd name="connsiteY156" fmla="*/ 9258 h 106757"/>
                <a:gd name="connsiteX157" fmla="*/ 304974 w 489062"/>
                <a:gd name="connsiteY157" fmla="*/ 9258 h 106757"/>
                <a:gd name="connsiteX158" fmla="*/ 370833 w 489062"/>
                <a:gd name="connsiteY158" fmla="*/ 703 h 106757"/>
                <a:gd name="connsiteX159" fmla="*/ 379740 w 489062"/>
                <a:gd name="connsiteY159" fmla="*/ 703 h 106757"/>
                <a:gd name="connsiteX160" fmla="*/ 379740 w 489062"/>
                <a:gd name="connsiteY160" fmla="*/ 67734 h 106757"/>
                <a:gd name="connsiteX161" fmla="*/ 370833 w 489062"/>
                <a:gd name="connsiteY161" fmla="*/ 67734 h 106757"/>
                <a:gd name="connsiteX162" fmla="*/ 370833 w 489062"/>
                <a:gd name="connsiteY162" fmla="*/ 37383 h 106757"/>
                <a:gd name="connsiteX163" fmla="*/ 357943 w 489062"/>
                <a:gd name="connsiteY163" fmla="*/ 37383 h 106757"/>
                <a:gd name="connsiteX164" fmla="*/ 357943 w 489062"/>
                <a:gd name="connsiteY164" fmla="*/ 64336 h 106757"/>
                <a:gd name="connsiteX165" fmla="*/ 349037 w 489062"/>
                <a:gd name="connsiteY165" fmla="*/ 64336 h 106757"/>
                <a:gd name="connsiteX166" fmla="*/ 349037 w 489062"/>
                <a:gd name="connsiteY166" fmla="*/ 2578 h 106757"/>
                <a:gd name="connsiteX167" fmla="*/ 357943 w 489062"/>
                <a:gd name="connsiteY167" fmla="*/ 2578 h 106757"/>
                <a:gd name="connsiteX168" fmla="*/ 357943 w 489062"/>
                <a:gd name="connsiteY168" fmla="*/ 29180 h 106757"/>
                <a:gd name="connsiteX169" fmla="*/ 370833 w 489062"/>
                <a:gd name="connsiteY169" fmla="*/ 29180 h 106757"/>
                <a:gd name="connsiteX170" fmla="*/ 171771 w 489062"/>
                <a:gd name="connsiteY170" fmla="*/ 703 h 106757"/>
                <a:gd name="connsiteX171" fmla="*/ 180912 w 489062"/>
                <a:gd name="connsiteY171" fmla="*/ 703 h 106757"/>
                <a:gd name="connsiteX172" fmla="*/ 180912 w 489062"/>
                <a:gd name="connsiteY172" fmla="*/ 55313 h 106757"/>
                <a:gd name="connsiteX173" fmla="*/ 171771 w 489062"/>
                <a:gd name="connsiteY173" fmla="*/ 55313 h 106757"/>
                <a:gd name="connsiteX174" fmla="*/ 171771 w 489062"/>
                <a:gd name="connsiteY174" fmla="*/ 31758 h 106757"/>
                <a:gd name="connsiteX175" fmla="*/ 151380 w 489062"/>
                <a:gd name="connsiteY175" fmla="*/ 31758 h 106757"/>
                <a:gd name="connsiteX176" fmla="*/ 148099 w 489062"/>
                <a:gd name="connsiteY176" fmla="*/ 40195 h 106757"/>
                <a:gd name="connsiteX177" fmla="*/ 142240 w 489062"/>
                <a:gd name="connsiteY177" fmla="*/ 46758 h 106757"/>
                <a:gd name="connsiteX178" fmla="*/ 134271 w 489062"/>
                <a:gd name="connsiteY178" fmla="*/ 50976 h 106757"/>
                <a:gd name="connsiteX179" fmla="*/ 125013 w 489062"/>
                <a:gd name="connsiteY179" fmla="*/ 52500 h 106757"/>
                <a:gd name="connsiteX180" fmla="*/ 114766 w 489062"/>
                <a:gd name="connsiteY180" fmla="*/ 50625 h 106757"/>
                <a:gd name="connsiteX181" fmla="*/ 106263 w 489062"/>
                <a:gd name="connsiteY181" fmla="*/ 45352 h 106757"/>
                <a:gd name="connsiteX182" fmla="*/ 100521 w 489062"/>
                <a:gd name="connsiteY182" fmla="*/ 37383 h 106757"/>
                <a:gd name="connsiteX183" fmla="*/ 98411 w 489062"/>
                <a:gd name="connsiteY183" fmla="*/ 27187 h 106757"/>
                <a:gd name="connsiteX184" fmla="*/ 100469 w 489062"/>
                <a:gd name="connsiteY184" fmla="*/ 17044 h 106757"/>
                <a:gd name="connsiteX185" fmla="*/ 106146 w 489062"/>
                <a:gd name="connsiteY185" fmla="*/ 9141 h 106757"/>
                <a:gd name="connsiteX186" fmla="*/ 114648 w 489062"/>
                <a:gd name="connsiteY186" fmla="*/ 3867 h 106757"/>
                <a:gd name="connsiteX187" fmla="*/ 125013 w 489062"/>
                <a:gd name="connsiteY187" fmla="*/ 1992 h 106757"/>
                <a:gd name="connsiteX188" fmla="*/ 134505 w 489062"/>
                <a:gd name="connsiteY188" fmla="*/ 3633 h 106757"/>
                <a:gd name="connsiteX189" fmla="*/ 142591 w 489062"/>
                <a:gd name="connsiteY189" fmla="*/ 8086 h 106757"/>
                <a:gd name="connsiteX190" fmla="*/ 148568 w 489062"/>
                <a:gd name="connsiteY190" fmla="*/ 15000 h 106757"/>
                <a:gd name="connsiteX191" fmla="*/ 151615 w 489062"/>
                <a:gd name="connsiteY191" fmla="*/ 23672 h 106757"/>
                <a:gd name="connsiteX192" fmla="*/ 171771 w 489062"/>
                <a:gd name="connsiteY192" fmla="*/ 23672 h 106757"/>
                <a:gd name="connsiteX193" fmla="*/ 76289 w 489062"/>
                <a:gd name="connsiteY193" fmla="*/ 703 h 106757"/>
                <a:gd name="connsiteX194" fmla="*/ 85547 w 489062"/>
                <a:gd name="connsiteY194" fmla="*/ 703 h 106757"/>
                <a:gd name="connsiteX195" fmla="*/ 85547 w 489062"/>
                <a:gd name="connsiteY195" fmla="*/ 40547 h 106757"/>
                <a:gd name="connsiteX196" fmla="*/ 100898 w 489062"/>
                <a:gd name="connsiteY196" fmla="*/ 40547 h 106757"/>
                <a:gd name="connsiteX197" fmla="*/ 100898 w 489062"/>
                <a:gd name="connsiteY197" fmla="*/ 48867 h 106757"/>
                <a:gd name="connsiteX198" fmla="*/ 85547 w 489062"/>
                <a:gd name="connsiteY198" fmla="*/ 48867 h 106757"/>
                <a:gd name="connsiteX199" fmla="*/ 85547 w 489062"/>
                <a:gd name="connsiteY199" fmla="*/ 104649 h 106757"/>
                <a:gd name="connsiteX200" fmla="*/ 76289 w 489062"/>
                <a:gd name="connsiteY200" fmla="*/ 104649 h 106757"/>
                <a:gd name="connsiteX201" fmla="*/ 441602 w 489062"/>
                <a:gd name="connsiteY201" fmla="*/ 0 h 106757"/>
                <a:gd name="connsiteX202" fmla="*/ 468789 w 489062"/>
                <a:gd name="connsiteY202" fmla="*/ 5091 h 106757"/>
                <a:gd name="connsiteX203" fmla="*/ 478047 w 489062"/>
                <a:gd name="connsiteY203" fmla="*/ 18281 h 106757"/>
                <a:gd name="connsiteX204" fmla="*/ 468854 w 489062"/>
                <a:gd name="connsiteY204" fmla="*/ 31289 h 106757"/>
                <a:gd name="connsiteX205" fmla="*/ 441602 w 489062"/>
                <a:gd name="connsiteY205" fmla="*/ 36094 h 106757"/>
                <a:gd name="connsiteX206" fmla="*/ 414362 w 489062"/>
                <a:gd name="connsiteY206" fmla="*/ 31289 h 106757"/>
                <a:gd name="connsiteX207" fmla="*/ 405039 w 489062"/>
                <a:gd name="connsiteY207" fmla="*/ 18281 h 106757"/>
                <a:gd name="connsiteX208" fmla="*/ 414362 w 489062"/>
                <a:gd name="connsiteY208" fmla="*/ 5039 h 106757"/>
                <a:gd name="connsiteX209" fmla="*/ 441602 w 489062"/>
                <a:gd name="connsiteY209" fmla="*/ 0 h 106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</a:cxnLst>
              <a:rect l="l" t="t" r="r" b="b"/>
              <a:pathLst>
                <a:path w="489062" h="106757">
                  <a:moveTo>
                    <a:pt x="122669" y="81328"/>
                  </a:moveTo>
                  <a:lnTo>
                    <a:pt x="122669" y="95859"/>
                  </a:lnTo>
                  <a:lnTo>
                    <a:pt x="171771" y="95859"/>
                  </a:lnTo>
                  <a:lnTo>
                    <a:pt x="171771" y="81328"/>
                  </a:lnTo>
                  <a:close/>
                  <a:moveTo>
                    <a:pt x="343763" y="74883"/>
                  </a:moveTo>
                  <a:cubicBezTo>
                    <a:pt x="335716" y="74883"/>
                    <a:pt x="329232" y="75938"/>
                    <a:pt x="324310" y="78047"/>
                  </a:cubicBezTo>
                  <a:cubicBezTo>
                    <a:pt x="319388" y="80156"/>
                    <a:pt x="316927" y="83164"/>
                    <a:pt x="316927" y="87070"/>
                  </a:cubicBezTo>
                  <a:cubicBezTo>
                    <a:pt x="316927" y="90899"/>
                    <a:pt x="319388" y="93919"/>
                    <a:pt x="324310" y="96146"/>
                  </a:cubicBezTo>
                  <a:cubicBezTo>
                    <a:pt x="329232" y="98372"/>
                    <a:pt x="335716" y="99492"/>
                    <a:pt x="343763" y="99492"/>
                  </a:cubicBezTo>
                  <a:cubicBezTo>
                    <a:pt x="351576" y="99492"/>
                    <a:pt x="357930" y="98372"/>
                    <a:pt x="362813" y="96146"/>
                  </a:cubicBezTo>
                  <a:cubicBezTo>
                    <a:pt x="367695" y="93919"/>
                    <a:pt x="370130" y="90937"/>
                    <a:pt x="370130" y="87188"/>
                  </a:cubicBezTo>
                  <a:cubicBezTo>
                    <a:pt x="370130" y="83203"/>
                    <a:pt x="367695" y="80156"/>
                    <a:pt x="362813" y="78047"/>
                  </a:cubicBezTo>
                  <a:cubicBezTo>
                    <a:pt x="357930" y="75938"/>
                    <a:pt x="351576" y="74883"/>
                    <a:pt x="343763" y="74883"/>
                  </a:cubicBezTo>
                  <a:close/>
                  <a:moveTo>
                    <a:pt x="343763" y="67500"/>
                  </a:moveTo>
                  <a:cubicBezTo>
                    <a:pt x="355716" y="67500"/>
                    <a:pt x="364740" y="69349"/>
                    <a:pt x="370833" y="73060"/>
                  </a:cubicBezTo>
                  <a:cubicBezTo>
                    <a:pt x="376927" y="76771"/>
                    <a:pt x="379974" y="81445"/>
                    <a:pt x="379974" y="87070"/>
                  </a:cubicBezTo>
                  <a:cubicBezTo>
                    <a:pt x="379974" y="92773"/>
                    <a:pt x="376927" y="97474"/>
                    <a:pt x="370833" y="101185"/>
                  </a:cubicBezTo>
                  <a:cubicBezTo>
                    <a:pt x="364740" y="104896"/>
                    <a:pt x="355716" y="106758"/>
                    <a:pt x="343763" y="106758"/>
                  </a:cubicBezTo>
                  <a:cubicBezTo>
                    <a:pt x="331498" y="106758"/>
                    <a:pt x="322305" y="104896"/>
                    <a:pt x="316172" y="101185"/>
                  </a:cubicBezTo>
                  <a:cubicBezTo>
                    <a:pt x="310039" y="97474"/>
                    <a:pt x="306966" y="92773"/>
                    <a:pt x="306966" y="87070"/>
                  </a:cubicBezTo>
                  <a:cubicBezTo>
                    <a:pt x="306966" y="81445"/>
                    <a:pt x="310078" y="76771"/>
                    <a:pt x="316289" y="73060"/>
                  </a:cubicBezTo>
                  <a:cubicBezTo>
                    <a:pt x="322500" y="69349"/>
                    <a:pt x="331654" y="67500"/>
                    <a:pt x="343763" y="67500"/>
                  </a:cubicBezTo>
                  <a:close/>
                  <a:moveTo>
                    <a:pt x="113529" y="60820"/>
                  </a:moveTo>
                  <a:lnTo>
                    <a:pt x="122669" y="60820"/>
                  </a:lnTo>
                  <a:lnTo>
                    <a:pt x="122669" y="73711"/>
                  </a:lnTo>
                  <a:lnTo>
                    <a:pt x="171771" y="73711"/>
                  </a:lnTo>
                  <a:lnTo>
                    <a:pt x="171771" y="60820"/>
                  </a:lnTo>
                  <a:lnTo>
                    <a:pt x="180794" y="60820"/>
                  </a:lnTo>
                  <a:lnTo>
                    <a:pt x="180794" y="101016"/>
                  </a:lnTo>
                  <a:cubicBezTo>
                    <a:pt x="180794" y="101953"/>
                    <a:pt x="180625" y="102591"/>
                    <a:pt x="180273" y="102943"/>
                  </a:cubicBezTo>
                  <a:cubicBezTo>
                    <a:pt x="179922" y="103294"/>
                    <a:pt x="179271" y="103477"/>
                    <a:pt x="178333" y="103477"/>
                  </a:cubicBezTo>
                  <a:lnTo>
                    <a:pt x="115990" y="103477"/>
                  </a:lnTo>
                  <a:cubicBezTo>
                    <a:pt x="115052" y="103477"/>
                    <a:pt x="114414" y="103294"/>
                    <a:pt x="114062" y="102943"/>
                  </a:cubicBezTo>
                  <a:cubicBezTo>
                    <a:pt x="113711" y="102591"/>
                    <a:pt x="113529" y="101953"/>
                    <a:pt x="113529" y="101016"/>
                  </a:cubicBezTo>
                  <a:close/>
                  <a:moveTo>
                    <a:pt x="406680" y="60703"/>
                  </a:moveTo>
                  <a:lnTo>
                    <a:pt x="473828" y="60703"/>
                  </a:lnTo>
                  <a:cubicBezTo>
                    <a:pt x="474766" y="60703"/>
                    <a:pt x="475417" y="60872"/>
                    <a:pt x="475768" y="61224"/>
                  </a:cubicBezTo>
                  <a:cubicBezTo>
                    <a:pt x="476120" y="61576"/>
                    <a:pt x="476289" y="62226"/>
                    <a:pt x="476289" y="63164"/>
                  </a:cubicBezTo>
                  <a:lnTo>
                    <a:pt x="476289" y="82734"/>
                  </a:lnTo>
                  <a:cubicBezTo>
                    <a:pt x="476289" y="83672"/>
                    <a:pt x="476120" y="84310"/>
                    <a:pt x="475768" y="84661"/>
                  </a:cubicBezTo>
                  <a:cubicBezTo>
                    <a:pt x="475417" y="85013"/>
                    <a:pt x="474766" y="85195"/>
                    <a:pt x="473828" y="85195"/>
                  </a:cubicBezTo>
                  <a:lnTo>
                    <a:pt x="416875" y="85195"/>
                  </a:lnTo>
                  <a:lnTo>
                    <a:pt x="416875" y="96445"/>
                  </a:lnTo>
                  <a:lnTo>
                    <a:pt x="478633" y="96445"/>
                  </a:lnTo>
                  <a:lnTo>
                    <a:pt x="478633" y="103594"/>
                  </a:lnTo>
                  <a:lnTo>
                    <a:pt x="409141" y="103594"/>
                  </a:lnTo>
                  <a:cubicBezTo>
                    <a:pt x="408203" y="103594"/>
                    <a:pt x="407565" y="103412"/>
                    <a:pt x="407214" y="103060"/>
                  </a:cubicBezTo>
                  <a:cubicBezTo>
                    <a:pt x="406862" y="102708"/>
                    <a:pt x="406680" y="102070"/>
                    <a:pt x="406680" y="101133"/>
                  </a:cubicBezTo>
                  <a:lnTo>
                    <a:pt x="406680" y="80977"/>
                  </a:lnTo>
                  <a:cubicBezTo>
                    <a:pt x="406680" y="80039"/>
                    <a:pt x="406862" y="79388"/>
                    <a:pt x="407214" y="79036"/>
                  </a:cubicBezTo>
                  <a:cubicBezTo>
                    <a:pt x="407565" y="78685"/>
                    <a:pt x="408203" y="78516"/>
                    <a:pt x="409141" y="78516"/>
                  </a:cubicBezTo>
                  <a:lnTo>
                    <a:pt x="466094" y="78516"/>
                  </a:lnTo>
                  <a:lnTo>
                    <a:pt x="466094" y="67969"/>
                  </a:lnTo>
                  <a:lnTo>
                    <a:pt x="406680" y="67969"/>
                  </a:lnTo>
                  <a:close/>
                  <a:moveTo>
                    <a:pt x="198711" y="58125"/>
                  </a:moveTo>
                  <a:lnTo>
                    <a:pt x="293750" y="58125"/>
                  </a:lnTo>
                  <a:lnTo>
                    <a:pt x="293750" y="66094"/>
                  </a:lnTo>
                  <a:lnTo>
                    <a:pt x="251328" y="66094"/>
                  </a:lnTo>
                  <a:lnTo>
                    <a:pt x="251328" y="104766"/>
                  </a:lnTo>
                  <a:lnTo>
                    <a:pt x="241836" y="104766"/>
                  </a:lnTo>
                  <a:lnTo>
                    <a:pt x="241836" y="66094"/>
                  </a:lnTo>
                  <a:lnTo>
                    <a:pt x="198711" y="66094"/>
                  </a:lnTo>
                  <a:close/>
                  <a:moveTo>
                    <a:pt x="393906" y="44063"/>
                  </a:moveTo>
                  <a:lnTo>
                    <a:pt x="489063" y="44063"/>
                  </a:lnTo>
                  <a:lnTo>
                    <a:pt x="489063" y="51563"/>
                  </a:lnTo>
                  <a:lnTo>
                    <a:pt x="393906" y="51563"/>
                  </a:lnTo>
                  <a:close/>
                  <a:moveTo>
                    <a:pt x="317396" y="33867"/>
                  </a:moveTo>
                  <a:cubicBezTo>
                    <a:pt x="313021" y="33867"/>
                    <a:pt x="309662" y="34883"/>
                    <a:pt x="307318" y="36914"/>
                  </a:cubicBezTo>
                  <a:cubicBezTo>
                    <a:pt x="304974" y="38945"/>
                    <a:pt x="303802" y="41680"/>
                    <a:pt x="303802" y="45117"/>
                  </a:cubicBezTo>
                  <a:cubicBezTo>
                    <a:pt x="303802" y="48476"/>
                    <a:pt x="304974" y="51185"/>
                    <a:pt x="307318" y="53255"/>
                  </a:cubicBezTo>
                  <a:cubicBezTo>
                    <a:pt x="309662" y="55325"/>
                    <a:pt x="313021" y="56367"/>
                    <a:pt x="317396" y="56367"/>
                  </a:cubicBezTo>
                  <a:cubicBezTo>
                    <a:pt x="321536" y="56367"/>
                    <a:pt x="324805" y="55325"/>
                    <a:pt x="327188" y="53255"/>
                  </a:cubicBezTo>
                  <a:cubicBezTo>
                    <a:pt x="329570" y="51185"/>
                    <a:pt x="330755" y="48476"/>
                    <a:pt x="330755" y="45117"/>
                  </a:cubicBezTo>
                  <a:cubicBezTo>
                    <a:pt x="330755" y="41680"/>
                    <a:pt x="329570" y="38945"/>
                    <a:pt x="327188" y="36914"/>
                  </a:cubicBezTo>
                  <a:cubicBezTo>
                    <a:pt x="324805" y="34883"/>
                    <a:pt x="321536" y="33867"/>
                    <a:pt x="317396" y="33867"/>
                  </a:cubicBezTo>
                  <a:close/>
                  <a:moveTo>
                    <a:pt x="317396" y="27305"/>
                  </a:moveTo>
                  <a:cubicBezTo>
                    <a:pt x="323958" y="27305"/>
                    <a:pt x="329271" y="28906"/>
                    <a:pt x="333333" y="32109"/>
                  </a:cubicBezTo>
                  <a:cubicBezTo>
                    <a:pt x="337396" y="35312"/>
                    <a:pt x="339427" y="39609"/>
                    <a:pt x="339427" y="45000"/>
                  </a:cubicBezTo>
                  <a:cubicBezTo>
                    <a:pt x="339427" y="50234"/>
                    <a:pt x="337344" y="54505"/>
                    <a:pt x="333164" y="57825"/>
                  </a:cubicBezTo>
                  <a:cubicBezTo>
                    <a:pt x="328984" y="61146"/>
                    <a:pt x="323724" y="62813"/>
                    <a:pt x="317396" y="62813"/>
                  </a:cubicBezTo>
                  <a:cubicBezTo>
                    <a:pt x="310990" y="62813"/>
                    <a:pt x="305703" y="61146"/>
                    <a:pt x="301524" y="57825"/>
                  </a:cubicBezTo>
                  <a:cubicBezTo>
                    <a:pt x="297344" y="54505"/>
                    <a:pt x="295247" y="50234"/>
                    <a:pt x="295247" y="45000"/>
                  </a:cubicBezTo>
                  <a:cubicBezTo>
                    <a:pt x="295247" y="39609"/>
                    <a:pt x="297305" y="35312"/>
                    <a:pt x="301406" y="32109"/>
                  </a:cubicBezTo>
                  <a:cubicBezTo>
                    <a:pt x="305508" y="28906"/>
                    <a:pt x="310833" y="27305"/>
                    <a:pt x="317396" y="27305"/>
                  </a:cubicBezTo>
                  <a:close/>
                  <a:moveTo>
                    <a:pt x="293372" y="15703"/>
                  </a:moveTo>
                  <a:lnTo>
                    <a:pt x="341654" y="15703"/>
                  </a:lnTo>
                  <a:lnTo>
                    <a:pt x="341654" y="22969"/>
                  </a:lnTo>
                  <a:lnTo>
                    <a:pt x="293372" y="22969"/>
                  </a:lnTo>
                  <a:close/>
                  <a:moveTo>
                    <a:pt x="125013" y="10195"/>
                  </a:moveTo>
                  <a:cubicBezTo>
                    <a:pt x="122513" y="10195"/>
                    <a:pt x="120208" y="10664"/>
                    <a:pt x="118099" y="11602"/>
                  </a:cubicBezTo>
                  <a:cubicBezTo>
                    <a:pt x="115990" y="12539"/>
                    <a:pt x="114154" y="13750"/>
                    <a:pt x="112591" y="15234"/>
                  </a:cubicBezTo>
                  <a:cubicBezTo>
                    <a:pt x="110951" y="16797"/>
                    <a:pt x="109700" y="18607"/>
                    <a:pt x="108841" y="20677"/>
                  </a:cubicBezTo>
                  <a:cubicBezTo>
                    <a:pt x="107982" y="22747"/>
                    <a:pt x="107552" y="24961"/>
                    <a:pt x="107552" y="27305"/>
                  </a:cubicBezTo>
                  <a:cubicBezTo>
                    <a:pt x="107552" y="29648"/>
                    <a:pt x="107982" y="31849"/>
                    <a:pt x="108841" y="33919"/>
                  </a:cubicBezTo>
                  <a:cubicBezTo>
                    <a:pt x="109700" y="35990"/>
                    <a:pt x="110951" y="37773"/>
                    <a:pt x="112591" y="39258"/>
                  </a:cubicBezTo>
                  <a:cubicBezTo>
                    <a:pt x="114154" y="40820"/>
                    <a:pt x="115990" y="42031"/>
                    <a:pt x="118099" y="42891"/>
                  </a:cubicBezTo>
                  <a:cubicBezTo>
                    <a:pt x="120208" y="43750"/>
                    <a:pt x="122513" y="44180"/>
                    <a:pt x="125013" y="44180"/>
                  </a:cubicBezTo>
                  <a:cubicBezTo>
                    <a:pt x="130169" y="44180"/>
                    <a:pt x="134375" y="42539"/>
                    <a:pt x="137617" y="39258"/>
                  </a:cubicBezTo>
                  <a:cubicBezTo>
                    <a:pt x="140859" y="35977"/>
                    <a:pt x="142474" y="31992"/>
                    <a:pt x="142474" y="27305"/>
                  </a:cubicBezTo>
                  <a:cubicBezTo>
                    <a:pt x="142474" y="22539"/>
                    <a:pt x="140820" y="18490"/>
                    <a:pt x="137500" y="15169"/>
                  </a:cubicBezTo>
                  <a:cubicBezTo>
                    <a:pt x="134180" y="11849"/>
                    <a:pt x="130013" y="10195"/>
                    <a:pt x="125013" y="10195"/>
                  </a:cubicBezTo>
                  <a:close/>
                  <a:moveTo>
                    <a:pt x="441602" y="6914"/>
                  </a:moveTo>
                  <a:cubicBezTo>
                    <a:pt x="433555" y="6914"/>
                    <a:pt x="427109" y="7852"/>
                    <a:pt x="422266" y="9727"/>
                  </a:cubicBezTo>
                  <a:cubicBezTo>
                    <a:pt x="417422" y="11602"/>
                    <a:pt x="415000" y="14453"/>
                    <a:pt x="415000" y="18281"/>
                  </a:cubicBezTo>
                  <a:cubicBezTo>
                    <a:pt x="415000" y="22031"/>
                    <a:pt x="417383" y="24779"/>
                    <a:pt x="422149" y="26536"/>
                  </a:cubicBezTo>
                  <a:cubicBezTo>
                    <a:pt x="426914" y="28294"/>
                    <a:pt x="433399" y="29180"/>
                    <a:pt x="441602" y="29180"/>
                  </a:cubicBezTo>
                  <a:cubicBezTo>
                    <a:pt x="449570" y="29180"/>
                    <a:pt x="455977" y="28294"/>
                    <a:pt x="460820" y="26536"/>
                  </a:cubicBezTo>
                  <a:cubicBezTo>
                    <a:pt x="465664" y="24779"/>
                    <a:pt x="468086" y="22031"/>
                    <a:pt x="468086" y="18281"/>
                  </a:cubicBezTo>
                  <a:cubicBezTo>
                    <a:pt x="468086" y="14531"/>
                    <a:pt x="465651" y="11693"/>
                    <a:pt x="460768" y="9779"/>
                  </a:cubicBezTo>
                  <a:cubicBezTo>
                    <a:pt x="455886" y="7865"/>
                    <a:pt x="449492" y="6914"/>
                    <a:pt x="441602" y="6914"/>
                  </a:cubicBezTo>
                  <a:close/>
                  <a:moveTo>
                    <a:pt x="29531" y="4688"/>
                  </a:moveTo>
                  <a:lnTo>
                    <a:pt x="39141" y="4688"/>
                  </a:lnTo>
                  <a:lnTo>
                    <a:pt x="39141" y="25781"/>
                  </a:lnTo>
                  <a:cubicBezTo>
                    <a:pt x="39141" y="31172"/>
                    <a:pt x="39687" y="36185"/>
                    <a:pt x="40781" y="40833"/>
                  </a:cubicBezTo>
                  <a:cubicBezTo>
                    <a:pt x="41875" y="45482"/>
                    <a:pt x="43555" y="49727"/>
                    <a:pt x="45820" y="53555"/>
                  </a:cubicBezTo>
                  <a:cubicBezTo>
                    <a:pt x="48398" y="57930"/>
                    <a:pt x="51510" y="61888"/>
                    <a:pt x="55143" y="65443"/>
                  </a:cubicBezTo>
                  <a:cubicBezTo>
                    <a:pt x="58776" y="68997"/>
                    <a:pt x="62930" y="72148"/>
                    <a:pt x="67617" y="74883"/>
                  </a:cubicBezTo>
                  <a:cubicBezTo>
                    <a:pt x="66992" y="75352"/>
                    <a:pt x="66354" y="75898"/>
                    <a:pt x="65690" y="76523"/>
                  </a:cubicBezTo>
                  <a:cubicBezTo>
                    <a:pt x="65026" y="77149"/>
                    <a:pt x="64375" y="77734"/>
                    <a:pt x="63750" y="78281"/>
                  </a:cubicBezTo>
                  <a:cubicBezTo>
                    <a:pt x="63125" y="78906"/>
                    <a:pt x="62539" y="79505"/>
                    <a:pt x="61992" y="80091"/>
                  </a:cubicBezTo>
                  <a:cubicBezTo>
                    <a:pt x="61445" y="80677"/>
                    <a:pt x="60977" y="81172"/>
                    <a:pt x="60586" y="81562"/>
                  </a:cubicBezTo>
                  <a:cubicBezTo>
                    <a:pt x="58164" y="79922"/>
                    <a:pt x="55729" y="78021"/>
                    <a:pt x="53268" y="75872"/>
                  </a:cubicBezTo>
                  <a:cubicBezTo>
                    <a:pt x="50807" y="73724"/>
                    <a:pt x="48437" y="71367"/>
                    <a:pt x="46172" y="68789"/>
                  </a:cubicBezTo>
                  <a:cubicBezTo>
                    <a:pt x="43750" y="65977"/>
                    <a:pt x="41523" y="62930"/>
                    <a:pt x="39492" y="59648"/>
                  </a:cubicBezTo>
                  <a:cubicBezTo>
                    <a:pt x="37461" y="56367"/>
                    <a:pt x="35742" y="52813"/>
                    <a:pt x="34336" y="48984"/>
                  </a:cubicBezTo>
                  <a:cubicBezTo>
                    <a:pt x="33398" y="52422"/>
                    <a:pt x="31992" y="55820"/>
                    <a:pt x="30117" y="59180"/>
                  </a:cubicBezTo>
                  <a:cubicBezTo>
                    <a:pt x="28242" y="62539"/>
                    <a:pt x="26133" y="65742"/>
                    <a:pt x="23789" y="68789"/>
                  </a:cubicBezTo>
                  <a:cubicBezTo>
                    <a:pt x="21367" y="71992"/>
                    <a:pt x="18789" y="74922"/>
                    <a:pt x="16055" y="77578"/>
                  </a:cubicBezTo>
                  <a:cubicBezTo>
                    <a:pt x="13320" y="80234"/>
                    <a:pt x="10664" y="82422"/>
                    <a:pt x="8086" y="84141"/>
                  </a:cubicBezTo>
                  <a:cubicBezTo>
                    <a:pt x="7148" y="83281"/>
                    <a:pt x="5898" y="82240"/>
                    <a:pt x="4336" y="81029"/>
                  </a:cubicBezTo>
                  <a:cubicBezTo>
                    <a:pt x="2773" y="79818"/>
                    <a:pt x="1328" y="78789"/>
                    <a:pt x="0" y="77930"/>
                  </a:cubicBezTo>
                  <a:cubicBezTo>
                    <a:pt x="4687" y="75039"/>
                    <a:pt x="8906" y="71654"/>
                    <a:pt x="12656" y="67786"/>
                  </a:cubicBezTo>
                  <a:cubicBezTo>
                    <a:pt x="16406" y="63919"/>
                    <a:pt x="19570" y="59688"/>
                    <a:pt x="22148" y="55078"/>
                  </a:cubicBezTo>
                  <a:cubicBezTo>
                    <a:pt x="24570" y="50625"/>
                    <a:pt x="26406" y="45794"/>
                    <a:pt x="27656" y="40599"/>
                  </a:cubicBezTo>
                  <a:cubicBezTo>
                    <a:pt x="28906" y="35404"/>
                    <a:pt x="29531" y="29922"/>
                    <a:pt x="29531" y="24141"/>
                  </a:cubicBezTo>
                  <a:close/>
                  <a:moveTo>
                    <a:pt x="241016" y="3164"/>
                  </a:moveTo>
                  <a:lnTo>
                    <a:pt x="251328" y="3164"/>
                  </a:lnTo>
                  <a:lnTo>
                    <a:pt x="251328" y="8555"/>
                  </a:lnTo>
                  <a:cubicBezTo>
                    <a:pt x="251328" y="12695"/>
                    <a:pt x="252383" y="16445"/>
                    <a:pt x="254492" y="19805"/>
                  </a:cubicBezTo>
                  <a:cubicBezTo>
                    <a:pt x="256602" y="23164"/>
                    <a:pt x="259414" y="26133"/>
                    <a:pt x="262930" y="28711"/>
                  </a:cubicBezTo>
                  <a:cubicBezTo>
                    <a:pt x="266445" y="31289"/>
                    <a:pt x="270469" y="33477"/>
                    <a:pt x="275000" y="35273"/>
                  </a:cubicBezTo>
                  <a:cubicBezTo>
                    <a:pt x="279531" y="37070"/>
                    <a:pt x="284180" y="38437"/>
                    <a:pt x="288945" y="39375"/>
                  </a:cubicBezTo>
                  <a:lnTo>
                    <a:pt x="283086" y="46758"/>
                  </a:lnTo>
                  <a:cubicBezTo>
                    <a:pt x="279414" y="45820"/>
                    <a:pt x="275690" y="44583"/>
                    <a:pt x="271901" y="43060"/>
                  </a:cubicBezTo>
                  <a:cubicBezTo>
                    <a:pt x="268112" y="41537"/>
                    <a:pt x="264531" y="39727"/>
                    <a:pt x="261172" y="37617"/>
                  </a:cubicBezTo>
                  <a:cubicBezTo>
                    <a:pt x="257812" y="35508"/>
                    <a:pt x="254831" y="33164"/>
                    <a:pt x="252214" y="30586"/>
                  </a:cubicBezTo>
                  <a:cubicBezTo>
                    <a:pt x="249596" y="28008"/>
                    <a:pt x="247617" y="25156"/>
                    <a:pt x="246289" y="22031"/>
                  </a:cubicBezTo>
                  <a:cubicBezTo>
                    <a:pt x="244570" y="25313"/>
                    <a:pt x="242383" y="28255"/>
                    <a:pt x="239727" y="30872"/>
                  </a:cubicBezTo>
                  <a:cubicBezTo>
                    <a:pt x="237070" y="33490"/>
                    <a:pt x="234102" y="35781"/>
                    <a:pt x="230820" y="37734"/>
                  </a:cubicBezTo>
                  <a:cubicBezTo>
                    <a:pt x="227539" y="39766"/>
                    <a:pt x="224089" y="41523"/>
                    <a:pt x="220456" y="43008"/>
                  </a:cubicBezTo>
                  <a:cubicBezTo>
                    <a:pt x="216823" y="44492"/>
                    <a:pt x="213164" y="45742"/>
                    <a:pt x="209492" y="46758"/>
                  </a:cubicBezTo>
                  <a:lnTo>
                    <a:pt x="203047" y="39492"/>
                  </a:lnTo>
                  <a:cubicBezTo>
                    <a:pt x="215703" y="36445"/>
                    <a:pt x="225195" y="32344"/>
                    <a:pt x="231523" y="27187"/>
                  </a:cubicBezTo>
                  <a:cubicBezTo>
                    <a:pt x="237852" y="22031"/>
                    <a:pt x="241016" y="15859"/>
                    <a:pt x="241016" y="8672"/>
                  </a:cubicBezTo>
                  <a:close/>
                  <a:moveTo>
                    <a:pt x="304974" y="1992"/>
                  </a:moveTo>
                  <a:lnTo>
                    <a:pt x="329818" y="1992"/>
                  </a:lnTo>
                  <a:lnTo>
                    <a:pt x="329818" y="9258"/>
                  </a:lnTo>
                  <a:lnTo>
                    <a:pt x="304974" y="9258"/>
                  </a:lnTo>
                  <a:close/>
                  <a:moveTo>
                    <a:pt x="370833" y="703"/>
                  </a:moveTo>
                  <a:lnTo>
                    <a:pt x="379740" y="703"/>
                  </a:lnTo>
                  <a:lnTo>
                    <a:pt x="379740" y="67734"/>
                  </a:lnTo>
                  <a:lnTo>
                    <a:pt x="370833" y="67734"/>
                  </a:lnTo>
                  <a:lnTo>
                    <a:pt x="370833" y="37383"/>
                  </a:lnTo>
                  <a:lnTo>
                    <a:pt x="357943" y="37383"/>
                  </a:lnTo>
                  <a:lnTo>
                    <a:pt x="357943" y="64336"/>
                  </a:lnTo>
                  <a:lnTo>
                    <a:pt x="349037" y="64336"/>
                  </a:lnTo>
                  <a:lnTo>
                    <a:pt x="349037" y="2578"/>
                  </a:lnTo>
                  <a:lnTo>
                    <a:pt x="357943" y="2578"/>
                  </a:lnTo>
                  <a:lnTo>
                    <a:pt x="357943" y="29180"/>
                  </a:lnTo>
                  <a:lnTo>
                    <a:pt x="370833" y="29180"/>
                  </a:lnTo>
                  <a:close/>
                  <a:moveTo>
                    <a:pt x="171771" y="703"/>
                  </a:moveTo>
                  <a:lnTo>
                    <a:pt x="180912" y="703"/>
                  </a:lnTo>
                  <a:lnTo>
                    <a:pt x="180912" y="55313"/>
                  </a:lnTo>
                  <a:lnTo>
                    <a:pt x="171771" y="55313"/>
                  </a:lnTo>
                  <a:lnTo>
                    <a:pt x="171771" y="31758"/>
                  </a:lnTo>
                  <a:lnTo>
                    <a:pt x="151380" y="31758"/>
                  </a:lnTo>
                  <a:cubicBezTo>
                    <a:pt x="150755" y="34805"/>
                    <a:pt x="149661" y="37617"/>
                    <a:pt x="148099" y="40195"/>
                  </a:cubicBezTo>
                  <a:cubicBezTo>
                    <a:pt x="146537" y="42774"/>
                    <a:pt x="144583" y="44961"/>
                    <a:pt x="142240" y="46758"/>
                  </a:cubicBezTo>
                  <a:cubicBezTo>
                    <a:pt x="139896" y="48555"/>
                    <a:pt x="137240" y="49961"/>
                    <a:pt x="134271" y="50976"/>
                  </a:cubicBezTo>
                  <a:cubicBezTo>
                    <a:pt x="131302" y="51992"/>
                    <a:pt x="128216" y="52500"/>
                    <a:pt x="125013" y="52500"/>
                  </a:cubicBezTo>
                  <a:cubicBezTo>
                    <a:pt x="121419" y="52500"/>
                    <a:pt x="118008" y="51875"/>
                    <a:pt x="114766" y="50625"/>
                  </a:cubicBezTo>
                  <a:cubicBezTo>
                    <a:pt x="111523" y="49375"/>
                    <a:pt x="108685" y="47617"/>
                    <a:pt x="106263" y="45352"/>
                  </a:cubicBezTo>
                  <a:cubicBezTo>
                    <a:pt x="103841" y="43164"/>
                    <a:pt x="101927" y="40508"/>
                    <a:pt x="100521" y="37383"/>
                  </a:cubicBezTo>
                  <a:cubicBezTo>
                    <a:pt x="99115" y="34258"/>
                    <a:pt x="98411" y="30859"/>
                    <a:pt x="98411" y="27187"/>
                  </a:cubicBezTo>
                  <a:cubicBezTo>
                    <a:pt x="98411" y="23516"/>
                    <a:pt x="99102" y="20130"/>
                    <a:pt x="100469" y="17044"/>
                  </a:cubicBezTo>
                  <a:cubicBezTo>
                    <a:pt x="101836" y="13958"/>
                    <a:pt x="103724" y="11328"/>
                    <a:pt x="106146" y="9141"/>
                  </a:cubicBezTo>
                  <a:cubicBezTo>
                    <a:pt x="108568" y="6875"/>
                    <a:pt x="111406" y="5117"/>
                    <a:pt x="114648" y="3867"/>
                  </a:cubicBezTo>
                  <a:cubicBezTo>
                    <a:pt x="117891" y="2617"/>
                    <a:pt x="121341" y="1992"/>
                    <a:pt x="125013" y="1992"/>
                  </a:cubicBezTo>
                  <a:cubicBezTo>
                    <a:pt x="128294" y="1992"/>
                    <a:pt x="131458" y="2539"/>
                    <a:pt x="134505" y="3633"/>
                  </a:cubicBezTo>
                  <a:cubicBezTo>
                    <a:pt x="137552" y="4727"/>
                    <a:pt x="140247" y="6211"/>
                    <a:pt x="142591" y="8086"/>
                  </a:cubicBezTo>
                  <a:cubicBezTo>
                    <a:pt x="145013" y="10039"/>
                    <a:pt x="147005" y="12344"/>
                    <a:pt x="148568" y="15000"/>
                  </a:cubicBezTo>
                  <a:cubicBezTo>
                    <a:pt x="150130" y="17656"/>
                    <a:pt x="151146" y="20547"/>
                    <a:pt x="151615" y="23672"/>
                  </a:cubicBezTo>
                  <a:lnTo>
                    <a:pt x="171771" y="23672"/>
                  </a:lnTo>
                  <a:close/>
                  <a:moveTo>
                    <a:pt x="76289" y="703"/>
                  </a:moveTo>
                  <a:lnTo>
                    <a:pt x="85547" y="703"/>
                  </a:lnTo>
                  <a:lnTo>
                    <a:pt x="85547" y="40547"/>
                  </a:lnTo>
                  <a:lnTo>
                    <a:pt x="100898" y="40547"/>
                  </a:lnTo>
                  <a:lnTo>
                    <a:pt x="100898" y="48867"/>
                  </a:lnTo>
                  <a:lnTo>
                    <a:pt x="85547" y="48867"/>
                  </a:lnTo>
                  <a:lnTo>
                    <a:pt x="85547" y="104649"/>
                  </a:lnTo>
                  <a:lnTo>
                    <a:pt x="76289" y="104649"/>
                  </a:lnTo>
                  <a:close/>
                  <a:moveTo>
                    <a:pt x="441602" y="0"/>
                  </a:moveTo>
                  <a:cubicBezTo>
                    <a:pt x="453555" y="0"/>
                    <a:pt x="462617" y="1693"/>
                    <a:pt x="468789" y="5091"/>
                  </a:cubicBezTo>
                  <a:cubicBezTo>
                    <a:pt x="474961" y="8490"/>
                    <a:pt x="478047" y="12891"/>
                    <a:pt x="478047" y="18281"/>
                  </a:cubicBezTo>
                  <a:cubicBezTo>
                    <a:pt x="478047" y="23750"/>
                    <a:pt x="474987" y="28086"/>
                    <a:pt x="468854" y="31289"/>
                  </a:cubicBezTo>
                  <a:cubicBezTo>
                    <a:pt x="462721" y="34492"/>
                    <a:pt x="453633" y="36094"/>
                    <a:pt x="441602" y="36094"/>
                  </a:cubicBezTo>
                  <a:cubicBezTo>
                    <a:pt x="429649" y="36094"/>
                    <a:pt x="420573" y="34492"/>
                    <a:pt x="414362" y="31289"/>
                  </a:cubicBezTo>
                  <a:cubicBezTo>
                    <a:pt x="408151" y="28086"/>
                    <a:pt x="405039" y="23750"/>
                    <a:pt x="405039" y="18281"/>
                  </a:cubicBezTo>
                  <a:cubicBezTo>
                    <a:pt x="405039" y="12813"/>
                    <a:pt x="408151" y="8398"/>
                    <a:pt x="414362" y="5039"/>
                  </a:cubicBezTo>
                  <a:cubicBezTo>
                    <a:pt x="420573" y="1680"/>
                    <a:pt x="429649" y="0"/>
                    <a:pt x="441602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811F028-1FC4-416A-B899-70A197EB5368}"/>
                </a:ext>
              </a:extLst>
            </p:cNvPr>
            <p:cNvSpPr txBox="1"/>
            <p:nvPr/>
          </p:nvSpPr>
          <p:spPr>
            <a:xfrm>
              <a:off x="2111674" y="1854328"/>
              <a:ext cx="7037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사업수행을</a:t>
              </a:r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1657C56A-7AF8-4790-8475-752F47E1FF70}"/>
                </a:ext>
              </a:extLst>
            </p:cNvPr>
            <p:cNvSpPr/>
            <p:nvPr/>
          </p:nvSpPr>
          <p:spPr>
            <a:xfrm>
              <a:off x="2717581" y="1924528"/>
              <a:ext cx="486601" cy="105820"/>
            </a:xfrm>
            <a:custGeom>
              <a:avLst/>
              <a:gdLst>
                <a:gd name="connsiteX0" fmla="*/ 287045 w 486601"/>
                <a:gd name="connsiteY0" fmla="*/ 81797 h 105820"/>
                <a:gd name="connsiteX1" fmla="*/ 382435 w 486601"/>
                <a:gd name="connsiteY1" fmla="*/ 81797 h 105820"/>
                <a:gd name="connsiteX2" fmla="*/ 382435 w 486601"/>
                <a:gd name="connsiteY2" fmla="*/ 89766 h 105820"/>
                <a:gd name="connsiteX3" fmla="*/ 287045 w 486601"/>
                <a:gd name="connsiteY3" fmla="*/ 89766 h 105820"/>
                <a:gd name="connsiteX4" fmla="*/ 139427 w 486601"/>
                <a:gd name="connsiteY4" fmla="*/ 71602 h 105820"/>
                <a:gd name="connsiteX5" fmla="*/ 119675 w 486601"/>
                <a:gd name="connsiteY5" fmla="*/ 75052 h 105820"/>
                <a:gd name="connsiteX6" fmla="*/ 112240 w 486601"/>
                <a:gd name="connsiteY6" fmla="*/ 84844 h 105820"/>
                <a:gd name="connsiteX7" fmla="*/ 119675 w 486601"/>
                <a:gd name="connsiteY7" fmla="*/ 94974 h 105820"/>
                <a:gd name="connsiteX8" fmla="*/ 139427 w 486601"/>
                <a:gd name="connsiteY8" fmla="*/ 98438 h 105820"/>
                <a:gd name="connsiteX9" fmla="*/ 159050 w 486601"/>
                <a:gd name="connsiteY9" fmla="*/ 94974 h 105820"/>
                <a:gd name="connsiteX10" fmla="*/ 166732 w 486601"/>
                <a:gd name="connsiteY10" fmla="*/ 84844 h 105820"/>
                <a:gd name="connsiteX11" fmla="*/ 159050 w 486601"/>
                <a:gd name="connsiteY11" fmla="*/ 75052 h 105820"/>
                <a:gd name="connsiteX12" fmla="*/ 139427 w 486601"/>
                <a:gd name="connsiteY12" fmla="*/ 71602 h 105820"/>
                <a:gd name="connsiteX13" fmla="*/ 53789 w 486601"/>
                <a:gd name="connsiteY13" fmla="*/ 71367 h 105820"/>
                <a:gd name="connsiteX14" fmla="*/ 35039 w 486601"/>
                <a:gd name="connsiteY14" fmla="*/ 74883 h 105820"/>
                <a:gd name="connsiteX15" fmla="*/ 27774 w 486601"/>
                <a:gd name="connsiteY15" fmla="*/ 84727 h 105820"/>
                <a:gd name="connsiteX16" fmla="*/ 35039 w 486601"/>
                <a:gd name="connsiteY16" fmla="*/ 94688 h 105820"/>
                <a:gd name="connsiteX17" fmla="*/ 53789 w 486601"/>
                <a:gd name="connsiteY17" fmla="*/ 98320 h 105820"/>
                <a:gd name="connsiteX18" fmla="*/ 72539 w 486601"/>
                <a:gd name="connsiteY18" fmla="*/ 94805 h 105820"/>
                <a:gd name="connsiteX19" fmla="*/ 79922 w 486601"/>
                <a:gd name="connsiteY19" fmla="*/ 85078 h 105820"/>
                <a:gd name="connsiteX20" fmla="*/ 72539 w 486601"/>
                <a:gd name="connsiteY20" fmla="*/ 75052 h 105820"/>
                <a:gd name="connsiteX21" fmla="*/ 53789 w 486601"/>
                <a:gd name="connsiteY21" fmla="*/ 71367 h 105820"/>
                <a:gd name="connsiteX22" fmla="*/ 215234 w 486601"/>
                <a:gd name="connsiteY22" fmla="*/ 67852 h 105820"/>
                <a:gd name="connsiteX23" fmla="*/ 281680 w 486601"/>
                <a:gd name="connsiteY23" fmla="*/ 67852 h 105820"/>
                <a:gd name="connsiteX24" fmla="*/ 283607 w 486601"/>
                <a:gd name="connsiteY24" fmla="*/ 68372 h 105820"/>
                <a:gd name="connsiteX25" fmla="*/ 284141 w 486601"/>
                <a:gd name="connsiteY25" fmla="*/ 70312 h 105820"/>
                <a:gd name="connsiteX26" fmla="*/ 284141 w 486601"/>
                <a:gd name="connsiteY26" fmla="*/ 104531 h 105820"/>
                <a:gd name="connsiteX27" fmla="*/ 275000 w 486601"/>
                <a:gd name="connsiteY27" fmla="*/ 104531 h 105820"/>
                <a:gd name="connsiteX28" fmla="*/ 275000 w 486601"/>
                <a:gd name="connsiteY28" fmla="*/ 75820 h 105820"/>
                <a:gd name="connsiteX29" fmla="*/ 215234 w 486601"/>
                <a:gd name="connsiteY29" fmla="*/ 75820 h 105820"/>
                <a:gd name="connsiteX30" fmla="*/ 139427 w 486601"/>
                <a:gd name="connsiteY30" fmla="*/ 64102 h 105820"/>
                <a:gd name="connsiteX31" fmla="*/ 167083 w 486601"/>
                <a:gd name="connsiteY31" fmla="*/ 70078 h 105820"/>
                <a:gd name="connsiteX32" fmla="*/ 176810 w 486601"/>
                <a:gd name="connsiteY32" fmla="*/ 84961 h 105820"/>
                <a:gd name="connsiteX33" fmla="*/ 167136 w 486601"/>
                <a:gd name="connsiteY33" fmla="*/ 99896 h 105820"/>
                <a:gd name="connsiteX34" fmla="*/ 139427 w 486601"/>
                <a:gd name="connsiteY34" fmla="*/ 105820 h 105820"/>
                <a:gd name="connsiteX35" fmla="*/ 111654 w 486601"/>
                <a:gd name="connsiteY35" fmla="*/ 99896 h 105820"/>
                <a:gd name="connsiteX36" fmla="*/ 101927 w 486601"/>
                <a:gd name="connsiteY36" fmla="*/ 84961 h 105820"/>
                <a:gd name="connsiteX37" fmla="*/ 111654 w 486601"/>
                <a:gd name="connsiteY37" fmla="*/ 70078 h 105820"/>
                <a:gd name="connsiteX38" fmla="*/ 139427 w 486601"/>
                <a:gd name="connsiteY38" fmla="*/ 64102 h 105820"/>
                <a:gd name="connsiteX39" fmla="*/ 53789 w 486601"/>
                <a:gd name="connsiteY39" fmla="*/ 63867 h 105820"/>
                <a:gd name="connsiteX40" fmla="*/ 79974 w 486601"/>
                <a:gd name="connsiteY40" fmla="*/ 69661 h 105820"/>
                <a:gd name="connsiteX41" fmla="*/ 89649 w 486601"/>
                <a:gd name="connsiteY41" fmla="*/ 84961 h 105820"/>
                <a:gd name="connsiteX42" fmla="*/ 79974 w 486601"/>
                <a:gd name="connsiteY42" fmla="*/ 100130 h 105820"/>
                <a:gd name="connsiteX43" fmla="*/ 53789 w 486601"/>
                <a:gd name="connsiteY43" fmla="*/ 105703 h 105820"/>
                <a:gd name="connsiteX44" fmla="*/ 27591 w 486601"/>
                <a:gd name="connsiteY44" fmla="*/ 100078 h 105820"/>
                <a:gd name="connsiteX45" fmla="*/ 18047 w 486601"/>
                <a:gd name="connsiteY45" fmla="*/ 84844 h 105820"/>
                <a:gd name="connsiteX46" fmla="*/ 27656 w 486601"/>
                <a:gd name="connsiteY46" fmla="*/ 69609 h 105820"/>
                <a:gd name="connsiteX47" fmla="*/ 53789 w 486601"/>
                <a:gd name="connsiteY47" fmla="*/ 63867 h 105820"/>
                <a:gd name="connsiteX48" fmla="*/ 129818 w 486601"/>
                <a:gd name="connsiteY48" fmla="*/ 24609 h 105820"/>
                <a:gd name="connsiteX49" fmla="*/ 139193 w 486601"/>
                <a:gd name="connsiteY49" fmla="*/ 24609 h 105820"/>
                <a:gd name="connsiteX50" fmla="*/ 139193 w 486601"/>
                <a:gd name="connsiteY50" fmla="*/ 46523 h 105820"/>
                <a:gd name="connsiteX51" fmla="*/ 187005 w 486601"/>
                <a:gd name="connsiteY51" fmla="*/ 46523 h 105820"/>
                <a:gd name="connsiteX52" fmla="*/ 187005 w 486601"/>
                <a:gd name="connsiteY52" fmla="*/ 54609 h 105820"/>
                <a:gd name="connsiteX53" fmla="*/ 91849 w 486601"/>
                <a:gd name="connsiteY53" fmla="*/ 54609 h 105820"/>
                <a:gd name="connsiteX54" fmla="*/ 91849 w 486601"/>
                <a:gd name="connsiteY54" fmla="*/ 46523 h 105820"/>
                <a:gd name="connsiteX55" fmla="*/ 129818 w 486601"/>
                <a:gd name="connsiteY55" fmla="*/ 46523 h 105820"/>
                <a:gd name="connsiteX56" fmla="*/ 334974 w 486601"/>
                <a:gd name="connsiteY56" fmla="*/ 10078 h 105820"/>
                <a:gd name="connsiteX57" fmla="*/ 315808 w 486601"/>
                <a:gd name="connsiteY57" fmla="*/ 15638 h 105820"/>
                <a:gd name="connsiteX58" fmla="*/ 308490 w 486601"/>
                <a:gd name="connsiteY58" fmla="*/ 31172 h 105820"/>
                <a:gd name="connsiteX59" fmla="*/ 315925 w 486601"/>
                <a:gd name="connsiteY59" fmla="*/ 46523 h 105820"/>
                <a:gd name="connsiteX60" fmla="*/ 334974 w 486601"/>
                <a:gd name="connsiteY60" fmla="*/ 52149 h 105820"/>
                <a:gd name="connsiteX61" fmla="*/ 345404 w 486601"/>
                <a:gd name="connsiteY61" fmla="*/ 50677 h 105820"/>
                <a:gd name="connsiteX62" fmla="*/ 353724 w 486601"/>
                <a:gd name="connsiteY62" fmla="*/ 46523 h 105820"/>
                <a:gd name="connsiteX63" fmla="*/ 359284 w 486601"/>
                <a:gd name="connsiteY63" fmla="*/ 39961 h 105820"/>
                <a:gd name="connsiteX64" fmla="*/ 361341 w 486601"/>
                <a:gd name="connsiteY64" fmla="*/ 31172 h 105820"/>
                <a:gd name="connsiteX65" fmla="*/ 353959 w 486601"/>
                <a:gd name="connsiteY65" fmla="*/ 15638 h 105820"/>
                <a:gd name="connsiteX66" fmla="*/ 334974 w 486601"/>
                <a:gd name="connsiteY66" fmla="*/ 10078 h 105820"/>
                <a:gd name="connsiteX67" fmla="*/ 403985 w 486601"/>
                <a:gd name="connsiteY67" fmla="*/ 4922 h 105820"/>
                <a:gd name="connsiteX68" fmla="*/ 470196 w 486601"/>
                <a:gd name="connsiteY68" fmla="*/ 4922 h 105820"/>
                <a:gd name="connsiteX69" fmla="*/ 472123 w 486601"/>
                <a:gd name="connsiteY69" fmla="*/ 5443 h 105820"/>
                <a:gd name="connsiteX70" fmla="*/ 472657 w 486601"/>
                <a:gd name="connsiteY70" fmla="*/ 7383 h 105820"/>
                <a:gd name="connsiteX71" fmla="*/ 472657 w 486601"/>
                <a:gd name="connsiteY71" fmla="*/ 35391 h 105820"/>
                <a:gd name="connsiteX72" fmla="*/ 472123 w 486601"/>
                <a:gd name="connsiteY72" fmla="*/ 37318 h 105820"/>
                <a:gd name="connsiteX73" fmla="*/ 470196 w 486601"/>
                <a:gd name="connsiteY73" fmla="*/ 37852 h 105820"/>
                <a:gd name="connsiteX74" fmla="*/ 413242 w 486601"/>
                <a:gd name="connsiteY74" fmla="*/ 37852 h 105820"/>
                <a:gd name="connsiteX75" fmla="*/ 413242 w 486601"/>
                <a:gd name="connsiteY75" fmla="*/ 55898 h 105820"/>
                <a:gd name="connsiteX76" fmla="*/ 475938 w 486601"/>
                <a:gd name="connsiteY76" fmla="*/ 55898 h 105820"/>
                <a:gd name="connsiteX77" fmla="*/ 475938 w 486601"/>
                <a:gd name="connsiteY77" fmla="*/ 63633 h 105820"/>
                <a:gd name="connsiteX78" fmla="*/ 443477 w 486601"/>
                <a:gd name="connsiteY78" fmla="*/ 63633 h 105820"/>
                <a:gd name="connsiteX79" fmla="*/ 443477 w 486601"/>
                <a:gd name="connsiteY79" fmla="*/ 82969 h 105820"/>
                <a:gd name="connsiteX80" fmla="*/ 486602 w 486601"/>
                <a:gd name="connsiteY80" fmla="*/ 82969 h 105820"/>
                <a:gd name="connsiteX81" fmla="*/ 486602 w 486601"/>
                <a:gd name="connsiteY81" fmla="*/ 90937 h 105820"/>
                <a:gd name="connsiteX82" fmla="*/ 391211 w 486601"/>
                <a:gd name="connsiteY82" fmla="*/ 90937 h 105820"/>
                <a:gd name="connsiteX83" fmla="*/ 391211 w 486601"/>
                <a:gd name="connsiteY83" fmla="*/ 82969 h 105820"/>
                <a:gd name="connsiteX84" fmla="*/ 433985 w 486601"/>
                <a:gd name="connsiteY84" fmla="*/ 82969 h 105820"/>
                <a:gd name="connsiteX85" fmla="*/ 433985 w 486601"/>
                <a:gd name="connsiteY85" fmla="*/ 63633 h 105820"/>
                <a:gd name="connsiteX86" fmla="*/ 406680 w 486601"/>
                <a:gd name="connsiteY86" fmla="*/ 63633 h 105820"/>
                <a:gd name="connsiteX87" fmla="*/ 404740 w 486601"/>
                <a:gd name="connsiteY87" fmla="*/ 63099 h 105820"/>
                <a:gd name="connsiteX88" fmla="*/ 404219 w 486601"/>
                <a:gd name="connsiteY88" fmla="*/ 61172 h 105820"/>
                <a:gd name="connsiteX89" fmla="*/ 404219 w 486601"/>
                <a:gd name="connsiteY89" fmla="*/ 32578 h 105820"/>
                <a:gd name="connsiteX90" fmla="*/ 404740 w 486601"/>
                <a:gd name="connsiteY90" fmla="*/ 30638 h 105820"/>
                <a:gd name="connsiteX91" fmla="*/ 406680 w 486601"/>
                <a:gd name="connsiteY91" fmla="*/ 30117 h 105820"/>
                <a:gd name="connsiteX92" fmla="*/ 463516 w 486601"/>
                <a:gd name="connsiteY92" fmla="*/ 30117 h 105820"/>
                <a:gd name="connsiteX93" fmla="*/ 463516 w 486601"/>
                <a:gd name="connsiteY93" fmla="*/ 12656 h 105820"/>
                <a:gd name="connsiteX94" fmla="*/ 403985 w 486601"/>
                <a:gd name="connsiteY94" fmla="*/ 12656 h 105820"/>
                <a:gd name="connsiteX95" fmla="*/ 203984 w 486601"/>
                <a:gd name="connsiteY95" fmla="*/ 4805 h 105820"/>
                <a:gd name="connsiteX96" fmla="*/ 254610 w 486601"/>
                <a:gd name="connsiteY96" fmla="*/ 4805 h 105820"/>
                <a:gd name="connsiteX97" fmla="*/ 254610 w 486601"/>
                <a:gd name="connsiteY97" fmla="*/ 12656 h 105820"/>
                <a:gd name="connsiteX98" fmla="*/ 234219 w 486601"/>
                <a:gd name="connsiteY98" fmla="*/ 12656 h 105820"/>
                <a:gd name="connsiteX99" fmla="*/ 234219 w 486601"/>
                <a:gd name="connsiteY99" fmla="*/ 17461 h 105820"/>
                <a:gd name="connsiteX100" fmla="*/ 236211 w 486601"/>
                <a:gd name="connsiteY100" fmla="*/ 28411 h 105820"/>
                <a:gd name="connsiteX101" fmla="*/ 241367 w 486601"/>
                <a:gd name="connsiteY101" fmla="*/ 37266 h 105820"/>
                <a:gd name="connsiteX102" fmla="*/ 250391 w 486601"/>
                <a:gd name="connsiteY102" fmla="*/ 45286 h 105820"/>
                <a:gd name="connsiteX103" fmla="*/ 261055 w 486601"/>
                <a:gd name="connsiteY103" fmla="*/ 50391 h 105820"/>
                <a:gd name="connsiteX104" fmla="*/ 257657 w 486601"/>
                <a:gd name="connsiteY104" fmla="*/ 53841 h 105820"/>
                <a:gd name="connsiteX105" fmla="*/ 254961 w 486601"/>
                <a:gd name="connsiteY105" fmla="*/ 57188 h 105820"/>
                <a:gd name="connsiteX106" fmla="*/ 248047 w 486601"/>
                <a:gd name="connsiteY106" fmla="*/ 53490 h 105820"/>
                <a:gd name="connsiteX107" fmla="*/ 240781 w 486601"/>
                <a:gd name="connsiteY107" fmla="*/ 48281 h 105820"/>
                <a:gd name="connsiteX108" fmla="*/ 234570 w 486601"/>
                <a:gd name="connsiteY108" fmla="*/ 42357 h 105820"/>
                <a:gd name="connsiteX109" fmla="*/ 229531 w 486601"/>
                <a:gd name="connsiteY109" fmla="*/ 34805 h 105820"/>
                <a:gd name="connsiteX110" fmla="*/ 225365 w 486601"/>
                <a:gd name="connsiteY110" fmla="*/ 42591 h 105820"/>
                <a:gd name="connsiteX111" fmla="*/ 219922 w 486601"/>
                <a:gd name="connsiteY111" fmla="*/ 49219 h 105820"/>
                <a:gd name="connsiteX112" fmla="*/ 212123 w 486601"/>
                <a:gd name="connsiteY112" fmla="*/ 55430 h 105820"/>
                <a:gd name="connsiteX113" fmla="*/ 203867 w 486601"/>
                <a:gd name="connsiteY113" fmla="*/ 60352 h 105820"/>
                <a:gd name="connsiteX114" fmla="*/ 202344 w 486601"/>
                <a:gd name="connsiteY114" fmla="*/ 58945 h 105820"/>
                <a:gd name="connsiteX115" fmla="*/ 200469 w 486601"/>
                <a:gd name="connsiteY115" fmla="*/ 57305 h 105820"/>
                <a:gd name="connsiteX116" fmla="*/ 198412 w 486601"/>
                <a:gd name="connsiteY116" fmla="*/ 55664 h 105820"/>
                <a:gd name="connsiteX117" fmla="*/ 196602 w 486601"/>
                <a:gd name="connsiteY117" fmla="*/ 54141 h 105820"/>
                <a:gd name="connsiteX118" fmla="*/ 208321 w 486601"/>
                <a:gd name="connsiteY118" fmla="*/ 47461 h 105820"/>
                <a:gd name="connsiteX119" fmla="*/ 218047 w 486601"/>
                <a:gd name="connsiteY119" fmla="*/ 38086 h 105820"/>
                <a:gd name="connsiteX120" fmla="*/ 222904 w 486601"/>
                <a:gd name="connsiteY120" fmla="*/ 28646 h 105820"/>
                <a:gd name="connsiteX121" fmla="*/ 224727 w 486601"/>
                <a:gd name="connsiteY121" fmla="*/ 17109 h 105820"/>
                <a:gd name="connsiteX122" fmla="*/ 224727 w 486601"/>
                <a:gd name="connsiteY122" fmla="*/ 12656 h 105820"/>
                <a:gd name="connsiteX123" fmla="*/ 203984 w 486601"/>
                <a:gd name="connsiteY123" fmla="*/ 12656 h 105820"/>
                <a:gd name="connsiteX124" fmla="*/ 102865 w 486601"/>
                <a:gd name="connsiteY124" fmla="*/ 3047 h 105820"/>
                <a:gd name="connsiteX125" fmla="*/ 173646 w 486601"/>
                <a:gd name="connsiteY125" fmla="*/ 3047 h 105820"/>
                <a:gd name="connsiteX126" fmla="*/ 175573 w 486601"/>
                <a:gd name="connsiteY126" fmla="*/ 3568 h 105820"/>
                <a:gd name="connsiteX127" fmla="*/ 176107 w 486601"/>
                <a:gd name="connsiteY127" fmla="*/ 5508 h 105820"/>
                <a:gd name="connsiteX128" fmla="*/ 174583 w 486601"/>
                <a:gd name="connsiteY128" fmla="*/ 23724 h 105820"/>
                <a:gd name="connsiteX129" fmla="*/ 172123 w 486601"/>
                <a:gd name="connsiteY129" fmla="*/ 38672 h 105820"/>
                <a:gd name="connsiteX130" fmla="*/ 163216 w 486601"/>
                <a:gd name="connsiteY130" fmla="*/ 38672 h 105820"/>
                <a:gd name="connsiteX131" fmla="*/ 165443 w 486601"/>
                <a:gd name="connsiteY131" fmla="*/ 25078 h 105820"/>
                <a:gd name="connsiteX132" fmla="*/ 166615 w 486601"/>
                <a:gd name="connsiteY132" fmla="*/ 11016 h 105820"/>
                <a:gd name="connsiteX133" fmla="*/ 102865 w 486601"/>
                <a:gd name="connsiteY133" fmla="*/ 11016 h 105820"/>
                <a:gd name="connsiteX134" fmla="*/ 28008 w 486601"/>
                <a:gd name="connsiteY134" fmla="*/ 2578 h 105820"/>
                <a:gd name="connsiteX135" fmla="*/ 37735 w 486601"/>
                <a:gd name="connsiteY135" fmla="*/ 2578 h 105820"/>
                <a:gd name="connsiteX136" fmla="*/ 37735 w 486601"/>
                <a:gd name="connsiteY136" fmla="*/ 12656 h 105820"/>
                <a:gd name="connsiteX137" fmla="*/ 39961 w 486601"/>
                <a:gd name="connsiteY137" fmla="*/ 24896 h 105820"/>
                <a:gd name="connsiteX138" fmla="*/ 45938 w 486601"/>
                <a:gd name="connsiteY138" fmla="*/ 34922 h 105820"/>
                <a:gd name="connsiteX139" fmla="*/ 54609 w 486601"/>
                <a:gd name="connsiteY139" fmla="*/ 42422 h 105820"/>
                <a:gd name="connsiteX140" fmla="*/ 64922 w 486601"/>
                <a:gd name="connsiteY140" fmla="*/ 47344 h 105820"/>
                <a:gd name="connsiteX141" fmla="*/ 58945 w 486601"/>
                <a:gd name="connsiteY141" fmla="*/ 54609 h 105820"/>
                <a:gd name="connsiteX142" fmla="*/ 51849 w 486601"/>
                <a:gd name="connsiteY142" fmla="*/ 50794 h 105820"/>
                <a:gd name="connsiteX143" fmla="*/ 44648 w 486601"/>
                <a:gd name="connsiteY143" fmla="*/ 45703 h 105820"/>
                <a:gd name="connsiteX144" fmla="*/ 38086 w 486601"/>
                <a:gd name="connsiteY144" fmla="*/ 39310 h 105820"/>
                <a:gd name="connsiteX145" fmla="*/ 32930 w 486601"/>
                <a:gd name="connsiteY145" fmla="*/ 31641 h 105820"/>
                <a:gd name="connsiteX146" fmla="*/ 28529 w 486601"/>
                <a:gd name="connsiteY146" fmla="*/ 39961 h 105820"/>
                <a:gd name="connsiteX147" fmla="*/ 22266 w 486601"/>
                <a:gd name="connsiteY147" fmla="*/ 47109 h 105820"/>
                <a:gd name="connsiteX148" fmla="*/ 14935 w 486601"/>
                <a:gd name="connsiteY148" fmla="*/ 53021 h 105820"/>
                <a:gd name="connsiteX149" fmla="*/ 7149 w 486601"/>
                <a:gd name="connsiteY149" fmla="*/ 57539 h 105820"/>
                <a:gd name="connsiteX150" fmla="*/ 0 w 486601"/>
                <a:gd name="connsiteY150" fmla="*/ 51211 h 105820"/>
                <a:gd name="connsiteX151" fmla="*/ 10716 w 486601"/>
                <a:gd name="connsiteY151" fmla="*/ 45117 h 105820"/>
                <a:gd name="connsiteX152" fmla="*/ 19688 w 486601"/>
                <a:gd name="connsiteY152" fmla="*/ 36914 h 105820"/>
                <a:gd name="connsiteX153" fmla="*/ 25716 w 486601"/>
                <a:gd name="connsiteY153" fmla="*/ 26419 h 105820"/>
                <a:gd name="connsiteX154" fmla="*/ 28008 w 486601"/>
                <a:gd name="connsiteY154" fmla="*/ 13711 h 105820"/>
                <a:gd name="connsiteX155" fmla="*/ 334974 w 486601"/>
                <a:gd name="connsiteY155" fmla="*/ 2227 h 105820"/>
                <a:gd name="connsiteX156" fmla="*/ 349857 w 486601"/>
                <a:gd name="connsiteY156" fmla="*/ 4453 h 105820"/>
                <a:gd name="connsiteX157" fmla="*/ 361224 w 486601"/>
                <a:gd name="connsiteY157" fmla="*/ 10547 h 105820"/>
                <a:gd name="connsiteX158" fmla="*/ 368490 w 486601"/>
                <a:gd name="connsiteY158" fmla="*/ 19688 h 105820"/>
                <a:gd name="connsiteX159" fmla="*/ 371068 w 486601"/>
                <a:gd name="connsiteY159" fmla="*/ 31172 h 105820"/>
                <a:gd name="connsiteX160" fmla="*/ 368490 w 486601"/>
                <a:gd name="connsiteY160" fmla="*/ 43060 h 105820"/>
                <a:gd name="connsiteX161" fmla="*/ 361224 w 486601"/>
                <a:gd name="connsiteY161" fmla="*/ 52149 h 105820"/>
                <a:gd name="connsiteX162" fmla="*/ 349792 w 486601"/>
                <a:gd name="connsiteY162" fmla="*/ 58008 h 105820"/>
                <a:gd name="connsiteX163" fmla="*/ 334974 w 486601"/>
                <a:gd name="connsiteY163" fmla="*/ 60000 h 105820"/>
                <a:gd name="connsiteX164" fmla="*/ 319909 w 486601"/>
                <a:gd name="connsiteY164" fmla="*/ 58008 h 105820"/>
                <a:gd name="connsiteX165" fmla="*/ 308490 w 486601"/>
                <a:gd name="connsiteY165" fmla="*/ 52149 h 105820"/>
                <a:gd name="connsiteX166" fmla="*/ 301276 w 486601"/>
                <a:gd name="connsiteY166" fmla="*/ 43060 h 105820"/>
                <a:gd name="connsiteX167" fmla="*/ 298763 w 486601"/>
                <a:gd name="connsiteY167" fmla="*/ 31172 h 105820"/>
                <a:gd name="connsiteX168" fmla="*/ 301276 w 486601"/>
                <a:gd name="connsiteY168" fmla="*/ 19688 h 105820"/>
                <a:gd name="connsiteX169" fmla="*/ 308490 w 486601"/>
                <a:gd name="connsiteY169" fmla="*/ 10547 h 105820"/>
                <a:gd name="connsiteX170" fmla="*/ 319909 w 486601"/>
                <a:gd name="connsiteY170" fmla="*/ 4453 h 105820"/>
                <a:gd name="connsiteX171" fmla="*/ 334974 w 486601"/>
                <a:gd name="connsiteY171" fmla="*/ 2227 h 105820"/>
                <a:gd name="connsiteX172" fmla="*/ 275118 w 486601"/>
                <a:gd name="connsiteY172" fmla="*/ 0 h 105820"/>
                <a:gd name="connsiteX173" fmla="*/ 284258 w 486601"/>
                <a:gd name="connsiteY173" fmla="*/ 0 h 105820"/>
                <a:gd name="connsiteX174" fmla="*/ 284258 w 486601"/>
                <a:gd name="connsiteY174" fmla="*/ 62344 h 105820"/>
                <a:gd name="connsiteX175" fmla="*/ 275118 w 486601"/>
                <a:gd name="connsiteY175" fmla="*/ 62344 h 105820"/>
                <a:gd name="connsiteX176" fmla="*/ 275118 w 486601"/>
                <a:gd name="connsiteY176" fmla="*/ 31523 h 105820"/>
                <a:gd name="connsiteX177" fmla="*/ 253438 w 486601"/>
                <a:gd name="connsiteY177" fmla="*/ 31523 h 105820"/>
                <a:gd name="connsiteX178" fmla="*/ 253438 w 486601"/>
                <a:gd name="connsiteY178" fmla="*/ 23437 h 105820"/>
                <a:gd name="connsiteX179" fmla="*/ 275118 w 486601"/>
                <a:gd name="connsiteY179" fmla="*/ 23437 h 105820"/>
                <a:gd name="connsiteX180" fmla="*/ 78516 w 486601"/>
                <a:gd name="connsiteY180" fmla="*/ 0 h 105820"/>
                <a:gd name="connsiteX181" fmla="*/ 87656 w 486601"/>
                <a:gd name="connsiteY181" fmla="*/ 0 h 105820"/>
                <a:gd name="connsiteX182" fmla="*/ 87656 w 486601"/>
                <a:gd name="connsiteY182" fmla="*/ 62695 h 105820"/>
                <a:gd name="connsiteX183" fmla="*/ 78516 w 486601"/>
                <a:gd name="connsiteY183" fmla="*/ 62695 h 105820"/>
                <a:gd name="connsiteX184" fmla="*/ 78516 w 486601"/>
                <a:gd name="connsiteY184" fmla="*/ 27656 h 105820"/>
                <a:gd name="connsiteX185" fmla="*/ 55430 w 486601"/>
                <a:gd name="connsiteY185" fmla="*/ 27656 h 105820"/>
                <a:gd name="connsiteX186" fmla="*/ 55430 w 486601"/>
                <a:gd name="connsiteY186" fmla="*/ 19688 h 105820"/>
                <a:gd name="connsiteX187" fmla="*/ 78516 w 486601"/>
                <a:gd name="connsiteY187" fmla="*/ 19688 h 10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486601" h="105820">
                  <a:moveTo>
                    <a:pt x="287045" y="81797"/>
                  </a:moveTo>
                  <a:lnTo>
                    <a:pt x="382435" y="81797"/>
                  </a:lnTo>
                  <a:lnTo>
                    <a:pt x="382435" y="89766"/>
                  </a:lnTo>
                  <a:lnTo>
                    <a:pt x="287045" y="89766"/>
                  </a:lnTo>
                  <a:close/>
                  <a:moveTo>
                    <a:pt x="139427" y="71602"/>
                  </a:moveTo>
                  <a:cubicBezTo>
                    <a:pt x="131224" y="71602"/>
                    <a:pt x="124636" y="72748"/>
                    <a:pt x="119675" y="75052"/>
                  </a:cubicBezTo>
                  <a:cubicBezTo>
                    <a:pt x="114714" y="77357"/>
                    <a:pt x="112240" y="80625"/>
                    <a:pt x="112240" y="84844"/>
                  </a:cubicBezTo>
                  <a:cubicBezTo>
                    <a:pt x="112240" y="89297"/>
                    <a:pt x="114714" y="92669"/>
                    <a:pt x="119675" y="94974"/>
                  </a:cubicBezTo>
                  <a:cubicBezTo>
                    <a:pt x="124636" y="97279"/>
                    <a:pt x="131224" y="98438"/>
                    <a:pt x="139427" y="98438"/>
                  </a:cubicBezTo>
                  <a:cubicBezTo>
                    <a:pt x="147396" y="98438"/>
                    <a:pt x="153932" y="97279"/>
                    <a:pt x="159050" y="94974"/>
                  </a:cubicBezTo>
                  <a:cubicBezTo>
                    <a:pt x="164167" y="92669"/>
                    <a:pt x="166732" y="89297"/>
                    <a:pt x="166732" y="84844"/>
                  </a:cubicBezTo>
                  <a:cubicBezTo>
                    <a:pt x="166732" y="80625"/>
                    <a:pt x="164167" y="77357"/>
                    <a:pt x="159050" y="75052"/>
                  </a:cubicBezTo>
                  <a:cubicBezTo>
                    <a:pt x="153932" y="72748"/>
                    <a:pt x="147396" y="71602"/>
                    <a:pt x="139427" y="71602"/>
                  </a:cubicBezTo>
                  <a:close/>
                  <a:moveTo>
                    <a:pt x="53789" y="71367"/>
                  </a:moveTo>
                  <a:cubicBezTo>
                    <a:pt x="46133" y="71367"/>
                    <a:pt x="39883" y="72539"/>
                    <a:pt x="35039" y="74883"/>
                  </a:cubicBezTo>
                  <a:cubicBezTo>
                    <a:pt x="30195" y="77227"/>
                    <a:pt x="27774" y="80508"/>
                    <a:pt x="27774" y="84727"/>
                  </a:cubicBezTo>
                  <a:cubicBezTo>
                    <a:pt x="27774" y="88945"/>
                    <a:pt x="30195" y="92266"/>
                    <a:pt x="35039" y="94688"/>
                  </a:cubicBezTo>
                  <a:cubicBezTo>
                    <a:pt x="39883" y="97109"/>
                    <a:pt x="46133" y="98320"/>
                    <a:pt x="53789" y="98320"/>
                  </a:cubicBezTo>
                  <a:cubicBezTo>
                    <a:pt x="61367" y="98320"/>
                    <a:pt x="67617" y="97148"/>
                    <a:pt x="72539" y="94805"/>
                  </a:cubicBezTo>
                  <a:cubicBezTo>
                    <a:pt x="77461" y="92461"/>
                    <a:pt x="79922" y="89219"/>
                    <a:pt x="79922" y="85078"/>
                  </a:cubicBezTo>
                  <a:cubicBezTo>
                    <a:pt x="79922" y="80859"/>
                    <a:pt x="77461" y="77513"/>
                    <a:pt x="72539" y="75052"/>
                  </a:cubicBezTo>
                  <a:cubicBezTo>
                    <a:pt x="67617" y="72591"/>
                    <a:pt x="61367" y="71367"/>
                    <a:pt x="53789" y="71367"/>
                  </a:cubicBezTo>
                  <a:close/>
                  <a:moveTo>
                    <a:pt x="215234" y="67852"/>
                  </a:moveTo>
                  <a:lnTo>
                    <a:pt x="281680" y="67852"/>
                  </a:lnTo>
                  <a:cubicBezTo>
                    <a:pt x="282617" y="67852"/>
                    <a:pt x="283256" y="68021"/>
                    <a:pt x="283607" y="68372"/>
                  </a:cubicBezTo>
                  <a:cubicBezTo>
                    <a:pt x="283958" y="68724"/>
                    <a:pt x="284141" y="69375"/>
                    <a:pt x="284141" y="70312"/>
                  </a:cubicBezTo>
                  <a:lnTo>
                    <a:pt x="284141" y="104531"/>
                  </a:lnTo>
                  <a:lnTo>
                    <a:pt x="275000" y="104531"/>
                  </a:lnTo>
                  <a:lnTo>
                    <a:pt x="275000" y="75820"/>
                  </a:lnTo>
                  <a:lnTo>
                    <a:pt x="215234" y="75820"/>
                  </a:lnTo>
                  <a:close/>
                  <a:moveTo>
                    <a:pt x="139427" y="64102"/>
                  </a:moveTo>
                  <a:cubicBezTo>
                    <a:pt x="151380" y="64102"/>
                    <a:pt x="160599" y="66094"/>
                    <a:pt x="167083" y="70078"/>
                  </a:cubicBezTo>
                  <a:cubicBezTo>
                    <a:pt x="173568" y="74063"/>
                    <a:pt x="176810" y="79023"/>
                    <a:pt x="176810" y="84961"/>
                  </a:cubicBezTo>
                  <a:cubicBezTo>
                    <a:pt x="176810" y="90977"/>
                    <a:pt x="173581" y="95951"/>
                    <a:pt x="167136" y="99896"/>
                  </a:cubicBezTo>
                  <a:cubicBezTo>
                    <a:pt x="160690" y="103841"/>
                    <a:pt x="151458" y="105820"/>
                    <a:pt x="139427" y="105820"/>
                  </a:cubicBezTo>
                  <a:cubicBezTo>
                    <a:pt x="127396" y="105820"/>
                    <a:pt x="118138" y="103841"/>
                    <a:pt x="111654" y="99896"/>
                  </a:cubicBezTo>
                  <a:cubicBezTo>
                    <a:pt x="105169" y="95951"/>
                    <a:pt x="101927" y="90977"/>
                    <a:pt x="101927" y="84961"/>
                  </a:cubicBezTo>
                  <a:cubicBezTo>
                    <a:pt x="101927" y="79023"/>
                    <a:pt x="105169" y="74063"/>
                    <a:pt x="111654" y="70078"/>
                  </a:cubicBezTo>
                  <a:cubicBezTo>
                    <a:pt x="118138" y="66094"/>
                    <a:pt x="127396" y="64102"/>
                    <a:pt x="139427" y="64102"/>
                  </a:cubicBezTo>
                  <a:close/>
                  <a:moveTo>
                    <a:pt x="53789" y="63867"/>
                  </a:moveTo>
                  <a:cubicBezTo>
                    <a:pt x="64805" y="63867"/>
                    <a:pt x="73529" y="65794"/>
                    <a:pt x="79974" y="69661"/>
                  </a:cubicBezTo>
                  <a:cubicBezTo>
                    <a:pt x="86419" y="73529"/>
                    <a:pt x="89649" y="78633"/>
                    <a:pt x="89649" y="84961"/>
                  </a:cubicBezTo>
                  <a:cubicBezTo>
                    <a:pt x="89649" y="91367"/>
                    <a:pt x="86419" y="96419"/>
                    <a:pt x="79974" y="100130"/>
                  </a:cubicBezTo>
                  <a:cubicBezTo>
                    <a:pt x="73529" y="103841"/>
                    <a:pt x="64805" y="105703"/>
                    <a:pt x="53789" y="105703"/>
                  </a:cubicBezTo>
                  <a:cubicBezTo>
                    <a:pt x="42695" y="105703"/>
                    <a:pt x="33958" y="103828"/>
                    <a:pt x="27591" y="100078"/>
                  </a:cubicBezTo>
                  <a:cubicBezTo>
                    <a:pt x="21224" y="96328"/>
                    <a:pt x="18047" y="91250"/>
                    <a:pt x="18047" y="84844"/>
                  </a:cubicBezTo>
                  <a:cubicBezTo>
                    <a:pt x="18047" y="78516"/>
                    <a:pt x="21250" y="73438"/>
                    <a:pt x="27656" y="69609"/>
                  </a:cubicBezTo>
                  <a:cubicBezTo>
                    <a:pt x="34063" y="65781"/>
                    <a:pt x="42774" y="63867"/>
                    <a:pt x="53789" y="63867"/>
                  </a:cubicBezTo>
                  <a:close/>
                  <a:moveTo>
                    <a:pt x="129818" y="24609"/>
                  </a:moveTo>
                  <a:lnTo>
                    <a:pt x="139193" y="24609"/>
                  </a:lnTo>
                  <a:lnTo>
                    <a:pt x="139193" y="46523"/>
                  </a:lnTo>
                  <a:lnTo>
                    <a:pt x="187005" y="46523"/>
                  </a:lnTo>
                  <a:lnTo>
                    <a:pt x="187005" y="54609"/>
                  </a:lnTo>
                  <a:lnTo>
                    <a:pt x="91849" y="54609"/>
                  </a:lnTo>
                  <a:lnTo>
                    <a:pt x="91849" y="46523"/>
                  </a:lnTo>
                  <a:lnTo>
                    <a:pt x="129818" y="46523"/>
                  </a:lnTo>
                  <a:close/>
                  <a:moveTo>
                    <a:pt x="334974" y="10078"/>
                  </a:moveTo>
                  <a:cubicBezTo>
                    <a:pt x="327084" y="10078"/>
                    <a:pt x="320690" y="11927"/>
                    <a:pt x="315808" y="15638"/>
                  </a:cubicBezTo>
                  <a:cubicBezTo>
                    <a:pt x="310925" y="19349"/>
                    <a:pt x="308490" y="24531"/>
                    <a:pt x="308490" y="31172"/>
                  </a:cubicBezTo>
                  <a:cubicBezTo>
                    <a:pt x="308490" y="37656"/>
                    <a:pt x="310964" y="42774"/>
                    <a:pt x="315925" y="46523"/>
                  </a:cubicBezTo>
                  <a:cubicBezTo>
                    <a:pt x="320886" y="50273"/>
                    <a:pt x="327240" y="52149"/>
                    <a:pt x="334974" y="52149"/>
                  </a:cubicBezTo>
                  <a:cubicBezTo>
                    <a:pt x="338724" y="52149"/>
                    <a:pt x="342201" y="51654"/>
                    <a:pt x="345404" y="50677"/>
                  </a:cubicBezTo>
                  <a:cubicBezTo>
                    <a:pt x="348607" y="49701"/>
                    <a:pt x="351381" y="48320"/>
                    <a:pt x="353724" y="46523"/>
                  </a:cubicBezTo>
                  <a:cubicBezTo>
                    <a:pt x="356068" y="44727"/>
                    <a:pt x="357917" y="42539"/>
                    <a:pt x="359284" y="39961"/>
                  </a:cubicBezTo>
                  <a:cubicBezTo>
                    <a:pt x="360651" y="37383"/>
                    <a:pt x="361341" y="34453"/>
                    <a:pt x="361341" y="31172"/>
                  </a:cubicBezTo>
                  <a:cubicBezTo>
                    <a:pt x="361341" y="24531"/>
                    <a:pt x="358881" y="19349"/>
                    <a:pt x="353959" y="15638"/>
                  </a:cubicBezTo>
                  <a:cubicBezTo>
                    <a:pt x="349037" y="11927"/>
                    <a:pt x="342709" y="10078"/>
                    <a:pt x="334974" y="10078"/>
                  </a:cubicBezTo>
                  <a:close/>
                  <a:moveTo>
                    <a:pt x="403985" y="4922"/>
                  </a:moveTo>
                  <a:lnTo>
                    <a:pt x="470196" y="4922"/>
                  </a:lnTo>
                  <a:cubicBezTo>
                    <a:pt x="471133" y="4922"/>
                    <a:pt x="471771" y="5091"/>
                    <a:pt x="472123" y="5443"/>
                  </a:cubicBezTo>
                  <a:cubicBezTo>
                    <a:pt x="472474" y="5794"/>
                    <a:pt x="472657" y="6445"/>
                    <a:pt x="472657" y="7383"/>
                  </a:cubicBezTo>
                  <a:lnTo>
                    <a:pt x="472657" y="35391"/>
                  </a:lnTo>
                  <a:cubicBezTo>
                    <a:pt x="472657" y="36328"/>
                    <a:pt x="472474" y="36966"/>
                    <a:pt x="472123" y="37318"/>
                  </a:cubicBezTo>
                  <a:cubicBezTo>
                    <a:pt x="471771" y="37669"/>
                    <a:pt x="471133" y="37852"/>
                    <a:pt x="470196" y="37852"/>
                  </a:cubicBezTo>
                  <a:lnTo>
                    <a:pt x="413242" y="37852"/>
                  </a:lnTo>
                  <a:lnTo>
                    <a:pt x="413242" y="55898"/>
                  </a:lnTo>
                  <a:lnTo>
                    <a:pt x="475938" y="55898"/>
                  </a:lnTo>
                  <a:lnTo>
                    <a:pt x="475938" y="63633"/>
                  </a:lnTo>
                  <a:lnTo>
                    <a:pt x="443477" y="63633"/>
                  </a:lnTo>
                  <a:lnTo>
                    <a:pt x="443477" y="82969"/>
                  </a:lnTo>
                  <a:lnTo>
                    <a:pt x="486602" y="82969"/>
                  </a:lnTo>
                  <a:lnTo>
                    <a:pt x="486602" y="90937"/>
                  </a:lnTo>
                  <a:lnTo>
                    <a:pt x="391211" y="90937"/>
                  </a:lnTo>
                  <a:lnTo>
                    <a:pt x="391211" y="82969"/>
                  </a:lnTo>
                  <a:lnTo>
                    <a:pt x="433985" y="82969"/>
                  </a:lnTo>
                  <a:lnTo>
                    <a:pt x="433985" y="63633"/>
                  </a:lnTo>
                  <a:lnTo>
                    <a:pt x="406680" y="63633"/>
                  </a:lnTo>
                  <a:cubicBezTo>
                    <a:pt x="405743" y="63633"/>
                    <a:pt x="405091" y="63451"/>
                    <a:pt x="404740" y="63099"/>
                  </a:cubicBezTo>
                  <a:cubicBezTo>
                    <a:pt x="404388" y="62747"/>
                    <a:pt x="404219" y="62109"/>
                    <a:pt x="404219" y="61172"/>
                  </a:cubicBezTo>
                  <a:lnTo>
                    <a:pt x="404219" y="32578"/>
                  </a:lnTo>
                  <a:cubicBezTo>
                    <a:pt x="404219" y="31641"/>
                    <a:pt x="404388" y="30990"/>
                    <a:pt x="404740" y="30638"/>
                  </a:cubicBezTo>
                  <a:cubicBezTo>
                    <a:pt x="405091" y="30286"/>
                    <a:pt x="405743" y="30117"/>
                    <a:pt x="406680" y="30117"/>
                  </a:cubicBezTo>
                  <a:lnTo>
                    <a:pt x="463516" y="30117"/>
                  </a:lnTo>
                  <a:lnTo>
                    <a:pt x="463516" y="12656"/>
                  </a:lnTo>
                  <a:lnTo>
                    <a:pt x="403985" y="12656"/>
                  </a:lnTo>
                  <a:close/>
                  <a:moveTo>
                    <a:pt x="203984" y="4805"/>
                  </a:moveTo>
                  <a:lnTo>
                    <a:pt x="254610" y="4805"/>
                  </a:lnTo>
                  <a:lnTo>
                    <a:pt x="254610" y="12656"/>
                  </a:lnTo>
                  <a:lnTo>
                    <a:pt x="234219" y="12656"/>
                  </a:lnTo>
                  <a:lnTo>
                    <a:pt x="234219" y="17461"/>
                  </a:lnTo>
                  <a:cubicBezTo>
                    <a:pt x="234219" y="21445"/>
                    <a:pt x="234883" y="25091"/>
                    <a:pt x="236211" y="28411"/>
                  </a:cubicBezTo>
                  <a:cubicBezTo>
                    <a:pt x="237539" y="31732"/>
                    <a:pt x="239258" y="34688"/>
                    <a:pt x="241367" y="37266"/>
                  </a:cubicBezTo>
                  <a:cubicBezTo>
                    <a:pt x="243945" y="40391"/>
                    <a:pt x="246953" y="43060"/>
                    <a:pt x="250391" y="45286"/>
                  </a:cubicBezTo>
                  <a:cubicBezTo>
                    <a:pt x="253828" y="47513"/>
                    <a:pt x="257383" y="49219"/>
                    <a:pt x="261055" y="50391"/>
                  </a:cubicBezTo>
                  <a:cubicBezTo>
                    <a:pt x="259961" y="51406"/>
                    <a:pt x="258828" y="52552"/>
                    <a:pt x="257657" y="53841"/>
                  </a:cubicBezTo>
                  <a:cubicBezTo>
                    <a:pt x="256485" y="55130"/>
                    <a:pt x="255586" y="56250"/>
                    <a:pt x="254961" y="57188"/>
                  </a:cubicBezTo>
                  <a:cubicBezTo>
                    <a:pt x="252852" y="56250"/>
                    <a:pt x="250547" y="55013"/>
                    <a:pt x="248047" y="53490"/>
                  </a:cubicBezTo>
                  <a:cubicBezTo>
                    <a:pt x="245547" y="51966"/>
                    <a:pt x="243125" y="50234"/>
                    <a:pt x="240781" y="48281"/>
                  </a:cubicBezTo>
                  <a:cubicBezTo>
                    <a:pt x="238594" y="46563"/>
                    <a:pt x="236524" y="44583"/>
                    <a:pt x="234570" y="42357"/>
                  </a:cubicBezTo>
                  <a:cubicBezTo>
                    <a:pt x="232617" y="40130"/>
                    <a:pt x="230938" y="37617"/>
                    <a:pt x="229531" y="34805"/>
                  </a:cubicBezTo>
                  <a:cubicBezTo>
                    <a:pt x="228438" y="37617"/>
                    <a:pt x="227045" y="40208"/>
                    <a:pt x="225365" y="42591"/>
                  </a:cubicBezTo>
                  <a:cubicBezTo>
                    <a:pt x="223685" y="44974"/>
                    <a:pt x="221875" y="47187"/>
                    <a:pt x="219922" y="49219"/>
                  </a:cubicBezTo>
                  <a:cubicBezTo>
                    <a:pt x="217500" y="51484"/>
                    <a:pt x="214896" y="53555"/>
                    <a:pt x="212123" y="55430"/>
                  </a:cubicBezTo>
                  <a:cubicBezTo>
                    <a:pt x="209349" y="57305"/>
                    <a:pt x="206602" y="58945"/>
                    <a:pt x="203867" y="60352"/>
                  </a:cubicBezTo>
                  <a:cubicBezTo>
                    <a:pt x="203477" y="59961"/>
                    <a:pt x="202969" y="59492"/>
                    <a:pt x="202344" y="58945"/>
                  </a:cubicBezTo>
                  <a:cubicBezTo>
                    <a:pt x="201719" y="58398"/>
                    <a:pt x="201094" y="57851"/>
                    <a:pt x="200469" y="57305"/>
                  </a:cubicBezTo>
                  <a:cubicBezTo>
                    <a:pt x="199766" y="56758"/>
                    <a:pt x="199076" y="56211"/>
                    <a:pt x="198412" y="55664"/>
                  </a:cubicBezTo>
                  <a:cubicBezTo>
                    <a:pt x="197748" y="55117"/>
                    <a:pt x="197149" y="54609"/>
                    <a:pt x="196602" y="54141"/>
                  </a:cubicBezTo>
                  <a:cubicBezTo>
                    <a:pt x="200664" y="52344"/>
                    <a:pt x="204571" y="50117"/>
                    <a:pt x="208321" y="47461"/>
                  </a:cubicBezTo>
                  <a:cubicBezTo>
                    <a:pt x="212070" y="44805"/>
                    <a:pt x="215313" y="41680"/>
                    <a:pt x="218047" y="38086"/>
                  </a:cubicBezTo>
                  <a:cubicBezTo>
                    <a:pt x="220078" y="35273"/>
                    <a:pt x="221693" y="32122"/>
                    <a:pt x="222904" y="28646"/>
                  </a:cubicBezTo>
                  <a:cubicBezTo>
                    <a:pt x="224115" y="25169"/>
                    <a:pt x="224727" y="21328"/>
                    <a:pt x="224727" y="17109"/>
                  </a:cubicBezTo>
                  <a:lnTo>
                    <a:pt x="224727" y="12656"/>
                  </a:lnTo>
                  <a:lnTo>
                    <a:pt x="203984" y="12656"/>
                  </a:lnTo>
                  <a:close/>
                  <a:moveTo>
                    <a:pt x="102865" y="3047"/>
                  </a:moveTo>
                  <a:lnTo>
                    <a:pt x="173646" y="3047"/>
                  </a:lnTo>
                  <a:cubicBezTo>
                    <a:pt x="174583" y="3047"/>
                    <a:pt x="175221" y="3216"/>
                    <a:pt x="175573" y="3568"/>
                  </a:cubicBezTo>
                  <a:cubicBezTo>
                    <a:pt x="175925" y="3919"/>
                    <a:pt x="176107" y="4570"/>
                    <a:pt x="176107" y="5508"/>
                  </a:cubicBezTo>
                  <a:cubicBezTo>
                    <a:pt x="175873" y="12305"/>
                    <a:pt x="175365" y="18372"/>
                    <a:pt x="174583" y="23724"/>
                  </a:cubicBezTo>
                  <a:cubicBezTo>
                    <a:pt x="173802" y="29076"/>
                    <a:pt x="172982" y="34062"/>
                    <a:pt x="172123" y="38672"/>
                  </a:cubicBezTo>
                  <a:lnTo>
                    <a:pt x="163216" y="38672"/>
                  </a:lnTo>
                  <a:cubicBezTo>
                    <a:pt x="164154" y="33984"/>
                    <a:pt x="164896" y="29453"/>
                    <a:pt x="165443" y="25078"/>
                  </a:cubicBezTo>
                  <a:cubicBezTo>
                    <a:pt x="165990" y="20703"/>
                    <a:pt x="166380" y="16016"/>
                    <a:pt x="166615" y="11016"/>
                  </a:cubicBezTo>
                  <a:lnTo>
                    <a:pt x="102865" y="11016"/>
                  </a:lnTo>
                  <a:close/>
                  <a:moveTo>
                    <a:pt x="28008" y="2578"/>
                  </a:moveTo>
                  <a:lnTo>
                    <a:pt x="37735" y="2578"/>
                  </a:lnTo>
                  <a:lnTo>
                    <a:pt x="37735" y="12656"/>
                  </a:lnTo>
                  <a:cubicBezTo>
                    <a:pt x="37735" y="17109"/>
                    <a:pt x="38477" y="21185"/>
                    <a:pt x="39961" y="24896"/>
                  </a:cubicBezTo>
                  <a:cubicBezTo>
                    <a:pt x="41445" y="28607"/>
                    <a:pt x="43438" y="31953"/>
                    <a:pt x="45938" y="34922"/>
                  </a:cubicBezTo>
                  <a:cubicBezTo>
                    <a:pt x="48438" y="37813"/>
                    <a:pt x="51328" y="40312"/>
                    <a:pt x="54609" y="42422"/>
                  </a:cubicBezTo>
                  <a:cubicBezTo>
                    <a:pt x="57891" y="44531"/>
                    <a:pt x="61328" y="46172"/>
                    <a:pt x="64922" y="47344"/>
                  </a:cubicBezTo>
                  <a:lnTo>
                    <a:pt x="58945" y="54609"/>
                  </a:lnTo>
                  <a:cubicBezTo>
                    <a:pt x="56680" y="53594"/>
                    <a:pt x="54310" y="52318"/>
                    <a:pt x="51849" y="50794"/>
                  </a:cubicBezTo>
                  <a:cubicBezTo>
                    <a:pt x="49388" y="49271"/>
                    <a:pt x="46992" y="47578"/>
                    <a:pt x="44648" y="45703"/>
                  </a:cubicBezTo>
                  <a:cubicBezTo>
                    <a:pt x="42305" y="43750"/>
                    <a:pt x="40117" y="41615"/>
                    <a:pt x="38086" y="39310"/>
                  </a:cubicBezTo>
                  <a:cubicBezTo>
                    <a:pt x="36055" y="37005"/>
                    <a:pt x="34336" y="34453"/>
                    <a:pt x="32930" y="31641"/>
                  </a:cubicBezTo>
                  <a:cubicBezTo>
                    <a:pt x="31836" y="34609"/>
                    <a:pt x="30365" y="37383"/>
                    <a:pt x="28529" y="39961"/>
                  </a:cubicBezTo>
                  <a:cubicBezTo>
                    <a:pt x="26693" y="42539"/>
                    <a:pt x="24609" y="44922"/>
                    <a:pt x="22266" y="47109"/>
                  </a:cubicBezTo>
                  <a:cubicBezTo>
                    <a:pt x="20000" y="49297"/>
                    <a:pt x="17552" y="51263"/>
                    <a:pt x="14935" y="53021"/>
                  </a:cubicBezTo>
                  <a:cubicBezTo>
                    <a:pt x="12318" y="54779"/>
                    <a:pt x="9727" y="56289"/>
                    <a:pt x="7149" y="57539"/>
                  </a:cubicBezTo>
                  <a:lnTo>
                    <a:pt x="0" y="51211"/>
                  </a:lnTo>
                  <a:cubicBezTo>
                    <a:pt x="3750" y="49570"/>
                    <a:pt x="7318" y="47539"/>
                    <a:pt x="10716" y="45117"/>
                  </a:cubicBezTo>
                  <a:cubicBezTo>
                    <a:pt x="14115" y="42695"/>
                    <a:pt x="17110" y="39961"/>
                    <a:pt x="19688" y="36914"/>
                  </a:cubicBezTo>
                  <a:cubicBezTo>
                    <a:pt x="22188" y="33789"/>
                    <a:pt x="24193" y="30286"/>
                    <a:pt x="25716" y="26419"/>
                  </a:cubicBezTo>
                  <a:cubicBezTo>
                    <a:pt x="27240" y="22552"/>
                    <a:pt x="28008" y="18320"/>
                    <a:pt x="28008" y="13711"/>
                  </a:cubicBezTo>
                  <a:close/>
                  <a:moveTo>
                    <a:pt x="334974" y="2227"/>
                  </a:moveTo>
                  <a:cubicBezTo>
                    <a:pt x="340443" y="2227"/>
                    <a:pt x="345404" y="2969"/>
                    <a:pt x="349857" y="4453"/>
                  </a:cubicBezTo>
                  <a:cubicBezTo>
                    <a:pt x="354310" y="5938"/>
                    <a:pt x="358099" y="7969"/>
                    <a:pt x="361224" y="10547"/>
                  </a:cubicBezTo>
                  <a:cubicBezTo>
                    <a:pt x="364349" y="13125"/>
                    <a:pt x="366771" y="16172"/>
                    <a:pt x="368490" y="19688"/>
                  </a:cubicBezTo>
                  <a:cubicBezTo>
                    <a:pt x="370209" y="23203"/>
                    <a:pt x="371068" y="27031"/>
                    <a:pt x="371068" y="31172"/>
                  </a:cubicBezTo>
                  <a:cubicBezTo>
                    <a:pt x="371068" y="35547"/>
                    <a:pt x="370209" y="39505"/>
                    <a:pt x="368490" y="43060"/>
                  </a:cubicBezTo>
                  <a:cubicBezTo>
                    <a:pt x="366771" y="46615"/>
                    <a:pt x="364349" y="49649"/>
                    <a:pt x="361224" y="52149"/>
                  </a:cubicBezTo>
                  <a:cubicBezTo>
                    <a:pt x="358021" y="54727"/>
                    <a:pt x="354206" y="56680"/>
                    <a:pt x="349792" y="58008"/>
                  </a:cubicBezTo>
                  <a:cubicBezTo>
                    <a:pt x="345378" y="59336"/>
                    <a:pt x="340443" y="60000"/>
                    <a:pt x="334974" y="60000"/>
                  </a:cubicBezTo>
                  <a:cubicBezTo>
                    <a:pt x="329427" y="60000"/>
                    <a:pt x="324401" y="59336"/>
                    <a:pt x="319909" y="58008"/>
                  </a:cubicBezTo>
                  <a:cubicBezTo>
                    <a:pt x="315417" y="56680"/>
                    <a:pt x="311615" y="54727"/>
                    <a:pt x="308490" y="52149"/>
                  </a:cubicBezTo>
                  <a:cubicBezTo>
                    <a:pt x="305365" y="49649"/>
                    <a:pt x="302956" y="46615"/>
                    <a:pt x="301276" y="43060"/>
                  </a:cubicBezTo>
                  <a:cubicBezTo>
                    <a:pt x="299597" y="39505"/>
                    <a:pt x="298763" y="35547"/>
                    <a:pt x="298763" y="31172"/>
                  </a:cubicBezTo>
                  <a:cubicBezTo>
                    <a:pt x="298763" y="27031"/>
                    <a:pt x="299597" y="23203"/>
                    <a:pt x="301276" y="19688"/>
                  </a:cubicBezTo>
                  <a:cubicBezTo>
                    <a:pt x="302956" y="16172"/>
                    <a:pt x="305365" y="13125"/>
                    <a:pt x="308490" y="10547"/>
                  </a:cubicBezTo>
                  <a:cubicBezTo>
                    <a:pt x="311615" y="7969"/>
                    <a:pt x="315417" y="5938"/>
                    <a:pt x="319909" y="4453"/>
                  </a:cubicBezTo>
                  <a:cubicBezTo>
                    <a:pt x="324401" y="2969"/>
                    <a:pt x="329427" y="2227"/>
                    <a:pt x="334974" y="2227"/>
                  </a:cubicBezTo>
                  <a:close/>
                  <a:moveTo>
                    <a:pt x="275118" y="0"/>
                  </a:moveTo>
                  <a:lnTo>
                    <a:pt x="284258" y="0"/>
                  </a:lnTo>
                  <a:lnTo>
                    <a:pt x="284258" y="62344"/>
                  </a:lnTo>
                  <a:lnTo>
                    <a:pt x="275118" y="62344"/>
                  </a:lnTo>
                  <a:lnTo>
                    <a:pt x="275118" y="31523"/>
                  </a:lnTo>
                  <a:lnTo>
                    <a:pt x="253438" y="31523"/>
                  </a:lnTo>
                  <a:lnTo>
                    <a:pt x="253438" y="23437"/>
                  </a:lnTo>
                  <a:lnTo>
                    <a:pt x="275118" y="23437"/>
                  </a:lnTo>
                  <a:close/>
                  <a:moveTo>
                    <a:pt x="78516" y="0"/>
                  </a:moveTo>
                  <a:lnTo>
                    <a:pt x="87656" y="0"/>
                  </a:lnTo>
                  <a:lnTo>
                    <a:pt x="87656" y="62695"/>
                  </a:lnTo>
                  <a:lnTo>
                    <a:pt x="78516" y="62695"/>
                  </a:lnTo>
                  <a:lnTo>
                    <a:pt x="78516" y="27656"/>
                  </a:lnTo>
                  <a:lnTo>
                    <a:pt x="55430" y="27656"/>
                  </a:lnTo>
                  <a:lnTo>
                    <a:pt x="55430" y="19688"/>
                  </a:lnTo>
                  <a:lnTo>
                    <a:pt x="78516" y="19688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0D4AF033-8B52-46A7-805E-33D1DB6A9CD1}"/>
                </a:ext>
              </a:extLst>
            </p:cNvPr>
            <p:cNvSpPr txBox="1"/>
            <p:nvPr/>
          </p:nvSpPr>
          <p:spPr>
            <a:xfrm>
              <a:off x="2626141" y="1854211"/>
              <a:ext cx="7037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성공적으로</a:t>
              </a:r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E47A5AEB-D680-4C96-89F9-8F09B71EB5D8}"/>
                </a:ext>
              </a:extLst>
            </p:cNvPr>
            <p:cNvSpPr/>
            <p:nvPr/>
          </p:nvSpPr>
          <p:spPr>
            <a:xfrm>
              <a:off x="3230276" y="1924528"/>
              <a:ext cx="485898" cy="106054"/>
            </a:xfrm>
            <a:custGeom>
              <a:avLst/>
              <a:gdLst>
                <a:gd name="connsiteX0" fmla="*/ 145052 w 485898"/>
                <a:gd name="connsiteY0" fmla="*/ 74180 h 106054"/>
                <a:gd name="connsiteX1" fmla="*/ 125599 w 485898"/>
                <a:gd name="connsiteY1" fmla="*/ 77344 h 106054"/>
                <a:gd name="connsiteX2" fmla="*/ 118216 w 485898"/>
                <a:gd name="connsiteY2" fmla="*/ 86367 h 106054"/>
                <a:gd name="connsiteX3" fmla="*/ 125599 w 485898"/>
                <a:gd name="connsiteY3" fmla="*/ 95443 h 106054"/>
                <a:gd name="connsiteX4" fmla="*/ 145052 w 485898"/>
                <a:gd name="connsiteY4" fmla="*/ 98789 h 106054"/>
                <a:gd name="connsiteX5" fmla="*/ 164102 w 485898"/>
                <a:gd name="connsiteY5" fmla="*/ 95443 h 106054"/>
                <a:gd name="connsiteX6" fmla="*/ 171419 w 485898"/>
                <a:gd name="connsiteY6" fmla="*/ 86484 h 106054"/>
                <a:gd name="connsiteX7" fmla="*/ 164102 w 485898"/>
                <a:gd name="connsiteY7" fmla="*/ 77344 h 106054"/>
                <a:gd name="connsiteX8" fmla="*/ 145052 w 485898"/>
                <a:gd name="connsiteY8" fmla="*/ 74180 h 106054"/>
                <a:gd name="connsiteX9" fmla="*/ 145052 w 485898"/>
                <a:gd name="connsiteY9" fmla="*/ 66797 h 106054"/>
                <a:gd name="connsiteX10" fmla="*/ 172123 w 485898"/>
                <a:gd name="connsiteY10" fmla="*/ 72357 h 106054"/>
                <a:gd name="connsiteX11" fmla="*/ 181263 w 485898"/>
                <a:gd name="connsiteY11" fmla="*/ 86367 h 106054"/>
                <a:gd name="connsiteX12" fmla="*/ 172123 w 485898"/>
                <a:gd name="connsiteY12" fmla="*/ 100482 h 106054"/>
                <a:gd name="connsiteX13" fmla="*/ 145052 w 485898"/>
                <a:gd name="connsiteY13" fmla="*/ 106055 h 106054"/>
                <a:gd name="connsiteX14" fmla="*/ 117461 w 485898"/>
                <a:gd name="connsiteY14" fmla="*/ 100482 h 106054"/>
                <a:gd name="connsiteX15" fmla="*/ 108255 w 485898"/>
                <a:gd name="connsiteY15" fmla="*/ 86367 h 106054"/>
                <a:gd name="connsiteX16" fmla="*/ 117578 w 485898"/>
                <a:gd name="connsiteY16" fmla="*/ 72357 h 106054"/>
                <a:gd name="connsiteX17" fmla="*/ 145052 w 485898"/>
                <a:gd name="connsiteY17" fmla="*/ 66797 h 106054"/>
                <a:gd name="connsiteX18" fmla="*/ 316693 w 485898"/>
                <a:gd name="connsiteY18" fmla="*/ 64688 h 106054"/>
                <a:gd name="connsiteX19" fmla="*/ 325716 w 485898"/>
                <a:gd name="connsiteY19" fmla="*/ 64688 h 106054"/>
                <a:gd name="connsiteX20" fmla="*/ 325716 w 485898"/>
                <a:gd name="connsiteY20" fmla="*/ 69023 h 106054"/>
                <a:gd name="connsiteX21" fmla="*/ 329531 w 485898"/>
                <a:gd name="connsiteY21" fmla="*/ 82201 h 106054"/>
                <a:gd name="connsiteX22" fmla="*/ 339310 w 485898"/>
                <a:gd name="connsiteY22" fmla="*/ 93399 h 106054"/>
                <a:gd name="connsiteX23" fmla="*/ 348633 w 485898"/>
                <a:gd name="connsiteY23" fmla="*/ 82266 h 106054"/>
                <a:gd name="connsiteX24" fmla="*/ 352670 w 485898"/>
                <a:gd name="connsiteY24" fmla="*/ 68437 h 106054"/>
                <a:gd name="connsiteX25" fmla="*/ 352670 w 485898"/>
                <a:gd name="connsiteY25" fmla="*/ 64688 h 106054"/>
                <a:gd name="connsiteX26" fmla="*/ 361693 w 485898"/>
                <a:gd name="connsiteY26" fmla="*/ 64688 h 106054"/>
                <a:gd name="connsiteX27" fmla="*/ 361693 w 485898"/>
                <a:gd name="connsiteY27" fmla="*/ 68789 h 106054"/>
                <a:gd name="connsiteX28" fmla="*/ 363568 w 485898"/>
                <a:gd name="connsiteY28" fmla="*/ 77813 h 106054"/>
                <a:gd name="connsiteX29" fmla="*/ 368490 w 485898"/>
                <a:gd name="connsiteY29" fmla="*/ 86133 h 106054"/>
                <a:gd name="connsiteX30" fmla="*/ 375586 w 485898"/>
                <a:gd name="connsiteY30" fmla="*/ 93281 h 106054"/>
                <a:gd name="connsiteX31" fmla="*/ 383841 w 485898"/>
                <a:gd name="connsiteY31" fmla="*/ 98438 h 106054"/>
                <a:gd name="connsiteX32" fmla="*/ 376810 w 485898"/>
                <a:gd name="connsiteY32" fmla="*/ 104649 h 106054"/>
                <a:gd name="connsiteX33" fmla="*/ 365625 w 485898"/>
                <a:gd name="connsiteY33" fmla="*/ 95508 h 106054"/>
                <a:gd name="connsiteX34" fmla="*/ 357240 w 485898"/>
                <a:gd name="connsiteY34" fmla="*/ 84024 h 106054"/>
                <a:gd name="connsiteX35" fmla="*/ 349623 w 485898"/>
                <a:gd name="connsiteY35" fmla="*/ 94974 h 106054"/>
                <a:gd name="connsiteX36" fmla="*/ 339193 w 485898"/>
                <a:gd name="connsiteY36" fmla="*/ 104180 h 106054"/>
                <a:gd name="connsiteX37" fmla="*/ 328763 w 485898"/>
                <a:gd name="connsiteY37" fmla="*/ 94857 h 106054"/>
                <a:gd name="connsiteX38" fmla="*/ 321146 w 485898"/>
                <a:gd name="connsiteY38" fmla="*/ 83789 h 106054"/>
                <a:gd name="connsiteX39" fmla="*/ 313008 w 485898"/>
                <a:gd name="connsiteY39" fmla="*/ 95391 h 106054"/>
                <a:gd name="connsiteX40" fmla="*/ 301810 w 485898"/>
                <a:gd name="connsiteY40" fmla="*/ 104649 h 106054"/>
                <a:gd name="connsiteX41" fmla="*/ 294896 w 485898"/>
                <a:gd name="connsiteY41" fmla="*/ 98438 h 106054"/>
                <a:gd name="connsiteX42" fmla="*/ 302930 w 485898"/>
                <a:gd name="connsiteY42" fmla="*/ 93333 h 106054"/>
                <a:gd name="connsiteX43" fmla="*/ 309896 w 485898"/>
                <a:gd name="connsiteY43" fmla="*/ 86133 h 106054"/>
                <a:gd name="connsiteX44" fmla="*/ 314818 w 485898"/>
                <a:gd name="connsiteY44" fmla="*/ 77813 h 106054"/>
                <a:gd name="connsiteX45" fmla="*/ 316693 w 485898"/>
                <a:gd name="connsiteY45" fmla="*/ 68906 h 106054"/>
                <a:gd name="connsiteX46" fmla="*/ 0 w 485898"/>
                <a:gd name="connsiteY46" fmla="*/ 57422 h 106054"/>
                <a:gd name="connsiteX47" fmla="*/ 95039 w 485898"/>
                <a:gd name="connsiteY47" fmla="*/ 57422 h 106054"/>
                <a:gd name="connsiteX48" fmla="*/ 95039 w 485898"/>
                <a:gd name="connsiteY48" fmla="*/ 65391 h 106054"/>
                <a:gd name="connsiteX49" fmla="*/ 52617 w 485898"/>
                <a:gd name="connsiteY49" fmla="*/ 65391 h 106054"/>
                <a:gd name="connsiteX50" fmla="*/ 52617 w 485898"/>
                <a:gd name="connsiteY50" fmla="*/ 104063 h 106054"/>
                <a:gd name="connsiteX51" fmla="*/ 43125 w 485898"/>
                <a:gd name="connsiteY51" fmla="*/ 104063 h 106054"/>
                <a:gd name="connsiteX52" fmla="*/ 43125 w 485898"/>
                <a:gd name="connsiteY52" fmla="*/ 65391 h 106054"/>
                <a:gd name="connsiteX53" fmla="*/ 0 w 485898"/>
                <a:gd name="connsiteY53" fmla="*/ 65391 h 106054"/>
                <a:gd name="connsiteX54" fmla="*/ 228242 w 485898"/>
                <a:gd name="connsiteY54" fmla="*/ 43008 h 106054"/>
                <a:gd name="connsiteX55" fmla="*/ 216237 w 485898"/>
                <a:gd name="connsiteY55" fmla="*/ 47695 h 106054"/>
                <a:gd name="connsiteX56" fmla="*/ 211953 w 485898"/>
                <a:gd name="connsiteY56" fmla="*/ 59883 h 106054"/>
                <a:gd name="connsiteX57" fmla="*/ 216237 w 485898"/>
                <a:gd name="connsiteY57" fmla="*/ 72070 h 106054"/>
                <a:gd name="connsiteX58" fmla="*/ 228242 w 485898"/>
                <a:gd name="connsiteY58" fmla="*/ 76875 h 106054"/>
                <a:gd name="connsiteX59" fmla="*/ 240196 w 485898"/>
                <a:gd name="connsiteY59" fmla="*/ 72070 h 106054"/>
                <a:gd name="connsiteX60" fmla="*/ 244531 w 485898"/>
                <a:gd name="connsiteY60" fmla="*/ 59883 h 106054"/>
                <a:gd name="connsiteX61" fmla="*/ 240196 w 485898"/>
                <a:gd name="connsiteY61" fmla="*/ 47695 h 106054"/>
                <a:gd name="connsiteX62" fmla="*/ 228242 w 485898"/>
                <a:gd name="connsiteY62" fmla="*/ 43008 h 106054"/>
                <a:gd name="connsiteX63" fmla="*/ 426250 w 485898"/>
                <a:gd name="connsiteY63" fmla="*/ 42891 h 106054"/>
                <a:gd name="connsiteX64" fmla="*/ 435508 w 485898"/>
                <a:gd name="connsiteY64" fmla="*/ 42891 h 106054"/>
                <a:gd name="connsiteX65" fmla="*/ 435508 w 485898"/>
                <a:gd name="connsiteY65" fmla="*/ 82734 h 106054"/>
                <a:gd name="connsiteX66" fmla="*/ 485899 w 485898"/>
                <a:gd name="connsiteY66" fmla="*/ 82734 h 106054"/>
                <a:gd name="connsiteX67" fmla="*/ 485899 w 485898"/>
                <a:gd name="connsiteY67" fmla="*/ 90820 h 106054"/>
                <a:gd name="connsiteX68" fmla="*/ 390391 w 485898"/>
                <a:gd name="connsiteY68" fmla="*/ 90820 h 106054"/>
                <a:gd name="connsiteX69" fmla="*/ 390391 w 485898"/>
                <a:gd name="connsiteY69" fmla="*/ 82734 h 106054"/>
                <a:gd name="connsiteX70" fmla="*/ 426250 w 485898"/>
                <a:gd name="connsiteY70" fmla="*/ 82734 h 106054"/>
                <a:gd name="connsiteX71" fmla="*/ 228242 w 485898"/>
                <a:gd name="connsiteY71" fmla="*/ 35039 h 106054"/>
                <a:gd name="connsiteX72" fmla="*/ 238737 w 485898"/>
                <a:gd name="connsiteY72" fmla="*/ 36849 h 106054"/>
                <a:gd name="connsiteX73" fmla="*/ 246875 w 485898"/>
                <a:gd name="connsiteY73" fmla="*/ 41953 h 106054"/>
                <a:gd name="connsiteX74" fmla="*/ 252149 w 485898"/>
                <a:gd name="connsiteY74" fmla="*/ 49805 h 106054"/>
                <a:gd name="connsiteX75" fmla="*/ 254024 w 485898"/>
                <a:gd name="connsiteY75" fmla="*/ 59883 h 106054"/>
                <a:gd name="connsiteX76" fmla="*/ 252031 w 485898"/>
                <a:gd name="connsiteY76" fmla="*/ 69961 h 106054"/>
                <a:gd name="connsiteX77" fmla="*/ 246641 w 485898"/>
                <a:gd name="connsiteY77" fmla="*/ 77930 h 106054"/>
                <a:gd name="connsiteX78" fmla="*/ 238503 w 485898"/>
                <a:gd name="connsiteY78" fmla="*/ 83086 h 106054"/>
                <a:gd name="connsiteX79" fmla="*/ 228242 w 485898"/>
                <a:gd name="connsiteY79" fmla="*/ 84961 h 106054"/>
                <a:gd name="connsiteX80" fmla="*/ 217878 w 485898"/>
                <a:gd name="connsiteY80" fmla="*/ 83086 h 106054"/>
                <a:gd name="connsiteX81" fmla="*/ 209727 w 485898"/>
                <a:gd name="connsiteY81" fmla="*/ 77930 h 106054"/>
                <a:gd name="connsiteX82" fmla="*/ 204401 w 485898"/>
                <a:gd name="connsiteY82" fmla="*/ 69961 h 106054"/>
                <a:gd name="connsiteX83" fmla="*/ 202461 w 485898"/>
                <a:gd name="connsiteY83" fmla="*/ 59883 h 106054"/>
                <a:gd name="connsiteX84" fmla="*/ 204336 w 485898"/>
                <a:gd name="connsiteY84" fmla="*/ 49805 h 106054"/>
                <a:gd name="connsiteX85" fmla="*/ 209610 w 485898"/>
                <a:gd name="connsiteY85" fmla="*/ 41953 h 106054"/>
                <a:gd name="connsiteX86" fmla="*/ 217761 w 485898"/>
                <a:gd name="connsiteY86" fmla="*/ 36849 h 106054"/>
                <a:gd name="connsiteX87" fmla="*/ 228242 w 485898"/>
                <a:gd name="connsiteY87" fmla="*/ 35039 h 106054"/>
                <a:gd name="connsiteX88" fmla="*/ 118685 w 485898"/>
                <a:gd name="connsiteY88" fmla="*/ 33164 h 106054"/>
                <a:gd name="connsiteX89" fmla="*/ 108607 w 485898"/>
                <a:gd name="connsiteY89" fmla="*/ 36211 h 106054"/>
                <a:gd name="connsiteX90" fmla="*/ 105091 w 485898"/>
                <a:gd name="connsiteY90" fmla="*/ 44414 h 106054"/>
                <a:gd name="connsiteX91" fmla="*/ 108607 w 485898"/>
                <a:gd name="connsiteY91" fmla="*/ 52552 h 106054"/>
                <a:gd name="connsiteX92" fmla="*/ 118685 w 485898"/>
                <a:gd name="connsiteY92" fmla="*/ 55664 h 106054"/>
                <a:gd name="connsiteX93" fmla="*/ 128477 w 485898"/>
                <a:gd name="connsiteY93" fmla="*/ 52552 h 106054"/>
                <a:gd name="connsiteX94" fmla="*/ 132044 w 485898"/>
                <a:gd name="connsiteY94" fmla="*/ 44414 h 106054"/>
                <a:gd name="connsiteX95" fmla="*/ 128477 w 485898"/>
                <a:gd name="connsiteY95" fmla="*/ 36211 h 106054"/>
                <a:gd name="connsiteX96" fmla="*/ 118685 w 485898"/>
                <a:gd name="connsiteY96" fmla="*/ 33164 h 106054"/>
                <a:gd name="connsiteX97" fmla="*/ 118685 w 485898"/>
                <a:gd name="connsiteY97" fmla="*/ 26602 h 106054"/>
                <a:gd name="connsiteX98" fmla="*/ 134623 w 485898"/>
                <a:gd name="connsiteY98" fmla="*/ 31406 h 106054"/>
                <a:gd name="connsiteX99" fmla="*/ 140716 w 485898"/>
                <a:gd name="connsiteY99" fmla="*/ 44297 h 106054"/>
                <a:gd name="connsiteX100" fmla="*/ 134453 w 485898"/>
                <a:gd name="connsiteY100" fmla="*/ 57122 h 106054"/>
                <a:gd name="connsiteX101" fmla="*/ 118685 w 485898"/>
                <a:gd name="connsiteY101" fmla="*/ 62109 h 106054"/>
                <a:gd name="connsiteX102" fmla="*/ 102813 w 485898"/>
                <a:gd name="connsiteY102" fmla="*/ 57122 h 106054"/>
                <a:gd name="connsiteX103" fmla="*/ 96537 w 485898"/>
                <a:gd name="connsiteY103" fmla="*/ 44297 h 106054"/>
                <a:gd name="connsiteX104" fmla="*/ 102695 w 485898"/>
                <a:gd name="connsiteY104" fmla="*/ 31406 h 106054"/>
                <a:gd name="connsiteX105" fmla="*/ 118685 w 485898"/>
                <a:gd name="connsiteY105" fmla="*/ 26602 h 106054"/>
                <a:gd name="connsiteX106" fmla="*/ 343060 w 485898"/>
                <a:gd name="connsiteY106" fmla="*/ 19336 h 106054"/>
                <a:gd name="connsiteX107" fmla="*/ 343880 w 485898"/>
                <a:gd name="connsiteY107" fmla="*/ 23320 h 106054"/>
                <a:gd name="connsiteX108" fmla="*/ 344232 w 485898"/>
                <a:gd name="connsiteY108" fmla="*/ 27422 h 106054"/>
                <a:gd name="connsiteX109" fmla="*/ 343946 w 485898"/>
                <a:gd name="connsiteY109" fmla="*/ 31172 h 106054"/>
                <a:gd name="connsiteX110" fmla="*/ 343177 w 485898"/>
                <a:gd name="connsiteY110" fmla="*/ 34688 h 106054"/>
                <a:gd name="connsiteX111" fmla="*/ 363802 w 485898"/>
                <a:gd name="connsiteY111" fmla="*/ 34688 h 106054"/>
                <a:gd name="connsiteX112" fmla="*/ 363802 w 485898"/>
                <a:gd name="connsiteY112" fmla="*/ 19336 h 106054"/>
                <a:gd name="connsiteX113" fmla="*/ 198594 w 485898"/>
                <a:gd name="connsiteY113" fmla="*/ 18750 h 106054"/>
                <a:gd name="connsiteX114" fmla="*/ 257657 w 485898"/>
                <a:gd name="connsiteY114" fmla="*/ 18750 h 106054"/>
                <a:gd name="connsiteX115" fmla="*/ 257657 w 485898"/>
                <a:gd name="connsiteY115" fmla="*/ 26719 h 106054"/>
                <a:gd name="connsiteX116" fmla="*/ 198594 w 485898"/>
                <a:gd name="connsiteY116" fmla="*/ 26719 h 106054"/>
                <a:gd name="connsiteX117" fmla="*/ 94662 w 485898"/>
                <a:gd name="connsiteY117" fmla="*/ 15000 h 106054"/>
                <a:gd name="connsiteX118" fmla="*/ 142943 w 485898"/>
                <a:gd name="connsiteY118" fmla="*/ 15000 h 106054"/>
                <a:gd name="connsiteX119" fmla="*/ 142943 w 485898"/>
                <a:gd name="connsiteY119" fmla="*/ 22266 h 106054"/>
                <a:gd name="connsiteX120" fmla="*/ 94662 w 485898"/>
                <a:gd name="connsiteY120" fmla="*/ 22266 h 106054"/>
                <a:gd name="connsiteX121" fmla="*/ 317279 w 485898"/>
                <a:gd name="connsiteY121" fmla="*/ 9375 h 106054"/>
                <a:gd name="connsiteX122" fmla="*/ 304271 w 485898"/>
                <a:gd name="connsiteY122" fmla="*/ 14648 h 106054"/>
                <a:gd name="connsiteX123" fmla="*/ 299701 w 485898"/>
                <a:gd name="connsiteY123" fmla="*/ 27305 h 106054"/>
                <a:gd name="connsiteX124" fmla="*/ 304271 w 485898"/>
                <a:gd name="connsiteY124" fmla="*/ 40013 h 106054"/>
                <a:gd name="connsiteX125" fmla="*/ 317279 w 485898"/>
                <a:gd name="connsiteY125" fmla="*/ 45234 h 106054"/>
                <a:gd name="connsiteX126" fmla="*/ 330052 w 485898"/>
                <a:gd name="connsiteY126" fmla="*/ 40013 h 106054"/>
                <a:gd name="connsiteX127" fmla="*/ 334623 w 485898"/>
                <a:gd name="connsiteY127" fmla="*/ 27305 h 106054"/>
                <a:gd name="connsiteX128" fmla="*/ 330052 w 485898"/>
                <a:gd name="connsiteY128" fmla="*/ 14648 h 106054"/>
                <a:gd name="connsiteX129" fmla="*/ 317279 w 485898"/>
                <a:gd name="connsiteY129" fmla="*/ 9375 h 106054"/>
                <a:gd name="connsiteX130" fmla="*/ 401641 w 485898"/>
                <a:gd name="connsiteY130" fmla="*/ 6094 h 106054"/>
                <a:gd name="connsiteX131" fmla="*/ 471485 w 485898"/>
                <a:gd name="connsiteY131" fmla="*/ 6094 h 106054"/>
                <a:gd name="connsiteX132" fmla="*/ 473425 w 485898"/>
                <a:gd name="connsiteY132" fmla="*/ 6615 h 106054"/>
                <a:gd name="connsiteX133" fmla="*/ 473946 w 485898"/>
                <a:gd name="connsiteY133" fmla="*/ 8555 h 106054"/>
                <a:gd name="connsiteX134" fmla="*/ 472839 w 485898"/>
                <a:gd name="connsiteY134" fmla="*/ 22969 h 106054"/>
                <a:gd name="connsiteX135" fmla="*/ 471250 w 485898"/>
                <a:gd name="connsiteY135" fmla="*/ 38086 h 106054"/>
                <a:gd name="connsiteX136" fmla="*/ 469206 w 485898"/>
                <a:gd name="connsiteY136" fmla="*/ 53021 h 106054"/>
                <a:gd name="connsiteX137" fmla="*/ 466914 w 485898"/>
                <a:gd name="connsiteY137" fmla="*/ 67148 h 106054"/>
                <a:gd name="connsiteX138" fmla="*/ 457657 w 485898"/>
                <a:gd name="connsiteY138" fmla="*/ 67148 h 106054"/>
                <a:gd name="connsiteX139" fmla="*/ 461940 w 485898"/>
                <a:gd name="connsiteY139" fmla="*/ 40364 h 106054"/>
                <a:gd name="connsiteX140" fmla="*/ 464219 w 485898"/>
                <a:gd name="connsiteY140" fmla="*/ 13945 h 106054"/>
                <a:gd name="connsiteX141" fmla="*/ 401641 w 485898"/>
                <a:gd name="connsiteY141" fmla="*/ 13945 h 106054"/>
                <a:gd name="connsiteX142" fmla="*/ 42305 w 485898"/>
                <a:gd name="connsiteY142" fmla="*/ 2461 h 106054"/>
                <a:gd name="connsiteX143" fmla="*/ 52617 w 485898"/>
                <a:gd name="connsiteY143" fmla="*/ 2461 h 106054"/>
                <a:gd name="connsiteX144" fmla="*/ 52617 w 485898"/>
                <a:gd name="connsiteY144" fmla="*/ 7852 h 106054"/>
                <a:gd name="connsiteX145" fmla="*/ 55781 w 485898"/>
                <a:gd name="connsiteY145" fmla="*/ 19102 h 106054"/>
                <a:gd name="connsiteX146" fmla="*/ 64219 w 485898"/>
                <a:gd name="connsiteY146" fmla="*/ 28008 h 106054"/>
                <a:gd name="connsiteX147" fmla="*/ 76289 w 485898"/>
                <a:gd name="connsiteY147" fmla="*/ 34570 h 106054"/>
                <a:gd name="connsiteX148" fmla="*/ 90235 w 485898"/>
                <a:gd name="connsiteY148" fmla="*/ 38672 h 106054"/>
                <a:gd name="connsiteX149" fmla="*/ 84375 w 485898"/>
                <a:gd name="connsiteY149" fmla="*/ 46055 h 106054"/>
                <a:gd name="connsiteX150" fmla="*/ 73190 w 485898"/>
                <a:gd name="connsiteY150" fmla="*/ 42357 h 106054"/>
                <a:gd name="connsiteX151" fmla="*/ 62461 w 485898"/>
                <a:gd name="connsiteY151" fmla="*/ 36914 h 106054"/>
                <a:gd name="connsiteX152" fmla="*/ 53503 w 485898"/>
                <a:gd name="connsiteY152" fmla="*/ 29883 h 106054"/>
                <a:gd name="connsiteX153" fmla="*/ 47578 w 485898"/>
                <a:gd name="connsiteY153" fmla="*/ 21328 h 106054"/>
                <a:gd name="connsiteX154" fmla="*/ 41016 w 485898"/>
                <a:gd name="connsiteY154" fmla="*/ 30169 h 106054"/>
                <a:gd name="connsiteX155" fmla="*/ 32109 w 485898"/>
                <a:gd name="connsiteY155" fmla="*/ 37031 h 106054"/>
                <a:gd name="connsiteX156" fmla="*/ 21745 w 485898"/>
                <a:gd name="connsiteY156" fmla="*/ 42305 h 106054"/>
                <a:gd name="connsiteX157" fmla="*/ 10781 w 485898"/>
                <a:gd name="connsiteY157" fmla="*/ 46055 h 106054"/>
                <a:gd name="connsiteX158" fmla="*/ 4336 w 485898"/>
                <a:gd name="connsiteY158" fmla="*/ 38789 h 106054"/>
                <a:gd name="connsiteX159" fmla="*/ 32813 w 485898"/>
                <a:gd name="connsiteY159" fmla="*/ 26484 h 106054"/>
                <a:gd name="connsiteX160" fmla="*/ 42305 w 485898"/>
                <a:gd name="connsiteY160" fmla="*/ 7969 h 106054"/>
                <a:gd name="connsiteX161" fmla="*/ 213008 w 485898"/>
                <a:gd name="connsiteY161" fmla="*/ 1875 h 106054"/>
                <a:gd name="connsiteX162" fmla="*/ 243477 w 485898"/>
                <a:gd name="connsiteY162" fmla="*/ 1875 h 106054"/>
                <a:gd name="connsiteX163" fmla="*/ 243477 w 485898"/>
                <a:gd name="connsiteY163" fmla="*/ 9609 h 106054"/>
                <a:gd name="connsiteX164" fmla="*/ 213008 w 485898"/>
                <a:gd name="connsiteY164" fmla="*/ 9727 h 106054"/>
                <a:gd name="connsiteX165" fmla="*/ 106263 w 485898"/>
                <a:gd name="connsiteY165" fmla="*/ 1289 h 106054"/>
                <a:gd name="connsiteX166" fmla="*/ 131107 w 485898"/>
                <a:gd name="connsiteY166" fmla="*/ 1289 h 106054"/>
                <a:gd name="connsiteX167" fmla="*/ 131107 w 485898"/>
                <a:gd name="connsiteY167" fmla="*/ 8555 h 106054"/>
                <a:gd name="connsiteX168" fmla="*/ 106263 w 485898"/>
                <a:gd name="connsiteY168" fmla="*/ 8555 h 106054"/>
                <a:gd name="connsiteX169" fmla="*/ 363802 w 485898"/>
                <a:gd name="connsiteY169" fmla="*/ 0 h 106054"/>
                <a:gd name="connsiteX170" fmla="*/ 373060 w 485898"/>
                <a:gd name="connsiteY170" fmla="*/ 0 h 106054"/>
                <a:gd name="connsiteX171" fmla="*/ 373060 w 485898"/>
                <a:gd name="connsiteY171" fmla="*/ 60000 h 106054"/>
                <a:gd name="connsiteX172" fmla="*/ 363802 w 485898"/>
                <a:gd name="connsiteY172" fmla="*/ 60000 h 106054"/>
                <a:gd name="connsiteX173" fmla="*/ 363802 w 485898"/>
                <a:gd name="connsiteY173" fmla="*/ 42539 h 106054"/>
                <a:gd name="connsiteX174" fmla="*/ 339427 w 485898"/>
                <a:gd name="connsiteY174" fmla="*/ 42539 h 106054"/>
                <a:gd name="connsiteX175" fmla="*/ 330052 w 485898"/>
                <a:gd name="connsiteY175" fmla="*/ 50391 h 106054"/>
                <a:gd name="connsiteX176" fmla="*/ 317279 w 485898"/>
                <a:gd name="connsiteY176" fmla="*/ 53320 h 106054"/>
                <a:gd name="connsiteX177" fmla="*/ 306328 w 485898"/>
                <a:gd name="connsiteY177" fmla="*/ 51328 h 106054"/>
                <a:gd name="connsiteX178" fmla="*/ 297826 w 485898"/>
                <a:gd name="connsiteY178" fmla="*/ 45820 h 106054"/>
                <a:gd name="connsiteX179" fmla="*/ 292266 w 485898"/>
                <a:gd name="connsiteY179" fmla="*/ 37552 h 106054"/>
                <a:gd name="connsiteX180" fmla="*/ 290326 w 485898"/>
                <a:gd name="connsiteY180" fmla="*/ 27422 h 106054"/>
                <a:gd name="connsiteX181" fmla="*/ 292266 w 485898"/>
                <a:gd name="connsiteY181" fmla="*/ 17279 h 106054"/>
                <a:gd name="connsiteX182" fmla="*/ 297826 w 485898"/>
                <a:gd name="connsiteY182" fmla="*/ 8906 h 106054"/>
                <a:gd name="connsiteX183" fmla="*/ 306328 w 485898"/>
                <a:gd name="connsiteY183" fmla="*/ 3333 h 106054"/>
                <a:gd name="connsiteX184" fmla="*/ 317279 w 485898"/>
                <a:gd name="connsiteY184" fmla="*/ 1289 h 106054"/>
                <a:gd name="connsiteX185" fmla="*/ 329818 w 485898"/>
                <a:gd name="connsiteY185" fmla="*/ 4101 h 106054"/>
                <a:gd name="connsiteX186" fmla="*/ 338959 w 485898"/>
                <a:gd name="connsiteY186" fmla="*/ 11602 h 106054"/>
                <a:gd name="connsiteX187" fmla="*/ 363802 w 485898"/>
                <a:gd name="connsiteY187" fmla="*/ 11602 h 106054"/>
                <a:gd name="connsiteX188" fmla="*/ 269375 w 485898"/>
                <a:gd name="connsiteY188" fmla="*/ 0 h 106054"/>
                <a:gd name="connsiteX189" fmla="*/ 278516 w 485898"/>
                <a:gd name="connsiteY189" fmla="*/ 0 h 106054"/>
                <a:gd name="connsiteX190" fmla="*/ 278516 w 485898"/>
                <a:gd name="connsiteY190" fmla="*/ 42188 h 106054"/>
                <a:gd name="connsiteX191" fmla="*/ 293985 w 485898"/>
                <a:gd name="connsiteY191" fmla="*/ 42188 h 106054"/>
                <a:gd name="connsiteX192" fmla="*/ 293985 w 485898"/>
                <a:gd name="connsiteY192" fmla="*/ 50742 h 106054"/>
                <a:gd name="connsiteX193" fmla="*/ 278516 w 485898"/>
                <a:gd name="connsiteY193" fmla="*/ 50742 h 106054"/>
                <a:gd name="connsiteX194" fmla="*/ 278516 w 485898"/>
                <a:gd name="connsiteY194" fmla="*/ 103945 h 106054"/>
                <a:gd name="connsiteX195" fmla="*/ 269375 w 485898"/>
                <a:gd name="connsiteY195" fmla="*/ 103945 h 106054"/>
                <a:gd name="connsiteX196" fmla="*/ 172123 w 485898"/>
                <a:gd name="connsiteY196" fmla="*/ 0 h 106054"/>
                <a:gd name="connsiteX197" fmla="*/ 181029 w 485898"/>
                <a:gd name="connsiteY197" fmla="*/ 0 h 106054"/>
                <a:gd name="connsiteX198" fmla="*/ 181029 w 485898"/>
                <a:gd name="connsiteY198" fmla="*/ 67031 h 106054"/>
                <a:gd name="connsiteX199" fmla="*/ 172123 w 485898"/>
                <a:gd name="connsiteY199" fmla="*/ 67031 h 106054"/>
                <a:gd name="connsiteX200" fmla="*/ 172123 w 485898"/>
                <a:gd name="connsiteY200" fmla="*/ 36680 h 106054"/>
                <a:gd name="connsiteX201" fmla="*/ 159232 w 485898"/>
                <a:gd name="connsiteY201" fmla="*/ 36680 h 106054"/>
                <a:gd name="connsiteX202" fmla="*/ 159232 w 485898"/>
                <a:gd name="connsiteY202" fmla="*/ 63633 h 106054"/>
                <a:gd name="connsiteX203" fmla="*/ 150326 w 485898"/>
                <a:gd name="connsiteY203" fmla="*/ 63633 h 106054"/>
                <a:gd name="connsiteX204" fmla="*/ 150326 w 485898"/>
                <a:gd name="connsiteY204" fmla="*/ 1875 h 106054"/>
                <a:gd name="connsiteX205" fmla="*/ 159232 w 485898"/>
                <a:gd name="connsiteY205" fmla="*/ 1875 h 106054"/>
                <a:gd name="connsiteX206" fmla="*/ 159232 w 485898"/>
                <a:gd name="connsiteY206" fmla="*/ 28477 h 106054"/>
                <a:gd name="connsiteX207" fmla="*/ 172123 w 485898"/>
                <a:gd name="connsiteY207" fmla="*/ 28477 h 10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</a:cxnLst>
              <a:rect l="l" t="t" r="r" b="b"/>
              <a:pathLst>
                <a:path w="485898" h="106054">
                  <a:moveTo>
                    <a:pt x="145052" y="74180"/>
                  </a:moveTo>
                  <a:cubicBezTo>
                    <a:pt x="137005" y="74180"/>
                    <a:pt x="130521" y="75234"/>
                    <a:pt x="125599" y="77344"/>
                  </a:cubicBezTo>
                  <a:cubicBezTo>
                    <a:pt x="120677" y="79453"/>
                    <a:pt x="118216" y="82461"/>
                    <a:pt x="118216" y="86367"/>
                  </a:cubicBezTo>
                  <a:cubicBezTo>
                    <a:pt x="118216" y="90195"/>
                    <a:pt x="120677" y="93216"/>
                    <a:pt x="125599" y="95443"/>
                  </a:cubicBezTo>
                  <a:cubicBezTo>
                    <a:pt x="130521" y="97669"/>
                    <a:pt x="137005" y="98789"/>
                    <a:pt x="145052" y="98789"/>
                  </a:cubicBezTo>
                  <a:cubicBezTo>
                    <a:pt x="152865" y="98789"/>
                    <a:pt x="159219" y="97669"/>
                    <a:pt x="164102" y="95443"/>
                  </a:cubicBezTo>
                  <a:cubicBezTo>
                    <a:pt x="168985" y="93216"/>
                    <a:pt x="171419" y="90234"/>
                    <a:pt x="171419" y="86484"/>
                  </a:cubicBezTo>
                  <a:cubicBezTo>
                    <a:pt x="171419" y="82500"/>
                    <a:pt x="168985" y="79453"/>
                    <a:pt x="164102" y="77344"/>
                  </a:cubicBezTo>
                  <a:cubicBezTo>
                    <a:pt x="159219" y="75234"/>
                    <a:pt x="152865" y="74180"/>
                    <a:pt x="145052" y="74180"/>
                  </a:cubicBezTo>
                  <a:close/>
                  <a:moveTo>
                    <a:pt x="145052" y="66797"/>
                  </a:moveTo>
                  <a:cubicBezTo>
                    <a:pt x="157005" y="66797"/>
                    <a:pt x="166029" y="68646"/>
                    <a:pt x="172123" y="72357"/>
                  </a:cubicBezTo>
                  <a:cubicBezTo>
                    <a:pt x="178216" y="76068"/>
                    <a:pt x="181263" y="80742"/>
                    <a:pt x="181263" y="86367"/>
                  </a:cubicBezTo>
                  <a:cubicBezTo>
                    <a:pt x="181263" y="92070"/>
                    <a:pt x="178216" y="96771"/>
                    <a:pt x="172123" y="100482"/>
                  </a:cubicBezTo>
                  <a:cubicBezTo>
                    <a:pt x="166029" y="104193"/>
                    <a:pt x="157005" y="106055"/>
                    <a:pt x="145052" y="106055"/>
                  </a:cubicBezTo>
                  <a:cubicBezTo>
                    <a:pt x="132787" y="106055"/>
                    <a:pt x="123594" y="104193"/>
                    <a:pt x="117461" y="100482"/>
                  </a:cubicBezTo>
                  <a:cubicBezTo>
                    <a:pt x="111328" y="96771"/>
                    <a:pt x="108255" y="92070"/>
                    <a:pt x="108255" y="86367"/>
                  </a:cubicBezTo>
                  <a:cubicBezTo>
                    <a:pt x="108255" y="80742"/>
                    <a:pt x="111367" y="76068"/>
                    <a:pt x="117578" y="72357"/>
                  </a:cubicBezTo>
                  <a:cubicBezTo>
                    <a:pt x="123789" y="68646"/>
                    <a:pt x="132943" y="66797"/>
                    <a:pt x="145052" y="66797"/>
                  </a:cubicBezTo>
                  <a:close/>
                  <a:moveTo>
                    <a:pt x="316693" y="64688"/>
                  </a:moveTo>
                  <a:lnTo>
                    <a:pt x="325716" y="64688"/>
                  </a:lnTo>
                  <a:lnTo>
                    <a:pt x="325716" y="69023"/>
                  </a:lnTo>
                  <a:cubicBezTo>
                    <a:pt x="325716" y="73477"/>
                    <a:pt x="326992" y="77865"/>
                    <a:pt x="329531" y="82201"/>
                  </a:cubicBezTo>
                  <a:cubicBezTo>
                    <a:pt x="332071" y="86536"/>
                    <a:pt x="335326" y="90273"/>
                    <a:pt x="339310" y="93399"/>
                  </a:cubicBezTo>
                  <a:cubicBezTo>
                    <a:pt x="342826" y="90508"/>
                    <a:pt x="345938" y="86797"/>
                    <a:pt x="348633" y="82266"/>
                  </a:cubicBezTo>
                  <a:cubicBezTo>
                    <a:pt x="351328" y="77734"/>
                    <a:pt x="352670" y="73125"/>
                    <a:pt x="352670" y="68437"/>
                  </a:cubicBezTo>
                  <a:lnTo>
                    <a:pt x="352670" y="64688"/>
                  </a:lnTo>
                  <a:lnTo>
                    <a:pt x="361693" y="64688"/>
                  </a:lnTo>
                  <a:lnTo>
                    <a:pt x="361693" y="68789"/>
                  </a:lnTo>
                  <a:cubicBezTo>
                    <a:pt x="361693" y="71836"/>
                    <a:pt x="362318" y="74844"/>
                    <a:pt x="363568" y="77813"/>
                  </a:cubicBezTo>
                  <a:cubicBezTo>
                    <a:pt x="364818" y="80781"/>
                    <a:pt x="366459" y="83555"/>
                    <a:pt x="368490" y="86133"/>
                  </a:cubicBezTo>
                  <a:cubicBezTo>
                    <a:pt x="370521" y="88789"/>
                    <a:pt x="372891" y="91172"/>
                    <a:pt x="375586" y="93281"/>
                  </a:cubicBezTo>
                  <a:cubicBezTo>
                    <a:pt x="378281" y="95391"/>
                    <a:pt x="381029" y="97109"/>
                    <a:pt x="383841" y="98438"/>
                  </a:cubicBezTo>
                  <a:lnTo>
                    <a:pt x="376810" y="104649"/>
                  </a:lnTo>
                  <a:cubicBezTo>
                    <a:pt x="372826" y="102148"/>
                    <a:pt x="369102" y="99102"/>
                    <a:pt x="365625" y="95508"/>
                  </a:cubicBezTo>
                  <a:cubicBezTo>
                    <a:pt x="362149" y="91914"/>
                    <a:pt x="359349" y="88086"/>
                    <a:pt x="357240" y="84024"/>
                  </a:cubicBezTo>
                  <a:cubicBezTo>
                    <a:pt x="355287" y="87852"/>
                    <a:pt x="352748" y="91497"/>
                    <a:pt x="349623" y="94974"/>
                  </a:cubicBezTo>
                  <a:cubicBezTo>
                    <a:pt x="346498" y="98451"/>
                    <a:pt x="343021" y="101523"/>
                    <a:pt x="339193" y="104180"/>
                  </a:cubicBezTo>
                  <a:cubicBezTo>
                    <a:pt x="335443" y="101367"/>
                    <a:pt x="331966" y="98255"/>
                    <a:pt x="328763" y="94857"/>
                  </a:cubicBezTo>
                  <a:cubicBezTo>
                    <a:pt x="325560" y="91458"/>
                    <a:pt x="323021" y="87773"/>
                    <a:pt x="321146" y="83789"/>
                  </a:cubicBezTo>
                  <a:cubicBezTo>
                    <a:pt x="319115" y="87852"/>
                    <a:pt x="316406" y="91719"/>
                    <a:pt x="313008" y="95391"/>
                  </a:cubicBezTo>
                  <a:cubicBezTo>
                    <a:pt x="309610" y="99063"/>
                    <a:pt x="305873" y="102148"/>
                    <a:pt x="301810" y="104649"/>
                  </a:cubicBezTo>
                  <a:lnTo>
                    <a:pt x="294896" y="98438"/>
                  </a:lnTo>
                  <a:cubicBezTo>
                    <a:pt x="297630" y="97188"/>
                    <a:pt x="300313" y="95482"/>
                    <a:pt x="302930" y="93333"/>
                  </a:cubicBezTo>
                  <a:cubicBezTo>
                    <a:pt x="305547" y="91185"/>
                    <a:pt x="307865" y="88789"/>
                    <a:pt x="309896" y="86133"/>
                  </a:cubicBezTo>
                  <a:cubicBezTo>
                    <a:pt x="311927" y="83555"/>
                    <a:pt x="313568" y="80781"/>
                    <a:pt x="314818" y="77813"/>
                  </a:cubicBezTo>
                  <a:cubicBezTo>
                    <a:pt x="316068" y="74844"/>
                    <a:pt x="316693" y="71875"/>
                    <a:pt x="316693" y="68906"/>
                  </a:cubicBezTo>
                  <a:close/>
                  <a:moveTo>
                    <a:pt x="0" y="57422"/>
                  </a:moveTo>
                  <a:lnTo>
                    <a:pt x="95039" y="57422"/>
                  </a:lnTo>
                  <a:lnTo>
                    <a:pt x="95039" y="65391"/>
                  </a:lnTo>
                  <a:lnTo>
                    <a:pt x="52617" y="65391"/>
                  </a:lnTo>
                  <a:lnTo>
                    <a:pt x="52617" y="104063"/>
                  </a:lnTo>
                  <a:lnTo>
                    <a:pt x="43125" y="104063"/>
                  </a:lnTo>
                  <a:lnTo>
                    <a:pt x="43125" y="65391"/>
                  </a:lnTo>
                  <a:lnTo>
                    <a:pt x="0" y="65391"/>
                  </a:lnTo>
                  <a:close/>
                  <a:moveTo>
                    <a:pt x="228242" y="43008"/>
                  </a:moveTo>
                  <a:cubicBezTo>
                    <a:pt x="223086" y="43008"/>
                    <a:pt x="219089" y="44570"/>
                    <a:pt x="216237" y="47695"/>
                  </a:cubicBezTo>
                  <a:cubicBezTo>
                    <a:pt x="213386" y="50820"/>
                    <a:pt x="211953" y="54883"/>
                    <a:pt x="211953" y="59883"/>
                  </a:cubicBezTo>
                  <a:cubicBezTo>
                    <a:pt x="211953" y="64805"/>
                    <a:pt x="213386" y="68867"/>
                    <a:pt x="216237" y="72070"/>
                  </a:cubicBezTo>
                  <a:cubicBezTo>
                    <a:pt x="219089" y="75274"/>
                    <a:pt x="223086" y="76875"/>
                    <a:pt x="228242" y="76875"/>
                  </a:cubicBezTo>
                  <a:cubicBezTo>
                    <a:pt x="233321" y="76875"/>
                    <a:pt x="237305" y="75274"/>
                    <a:pt x="240196" y="72070"/>
                  </a:cubicBezTo>
                  <a:cubicBezTo>
                    <a:pt x="243086" y="68867"/>
                    <a:pt x="244531" y="64805"/>
                    <a:pt x="244531" y="59883"/>
                  </a:cubicBezTo>
                  <a:cubicBezTo>
                    <a:pt x="244531" y="54883"/>
                    <a:pt x="243086" y="50820"/>
                    <a:pt x="240196" y="47695"/>
                  </a:cubicBezTo>
                  <a:cubicBezTo>
                    <a:pt x="237305" y="44570"/>
                    <a:pt x="233321" y="43008"/>
                    <a:pt x="228242" y="43008"/>
                  </a:cubicBezTo>
                  <a:close/>
                  <a:moveTo>
                    <a:pt x="426250" y="42891"/>
                  </a:moveTo>
                  <a:lnTo>
                    <a:pt x="435508" y="42891"/>
                  </a:lnTo>
                  <a:lnTo>
                    <a:pt x="435508" y="82734"/>
                  </a:lnTo>
                  <a:lnTo>
                    <a:pt x="485899" y="82734"/>
                  </a:lnTo>
                  <a:lnTo>
                    <a:pt x="485899" y="90820"/>
                  </a:lnTo>
                  <a:lnTo>
                    <a:pt x="390391" y="90820"/>
                  </a:lnTo>
                  <a:lnTo>
                    <a:pt x="390391" y="82734"/>
                  </a:lnTo>
                  <a:lnTo>
                    <a:pt x="426250" y="82734"/>
                  </a:lnTo>
                  <a:close/>
                  <a:moveTo>
                    <a:pt x="228242" y="35039"/>
                  </a:moveTo>
                  <a:cubicBezTo>
                    <a:pt x="232071" y="35039"/>
                    <a:pt x="235573" y="35638"/>
                    <a:pt x="238737" y="36849"/>
                  </a:cubicBezTo>
                  <a:cubicBezTo>
                    <a:pt x="241901" y="38060"/>
                    <a:pt x="244610" y="39766"/>
                    <a:pt x="246875" y="41953"/>
                  </a:cubicBezTo>
                  <a:cubicBezTo>
                    <a:pt x="249141" y="44141"/>
                    <a:pt x="250899" y="46758"/>
                    <a:pt x="252149" y="49805"/>
                  </a:cubicBezTo>
                  <a:cubicBezTo>
                    <a:pt x="253399" y="52852"/>
                    <a:pt x="254024" y="56211"/>
                    <a:pt x="254024" y="59883"/>
                  </a:cubicBezTo>
                  <a:cubicBezTo>
                    <a:pt x="254024" y="63555"/>
                    <a:pt x="253360" y="66914"/>
                    <a:pt x="252031" y="69961"/>
                  </a:cubicBezTo>
                  <a:cubicBezTo>
                    <a:pt x="250703" y="73008"/>
                    <a:pt x="248907" y="75664"/>
                    <a:pt x="246641" y="77930"/>
                  </a:cubicBezTo>
                  <a:cubicBezTo>
                    <a:pt x="244375" y="80117"/>
                    <a:pt x="241667" y="81836"/>
                    <a:pt x="238503" y="83086"/>
                  </a:cubicBezTo>
                  <a:cubicBezTo>
                    <a:pt x="235339" y="84336"/>
                    <a:pt x="231914" y="84961"/>
                    <a:pt x="228242" y="84961"/>
                  </a:cubicBezTo>
                  <a:cubicBezTo>
                    <a:pt x="224492" y="84961"/>
                    <a:pt x="221042" y="84336"/>
                    <a:pt x="217878" y="83086"/>
                  </a:cubicBezTo>
                  <a:cubicBezTo>
                    <a:pt x="214714" y="81836"/>
                    <a:pt x="211992" y="80117"/>
                    <a:pt x="209727" y="77930"/>
                  </a:cubicBezTo>
                  <a:cubicBezTo>
                    <a:pt x="207461" y="75664"/>
                    <a:pt x="205690" y="73008"/>
                    <a:pt x="204401" y="69961"/>
                  </a:cubicBezTo>
                  <a:cubicBezTo>
                    <a:pt x="203112" y="66914"/>
                    <a:pt x="202461" y="63555"/>
                    <a:pt x="202461" y="59883"/>
                  </a:cubicBezTo>
                  <a:cubicBezTo>
                    <a:pt x="202461" y="56211"/>
                    <a:pt x="203086" y="52852"/>
                    <a:pt x="204336" y="49805"/>
                  </a:cubicBezTo>
                  <a:cubicBezTo>
                    <a:pt x="205586" y="46758"/>
                    <a:pt x="207344" y="44141"/>
                    <a:pt x="209610" y="41953"/>
                  </a:cubicBezTo>
                  <a:cubicBezTo>
                    <a:pt x="211875" y="39766"/>
                    <a:pt x="214597" y="38060"/>
                    <a:pt x="217761" y="36849"/>
                  </a:cubicBezTo>
                  <a:cubicBezTo>
                    <a:pt x="220925" y="35638"/>
                    <a:pt x="224414" y="35039"/>
                    <a:pt x="228242" y="35039"/>
                  </a:cubicBezTo>
                  <a:close/>
                  <a:moveTo>
                    <a:pt x="118685" y="33164"/>
                  </a:moveTo>
                  <a:cubicBezTo>
                    <a:pt x="114310" y="33164"/>
                    <a:pt x="110951" y="34180"/>
                    <a:pt x="108607" y="36211"/>
                  </a:cubicBezTo>
                  <a:cubicBezTo>
                    <a:pt x="106263" y="38242"/>
                    <a:pt x="105091" y="40977"/>
                    <a:pt x="105091" y="44414"/>
                  </a:cubicBezTo>
                  <a:cubicBezTo>
                    <a:pt x="105091" y="47773"/>
                    <a:pt x="106263" y="50482"/>
                    <a:pt x="108607" y="52552"/>
                  </a:cubicBezTo>
                  <a:cubicBezTo>
                    <a:pt x="110951" y="54622"/>
                    <a:pt x="114310" y="55664"/>
                    <a:pt x="118685" y="55664"/>
                  </a:cubicBezTo>
                  <a:cubicBezTo>
                    <a:pt x="122826" y="55664"/>
                    <a:pt x="126094" y="54622"/>
                    <a:pt x="128477" y="52552"/>
                  </a:cubicBezTo>
                  <a:cubicBezTo>
                    <a:pt x="130859" y="50482"/>
                    <a:pt x="132044" y="47773"/>
                    <a:pt x="132044" y="44414"/>
                  </a:cubicBezTo>
                  <a:cubicBezTo>
                    <a:pt x="132044" y="40977"/>
                    <a:pt x="130859" y="38242"/>
                    <a:pt x="128477" y="36211"/>
                  </a:cubicBezTo>
                  <a:cubicBezTo>
                    <a:pt x="126094" y="34180"/>
                    <a:pt x="122826" y="33164"/>
                    <a:pt x="118685" y="33164"/>
                  </a:cubicBezTo>
                  <a:close/>
                  <a:moveTo>
                    <a:pt x="118685" y="26602"/>
                  </a:moveTo>
                  <a:cubicBezTo>
                    <a:pt x="125248" y="26602"/>
                    <a:pt x="130560" y="28203"/>
                    <a:pt x="134623" y="31406"/>
                  </a:cubicBezTo>
                  <a:cubicBezTo>
                    <a:pt x="138685" y="34609"/>
                    <a:pt x="140716" y="38906"/>
                    <a:pt x="140716" y="44297"/>
                  </a:cubicBezTo>
                  <a:cubicBezTo>
                    <a:pt x="140716" y="49531"/>
                    <a:pt x="138633" y="53802"/>
                    <a:pt x="134453" y="57122"/>
                  </a:cubicBezTo>
                  <a:cubicBezTo>
                    <a:pt x="130274" y="60443"/>
                    <a:pt x="125013" y="62109"/>
                    <a:pt x="118685" y="62109"/>
                  </a:cubicBezTo>
                  <a:cubicBezTo>
                    <a:pt x="112279" y="62109"/>
                    <a:pt x="106992" y="60443"/>
                    <a:pt x="102813" y="57122"/>
                  </a:cubicBezTo>
                  <a:cubicBezTo>
                    <a:pt x="98633" y="53802"/>
                    <a:pt x="96537" y="49531"/>
                    <a:pt x="96537" y="44297"/>
                  </a:cubicBezTo>
                  <a:cubicBezTo>
                    <a:pt x="96537" y="38906"/>
                    <a:pt x="98594" y="34609"/>
                    <a:pt x="102695" y="31406"/>
                  </a:cubicBezTo>
                  <a:cubicBezTo>
                    <a:pt x="106797" y="28203"/>
                    <a:pt x="112123" y="26602"/>
                    <a:pt x="118685" y="26602"/>
                  </a:cubicBezTo>
                  <a:close/>
                  <a:moveTo>
                    <a:pt x="343060" y="19336"/>
                  </a:moveTo>
                  <a:cubicBezTo>
                    <a:pt x="343373" y="20664"/>
                    <a:pt x="343646" y="21992"/>
                    <a:pt x="343880" y="23320"/>
                  </a:cubicBezTo>
                  <a:cubicBezTo>
                    <a:pt x="344115" y="24648"/>
                    <a:pt x="344232" y="26016"/>
                    <a:pt x="344232" y="27422"/>
                  </a:cubicBezTo>
                  <a:cubicBezTo>
                    <a:pt x="344232" y="28750"/>
                    <a:pt x="344141" y="30000"/>
                    <a:pt x="343946" y="31172"/>
                  </a:cubicBezTo>
                  <a:cubicBezTo>
                    <a:pt x="343750" y="32344"/>
                    <a:pt x="343490" y="33516"/>
                    <a:pt x="343177" y="34688"/>
                  </a:cubicBezTo>
                  <a:lnTo>
                    <a:pt x="363802" y="34688"/>
                  </a:lnTo>
                  <a:lnTo>
                    <a:pt x="363802" y="19336"/>
                  </a:lnTo>
                  <a:close/>
                  <a:moveTo>
                    <a:pt x="198594" y="18750"/>
                  </a:moveTo>
                  <a:lnTo>
                    <a:pt x="257657" y="18750"/>
                  </a:lnTo>
                  <a:lnTo>
                    <a:pt x="257657" y="26719"/>
                  </a:lnTo>
                  <a:lnTo>
                    <a:pt x="198594" y="26719"/>
                  </a:lnTo>
                  <a:close/>
                  <a:moveTo>
                    <a:pt x="94662" y="15000"/>
                  </a:moveTo>
                  <a:lnTo>
                    <a:pt x="142943" y="15000"/>
                  </a:lnTo>
                  <a:lnTo>
                    <a:pt x="142943" y="22266"/>
                  </a:lnTo>
                  <a:lnTo>
                    <a:pt x="94662" y="22266"/>
                  </a:lnTo>
                  <a:close/>
                  <a:moveTo>
                    <a:pt x="317279" y="9375"/>
                  </a:moveTo>
                  <a:cubicBezTo>
                    <a:pt x="311654" y="9375"/>
                    <a:pt x="307318" y="11133"/>
                    <a:pt x="304271" y="14648"/>
                  </a:cubicBezTo>
                  <a:cubicBezTo>
                    <a:pt x="301224" y="18164"/>
                    <a:pt x="299701" y="22383"/>
                    <a:pt x="299701" y="27305"/>
                  </a:cubicBezTo>
                  <a:cubicBezTo>
                    <a:pt x="299701" y="32305"/>
                    <a:pt x="301224" y="36536"/>
                    <a:pt x="304271" y="40013"/>
                  </a:cubicBezTo>
                  <a:cubicBezTo>
                    <a:pt x="307318" y="43490"/>
                    <a:pt x="311654" y="45234"/>
                    <a:pt x="317279" y="45234"/>
                  </a:cubicBezTo>
                  <a:cubicBezTo>
                    <a:pt x="322748" y="45234"/>
                    <a:pt x="327006" y="43490"/>
                    <a:pt x="330052" y="40013"/>
                  </a:cubicBezTo>
                  <a:cubicBezTo>
                    <a:pt x="333099" y="36536"/>
                    <a:pt x="334623" y="32305"/>
                    <a:pt x="334623" y="27305"/>
                  </a:cubicBezTo>
                  <a:cubicBezTo>
                    <a:pt x="334623" y="22383"/>
                    <a:pt x="333099" y="18164"/>
                    <a:pt x="330052" y="14648"/>
                  </a:cubicBezTo>
                  <a:cubicBezTo>
                    <a:pt x="327006" y="11133"/>
                    <a:pt x="322748" y="9375"/>
                    <a:pt x="317279" y="9375"/>
                  </a:cubicBezTo>
                  <a:close/>
                  <a:moveTo>
                    <a:pt x="401641" y="6094"/>
                  </a:moveTo>
                  <a:lnTo>
                    <a:pt x="471485" y="6094"/>
                  </a:lnTo>
                  <a:cubicBezTo>
                    <a:pt x="472422" y="6094"/>
                    <a:pt x="473073" y="6263"/>
                    <a:pt x="473425" y="6615"/>
                  </a:cubicBezTo>
                  <a:cubicBezTo>
                    <a:pt x="473776" y="6966"/>
                    <a:pt x="473946" y="7617"/>
                    <a:pt x="473946" y="8555"/>
                  </a:cubicBezTo>
                  <a:cubicBezTo>
                    <a:pt x="473633" y="13164"/>
                    <a:pt x="473268" y="17969"/>
                    <a:pt x="472839" y="22969"/>
                  </a:cubicBezTo>
                  <a:cubicBezTo>
                    <a:pt x="472409" y="27969"/>
                    <a:pt x="471875" y="33008"/>
                    <a:pt x="471250" y="38086"/>
                  </a:cubicBezTo>
                  <a:cubicBezTo>
                    <a:pt x="470625" y="43086"/>
                    <a:pt x="469948" y="48060"/>
                    <a:pt x="469206" y="53021"/>
                  </a:cubicBezTo>
                  <a:cubicBezTo>
                    <a:pt x="468464" y="57982"/>
                    <a:pt x="467696" y="62695"/>
                    <a:pt x="466914" y="67148"/>
                  </a:cubicBezTo>
                  <a:lnTo>
                    <a:pt x="457657" y="67148"/>
                  </a:lnTo>
                  <a:cubicBezTo>
                    <a:pt x="459297" y="58711"/>
                    <a:pt x="460729" y="49779"/>
                    <a:pt x="461940" y="40364"/>
                  </a:cubicBezTo>
                  <a:cubicBezTo>
                    <a:pt x="463151" y="30951"/>
                    <a:pt x="463907" y="22148"/>
                    <a:pt x="464219" y="13945"/>
                  </a:cubicBezTo>
                  <a:lnTo>
                    <a:pt x="401641" y="13945"/>
                  </a:lnTo>
                  <a:close/>
                  <a:moveTo>
                    <a:pt x="42305" y="2461"/>
                  </a:moveTo>
                  <a:lnTo>
                    <a:pt x="52617" y="2461"/>
                  </a:lnTo>
                  <a:lnTo>
                    <a:pt x="52617" y="7852"/>
                  </a:lnTo>
                  <a:cubicBezTo>
                    <a:pt x="52617" y="11992"/>
                    <a:pt x="53672" y="15742"/>
                    <a:pt x="55781" y="19102"/>
                  </a:cubicBezTo>
                  <a:cubicBezTo>
                    <a:pt x="57891" y="22461"/>
                    <a:pt x="60703" y="25430"/>
                    <a:pt x="64219" y="28008"/>
                  </a:cubicBezTo>
                  <a:cubicBezTo>
                    <a:pt x="67735" y="30586"/>
                    <a:pt x="71758" y="32773"/>
                    <a:pt x="76289" y="34570"/>
                  </a:cubicBezTo>
                  <a:cubicBezTo>
                    <a:pt x="80820" y="36367"/>
                    <a:pt x="85469" y="37734"/>
                    <a:pt x="90235" y="38672"/>
                  </a:cubicBezTo>
                  <a:lnTo>
                    <a:pt x="84375" y="46055"/>
                  </a:lnTo>
                  <a:cubicBezTo>
                    <a:pt x="80703" y="45117"/>
                    <a:pt x="76979" y="43880"/>
                    <a:pt x="73190" y="42357"/>
                  </a:cubicBezTo>
                  <a:cubicBezTo>
                    <a:pt x="69401" y="40833"/>
                    <a:pt x="65820" y="39023"/>
                    <a:pt x="62461" y="36914"/>
                  </a:cubicBezTo>
                  <a:cubicBezTo>
                    <a:pt x="59102" y="34805"/>
                    <a:pt x="56120" y="32461"/>
                    <a:pt x="53503" y="29883"/>
                  </a:cubicBezTo>
                  <a:cubicBezTo>
                    <a:pt x="50886" y="27305"/>
                    <a:pt x="48906" y="24453"/>
                    <a:pt x="47578" y="21328"/>
                  </a:cubicBezTo>
                  <a:cubicBezTo>
                    <a:pt x="45859" y="24609"/>
                    <a:pt x="43672" y="27552"/>
                    <a:pt x="41016" y="30169"/>
                  </a:cubicBezTo>
                  <a:cubicBezTo>
                    <a:pt x="38359" y="32786"/>
                    <a:pt x="35391" y="35078"/>
                    <a:pt x="32109" y="37031"/>
                  </a:cubicBezTo>
                  <a:cubicBezTo>
                    <a:pt x="28828" y="39063"/>
                    <a:pt x="25378" y="40820"/>
                    <a:pt x="21745" y="42305"/>
                  </a:cubicBezTo>
                  <a:cubicBezTo>
                    <a:pt x="18112" y="43789"/>
                    <a:pt x="14453" y="45039"/>
                    <a:pt x="10781" y="46055"/>
                  </a:cubicBezTo>
                  <a:lnTo>
                    <a:pt x="4336" y="38789"/>
                  </a:lnTo>
                  <a:cubicBezTo>
                    <a:pt x="16992" y="35742"/>
                    <a:pt x="26485" y="31641"/>
                    <a:pt x="32813" y="26484"/>
                  </a:cubicBezTo>
                  <a:cubicBezTo>
                    <a:pt x="39141" y="21328"/>
                    <a:pt x="42305" y="15156"/>
                    <a:pt x="42305" y="7969"/>
                  </a:cubicBezTo>
                  <a:close/>
                  <a:moveTo>
                    <a:pt x="213008" y="1875"/>
                  </a:moveTo>
                  <a:lnTo>
                    <a:pt x="243477" y="1875"/>
                  </a:lnTo>
                  <a:lnTo>
                    <a:pt x="243477" y="9609"/>
                  </a:lnTo>
                  <a:lnTo>
                    <a:pt x="213008" y="9727"/>
                  </a:lnTo>
                  <a:close/>
                  <a:moveTo>
                    <a:pt x="106263" y="1289"/>
                  </a:moveTo>
                  <a:lnTo>
                    <a:pt x="131107" y="1289"/>
                  </a:lnTo>
                  <a:lnTo>
                    <a:pt x="131107" y="8555"/>
                  </a:lnTo>
                  <a:lnTo>
                    <a:pt x="106263" y="8555"/>
                  </a:lnTo>
                  <a:close/>
                  <a:moveTo>
                    <a:pt x="363802" y="0"/>
                  </a:moveTo>
                  <a:lnTo>
                    <a:pt x="373060" y="0"/>
                  </a:lnTo>
                  <a:lnTo>
                    <a:pt x="373060" y="60000"/>
                  </a:lnTo>
                  <a:lnTo>
                    <a:pt x="363802" y="60000"/>
                  </a:lnTo>
                  <a:lnTo>
                    <a:pt x="363802" y="42539"/>
                  </a:lnTo>
                  <a:lnTo>
                    <a:pt x="339427" y="42539"/>
                  </a:lnTo>
                  <a:cubicBezTo>
                    <a:pt x="337005" y="45820"/>
                    <a:pt x="333881" y="48438"/>
                    <a:pt x="330052" y="50391"/>
                  </a:cubicBezTo>
                  <a:cubicBezTo>
                    <a:pt x="326224" y="52344"/>
                    <a:pt x="321966" y="53320"/>
                    <a:pt x="317279" y="53320"/>
                  </a:cubicBezTo>
                  <a:cubicBezTo>
                    <a:pt x="313295" y="53320"/>
                    <a:pt x="309649" y="52656"/>
                    <a:pt x="306328" y="51328"/>
                  </a:cubicBezTo>
                  <a:cubicBezTo>
                    <a:pt x="303008" y="50000"/>
                    <a:pt x="300170" y="48164"/>
                    <a:pt x="297826" y="45820"/>
                  </a:cubicBezTo>
                  <a:cubicBezTo>
                    <a:pt x="295404" y="43477"/>
                    <a:pt x="293555" y="40716"/>
                    <a:pt x="292266" y="37552"/>
                  </a:cubicBezTo>
                  <a:cubicBezTo>
                    <a:pt x="290977" y="34388"/>
                    <a:pt x="290326" y="31016"/>
                    <a:pt x="290326" y="27422"/>
                  </a:cubicBezTo>
                  <a:cubicBezTo>
                    <a:pt x="290326" y="23828"/>
                    <a:pt x="290977" y="20443"/>
                    <a:pt x="292266" y="17279"/>
                  </a:cubicBezTo>
                  <a:cubicBezTo>
                    <a:pt x="293555" y="14115"/>
                    <a:pt x="295404" y="11328"/>
                    <a:pt x="297826" y="8906"/>
                  </a:cubicBezTo>
                  <a:cubicBezTo>
                    <a:pt x="300170" y="6562"/>
                    <a:pt x="303008" y="4701"/>
                    <a:pt x="306328" y="3333"/>
                  </a:cubicBezTo>
                  <a:cubicBezTo>
                    <a:pt x="309649" y="1966"/>
                    <a:pt x="313295" y="1289"/>
                    <a:pt x="317279" y="1289"/>
                  </a:cubicBezTo>
                  <a:cubicBezTo>
                    <a:pt x="321888" y="1289"/>
                    <a:pt x="326068" y="2227"/>
                    <a:pt x="329818" y="4101"/>
                  </a:cubicBezTo>
                  <a:cubicBezTo>
                    <a:pt x="333568" y="5977"/>
                    <a:pt x="336615" y="8477"/>
                    <a:pt x="338959" y="11602"/>
                  </a:cubicBezTo>
                  <a:lnTo>
                    <a:pt x="363802" y="11602"/>
                  </a:lnTo>
                  <a:close/>
                  <a:moveTo>
                    <a:pt x="269375" y="0"/>
                  </a:moveTo>
                  <a:lnTo>
                    <a:pt x="278516" y="0"/>
                  </a:lnTo>
                  <a:lnTo>
                    <a:pt x="278516" y="42188"/>
                  </a:lnTo>
                  <a:lnTo>
                    <a:pt x="293985" y="42188"/>
                  </a:lnTo>
                  <a:lnTo>
                    <a:pt x="293985" y="50742"/>
                  </a:lnTo>
                  <a:lnTo>
                    <a:pt x="278516" y="50742"/>
                  </a:lnTo>
                  <a:lnTo>
                    <a:pt x="278516" y="103945"/>
                  </a:lnTo>
                  <a:lnTo>
                    <a:pt x="269375" y="103945"/>
                  </a:lnTo>
                  <a:close/>
                  <a:moveTo>
                    <a:pt x="172123" y="0"/>
                  </a:moveTo>
                  <a:lnTo>
                    <a:pt x="181029" y="0"/>
                  </a:lnTo>
                  <a:lnTo>
                    <a:pt x="181029" y="67031"/>
                  </a:lnTo>
                  <a:lnTo>
                    <a:pt x="172123" y="67031"/>
                  </a:lnTo>
                  <a:lnTo>
                    <a:pt x="172123" y="36680"/>
                  </a:lnTo>
                  <a:lnTo>
                    <a:pt x="159232" y="36680"/>
                  </a:lnTo>
                  <a:lnTo>
                    <a:pt x="159232" y="63633"/>
                  </a:lnTo>
                  <a:lnTo>
                    <a:pt x="150326" y="63633"/>
                  </a:lnTo>
                  <a:lnTo>
                    <a:pt x="150326" y="1875"/>
                  </a:lnTo>
                  <a:lnTo>
                    <a:pt x="159232" y="1875"/>
                  </a:lnTo>
                  <a:lnTo>
                    <a:pt x="159232" y="28477"/>
                  </a:lnTo>
                  <a:lnTo>
                    <a:pt x="172123" y="28477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A830E74-8C2F-49B2-9FFA-B7B6F7BB38AD}"/>
                </a:ext>
              </a:extLst>
            </p:cNvPr>
            <p:cNvSpPr txBox="1"/>
            <p:nvPr/>
          </p:nvSpPr>
          <p:spPr>
            <a:xfrm>
              <a:off x="3138836" y="1854406"/>
              <a:ext cx="7037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수행하였고</a:t>
              </a:r>
            </a:p>
          </p:txBody>
        </p:sp>
        <p:sp>
          <p:nvSpPr>
            <p:cNvPr id="80" name="자유형: 도형 79">
              <a:extLst>
                <a:ext uri="{FF2B5EF4-FFF2-40B4-BE49-F238E27FC236}">
                  <a16:creationId xmlns:a16="http://schemas.microsoft.com/office/drawing/2014/main" id="{ABB1CD91-99DE-40EC-8DD4-B682A447D3EB}"/>
                </a:ext>
              </a:extLst>
            </p:cNvPr>
            <p:cNvSpPr/>
            <p:nvPr/>
          </p:nvSpPr>
          <p:spPr>
            <a:xfrm>
              <a:off x="3747555" y="1924528"/>
              <a:ext cx="180794" cy="104062"/>
            </a:xfrm>
            <a:custGeom>
              <a:avLst/>
              <a:gdLst>
                <a:gd name="connsiteX0" fmla="*/ 98529 w 180794"/>
                <a:gd name="connsiteY0" fmla="*/ 64336 h 104062"/>
                <a:gd name="connsiteX1" fmla="*/ 165560 w 180794"/>
                <a:gd name="connsiteY1" fmla="*/ 64336 h 104062"/>
                <a:gd name="connsiteX2" fmla="*/ 167487 w 180794"/>
                <a:gd name="connsiteY2" fmla="*/ 64857 h 104062"/>
                <a:gd name="connsiteX3" fmla="*/ 168021 w 180794"/>
                <a:gd name="connsiteY3" fmla="*/ 66797 h 104062"/>
                <a:gd name="connsiteX4" fmla="*/ 168021 w 180794"/>
                <a:gd name="connsiteY4" fmla="*/ 84375 h 104062"/>
                <a:gd name="connsiteX5" fmla="*/ 167487 w 180794"/>
                <a:gd name="connsiteY5" fmla="*/ 86302 h 104062"/>
                <a:gd name="connsiteX6" fmla="*/ 165560 w 180794"/>
                <a:gd name="connsiteY6" fmla="*/ 86836 h 104062"/>
                <a:gd name="connsiteX7" fmla="*/ 108372 w 180794"/>
                <a:gd name="connsiteY7" fmla="*/ 86836 h 104062"/>
                <a:gd name="connsiteX8" fmla="*/ 108372 w 180794"/>
                <a:gd name="connsiteY8" fmla="*/ 96094 h 104062"/>
                <a:gd name="connsiteX9" fmla="*/ 170482 w 180794"/>
                <a:gd name="connsiteY9" fmla="*/ 96094 h 104062"/>
                <a:gd name="connsiteX10" fmla="*/ 170482 w 180794"/>
                <a:gd name="connsiteY10" fmla="*/ 102891 h 104062"/>
                <a:gd name="connsiteX11" fmla="*/ 100990 w 180794"/>
                <a:gd name="connsiteY11" fmla="*/ 102891 h 104062"/>
                <a:gd name="connsiteX12" fmla="*/ 99049 w 180794"/>
                <a:gd name="connsiteY12" fmla="*/ 102357 h 104062"/>
                <a:gd name="connsiteX13" fmla="*/ 98529 w 180794"/>
                <a:gd name="connsiteY13" fmla="*/ 100430 h 104062"/>
                <a:gd name="connsiteX14" fmla="*/ 98529 w 180794"/>
                <a:gd name="connsiteY14" fmla="*/ 82734 h 104062"/>
                <a:gd name="connsiteX15" fmla="*/ 99049 w 180794"/>
                <a:gd name="connsiteY15" fmla="*/ 80794 h 104062"/>
                <a:gd name="connsiteX16" fmla="*/ 100990 w 180794"/>
                <a:gd name="connsiteY16" fmla="*/ 80273 h 104062"/>
                <a:gd name="connsiteX17" fmla="*/ 158295 w 180794"/>
                <a:gd name="connsiteY17" fmla="*/ 80273 h 104062"/>
                <a:gd name="connsiteX18" fmla="*/ 158295 w 180794"/>
                <a:gd name="connsiteY18" fmla="*/ 71016 h 104062"/>
                <a:gd name="connsiteX19" fmla="*/ 98529 w 180794"/>
                <a:gd name="connsiteY19" fmla="*/ 71016 h 104062"/>
                <a:gd name="connsiteX20" fmla="*/ 85872 w 180794"/>
                <a:gd name="connsiteY20" fmla="*/ 48516 h 104062"/>
                <a:gd name="connsiteX21" fmla="*/ 180794 w 180794"/>
                <a:gd name="connsiteY21" fmla="*/ 48516 h 104062"/>
                <a:gd name="connsiteX22" fmla="*/ 180794 w 180794"/>
                <a:gd name="connsiteY22" fmla="*/ 55430 h 104062"/>
                <a:gd name="connsiteX23" fmla="*/ 85872 w 180794"/>
                <a:gd name="connsiteY23" fmla="*/ 55430 h 104062"/>
                <a:gd name="connsiteX24" fmla="*/ 25781 w 180794"/>
                <a:gd name="connsiteY24" fmla="*/ 10781 h 104062"/>
                <a:gd name="connsiteX25" fmla="*/ 18281 w 180794"/>
                <a:gd name="connsiteY25" fmla="*/ 13359 h 104062"/>
                <a:gd name="connsiteX26" fmla="*/ 13125 w 180794"/>
                <a:gd name="connsiteY26" fmla="*/ 20273 h 104062"/>
                <a:gd name="connsiteX27" fmla="*/ 10078 w 180794"/>
                <a:gd name="connsiteY27" fmla="*/ 30234 h 104062"/>
                <a:gd name="connsiteX28" fmla="*/ 9141 w 180794"/>
                <a:gd name="connsiteY28" fmla="*/ 41953 h 104062"/>
                <a:gd name="connsiteX29" fmla="*/ 10130 w 180794"/>
                <a:gd name="connsiteY29" fmla="*/ 53958 h 104062"/>
                <a:gd name="connsiteX30" fmla="*/ 13125 w 180794"/>
                <a:gd name="connsiteY30" fmla="*/ 63867 h 104062"/>
                <a:gd name="connsiteX31" fmla="*/ 18333 w 180794"/>
                <a:gd name="connsiteY31" fmla="*/ 70664 h 104062"/>
                <a:gd name="connsiteX32" fmla="*/ 25781 w 180794"/>
                <a:gd name="connsiteY32" fmla="*/ 73125 h 104062"/>
                <a:gd name="connsiteX33" fmla="*/ 33047 w 180794"/>
                <a:gd name="connsiteY33" fmla="*/ 70664 h 104062"/>
                <a:gd name="connsiteX34" fmla="*/ 38203 w 180794"/>
                <a:gd name="connsiteY34" fmla="*/ 63867 h 104062"/>
                <a:gd name="connsiteX35" fmla="*/ 41185 w 180794"/>
                <a:gd name="connsiteY35" fmla="*/ 53958 h 104062"/>
                <a:gd name="connsiteX36" fmla="*/ 42188 w 180794"/>
                <a:gd name="connsiteY36" fmla="*/ 41953 h 104062"/>
                <a:gd name="connsiteX37" fmla="*/ 41185 w 180794"/>
                <a:gd name="connsiteY37" fmla="*/ 30117 h 104062"/>
                <a:gd name="connsiteX38" fmla="*/ 38203 w 180794"/>
                <a:gd name="connsiteY38" fmla="*/ 20156 h 104062"/>
                <a:gd name="connsiteX39" fmla="*/ 33099 w 180794"/>
                <a:gd name="connsiteY39" fmla="*/ 13359 h 104062"/>
                <a:gd name="connsiteX40" fmla="*/ 25781 w 180794"/>
                <a:gd name="connsiteY40" fmla="*/ 10781 h 104062"/>
                <a:gd name="connsiteX41" fmla="*/ 25781 w 180794"/>
                <a:gd name="connsiteY41" fmla="*/ 2461 h 104062"/>
                <a:gd name="connsiteX42" fmla="*/ 35625 w 180794"/>
                <a:gd name="connsiteY42" fmla="*/ 4857 h 104062"/>
                <a:gd name="connsiteX43" fmla="*/ 43828 w 180794"/>
                <a:gd name="connsiteY43" fmla="*/ 12187 h 104062"/>
                <a:gd name="connsiteX44" fmla="*/ 49388 w 180794"/>
                <a:gd name="connsiteY44" fmla="*/ 24427 h 104062"/>
                <a:gd name="connsiteX45" fmla="*/ 51445 w 180794"/>
                <a:gd name="connsiteY45" fmla="*/ 41953 h 104062"/>
                <a:gd name="connsiteX46" fmla="*/ 49388 w 180794"/>
                <a:gd name="connsiteY46" fmla="*/ 59414 h 104062"/>
                <a:gd name="connsiteX47" fmla="*/ 43828 w 180794"/>
                <a:gd name="connsiteY47" fmla="*/ 71719 h 104062"/>
                <a:gd name="connsiteX48" fmla="*/ 35677 w 180794"/>
                <a:gd name="connsiteY48" fmla="*/ 79036 h 104062"/>
                <a:gd name="connsiteX49" fmla="*/ 25781 w 180794"/>
                <a:gd name="connsiteY49" fmla="*/ 81445 h 104062"/>
                <a:gd name="connsiteX50" fmla="*/ 15703 w 180794"/>
                <a:gd name="connsiteY50" fmla="*/ 79102 h 104062"/>
                <a:gd name="connsiteX51" fmla="*/ 7500 w 180794"/>
                <a:gd name="connsiteY51" fmla="*/ 71836 h 104062"/>
                <a:gd name="connsiteX52" fmla="*/ 1992 w 180794"/>
                <a:gd name="connsiteY52" fmla="*/ 59466 h 104062"/>
                <a:gd name="connsiteX53" fmla="*/ 0 w 180794"/>
                <a:gd name="connsiteY53" fmla="*/ 41953 h 104062"/>
                <a:gd name="connsiteX54" fmla="*/ 1992 w 180794"/>
                <a:gd name="connsiteY54" fmla="*/ 24258 h 104062"/>
                <a:gd name="connsiteX55" fmla="*/ 7383 w 180794"/>
                <a:gd name="connsiteY55" fmla="*/ 11953 h 104062"/>
                <a:gd name="connsiteX56" fmla="*/ 15586 w 180794"/>
                <a:gd name="connsiteY56" fmla="*/ 4805 h 104062"/>
                <a:gd name="connsiteX57" fmla="*/ 25781 w 180794"/>
                <a:gd name="connsiteY57" fmla="*/ 2461 h 104062"/>
                <a:gd name="connsiteX58" fmla="*/ 98529 w 180794"/>
                <a:gd name="connsiteY58" fmla="*/ 2227 h 104062"/>
                <a:gd name="connsiteX59" fmla="*/ 164974 w 180794"/>
                <a:gd name="connsiteY59" fmla="*/ 2227 h 104062"/>
                <a:gd name="connsiteX60" fmla="*/ 166901 w 180794"/>
                <a:gd name="connsiteY60" fmla="*/ 2747 h 104062"/>
                <a:gd name="connsiteX61" fmla="*/ 167435 w 180794"/>
                <a:gd name="connsiteY61" fmla="*/ 4688 h 104062"/>
                <a:gd name="connsiteX62" fmla="*/ 167435 w 180794"/>
                <a:gd name="connsiteY62" fmla="*/ 21797 h 104062"/>
                <a:gd name="connsiteX63" fmla="*/ 166901 w 180794"/>
                <a:gd name="connsiteY63" fmla="*/ 23724 h 104062"/>
                <a:gd name="connsiteX64" fmla="*/ 164974 w 180794"/>
                <a:gd name="connsiteY64" fmla="*/ 24258 h 104062"/>
                <a:gd name="connsiteX65" fmla="*/ 108138 w 180794"/>
                <a:gd name="connsiteY65" fmla="*/ 24258 h 104062"/>
                <a:gd name="connsiteX66" fmla="*/ 108138 w 180794"/>
                <a:gd name="connsiteY66" fmla="*/ 33164 h 104062"/>
                <a:gd name="connsiteX67" fmla="*/ 169662 w 180794"/>
                <a:gd name="connsiteY67" fmla="*/ 33164 h 104062"/>
                <a:gd name="connsiteX68" fmla="*/ 169662 w 180794"/>
                <a:gd name="connsiteY68" fmla="*/ 39844 h 104062"/>
                <a:gd name="connsiteX69" fmla="*/ 100990 w 180794"/>
                <a:gd name="connsiteY69" fmla="*/ 39844 h 104062"/>
                <a:gd name="connsiteX70" fmla="*/ 99049 w 180794"/>
                <a:gd name="connsiteY70" fmla="*/ 39310 h 104062"/>
                <a:gd name="connsiteX71" fmla="*/ 98529 w 180794"/>
                <a:gd name="connsiteY71" fmla="*/ 37383 h 104062"/>
                <a:gd name="connsiteX72" fmla="*/ 98529 w 180794"/>
                <a:gd name="connsiteY72" fmla="*/ 20273 h 104062"/>
                <a:gd name="connsiteX73" fmla="*/ 99049 w 180794"/>
                <a:gd name="connsiteY73" fmla="*/ 18333 h 104062"/>
                <a:gd name="connsiteX74" fmla="*/ 100990 w 180794"/>
                <a:gd name="connsiteY74" fmla="*/ 17812 h 104062"/>
                <a:gd name="connsiteX75" fmla="*/ 157708 w 180794"/>
                <a:gd name="connsiteY75" fmla="*/ 17812 h 104062"/>
                <a:gd name="connsiteX76" fmla="*/ 157708 w 180794"/>
                <a:gd name="connsiteY76" fmla="*/ 9023 h 104062"/>
                <a:gd name="connsiteX77" fmla="*/ 98529 w 180794"/>
                <a:gd name="connsiteY77" fmla="*/ 9023 h 104062"/>
                <a:gd name="connsiteX78" fmla="*/ 71719 w 180794"/>
                <a:gd name="connsiteY78" fmla="*/ 0 h 104062"/>
                <a:gd name="connsiteX79" fmla="*/ 80977 w 180794"/>
                <a:gd name="connsiteY79" fmla="*/ 0 h 104062"/>
                <a:gd name="connsiteX80" fmla="*/ 80977 w 180794"/>
                <a:gd name="connsiteY80" fmla="*/ 104063 h 104062"/>
                <a:gd name="connsiteX81" fmla="*/ 71719 w 180794"/>
                <a:gd name="connsiteY81" fmla="*/ 104063 h 10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180794" h="104062">
                  <a:moveTo>
                    <a:pt x="98529" y="64336"/>
                  </a:moveTo>
                  <a:lnTo>
                    <a:pt x="165560" y="64336"/>
                  </a:lnTo>
                  <a:cubicBezTo>
                    <a:pt x="166497" y="64336"/>
                    <a:pt x="167135" y="64505"/>
                    <a:pt x="167487" y="64857"/>
                  </a:cubicBezTo>
                  <a:cubicBezTo>
                    <a:pt x="167839" y="65208"/>
                    <a:pt x="168021" y="65859"/>
                    <a:pt x="168021" y="66797"/>
                  </a:cubicBezTo>
                  <a:lnTo>
                    <a:pt x="168021" y="84375"/>
                  </a:lnTo>
                  <a:cubicBezTo>
                    <a:pt x="168021" y="85313"/>
                    <a:pt x="167839" y="85951"/>
                    <a:pt x="167487" y="86302"/>
                  </a:cubicBezTo>
                  <a:cubicBezTo>
                    <a:pt x="167135" y="86654"/>
                    <a:pt x="166497" y="86836"/>
                    <a:pt x="165560" y="86836"/>
                  </a:cubicBezTo>
                  <a:lnTo>
                    <a:pt x="108372" y="86836"/>
                  </a:lnTo>
                  <a:lnTo>
                    <a:pt x="108372" y="96094"/>
                  </a:lnTo>
                  <a:lnTo>
                    <a:pt x="170482" y="96094"/>
                  </a:lnTo>
                  <a:lnTo>
                    <a:pt x="170482" y="102891"/>
                  </a:lnTo>
                  <a:lnTo>
                    <a:pt x="100990" y="102891"/>
                  </a:lnTo>
                  <a:cubicBezTo>
                    <a:pt x="100052" y="102891"/>
                    <a:pt x="99401" y="102708"/>
                    <a:pt x="99049" y="102357"/>
                  </a:cubicBezTo>
                  <a:cubicBezTo>
                    <a:pt x="98698" y="102005"/>
                    <a:pt x="98529" y="101367"/>
                    <a:pt x="98529" y="100430"/>
                  </a:cubicBezTo>
                  <a:lnTo>
                    <a:pt x="98529" y="82734"/>
                  </a:lnTo>
                  <a:cubicBezTo>
                    <a:pt x="98529" y="81797"/>
                    <a:pt x="98698" y="81146"/>
                    <a:pt x="99049" y="80794"/>
                  </a:cubicBezTo>
                  <a:cubicBezTo>
                    <a:pt x="99401" y="80443"/>
                    <a:pt x="100052" y="80273"/>
                    <a:pt x="100990" y="80273"/>
                  </a:cubicBezTo>
                  <a:lnTo>
                    <a:pt x="158295" y="80273"/>
                  </a:lnTo>
                  <a:lnTo>
                    <a:pt x="158295" y="71016"/>
                  </a:lnTo>
                  <a:lnTo>
                    <a:pt x="98529" y="71016"/>
                  </a:lnTo>
                  <a:close/>
                  <a:moveTo>
                    <a:pt x="85872" y="48516"/>
                  </a:moveTo>
                  <a:lnTo>
                    <a:pt x="180794" y="48516"/>
                  </a:lnTo>
                  <a:lnTo>
                    <a:pt x="180794" y="55430"/>
                  </a:lnTo>
                  <a:lnTo>
                    <a:pt x="85872" y="55430"/>
                  </a:lnTo>
                  <a:close/>
                  <a:moveTo>
                    <a:pt x="25781" y="10781"/>
                  </a:moveTo>
                  <a:cubicBezTo>
                    <a:pt x="22891" y="10781"/>
                    <a:pt x="20391" y="11641"/>
                    <a:pt x="18281" y="13359"/>
                  </a:cubicBezTo>
                  <a:cubicBezTo>
                    <a:pt x="16172" y="15078"/>
                    <a:pt x="14453" y="17383"/>
                    <a:pt x="13125" y="20273"/>
                  </a:cubicBezTo>
                  <a:cubicBezTo>
                    <a:pt x="11719" y="23164"/>
                    <a:pt x="10703" y="26484"/>
                    <a:pt x="10078" y="30234"/>
                  </a:cubicBezTo>
                  <a:cubicBezTo>
                    <a:pt x="9453" y="33984"/>
                    <a:pt x="9141" y="37891"/>
                    <a:pt x="9141" y="41953"/>
                  </a:cubicBezTo>
                  <a:cubicBezTo>
                    <a:pt x="9141" y="46172"/>
                    <a:pt x="9466" y="50169"/>
                    <a:pt x="10130" y="53958"/>
                  </a:cubicBezTo>
                  <a:cubicBezTo>
                    <a:pt x="10794" y="57747"/>
                    <a:pt x="11797" y="61055"/>
                    <a:pt x="13125" y="63867"/>
                  </a:cubicBezTo>
                  <a:cubicBezTo>
                    <a:pt x="14531" y="66758"/>
                    <a:pt x="16263" y="69023"/>
                    <a:pt x="18333" y="70664"/>
                  </a:cubicBezTo>
                  <a:cubicBezTo>
                    <a:pt x="20404" y="72305"/>
                    <a:pt x="22891" y="73125"/>
                    <a:pt x="25781" y="73125"/>
                  </a:cubicBezTo>
                  <a:cubicBezTo>
                    <a:pt x="28594" y="73125"/>
                    <a:pt x="31016" y="72305"/>
                    <a:pt x="33047" y="70664"/>
                  </a:cubicBezTo>
                  <a:cubicBezTo>
                    <a:pt x="35078" y="69023"/>
                    <a:pt x="36797" y="66758"/>
                    <a:pt x="38203" y="63867"/>
                  </a:cubicBezTo>
                  <a:cubicBezTo>
                    <a:pt x="39531" y="61055"/>
                    <a:pt x="40521" y="57747"/>
                    <a:pt x="41185" y="53958"/>
                  </a:cubicBezTo>
                  <a:cubicBezTo>
                    <a:pt x="41849" y="50169"/>
                    <a:pt x="42188" y="46172"/>
                    <a:pt x="42188" y="41953"/>
                  </a:cubicBezTo>
                  <a:cubicBezTo>
                    <a:pt x="42188" y="37813"/>
                    <a:pt x="41849" y="33867"/>
                    <a:pt x="41185" y="30117"/>
                  </a:cubicBezTo>
                  <a:cubicBezTo>
                    <a:pt x="40521" y="26367"/>
                    <a:pt x="39531" y="23047"/>
                    <a:pt x="38203" y="20156"/>
                  </a:cubicBezTo>
                  <a:cubicBezTo>
                    <a:pt x="36875" y="17344"/>
                    <a:pt x="35169" y="15078"/>
                    <a:pt x="33099" y="13359"/>
                  </a:cubicBezTo>
                  <a:cubicBezTo>
                    <a:pt x="31029" y="11641"/>
                    <a:pt x="28594" y="10781"/>
                    <a:pt x="25781" y="10781"/>
                  </a:cubicBezTo>
                  <a:close/>
                  <a:moveTo>
                    <a:pt x="25781" y="2461"/>
                  </a:moveTo>
                  <a:cubicBezTo>
                    <a:pt x="29219" y="2461"/>
                    <a:pt x="32500" y="3255"/>
                    <a:pt x="35625" y="4857"/>
                  </a:cubicBezTo>
                  <a:cubicBezTo>
                    <a:pt x="38750" y="6458"/>
                    <a:pt x="41484" y="8906"/>
                    <a:pt x="43828" y="12187"/>
                  </a:cubicBezTo>
                  <a:cubicBezTo>
                    <a:pt x="46172" y="15391"/>
                    <a:pt x="48021" y="19466"/>
                    <a:pt x="49388" y="24427"/>
                  </a:cubicBezTo>
                  <a:cubicBezTo>
                    <a:pt x="50755" y="29388"/>
                    <a:pt x="51445" y="35234"/>
                    <a:pt x="51445" y="41953"/>
                  </a:cubicBezTo>
                  <a:cubicBezTo>
                    <a:pt x="51445" y="48672"/>
                    <a:pt x="50755" y="54492"/>
                    <a:pt x="49388" y="59414"/>
                  </a:cubicBezTo>
                  <a:cubicBezTo>
                    <a:pt x="48021" y="64336"/>
                    <a:pt x="46172" y="68437"/>
                    <a:pt x="43828" y="71719"/>
                  </a:cubicBezTo>
                  <a:cubicBezTo>
                    <a:pt x="41484" y="75000"/>
                    <a:pt x="38763" y="77435"/>
                    <a:pt x="35677" y="79036"/>
                  </a:cubicBezTo>
                  <a:cubicBezTo>
                    <a:pt x="32591" y="80638"/>
                    <a:pt x="29297" y="81445"/>
                    <a:pt x="25781" y="81445"/>
                  </a:cubicBezTo>
                  <a:cubicBezTo>
                    <a:pt x="22187" y="81445"/>
                    <a:pt x="18828" y="80664"/>
                    <a:pt x="15703" y="79102"/>
                  </a:cubicBezTo>
                  <a:cubicBezTo>
                    <a:pt x="12578" y="77539"/>
                    <a:pt x="9844" y="75117"/>
                    <a:pt x="7500" y="71836"/>
                  </a:cubicBezTo>
                  <a:cubicBezTo>
                    <a:pt x="5156" y="68555"/>
                    <a:pt x="3320" y="64427"/>
                    <a:pt x="1992" y="59466"/>
                  </a:cubicBezTo>
                  <a:cubicBezTo>
                    <a:pt x="664" y="54505"/>
                    <a:pt x="0" y="48672"/>
                    <a:pt x="0" y="41953"/>
                  </a:cubicBezTo>
                  <a:cubicBezTo>
                    <a:pt x="0" y="35156"/>
                    <a:pt x="664" y="29258"/>
                    <a:pt x="1992" y="24258"/>
                  </a:cubicBezTo>
                  <a:cubicBezTo>
                    <a:pt x="3320" y="19258"/>
                    <a:pt x="5117" y="15156"/>
                    <a:pt x="7383" y="11953"/>
                  </a:cubicBezTo>
                  <a:cubicBezTo>
                    <a:pt x="9726" y="8750"/>
                    <a:pt x="12461" y="6367"/>
                    <a:pt x="15586" y="4805"/>
                  </a:cubicBezTo>
                  <a:cubicBezTo>
                    <a:pt x="18711" y="3242"/>
                    <a:pt x="22109" y="2461"/>
                    <a:pt x="25781" y="2461"/>
                  </a:cubicBezTo>
                  <a:close/>
                  <a:moveTo>
                    <a:pt x="98529" y="2227"/>
                  </a:moveTo>
                  <a:lnTo>
                    <a:pt x="164974" y="2227"/>
                  </a:lnTo>
                  <a:cubicBezTo>
                    <a:pt x="165912" y="2227"/>
                    <a:pt x="166550" y="2396"/>
                    <a:pt x="166901" y="2747"/>
                  </a:cubicBezTo>
                  <a:cubicBezTo>
                    <a:pt x="167253" y="3099"/>
                    <a:pt x="167435" y="3750"/>
                    <a:pt x="167435" y="4688"/>
                  </a:cubicBezTo>
                  <a:lnTo>
                    <a:pt x="167435" y="21797"/>
                  </a:lnTo>
                  <a:cubicBezTo>
                    <a:pt x="167435" y="22734"/>
                    <a:pt x="167253" y="23372"/>
                    <a:pt x="166901" y="23724"/>
                  </a:cubicBezTo>
                  <a:cubicBezTo>
                    <a:pt x="166550" y="24076"/>
                    <a:pt x="165912" y="24258"/>
                    <a:pt x="164974" y="24258"/>
                  </a:cubicBezTo>
                  <a:lnTo>
                    <a:pt x="108138" y="24258"/>
                  </a:lnTo>
                  <a:lnTo>
                    <a:pt x="108138" y="33164"/>
                  </a:lnTo>
                  <a:lnTo>
                    <a:pt x="169662" y="33164"/>
                  </a:lnTo>
                  <a:lnTo>
                    <a:pt x="169662" y="39844"/>
                  </a:lnTo>
                  <a:lnTo>
                    <a:pt x="100990" y="39844"/>
                  </a:lnTo>
                  <a:cubicBezTo>
                    <a:pt x="100052" y="39844"/>
                    <a:pt x="99401" y="39662"/>
                    <a:pt x="99049" y="39310"/>
                  </a:cubicBezTo>
                  <a:cubicBezTo>
                    <a:pt x="98698" y="38958"/>
                    <a:pt x="98529" y="38320"/>
                    <a:pt x="98529" y="37383"/>
                  </a:cubicBezTo>
                  <a:lnTo>
                    <a:pt x="98529" y="20273"/>
                  </a:lnTo>
                  <a:cubicBezTo>
                    <a:pt x="98529" y="19336"/>
                    <a:pt x="98698" y="18685"/>
                    <a:pt x="99049" y="18333"/>
                  </a:cubicBezTo>
                  <a:cubicBezTo>
                    <a:pt x="99401" y="17982"/>
                    <a:pt x="100052" y="17812"/>
                    <a:pt x="100990" y="17812"/>
                  </a:cubicBezTo>
                  <a:lnTo>
                    <a:pt x="157708" y="17812"/>
                  </a:lnTo>
                  <a:lnTo>
                    <a:pt x="157708" y="9023"/>
                  </a:lnTo>
                  <a:lnTo>
                    <a:pt x="98529" y="9023"/>
                  </a:lnTo>
                  <a:close/>
                  <a:moveTo>
                    <a:pt x="71719" y="0"/>
                  </a:moveTo>
                  <a:lnTo>
                    <a:pt x="80977" y="0"/>
                  </a:lnTo>
                  <a:lnTo>
                    <a:pt x="80977" y="104063"/>
                  </a:lnTo>
                  <a:lnTo>
                    <a:pt x="71719" y="104063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89DD136-010E-469D-8190-0E42985FA37E}"/>
                </a:ext>
              </a:extLst>
            </p:cNvPr>
            <p:cNvSpPr txBox="1"/>
            <p:nvPr/>
          </p:nvSpPr>
          <p:spPr>
            <a:xfrm>
              <a:off x="3656115" y="1852675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이를</a:t>
              </a:r>
            </a:p>
          </p:txBody>
        </p:sp>
        <p:sp>
          <p:nvSpPr>
            <p:cNvPr id="82" name="자유형: 도형 81">
              <a:extLst>
                <a:ext uri="{FF2B5EF4-FFF2-40B4-BE49-F238E27FC236}">
                  <a16:creationId xmlns:a16="http://schemas.microsoft.com/office/drawing/2014/main" id="{4D81A18E-B1E7-46DE-ABDA-2DFF5441B2F0}"/>
                </a:ext>
              </a:extLst>
            </p:cNvPr>
            <p:cNvSpPr/>
            <p:nvPr/>
          </p:nvSpPr>
          <p:spPr>
            <a:xfrm>
              <a:off x="3963519" y="1924528"/>
              <a:ext cx="281679" cy="106054"/>
            </a:xfrm>
            <a:custGeom>
              <a:avLst/>
              <a:gdLst>
                <a:gd name="connsiteX0" fmla="*/ 47578 w 281679"/>
                <a:gd name="connsiteY0" fmla="*/ 75586 h 106054"/>
                <a:gd name="connsiteX1" fmla="*/ 28125 w 281679"/>
                <a:gd name="connsiteY1" fmla="*/ 78867 h 106054"/>
                <a:gd name="connsiteX2" fmla="*/ 20625 w 281679"/>
                <a:gd name="connsiteY2" fmla="*/ 87305 h 106054"/>
                <a:gd name="connsiteX3" fmla="*/ 28060 w 281679"/>
                <a:gd name="connsiteY3" fmla="*/ 95677 h 106054"/>
                <a:gd name="connsiteX4" fmla="*/ 47461 w 281679"/>
                <a:gd name="connsiteY4" fmla="*/ 98906 h 106054"/>
                <a:gd name="connsiteX5" fmla="*/ 58125 w 281679"/>
                <a:gd name="connsiteY5" fmla="*/ 98086 h 106054"/>
                <a:gd name="connsiteX6" fmla="*/ 66563 w 281679"/>
                <a:gd name="connsiteY6" fmla="*/ 95742 h 106054"/>
                <a:gd name="connsiteX7" fmla="*/ 72122 w 281679"/>
                <a:gd name="connsiteY7" fmla="*/ 92044 h 106054"/>
                <a:gd name="connsiteX8" fmla="*/ 74180 w 281679"/>
                <a:gd name="connsiteY8" fmla="*/ 87305 h 106054"/>
                <a:gd name="connsiteX9" fmla="*/ 66680 w 281679"/>
                <a:gd name="connsiteY9" fmla="*/ 78867 h 106054"/>
                <a:gd name="connsiteX10" fmla="*/ 47578 w 281679"/>
                <a:gd name="connsiteY10" fmla="*/ 75586 h 106054"/>
                <a:gd name="connsiteX11" fmla="*/ 47461 w 281679"/>
                <a:gd name="connsiteY11" fmla="*/ 68437 h 106054"/>
                <a:gd name="connsiteX12" fmla="*/ 74935 w 281679"/>
                <a:gd name="connsiteY12" fmla="*/ 73997 h 106054"/>
                <a:gd name="connsiteX13" fmla="*/ 84492 w 281679"/>
                <a:gd name="connsiteY13" fmla="*/ 87305 h 106054"/>
                <a:gd name="connsiteX14" fmla="*/ 74935 w 281679"/>
                <a:gd name="connsiteY14" fmla="*/ 100547 h 106054"/>
                <a:gd name="connsiteX15" fmla="*/ 47461 w 281679"/>
                <a:gd name="connsiteY15" fmla="*/ 106055 h 106054"/>
                <a:gd name="connsiteX16" fmla="*/ 19857 w 281679"/>
                <a:gd name="connsiteY16" fmla="*/ 100547 h 106054"/>
                <a:gd name="connsiteX17" fmla="*/ 10312 w 281679"/>
                <a:gd name="connsiteY17" fmla="*/ 87305 h 106054"/>
                <a:gd name="connsiteX18" fmla="*/ 19805 w 281679"/>
                <a:gd name="connsiteY18" fmla="*/ 73997 h 106054"/>
                <a:gd name="connsiteX19" fmla="*/ 47461 w 281679"/>
                <a:gd name="connsiteY19" fmla="*/ 68437 h 106054"/>
                <a:gd name="connsiteX20" fmla="*/ 124075 w 281679"/>
                <a:gd name="connsiteY20" fmla="*/ 43008 h 106054"/>
                <a:gd name="connsiteX21" fmla="*/ 112057 w 281679"/>
                <a:gd name="connsiteY21" fmla="*/ 47695 h 106054"/>
                <a:gd name="connsiteX22" fmla="*/ 107787 w 281679"/>
                <a:gd name="connsiteY22" fmla="*/ 59883 h 106054"/>
                <a:gd name="connsiteX23" fmla="*/ 112057 w 281679"/>
                <a:gd name="connsiteY23" fmla="*/ 72070 h 106054"/>
                <a:gd name="connsiteX24" fmla="*/ 124075 w 281679"/>
                <a:gd name="connsiteY24" fmla="*/ 76875 h 106054"/>
                <a:gd name="connsiteX25" fmla="*/ 136029 w 281679"/>
                <a:gd name="connsiteY25" fmla="*/ 72070 h 106054"/>
                <a:gd name="connsiteX26" fmla="*/ 140365 w 281679"/>
                <a:gd name="connsiteY26" fmla="*/ 59883 h 106054"/>
                <a:gd name="connsiteX27" fmla="*/ 136029 w 281679"/>
                <a:gd name="connsiteY27" fmla="*/ 47695 h 106054"/>
                <a:gd name="connsiteX28" fmla="*/ 124075 w 281679"/>
                <a:gd name="connsiteY28" fmla="*/ 43008 h 106054"/>
                <a:gd name="connsiteX29" fmla="*/ 124075 w 281679"/>
                <a:gd name="connsiteY29" fmla="*/ 35039 h 106054"/>
                <a:gd name="connsiteX30" fmla="*/ 134558 w 281679"/>
                <a:gd name="connsiteY30" fmla="*/ 36849 h 106054"/>
                <a:gd name="connsiteX31" fmla="*/ 142708 w 281679"/>
                <a:gd name="connsiteY31" fmla="*/ 41953 h 106054"/>
                <a:gd name="connsiteX32" fmla="*/ 147982 w 281679"/>
                <a:gd name="connsiteY32" fmla="*/ 49805 h 106054"/>
                <a:gd name="connsiteX33" fmla="*/ 149857 w 281679"/>
                <a:gd name="connsiteY33" fmla="*/ 59883 h 106054"/>
                <a:gd name="connsiteX34" fmla="*/ 147865 w 281679"/>
                <a:gd name="connsiteY34" fmla="*/ 69961 h 106054"/>
                <a:gd name="connsiteX35" fmla="*/ 142474 w 281679"/>
                <a:gd name="connsiteY35" fmla="*/ 77930 h 106054"/>
                <a:gd name="connsiteX36" fmla="*/ 134323 w 281679"/>
                <a:gd name="connsiteY36" fmla="*/ 83086 h 106054"/>
                <a:gd name="connsiteX37" fmla="*/ 124075 w 281679"/>
                <a:gd name="connsiteY37" fmla="*/ 84961 h 106054"/>
                <a:gd name="connsiteX38" fmla="*/ 113698 w 281679"/>
                <a:gd name="connsiteY38" fmla="*/ 83086 h 106054"/>
                <a:gd name="connsiteX39" fmla="*/ 105560 w 281679"/>
                <a:gd name="connsiteY39" fmla="*/ 77930 h 106054"/>
                <a:gd name="connsiteX40" fmla="*/ 100221 w 281679"/>
                <a:gd name="connsiteY40" fmla="*/ 69961 h 106054"/>
                <a:gd name="connsiteX41" fmla="*/ 98294 w 281679"/>
                <a:gd name="connsiteY41" fmla="*/ 59883 h 106054"/>
                <a:gd name="connsiteX42" fmla="*/ 100169 w 281679"/>
                <a:gd name="connsiteY42" fmla="*/ 49805 h 106054"/>
                <a:gd name="connsiteX43" fmla="*/ 105443 w 281679"/>
                <a:gd name="connsiteY43" fmla="*/ 41953 h 106054"/>
                <a:gd name="connsiteX44" fmla="*/ 113581 w 281679"/>
                <a:gd name="connsiteY44" fmla="*/ 36849 h 106054"/>
                <a:gd name="connsiteX45" fmla="*/ 124075 w 281679"/>
                <a:gd name="connsiteY45" fmla="*/ 35039 h 106054"/>
                <a:gd name="connsiteX46" fmla="*/ 250859 w 281679"/>
                <a:gd name="connsiteY46" fmla="*/ 27891 h 106054"/>
                <a:gd name="connsiteX47" fmla="*/ 251797 w 281679"/>
                <a:gd name="connsiteY47" fmla="*/ 34570 h 106054"/>
                <a:gd name="connsiteX48" fmla="*/ 252148 w 281679"/>
                <a:gd name="connsiteY48" fmla="*/ 41953 h 106054"/>
                <a:gd name="connsiteX49" fmla="*/ 251849 w 281679"/>
                <a:gd name="connsiteY49" fmla="*/ 48984 h 106054"/>
                <a:gd name="connsiteX50" fmla="*/ 251094 w 281679"/>
                <a:gd name="connsiteY50" fmla="*/ 55195 h 106054"/>
                <a:gd name="connsiteX51" fmla="*/ 272422 w 281679"/>
                <a:gd name="connsiteY51" fmla="*/ 55195 h 106054"/>
                <a:gd name="connsiteX52" fmla="*/ 272422 w 281679"/>
                <a:gd name="connsiteY52" fmla="*/ 27891 h 106054"/>
                <a:gd name="connsiteX53" fmla="*/ 94427 w 281679"/>
                <a:gd name="connsiteY53" fmla="*/ 18750 h 106054"/>
                <a:gd name="connsiteX54" fmla="*/ 153490 w 281679"/>
                <a:gd name="connsiteY54" fmla="*/ 18750 h 106054"/>
                <a:gd name="connsiteX55" fmla="*/ 153490 w 281679"/>
                <a:gd name="connsiteY55" fmla="*/ 26719 h 106054"/>
                <a:gd name="connsiteX56" fmla="*/ 94427 w 281679"/>
                <a:gd name="connsiteY56" fmla="*/ 26719 h 106054"/>
                <a:gd name="connsiteX57" fmla="*/ 226485 w 281679"/>
                <a:gd name="connsiteY57" fmla="*/ 10781 h 106054"/>
                <a:gd name="connsiteX58" fmla="*/ 218984 w 281679"/>
                <a:gd name="connsiteY58" fmla="*/ 13359 h 106054"/>
                <a:gd name="connsiteX59" fmla="*/ 213828 w 281679"/>
                <a:gd name="connsiteY59" fmla="*/ 20273 h 106054"/>
                <a:gd name="connsiteX60" fmla="*/ 210781 w 281679"/>
                <a:gd name="connsiteY60" fmla="*/ 30234 h 106054"/>
                <a:gd name="connsiteX61" fmla="*/ 209844 w 281679"/>
                <a:gd name="connsiteY61" fmla="*/ 41953 h 106054"/>
                <a:gd name="connsiteX62" fmla="*/ 210834 w 281679"/>
                <a:gd name="connsiteY62" fmla="*/ 53958 h 106054"/>
                <a:gd name="connsiteX63" fmla="*/ 213828 w 281679"/>
                <a:gd name="connsiteY63" fmla="*/ 63867 h 106054"/>
                <a:gd name="connsiteX64" fmla="*/ 219036 w 281679"/>
                <a:gd name="connsiteY64" fmla="*/ 70664 h 106054"/>
                <a:gd name="connsiteX65" fmla="*/ 226485 w 281679"/>
                <a:gd name="connsiteY65" fmla="*/ 73125 h 106054"/>
                <a:gd name="connsiteX66" fmla="*/ 233750 w 281679"/>
                <a:gd name="connsiteY66" fmla="*/ 70664 h 106054"/>
                <a:gd name="connsiteX67" fmla="*/ 238906 w 281679"/>
                <a:gd name="connsiteY67" fmla="*/ 63867 h 106054"/>
                <a:gd name="connsiteX68" fmla="*/ 241888 w 281679"/>
                <a:gd name="connsiteY68" fmla="*/ 53958 h 106054"/>
                <a:gd name="connsiteX69" fmla="*/ 242891 w 281679"/>
                <a:gd name="connsiteY69" fmla="*/ 41953 h 106054"/>
                <a:gd name="connsiteX70" fmla="*/ 241888 w 281679"/>
                <a:gd name="connsiteY70" fmla="*/ 30117 h 106054"/>
                <a:gd name="connsiteX71" fmla="*/ 238906 w 281679"/>
                <a:gd name="connsiteY71" fmla="*/ 20156 h 106054"/>
                <a:gd name="connsiteX72" fmla="*/ 233802 w 281679"/>
                <a:gd name="connsiteY72" fmla="*/ 13359 h 106054"/>
                <a:gd name="connsiteX73" fmla="*/ 226485 w 281679"/>
                <a:gd name="connsiteY73" fmla="*/ 10781 h 106054"/>
                <a:gd name="connsiteX74" fmla="*/ 15117 w 281679"/>
                <a:gd name="connsiteY74" fmla="*/ 2227 h 106054"/>
                <a:gd name="connsiteX75" fmla="*/ 82383 w 281679"/>
                <a:gd name="connsiteY75" fmla="*/ 2227 h 106054"/>
                <a:gd name="connsiteX76" fmla="*/ 82383 w 281679"/>
                <a:gd name="connsiteY76" fmla="*/ 9258 h 106054"/>
                <a:gd name="connsiteX77" fmla="*/ 21914 w 281679"/>
                <a:gd name="connsiteY77" fmla="*/ 9258 h 106054"/>
                <a:gd name="connsiteX78" fmla="*/ 21914 w 281679"/>
                <a:gd name="connsiteY78" fmla="*/ 19336 h 106054"/>
                <a:gd name="connsiteX79" fmla="*/ 82148 w 281679"/>
                <a:gd name="connsiteY79" fmla="*/ 19336 h 106054"/>
                <a:gd name="connsiteX80" fmla="*/ 82148 w 281679"/>
                <a:gd name="connsiteY80" fmla="*/ 26250 h 106054"/>
                <a:gd name="connsiteX81" fmla="*/ 21914 w 281679"/>
                <a:gd name="connsiteY81" fmla="*/ 26250 h 106054"/>
                <a:gd name="connsiteX82" fmla="*/ 21914 w 281679"/>
                <a:gd name="connsiteY82" fmla="*/ 36328 h 106054"/>
                <a:gd name="connsiteX83" fmla="*/ 83437 w 281679"/>
                <a:gd name="connsiteY83" fmla="*/ 36328 h 106054"/>
                <a:gd name="connsiteX84" fmla="*/ 83437 w 281679"/>
                <a:gd name="connsiteY84" fmla="*/ 43477 h 106054"/>
                <a:gd name="connsiteX85" fmla="*/ 52149 w 281679"/>
                <a:gd name="connsiteY85" fmla="*/ 43477 h 106054"/>
                <a:gd name="connsiteX86" fmla="*/ 52149 w 281679"/>
                <a:gd name="connsiteY86" fmla="*/ 54375 h 106054"/>
                <a:gd name="connsiteX87" fmla="*/ 95039 w 281679"/>
                <a:gd name="connsiteY87" fmla="*/ 54375 h 106054"/>
                <a:gd name="connsiteX88" fmla="*/ 95039 w 281679"/>
                <a:gd name="connsiteY88" fmla="*/ 61992 h 106054"/>
                <a:gd name="connsiteX89" fmla="*/ 0 w 281679"/>
                <a:gd name="connsiteY89" fmla="*/ 61992 h 106054"/>
                <a:gd name="connsiteX90" fmla="*/ 0 w 281679"/>
                <a:gd name="connsiteY90" fmla="*/ 54375 h 106054"/>
                <a:gd name="connsiteX91" fmla="*/ 42305 w 281679"/>
                <a:gd name="connsiteY91" fmla="*/ 54375 h 106054"/>
                <a:gd name="connsiteX92" fmla="*/ 42305 w 281679"/>
                <a:gd name="connsiteY92" fmla="*/ 43477 h 106054"/>
                <a:gd name="connsiteX93" fmla="*/ 15117 w 281679"/>
                <a:gd name="connsiteY93" fmla="*/ 43477 h 106054"/>
                <a:gd name="connsiteX94" fmla="*/ 13177 w 281679"/>
                <a:gd name="connsiteY94" fmla="*/ 42943 h 106054"/>
                <a:gd name="connsiteX95" fmla="*/ 12656 w 281679"/>
                <a:gd name="connsiteY95" fmla="*/ 41016 h 106054"/>
                <a:gd name="connsiteX96" fmla="*/ 12656 w 281679"/>
                <a:gd name="connsiteY96" fmla="*/ 4688 h 106054"/>
                <a:gd name="connsiteX97" fmla="*/ 13177 w 281679"/>
                <a:gd name="connsiteY97" fmla="*/ 2747 h 106054"/>
                <a:gd name="connsiteX98" fmla="*/ 15117 w 281679"/>
                <a:gd name="connsiteY98" fmla="*/ 2227 h 106054"/>
                <a:gd name="connsiteX99" fmla="*/ 108841 w 281679"/>
                <a:gd name="connsiteY99" fmla="*/ 1875 h 106054"/>
                <a:gd name="connsiteX100" fmla="*/ 139310 w 281679"/>
                <a:gd name="connsiteY100" fmla="*/ 1875 h 106054"/>
                <a:gd name="connsiteX101" fmla="*/ 139310 w 281679"/>
                <a:gd name="connsiteY101" fmla="*/ 9609 h 106054"/>
                <a:gd name="connsiteX102" fmla="*/ 108841 w 281679"/>
                <a:gd name="connsiteY102" fmla="*/ 9727 h 106054"/>
                <a:gd name="connsiteX103" fmla="*/ 272422 w 281679"/>
                <a:gd name="connsiteY103" fmla="*/ 0 h 106054"/>
                <a:gd name="connsiteX104" fmla="*/ 281680 w 281679"/>
                <a:gd name="connsiteY104" fmla="*/ 0 h 106054"/>
                <a:gd name="connsiteX105" fmla="*/ 281680 w 281679"/>
                <a:gd name="connsiteY105" fmla="*/ 104063 h 106054"/>
                <a:gd name="connsiteX106" fmla="*/ 272422 w 281679"/>
                <a:gd name="connsiteY106" fmla="*/ 104063 h 106054"/>
                <a:gd name="connsiteX107" fmla="*/ 272422 w 281679"/>
                <a:gd name="connsiteY107" fmla="*/ 63281 h 106054"/>
                <a:gd name="connsiteX108" fmla="*/ 248867 w 281679"/>
                <a:gd name="connsiteY108" fmla="*/ 63281 h 106054"/>
                <a:gd name="connsiteX109" fmla="*/ 239610 w 281679"/>
                <a:gd name="connsiteY109" fmla="*/ 76927 h 106054"/>
                <a:gd name="connsiteX110" fmla="*/ 226485 w 281679"/>
                <a:gd name="connsiteY110" fmla="*/ 81445 h 106054"/>
                <a:gd name="connsiteX111" fmla="*/ 216406 w 281679"/>
                <a:gd name="connsiteY111" fmla="*/ 79102 h 106054"/>
                <a:gd name="connsiteX112" fmla="*/ 208203 w 281679"/>
                <a:gd name="connsiteY112" fmla="*/ 71836 h 106054"/>
                <a:gd name="connsiteX113" fmla="*/ 202696 w 281679"/>
                <a:gd name="connsiteY113" fmla="*/ 59466 h 106054"/>
                <a:gd name="connsiteX114" fmla="*/ 200703 w 281679"/>
                <a:gd name="connsiteY114" fmla="*/ 41953 h 106054"/>
                <a:gd name="connsiteX115" fmla="*/ 202696 w 281679"/>
                <a:gd name="connsiteY115" fmla="*/ 24258 h 106054"/>
                <a:gd name="connsiteX116" fmla="*/ 208086 w 281679"/>
                <a:gd name="connsiteY116" fmla="*/ 11953 h 106054"/>
                <a:gd name="connsiteX117" fmla="*/ 216289 w 281679"/>
                <a:gd name="connsiteY117" fmla="*/ 4805 h 106054"/>
                <a:gd name="connsiteX118" fmla="*/ 226485 w 281679"/>
                <a:gd name="connsiteY118" fmla="*/ 2461 h 106054"/>
                <a:gd name="connsiteX119" fmla="*/ 239375 w 281679"/>
                <a:gd name="connsiteY119" fmla="*/ 6797 h 106054"/>
                <a:gd name="connsiteX120" fmla="*/ 248633 w 281679"/>
                <a:gd name="connsiteY120" fmla="*/ 19922 h 106054"/>
                <a:gd name="connsiteX121" fmla="*/ 272422 w 281679"/>
                <a:gd name="connsiteY121" fmla="*/ 19922 h 106054"/>
                <a:gd name="connsiteX122" fmla="*/ 165208 w 281679"/>
                <a:gd name="connsiteY122" fmla="*/ 0 h 106054"/>
                <a:gd name="connsiteX123" fmla="*/ 174349 w 281679"/>
                <a:gd name="connsiteY123" fmla="*/ 0 h 106054"/>
                <a:gd name="connsiteX124" fmla="*/ 174349 w 281679"/>
                <a:gd name="connsiteY124" fmla="*/ 42188 h 106054"/>
                <a:gd name="connsiteX125" fmla="*/ 189818 w 281679"/>
                <a:gd name="connsiteY125" fmla="*/ 42188 h 106054"/>
                <a:gd name="connsiteX126" fmla="*/ 189818 w 281679"/>
                <a:gd name="connsiteY126" fmla="*/ 50742 h 106054"/>
                <a:gd name="connsiteX127" fmla="*/ 174349 w 281679"/>
                <a:gd name="connsiteY127" fmla="*/ 50742 h 106054"/>
                <a:gd name="connsiteX128" fmla="*/ 174349 w 281679"/>
                <a:gd name="connsiteY128" fmla="*/ 103945 h 106054"/>
                <a:gd name="connsiteX129" fmla="*/ 165208 w 281679"/>
                <a:gd name="connsiteY129" fmla="*/ 103945 h 10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281679" h="106054">
                  <a:moveTo>
                    <a:pt x="47578" y="75586"/>
                  </a:moveTo>
                  <a:cubicBezTo>
                    <a:pt x="39609" y="75586"/>
                    <a:pt x="33125" y="76680"/>
                    <a:pt x="28125" y="78867"/>
                  </a:cubicBezTo>
                  <a:cubicBezTo>
                    <a:pt x="23125" y="81055"/>
                    <a:pt x="20625" y="83867"/>
                    <a:pt x="20625" y="87305"/>
                  </a:cubicBezTo>
                  <a:cubicBezTo>
                    <a:pt x="20625" y="90742"/>
                    <a:pt x="23099" y="93529"/>
                    <a:pt x="28060" y="95677"/>
                  </a:cubicBezTo>
                  <a:cubicBezTo>
                    <a:pt x="33021" y="97826"/>
                    <a:pt x="39492" y="98906"/>
                    <a:pt x="47461" y="98906"/>
                  </a:cubicBezTo>
                  <a:cubicBezTo>
                    <a:pt x="51289" y="98906"/>
                    <a:pt x="54844" y="98633"/>
                    <a:pt x="58125" y="98086"/>
                  </a:cubicBezTo>
                  <a:cubicBezTo>
                    <a:pt x="61406" y="97539"/>
                    <a:pt x="64219" y="96758"/>
                    <a:pt x="66563" y="95742"/>
                  </a:cubicBezTo>
                  <a:cubicBezTo>
                    <a:pt x="68906" y="94727"/>
                    <a:pt x="70755" y="93490"/>
                    <a:pt x="72122" y="92044"/>
                  </a:cubicBezTo>
                  <a:cubicBezTo>
                    <a:pt x="73490" y="90599"/>
                    <a:pt x="74180" y="89024"/>
                    <a:pt x="74180" y="87305"/>
                  </a:cubicBezTo>
                  <a:cubicBezTo>
                    <a:pt x="74180" y="83867"/>
                    <a:pt x="71680" y="81055"/>
                    <a:pt x="66680" y="78867"/>
                  </a:cubicBezTo>
                  <a:cubicBezTo>
                    <a:pt x="61680" y="76680"/>
                    <a:pt x="55313" y="75586"/>
                    <a:pt x="47578" y="75586"/>
                  </a:cubicBezTo>
                  <a:close/>
                  <a:moveTo>
                    <a:pt x="47461" y="68437"/>
                  </a:moveTo>
                  <a:cubicBezTo>
                    <a:pt x="59414" y="68437"/>
                    <a:pt x="68568" y="70286"/>
                    <a:pt x="74935" y="73997"/>
                  </a:cubicBezTo>
                  <a:cubicBezTo>
                    <a:pt x="81302" y="77708"/>
                    <a:pt x="84492" y="82149"/>
                    <a:pt x="84492" y="87305"/>
                  </a:cubicBezTo>
                  <a:cubicBezTo>
                    <a:pt x="84492" y="92461"/>
                    <a:pt x="81302" y="96875"/>
                    <a:pt x="74935" y="100547"/>
                  </a:cubicBezTo>
                  <a:cubicBezTo>
                    <a:pt x="68568" y="104219"/>
                    <a:pt x="59414" y="106055"/>
                    <a:pt x="47461" y="106055"/>
                  </a:cubicBezTo>
                  <a:cubicBezTo>
                    <a:pt x="35430" y="106055"/>
                    <a:pt x="26224" y="104219"/>
                    <a:pt x="19857" y="100547"/>
                  </a:cubicBezTo>
                  <a:cubicBezTo>
                    <a:pt x="13490" y="96875"/>
                    <a:pt x="10312" y="92461"/>
                    <a:pt x="10312" y="87305"/>
                  </a:cubicBezTo>
                  <a:cubicBezTo>
                    <a:pt x="10312" y="82149"/>
                    <a:pt x="13477" y="77708"/>
                    <a:pt x="19805" y="73997"/>
                  </a:cubicBezTo>
                  <a:cubicBezTo>
                    <a:pt x="26133" y="70286"/>
                    <a:pt x="35352" y="68437"/>
                    <a:pt x="47461" y="68437"/>
                  </a:cubicBezTo>
                  <a:close/>
                  <a:moveTo>
                    <a:pt x="124075" y="43008"/>
                  </a:moveTo>
                  <a:cubicBezTo>
                    <a:pt x="118919" y="43008"/>
                    <a:pt x="114909" y="44570"/>
                    <a:pt x="112057" y="47695"/>
                  </a:cubicBezTo>
                  <a:cubicBezTo>
                    <a:pt x="109206" y="50820"/>
                    <a:pt x="107787" y="54883"/>
                    <a:pt x="107787" y="59883"/>
                  </a:cubicBezTo>
                  <a:cubicBezTo>
                    <a:pt x="107787" y="64805"/>
                    <a:pt x="109206" y="68867"/>
                    <a:pt x="112057" y="72070"/>
                  </a:cubicBezTo>
                  <a:cubicBezTo>
                    <a:pt x="114909" y="75274"/>
                    <a:pt x="118919" y="76875"/>
                    <a:pt x="124075" y="76875"/>
                  </a:cubicBezTo>
                  <a:cubicBezTo>
                    <a:pt x="129154" y="76875"/>
                    <a:pt x="133138" y="75274"/>
                    <a:pt x="136029" y="72070"/>
                  </a:cubicBezTo>
                  <a:cubicBezTo>
                    <a:pt x="138919" y="68867"/>
                    <a:pt x="140365" y="64805"/>
                    <a:pt x="140365" y="59883"/>
                  </a:cubicBezTo>
                  <a:cubicBezTo>
                    <a:pt x="140365" y="54883"/>
                    <a:pt x="138919" y="50820"/>
                    <a:pt x="136029" y="47695"/>
                  </a:cubicBezTo>
                  <a:cubicBezTo>
                    <a:pt x="133138" y="44570"/>
                    <a:pt x="129154" y="43008"/>
                    <a:pt x="124075" y="43008"/>
                  </a:cubicBezTo>
                  <a:close/>
                  <a:moveTo>
                    <a:pt x="124075" y="35039"/>
                  </a:moveTo>
                  <a:cubicBezTo>
                    <a:pt x="127904" y="35039"/>
                    <a:pt x="131393" y="35638"/>
                    <a:pt x="134558" y="36849"/>
                  </a:cubicBezTo>
                  <a:cubicBezTo>
                    <a:pt x="137721" y="38060"/>
                    <a:pt x="140443" y="39766"/>
                    <a:pt x="142708" y="41953"/>
                  </a:cubicBezTo>
                  <a:cubicBezTo>
                    <a:pt x="144974" y="44141"/>
                    <a:pt x="146732" y="46758"/>
                    <a:pt x="147982" y="49805"/>
                  </a:cubicBezTo>
                  <a:cubicBezTo>
                    <a:pt x="149232" y="52852"/>
                    <a:pt x="149857" y="56211"/>
                    <a:pt x="149857" y="59883"/>
                  </a:cubicBezTo>
                  <a:cubicBezTo>
                    <a:pt x="149857" y="63555"/>
                    <a:pt x="149193" y="66914"/>
                    <a:pt x="147865" y="69961"/>
                  </a:cubicBezTo>
                  <a:cubicBezTo>
                    <a:pt x="146537" y="73008"/>
                    <a:pt x="144740" y="75664"/>
                    <a:pt x="142474" y="77930"/>
                  </a:cubicBezTo>
                  <a:cubicBezTo>
                    <a:pt x="140208" y="80117"/>
                    <a:pt x="137487" y="81836"/>
                    <a:pt x="134323" y="83086"/>
                  </a:cubicBezTo>
                  <a:cubicBezTo>
                    <a:pt x="131159" y="84336"/>
                    <a:pt x="127748" y="84961"/>
                    <a:pt x="124075" y="84961"/>
                  </a:cubicBezTo>
                  <a:cubicBezTo>
                    <a:pt x="120326" y="84961"/>
                    <a:pt x="116862" y="84336"/>
                    <a:pt x="113698" y="83086"/>
                  </a:cubicBezTo>
                  <a:cubicBezTo>
                    <a:pt x="110534" y="81836"/>
                    <a:pt x="107826" y="80117"/>
                    <a:pt x="105560" y="77930"/>
                  </a:cubicBezTo>
                  <a:cubicBezTo>
                    <a:pt x="103295" y="75664"/>
                    <a:pt x="101510" y="73008"/>
                    <a:pt x="100221" y="69961"/>
                  </a:cubicBezTo>
                  <a:cubicBezTo>
                    <a:pt x="98932" y="66914"/>
                    <a:pt x="98294" y="63555"/>
                    <a:pt x="98294" y="59883"/>
                  </a:cubicBezTo>
                  <a:cubicBezTo>
                    <a:pt x="98294" y="56211"/>
                    <a:pt x="98920" y="52852"/>
                    <a:pt x="100169" y="49805"/>
                  </a:cubicBezTo>
                  <a:cubicBezTo>
                    <a:pt x="101419" y="46758"/>
                    <a:pt x="103177" y="44141"/>
                    <a:pt x="105443" y="41953"/>
                  </a:cubicBezTo>
                  <a:cubicBezTo>
                    <a:pt x="107708" y="39766"/>
                    <a:pt x="110417" y="38060"/>
                    <a:pt x="113581" y="36849"/>
                  </a:cubicBezTo>
                  <a:cubicBezTo>
                    <a:pt x="116745" y="35638"/>
                    <a:pt x="120248" y="35039"/>
                    <a:pt x="124075" y="35039"/>
                  </a:cubicBezTo>
                  <a:close/>
                  <a:moveTo>
                    <a:pt x="250859" y="27891"/>
                  </a:moveTo>
                  <a:cubicBezTo>
                    <a:pt x="251250" y="30000"/>
                    <a:pt x="251563" y="32227"/>
                    <a:pt x="251797" y="34570"/>
                  </a:cubicBezTo>
                  <a:cubicBezTo>
                    <a:pt x="252031" y="36914"/>
                    <a:pt x="252148" y="39375"/>
                    <a:pt x="252148" y="41953"/>
                  </a:cubicBezTo>
                  <a:cubicBezTo>
                    <a:pt x="252148" y="44453"/>
                    <a:pt x="252044" y="46797"/>
                    <a:pt x="251849" y="48984"/>
                  </a:cubicBezTo>
                  <a:cubicBezTo>
                    <a:pt x="251654" y="51172"/>
                    <a:pt x="251407" y="53242"/>
                    <a:pt x="251094" y="55195"/>
                  </a:cubicBezTo>
                  <a:lnTo>
                    <a:pt x="272422" y="55195"/>
                  </a:lnTo>
                  <a:lnTo>
                    <a:pt x="272422" y="27891"/>
                  </a:lnTo>
                  <a:close/>
                  <a:moveTo>
                    <a:pt x="94427" y="18750"/>
                  </a:moveTo>
                  <a:lnTo>
                    <a:pt x="153490" y="18750"/>
                  </a:lnTo>
                  <a:lnTo>
                    <a:pt x="153490" y="26719"/>
                  </a:lnTo>
                  <a:lnTo>
                    <a:pt x="94427" y="26719"/>
                  </a:lnTo>
                  <a:close/>
                  <a:moveTo>
                    <a:pt x="226485" y="10781"/>
                  </a:moveTo>
                  <a:cubicBezTo>
                    <a:pt x="223594" y="10781"/>
                    <a:pt x="221094" y="11641"/>
                    <a:pt x="218984" y="13359"/>
                  </a:cubicBezTo>
                  <a:cubicBezTo>
                    <a:pt x="216875" y="15078"/>
                    <a:pt x="215157" y="17383"/>
                    <a:pt x="213828" y="20273"/>
                  </a:cubicBezTo>
                  <a:cubicBezTo>
                    <a:pt x="212422" y="23164"/>
                    <a:pt x="211406" y="26484"/>
                    <a:pt x="210781" y="30234"/>
                  </a:cubicBezTo>
                  <a:cubicBezTo>
                    <a:pt x="210157" y="33984"/>
                    <a:pt x="209844" y="37891"/>
                    <a:pt x="209844" y="41953"/>
                  </a:cubicBezTo>
                  <a:cubicBezTo>
                    <a:pt x="209844" y="46172"/>
                    <a:pt x="210169" y="50169"/>
                    <a:pt x="210834" y="53958"/>
                  </a:cubicBezTo>
                  <a:cubicBezTo>
                    <a:pt x="211498" y="57747"/>
                    <a:pt x="212500" y="61055"/>
                    <a:pt x="213828" y="63867"/>
                  </a:cubicBezTo>
                  <a:cubicBezTo>
                    <a:pt x="215234" y="66758"/>
                    <a:pt x="216966" y="69023"/>
                    <a:pt x="219036" y="70664"/>
                  </a:cubicBezTo>
                  <a:cubicBezTo>
                    <a:pt x="221107" y="72305"/>
                    <a:pt x="223594" y="73125"/>
                    <a:pt x="226485" y="73125"/>
                  </a:cubicBezTo>
                  <a:cubicBezTo>
                    <a:pt x="229297" y="73125"/>
                    <a:pt x="231719" y="72305"/>
                    <a:pt x="233750" y="70664"/>
                  </a:cubicBezTo>
                  <a:cubicBezTo>
                    <a:pt x="235781" y="69023"/>
                    <a:pt x="237500" y="66758"/>
                    <a:pt x="238906" y="63867"/>
                  </a:cubicBezTo>
                  <a:cubicBezTo>
                    <a:pt x="240235" y="61055"/>
                    <a:pt x="241224" y="57747"/>
                    <a:pt x="241888" y="53958"/>
                  </a:cubicBezTo>
                  <a:cubicBezTo>
                    <a:pt x="242552" y="50169"/>
                    <a:pt x="242891" y="46172"/>
                    <a:pt x="242891" y="41953"/>
                  </a:cubicBezTo>
                  <a:cubicBezTo>
                    <a:pt x="242891" y="37813"/>
                    <a:pt x="242552" y="33867"/>
                    <a:pt x="241888" y="30117"/>
                  </a:cubicBezTo>
                  <a:cubicBezTo>
                    <a:pt x="241224" y="26367"/>
                    <a:pt x="240235" y="23047"/>
                    <a:pt x="238906" y="20156"/>
                  </a:cubicBezTo>
                  <a:cubicBezTo>
                    <a:pt x="237578" y="17344"/>
                    <a:pt x="235872" y="15078"/>
                    <a:pt x="233802" y="13359"/>
                  </a:cubicBezTo>
                  <a:cubicBezTo>
                    <a:pt x="231732" y="11641"/>
                    <a:pt x="229297" y="10781"/>
                    <a:pt x="226485" y="10781"/>
                  </a:cubicBezTo>
                  <a:close/>
                  <a:moveTo>
                    <a:pt x="15117" y="2227"/>
                  </a:moveTo>
                  <a:lnTo>
                    <a:pt x="82383" y="2227"/>
                  </a:lnTo>
                  <a:lnTo>
                    <a:pt x="82383" y="9258"/>
                  </a:lnTo>
                  <a:lnTo>
                    <a:pt x="21914" y="9258"/>
                  </a:lnTo>
                  <a:lnTo>
                    <a:pt x="21914" y="19336"/>
                  </a:lnTo>
                  <a:lnTo>
                    <a:pt x="82148" y="19336"/>
                  </a:lnTo>
                  <a:lnTo>
                    <a:pt x="82148" y="26250"/>
                  </a:lnTo>
                  <a:lnTo>
                    <a:pt x="21914" y="26250"/>
                  </a:lnTo>
                  <a:lnTo>
                    <a:pt x="21914" y="36328"/>
                  </a:lnTo>
                  <a:lnTo>
                    <a:pt x="83437" y="36328"/>
                  </a:lnTo>
                  <a:lnTo>
                    <a:pt x="83437" y="43477"/>
                  </a:lnTo>
                  <a:lnTo>
                    <a:pt x="52149" y="43477"/>
                  </a:lnTo>
                  <a:lnTo>
                    <a:pt x="52149" y="54375"/>
                  </a:lnTo>
                  <a:lnTo>
                    <a:pt x="95039" y="54375"/>
                  </a:lnTo>
                  <a:lnTo>
                    <a:pt x="95039" y="61992"/>
                  </a:lnTo>
                  <a:lnTo>
                    <a:pt x="0" y="61992"/>
                  </a:lnTo>
                  <a:lnTo>
                    <a:pt x="0" y="54375"/>
                  </a:lnTo>
                  <a:lnTo>
                    <a:pt x="42305" y="54375"/>
                  </a:lnTo>
                  <a:lnTo>
                    <a:pt x="42305" y="43477"/>
                  </a:lnTo>
                  <a:lnTo>
                    <a:pt x="15117" y="43477"/>
                  </a:lnTo>
                  <a:cubicBezTo>
                    <a:pt x="14180" y="43477"/>
                    <a:pt x="13529" y="43294"/>
                    <a:pt x="13177" y="42943"/>
                  </a:cubicBezTo>
                  <a:cubicBezTo>
                    <a:pt x="12826" y="42591"/>
                    <a:pt x="12656" y="41953"/>
                    <a:pt x="12656" y="41016"/>
                  </a:cubicBezTo>
                  <a:lnTo>
                    <a:pt x="12656" y="4688"/>
                  </a:lnTo>
                  <a:cubicBezTo>
                    <a:pt x="12656" y="3750"/>
                    <a:pt x="12826" y="3099"/>
                    <a:pt x="13177" y="2747"/>
                  </a:cubicBezTo>
                  <a:cubicBezTo>
                    <a:pt x="13529" y="2396"/>
                    <a:pt x="14180" y="2227"/>
                    <a:pt x="15117" y="2227"/>
                  </a:cubicBezTo>
                  <a:close/>
                  <a:moveTo>
                    <a:pt x="108841" y="1875"/>
                  </a:moveTo>
                  <a:lnTo>
                    <a:pt x="139310" y="1875"/>
                  </a:lnTo>
                  <a:lnTo>
                    <a:pt x="139310" y="9609"/>
                  </a:lnTo>
                  <a:lnTo>
                    <a:pt x="108841" y="9727"/>
                  </a:lnTo>
                  <a:close/>
                  <a:moveTo>
                    <a:pt x="272422" y="0"/>
                  </a:moveTo>
                  <a:lnTo>
                    <a:pt x="281680" y="0"/>
                  </a:lnTo>
                  <a:lnTo>
                    <a:pt x="281680" y="104063"/>
                  </a:lnTo>
                  <a:lnTo>
                    <a:pt x="272422" y="104063"/>
                  </a:lnTo>
                  <a:lnTo>
                    <a:pt x="272422" y="63281"/>
                  </a:lnTo>
                  <a:lnTo>
                    <a:pt x="248867" y="63281"/>
                  </a:lnTo>
                  <a:cubicBezTo>
                    <a:pt x="246680" y="69375"/>
                    <a:pt x="243594" y="73919"/>
                    <a:pt x="239610" y="76927"/>
                  </a:cubicBezTo>
                  <a:cubicBezTo>
                    <a:pt x="235625" y="79935"/>
                    <a:pt x="231250" y="81445"/>
                    <a:pt x="226485" y="81445"/>
                  </a:cubicBezTo>
                  <a:cubicBezTo>
                    <a:pt x="222891" y="81445"/>
                    <a:pt x="219532" y="80664"/>
                    <a:pt x="216406" y="79102"/>
                  </a:cubicBezTo>
                  <a:cubicBezTo>
                    <a:pt x="213281" y="77539"/>
                    <a:pt x="210547" y="75117"/>
                    <a:pt x="208203" y="71836"/>
                  </a:cubicBezTo>
                  <a:cubicBezTo>
                    <a:pt x="205859" y="68555"/>
                    <a:pt x="204024" y="64427"/>
                    <a:pt x="202696" y="59466"/>
                  </a:cubicBezTo>
                  <a:cubicBezTo>
                    <a:pt x="201367" y="54505"/>
                    <a:pt x="200703" y="48672"/>
                    <a:pt x="200703" y="41953"/>
                  </a:cubicBezTo>
                  <a:cubicBezTo>
                    <a:pt x="200703" y="35156"/>
                    <a:pt x="201367" y="29258"/>
                    <a:pt x="202696" y="24258"/>
                  </a:cubicBezTo>
                  <a:cubicBezTo>
                    <a:pt x="204024" y="19258"/>
                    <a:pt x="205821" y="15156"/>
                    <a:pt x="208086" y="11953"/>
                  </a:cubicBezTo>
                  <a:cubicBezTo>
                    <a:pt x="210430" y="8750"/>
                    <a:pt x="213164" y="6367"/>
                    <a:pt x="216289" y="4805"/>
                  </a:cubicBezTo>
                  <a:cubicBezTo>
                    <a:pt x="219414" y="3242"/>
                    <a:pt x="222813" y="2461"/>
                    <a:pt x="226485" y="2461"/>
                  </a:cubicBezTo>
                  <a:cubicBezTo>
                    <a:pt x="231172" y="2461"/>
                    <a:pt x="235469" y="3906"/>
                    <a:pt x="239375" y="6797"/>
                  </a:cubicBezTo>
                  <a:cubicBezTo>
                    <a:pt x="243281" y="9687"/>
                    <a:pt x="246367" y="14063"/>
                    <a:pt x="248633" y="19922"/>
                  </a:cubicBezTo>
                  <a:lnTo>
                    <a:pt x="272422" y="19922"/>
                  </a:lnTo>
                  <a:close/>
                  <a:moveTo>
                    <a:pt x="165208" y="0"/>
                  </a:moveTo>
                  <a:lnTo>
                    <a:pt x="174349" y="0"/>
                  </a:lnTo>
                  <a:lnTo>
                    <a:pt x="174349" y="42188"/>
                  </a:lnTo>
                  <a:lnTo>
                    <a:pt x="189818" y="42188"/>
                  </a:lnTo>
                  <a:lnTo>
                    <a:pt x="189818" y="50742"/>
                  </a:lnTo>
                  <a:lnTo>
                    <a:pt x="174349" y="50742"/>
                  </a:lnTo>
                  <a:lnTo>
                    <a:pt x="174349" y="103945"/>
                  </a:lnTo>
                  <a:lnTo>
                    <a:pt x="165208" y="103945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114BF4C4-EE1D-4E24-BB68-9D6CB55CA421}"/>
                </a:ext>
              </a:extLst>
            </p:cNvPr>
            <p:cNvSpPr txBox="1"/>
            <p:nvPr/>
          </p:nvSpPr>
          <p:spPr>
            <a:xfrm>
              <a:off x="3872079" y="1854406"/>
              <a:ext cx="495380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통하여</a:t>
              </a:r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C86D5EDA-1C07-4B74-B941-A69E4DAA26D5}"/>
                </a:ext>
              </a:extLst>
            </p:cNvPr>
            <p:cNvSpPr/>
            <p:nvPr/>
          </p:nvSpPr>
          <p:spPr>
            <a:xfrm>
              <a:off x="4279365" y="1923824"/>
              <a:ext cx="188528" cy="106406"/>
            </a:xfrm>
            <a:custGeom>
              <a:avLst/>
              <a:gdLst>
                <a:gd name="connsiteX0" fmla="*/ 54141 w 188528"/>
                <a:gd name="connsiteY0" fmla="*/ 86484 h 106406"/>
                <a:gd name="connsiteX1" fmla="*/ 37617 w 188528"/>
                <a:gd name="connsiteY1" fmla="*/ 88294 h 106406"/>
                <a:gd name="connsiteX2" fmla="*/ 31758 w 188528"/>
                <a:gd name="connsiteY2" fmla="*/ 92930 h 106406"/>
                <a:gd name="connsiteX3" fmla="*/ 37565 w 188528"/>
                <a:gd name="connsiteY3" fmla="*/ 97852 h 106406"/>
                <a:gd name="connsiteX4" fmla="*/ 54141 w 188528"/>
                <a:gd name="connsiteY4" fmla="*/ 99609 h 106406"/>
                <a:gd name="connsiteX5" fmla="*/ 70430 w 188528"/>
                <a:gd name="connsiteY5" fmla="*/ 98021 h 106406"/>
                <a:gd name="connsiteX6" fmla="*/ 76524 w 188528"/>
                <a:gd name="connsiteY6" fmla="*/ 92930 h 106406"/>
                <a:gd name="connsiteX7" fmla="*/ 70196 w 188528"/>
                <a:gd name="connsiteY7" fmla="*/ 88242 h 106406"/>
                <a:gd name="connsiteX8" fmla="*/ 54141 w 188528"/>
                <a:gd name="connsiteY8" fmla="*/ 86484 h 106406"/>
                <a:gd name="connsiteX9" fmla="*/ 54141 w 188528"/>
                <a:gd name="connsiteY9" fmla="*/ 79805 h 106406"/>
                <a:gd name="connsiteX10" fmla="*/ 77995 w 188528"/>
                <a:gd name="connsiteY10" fmla="*/ 83255 h 106406"/>
                <a:gd name="connsiteX11" fmla="*/ 86602 w 188528"/>
                <a:gd name="connsiteY11" fmla="*/ 92813 h 106406"/>
                <a:gd name="connsiteX12" fmla="*/ 78230 w 188528"/>
                <a:gd name="connsiteY12" fmla="*/ 103125 h 106406"/>
                <a:gd name="connsiteX13" fmla="*/ 54141 w 188528"/>
                <a:gd name="connsiteY13" fmla="*/ 106406 h 106406"/>
                <a:gd name="connsiteX14" fmla="*/ 30000 w 188528"/>
                <a:gd name="connsiteY14" fmla="*/ 103008 h 106406"/>
                <a:gd name="connsiteX15" fmla="*/ 21680 w 188528"/>
                <a:gd name="connsiteY15" fmla="*/ 92813 h 106406"/>
                <a:gd name="connsiteX16" fmla="*/ 30117 w 188528"/>
                <a:gd name="connsiteY16" fmla="*/ 83320 h 106406"/>
                <a:gd name="connsiteX17" fmla="*/ 54141 w 188528"/>
                <a:gd name="connsiteY17" fmla="*/ 79805 h 106406"/>
                <a:gd name="connsiteX18" fmla="*/ 106146 w 188528"/>
                <a:gd name="connsiteY18" fmla="*/ 72070 h 106406"/>
                <a:gd name="connsiteX19" fmla="*/ 115169 w 188528"/>
                <a:gd name="connsiteY19" fmla="*/ 72070 h 106406"/>
                <a:gd name="connsiteX20" fmla="*/ 115169 w 188528"/>
                <a:gd name="connsiteY20" fmla="*/ 94453 h 106406"/>
                <a:gd name="connsiteX21" fmla="*/ 179623 w 188528"/>
                <a:gd name="connsiteY21" fmla="*/ 94453 h 106406"/>
                <a:gd name="connsiteX22" fmla="*/ 179623 w 188528"/>
                <a:gd name="connsiteY22" fmla="*/ 102422 h 106406"/>
                <a:gd name="connsiteX23" fmla="*/ 108607 w 188528"/>
                <a:gd name="connsiteY23" fmla="*/ 102422 h 106406"/>
                <a:gd name="connsiteX24" fmla="*/ 106680 w 188528"/>
                <a:gd name="connsiteY24" fmla="*/ 101888 h 106406"/>
                <a:gd name="connsiteX25" fmla="*/ 106146 w 188528"/>
                <a:gd name="connsiteY25" fmla="*/ 99961 h 106406"/>
                <a:gd name="connsiteX26" fmla="*/ 16641 w 188528"/>
                <a:gd name="connsiteY26" fmla="*/ 68320 h 106406"/>
                <a:gd name="connsiteX27" fmla="*/ 91172 w 188528"/>
                <a:gd name="connsiteY27" fmla="*/ 68320 h 106406"/>
                <a:gd name="connsiteX28" fmla="*/ 91172 w 188528"/>
                <a:gd name="connsiteY28" fmla="*/ 75469 h 106406"/>
                <a:gd name="connsiteX29" fmla="*/ 16641 w 188528"/>
                <a:gd name="connsiteY29" fmla="*/ 75469 h 106406"/>
                <a:gd name="connsiteX30" fmla="*/ 35977 w 188528"/>
                <a:gd name="connsiteY30" fmla="*/ 55195 h 106406"/>
                <a:gd name="connsiteX31" fmla="*/ 71016 w 188528"/>
                <a:gd name="connsiteY31" fmla="*/ 55195 h 106406"/>
                <a:gd name="connsiteX32" fmla="*/ 71016 w 188528"/>
                <a:gd name="connsiteY32" fmla="*/ 62226 h 106406"/>
                <a:gd name="connsiteX33" fmla="*/ 35977 w 188528"/>
                <a:gd name="connsiteY33" fmla="*/ 62226 h 106406"/>
                <a:gd name="connsiteX34" fmla="*/ 93490 w 188528"/>
                <a:gd name="connsiteY34" fmla="*/ 54727 h 106406"/>
                <a:gd name="connsiteX35" fmla="*/ 188529 w 188528"/>
                <a:gd name="connsiteY35" fmla="*/ 54727 h 106406"/>
                <a:gd name="connsiteX36" fmla="*/ 188529 w 188528"/>
                <a:gd name="connsiteY36" fmla="*/ 62461 h 106406"/>
                <a:gd name="connsiteX37" fmla="*/ 93490 w 188528"/>
                <a:gd name="connsiteY37" fmla="*/ 62461 h 106406"/>
                <a:gd name="connsiteX38" fmla="*/ 141068 w 188528"/>
                <a:gd name="connsiteY38" fmla="*/ 7383 h 106406"/>
                <a:gd name="connsiteX39" fmla="*/ 121732 w 188528"/>
                <a:gd name="connsiteY39" fmla="*/ 11185 h 106406"/>
                <a:gd name="connsiteX40" fmla="*/ 114466 w 188528"/>
                <a:gd name="connsiteY40" fmla="*/ 22266 h 106406"/>
                <a:gd name="connsiteX41" fmla="*/ 121615 w 188528"/>
                <a:gd name="connsiteY41" fmla="*/ 32812 h 106406"/>
                <a:gd name="connsiteX42" fmla="*/ 141068 w 188528"/>
                <a:gd name="connsiteY42" fmla="*/ 36328 h 106406"/>
                <a:gd name="connsiteX43" fmla="*/ 160287 w 188528"/>
                <a:gd name="connsiteY43" fmla="*/ 32812 h 106406"/>
                <a:gd name="connsiteX44" fmla="*/ 167552 w 188528"/>
                <a:gd name="connsiteY44" fmla="*/ 22266 h 106406"/>
                <a:gd name="connsiteX45" fmla="*/ 160234 w 188528"/>
                <a:gd name="connsiteY45" fmla="*/ 11250 h 106406"/>
                <a:gd name="connsiteX46" fmla="*/ 141068 w 188528"/>
                <a:gd name="connsiteY46" fmla="*/ 7383 h 106406"/>
                <a:gd name="connsiteX47" fmla="*/ 18047 w 188528"/>
                <a:gd name="connsiteY47" fmla="*/ 2930 h 106406"/>
                <a:gd name="connsiteX48" fmla="*/ 26953 w 188528"/>
                <a:gd name="connsiteY48" fmla="*/ 2930 h 106406"/>
                <a:gd name="connsiteX49" fmla="*/ 26953 w 188528"/>
                <a:gd name="connsiteY49" fmla="*/ 10195 h 106406"/>
                <a:gd name="connsiteX50" fmla="*/ 29948 w 188528"/>
                <a:gd name="connsiteY50" fmla="*/ 27240 h 106406"/>
                <a:gd name="connsiteX51" fmla="*/ 37852 w 188528"/>
                <a:gd name="connsiteY51" fmla="*/ 38555 h 106406"/>
                <a:gd name="connsiteX52" fmla="*/ 46003 w 188528"/>
                <a:gd name="connsiteY52" fmla="*/ 26536 h 106406"/>
                <a:gd name="connsiteX53" fmla="*/ 48750 w 188528"/>
                <a:gd name="connsiteY53" fmla="*/ 10078 h 106406"/>
                <a:gd name="connsiteX54" fmla="*/ 48750 w 188528"/>
                <a:gd name="connsiteY54" fmla="*/ 2930 h 106406"/>
                <a:gd name="connsiteX55" fmla="*/ 57656 w 188528"/>
                <a:gd name="connsiteY55" fmla="*/ 2930 h 106406"/>
                <a:gd name="connsiteX56" fmla="*/ 57656 w 188528"/>
                <a:gd name="connsiteY56" fmla="*/ 9023 h 106406"/>
                <a:gd name="connsiteX57" fmla="*/ 62058 w 188528"/>
                <a:gd name="connsiteY57" fmla="*/ 29766 h 106406"/>
                <a:gd name="connsiteX58" fmla="*/ 73477 w 188528"/>
                <a:gd name="connsiteY58" fmla="*/ 41484 h 106406"/>
                <a:gd name="connsiteX59" fmla="*/ 67266 w 188528"/>
                <a:gd name="connsiteY59" fmla="*/ 47344 h 106406"/>
                <a:gd name="connsiteX60" fmla="*/ 59766 w 188528"/>
                <a:gd name="connsiteY60" fmla="*/ 40547 h 106406"/>
                <a:gd name="connsiteX61" fmla="*/ 53204 w 188528"/>
                <a:gd name="connsiteY61" fmla="*/ 30000 h 106406"/>
                <a:gd name="connsiteX62" fmla="*/ 46120 w 188528"/>
                <a:gd name="connsiteY62" fmla="*/ 41367 h 106406"/>
                <a:gd name="connsiteX63" fmla="*/ 37852 w 188528"/>
                <a:gd name="connsiteY63" fmla="*/ 49570 h 106406"/>
                <a:gd name="connsiteX64" fmla="*/ 29766 w 188528"/>
                <a:gd name="connsiteY64" fmla="*/ 41601 h 106406"/>
                <a:gd name="connsiteX65" fmla="*/ 22500 w 188528"/>
                <a:gd name="connsiteY65" fmla="*/ 30117 h 106406"/>
                <a:gd name="connsiteX66" fmla="*/ 15651 w 188528"/>
                <a:gd name="connsiteY66" fmla="*/ 41016 h 106406"/>
                <a:gd name="connsiteX67" fmla="*/ 7149 w 188528"/>
                <a:gd name="connsiteY67" fmla="*/ 49336 h 106406"/>
                <a:gd name="connsiteX68" fmla="*/ 0 w 188528"/>
                <a:gd name="connsiteY68" fmla="*/ 44063 h 106406"/>
                <a:gd name="connsiteX69" fmla="*/ 7799 w 188528"/>
                <a:gd name="connsiteY69" fmla="*/ 37500 h 106406"/>
                <a:gd name="connsiteX70" fmla="*/ 13477 w 188528"/>
                <a:gd name="connsiteY70" fmla="*/ 30352 h 106406"/>
                <a:gd name="connsiteX71" fmla="*/ 16875 w 188528"/>
                <a:gd name="connsiteY71" fmla="*/ 21445 h 106406"/>
                <a:gd name="connsiteX72" fmla="*/ 18047 w 188528"/>
                <a:gd name="connsiteY72" fmla="*/ 9727 h 106406"/>
                <a:gd name="connsiteX73" fmla="*/ 78867 w 188528"/>
                <a:gd name="connsiteY73" fmla="*/ 703 h 106406"/>
                <a:gd name="connsiteX74" fmla="*/ 87657 w 188528"/>
                <a:gd name="connsiteY74" fmla="*/ 703 h 106406"/>
                <a:gd name="connsiteX75" fmla="*/ 87657 w 188528"/>
                <a:gd name="connsiteY75" fmla="*/ 22031 h 106406"/>
                <a:gd name="connsiteX76" fmla="*/ 101602 w 188528"/>
                <a:gd name="connsiteY76" fmla="*/ 22031 h 106406"/>
                <a:gd name="connsiteX77" fmla="*/ 101602 w 188528"/>
                <a:gd name="connsiteY77" fmla="*/ 30117 h 106406"/>
                <a:gd name="connsiteX78" fmla="*/ 87657 w 188528"/>
                <a:gd name="connsiteY78" fmla="*/ 30117 h 106406"/>
                <a:gd name="connsiteX79" fmla="*/ 87657 w 188528"/>
                <a:gd name="connsiteY79" fmla="*/ 58125 h 106406"/>
                <a:gd name="connsiteX80" fmla="*/ 78867 w 188528"/>
                <a:gd name="connsiteY80" fmla="*/ 58125 h 106406"/>
                <a:gd name="connsiteX81" fmla="*/ 141068 w 188528"/>
                <a:gd name="connsiteY81" fmla="*/ 0 h 106406"/>
                <a:gd name="connsiteX82" fmla="*/ 168256 w 188528"/>
                <a:gd name="connsiteY82" fmla="*/ 6211 h 106406"/>
                <a:gd name="connsiteX83" fmla="*/ 177513 w 188528"/>
                <a:gd name="connsiteY83" fmla="*/ 22266 h 106406"/>
                <a:gd name="connsiteX84" fmla="*/ 168320 w 188528"/>
                <a:gd name="connsiteY84" fmla="*/ 37969 h 106406"/>
                <a:gd name="connsiteX85" fmla="*/ 141068 w 188528"/>
                <a:gd name="connsiteY85" fmla="*/ 43828 h 106406"/>
                <a:gd name="connsiteX86" fmla="*/ 113828 w 188528"/>
                <a:gd name="connsiteY86" fmla="*/ 37969 h 106406"/>
                <a:gd name="connsiteX87" fmla="*/ 104505 w 188528"/>
                <a:gd name="connsiteY87" fmla="*/ 22266 h 106406"/>
                <a:gd name="connsiteX88" fmla="*/ 113828 w 188528"/>
                <a:gd name="connsiteY88" fmla="*/ 6211 h 106406"/>
                <a:gd name="connsiteX89" fmla="*/ 141068 w 188528"/>
                <a:gd name="connsiteY89" fmla="*/ 0 h 106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188528" h="106406">
                  <a:moveTo>
                    <a:pt x="54141" y="86484"/>
                  </a:moveTo>
                  <a:cubicBezTo>
                    <a:pt x="47031" y="86484"/>
                    <a:pt x="41524" y="87083"/>
                    <a:pt x="37617" y="88294"/>
                  </a:cubicBezTo>
                  <a:cubicBezTo>
                    <a:pt x="33711" y="89505"/>
                    <a:pt x="31758" y="91055"/>
                    <a:pt x="31758" y="92930"/>
                  </a:cubicBezTo>
                  <a:cubicBezTo>
                    <a:pt x="31758" y="95039"/>
                    <a:pt x="33698" y="96680"/>
                    <a:pt x="37565" y="97852"/>
                  </a:cubicBezTo>
                  <a:cubicBezTo>
                    <a:pt x="41432" y="99023"/>
                    <a:pt x="46953" y="99609"/>
                    <a:pt x="54141" y="99609"/>
                  </a:cubicBezTo>
                  <a:cubicBezTo>
                    <a:pt x="60938" y="99609"/>
                    <a:pt x="66367" y="99075"/>
                    <a:pt x="70430" y="98021"/>
                  </a:cubicBezTo>
                  <a:cubicBezTo>
                    <a:pt x="74492" y="96966"/>
                    <a:pt x="76524" y="95273"/>
                    <a:pt x="76524" y="92930"/>
                  </a:cubicBezTo>
                  <a:cubicBezTo>
                    <a:pt x="76524" y="90977"/>
                    <a:pt x="74414" y="89414"/>
                    <a:pt x="70196" y="88242"/>
                  </a:cubicBezTo>
                  <a:cubicBezTo>
                    <a:pt x="65977" y="87070"/>
                    <a:pt x="60625" y="86484"/>
                    <a:pt x="54141" y="86484"/>
                  </a:cubicBezTo>
                  <a:close/>
                  <a:moveTo>
                    <a:pt x="54141" y="79805"/>
                  </a:moveTo>
                  <a:cubicBezTo>
                    <a:pt x="64297" y="79805"/>
                    <a:pt x="72253" y="80950"/>
                    <a:pt x="77995" y="83255"/>
                  </a:cubicBezTo>
                  <a:cubicBezTo>
                    <a:pt x="83737" y="85560"/>
                    <a:pt x="86602" y="88750"/>
                    <a:pt x="86602" y="92813"/>
                  </a:cubicBezTo>
                  <a:cubicBezTo>
                    <a:pt x="86602" y="97500"/>
                    <a:pt x="83815" y="100938"/>
                    <a:pt x="78230" y="103125"/>
                  </a:cubicBezTo>
                  <a:cubicBezTo>
                    <a:pt x="72643" y="105313"/>
                    <a:pt x="64609" y="106406"/>
                    <a:pt x="54141" y="106406"/>
                  </a:cubicBezTo>
                  <a:cubicBezTo>
                    <a:pt x="43594" y="106406"/>
                    <a:pt x="35547" y="105274"/>
                    <a:pt x="30000" y="103008"/>
                  </a:cubicBezTo>
                  <a:cubicBezTo>
                    <a:pt x="24453" y="100742"/>
                    <a:pt x="21680" y="97344"/>
                    <a:pt x="21680" y="92813"/>
                  </a:cubicBezTo>
                  <a:cubicBezTo>
                    <a:pt x="21680" y="88828"/>
                    <a:pt x="24492" y="85664"/>
                    <a:pt x="30117" y="83320"/>
                  </a:cubicBezTo>
                  <a:cubicBezTo>
                    <a:pt x="35743" y="80977"/>
                    <a:pt x="43750" y="79805"/>
                    <a:pt x="54141" y="79805"/>
                  </a:cubicBezTo>
                  <a:close/>
                  <a:moveTo>
                    <a:pt x="106146" y="72070"/>
                  </a:moveTo>
                  <a:lnTo>
                    <a:pt x="115169" y="72070"/>
                  </a:lnTo>
                  <a:lnTo>
                    <a:pt x="115169" y="94453"/>
                  </a:lnTo>
                  <a:lnTo>
                    <a:pt x="179623" y="94453"/>
                  </a:lnTo>
                  <a:lnTo>
                    <a:pt x="179623" y="102422"/>
                  </a:lnTo>
                  <a:lnTo>
                    <a:pt x="108607" y="102422"/>
                  </a:lnTo>
                  <a:cubicBezTo>
                    <a:pt x="107669" y="102422"/>
                    <a:pt x="107031" y="102240"/>
                    <a:pt x="106680" y="101888"/>
                  </a:cubicBezTo>
                  <a:cubicBezTo>
                    <a:pt x="106328" y="101537"/>
                    <a:pt x="106146" y="100898"/>
                    <a:pt x="106146" y="99961"/>
                  </a:cubicBezTo>
                  <a:close/>
                  <a:moveTo>
                    <a:pt x="16641" y="68320"/>
                  </a:moveTo>
                  <a:lnTo>
                    <a:pt x="91172" y="68320"/>
                  </a:lnTo>
                  <a:lnTo>
                    <a:pt x="91172" y="75469"/>
                  </a:lnTo>
                  <a:lnTo>
                    <a:pt x="16641" y="75469"/>
                  </a:lnTo>
                  <a:close/>
                  <a:moveTo>
                    <a:pt x="35977" y="55195"/>
                  </a:moveTo>
                  <a:lnTo>
                    <a:pt x="71016" y="55195"/>
                  </a:lnTo>
                  <a:lnTo>
                    <a:pt x="71016" y="62226"/>
                  </a:lnTo>
                  <a:lnTo>
                    <a:pt x="35977" y="62226"/>
                  </a:lnTo>
                  <a:close/>
                  <a:moveTo>
                    <a:pt x="93490" y="54727"/>
                  </a:moveTo>
                  <a:lnTo>
                    <a:pt x="188529" y="54727"/>
                  </a:lnTo>
                  <a:lnTo>
                    <a:pt x="188529" y="62461"/>
                  </a:lnTo>
                  <a:lnTo>
                    <a:pt x="93490" y="62461"/>
                  </a:lnTo>
                  <a:close/>
                  <a:moveTo>
                    <a:pt x="141068" y="7383"/>
                  </a:moveTo>
                  <a:cubicBezTo>
                    <a:pt x="133021" y="7383"/>
                    <a:pt x="126576" y="8646"/>
                    <a:pt x="121732" y="11185"/>
                  </a:cubicBezTo>
                  <a:cubicBezTo>
                    <a:pt x="116888" y="13724"/>
                    <a:pt x="114466" y="17422"/>
                    <a:pt x="114466" y="22266"/>
                  </a:cubicBezTo>
                  <a:cubicBezTo>
                    <a:pt x="114466" y="26953"/>
                    <a:pt x="116849" y="30469"/>
                    <a:pt x="121615" y="32812"/>
                  </a:cubicBezTo>
                  <a:cubicBezTo>
                    <a:pt x="126381" y="35156"/>
                    <a:pt x="132865" y="36328"/>
                    <a:pt x="141068" y="36328"/>
                  </a:cubicBezTo>
                  <a:cubicBezTo>
                    <a:pt x="149037" y="36328"/>
                    <a:pt x="155443" y="35156"/>
                    <a:pt x="160287" y="32812"/>
                  </a:cubicBezTo>
                  <a:cubicBezTo>
                    <a:pt x="165130" y="30469"/>
                    <a:pt x="167552" y="26953"/>
                    <a:pt x="167552" y="22266"/>
                  </a:cubicBezTo>
                  <a:cubicBezTo>
                    <a:pt x="167552" y="17500"/>
                    <a:pt x="165117" y="13828"/>
                    <a:pt x="160234" y="11250"/>
                  </a:cubicBezTo>
                  <a:cubicBezTo>
                    <a:pt x="155352" y="8672"/>
                    <a:pt x="148958" y="7383"/>
                    <a:pt x="141068" y="7383"/>
                  </a:cubicBezTo>
                  <a:close/>
                  <a:moveTo>
                    <a:pt x="18047" y="2930"/>
                  </a:moveTo>
                  <a:lnTo>
                    <a:pt x="26953" y="2930"/>
                  </a:lnTo>
                  <a:lnTo>
                    <a:pt x="26953" y="10195"/>
                  </a:lnTo>
                  <a:cubicBezTo>
                    <a:pt x="26953" y="17383"/>
                    <a:pt x="27956" y="23060"/>
                    <a:pt x="29948" y="27240"/>
                  </a:cubicBezTo>
                  <a:cubicBezTo>
                    <a:pt x="31940" y="31419"/>
                    <a:pt x="34571" y="35195"/>
                    <a:pt x="37852" y="38555"/>
                  </a:cubicBezTo>
                  <a:cubicBezTo>
                    <a:pt x="41446" y="34805"/>
                    <a:pt x="44167" y="30794"/>
                    <a:pt x="46003" y="26536"/>
                  </a:cubicBezTo>
                  <a:cubicBezTo>
                    <a:pt x="47839" y="22279"/>
                    <a:pt x="48750" y="16797"/>
                    <a:pt x="48750" y="10078"/>
                  </a:cubicBezTo>
                  <a:lnTo>
                    <a:pt x="48750" y="2930"/>
                  </a:lnTo>
                  <a:lnTo>
                    <a:pt x="57656" y="2930"/>
                  </a:lnTo>
                  <a:lnTo>
                    <a:pt x="57656" y="9023"/>
                  </a:lnTo>
                  <a:cubicBezTo>
                    <a:pt x="57656" y="17852"/>
                    <a:pt x="59128" y="24766"/>
                    <a:pt x="62058" y="29766"/>
                  </a:cubicBezTo>
                  <a:cubicBezTo>
                    <a:pt x="64987" y="34766"/>
                    <a:pt x="68789" y="38672"/>
                    <a:pt x="73477" y="41484"/>
                  </a:cubicBezTo>
                  <a:lnTo>
                    <a:pt x="67266" y="47344"/>
                  </a:lnTo>
                  <a:cubicBezTo>
                    <a:pt x="64766" y="45547"/>
                    <a:pt x="62266" y="43281"/>
                    <a:pt x="59766" y="40547"/>
                  </a:cubicBezTo>
                  <a:cubicBezTo>
                    <a:pt x="57266" y="37813"/>
                    <a:pt x="55078" y="34297"/>
                    <a:pt x="53204" y="30000"/>
                  </a:cubicBezTo>
                  <a:cubicBezTo>
                    <a:pt x="51328" y="34219"/>
                    <a:pt x="48972" y="38008"/>
                    <a:pt x="46120" y="41367"/>
                  </a:cubicBezTo>
                  <a:cubicBezTo>
                    <a:pt x="43269" y="44727"/>
                    <a:pt x="40508" y="47461"/>
                    <a:pt x="37852" y="49570"/>
                  </a:cubicBezTo>
                  <a:cubicBezTo>
                    <a:pt x="35195" y="47461"/>
                    <a:pt x="32500" y="44805"/>
                    <a:pt x="29766" y="41601"/>
                  </a:cubicBezTo>
                  <a:cubicBezTo>
                    <a:pt x="27032" y="38398"/>
                    <a:pt x="24610" y="34570"/>
                    <a:pt x="22500" y="30117"/>
                  </a:cubicBezTo>
                  <a:cubicBezTo>
                    <a:pt x="20938" y="33945"/>
                    <a:pt x="18659" y="37578"/>
                    <a:pt x="15651" y="41016"/>
                  </a:cubicBezTo>
                  <a:cubicBezTo>
                    <a:pt x="12643" y="44453"/>
                    <a:pt x="9805" y="47227"/>
                    <a:pt x="7149" y="49336"/>
                  </a:cubicBezTo>
                  <a:lnTo>
                    <a:pt x="0" y="44063"/>
                  </a:lnTo>
                  <a:cubicBezTo>
                    <a:pt x="2969" y="41875"/>
                    <a:pt x="5573" y="39688"/>
                    <a:pt x="7799" y="37500"/>
                  </a:cubicBezTo>
                  <a:cubicBezTo>
                    <a:pt x="10026" y="35312"/>
                    <a:pt x="11914" y="32930"/>
                    <a:pt x="13477" y="30352"/>
                  </a:cubicBezTo>
                  <a:cubicBezTo>
                    <a:pt x="14961" y="27695"/>
                    <a:pt x="16094" y="24727"/>
                    <a:pt x="16875" y="21445"/>
                  </a:cubicBezTo>
                  <a:cubicBezTo>
                    <a:pt x="17656" y="18164"/>
                    <a:pt x="18047" y="14258"/>
                    <a:pt x="18047" y="9727"/>
                  </a:cubicBezTo>
                  <a:close/>
                  <a:moveTo>
                    <a:pt x="78867" y="703"/>
                  </a:moveTo>
                  <a:lnTo>
                    <a:pt x="87657" y="703"/>
                  </a:lnTo>
                  <a:lnTo>
                    <a:pt x="87657" y="22031"/>
                  </a:lnTo>
                  <a:lnTo>
                    <a:pt x="101602" y="22031"/>
                  </a:lnTo>
                  <a:lnTo>
                    <a:pt x="101602" y="30117"/>
                  </a:lnTo>
                  <a:lnTo>
                    <a:pt x="87657" y="30117"/>
                  </a:lnTo>
                  <a:lnTo>
                    <a:pt x="87657" y="58125"/>
                  </a:lnTo>
                  <a:lnTo>
                    <a:pt x="78867" y="58125"/>
                  </a:lnTo>
                  <a:close/>
                  <a:moveTo>
                    <a:pt x="141068" y="0"/>
                  </a:moveTo>
                  <a:cubicBezTo>
                    <a:pt x="153021" y="0"/>
                    <a:pt x="162084" y="2070"/>
                    <a:pt x="168256" y="6211"/>
                  </a:cubicBezTo>
                  <a:cubicBezTo>
                    <a:pt x="174428" y="10352"/>
                    <a:pt x="177513" y="15703"/>
                    <a:pt x="177513" y="22266"/>
                  </a:cubicBezTo>
                  <a:cubicBezTo>
                    <a:pt x="177513" y="28828"/>
                    <a:pt x="174453" y="34062"/>
                    <a:pt x="168320" y="37969"/>
                  </a:cubicBezTo>
                  <a:cubicBezTo>
                    <a:pt x="162188" y="41875"/>
                    <a:pt x="153099" y="43828"/>
                    <a:pt x="141068" y="43828"/>
                  </a:cubicBezTo>
                  <a:cubicBezTo>
                    <a:pt x="129115" y="43828"/>
                    <a:pt x="120039" y="41875"/>
                    <a:pt x="113828" y="37969"/>
                  </a:cubicBezTo>
                  <a:cubicBezTo>
                    <a:pt x="107617" y="34062"/>
                    <a:pt x="104505" y="28828"/>
                    <a:pt x="104505" y="22266"/>
                  </a:cubicBezTo>
                  <a:cubicBezTo>
                    <a:pt x="104505" y="15703"/>
                    <a:pt x="107617" y="10352"/>
                    <a:pt x="113828" y="6211"/>
                  </a:cubicBezTo>
                  <a:cubicBezTo>
                    <a:pt x="120039" y="2070"/>
                    <a:pt x="129115" y="0"/>
                    <a:pt x="141068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E35E287-6453-4E2E-A246-17DF3F816220}"/>
                </a:ext>
              </a:extLst>
            </p:cNvPr>
            <p:cNvSpPr txBox="1"/>
            <p:nvPr/>
          </p:nvSpPr>
          <p:spPr>
            <a:xfrm>
              <a:off x="4187925" y="1854016"/>
              <a:ext cx="3912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쌓은</a:t>
              </a:r>
            </a:p>
          </p:txBody>
        </p:sp>
        <p:sp>
          <p:nvSpPr>
            <p:cNvPr id="86" name="자유형: 도형 85">
              <a:extLst>
                <a:ext uri="{FF2B5EF4-FFF2-40B4-BE49-F238E27FC236}">
                  <a16:creationId xmlns:a16="http://schemas.microsoft.com/office/drawing/2014/main" id="{1E02AF76-3CA5-4219-B7C3-0DBACDAB87BA}"/>
                </a:ext>
              </a:extLst>
            </p:cNvPr>
            <p:cNvSpPr/>
            <p:nvPr/>
          </p:nvSpPr>
          <p:spPr>
            <a:xfrm>
              <a:off x="4505407" y="1924176"/>
              <a:ext cx="290703" cy="106054"/>
            </a:xfrm>
            <a:custGeom>
              <a:avLst/>
              <a:gdLst>
                <a:gd name="connsiteX0" fmla="*/ 118802 w 290703"/>
                <a:gd name="connsiteY0" fmla="*/ 76523 h 106054"/>
                <a:gd name="connsiteX1" fmla="*/ 118802 w 290703"/>
                <a:gd name="connsiteY1" fmla="*/ 95508 h 106054"/>
                <a:gd name="connsiteX2" fmla="*/ 168021 w 290703"/>
                <a:gd name="connsiteY2" fmla="*/ 95508 h 106054"/>
                <a:gd name="connsiteX3" fmla="*/ 168021 w 290703"/>
                <a:gd name="connsiteY3" fmla="*/ 76523 h 106054"/>
                <a:gd name="connsiteX4" fmla="*/ 50391 w 290703"/>
                <a:gd name="connsiteY4" fmla="*/ 71719 h 106054"/>
                <a:gd name="connsiteX5" fmla="*/ 31641 w 290703"/>
                <a:gd name="connsiteY5" fmla="*/ 75234 h 106054"/>
                <a:gd name="connsiteX6" fmla="*/ 24375 w 290703"/>
                <a:gd name="connsiteY6" fmla="*/ 85078 h 106054"/>
                <a:gd name="connsiteX7" fmla="*/ 31641 w 290703"/>
                <a:gd name="connsiteY7" fmla="*/ 95039 h 106054"/>
                <a:gd name="connsiteX8" fmla="*/ 50391 w 290703"/>
                <a:gd name="connsiteY8" fmla="*/ 98672 h 106054"/>
                <a:gd name="connsiteX9" fmla="*/ 69141 w 290703"/>
                <a:gd name="connsiteY9" fmla="*/ 95156 h 106054"/>
                <a:gd name="connsiteX10" fmla="*/ 76523 w 290703"/>
                <a:gd name="connsiteY10" fmla="*/ 85430 h 106054"/>
                <a:gd name="connsiteX11" fmla="*/ 69141 w 290703"/>
                <a:gd name="connsiteY11" fmla="*/ 75404 h 106054"/>
                <a:gd name="connsiteX12" fmla="*/ 50391 w 290703"/>
                <a:gd name="connsiteY12" fmla="*/ 71719 h 106054"/>
                <a:gd name="connsiteX13" fmla="*/ 112122 w 290703"/>
                <a:gd name="connsiteY13" fmla="*/ 69141 h 106054"/>
                <a:gd name="connsiteX14" fmla="*/ 174583 w 290703"/>
                <a:gd name="connsiteY14" fmla="*/ 69141 h 106054"/>
                <a:gd name="connsiteX15" fmla="*/ 176524 w 290703"/>
                <a:gd name="connsiteY15" fmla="*/ 69661 h 106054"/>
                <a:gd name="connsiteX16" fmla="*/ 177044 w 290703"/>
                <a:gd name="connsiteY16" fmla="*/ 71602 h 106054"/>
                <a:gd name="connsiteX17" fmla="*/ 177044 w 290703"/>
                <a:gd name="connsiteY17" fmla="*/ 100664 h 106054"/>
                <a:gd name="connsiteX18" fmla="*/ 176524 w 290703"/>
                <a:gd name="connsiteY18" fmla="*/ 102591 h 106054"/>
                <a:gd name="connsiteX19" fmla="*/ 174583 w 290703"/>
                <a:gd name="connsiteY19" fmla="*/ 103125 h 106054"/>
                <a:gd name="connsiteX20" fmla="*/ 112122 w 290703"/>
                <a:gd name="connsiteY20" fmla="*/ 103125 h 106054"/>
                <a:gd name="connsiteX21" fmla="*/ 110196 w 290703"/>
                <a:gd name="connsiteY21" fmla="*/ 102591 h 106054"/>
                <a:gd name="connsiteX22" fmla="*/ 109661 w 290703"/>
                <a:gd name="connsiteY22" fmla="*/ 100664 h 106054"/>
                <a:gd name="connsiteX23" fmla="*/ 109661 w 290703"/>
                <a:gd name="connsiteY23" fmla="*/ 71602 h 106054"/>
                <a:gd name="connsiteX24" fmla="*/ 110196 w 290703"/>
                <a:gd name="connsiteY24" fmla="*/ 69661 h 106054"/>
                <a:gd name="connsiteX25" fmla="*/ 112122 w 290703"/>
                <a:gd name="connsiteY25" fmla="*/ 69141 h 106054"/>
                <a:gd name="connsiteX26" fmla="*/ 50391 w 290703"/>
                <a:gd name="connsiteY26" fmla="*/ 64219 h 106054"/>
                <a:gd name="connsiteX27" fmla="*/ 76588 w 290703"/>
                <a:gd name="connsiteY27" fmla="*/ 70013 h 106054"/>
                <a:gd name="connsiteX28" fmla="*/ 86250 w 290703"/>
                <a:gd name="connsiteY28" fmla="*/ 85312 h 106054"/>
                <a:gd name="connsiteX29" fmla="*/ 76588 w 290703"/>
                <a:gd name="connsiteY29" fmla="*/ 100482 h 106054"/>
                <a:gd name="connsiteX30" fmla="*/ 50391 w 290703"/>
                <a:gd name="connsiteY30" fmla="*/ 106055 h 106054"/>
                <a:gd name="connsiteX31" fmla="*/ 24206 w 290703"/>
                <a:gd name="connsiteY31" fmla="*/ 100430 h 106054"/>
                <a:gd name="connsiteX32" fmla="*/ 14648 w 290703"/>
                <a:gd name="connsiteY32" fmla="*/ 85195 h 106054"/>
                <a:gd name="connsiteX33" fmla="*/ 24258 w 290703"/>
                <a:gd name="connsiteY33" fmla="*/ 69961 h 106054"/>
                <a:gd name="connsiteX34" fmla="*/ 50391 w 290703"/>
                <a:gd name="connsiteY34" fmla="*/ 64219 h 106054"/>
                <a:gd name="connsiteX35" fmla="*/ 215469 w 290703"/>
                <a:gd name="connsiteY35" fmla="*/ 39023 h 106054"/>
                <a:gd name="connsiteX36" fmla="*/ 224375 w 290703"/>
                <a:gd name="connsiteY36" fmla="*/ 39023 h 106054"/>
                <a:gd name="connsiteX37" fmla="*/ 224375 w 290703"/>
                <a:gd name="connsiteY37" fmla="*/ 73711 h 106054"/>
                <a:gd name="connsiteX38" fmla="*/ 233112 w 290703"/>
                <a:gd name="connsiteY38" fmla="*/ 73529 h 106054"/>
                <a:gd name="connsiteX39" fmla="*/ 243477 w 290703"/>
                <a:gd name="connsiteY39" fmla="*/ 73008 h 106054"/>
                <a:gd name="connsiteX40" fmla="*/ 253789 w 290703"/>
                <a:gd name="connsiteY40" fmla="*/ 72240 h 106054"/>
                <a:gd name="connsiteX41" fmla="*/ 262578 w 290703"/>
                <a:gd name="connsiteY41" fmla="*/ 71250 h 106054"/>
                <a:gd name="connsiteX42" fmla="*/ 262578 w 290703"/>
                <a:gd name="connsiteY42" fmla="*/ 79102 h 106054"/>
                <a:gd name="connsiteX43" fmla="*/ 235625 w 290703"/>
                <a:gd name="connsiteY43" fmla="*/ 81445 h 106054"/>
                <a:gd name="connsiteX44" fmla="*/ 205273 w 290703"/>
                <a:gd name="connsiteY44" fmla="*/ 82148 h 106054"/>
                <a:gd name="connsiteX45" fmla="*/ 194024 w 290703"/>
                <a:gd name="connsiteY45" fmla="*/ 82148 h 106054"/>
                <a:gd name="connsiteX46" fmla="*/ 194024 w 290703"/>
                <a:gd name="connsiteY46" fmla="*/ 73945 h 106054"/>
                <a:gd name="connsiteX47" fmla="*/ 205273 w 290703"/>
                <a:gd name="connsiteY47" fmla="*/ 73945 h 106054"/>
                <a:gd name="connsiteX48" fmla="*/ 215469 w 290703"/>
                <a:gd name="connsiteY48" fmla="*/ 73828 h 106054"/>
                <a:gd name="connsiteX49" fmla="*/ 122201 w 290703"/>
                <a:gd name="connsiteY49" fmla="*/ 31992 h 106054"/>
                <a:gd name="connsiteX50" fmla="*/ 110196 w 290703"/>
                <a:gd name="connsiteY50" fmla="*/ 34922 h 106054"/>
                <a:gd name="connsiteX51" fmla="*/ 105912 w 290703"/>
                <a:gd name="connsiteY51" fmla="*/ 42656 h 106054"/>
                <a:gd name="connsiteX52" fmla="*/ 110196 w 290703"/>
                <a:gd name="connsiteY52" fmla="*/ 50508 h 106054"/>
                <a:gd name="connsiteX53" fmla="*/ 122201 w 290703"/>
                <a:gd name="connsiteY53" fmla="*/ 53555 h 106054"/>
                <a:gd name="connsiteX54" fmla="*/ 134154 w 290703"/>
                <a:gd name="connsiteY54" fmla="*/ 50508 h 106054"/>
                <a:gd name="connsiteX55" fmla="*/ 138489 w 290703"/>
                <a:gd name="connsiteY55" fmla="*/ 42656 h 106054"/>
                <a:gd name="connsiteX56" fmla="*/ 134154 w 290703"/>
                <a:gd name="connsiteY56" fmla="*/ 34922 h 106054"/>
                <a:gd name="connsiteX57" fmla="*/ 122201 w 290703"/>
                <a:gd name="connsiteY57" fmla="*/ 31992 h 106054"/>
                <a:gd name="connsiteX58" fmla="*/ 122201 w 290703"/>
                <a:gd name="connsiteY58" fmla="*/ 25078 h 106054"/>
                <a:gd name="connsiteX59" fmla="*/ 140898 w 290703"/>
                <a:gd name="connsiteY59" fmla="*/ 29935 h 106054"/>
                <a:gd name="connsiteX60" fmla="*/ 148099 w 290703"/>
                <a:gd name="connsiteY60" fmla="*/ 42656 h 106054"/>
                <a:gd name="connsiteX61" fmla="*/ 146107 w 290703"/>
                <a:gd name="connsiteY61" fmla="*/ 49922 h 106054"/>
                <a:gd name="connsiteX62" fmla="*/ 140716 w 290703"/>
                <a:gd name="connsiteY62" fmla="*/ 55547 h 106054"/>
                <a:gd name="connsiteX63" fmla="*/ 132461 w 290703"/>
                <a:gd name="connsiteY63" fmla="*/ 59180 h 106054"/>
                <a:gd name="connsiteX64" fmla="*/ 122201 w 290703"/>
                <a:gd name="connsiteY64" fmla="*/ 60469 h 106054"/>
                <a:gd name="connsiteX65" fmla="*/ 111836 w 290703"/>
                <a:gd name="connsiteY65" fmla="*/ 59180 h 106054"/>
                <a:gd name="connsiteX66" fmla="*/ 103568 w 290703"/>
                <a:gd name="connsiteY66" fmla="*/ 55547 h 106054"/>
                <a:gd name="connsiteX67" fmla="*/ 98242 w 290703"/>
                <a:gd name="connsiteY67" fmla="*/ 49922 h 106054"/>
                <a:gd name="connsiteX68" fmla="*/ 96302 w 290703"/>
                <a:gd name="connsiteY68" fmla="*/ 42656 h 106054"/>
                <a:gd name="connsiteX69" fmla="*/ 103516 w 290703"/>
                <a:gd name="connsiteY69" fmla="*/ 29935 h 106054"/>
                <a:gd name="connsiteX70" fmla="*/ 122201 w 290703"/>
                <a:gd name="connsiteY70" fmla="*/ 25078 h 106054"/>
                <a:gd name="connsiteX71" fmla="*/ 92552 w 290703"/>
                <a:gd name="connsiteY71" fmla="*/ 13125 h 106054"/>
                <a:gd name="connsiteX72" fmla="*/ 152083 w 290703"/>
                <a:gd name="connsiteY72" fmla="*/ 13125 h 106054"/>
                <a:gd name="connsiteX73" fmla="*/ 152083 w 290703"/>
                <a:gd name="connsiteY73" fmla="*/ 20391 h 106054"/>
                <a:gd name="connsiteX74" fmla="*/ 92552 w 290703"/>
                <a:gd name="connsiteY74" fmla="*/ 20391 h 106054"/>
                <a:gd name="connsiteX75" fmla="*/ 199414 w 290703"/>
                <a:gd name="connsiteY75" fmla="*/ 6562 h 106054"/>
                <a:gd name="connsiteX76" fmla="*/ 249453 w 290703"/>
                <a:gd name="connsiteY76" fmla="*/ 6562 h 106054"/>
                <a:gd name="connsiteX77" fmla="*/ 251393 w 290703"/>
                <a:gd name="connsiteY77" fmla="*/ 7083 h 106054"/>
                <a:gd name="connsiteX78" fmla="*/ 251914 w 290703"/>
                <a:gd name="connsiteY78" fmla="*/ 9023 h 106054"/>
                <a:gd name="connsiteX79" fmla="*/ 251328 w 290703"/>
                <a:gd name="connsiteY79" fmla="*/ 21445 h 106054"/>
                <a:gd name="connsiteX80" fmla="*/ 250391 w 290703"/>
                <a:gd name="connsiteY80" fmla="*/ 34570 h 106054"/>
                <a:gd name="connsiteX81" fmla="*/ 248933 w 290703"/>
                <a:gd name="connsiteY81" fmla="*/ 47630 h 106054"/>
                <a:gd name="connsiteX82" fmla="*/ 247109 w 290703"/>
                <a:gd name="connsiteY82" fmla="*/ 59414 h 106054"/>
                <a:gd name="connsiteX83" fmla="*/ 238086 w 290703"/>
                <a:gd name="connsiteY83" fmla="*/ 59414 h 106054"/>
                <a:gd name="connsiteX84" fmla="*/ 239558 w 290703"/>
                <a:gd name="connsiteY84" fmla="*/ 49688 h 106054"/>
                <a:gd name="connsiteX85" fmla="*/ 240899 w 290703"/>
                <a:gd name="connsiteY85" fmla="*/ 38203 h 106054"/>
                <a:gd name="connsiteX86" fmla="*/ 241901 w 290703"/>
                <a:gd name="connsiteY86" fmla="*/ 26016 h 106054"/>
                <a:gd name="connsiteX87" fmla="*/ 242305 w 290703"/>
                <a:gd name="connsiteY87" fmla="*/ 14414 h 106054"/>
                <a:gd name="connsiteX88" fmla="*/ 199414 w 290703"/>
                <a:gd name="connsiteY88" fmla="*/ 14414 h 106054"/>
                <a:gd name="connsiteX89" fmla="*/ 6445 w 290703"/>
                <a:gd name="connsiteY89" fmla="*/ 5156 h 106054"/>
                <a:gd name="connsiteX90" fmla="*/ 50742 w 290703"/>
                <a:gd name="connsiteY90" fmla="*/ 5156 h 106054"/>
                <a:gd name="connsiteX91" fmla="*/ 52682 w 290703"/>
                <a:gd name="connsiteY91" fmla="*/ 5677 h 106054"/>
                <a:gd name="connsiteX92" fmla="*/ 53203 w 290703"/>
                <a:gd name="connsiteY92" fmla="*/ 7617 h 106054"/>
                <a:gd name="connsiteX93" fmla="*/ 38906 w 290703"/>
                <a:gd name="connsiteY93" fmla="*/ 39961 h 106054"/>
                <a:gd name="connsiteX94" fmla="*/ 6094 w 290703"/>
                <a:gd name="connsiteY94" fmla="*/ 59883 h 106054"/>
                <a:gd name="connsiteX95" fmla="*/ 0 w 290703"/>
                <a:gd name="connsiteY95" fmla="*/ 53203 h 106054"/>
                <a:gd name="connsiteX96" fmla="*/ 14414 w 290703"/>
                <a:gd name="connsiteY96" fmla="*/ 47695 h 106054"/>
                <a:gd name="connsiteX97" fmla="*/ 27305 w 290703"/>
                <a:gd name="connsiteY97" fmla="*/ 39375 h 106054"/>
                <a:gd name="connsiteX98" fmla="*/ 37148 w 290703"/>
                <a:gd name="connsiteY98" fmla="*/ 28008 h 106054"/>
                <a:gd name="connsiteX99" fmla="*/ 42891 w 290703"/>
                <a:gd name="connsiteY99" fmla="*/ 13242 h 106054"/>
                <a:gd name="connsiteX100" fmla="*/ 6445 w 290703"/>
                <a:gd name="connsiteY100" fmla="*/ 13242 h 106054"/>
                <a:gd name="connsiteX101" fmla="*/ 266680 w 290703"/>
                <a:gd name="connsiteY101" fmla="*/ 352 h 106054"/>
                <a:gd name="connsiteX102" fmla="*/ 275820 w 290703"/>
                <a:gd name="connsiteY102" fmla="*/ 352 h 106054"/>
                <a:gd name="connsiteX103" fmla="*/ 275820 w 290703"/>
                <a:gd name="connsiteY103" fmla="*/ 43242 h 106054"/>
                <a:gd name="connsiteX104" fmla="*/ 290703 w 290703"/>
                <a:gd name="connsiteY104" fmla="*/ 43242 h 106054"/>
                <a:gd name="connsiteX105" fmla="*/ 290703 w 290703"/>
                <a:gd name="connsiteY105" fmla="*/ 51563 h 106054"/>
                <a:gd name="connsiteX106" fmla="*/ 275820 w 290703"/>
                <a:gd name="connsiteY106" fmla="*/ 51563 h 106054"/>
                <a:gd name="connsiteX107" fmla="*/ 275820 w 290703"/>
                <a:gd name="connsiteY107" fmla="*/ 104297 h 106054"/>
                <a:gd name="connsiteX108" fmla="*/ 266680 w 290703"/>
                <a:gd name="connsiteY108" fmla="*/ 104297 h 106054"/>
                <a:gd name="connsiteX109" fmla="*/ 168138 w 290703"/>
                <a:gd name="connsiteY109" fmla="*/ 352 h 106054"/>
                <a:gd name="connsiteX110" fmla="*/ 177161 w 290703"/>
                <a:gd name="connsiteY110" fmla="*/ 352 h 106054"/>
                <a:gd name="connsiteX111" fmla="*/ 177161 w 290703"/>
                <a:gd name="connsiteY111" fmla="*/ 63398 h 106054"/>
                <a:gd name="connsiteX112" fmla="*/ 168138 w 290703"/>
                <a:gd name="connsiteY112" fmla="*/ 63398 h 106054"/>
                <a:gd name="connsiteX113" fmla="*/ 168138 w 290703"/>
                <a:gd name="connsiteY113" fmla="*/ 42070 h 106054"/>
                <a:gd name="connsiteX114" fmla="*/ 151615 w 290703"/>
                <a:gd name="connsiteY114" fmla="*/ 42070 h 106054"/>
                <a:gd name="connsiteX115" fmla="*/ 151615 w 290703"/>
                <a:gd name="connsiteY115" fmla="*/ 34102 h 106054"/>
                <a:gd name="connsiteX116" fmla="*/ 168138 w 290703"/>
                <a:gd name="connsiteY116" fmla="*/ 34102 h 106054"/>
                <a:gd name="connsiteX117" fmla="*/ 75469 w 290703"/>
                <a:gd name="connsiteY117" fmla="*/ 352 h 106054"/>
                <a:gd name="connsiteX118" fmla="*/ 84726 w 290703"/>
                <a:gd name="connsiteY118" fmla="*/ 352 h 106054"/>
                <a:gd name="connsiteX119" fmla="*/ 84726 w 290703"/>
                <a:gd name="connsiteY119" fmla="*/ 62695 h 106054"/>
                <a:gd name="connsiteX120" fmla="*/ 75469 w 290703"/>
                <a:gd name="connsiteY120" fmla="*/ 62695 h 106054"/>
                <a:gd name="connsiteX121" fmla="*/ 75469 w 290703"/>
                <a:gd name="connsiteY121" fmla="*/ 45820 h 106054"/>
                <a:gd name="connsiteX122" fmla="*/ 54141 w 290703"/>
                <a:gd name="connsiteY122" fmla="*/ 45820 h 106054"/>
                <a:gd name="connsiteX123" fmla="*/ 54141 w 290703"/>
                <a:gd name="connsiteY123" fmla="*/ 38086 h 106054"/>
                <a:gd name="connsiteX124" fmla="*/ 75469 w 290703"/>
                <a:gd name="connsiteY124" fmla="*/ 38086 h 106054"/>
                <a:gd name="connsiteX125" fmla="*/ 75469 w 290703"/>
                <a:gd name="connsiteY125" fmla="*/ 23086 h 106054"/>
                <a:gd name="connsiteX126" fmla="*/ 56836 w 290703"/>
                <a:gd name="connsiteY126" fmla="*/ 23086 h 106054"/>
                <a:gd name="connsiteX127" fmla="*/ 56836 w 290703"/>
                <a:gd name="connsiteY127" fmla="*/ 15352 h 106054"/>
                <a:gd name="connsiteX128" fmla="*/ 75469 w 290703"/>
                <a:gd name="connsiteY128" fmla="*/ 15352 h 106054"/>
                <a:gd name="connsiteX129" fmla="*/ 106614 w 290703"/>
                <a:gd name="connsiteY129" fmla="*/ 0 h 106054"/>
                <a:gd name="connsiteX130" fmla="*/ 137435 w 290703"/>
                <a:gd name="connsiteY130" fmla="*/ 0 h 106054"/>
                <a:gd name="connsiteX131" fmla="*/ 137435 w 290703"/>
                <a:gd name="connsiteY131" fmla="*/ 7266 h 106054"/>
                <a:gd name="connsiteX132" fmla="*/ 106614 w 290703"/>
                <a:gd name="connsiteY132" fmla="*/ 7266 h 10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290703" h="106054">
                  <a:moveTo>
                    <a:pt x="118802" y="76523"/>
                  </a:moveTo>
                  <a:lnTo>
                    <a:pt x="118802" y="95508"/>
                  </a:lnTo>
                  <a:lnTo>
                    <a:pt x="168021" y="95508"/>
                  </a:lnTo>
                  <a:lnTo>
                    <a:pt x="168021" y="76523"/>
                  </a:lnTo>
                  <a:close/>
                  <a:moveTo>
                    <a:pt x="50391" y="71719"/>
                  </a:moveTo>
                  <a:cubicBezTo>
                    <a:pt x="42735" y="71719"/>
                    <a:pt x="36484" y="72891"/>
                    <a:pt x="31641" y="75234"/>
                  </a:cubicBezTo>
                  <a:cubicBezTo>
                    <a:pt x="26797" y="77578"/>
                    <a:pt x="24375" y="80859"/>
                    <a:pt x="24375" y="85078"/>
                  </a:cubicBezTo>
                  <a:cubicBezTo>
                    <a:pt x="24375" y="89297"/>
                    <a:pt x="26797" y="92617"/>
                    <a:pt x="31641" y="95039"/>
                  </a:cubicBezTo>
                  <a:cubicBezTo>
                    <a:pt x="36484" y="97461"/>
                    <a:pt x="42735" y="98672"/>
                    <a:pt x="50391" y="98672"/>
                  </a:cubicBezTo>
                  <a:cubicBezTo>
                    <a:pt x="57969" y="98672"/>
                    <a:pt x="64219" y="97500"/>
                    <a:pt x="69141" y="95156"/>
                  </a:cubicBezTo>
                  <a:cubicBezTo>
                    <a:pt x="74062" y="92813"/>
                    <a:pt x="76523" y="89570"/>
                    <a:pt x="76523" y="85430"/>
                  </a:cubicBezTo>
                  <a:cubicBezTo>
                    <a:pt x="76523" y="81211"/>
                    <a:pt x="74062" y="77865"/>
                    <a:pt x="69141" y="75404"/>
                  </a:cubicBezTo>
                  <a:cubicBezTo>
                    <a:pt x="64219" y="72943"/>
                    <a:pt x="57969" y="71719"/>
                    <a:pt x="50391" y="71719"/>
                  </a:cubicBezTo>
                  <a:close/>
                  <a:moveTo>
                    <a:pt x="112122" y="69141"/>
                  </a:moveTo>
                  <a:lnTo>
                    <a:pt x="174583" y="69141"/>
                  </a:lnTo>
                  <a:cubicBezTo>
                    <a:pt x="175521" y="69141"/>
                    <a:pt x="176172" y="69310"/>
                    <a:pt x="176524" y="69661"/>
                  </a:cubicBezTo>
                  <a:cubicBezTo>
                    <a:pt x="176875" y="70013"/>
                    <a:pt x="177044" y="70664"/>
                    <a:pt x="177044" y="71602"/>
                  </a:cubicBezTo>
                  <a:lnTo>
                    <a:pt x="177044" y="100664"/>
                  </a:lnTo>
                  <a:cubicBezTo>
                    <a:pt x="177044" y="101602"/>
                    <a:pt x="176875" y="102240"/>
                    <a:pt x="176524" y="102591"/>
                  </a:cubicBezTo>
                  <a:cubicBezTo>
                    <a:pt x="176172" y="102943"/>
                    <a:pt x="175521" y="103125"/>
                    <a:pt x="174583" y="103125"/>
                  </a:cubicBezTo>
                  <a:lnTo>
                    <a:pt x="112122" y="103125"/>
                  </a:lnTo>
                  <a:cubicBezTo>
                    <a:pt x="111185" y="103125"/>
                    <a:pt x="110547" y="102943"/>
                    <a:pt x="110196" y="102591"/>
                  </a:cubicBezTo>
                  <a:cubicBezTo>
                    <a:pt x="109844" y="102240"/>
                    <a:pt x="109661" y="101602"/>
                    <a:pt x="109661" y="100664"/>
                  </a:cubicBezTo>
                  <a:lnTo>
                    <a:pt x="109661" y="71602"/>
                  </a:lnTo>
                  <a:cubicBezTo>
                    <a:pt x="109661" y="70664"/>
                    <a:pt x="109844" y="70013"/>
                    <a:pt x="110196" y="69661"/>
                  </a:cubicBezTo>
                  <a:cubicBezTo>
                    <a:pt x="110547" y="69310"/>
                    <a:pt x="111185" y="69141"/>
                    <a:pt x="112122" y="69141"/>
                  </a:cubicBezTo>
                  <a:close/>
                  <a:moveTo>
                    <a:pt x="50391" y="64219"/>
                  </a:moveTo>
                  <a:cubicBezTo>
                    <a:pt x="61406" y="64219"/>
                    <a:pt x="70143" y="66146"/>
                    <a:pt x="76588" y="70013"/>
                  </a:cubicBezTo>
                  <a:cubicBezTo>
                    <a:pt x="83034" y="73880"/>
                    <a:pt x="86250" y="78984"/>
                    <a:pt x="86250" y="85312"/>
                  </a:cubicBezTo>
                  <a:cubicBezTo>
                    <a:pt x="86250" y="91719"/>
                    <a:pt x="83034" y="96771"/>
                    <a:pt x="76588" y="100482"/>
                  </a:cubicBezTo>
                  <a:cubicBezTo>
                    <a:pt x="70143" y="104193"/>
                    <a:pt x="61406" y="106055"/>
                    <a:pt x="50391" y="106055"/>
                  </a:cubicBezTo>
                  <a:cubicBezTo>
                    <a:pt x="39297" y="106055"/>
                    <a:pt x="30573" y="104180"/>
                    <a:pt x="24206" y="100430"/>
                  </a:cubicBezTo>
                  <a:cubicBezTo>
                    <a:pt x="17838" y="96680"/>
                    <a:pt x="14648" y="91602"/>
                    <a:pt x="14648" y="85195"/>
                  </a:cubicBezTo>
                  <a:cubicBezTo>
                    <a:pt x="14648" y="78867"/>
                    <a:pt x="17852" y="73789"/>
                    <a:pt x="24258" y="69961"/>
                  </a:cubicBezTo>
                  <a:cubicBezTo>
                    <a:pt x="30664" y="66133"/>
                    <a:pt x="39375" y="64219"/>
                    <a:pt x="50391" y="64219"/>
                  </a:cubicBezTo>
                  <a:close/>
                  <a:moveTo>
                    <a:pt x="215469" y="39023"/>
                  </a:moveTo>
                  <a:lnTo>
                    <a:pt x="224375" y="39023"/>
                  </a:lnTo>
                  <a:lnTo>
                    <a:pt x="224375" y="73711"/>
                  </a:lnTo>
                  <a:cubicBezTo>
                    <a:pt x="226797" y="73711"/>
                    <a:pt x="229714" y="73646"/>
                    <a:pt x="233112" y="73529"/>
                  </a:cubicBezTo>
                  <a:cubicBezTo>
                    <a:pt x="236511" y="73411"/>
                    <a:pt x="239961" y="73242"/>
                    <a:pt x="243477" y="73008"/>
                  </a:cubicBezTo>
                  <a:cubicBezTo>
                    <a:pt x="246992" y="72773"/>
                    <a:pt x="250430" y="72513"/>
                    <a:pt x="253789" y="72240"/>
                  </a:cubicBezTo>
                  <a:cubicBezTo>
                    <a:pt x="257148" y="71966"/>
                    <a:pt x="260078" y="71641"/>
                    <a:pt x="262578" y="71250"/>
                  </a:cubicBezTo>
                  <a:lnTo>
                    <a:pt x="262578" y="79102"/>
                  </a:lnTo>
                  <a:cubicBezTo>
                    <a:pt x="253828" y="80195"/>
                    <a:pt x="244844" y="80977"/>
                    <a:pt x="235625" y="81445"/>
                  </a:cubicBezTo>
                  <a:cubicBezTo>
                    <a:pt x="226406" y="81914"/>
                    <a:pt x="216289" y="82148"/>
                    <a:pt x="205273" y="82148"/>
                  </a:cubicBezTo>
                  <a:lnTo>
                    <a:pt x="194024" y="82148"/>
                  </a:lnTo>
                  <a:lnTo>
                    <a:pt x="194024" y="73945"/>
                  </a:lnTo>
                  <a:lnTo>
                    <a:pt x="205273" y="73945"/>
                  </a:lnTo>
                  <a:lnTo>
                    <a:pt x="215469" y="73828"/>
                  </a:lnTo>
                  <a:close/>
                  <a:moveTo>
                    <a:pt x="122201" y="31992"/>
                  </a:moveTo>
                  <a:cubicBezTo>
                    <a:pt x="117044" y="31992"/>
                    <a:pt x="113047" y="32969"/>
                    <a:pt x="110196" y="34922"/>
                  </a:cubicBezTo>
                  <a:cubicBezTo>
                    <a:pt x="107344" y="36875"/>
                    <a:pt x="105912" y="39453"/>
                    <a:pt x="105912" y="42656"/>
                  </a:cubicBezTo>
                  <a:cubicBezTo>
                    <a:pt x="105912" y="45859"/>
                    <a:pt x="107344" y="48477"/>
                    <a:pt x="110196" y="50508"/>
                  </a:cubicBezTo>
                  <a:cubicBezTo>
                    <a:pt x="113047" y="52539"/>
                    <a:pt x="117044" y="53555"/>
                    <a:pt x="122201" y="53555"/>
                  </a:cubicBezTo>
                  <a:cubicBezTo>
                    <a:pt x="127279" y="53555"/>
                    <a:pt x="131263" y="52539"/>
                    <a:pt x="134154" y="50508"/>
                  </a:cubicBezTo>
                  <a:cubicBezTo>
                    <a:pt x="137044" y="48477"/>
                    <a:pt x="138489" y="45859"/>
                    <a:pt x="138489" y="42656"/>
                  </a:cubicBezTo>
                  <a:cubicBezTo>
                    <a:pt x="138489" y="39453"/>
                    <a:pt x="137044" y="36875"/>
                    <a:pt x="134154" y="34922"/>
                  </a:cubicBezTo>
                  <a:cubicBezTo>
                    <a:pt x="131263" y="32969"/>
                    <a:pt x="127279" y="31992"/>
                    <a:pt x="122201" y="31992"/>
                  </a:cubicBezTo>
                  <a:close/>
                  <a:moveTo>
                    <a:pt x="122201" y="25078"/>
                  </a:moveTo>
                  <a:cubicBezTo>
                    <a:pt x="129857" y="25078"/>
                    <a:pt x="136094" y="26693"/>
                    <a:pt x="140898" y="29935"/>
                  </a:cubicBezTo>
                  <a:cubicBezTo>
                    <a:pt x="145703" y="33177"/>
                    <a:pt x="148099" y="37422"/>
                    <a:pt x="148099" y="42656"/>
                  </a:cubicBezTo>
                  <a:cubicBezTo>
                    <a:pt x="148099" y="45313"/>
                    <a:pt x="147435" y="47734"/>
                    <a:pt x="146107" y="49922"/>
                  </a:cubicBezTo>
                  <a:cubicBezTo>
                    <a:pt x="144779" y="52109"/>
                    <a:pt x="142982" y="53984"/>
                    <a:pt x="140716" y="55547"/>
                  </a:cubicBezTo>
                  <a:cubicBezTo>
                    <a:pt x="138372" y="57109"/>
                    <a:pt x="135625" y="58320"/>
                    <a:pt x="132461" y="59180"/>
                  </a:cubicBezTo>
                  <a:cubicBezTo>
                    <a:pt x="129297" y="60039"/>
                    <a:pt x="125872" y="60469"/>
                    <a:pt x="122201" y="60469"/>
                  </a:cubicBezTo>
                  <a:cubicBezTo>
                    <a:pt x="118450" y="60469"/>
                    <a:pt x="115000" y="60039"/>
                    <a:pt x="111836" y="59180"/>
                  </a:cubicBezTo>
                  <a:cubicBezTo>
                    <a:pt x="108672" y="58320"/>
                    <a:pt x="105912" y="57109"/>
                    <a:pt x="103568" y="55547"/>
                  </a:cubicBezTo>
                  <a:cubicBezTo>
                    <a:pt x="101302" y="53984"/>
                    <a:pt x="99531" y="52109"/>
                    <a:pt x="98242" y="49922"/>
                  </a:cubicBezTo>
                  <a:cubicBezTo>
                    <a:pt x="96953" y="47734"/>
                    <a:pt x="96302" y="45313"/>
                    <a:pt x="96302" y="42656"/>
                  </a:cubicBezTo>
                  <a:cubicBezTo>
                    <a:pt x="96302" y="37422"/>
                    <a:pt x="98711" y="33177"/>
                    <a:pt x="103516" y="29935"/>
                  </a:cubicBezTo>
                  <a:cubicBezTo>
                    <a:pt x="108320" y="26693"/>
                    <a:pt x="114544" y="25078"/>
                    <a:pt x="122201" y="25078"/>
                  </a:cubicBezTo>
                  <a:close/>
                  <a:moveTo>
                    <a:pt x="92552" y="13125"/>
                  </a:moveTo>
                  <a:lnTo>
                    <a:pt x="152083" y="13125"/>
                  </a:lnTo>
                  <a:lnTo>
                    <a:pt x="152083" y="20391"/>
                  </a:lnTo>
                  <a:lnTo>
                    <a:pt x="92552" y="20391"/>
                  </a:lnTo>
                  <a:close/>
                  <a:moveTo>
                    <a:pt x="199414" y="6562"/>
                  </a:moveTo>
                  <a:lnTo>
                    <a:pt x="249453" y="6562"/>
                  </a:lnTo>
                  <a:cubicBezTo>
                    <a:pt x="250391" y="6562"/>
                    <a:pt x="251042" y="6732"/>
                    <a:pt x="251393" y="7083"/>
                  </a:cubicBezTo>
                  <a:cubicBezTo>
                    <a:pt x="251745" y="7435"/>
                    <a:pt x="251914" y="8086"/>
                    <a:pt x="251914" y="9023"/>
                  </a:cubicBezTo>
                  <a:cubicBezTo>
                    <a:pt x="251758" y="12930"/>
                    <a:pt x="251563" y="17070"/>
                    <a:pt x="251328" y="21445"/>
                  </a:cubicBezTo>
                  <a:cubicBezTo>
                    <a:pt x="251094" y="25820"/>
                    <a:pt x="250782" y="30195"/>
                    <a:pt x="250391" y="34570"/>
                  </a:cubicBezTo>
                  <a:cubicBezTo>
                    <a:pt x="249922" y="39023"/>
                    <a:pt x="249440" y="43372"/>
                    <a:pt x="248933" y="47630"/>
                  </a:cubicBezTo>
                  <a:cubicBezTo>
                    <a:pt x="248425" y="51888"/>
                    <a:pt x="247813" y="55820"/>
                    <a:pt x="247109" y="59414"/>
                  </a:cubicBezTo>
                  <a:lnTo>
                    <a:pt x="238086" y="59414"/>
                  </a:lnTo>
                  <a:cubicBezTo>
                    <a:pt x="238555" y="56601"/>
                    <a:pt x="239050" y="53359"/>
                    <a:pt x="239558" y="49688"/>
                  </a:cubicBezTo>
                  <a:cubicBezTo>
                    <a:pt x="240065" y="46016"/>
                    <a:pt x="240508" y="42187"/>
                    <a:pt x="240899" y="38203"/>
                  </a:cubicBezTo>
                  <a:cubicBezTo>
                    <a:pt x="241289" y="34141"/>
                    <a:pt x="241628" y="30078"/>
                    <a:pt x="241901" y="26016"/>
                  </a:cubicBezTo>
                  <a:cubicBezTo>
                    <a:pt x="242175" y="21953"/>
                    <a:pt x="242305" y="18086"/>
                    <a:pt x="242305" y="14414"/>
                  </a:cubicBezTo>
                  <a:lnTo>
                    <a:pt x="199414" y="14414"/>
                  </a:lnTo>
                  <a:close/>
                  <a:moveTo>
                    <a:pt x="6445" y="5156"/>
                  </a:moveTo>
                  <a:lnTo>
                    <a:pt x="50742" y="5156"/>
                  </a:lnTo>
                  <a:cubicBezTo>
                    <a:pt x="51680" y="5156"/>
                    <a:pt x="52331" y="5325"/>
                    <a:pt x="52682" y="5677"/>
                  </a:cubicBezTo>
                  <a:cubicBezTo>
                    <a:pt x="53034" y="6029"/>
                    <a:pt x="53203" y="6680"/>
                    <a:pt x="53203" y="7617"/>
                  </a:cubicBezTo>
                  <a:cubicBezTo>
                    <a:pt x="51797" y="20508"/>
                    <a:pt x="47031" y="31289"/>
                    <a:pt x="38906" y="39961"/>
                  </a:cubicBezTo>
                  <a:cubicBezTo>
                    <a:pt x="30781" y="48633"/>
                    <a:pt x="19844" y="55273"/>
                    <a:pt x="6094" y="59883"/>
                  </a:cubicBezTo>
                  <a:lnTo>
                    <a:pt x="0" y="53203"/>
                  </a:lnTo>
                  <a:cubicBezTo>
                    <a:pt x="4922" y="51797"/>
                    <a:pt x="9727" y="49961"/>
                    <a:pt x="14414" y="47695"/>
                  </a:cubicBezTo>
                  <a:cubicBezTo>
                    <a:pt x="19102" y="45430"/>
                    <a:pt x="23398" y="42656"/>
                    <a:pt x="27305" y="39375"/>
                  </a:cubicBezTo>
                  <a:cubicBezTo>
                    <a:pt x="31133" y="36094"/>
                    <a:pt x="34414" y="32305"/>
                    <a:pt x="37148" y="28008"/>
                  </a:cubicBezTo>
                  <a:cubicBezTo>
                    <a:pt x="39883" y="23711"/>
                    <a:pt x="41797" y="18789"/>
                    <a:pt x="42891" y="13242"/>
                  </a:cubicBezTo>
                  <a:lnTo>
                    <a:pt x="6445" y="13242"/>
                  </a:lnTo>
                  <a:close/>
                  <a:moveTo>
                    <a:pt x="266680" y="352"/>
                  </a:moveTo>
                  <a:lnTo>
                    <a:pt x="275820" y="352"/>
                  </a:lnTo>
                  <a:lnTo>
                    <a:pt x="275820" y="43242"/>
                  </a:lnTo>
                  <a:lnTo>
                    <a:pt x="290703" y="43242"/>
                  </a:lnTo>
                  <a:lnTo>
                    <a:pt x="290703" y="51563"/>
                  </a:lnTo>
                  <a:lnTo>
                    <a:pt x="275820" y="51563"/>
                  </a:lnTo>
                  <a:lnTo>
                    <a:pt x="275820" y="104297"/>
                  </a:lnTo>
                  <a:lnTo>
                    <a:pt x="266680" y="104297"/>
                  </a:lnTo>
                  <a:close/>
                  <a:moveTo>
                    <a:pt x="168138" y="352"/>
                  </a:moveTo>
                  <a:lnTo>
                    <a:pt x="177161" y="352"/>
                  </a:lnTo>
                  <a:lnTo>
                    <a:pt x="177161" y="63398"/>
                  </a:lnTo>
                  <a:lnTo>
                    <a:pt x="168138" y="63398"/>
                  </a:lnTo>
                  <a:lnTo>
                    <a:pt x="168138" y="42070"/>
                  </a:lnTo>
                  <a:lnTo>
                    <a:pt x="151615" y="42070"/>
                  </a:lnTo>
                  <a:lnTo>
                    <a:pt x="151615" y="34102"/>
                  </a:lnTo>
                  <a:lnTo>
                    <a:pt x="168138" y="34102"/>
                  </a:lnTo>
                  <a:close/>
                  <a:moveTo>
                    <a:pt x="75469" y="352"/>
                  </a:moveTo>
                  <a:lnTo>
                    <a:pt x="84726" y="352"/>
                  </a:lnTo>
                  <a:lnTo>
                    <a:pt x="84726" y="62695"/>
                  </a:lnTo>
                  <a:lnTo>
                    <a:pt x="75469" y="62695"/>
                  </a:lnTo>
                  <a:lnTo>
                    <a:pt x="75469" y="45820"/>
                  </a:lnTo>
                  <a:lnTo>
                    <a:pt x="54141" y="45820"/>
                  </a:lnTo>
                  <a:lnTo>
                    <a:pt x="54141" y="38086"/>
                  </a:lnTo>
                  <a:lnTo>
                    <a:pt x="75469" y="38086"/>
                  </a:lnTo>
                  <a:lnTo>
                    <a:pt x="75469" y="23086"/>
                  </a:lnTo>
                  <a:lnTo>
                    <a:pt x="56836" y="23086"/>
                  </a:lnTo>
                  <a:lnTo>
                    <a:pt x="56836" y="15352"/>
                  </a:lnTo>
                  <a:lnTo>
                    <a:pt x="75469" y="15352"/>
                  </a:lnTo>
                  <a:close/>
                  <a:moveTo>
                    <a:pt x="106614" y="0"/>
                  </a:moveTo>
                  <a:lnTo>
                    <a:pt x="137435" y="0"/>
                  </a:lnTo>
                  <a:lnTo>
                    <a:pt x="137435" y="7266"/>
                  </a:lnTo>
                  <a:lnTo>
                    <a:pt x="106614" y="7266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497199F-BECD-4C34-A181-14FD429B0241}"/>
                </a:ext>
              </a:extLst>
            </p:cNvPr>
            <p:cNvSpPr txBox="1"/>
            <p:nvPr/>
          </p:nvSpPr>
          <p:spPr>
            <a:xfrm>
              <a:off x="4413967" y="1854055"/>
              <a:ext cx="495380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경험과</a:t>
              </a:r>
            </a:p>
          </p:txBody>
        </p:sp>
        <p:sp>
          <p:nvSpPr>
            <p:cNvPr id="88" name="자유형: 도형 87">
              <a:extLst>
                <a:ext uri="{FF2B5EF4-FFF2-40B4-BE49-F238E27FC236}">
                  <a16:creationId xmlns:a16="http://schemas.microsoft.com/office/drawing/2014/main" id="{49CA95A4-3482-4054-ADD9-29FFDC9EDA50}"/>
                </a:ext>
              </a:extLst>
            </p:cNvPr>
            <p:cNvSpPr/>
            <p:nvPr/>
          </p:nvSpPr>
          <p:spPr>
            <a:xfrm>
              <a:off x="4825017" y="1923824"/>
              <a:ext cx="286601" cy="106523"/>
            </a:xfrm>
            <a:custGeom>
              <a:avLst/>
              <a:gdLst>
                <a:gd name="connsiteX0" fmla="*/ 136146 w 286601"/>
                <a:gd name="connsiteY0" fmla="*/ 74766 h 106523"/>
                <a:gd name="connsiteX1" fmla="*/ 117513 w 286601"/>
                <a:gd name="connsiteY1" fmla="*/ 77930 h 106523"/>
                <a:gd name="connsiteX2" fmla="*/ 110365 w 286601"/>
                <a:gd name="connsiteY2" fmla="*/ 87070 h 106523"/>
                <a:gd name="connsiteX3" fmla="*/ 117513 w 286601"/>
                <a:gd name="connsiteY3" fmla="*/ 96094 h 106523"/>
                <a:gd name="connsiteX4" fmla="*/ 136146 w 286601"/>
                <a:gd name="connsiteY4" fmla="*/ 99258 h 106523"/>
                <a:gd name="connsiteX5" fmla="*/ 154545 w 286601"/>
                <a:gd name="connsiteY5" fmla="*/ 96146 h 106523"/>
                <a:gd name="connsiteX6" fmla="*/ 161693 w 286601"/>
                <a:gd name="connsiteY6" fmla="*/ 87070 h 106523"/>
                <a:gd name="connsiteX7" fmla="*/ 154545 w 286601"/>
                <a:gd name="connsiteY7" fmla="*/ 77930 h 106523"/>
                <a:gd name="connsiteX8" fmla="*/ 136146 w 286601"/>
                <a:gd name="connsiteY8" fmla="*/ 74766 h 106523"/>
                <a:gd name="connsiteX9" fmla="*/ 136146 w 286601"/>
                <a:gd name="connsiteY9" fmla="*/ 67500 h 106523"/>
                <a:gd name="connsiteX10" fmla="*/ 162631 w 286601"/>
                <a:gd name="connsiteY10" fmla="*/ 73008 h 106523"/>
                <a:gd name="connsiteX11" fmla="*/ 171654 w 286601"/>
                <a:gd name="connsiteY11" fmla="*/ 87070 h 106523"/>
                <a:gd name="connsiteX12" fmla="*/ 162631 w 286601"/>
                <a:gd name="connsiteY12" fmla="*/ 101016 h 106523"/>
                <a:gd name="connsiteX13" fmla="*/ 136146 w 286601"/>
                <a:gd name="connsiteY13" fmla="*/ 106523 h 106523"/>
                <a:gd name="connsiteX14" fmla="*/ 109544 w 286601"/>
                <a:gd name="connsiteY14" fmla="*/ 101016 h 106523"/>
                <a:gd name="connsiteX15" fmla="*/ 100521 w 286601"/>
                <a:gd name="connsiteY15" fmla="*/ 87070 h 106523"/>
                <a:gd name="connsiteX16" fmla="*/ 109544 w 286601"/>
                <a:gd name="connsiteY16" fmla="*/ 73008 h 106523"/>
                <a:gd name="connsiteX17" fmla="*/ 136146 w 286601"/>
                <a:gd name="connsiteY17" fmla="*/ 67500 h 106523"/>
                <a:gd name="connsiteX18" fmla="*/ 13594 w 286601"/>
                <a:gd name="connsiteY18" fmla="*/ 67148 h 106523"/>
                <a:gd name="connsiteX19" fmla="*/ 80156 w 286601"/>
                <a:gd name="connsiteY19" fmla="*/ 67148 h 106523"/>
                <a:gd name="connsiteX20" fmla="*/ 82084 w 286601"/>
                <a:gd name="connsiteY20" fmla="*/ 67669 h 106523"/>
                <a:gd name="connsiteX21" fmla="*/ 82617 w 286601"/>
                <a:gd name="connsiteY21" fmla="*/ 69609 h 106523"/>
                <a:gd name="connsiteX22" fmla="*/ 82617 w 286601"/>
                <a:gd name="connsiteY22" fmla="*/ 105234 h 106523"/>
                <a:gd name="connsiteX23" fmla="*/ 73359 w 286601"/>
                <a:gd name="connsiteY23" fmla="*/ 105234 h 106523"/>
                <a:gd name="connsiteX24" fmla="*/ 73359 w 286601"/>
                <a:gd name="connsiteY24" fmla="*/ 75117 h 106523"/>
                <a:gd name="connsiteX25" fmla="*/ 13594 w 286601"/>
                <a:gd name="connsiteY25" fmla="*/ 75117 h 106523"/>
                <a:gd name="connsiteX26" fmla="*/ 204219 w 286601"/>
                <a:gd name="connsiteY26" fmla="*/ 60703 h 106523"/>
                <a:gd name="connsiteX27" fmla="*/ 271367 w 286601"/>
                <a:gd name="connsiteY27" fmla="*/ 60703 h 106523"/>
                <a:gd name="connsiteX28" fmla="*/ 273295 w 286601"/>
                <a:gd name="connsiteY28" fmla="*/ 61224 h 106523"/>
                <a:gd name="connsiteX29" fmla="*/ 273828 w 286601"/>
                <a:gd name="connsiteY29" fmla="*/ 63164 h 106523"/>
                <a:gd name="connsiteX30" fmla="*/ 273828 w 286601"/>
                <a:gd name="connsiteY30" fmla="*/ 82734 h 106523"/>
                <a:gd name="connsiteX31" fmla="*/ 273295 w 286601"/>
                <a:gd name="connsiteY31" fmla="*/ 84661 h 106523"/>
                <a:gd name="connsiteX32" fmla="*/ 271367 w 286601"/>
                <a:gd name="connsiteY32" fmla="*/ 85195 h 106523"/>
                <a:gd name="connsiteX33" fmla="*/ 214414 w 286601"/>
                <a:gd name="connsiteY33" fmla="*/ 85195 h 106523"/>
                <a:gd name="connsiteX34" fmla="*/ 214414 w 286601"/>
                <a:gd name="connsiteY34" fmla="*/ 96445 h 106523"/>
                <a:gd name="connsiteX35" fmla="*/ 276172 w 286601"/>
                <a:gd name="connsiteY35" fmla="*/ 96445 h 106523"/>
                <a:gd name="connsiteX36" fmla="*/ 276172 w 286601"/>
                <a:gd name="connsiteY36" fmla="*/ 103594 h 106523"/>
                <a:gd name="connsiteX37" fmla="*/ 206680 w 286601"/>
                <a:gd name="connsiteY37" fmla="*/ 103594 h 106523"/>
                <a:gd name="connsiteX38" fmla="*/ 204740 w 286601"/>
                <a:gd name="connsiteY38" fmla="*/ 103060 h 106523"/>
                <a:gd name="connsiteX39" fmla="*/ 204219 w 286601"/>
                <a:gd name="connsiteY39" fmla="*/ 101133 h 106523"/>
                <a:gd name="connsiteX40" fmla="*/ 204219 w 286601"/>
                <a:gd name="connsiteY40" fmla="*/ 80977 h 106523"/>
                <a:gd name="connsiteX41" fmla="*/ 204740 w 286601"/>
                <a:gd name="connsiteY41" fmla="*/ 79036 h 106523"/>
                <a:gd name="connsiteX42" fmla="*/ 206680 w 286601"/>
                <a:gd name="connsiteY42" fmla="*/ 78516 h 106523"/>
                <a:gd name="connsiteX43" fmla="*/ 263633 w 286601"/>
                <a:gd name="connsiteY43" fmla="*/ 78516 h 106523"/>
                <a:gd name="connsiteX44" fmla="*/ 263633 w 286601"/>
                <a:gd name="connsiteY44" fmla="*/ 67969 h 106523"/>
                <a:gd name="connsiteX45" fmla="*/ 204219 w 286601"/>
                <a:gd name="connsiteY45" fmla="*/ 67969 h 106523"/>
                <a:gd name="connsiteX46" fmla="*/ 191445 w 286601"/>
                <a:gd name="connsiteY46" fmla="*/ 44063 h 106523"/>
                <a:gd name="connsiteX47" fmla="*/ 286602 w 286601"/>
                <a:gd name="connsiteY47" fmla="*/ 44063 h 106523"/>
                <a:gd name="connsiteX48" fmla="*/ 286602 w 286601"/>
                <a:gd name="connsiteY48" fmla="*/ 51563 h 106523"/>
                <a:gd name="connsiteX49" fmla="*/ 191445 w 286601"/>
                <a:gd name="connsiteY49" fmla="*/ 51563 h 106523"/>
                <a:gd name="connsiteX50" fmla="*/ 53320 w 286601"/>
                <a:gd name="connsiteY50" fmla="*/ 20273 h 106523"/>
                <a:gd name="connsiteX51" fmla="*/ 54375 w 286601"/>
                <a:gd name="connsiteY51" fmla="*/ 24544 h 106523"/>
                <a:gd name="connsiteX52" fmla="*/ 54727 w 286601"/>
                <a:gd name="connsiteY52" fmla="*/ 28828 h 106523"/>
                <a:gd name="connsiteX53" fmla="*/ 54492 w 286601"/>
                <a:gd name="connsiteY53" fmla="*/ 32279 h 106523"/>
                <a:gd name="connsiteX54" fmla="*/ 53906 w 286601"/>
                <a:gd name="connsiteY54" fmla="*/ 35508 h 106523"/>
                <a:gd name="connsiteX55" fmla="*/ 73477 w 286601"/>
                <a:gd name="connsiteY55" fmla="*/ 35508 h 106523"/>
                <a:gd name="connsiteX56" fmla="*/ 73477 w 286601"/>
                <a:gd name="connsiteY56" fmla="*/ 20273 h 106523"/>
                <a:gd name="connsiteX57" fmla="*/ 27422 w 286601"/>
                <a:gd name="connsiteY57" fmla="*/ 10430 h 106523"/>
                <a:gd name="connsiteX58" fmla="*/ 14232 w 286601"/>
                <a:gd name="connsiteY58" fmla="*/ 15820 h 106523"/>
                <a:gd name="connsiteX59" fmla="*/ 9609 w 286601"/>
                <a:gd name="connsiteY59" fmla="*/ 28945 h 106523"/>
                <a:gd name="connsiteX60" fmla="*/ 14232 w 286601"/>
                <a:gd name="connsiteY60" fmla="*/ 42005 h 106523"/>
                <a:gd name="connsiteX61" fmla="*/ 27422 w 286601"/>
                <a:gd name="connsiteY61" fmla="*/ 47461 h 106523"/>
                <a:gd name="connsiteX62" fmla="*/ 40482 w 286601"/>
                <a:gd name="connsiteY62" fmla="*/ 42005 h 106523"/>
                <a:gd name="connsiteX63" fmla="*/ 45117 w 286601"/>
                <a:gd name="connsiteY63" fmla="*/ 28945 h 106523"/>
                <a:gd name="connsiteX64" fmla="*/ 40482 w 286601"/>
                <a:gd name="connsiteY64" fmla="*/ 15820 h 106523"/>
                <a:gd name="connsiteX65" fmla="*/ 27422 w 286601"/>
                <a:gd name="connsiteY65" fmla="*/ 10430 h 106523"/>
                <a:gd name="connsiteX66" fmla="*/ 239141 w 286601"/>
                <a:gd name="connsiteY66" fmla="*/ 6914 h 106523"/>
                <a:gd name="connsiteX67" fmla="*/ 219805 w 286601"/>
                <a:gd name="connsiteY67" fmla="*/ 9727 h 106523"/>
                <a:gd name="connsiteX68" fmla="*/ 212539 w 286601"/>
                <a:gd name="connsiteY68" fmla="*/ 18281 h 106523"/>
                <a:gd name="connsiteX69" fmla="*/ 219688 w 286601"/>
                <a:gd name="connsiteY69" fmla="*/ 26536 h 106523"/>
                <a:gd name="connsiteX70" fmla="*/ 239141 w 286601"/>
                <a:gd name="connsiteY70" fmla="*/ 29180 h 106523"/>
                <a:gd name="connsiteX71" fmla="*/ 258360 w 286601"/>
                <a:gd name="connsiteY71" fmla="*/ 26536 h 106523"/>
                <a:gd name="connsiteX72" fmla="*/ 265625 w 286601"/>
                <a:gd name="connsiteY72" fmla="*/ 18281 h 106523"/>
                <a:gd name="connsiteX73" fmla="*/ 258294 w 286601"/>
                <a:gd name="connsiteY73" fmla="*/ 9779 h 106523"/>
                <a:gd name="connsiteX74" fmla="*/ 239141 w 286601"/>
                <a:gd name="connsiteY74" fmla="*/ 6914 h 106523"/>
                <a:gd name="connsiteX75" fmla="*/ 92787 w 286601"/>
                <a:gd name="connsiteY75" fmla="*/ 4688 h 106523"/>
                <a:gd name="connsiteX76" fmla="*/ 137201 w 286601"/>
                <a:gd name="connsiteY76" fmla="*/ 4688 h 106523"/>
                <a:gd name="connsiteX77" fmla="*/ 139128 w 286601"/>
                <a:gd name="connsiteY77" fmla="*/ 5208 h 106523"/>
                <a:gd name="connsiteX78" fmla="*/ 139662 w 286601"/>
                <a:gd name="connsiteY78" fmla="*/ 7148 h 106523"/>
                <a:gd name="connsiteX79" fmla="*/ 139662 w 286601"/>
                <a:gd name="connsiteY79" fmla="*/ 32227 h 106523"/>
                <a:gd name="connsiteX80" fmla="*/ 139128 w 286601"/>
                <a:gd name="connsiteY80" fmla="*/ 34154 h 106523"/>
                <a:gd name="connsiteX81" fmla="*/ 137201 w 286601"/>
                <a:gd name="connsiteY81" fmla="*/ 34688 h 106523"/>
                <a:gd name="connsiteX82" fmla="*/ 101810 w 286601"/>
                <a:gd name="connsiteY82" fmla="*/ 34688 h 106523"/>
                <a:gd name="connsiteX83" fmla="*/ 101810 w 286601"/>
                <a:gd name="connsiteY83" fmla="*/ 50273 h 106523"/>
                <a:gd name="connsiteX84" fmla="*/ 110716 w 286601"/>
                <a:gd name="connsiteY84" fmla="*/ 50273 h 106523"/>
                <a:gd name="connsiteX85" fmla="*/ 123607 w 286601"/>
                <a:gd name="connsiteY85" fmla="*/ 49922 h 106523"/>
                <a:gd name="connsiteX86" fmla="*/ 136146 w 286601"/>
                <a:gd name="connsiteY86" fmla="*/ 49102 h 106523"/>
                <a:gd name="connsiteX87" fmla="*/ 147044 w 286601"/>
                <a:gd name="connsiteY87" fmla="*/ 47865 h 106523"/>
                <a:gd name="connsiteX88" fmla="*/ 155130 w 286601"/>
                <a:gd name="connsiteY88" fmla="*/ 46523 h 106523"/>
                <a:gd name="connsiteX89" fmla="*/ 155130 w 286601"/>
                <a:gd name="connsiteY89" fmla="*/ 54375 h 106523"/>
                <a:gd name="connsiteX90" fmla="*/ 146511 w 286601"/>
                <a:gd name="connsiteY90" fmla="*/ 55781 h 106523"/>
                <a:gd name="connsiteX91" fmla="*/ 135091 w 286601"/>
                <a:gd name="connsiteY91" fmla="*/ 57070 h 106523"/>
                <a:gd name="connsiteX92" fmla="*/ 121966 w 286601"/>
                <a:gd name="connsiteY92" fmla="*/ 57891 h 106523"/>
                <a:gd name="connsiteX93" fmla="*/ 108255 w 286601"/>
                <a:gd name="connsiteY93" fmla="*/ 58242 h 106523"/>
                <a:gd name="connsiteX94" fmla="*/ 95247 w 286601"/>
                <a:gd name="connsiteY94" fmla="*/ 58242 h 106523"/>
                <a:gd name="connsiteX95" fmla="*/ 93308 w 286601"/>
                <a:gd name="connsiteY95" fmla="*/ 57708 h 106523"/>
                <a:gd name="connsiteX96" fmla="*/ 92787 w 286601"/>
                <a:gd name="connsiteY96" fmla="*/ 55781 h 106523"/>
                <a:gd name="connsiteX97" fmla="*/ 92787 w 286601"/>
                <a:gd name="connsiteY97" fmla="*/ 29648 h 106523"/>
                <a:gd name="connsiteX98" fmla="*/ 93308 w 286601"/>
                <a:gd name="connsiteY98" fmla="*/ 27708 h 106523"/>
                <a:gd name="connsiteX99" fmla="*/ 95247 w 286601"/>
                <a:gd name="connsiteY99" fmla="*/ 27187 h 106523"/>
                <a:gd name="connsiteX100" fmla="*/ 130638 w 286601"/>
                <a:gd name="connsiteY100" fmla="*/ 27187 h 106523"/>
                <a:gd name="connsiteX101" fmla="*/ 130638 w 286601"/>
                <a:gd name="connsiteY101" fmla="*/ 12422 h 106523"/>
                <a:gd name="connsiteX102" fmla="*/ 92787 w 286601"/>
                <a:gd name="connsiteY102" fmla="*/ 12422 h 106523"/>
                <a:gd name="connsiteX103" fmla="*/ 160287 w 286601"/>
                <a:gd name="connsiteY103" fmla="*/ 703 h 106523"/>
                <a:gd name="connsiteX104" fmla="*/ 169427 w 286601"/>
                <a:gd name="connsiteY104" fmla="*/ 703 h 106523"/>
                <a:gd name="connsiteX105" fmla="*/ 169427 w 286601"/>
                <a:gd name="connsiteY105" fmla="*/ 12656 h 106523"/>
                <a:gd name="connsiteX106" fmla="*/ 183490 w 286601"/>
                <a:gd name="connsiteY106" fmla="*/ 12656 h 106523"/>
                <a:gd name="connsiteX107" fmla="*/ 183490 w 286601"/>
                <a:gd name="connsiteY107" fmla="*/ 20625 h 106523"/>
                <a:gd name="connsiteX108" fmla="*/ 169427 w 286601"/>
                <a:gd name="connsiteY108" fmla="*/ 20625 h 106523"/>
                <a:gd name="connsiteX109" fmla="*/ 169427 w 286601"/>
                <a:gd name="connsiteY109" fmla="*/ 36914 h 106523"/>
                <a:gd name="connsiteX110" fmla="*/ 183490 w 286601"/>
                <a:gd name="connsiteY110" fmla="*/ 36914 h 106523"/>
                <a:gd name="connsiteX111" fmla="*/ 183490 w 286601"/>
                <a:gd name="connsiteY111" fmla="*/ 44883 h 106523"/>
                <a:gd name="connsiteX112" fmla="*/ 169427 w 286601"/>
                <a:gd name="connsiteY112" fmla="*/ 44883 h 106523"/>
                <a:gd name="connsiteX113" fmla="*/ 169427 w 286601"/>
                <a:gd name="connsiteY113" fmla="*/ 66094 h 106523"/>
                <a:gd name="connsiteX114" fmla="*/ 160287 w 286601"/>
                <a:gd name="connsiteY114" fmla="*/ 66094 h 106523"/>
                <a:gd name="connsiteX115" fmla="*/ 73477 w 286601"/>
                <a:gd name="connsiteY115" fmla="*/ 703 h 106523"/>
                <a:gd name="connsiteX116" fmla="*/ 82852 w 286601"/>
                <a:gd name="connsiteY116" fmla="*/ 703 h 106523"/>
                <a:gd name="connsiteX117" fmla="*/ 82852 w 286601"/>
                <a:gd name="connsiteY117" fmla="*/ 61524 h 106523"/>
                <a:gd name="connsiteX118" fmla="*/ 73477 w 286601"/>
                <a:gd name="connsiteY118" fmla="*/ 61524 h 106523"/>
                <a:gd name="connsiteX119" fmla="*/ 73477 w 286601"/>
                <a:gd name="connsiteY119" fmla="*/ 43359 h 106523"/>
                <a:gd name="connsiteX120" fmla="*/ 50625 w 286601"/>
                <a:gd name="connsiteY120" fmla="*/ 43359 h 106523"/>
                <a:gd name="connsiteX121" fmla="*/ 41068 w 286601"/>
                <a:gd name="connsiteY121" fmla="*/ 52383 h 106523"/>
                <a:gd name="connsiteX122" fmla="*/ 27305 w 286601"/>
                <a:gd name="connsiteY122" fmla="*/ 55781 h 106523"/>
                <a:gd name="connsiteX123" fmla="*/ 16289 w 286601"/>
                <a:gd name="connsiteY123" fmla="*/ 53672 h 106523"/>
                <a:gd name="connsiteX124" fmla="*/ 7617 w 286601"/>
                <a:gd name="connsiteY124" fmla="*/ 47930 h 106523"/>
                <a:gd name="connsiteX125" fmla="*/ 1992 w 286601"/>
                <a:gd name="connsiteY125" fmla="*/ 39375 h 106523"/>
                <a:gd name="connsiteX126" fmla="*/ 0 w 286601"/>
                <a:gd name="connsiteY126" fmla="*/ 28828 h 106523"/>
                <a:gd name="connsiteX127" fmla="*/ 1992 w 286601"/>
                <a:gd name="connsiteY127" fmla="*/ 18568 h 106523"/>
                <a:gd name="connsiteX128" fmla="*/ 7617 w 286601"/>
                <a:gd name="connsiteY128" fmla="*/ 10078 h 106523"/>
                <a:gd name="connsiteX129" fmla="*/ 16289 w 286601"/>
                <a:gd name="connsiteY129" fmla="*/ 4271 h 106523"/>
                <a:gd name="connsiteX130" fmla="*/ 27305 w 286601"/>
                <a:gd name="connsiteY130" fmla="*/ 2109 h 106523"/>
                <a:gd name="connsiteX131" fmla="*/ 39844 w 286601"/>
                <a:gd name="connsiteY131" fmla="*/ 4974 h 106523"/>
                <a:gd name="connsiteX132" fmla="*/ 49219 w 286601"/>
                <a:gd name="connsiteY132" fmla="*/ 12422 h 106523"/>
                <a:gd name="connsiteX133" fmla="*/ 73477 w 286601"/>
                <a:gd name="connsiteY133" fmla="*/ 12422 h 106523"/>
                <a:gd name="connsiteX134" fmla="*/ 239141 w 286601"/>
                <a:gd name="connsiteY134" fmla="*/ 0 h 106523"/>
                <a:gd name="connsiteX135" fmla="*/ 266328 w 286601"/>
                <a:gd name="connsiteY135" fmla="*/ 5091 h 106523"/>
                <a:gd name="connsiteX136" fmla="*/ 275586 w 286601"/>
                <a:gd name="connsiteY136" fmla="*/ 18281 h 106523"/>
                <a:gd name="connsiteX137" fmla="*/ 266380 w 286601"/>
                <a:gd name="connsiteY137" fmla="*/ 31289 h 106523"/>
                <a:gd name="connsiteX138" fmla="*/ 239141 w 286601"/>
                <a:gd name="connsiteY138" fmla="*/ 36094 h 106523"/>
                <a:gd name="connsiteX139" fmla="*/ 211888 w 286601"/>
                <a:gd name="connsiteY139" fmla="*/ 31289 h 106523"/>
                <a:gd name="connsiteX140" fmla="*/ 202578 w 286601"/>
                <a:gd name="connsiteY140" fmla="*/ 18281 h 106523"/>
                <a:gd name="connsiteX141" fmla="*/ 211888 w 286601"/>
                <a:gd name="connsiteY141" fmla="*/ 5039 h 106523"/>
                <a:gd name="connsiteX142" fmla="*/ 239141 w 286601"/>
                <a:gd name="connsiteY142" fmla="*/ 0 h 106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286601" h="106523">
                  <a:moveTo>
                    <a:pt x="136146" y="74766"/>
                  </a:moveTo>
                  <a:cubicBezTo>
                    <a:pt x="128490" y="74766"/>
                    <a:pt x="122279" y="75820"/>
                    <a:pt x="117513" y="77930"/>
                  </a:cubicBezTo>
                  <a:cubicBezTo>
                    <a:pt x="112747" y="80039"/>
                    <a:pt x="110365" y="83086"/>
                    <a:pt x="110365" y="87070"/>
                  </a:cubicBezTo>
                  <a:cubicBezTo>
                    <a:pt x="110365" y="90977"/>
                    <a:pt x="112747" y="93984"/>
                    <a:pt x="117513" y="96094"/>
                  </a:cubicBezTo>
                  <a:cubicBezTo>
                    <a:pt x="122279" y="98203"/>
                    <a:pt x="128490" y="99258"/>
                    <a:pt x="136146" y="99258"/>
                  </a:cubicBezTo>
                  <a:cubicBezTo>
                    <a:pt x="143646" y="99258"/>
                    <a:pt x="149779" y="98216"/>
                    <a:pt x="154545" y="96146"/>
                  </a:cubicBezTo>
                  <a:cubicBezTo>
                    <a:pt x="159310" y="94076"/>
                    <a:pt x="161693" y="91055"/>
                    <a:pt x="161693" y="87070"/>
                  </a:cubicBezTo>
                  <a:cubicBezTo>
                    <a:pt x="161693" y="83086"/>
                    <a:pt x="159310" y="80039"/>
                    <a:pt x="154545" y="77930"/>
                  </a:cubicBezTo>
                  <a:cubicBezTo>
                    <a:pt x="149779" y="75820"/>
                    <a:pt x="143646" y="74766"/>
                    <a:pt x="136146" y="74766"/>
                  </a:cubicBezTo>
                  <a:close/>
                  <a:moveTo>
                    <a:pt x="136146" y="67500"/>
                  </a:moveTo>
                  <a:cubicBezTo>
                    <a:pt x="147787" y="67500"/>
                    <a:pt x="156615" y="69336"/>
                    <a:pt x="162631" y="73008"/>
                  </a:cubicBezTo>
                  <a:cubicBezTo>
                    <a:pt x="168646" y="76680"/>
                    <a:pt x="171654" y="81367"/>
                    <a:pt x="171654" y="87070"/>
                  </a:cubicBezTo>
                  <a:cubicBezTo>
                    <a:pt x="171654" y="92695"/>
                    <a:pt x="168646" y="97344"/>
                    <a:pt x="162631" y="101016"/>
                  </a:cubicBezTo>
                  <a:cubicBezTo>
                    <a:pt x="156615" y="104687"/>
                    <a:pt x="147787" y="106523"/>
                    <a:pt x="136146" y="106523"/>
                  </a:cubicBezTo>
                  <a:cubicBezTo>
                    <a:pt x="124427" y="106523"/>
                    <a:pt x="115560" y="104687"/>
                    <a:pt x="109544" y="101016"/>
                  </a:cubicBezTo>
                  <a:cubicBezTo>
                    <a:pt x="103529" y="97344"/>
                    <a:pt x="100521" y="92695"/>
                    <a:pt x="100521" y="87070"/>
                  </a:cubicBezTo>
                  <a:cubicBezTo>
                    <a:pt x="100521" y="81367"/>
                    <a:pt x="103529" y="76680"/>
                    <a:pt x="109544" y="73008"/>
                  </a:cubicBezTo>
                  <a:cubicBezTo>
                    <a:pt x="115560" y="69336"/>
                    <a:pt x="124427" y="67500"/>
                    <a:pt x="136146" y="67500"/>
                  </a:cubicBezTo>
                  <a:close/>
                  <a:moveTo>
                    <a:pt x="13594" y="67148"/>
                  </a:moveTo>
                  <a:lnTo>
                    <a:pt x="80156" y="67148"/>
                  </a:lnTo>
                  <a:cubicBezTo>
                    <a:pt x="81094" y="67148"/>
                    <a:pt x="81732" y="67318"/>
                    <a:pt x="82084" y="67669"/>
                  </a:cubicBezTo>
                  <a:cubicBezTo>
                    <a:pt x="82435" y="68021"/>
                    <a:pt x="82617" y="68672"/>
                    <a:pt x="82617" y="69609"/>
                  </a:cubicBezTo>
                  <a:lnTo>
                    <a:pt x="82617" y="105234"/>
                  </a:lnTo>
                  <a:lnTo>
                    <a:pt x="73359" y="105234"/>
                  </a:lnTo>
                  <a:lnTo>
                    <a:pt x="73359" y="75117"/>
                  </a:lnTo>
                  <a:lnTo>
                    <a:pt x="13594" y="75117"/>
                  </a:lnTo>
                  <a:close/>
                  <a:moveTo>
                    <a:pt x="204219" y="60703"/>
                  </a:moveTo>
                  <a:lnTo>
                    <a:pt x="271367" y="60703"/>
                  </a:lnTo>
                  <a:cubicBezTo>
                    <a:pt x="272305" y="60703"/>
                    <a:pt x="272943" y="60872"/>
                    <a:pt x="273295" y="61224"/>
                  </a:cubicBezTo>
                  <a:cubicBezTo>
                    <a:pt x="273646" y="61576"/>
                    <a:pt x="273828" y="62226"/>
                    <a:pt x="273828" y="63164"/>
                  </a:cubicBezTo>
                  <a:lnTo>
                    <a:pt x="273828" y="82734"/>
                  </a:lnTo>
                  <a:cubicBezTo>
                    <a:pt x="273828" y="83672"/>
                    <a:pt x="273646" y="84310"/>
                    <a:pt x="273295" y="84661"/>
                  </a:cubicBezTo>
                  <a:cubicBezTo>
                    <a:pt x="272943" y="85013"/>
                    <a:pt x="272305" y="85195"/>
                    <a:pt x="271367" y="85195"/>
                  </a:cubicBezTo>
                  <a:lnTo>
                    <a:pt x="214414" y="85195"/>
                  </a:lnTo>
                  <a:lnTo>
                    <a:pt x="214414" y="96445"/>
                  </a:lnTo>
                  <a:lnTo>
                    <a:pt x="276172" y="96445"/>
                  </a:lnTo>
                  <a:lnTo>
                    <a:pt x="276172" y="103594"/>
                  </a:lnTo>
                  <a:lnTo>
                    <a:pt x="206680" y="103594"/>
                  </a:lnTo>
                  <a:cubicBezTo>
                    <a:pt x="205742" y="103594"/>
                    <a:pt x="205091" y="103412"/>
                    <a:pt x="204740" y="103060"/>
                  </a:cubicBezTo>
                  <a:cubicBezTo>
                    <a:pt x="204388" y="102708"/>
                    <a:pt x="204219" y="102070"/>
                    <a:pt x="204219" y="101133"/>
                  </a:cubicBezTo>
                  <a:lnTo>
                    <a:pt x="204219" y="80977"/>
                  </a:lnTo>
                  <a:cubicBezTo>
                    <a:pt x="204219" y="80039"/>
                    <a:pt x="204388" y="79388"/>
                    <a:pt x="204740" y="79036"/>
                  </a:cubicBezTo>
                  <a:cubicBezTo>
                    <a:pt x="205091" y="78685"/>
                    <a:pt x="205742" y="78516"/>
                    <a:pt x="206680" y="78516"/>
                  </a:cubicBezTo>
                  <a:lnTo>
                    <a:pt x="263633" y="78516"/>
                  </a:lnTo>
                  <a:lnTo>
                    <a:pt x="263633" y="67969"/>
                  </a:lnTo>
                  <a:lnTo>
                    <a:pt x="204219" y="67969"/>
                  </a:lnTo>
                  <a:close/>
                  <a:moveTo>
                    <a:pt x="191445" y="44063"/>
                  </a:moveTo>
                  <a:lnTo>
                    <a:pt x="286602" y="44063"/>
                  </a:lnTo>
                  <a:lnTo>
                    <a:pt x="286602" y="51563"/>
                  </a:lnTo>
                  <a:lnTo>
                    <a:pt x="191445" y="51563"/>
                  </a:lnTo>
                  <a:close/>
                  <a:moveTo>
                    <a:pt x="53320" y="20273"/>
                  </a:moveTo>
                  <a:cubicBezTo>
                    <a:pt x="53789" y="21680"/>
                    <a:pt x="54141" y="23099"/>
                    <a:pt x="54375" y="24544"/>
                  </a:cubicBezTo>
                  <a:cubicBezTo>
                    <a:pt x="54609" y="25990"/>
                    <a:pt x="54727" y="27422"/>
                    <a:pt x="54727" y="28828"/>
                  </a:cubicBezTo>
                  <a:cubicBezTo>
                    <a:pt x="54727" y="30000"/>
                    <a:pt x="54649" y="31146"/>
                    <a:pt x="54492" y="32279"/>
                  </a:cubicBezTo>
                  <a:cubicBezTo>
                    <a:pt x="54336" y="33411"/>
                    <a:pt x="54141" y="34492"/>
                    <a:pt x="53906" y="35508"/>
                  </a:cubicBezTo>
                  <a:lnTo>
                    <a:pt x="73477" y="35508"/>
                  </a:lnTo>
                  <a:lnTo>
                    <a:pt x="73477" y="20273"/>
                  </a:lnTo>
                  <a:close/>
                  <a:moveTo>
                    <a:pt x="27422" y="10430"/>
                  </a:moveTo>
                  <a:cubicBezTo>
                    <a:pt x="21719" y="10430"/>
                    <a:pt x="17318" y="12227"/>
                    <a:pt x="14232" y="15820"/>
                  </a:cubicBezTo>
                  <a:cubicBezTo>
                    <a:pt x="11146" y="19414"/>
                    <a:pt x="9609" y="23789"/>
                    <a:pt x="9609" y="28945"/>
                  </a:cubicBezTo>
                  <a:cubicBezTo>
                    <a:pt x="9609" y="34023"/>
                    <a:pt x="11146" y="38372"/>
                    <a:pt x="14232" y="42005"/>
                  </a:cubicBezTo>
                  <a:cubicBezTo>
                    <a:pt x="17318" y="45638"/>
                    <a:pt x="21719" y="47461"/>
                    <a:pt x="27422" y="47461"/>
                  </a:cubicBezTo>
                  <a:cubicBezTo>
                    <a:pt x="33047" y="47461"/>
                    <a:pt x="37396" y="45638"/>
                    <a:pt x="40482" y="42005"/>
                  </a:cubicBezTo>
                  <a:cubicBezTo>
                    <a:pt x="43568" y="38372"/>
                    <a:pt x="45117" y="34023"/>
                    <a:pt x="45117" y="28945"/>
                  </a:cubicBezTo>
                  <a:cubicBezTo>
                    <a:pt x="45117" y="23789"/>
                    <a:pt x="43568" y="19414"/>
                    <a:pt x="40482" y="15820"/>
                  </a:cubicBezTo>
                  <a:cubicBezTo>
                    <a:pt x="37396" y="12227"/>
                    <a:pt x="33047" y="10430"/>
                    <a:pt x="27422" y="10430"/>
                  </a:cubicBezTo>
                  <a:close/>
                  <a:moveTo>
                    <a:pt x="239141" y="6914"/>
                  </a:moveTo>
                  <a:cubicBezTo>
                    <a:pt x="231094" y="6914"/>
                    <a:pt x="224649" y="7852"/>
                    <a:pt x="219805" y="9727"/>
                  </a:cubicBezTo>
                  <a:cubicBezTo>
                    <a:pt x="214961" y="11602"/>
                    <a:pt x="212539" y="14453"/>
                    <a:pt x="212539" y="18281"/>
                  </a:cubicBezTo>
                  <a:cubicBezTo>
                    <a:pt x="212539" y="22031"/>
                    <a:pt x="214922" y="24779"/>
                    <a:pt x="219688" y="26536"/>
                  </a:cubicBezTo>
                  <a:cubicBezTo>
                    <a:pt x="224453" y="28294"/>
                    <a:pt x="230938" y="29180"/>
                    <a:pt x="239141" y="29180"/>
                  </a:cubicBezTo>
                  <a:cubicBezTo>
                    <a:pt x="247109" y="29180"/>
                    <a:pt x="253516" y="28294"/>
                    <a:pt x="258360" y="26536"/>
                  </a:cubicBezTo>
                  <a:cubicBezTo>
                    <a:pt x="263204" y="24779"/>
                    <a:pt x="265625" y="22031"/>
                    <a:pt x="265625" y="18281"/>
                  </a:cubicBezTo>
                  <a:cubicBezTo>
                    <a:pt x="265625" y="14531"/>
                    <a:pt x="263177" y="11693"/>
                    <a:pt x="258294" y="9779"/>
                  </a:cubicBezTo>
                  <a:cubicBezTo>
                    <a:pt x="253412" y="7865"/>
                    <a:pt x="247032" y="6914"/>
                    <a:pt x="239141" y="6914"/>
                  </a:cubicBezTo>
                  <a:close/>
                  <a:moveTo>
                    <a:pt x="92787" y="4688"/>
                  </a:moveTo>
                  <a:lnTo>
                    <a:pt x="137201" y="4688"/>
                  </a:lnTo>
                  <a:cubicBezTo>
                    <a:pt x="138138" y="4688"/>
                    <a:pt x="138776" y="4857"/>
                    <a:pt x="139128" y="5208"/>
                  </a:cubicBezTo>
                  <a:cubicBezTo>
                    <a:pt x="139479" y="5560"/>
                    <a:pt x="139662" y="6211"/>
                    <a:pt x="139662" y="7148"/>
                  </a:cubicBezTo>
                  <a:lnTo>
                    <a:pt x="139662" y="32227"/>
                  </a:lnTo>
                  <a:cubicBezTo>
                    <a:pt x="139662" y="33164"/>
                    <a:pt x="139479" y="33802"/>
                    <a:pt x="139128" y="34154"/>
                  </a:cubicBezTo>
                  <a:cubicBezTo>
                    <a:pt x="138776" y="34505"/>
                    <a:pt x="138138" y="34688"/>
                    <a:pt x="137201" y="34688"/>
                  </a:cubicBezTo>
                  <a:lnTo>
                    <a:pt x="101810" y="34688"/>
                  </a:lnTo>
                  <a:lnTo>
                    <a:pt x="101810" y="50273"/>
                  </a:lnTo>
                  <a:lnTo>
                    <a:pt x="110716" y="50273"/>
                  </a:lnTo>
                  <a:cubicBezTo>
                    <a:pt x="114935" y="50273"/>
                    <a:pt x="119232" y="50156"/>
                    <a:pt x="123607" y="49922"/>
                  </a:cubicBezTo>
                  <a:cubicBezTo>
                    <a:pt x="127982" y="49687"/>
                    <a:pt x="132161" y="49414"/>
                    <a:pt x="136146" y="49102"/>
                  </a:cubicBezTo>
                  <a:cubicBezTo>
                    <a:pt x="140130" y="48711"/>
                    <a:pt x="143763" y="48294"/>
                    <a:pt x="147044" y="47865"/>
                  </a:cubicBezTo>
                  <a:cubicBezTo>
                    <a:pt x="150326" y="47435"/>
                    <a:pt x="153021" y="46992"/>
                    <a:pt x="155130" y="46523"/>
                  </a:cubicBezTo>
                  <a:lnTo>
                    <a:pt x="155130" y="54375"/>
                  </a:lnTo>
                  <a:cubicBezTo>
                    <a:pt x="152865" y="54844"/>
                    <a:pt x="149987" y="55313"/>
                    <a:pt x="146511" y="55781"/>
                  </a:cubicBezTo>
                  <a:cubicBezTo>
                    <a:pt x="143034" y="56250"/>
                    <a:pt x="139232" y="56680"/>
                    <a:pt x="135091" y="57070"/>
                  </a:cubicBezTo>
                  <a:cubicBezTo>
                    <a:pt x="130951" y="57383"/>
                    <a:pt x="126576" y="57656"/>
                    <a:pt x="121966" y="57891"/>
                  </a:cubicBezTo>
                  <a:cubicBezTo>
                    <a:pt x="117357" y="58125"/>
                    <a:pt x="112787" y="58242"/>
                    <a:pt x="108255" y="58242"/>
                  </a:cubicBezTo>
                  <a:lnTo>
                    <a:pt x="95247" y="58242"/>
                  </a:lnTo>
                  <a:cubicBezTo>
                    <a:pt x="94310" y="58242"/>
                    <a:pt x="93659" y="58060"/>
                    <a:pt x="93308" y="57708"/>
                  </a:cubicBezTo>
                  <a:cubicBezTo>
                    <a:pt x="92956" y="57357"/>
                    <a:pt x="92787" y="56719"/>
                    <a:pt x="92787" y="55781"/>
                  </a:cubicBezTo>
                  <a:lnTo>
                    <a:pt x="92787" y="29648"/>
                  </a:lnTo>
                  <a:cubicBezTo>
                    <a:pt x="92787" y="28711"/>
                    <a:pt x="92956" y="28060"/>
                    <a:pt x="93308" y="27708"/>
                  </a:cubicBezTo>
                  <a:cubicBezTo>
                    <a:pt x="93659" y="27357"/>
                    <a:pt x="94310" y="27187"/>
                    <a:pt x="95247" y="27187"/>
                  </a:cubicBezTo>
                  <a:lnTo>
                    <a:pt x="130638" y="27187"/>
                  </a:lnTo>
                  <a:lnTo>
                    <a:pt x="130638" y="12422"/>
                  </a:lnTo>
                  <a:lnTo>
                    <a:pt x="92787" y="12422"/>
                  </a:lnTo>
                  <a:close/>
                  <a:moveTo>
                    <a:pt x="160287" y="703"/>
                  </a:moveTo>
                  <a:lnTo>
                    <a:pt x="169427" y="703"/>
                  </a:lnTo>
                  <a:lnTo>
                    <a:pt x="169427" y="12656"/>
                  </a:lnTo>
                  <a:lnTo>
                    <a:pt x="183490" y="12656"/>
                  </a:lnTo>
                  <a:lnTo>
                    <a:pt x="183490" y="20625"/>
                  </a:lnTo>
                  <a:lnTo>
                    <a:pt x="169427" y="20625"/>
                  </a:lnTo>
                  <a:lnTo>
                    <a:pt x="169427" y="36914"/>
                  </a:lnTo>
                  <a:lnTo>
                    <a:pt x="183490" y="36914"/>
                  </a:lnTo>
                  <a:lnTo>
                    <a:pt x="183490" y="44883"/>
                  </a:lnTo>
                  <a:lnTo>
                    <a:pt x="169427" y="44883"/>
                  </a:lnTo>
                  <a:lnTo>
                    <a:pt x="169427" y="66094"/>
                  </a:lnTo>
                  <a:lnTo>
                    <a:pt x="160287" y="66094"/>
                  </a:lnTo>
                  <a:close/>
                  <a:moveTo>
                    <a:pt x="73477" y="703"/>
                  </a:moveTo>
                  <a:lnTo>
                    <a:pt x="82852" y="703"/>
                  </a:lnTo>
                  <a:lnTo>
                    <a:pt x="82852" y="61524"/>
                  </a:lnTo>
                  <a:lnTo>
                    <a:pt x="73477" y="61524"/>
                  </a:lnTo>
                  <a:lnTo>
                    <a:pt x="73477" y="43359"/>
                  </a:lnTo>
                  <a:lnTo>
                    <a:pt x="50625" y="43359"/>
                  </a:lnTo>
                  <a:cubicBezTo>
                    <a:pt x="48281" y="47109"/>
                    <a:pt x="45091" y="50117"/>
                    <a:pt x="41068" y="52383"/>
                  </a:cubicBezTo>
                  <a:cubicBezTo>
                    <a:pt x="37044" y="54649"/>
                    <a:pt x="32461" y="55781"/>
                    <a:pt x="27305" y="55781"/>
                  </a:cubicBezTo>
                  <a:cubicBezTo>
                    <a:pt x="23321" y="55781"/>
                    <a:pt x="19648" y="55078"/>
                    <a:pt x="16289" y="53672"/>
                  </a:cubicBezTo>
                  <a:cubicBezTo>
                    <a:pt x="12930" y="52266"/>
                    <a:pt x="10039" y="50352"/>
                    <a:pt x="7617" y="47930"/>
                  </a:cubicBezTo>
                  <a:cubicBezTo>
                    <a:pt x="5196" y="45508"/>
                    <a:pt x="3320" y="42656"/>
                    <a:pt x="1992" y="39375"/>
                  </a:cubicBezTo>
                  <a:cubicBezTo>
                    <a:pt x="664" y="36094"/>
                    <a:pt x="0" y="32578"/>
                    <a:pt x="0" y="28828"/>
                  </a:cubicBezTo>
                  <a:cubicBezTo>
                    <a:pt x="0" y="25234"/>
                    <a:pt x="664" y="21810"/>
                    <a:pt x="1992" y="18568"/>
                  </a:cubicBezTo>
                  <a:cubicBezTo>
                    <a:pt x="3320" y="15326"/>
                    <a:pt x="5196" y="12500"/>
                    <a:pt x="7617" y="10078"/>
                  </a:cubicBezTo>
                  <a:cubicBezTo>
                    <a:pt x="10039" y="7656"/>
                    <a:pt x="12930" y="5716"/>
                    <a:pt x="16289" y="4271"/>
                  </a:cubicBezTo>
                  <a:cubicBezTo>
                    <a:pt x="19648" y="2826"/>
                    <a:pt x="23321" y="2109"/>
                    <a:pt x="27305" y="2109"/>
                  </a:cubicBezTo>
                  <a:cubicBezTo>
                    <a:pt x="31914" y="2109"/>
                    <a:pt x="36094" y="3060"/>
                    <a:pt x="39844" y="4974"/>
                  </a:cubicBezTo>
                  <a:cubicBezTo>
                    <a:pt x="43594" y="6888"/>
                    <a:pt x="46719" y="9375"/>
                    <a:pt x="49219" y="12422"/>
                  </a:cubicBezTo>
                  <a:lnTo>
                    <a:pt x="73477" y="12422"/>
                  </a:lnTo>
                  <a:close/>
                  <a:moveTo>
                    <a:pt x="239141" y="0"/>
                  </a:moveTo>
                  <a:cubicBezTo>
                    <a:pt x="251094" y="0"/>
                    <a:pt x="260157" y="1693"/>
                    <a:pt x="266328" y="5091"/>
                  </a:cubicBezTo>
                  <a:cubicBezTo>
                    <a:pt x="272500" y="8490"/>
                    <a:pt x="275586" y="12891"/>
                    <a:pt x="275586" y="18281"/>
                  </a:cubicBezTo>
                  <a:cubicBezTo>
                    <a:pt x="275586" y="23750"/>
                    <a:pt x="272513" y="28086"/>
                    <a:pt x="266380" y="31289"/>
                  </a:cubicBezTo>
                  <a:cubicBezTo>
                    <a:pt x="260248" y="34492"/>
                    <a:pt x="251172" y="36094"/>
                    <a:pt x="239141" y="36094"/>
                  </a:cubicBezTo>
                  <a:cubicBezTo>
                    <a:pt x="227188" y="36094"/>
                    <a:pt x="218099" y="34492"/>
                    <a:pt x="211888" y="31289"/>
                  </a:cubicBezTo>
                  <a:cubicBezTo>
                    <a:pt x="205677" y="28086"/>
                    <a:pt x="202578" y="23750"/>
                    <a:pt x="202578" y="18281"/>
                  </a:cubicBezTo>
                  <a:cubicBezTo>
                    <a:pt x="202578" y="12813"/>
                    <a:pt x="205677" y="8398"/>
                    <a:pt x="211888" y="5039"/>
                  </a:cubicBezTo>
                  <a:cubicBezTo>
                    <a:pt x="218099" y="1680"/>
                    <a:pt x="227188" y="0"/>
                    <a:pt x="239141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654E83AB-E8E8-44D3-AD5B-153F253C1072}"/>
                </a:ext>
              </a:extLst>
            </p:cNvPr>
            <p:cNvSpPr txBox="1"/>
            <p:nvPr/>
          </p:nvSpPr>
          <p:spPr>
            <a:xfrm>
              <a:off x="4733577" y="1854120"/>
              <a:ext cx="495380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역량을</a:t>
              </a:r>
            </a:p>
          </p:txBody>
        </p:sp>
        <p:sp>
          <p:nvSpPr>
            <p:cNvPr id="90" name="자유형: 도형 89">
              <a:extLst>
                <a:ext uri="{FF2B5EF4-FFF2-40B4-BE49-F238E27FC236}">
                  <a16:creationId xmlns:a16="http://schemas.microsoft.com/office/drawing/2014/main" id="{2A97571A-7B99-4071-BB27-2728AFE6BC15}"/>
                </a:ext>
              </a:extLst>
            </p:cNvPr>
            <p:cNvSpPr/>
            <p:nvPr/>
          </p:nvSpPr>
          <p:spPr>
            <a:xfrm>
              <a:off x="5141215" y="1923590"/>
              <a:ext cx="371068" cy="106875"/>
            </a:xfrm>
            <a:custGeom>
              <a:avLst/>
              <a:gdLst>
                <a:gd name="connsiteX0" fmla="*/ 136966 w 371068"/>
                <a:gd name="connsiteY0" fmla="*/ 75234 h 106875"/>
                <a:gd name="connsiteX1" fmla="*/ 116992 w 371068"/>
                <a:gd name="connsiteY1" fmla="*/ 78516 h 106875"/>
                <a:gd name="connsiteX2" fmla="*/ 109896 w 371068"/>
                <a:gd name="connsiteY2" fmla="*/ 87539 h 106875"/>
                <a:gd name="connsiteX3" fmla="*/ 116992 w 371068"/>
                <a:gd name="connsiteY3" fmla="*/ 96497 h 106875"/>
                <a:gd name="connsiteX4" fmla="*/ 136966 w 371068"/>
                <a:gd name="connsiteY4" fmla="*/ 99727 h 106875"/>
                <a:gd name="connsiteX5" fmla="*/ 156485 w 371068"/>
                <a:gd name="connsiteY5" fmla="*/ 96497 h 106875"/>
                <a:gd name="connsiteX6" fmla="*/ 163685 w 371068"/>
                <a:gd name="connsiteY6" fmla="*/ 87656 h 106875"/>
                <a:gd name="connsiteX7" fmla="*/ 156537 w 371068"/>
                <a:gd name="connsiteY7" fmla="*/ 78516 h 106875"/>
                <a:gd name="connsiteX8" fmla="*/ 136966 w 371068"/>
                <a:gd name="connsiteY8" fmla="*/ 75234 h 106875"/>
                <a:gd name="connsiteX9" fmla="*/ 136966 w 371068"/>
                <a:gd name="connsiteY9" fmla="*/ 68320 h 106875"/>
                <a:gd name="connsiteX10" fmla="*/ 164805 w 371068"/>
                <a:gd name="connsiteY10" fmla="*/ 73828 h 106875"/>
                <a:gd name="connsiteX11" fmla="*/ 173998 w 371068"/>
                <a:gd name="connsiteY11" fmla="*/ 87656 h 106875"/>
                <a:gd name="connsiteX12" fmla="*/ 164857 w 371068"/>
                <a:gd name="connsiteY12" fmla="*/ 101367 h 106875"/>
                <a:gd name="connsiteX13" fmla="*/ 136966 w 371068"/>
                <a:gd name="connsiteY13" fmla="*/ 106875 h 106875"/>
                <a:gd name="connsiteX14" fmla="*/ 108959 w 371068"/>
                <a:gd name="connsiteY14" fmla="*/ 101367 h 106875"/>
                <a:gd name="connsiteX15" fmla="*/ 99701 w 371068"/>
                <a:gd name="connsiteY15" fmla="*/ 87539 h 106875"/>
                <a:gd name="connsiteX16" fmla="*/ 109024 w 371068"/>
                <a:gd name="connsiteY16" fmla="*/ 73711 h 106875"/>
                <a:gd name="connsiteX17" fmla="*/ 136966 w 371068"/>
                <a:gd name="connsiteY17" fmla="*/ 68320 h 106875"/>
                <a:gd name="connsiteX18" fmla="*/ 16172 w 371068"/>
                <a:gd name="connsiteY18" fmla="*/ 67266 h 106875"/>
                <a:gd name="connsiteX19" fmla="*/ 79922 w 371068"/>
                <a:gd name="connsiteY19" fmla="*/ 67266 h 106875"/>
                <a:gd name="connsiteX20" fmla="*/ 81862 w 371068"/>
                <a:gd name="connsiteY20" fmla="*/ 67787 h 106875"/>
                <a:gd name="connsiteX21" fmla="*/ 82383 w 371068"/>
                <a:gd name="connsiteY21" fmla="*/ 69727 h 106875"/>
                <a:gd name="connsiteX22" fmla="*/ 82383 w 371068"/>
                <a:gd name="connsiteY22" fmla="*/ 86016 h 106875"/>
                <a:gd name="connsiteX23" fmla="*/ 81862 w 371068"/>
                <a:gd name="connsiteY23" fmla="*/ 87943 h 106875"/>
                <a:gd name="connsiteX24" fmla="*/ 79922 w 371068"/>
                <a:gd name="connsiteY24" fmla="*/ 88476 h 106875"/>
                <a:gd name="connsiteX25" fmla="*/ 26016 w 371068"/>
                <a:gd name="connsiteY25" fmla="*/ 88476 h 106875"/>
                <a:gd name="connsiteX26" fmla="*/ 26016 w 371068"/>
                <a:gd name="connsiteY26" fmla="*/ 96914 h 106875"/>
                <a:gd name="connsiteX27" fmla="*/ 84961 w 371068"/>
                <a:gd name="connsiteY27" fmla="*/ 96914 h 106875"/>
                <a:gd name="connsiteX28" fmla="*/ 84961 w 371068"/>
                <a:gd name="connsiteY28" fmla="*/ 103828 h 106875"/>
                <a:gd name="connsiteX29" fmla="*/ 18633 w 371068"/>
                <a:gd name="connsiteY29" fmla="*/ 103828 h 106875"/>
                <a:gd name="connsiteX30" fmla="*/ 16706 w 371068"/>
                <a:gd name="connsiteY30" fmla="*/ 103294 h 106875"/>
                <a:gd name="connsiteX31" fmla="*/ 16172 w 371068"/>
                <a:gd name="connsiteY31" fmla="*/ 101367 h 106875"/>
                <a:gd name="connsiteX32" fmla="*/ 16172 w 371068"/>
                <a:gd name="connsiteY32" fmla="*/ 84375 h 106875"/>
                <a:gd name="connsiteX33" fmla="*/ 16706 w 371068"/>
                <a:gd name="connsiteY33" fmla="*/ 82435 h 106875"/>
                <a:gd name="connsiteX34" fmla="*/ 18633 w 371068"/>
                <a:gd name="connsiteY34" fmla="*/ 81914 h 106875"/>
                <a:gd name="connsiteX35" fmla="*/ 72539 w 371068"/>
                <a:gd name="connsiteY35" fmla="*/ 81914 h 106875"/>
                <a:gd name="connsiteX36" fmla="*/ 72539 w 371068"/>
                <a:gd name="connsiteY36" fmla="*/ 74297 h 106875"/>
                <a:gd name="connsiteX37" fmla="*/ 16172 w 371068"/>
                <a:gd name="connsiteY37" fmla="*/ 74297 h 106875"/>
                <a:gd name="connsiteX38" fmla="*/ 226485 w 371068"/>
                <a:gd name="connsiteY38" fmla="*/ 43945 h 106875"/>
                <a:gd name="connsiteX39" fmla="*/ 214479 w 371068"/>
                <a:gd name="connsiteY39" fmla="*/ 48633 h 106875"/>
                <a:gd name="connsiteX40" fmla="*/ 210195 w 371068"/>
                <a:gd name="connsiteY40" fmla="*/ 60820 h 106875"/>
                <a:gd name="connsiteX41" fmla="*/ 214479 w 371068"/>
                <a:gd name="connsiteY41" fmla="*/ 73008 h 106875"/>
                <a:gd name="connsiteX42" fmla="*/ 226485 w 371068"/>
                <a:gd name="connsiteY42" fmla="*/ 77812 h 106875"/>
                <a:gd name="connsiteX43" fmla="*/ 238438 w 371068"/>
                <a:gd name="connsiteY43" fmla="*/ 73008 h 106875"/>
                <a:gd name="connsiteX44" fmla="*/ 242774 w 371068"/>
                <a:gd name="connsiteY44" fmla="*/ 60820 h 106875"/>
                <a:gd name="connsiteX45" fmla="*/ 238438 w 371068"/>
                <a:gd name="connsiteY45" fmla="*/ 48633 h 106875"/>
                <a:gd name="connsiteX46" fmla="*/ 226485 w 371068"/>
                <a:gd name="connsiteY46" fmla="*/ 43945 h 106875"/>
                <a:gd name="connsiteX47" fmla="*/ 149622 w 371068"/>
                <a:gd name="connsiteY47" fmla="*/ 38906 h 106875"/>
                <a:gd name="connsiteX48" fmla="*/ 143412 w 371068"/>
                <a:gd name="connsiteY48" fmla="*/ 39844 h 106875"/>
                <a:gd name="connsiteX49" fmla="*/ 136849 w 371068"/>
                <a:gd name="connsiteY49" fmla="*/ 40078 h 106875"/>
                <a:gd name="connsiteX50" fmla="*/ 130352 w 371068"/>
                <a:gd name="connsiteY50" fmla="*/ 39844 h 106875"/>
                <a:gd name="connsiteX51" fmla="*/ 124544 w 371068"/>
                <a:gd name="connsiteY51" fmla="*/ 39023 h 106875"/>
                <a:gd name="connsiteX52" fmla="*/ 124544 w 371068"/>
                <a:gd name="connsiteY52" fmla="*/ 52031 h 106875"/>
                <a:gd name="connsiteX53" fmla="*/ 149622 w 371068"/>
                <a:gd name="connsiteY53" fmla="*/ 52031 h 106875"/>
                <a:gd name="connsiteX54" fmla="*/ 226485 w 371068"/>
                <a:gd name="connsiteY54" fmla="*/ 35977 h 106875"/>
                <a:gd name="connsiteX55" fmla="*/ 236979 w 371068"/>
                <a:gd name="connsiteY55" fmla="*/ 37786 h 106875"/>
                <a:gd name="connsiteX56" fmla="*/ 245117 w 371068"/>
                <a:gd name="connsiteY56" fmla="*/ 42891 h 106875"/>
                <a:gd name="connsiteX57" fmla="*/ 250391 w 371068"/>
                <a:gd name="connsiteY57" fmla="*/ 50742 h 106875"/>
                <a:gd name="connsiteX58" fmla="*/ 252266 w 371068"/>
                <a:gd name="connsiteY58" fmla="*/ 60820 h 106875"/>
                <a:gd name="connsiteX59" fmla="*/ 250274 w 371068"/>
                <a:gd name="connsiteY59" fmla="*/ 70898 h 106875"/>
                <a:gd name="connsiteX60" fmla="*/ 244883 w 371068"/>
                <a:gd name="connsiteY60" fmla="*/ 78867 h 106875"/>
                <a:gd name="connsiteX61" fmla="*/ 236745 w 371068"/>
                <a:gd name="connsiteY61" fmla="*/ 84023 h 106875"/>
                <a:gd name="connsiteX62" fmla="*/ 226485 w 371068"/>
                <a:gd name="connsiteY62" fmla="*/ 85898 h 106875"/>
                <a:gd name="connsiteX63" fmla="*/ 216120 w 371068"/>
                <a:gd name="connsiteY63" fmla="*/ 84023 h 106875"/>
                <a:gd name="connsiteX64" fmla="*/ 207969 w 371068"/>
                <a:gd name="connsiteY64" fmla="*/ 78867 h 106875"/>
                <a:gd name="connsiteX65" fmla="*/ 202644 w 371068"/>
                <a:gd name="connsiteY65" fmla="*/ 70898 h 106875"/>
                <a:gd name="connsiteX66" fmla="*/ 200703 w 371068"/>
                <a:gd name="connsiteY66" fmla="*/ 60820 h 106875"/>
                <a:gd name="connsiteX67" fmla="*/ 202578 w 371068"/>
                <a:gd name="connsiteY67" fmla="*/ 50742 h 106875"/>
                <a:gd name="connsiteX68" fmla="*/ 207852 w 371068"/>
                <a:gd name="connsiteY68" fmla="*/ 42891 h 106875"/>
                <a:gd name="connsiteX69" fmla="*/ 216003 w 371068"/>
                <a:gd name="connsiteY69" fmla="*/ 37786 h 106875"/>
                <a:gd name="connsiteX70" fmla="*/ 226485 w 371068"/>
                <a:gd name="connsiteY70" fmla="*/ 35977 h 106875"/>
                <a:gd name="connsiteX71" fmla="*/ 340248 w 371068"/>
                <a:gd name="connsiteY71" fmla="*/ 28828 h 106875"/>
                <a:gd name="connsiteX72" fmla="*/ 341185 w 371068"/>
                <a:gd name="connsiteY72" fmla="*/ 35508 h 106875"/>
                <a:gd name="connsiteX73" fmla="*/ 341537 w 371068"/>
                <a:gd name="connsiteY73" fmla="*/ 42891 h 106875"/>
                <a:gd name="connsiteX74" fmla="*/ 341250 w 371068"/>
                <a:gd name="connsiteY74" fmla="*/ 49922 h 106875"/>
                <a:gd name="connsiteX75" fmla="*/ 340482 w 371068"/>
                <a:gd name="connsiteY75" fmla="*/ 56133 h 106875"/>
                <a:gd name="connsiteX76" fmla="*/ 361810 w 371068"/>
                <a:gd name="connsiteY76" fmla="*/ 56133 h 106875"/>
                <a:gd name="connsiteX77" fmla="*/ 361810 w 371068"/>
                <a:gd name="connsiteY77" fmla="*/ 28828 h 106875"/>
                <a:gd name="connsiteX78" fmla="*/ 33164 w 371068"/>
                <a:gd name="connsiteY78" fmla="*/ 27305 h 106875"/>
                <a:gd name="connsiteX79" fmla="*/ 22097 w 371068"/>
                <a:gd name="connsiteY79" fmla="*/ 29180 h 106875"/>
                <a:gd name="connsiteX80" fmla="*/ 18047 w 371068"/>
                <a:gd name="connsiteY80" fmla="*/ 34219 h 106875"/>
                <a:gd name="connsiteX81" fmla="*/ 22097 w 371068"/>
                <a:gd name="connsiteY81" fmla="*/ 38841 h 106875"/>
                <a:gd name="connsiteX82" fmla="*/ 33164 w 371068"/>
                <a:gd name="connsiteY82" fmla="*/ 40664 h 106875"/>
                <a:gd name="connsiteX83" fmla="*/ 44128 w 371068"/>
                <a:gd name="connsiteY83" fmla="*/ 38841 h 106875"/>
                <a:gd name="connsiteX84" fmla="*/ 48164 w 371068"/>
                <a:gd name="connsiteY84" fmla="*/ 34219 h 106875"/>
                <a:gd name="connsiteX85" fmla="*/ 44128 w 371068"/>
                <a:gd name="connsiteY85" fmla="*/ 29180 h 106875"/>
                <a:gd name="connsiteX86" fmla="*/ 33164 w 371068"/>
                <a:gd name="connsiteY86" fmla="*/ 27305 h 106875"/>
                <a:gd name="connsiteX87" fmla="*/ 33164 w 371068"/>
                <a:gd name="connsiteY87" fmla="*/ 21094 h 106875"/>
                <a:gd name="connsiteX88" fmla="*/ 50859 w 371068"/>
                <a:gd name="connsiteY88" fmla="*/ 24661 h 106875"/>
                <a:gd name="connsiteX89" fmla="*/ 57656 w 371068"/>
                <a:gd name="connsiteY89" fmla="*/ 33984 h 106875"/>
                <a:gd name="connsiteX90" fmla="*/ 52214 w 371068"/>
                <a:gd name="connsiteY90" fmla="*/ 42187 h 106875"/>
                <a:gd name="connsiteX91" fmla="*/ 38203 w 371068"/>
                <a:gd name="connsiteY91" fmla="*/ 46172 h 106875"/>
                <a:gd name="connsiteX92" fmla="*/ 38203 w 371068"/>
                <a:gd name="connsiteY92" fmla="*/ 53320 h 106875"/>
                <a:gd name="connsiteX93" fmla="*/ 45300 w 371068"/>
                <a:gd name="connsiteY93" fmla="*/ 53086 h 106875"/>
                <a:gd name="connsiteX94" fmla="*/ 53789 w 371068"/>
                <a:gd name="connsiteY94" fmla="*/ 52500 h 106875"/>
                <a:gd name="connsiteX95" fmla="*/ 62175 w 371068"/>
                <a:gd name="connsiteY95" fmla="*/ 51732 h 106875"/>
                <a:gd name="connsiteX96" fmla="*/ 69141 w 371068"/>
                <a:gd name="connsiteY96" fmla="*/ 50859 h 106875"/>
                <a:gd name="connsiteX97" fmla="*/ 69141 w 371068"/>
                <a:gd name="connsiteY97" fmla="*/ 57422 h 106875"/>
                <a:gd name="connsiteX98" fmla="*/ 50690 w 371068"/>
                <a:gd name="connsiteY98" fmla="*/ 59414 h 106875"/>
                <a:gd name="connsiteX99" fmla="*/ 28125 w 371068"/>
                <a:gd name="connsiteY99" fmla="*/ 60234 h 106875"/>
                <a:gd name="connsiteX100" fmla="*/ 0 w 371068"/>
                <a:gd name="connsiteY100" fmla="*/ 60234 h 106875"/>
                <a:gd name="connsiteX101" fmla="*/ 0 w 371068"/>
                <a:gd name="connsiteY101" fmla="*/ 53555 h 106875"/>
                <a:gd name="connsiteX102" fmla="*/ 28477 w 371068"/>
                <a:gd name="connsiteY102" fmla="*/ 53555 h 106875"/>
                <a:gd name="connsiteX103" fmla="*/ 28477 w 371068"/>
                <a:gd name="connsiteY103" fmla="*/ 46172 h 106875"/>
                <a:gd name="connsiteX104" fmla="*/ 14180 w 371068"/>
                <a:gd name="connsiteY104" fmla="*/ 42240 h 106875"/>
                <a:gd name="connsiteX105" fmla="*/ 8672 w 371068"/>
                <a:gd name="connsiteY105" fmla="*/ 34102 h 106875"/>
                <a:gd name="connsiteX106" fmla="*/ 15469 w 371068"/>
                <a:gd name="connsiteY106" fmla="*/ 24727 h 106875"/>
                <a:gd name="connsiteX107" fmla="*/ 33164 w 371068"/>
                <a:gd name="connsiteY107" fmla="*/ 21094 h 106875"/>
                <a:gd name="connsiteX108" fmla="*/ 196836 w 371068"/>
                <a:gd name="connsiteY108" fmla="*/ 19687 h 106875"/>
                <a:gd name="connsiteX109" fmla="*/ 255899 w 371068"/>
                <a:gd name="connsiteY109" fmla="*/ 19687 h 106875"/>
                <a:gd name="connsiteX110" fmla="*/ 255899 w 371068"/>
                <a:gd name="connsiteY110" fmla="*/ 27656 h 106875"/>
                <a:gd name="connsiteX111" fmla="*/ 196836 w 371068"/>
                <a:gd name="connsiteY111" fmla="*/ 27656 h 106875"/>
                <a:gd name="connsiteX112" fmla="*/ 315873 w 371068"/>
                <a:gd name="connsiteY112" fmla="*/ 11719 h 106875"/>
                <a:gd name="connsiteX113" fmla="*/ 308373 w 371068"/>
                <a:gd name="connsiteY113" fmla="*/ 14297 h 106875"/>
                <a:gd name="connsiteX114" fmla="*/ 303217 w 371068"/>
                <a:gd name="connsiteY114" fmla="*/ 21211 h 106875"/>
                <a:gd name="connsiteX115" fmla="*/ 300170 w 371068"/>
                <a:gd name="connsiteY115" fmla="*/ 31172 h 106875"/>
                <a:gd name="connsiteX116" fmla="*/ 299232 w 371068"/>
                <a:gd name="connsiteY116" fmla="*/ 42891 h 106875"/>
                <a:gd name="connsiteX117" fmla="*/ 300235 w 371068"/>
                <a:gd name="connsiteY117" fmla="*/ 54896 h 106875"/>
                <a:gd name="connsiteX118" fmla="*/ 303217 w 371068"/>
                <a:gd name="connsiteY118" fmla="*/ 64805 h 106875"/>
                <a:gd name="connsiteX119" fmla="*/ 308438 w 371068"/>
                <a:gd name="connsiteY119" fmla="*/ 71602 h 106875"/>
                <a:gd name="connsiteX120" fmla="*/ 315873 w 371068"/>
                <a:gd name="connsiteY120" fmla="*/ 74062 h 106875"/>
                <a:gd name="connsiteX121" fmla="*/ 323138 w 371068"/>
                <a:gd name="connsiteY121" fmla="*/ 71602 h 106875"/>
                <a:gd name="connsiteX122" fmla="*/ 328295 w 371068"/>
                <a:gd name="connsiteY122" fmla="*/ 64805 h 106875"/>
                <a:gd name="connsiteX123" fmla="*/ 331290 w 371068"/>
                <a:gd name="connsiteY123" fmla="*/ 54896 h 106875"/>
                <a:gd name="connsiteX124" fmla="*/ 332279 w 371068"/>
                <a:gd name="connsiteY124" fmla="*/ 42891 h 106875"/>
                <a:gd name="connsiteX125" fmla="*/ 331290 w 371068"/>
                <a:gd name="connsiteY125" fmla="*/ 31055 h 106875"/>
                <a:gd name="connsiteX126" fmla="*/ 328295 w 371068"/>
                <a:gd name="connsiteY126" fmla="*/ 21094 h 106875"/>
                <a:gd name="connsiteX127" fmla="*/ 323204 w 371068"/>
                <a:gd name="connsiteY127" fmla="*/ 14297 h 106875"/>
                <a:gd name="connsiteX128" fmla="*/ 315873 w 371068"/>
                <a:gd name="connsiteY128" fmla="*/ 11719 h 106875"/>
                <a:gd name="connsiteX129" fmla="*/ 4688 w 371068"/>
                <a:gd name="connsiteY129" fmla="*/ 11016 h 106875"/>
                <a:gd name="connsiteX130" fmla="*/ 61875 w 371068"/>
                <a:gd name="connsiteY130" fmla="*/ 11016 h 106875"/>
                <a:gd name="connsiteX131" fmla="*/ 61875 w 371068"/>
                <a:gd name="connsiteY131" fmla="*/ 17578 h 106875"/>
                <a:gd name="connsiteX132" fmla="*/ 4688 w 371068"/>
                <a:gd name="connsiteY132" fmla="*/ 17578 h 106875"/>
                <a:gd name="connsiteX133" fmla="*/ 136849 w 371068"/>
                <a:gd name="connsiteY133" fmla="*/ 7266 h 106875"/>
                <a:gd name="connsiteX134" fmla="*/ 117279 w 371068"/>
                <a:gd name="connsiteY134" fmla="*/ 10781 h 106875"/>
                <a:gd name="connsiteX135" fmla="*/ 110365 w 371068"/>
                <a:gd name="connsiteY135" fmla="*/ 19922 h 106875"/>
                <a:gd name="connsiteX136" fmla="*/ 117630 w 371068"/>
                <a:gd name="connsiteY136" fmla="*/ 29062 h 106875"/>
                <a:gd name="connsiteX137" fmla="*/ 136849 w 371068"/>
                <a:gd name="connsiteY137" fmla="*/ 32695 h 106875"/>
                <a:gd name="connsiteX138" fmla="*/ 155951 w 371068"/>
                <a:gd name="connsiteY138" fmla="*/ 29232 h 106875"/>
                <a:gd name="connsiteX139" fmla="*/ 163451 w 371068"/>
                <a:gd name="connsiteY139" fmla="*/ 20156 h 106875"/>
                <a:gd name="connsiteX140" fmla="*/ 156302 w 371068"/>
                <a:gd name="connsiteY140" fmla="*/ 10898 h 106875"/>
                <a:gd name="connsiteX141" fmla="*/ 136849 w 371068"/>
                <a:gd name="connsiteY141" fmla="*/ 7266 h 106875"/>
                <a:gd name="connsiteX142" fmla="*/ 211250 w 371068"/>
                <a:gd name="connsiteY142" fmla="*/ 2812 h 106875"/>
                <a:gd name="connsiteX143" fmla="*/ 241719 w 371068"/>
                <a:gd name="connsiteY143" fmla="*/ 2812 h 106875"/>
                <a:gd name="connsiteX144" fmla="*/ 241719 w 371068"/>
                <a:gd name="connsiteY144" fmla="*/ 10547 h 106875"/>
                <a:gd name="connsiteX145" fmla="*/ 211250 w 371068"/>
                <a:gd name="connsiteY145" fmla="*/ 10664 h 106875"/>
                <a:gd name="connsiteX146" fmla="*/ 267617 w 371068"/>
                <a:gd name="connsiteY146" fmla="*/ 937 h 106875"/>
                <a:gd name="connsiteX147" fmla="*/ 276758 w 371068"/>
                <a:gd name="connsiteY147" fmla="*/ 937 h 106875"/>
                <a:gd name="connsiteX148" fmla="*/ 276758 w 371068"/>
                <a:gd name="connsiteY148" fmla="*/ 43125 h 106875"/>
                <a:gd name="connsiteX149" fmla="*/ 290117 w 371068"/>
                <a:gd name="connsiteY149" fmla="*/ 43125 h 106875"/>
                <a:gd name="connsiteX150" fmla="*/ 290092 w 371068"/>
                <a:gd name="connsiteY150" fmla="*/ 42891 h 106875"/>
                <a:gd name="connsiteX151" fmla="*/ 292084 w 371068"/>
                <a:gd name="connsiteY151" fmla="*/ 25195 h 106875"/>
                <a:gd name="connsiteX152" fmla="*/ 297474 w 371068"/>
                <a:gd name="connsiteY152" fmla="*/ 12891 h 106875"/>
                <a:gd name="connsiteX153" fmla="*/ 305677 w 371068"/>
                <a:gd name="connsiteY153" fmla="*/ 5742 h 106875"/>
                <a:gd name="connsiteX154" fmla="*/ 315873 w 371068"/>
                <a:gd name="connsiteY154" fmla="*/ 3398 h 106875"/>
                <a:gd name="connsiteX155" fmla="*/ 328764 w 371068"/>
                <a:gd name="connsiteY155" fmla="*/ 7734 h 106875"/>
                <a:gd name="connsiteX156" fmla="*/ 338021 w 371068"/>
                <a:gd name="connsiteY156" fmla="*/ 20859 h 106875"/>
                <a:gd name="connsiteX157" fmla="*/ 361810 w 371068"/>
                <a:gd name="connsiteY157" fmla="*/ 20859 h 106875"/>
                <a:gd name="connsiteX158" fmla="*/ 361810 w 371068"/>
                <a:gd name="connsiteY158" fmla="*/ 937 h 106875"/>
                <a:gd name="connsiteX159" fmla="*/ 371068 w 371068"/>
                <a:gd name="connsiteY159" fmla="*/ 937 h 106875"/>
                <a:gd name="connsiteX160" fmla="*/ 371068 w 371068"/>
                <a:gd name="connsiteY160" fmla="*/ 105000 h 106875"/>
                <a:gd name="connsiteX161" fmla="*/ 361810 w 371068"/>
                <a:gd name="connsiteY161" fmla="*/ 105000 h 106875"/>
                <a:gd name="connsiteX162" fmla="*/ 361810 w 371068"/>
                <a:gd name="connsiteY162" fmla="*/ 64219 h 106875"/>
                <a:gd name="connsiteX163" fmla="*/ 338255 w 371068"/>
                <a:gd name="connsiteY163" fmla="*/ 64219 h 106875"/>
                <a:gd name="connsiteX164" fmla="*/ 328998 w 371068"/>
                <a:gd name="connsiteY164" fmla="*/ 77865 h 106875"/>
                <a:gd name="connsiteX165" fmla="*/ 315873 w 371068"/>
                <a:gd name="connsiteY165" fmla="*/ 82383 h 106875"/>
                <a:gd name="connsiteX166" fmla="*/ 305795 w 371068"/>
                <a:gd name="connsiteY166" fmla="*/ 80039 h 106875"/>
                <a:gd name="connsiteX167" fmla="*/ 297591 w 371068"/>
                <a:gd name="connsiteY167" fmla="*/ 72773 h 106875"/>
                <a:gd name="connsiteX168" fmla="*/ 292084 w 371068"/>
                <a:gd name="connsiteY168" fmla="*/ 60404 h 106875"/>
                <a:gd name="connsiteX169" fmla="*/ 291094 w 371068"/>
                <a:gd name="connsiteY169" fmla="*/ 51680 h 106875"/>
                <a:gd name="connsiteX170" fmla="*/ 276758 w 371068"/>
                <a:gd name="connsiteY170" fmla="*/ 51680 h 106875"/>
                <a:gd name="connsiteX171" fmla="*/ 276758 w 371068"/>
                <a:gd name="connsiteY171" fmla="*/ 104883 h 106875"/>
                <a:gd name="connsiteX172" fmla="*/ 267617 w 371068"/>
                <a:gd name="connsiteY172" fmla="*/ 104883 h 106875"/>
                <a:gd name="connsiteX173" fmla="*/ 73242 w 371068"/>
                <a:gd name="connsiteY173" fmla="*/ 937 h 106875"/>
                <a:gd name="connsiteX174" fmla="*/ 82266 w 371068"/>
                <a:gd name="connsiteY174" fmla="*/ 937 h 106875"/>
                <a:gd name="connsiteX175" fmla="*/ 82266 w 371068"/>
                <a:gd name="connsiteY175" fmla="*/ 26367 h 106875"/>
                <a:gd name="connsiteX176" fmla="*/ 96797 w 371068"/>
                <a:gd name="connsiteY176" fmla="*/ 26367 h 106875"/>
                <a:gd name="connsiteX177" fmla="*/ 96797 w 371068"/>
                <a:gd name="connsiteY177" fmla="*/ 34336 h 106875"/>
                <a:gd name="connsiteX178" fmla="*/ 82266 w 371068"/>
                <a:gd name="connsiteY178" fmla="*/ 34336 h 106875"/>
                <a:gd name="connsiteX179" fmla="*/ 82266 w 371068"/>
                <a:gd name="connsiteY179" fmla="*/ 62227 h 106875"/>
                <a:gd name="connsiteX180" fmla="*/ 73242 w 371068"/>
                <a:gd name="connsiteY180" fmla="*/ 62227 h 106875"/>
                <a:gd name="connsiteX181" fmla="*/ 136849 w 371068"/>
                <a:gd name="connsiteY181" fmla="*/ 234 h 106875"/>
                <a:gd name="connsiteX182" fmla="*/ 164388 w 371068"/>
                <a:gd name="connsiteY182" fmla="*/ 6146 h 106875"/>
                <a:gd name="connsiteX183" fmla="*/ 173412 w 371068"/>
                <a:gd name="connsiteY183" fmla="*/ 20273 h 106875"/>
                <a:gd name="connsiteX184" fmla="*/ 169727 w 371068"/>
                <a:gd name="connsiteY184" fmla="*/ 29648 h 106875"/>
                <a:gd name="connsiteX185" fmla="*/ 158646 w 371068"/>
                <a:gd name="connsiteY185" fmla="*/ 36797 h 106875"/>
                <a:gd name="connsiteX186" fmla="*/ 158646 w 371068"/>
                <a:gd name="connsiteY186" fmla="*/ 52031 h 106875"/>
                <a:gd name="connsiteX187" fmla="*/ 184427 w 371068"/>
                <a:gd name="connsiteY187" fmla="*/ 52031 h 106875"/>
                <a:gd name="connsiteX188" fmla="*/ 184427 w 371068"/>
                <a:gd name="connsiteY188" fmla="*/ 60000 h 106875"/>
                <a:gd name="connsiteX189" fmla="*/ 89271 w 371068"/>
                <a:gd name="connsiteY189" fmla="*/ 60000 h 106875"/>
                <a:gd name="connsiteX190" fmla="*/ 89271 w 371068"/>
                <a:gd name="connsiteY190" fmla="*/ 52031 h 106875"/>
                <a:gd name="connsiteX191" fmla="*/ 115404 w 371068"/>
                <a:gd name="connsiteY191" fmla="*/ 52031 h 106875"/>
                <a:gd name="connsiteX192" fmla="*/ 115404 w 371068"/>
                <a:gd name="connsiteY192" fmla="*/ 36797 h 106875"/>
                <a:gd name="connsiteX193" fmla="*/ 104219 w 371068"/>
                <a:gd name="connsiteY193" fmla="*/ 29583 h 106875"/>
                <a:gd name="connsiteX194" fmla="*/ 100521 w 371068"/>
                <a:gd name="connsiteY194" fmla="*/ 20039 h 106875"/>
                <a:gd name="connsiteX195" fmla="*/ 109661 w 371068"/>
                <a:gd name="connsiteY195" fmla="*/ 6094 h 106875"/>
                <a:gd name="connsiteX196" fmla="*/ 136849 w 371068"/>
                <a:gd name="connsiteY196" fmla="*/ 234 h 106875"/>
                <a:gd name="connsiteX197" fmla="*/ 18867 w 371068"/>
                <a:gd name="connsiteY197" fmla="*/ 0 h 106875"/>
                <a:gd name="connsiteX198" fmla="*/ 47812 w 371068"/>
                <a:gd name="connsiteY198" fmla="*/ 0 h 106875"/>
                <a:gd name="connsiteX199" fmla="*/ 47812 w 371068"/>
                <a:gd name="connsiteY199" fmla="*/ 6445 h 106875"/>
                <a:gd name="connsiteX200" fmla="*/ 18867 w 371068"/>
                <a:gd name="connsiteY200" fmla="*/ 6445 h 10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</a:cxnLst>
              <a:rect l="l" t="t" r="r" b="b"/>
              <a:pathLst>
                <a:path w="371068" h="106875">
                  <a:moveTo>
                    <a:pt x="136966" y="75234"/>
                  </a:moveTo>
                  <a:cubicBezTo>
                    <a:pt x="128373" y="75234"/>
                    <a:pt x="121719" y="76328"/>
                    <a:pt x="116992" y="78516"/>
                  </a:cubicBezTo>
                  <a:cubicBezTo>
                    <a:pt x="112266" y="80703"/>
                    <a:pt x="109896" y="83711"/>
                    <a:pt x="109896" y="87539"/>
                  </a:cubicBezTo>
                  <a:cubicBezTo>
                    <a:pt x="109896" y="91367"/>
                    <a:pt x="112266" y="94349"/>
                    <a:pt x="116992" y="96497"/>
                  </a:cubicBezTo>
                  <a:cubicBezTo>
                    <a:pt x="121719" y="98646"/>
                    <a:pt x="128373" y="99727"/>
                    <a:pt x="136966" y="99727"/>
                  </a:cubicBezTo>
                  <a:cubicBezTo>
                    <a:pt x="145170" y="99727"/>
                    <a:pt x="151680" y="98646"/>
                    <a:pt x="156485" y="96497"/>
                  </a:cubicBezTo>
                  <a:cubicBezTo>
                    <a:pt x="161289" y="94349"/>
                    <a:pt x="163685" y="91406"/>
                    <a:pt x="163685" y="87656"/>
                  </a:cubicBezTo>
                  <a:cubicBezTo>
                    <a:pt x="163685" y="83750"/>
                    <a:pt x="161302" y="80703"/>
                    <a:pt x="156537" y="78516"/>
                  </a:cubicBezTo>
                  <a:cubicBezTo>
                    <a:pt x="151771" y="76328"/>
                    <a:pt x="145247" y="75234"/>
                    <a:pt x="136966" y="75234"/>
                  </a:cubicBezTo>
                  <a:close/>
                  <a:moveTo>
                    <a:pt x="136966" y="68320"/>
                  </a:moveTo>
                  <a:cubicBezTo>
                    <a:pt x="149388" y="68320"/>
                    <a:pt x="158672" y="70156"/>
                    <a:pt x="164805" y="73828"/>
                  </a:cubicBezTo>
                  <a:cubicBezTo>
                    <a:pt x="170938" y="77500"/>
                    <a:pt x="173998" y="82109"/>
                    <a:pt x="173998" y="87656"/>
                  </a:cubicBezTo>
                  <a:cubicBezTo>
                    <a:pt x="173998" y="93125"/>
                    <a:pt x="170951" y="97695"/>
                    <a:pt x="164857" y="101367"/>
                  </a:cubicBezTo>
                  <a:cubicBezTo>
                    <a:pt x="158763" y="105039"/>
                    <a:pt x="149466" y="106875"/>
                    <a:pt x="136966" y="106875"/>
                  </a:cubicBezTo>
                  <a:cubicBezTo>
                    <a:pt x="124466" y="106875"/>
                    <a:pt x="115130" y="105039"/>
                    <a:pt x="108959" y="101367"/>
                  </a:cubicBezTo>
                  <a:cubicBezTo>
                    <a:pt x="102787" y="97695"/>
                    <a:pt x="99701" y="93086"/>
                    <a:pt x="99701" y="87539"/>
                  </a:cubicBezTo>
                  <a:cubicBezTo>
                    <a:pt x="99701" y="81914"/>
                    <a:pt x="102813" y="77305"/>
                    <a:pt x="109024" y="73711"/>
                  </a:cubicBezTo>
                  <a:cubicBezTo>
                    <a:pt x="115235" y="70117"/>
                    <a:pt x="124544" y="68320"/>
                    <a:pt x="136966" y="68320"/>
                  </a:cubicBezTo>
                  <a:close/>
                  <a:moveTo>
                    <a:pt x="16172" y="67266"/>
                  </a:moveTo>
                  <a:lnTo>
                    <a:pt x="79922" y="67266"/>
                  </a:lnTo>
                  <a:cubicBezTo>
                    <a:pt x="80860" y="67266"/>
                    <a:pt x="81511" y="67435"/>
                    <a:pt x="81862" y="67787"/>
                  </a:cubicBezTo>
                  <a:cubicBezTo>
                    <a:pt x="82214" y="68138"/>
                    <a:pt x="82383" y="68789"/>
                    <a:pt x="82383" y="69727"/>
                  </a:cubicBezTo>
                  <a:lnTo>
                    <a:pt x="82383" y="86016"/>
                  </a:lnTo>
                  <a:cubicBezTo>
                    <a:pt x="82383" y="86953"/>
                    <a:pt x="82214" y="87591"/>
                    <a:pt x="81862" y="87943"/>
                  </a:cubicBezTo>
                  <a:cubicBezTo>
                    <a:pt x="81511" y="88294"/>
                    <a:pt x="80860" y="88476"/>
                    <a:pt x="79922" y="88476"/>
                  </a:cubicBezTo>
                  <a:lnTo>
                    <a:pt x="26016" y="88476"/>
                  </a:lnTo>
                  <a:lnTo>
                    <a:pt x="26016" y="96914"/>
                  </a:lnTo>
                  <a:lnTo>
                    <a:pt x="84961" y="96914"/>
                  </a:lnTo>
                  <a:lnTo>
                    <a:pt x="84961" y="103828"/>
                  </a:lnTo>
                  <a:lnTo>
                    <a:pt x="18633" y="103828"/>
                  </a:lnTo>
                  <a:cubicBezTo>
                    <a:pt x="17695" y="103828"/>
                    <a:pt x="17057" y="103646"/>
                    <a:pt x="16706" y="103294"/>
                  </a:cubicBezTo>
                  <a:cubicBezTo>
                    <a:pt x="16354" y="102943"/>
                    <a:pt x="16172" y="102305"/>
                    <a:pt x="16172" y="101367"/>
                  </a:cubicBezTo>
                  <a:lnTo>
                    <a:pt x="16172" y="84375"/>
                  </a:lnTo>
                  <a:cubicBezTo>
                    <a:pt x="16172" y="83437"/>
                    <a:pt x="16354" y="82786"/>
                    <a:pt x="16706" y="82435"/>
                  </a:cubicBezTo>
                  <a:cubicBezTo>
                    <a:pt x="17057" y="82083"/>
                    <a:pt x="17695" y="81914"/>
                    <a:pt x="18633" y="81914"/>
                  </a:cubicBezTo>
                  <a:lnTo>
                    <a:pt x="72539" y="81914"/>
                  </a:lnTo>
                  <a:lnTo>
                    <a:pt x="72539" y="74297"/>
                  </a:lnTo>
                  <a:lnTo>
                    <a:pt x="16172" y="74297"/>
                  </a:lnTo>
                  <a:close/>
                  <a:moveTo>
                    <a:pt x="226485" y="43945"/>
                  </a:moveTo>
                  <a:cubicBezTo>
                    <a:pt x="221328" y="43945"/>
                    <a:pt x="217331" y="45508"/>
                    <a:pt x="214479" y="48633"/>
                  </a:cubicBezTo>
                  <a:cubicBezTo>
                    <a:pt x="211628" y="51758"/>
                    <a:pt x="210195" y="55820"/>
                    <a:pt x="210195" y="60820"/>
                  </a:cubicBezTo>
                  <a:cubicBezTo>
                    <a:pt x="210195" y="65742"/>
                    <a:pt x="211628" y="69805"/>
                    <a:pt x="214479" y="73008"/>
                  </a:cubicBezTo>
                  <a:cubicBezTo>
                    <a:pt x="217331" y="76211"/>
                    <a:pt x="221328" y="77812"/>
                    <a:pt x="226485" y="77812"/>
                  </a:cubicBezTo>
                  <a:cubicBezTo>
                    <a:pt x="231563" y="77812"/>
                    <a:pt x="235547" y="76211"/>
                    <a:pt x="238438" y="73008"/>
                  </a:cubicBezTo>
                  <a:cubicBezTo>
                    <a:pt x="241328" y="69805"/>
                    <a:pt x="242774" y="65742"/>
                    <a:pt x="242774" y="60820"/>
                  </a:cubicBezTo>
                  <a:cubicBezTo>
                    <a:pt x="242774" y="55820"/>
                    <a:pt x="241328" y="51758"/>
                    <a:pt x="238438" y="48633"/>
                  </a:cubicBezTo>
                  <a:cubicBezTo>
                    <a:pt x="235547" y="45508"/>
                    <a:pt x="231563" y="43945"/>
                    <a:pt x="226485" y="43945"/>
                  </a:cubicBezTo>
                  <a:close/>
                  <a:moveTo>
                    <a:pt x="149622" y="38906"/>
                  </a:moveTo>
                  <a:cubicBezTo>
                    <a:pt x="147669" y="39375"/>
                    <a:pt x="145599" y="39687"/>
                    <a:pt x="143412" y="39844"/>
                  </a:cubicBezTo>
                  <a:cubicBezTo>
                    <a:pt x="141224" y="40000"/>
                    <a:pt x="139037" y="40078"/>
                    <a:pt x="136849" y="40078"/>
                  </a:cubicBezTo>
                  <a:cubicBezTo>
                    <a:pt x="134662" y="40078"/>
                    <a:pt x="132500" y="40000"/>
                    <a:pt x="130352" y="39844"/>
                  </a:cubicBezTo>
                  <a:cubicBezTo>
                    <a:pt x="128203" y="39687"/>
                    <a:pt x="126263" y="39414"/>
                    <a:pt x="124544" y="39023"/>
                  </a:cubicBezTo>
                  <a:lnTo>
                    <a:pt x="124544" y="52031"/>
                  </a:lnTo>
                  <a:lnTo>
                    <a:pt x="149622" y="52031"/>
                  </a:lnTo>
                  <a:close/>
                  <a:moveTo>
                    <a:pt x="226485" y="35977"/>
                  </a:moveTo>
                  <a:cubicBezTo>
                    <a:pt x="230313" y="35977"/>
                    <a:pt x="233815" y="36576"/>
                    <a:pt x="236979" y="37786"/>
                  </a:cubicBezTo>
                  <a:cubicBezTo>
                    <a:pt x="240144" y="38997"/>
                    <a:pt x="242852" y="40703"/>
                    <a:pt x="245117" y="42891"/>
                  </a:cubicBezTo>
                  <a:cubicBezTo>
                    <a:pt x="247383" y="45078"/>
                    <a:pt x="249141" y="47695"/>
                    <a:pt x="250391" y="50742"/>
                  </a:cubicBezTo>
                  <a:cubicBezTo>
                    <a:pt x="251641" y="53789"/>
                    <a:pt x="252266" y="57148"/>
                    <a:pt x="252266" y="60820"/>
                  </a:cubicBezTo>
                  <a:cubicBezTo>
                    <a:pt x="252266" y="64492"/>
                    <a:pt x="251602" y="67851"/>
                    <a:pt x="250274" y="70898"/>
                  </a:cubicBezTo>
                  <a:cubicBezTo>
                    <a:pt x="248946" y="73945"/>
                    <a:pt x="247149" y="76602"/>
                    <a:pt x="244883" y="78867"/>
                  </a:cubicBezTo>
                  <a:cubicBezTo>
                    <a:pt x="242618" y="81055"/>
                    <a:pt x="239909" y="82774"/>
                    <a:pt x="236745" y="84023"/>
                  </a:cubicBezTo>
                  <a:cubicBezTo>
                    <a:pt x="233581" y="85274"/>
                    <a:pt x="230157" y="85898"/>
                    <a:pt x="226485" y="85898"/>
                  </a:cubicBezTo>
                  <a:cubicBezTo>
                    <a:pt x="222735" y="85898"/>
                    <a:pt x="219284" y="85274"/>
                    <a:pt x="216120" y="84023"/>
                  </a:cubicBezTo>
                  <a:cubicBezTo>
                    <a:pt x="212956" y="82774"/>
                    <a:pt x="210235" y="81055"/>
                    <a:pt x="207969" y="78867"/>
                  </a:cubicBezTo>
                  <a:cubicBezTo>
                    <a:pt x="205703" y="76602"/>
                    <a:pt x="203933" y="73945"/>
                    <a:pt x="202644" y="70898"/>
                  </a:cubicBezTo>
                  <a:cubicBezTo>
                    <a:pt x="201355" y="67851"/>
                    <a:pt x="200703" y="64492"/>
                    <a:pt x="200703" y="60820"/>
                  </a:cubicBezTo>
                  <a:cubicBezTo>
                    <a:pt x="200703" y="57148"/>
                    <a:pt x="201328" y="53789"/>
                    <a:pt x="202578" y="50742"/>
                  </a:cubicBezTo>
                  <a:cubicBezTo>
                    <a:pt x="203829" y="47695"/>
                    <a:pt x="205586" y="45078"/>
                    <a:pt x="207852" y="42891"/>
                  </a:cubicBezTo>
                  <a:cubicBezTo>
                    <a:pt x="210118" y="40703"/>
                    <a:pt x="212839" y="38997"/>
                    <a:pt x="216003" y="37786"/>
                  </a:cubicBezTo>
                  <a:cubicBezTo>
                    <a:pt x="219167" y="36576"/>
                    <a:pt x="222656" y="35977"/>
                    <a:pt x="226485" y="35977"/>
                  </a:cubicBezTo>
                  <a:close/>
                  <a:moveTo>
                    <a:pt x="340248" y="28828"/>
                  </a:moveTo>
                  <a:cubicBezTo>
                    <a:pt x="340638" y="30938"/>
                    <a:pt x="340951" y="33164"/>
                    <a:pt x="341185" y="35508"/>
                  </a:cubicBezTo>
                  <a:cubicBezTo>
                    <a:pt x="341420" y="37852"/>
                    <a:pt x="341537" y="40313"/>
                    <a:pt x="341537" y="42891"/>
                  </a:cubicBezTo>
                  <a:cubicBezTo>
                    <a:pt x="341537" y="45391"/>
                    <a:pt x="341446" y="47734"/>
                    <a:pt x="341250" y="49922"/>
                  </a:cubicBezTo>
                  <a:cubicBezTo>
                    <a:pt x="341055" y="52109"/>
                    <a:pt x="340795" y="54180"/>
                    <a:pt x="340482" y="56133"/>
                  </a:cubicBezTo>
                  <a:lnTo>
                    <a:pt x="361810" y="56133"/>
                  </a:lnTo>
                  <a:lnTo>
                    <a:pt x="361810" y="28828"/>
                  </a:lnTo>
                  <a:close/>
                  <a:moveTo>
                    <a:pt x="33164" y="27305"/>
                  </a:moveTo>
                  <a:cubicBezTo>
                    <a:pt x="28477" y="27305"/>
                    <a:pt x="24792" y="27930"/>
                    <a:pt x="22097" y="29180"/>
                  </a:cubicBezTo>
                  <a:cubicBezTo>
                    <a:pt x="19401" y="30430"/>
                    <a:pt x="18047" y="32109"/>
                    <a:pt x="18047" y="34219"/>
                  </a:cubicBezTo>
                  <a:cubicBezTo>
                    <a:pt x="18047" y="36094"/>
                    <a:pt x="19401" y="37630"/>
                    <a:pt x="22097" y="38841"/>
                  </a:cubicBezTo>
                  <a:cubicBezTo>
                    <a:pt x="24792" y="40052"/>
                    <a:pt x="28477" y="40664"/>
                    <a:pt x="33164" y="40664"/>
                  </a:cubicBezTo>
                  <a:cubicBezTo>
                    <a:pt x="37773" y="40664"/>
                    <a:pt x="41432" y="40052"/>
                    <a:pt x="44128" y="38841"/>
                  </a:cubicBezTo>
                  <a:cubicBezTo>
                    <a:pt x="46823" y="37630"/>
                    <a:pt x="48164" y="36094"/>
                    <a:pt x="48164" y="34219"/>
                  </a:cubicBezTo>
                  <a:cubicBezTo>
                    <a:pt x="48164" y="32109"/>
                    <a:pt x="46823" y="30430"/>
                    <a:pt x="44128" y="29180"/>
                  </a:cubicBezTo>
                  <a:cubicBezTo>
                    <a:pt x="41432" y="27930"/>
                    <a:pt x="37773" y="27305"/>
                    <a:pt x="33164" y="27305"/>
                  </a:cubicBezTo>
                  <a:close/>
                  <a:moveTo>
                    <a:pt x="33164" y="21094"/>
                  </a:moveTo>
                  <a:cubicBezTo>
                    <a:pt x="40430" y="21094"/>
                    <a:pt x="46328" y="22279"/>
                    <a:pt x="50859" y="24661"/>
                  </a:cubicBezTo>
                  <a:cubicBezTo>
                    <a:pt x="55391" y="27044"/>
                    <a:pt x="57656" y="30156"/>
                    <a:pt x="57656" y="33984"/>
                  </a:cubicBezTo>
                  <a:cubicBezTo>
                    <a:pt x="57656" y="37266"/>
                    <a:pt x="55846" y="40000"/>
                    <a:pt x="52214" y="42187"/>
                  </a:cubicBezTo>
                  <a:cubicBezTo>
                    <a:pt x="48581" y="44375"/>
                    <a:pt x="43906" y="45703"/>
                    <a:pt x="38203" y="46172"/>
                  </a:cubicBezTo>
                  <a:lnTo>
                    <a:pt x="38203" y="53320"/>
                  </a:lnTo>
                  <a:cubicBezTo>
                    <a:pt x="40156" y="53320"/>
                    <a:pt x="42526" y="53242"/>
                    <a:pt x="45300" y="53086"/>
                  </a:cubicBezTo>
                  <a:cubicBezTo>
                    <a:pt x="48073" y="52930"/>
                    <a:pt x="50898" y="52734"/>
                    <a:pt x="53789" y="52500"/>
                  </a:cubicBezTo>
                  <a:cubicBezTo>
                    <a:pt x="56680" y="52266"/>
                    <a:pt x="59480" y="52005"/>
                    <a:pt x="62175" y="51732"/>
                  </a:cubicBezTo>
                  <a:cubicBezTo>
                    <a:pt x="64870" y="51458"/>
                    <a:pt x="67188" y="51172"/>
                    <a:pt x="69141" y="50859"/>
                  </a:cubicBezTo>
                  <a:lnTo>
                    <a:pt x="69141" y="57422"/>
                  </a:lnTo>
                  <a:cubicBezTo>
                    <a:pt x="64141" y="58203"/>
                    <a:pt x="57995" y="58867"/>
                    <a:pt x="50690" y="59414"/>
                  </a:cubicBezTo>
                  <a:cubicBezTo>
                    <a:pt x="43385" y="59961"/>
                    <a:pt x="35859" y="60234"/>
                    <a:pt x="28125" y="60234"/>
                  </a:cubicBezTo>
                  <a:lnTo>
                    <a:pt x="0" y="60234"/>
                  </a:lnTo>
                  <a:lnTo>
                    <a:pt x="0" y="53555"/>
                  </a:lnTo>
                  <a:lnTo>
                    <a:pt x="28477" y="53555"/>
                  </a:lnTo>
                  <a:lnTo>
                    <a:pt x="28477" y="46172"/>
                  </a:lnTo>
                  <a:cubicBezTo>
                    <a:pt x="22617" y="45703"/>
                    <a:pt x="17852" y="44388"/>
                    <a:pt x="14180" y="42240"/>
                  </a:cubicBezTo>
                  <a:cubicBezTo>
                    <a:pt x="10508" y="40091"/>
                    <a:pt x="8672" y="37383"/>
                    <a:pt x="8672" y="34102"/>
                  </a:cubicBezTo>
                  <a:cubicBezTo>
                    <a:pt x="8672" y="30273"/>
                    <a:pt x="10938" y="27148"/>
                    <a:pt x="15469" y="24727"/>
                  </a:cubicBezTo>
                  <a:cubicBezTo>
                    <a:pt x="20000" y="22305"/>
                    <a:pt x="25899" y="21094"/>
                    <a:pt x="33164" y="21094"/>
                  </a:cubicBezTo>
                  <a:close/>
                  <a:moveTo>
                    <a:pt x="196836" y="19687"/>
                  </a:moveTo>
                  <a:lnTo>
                    <a:pt x="255899" y="19687"/>
                  </a:lnTo>
                  <a:lnTo>
                    <a:pt x="255899" y="27656"/>
                  </a:lnTo>
                  <a:lnTo>
                    <a:pt x="196836" y="27656"/>
                  </a:lnTo>
                  <a:close/>
                  <a:moveTo>
                    <a:pt x="315873" y="11719"/>
                  </a:moveTo>
                  <a:cubicBezTo>
                    <a:pt x="312982" y="11719"/>
                    <a:pt x="310482" y="12578"/>
                    <a:pt x="308373" y="14297"/>
                  </a:cubicBezTo>
                  <a:cubicBezTo>
                    <a:pt x="306264" y="16016"/>
                    <a:pt x="304545" y="18320"/>
                    <a:pt x="303217" y="21211"/>
                  </a:cubicBezTo>
                  <a:cubicBezTo>
                    <a:pt x="301810" y="24102"/>
                    <a:pt x="300795" y="27422"/>
                    <a:pt x="300170" y="31172"/>
                  </a:cubicBezTo>
                  <a:cubicBezTo>
                    <a:pt x="299545" y="34922"/>
                    <a:pt x="299232" y="38828"/>
                    <a:pt x="299232" y="42891"/>
                  </a:cubicBezTo>
                  <a:cubicBezTo>
                    <a:pt x="299232" y="47109"/>
                    <a:pt x="299571" y="51107"/>
                    <a:pt x="300235" y="54896"/>
                  </a:cubicBezTo>
                  <a:cubicBezTo>
                    <a:pt x="300899" y="58685"/>
                    <a:pt x="301888" y="61992"/>
                    <a:pt x="303217" y="64805"/>
                  </a:cubicBezTo>
                  <a:cubicBezTo>
                    <a:pt x="304623" y="67695"/>
                    <a:pt x="306368" y="69961"/>
                    <a:pt x="308438" y="71602"/>
                  </a:cubicBezTo>
                  <a:cubicBezTo>
                    <a:pt x="310508" y="73242"/>
                    <a:pt x="312982" y="74062"/>
                    <a:pt x="315873" y="74062"/>
                  </a:cubicBezTo>
                  <a:cubicBezTo>
                    <a:pt x="318685" y="74062"/>
                    <a:pt x="321107" y="73242"/>
                    <a:pt x="323138" y="71602"/>
                  </a:cubicBezTo>
                  <a:cubicBezTo>
                    <a:pt x="325170" y="69961"/>
                    <a:pt x="326888" y="67695"/>
                    <a:pt x="328295" y="64805"/>
                  </a:cubicBezTo>
                  <a:cubicBezTo>
                    <a:pt x="329623" y="61992"/>
                    <a:pt x="330625" y="58685"/>
                    <a:pt x="331290" y="54896"/>
                  </a:cubicBezTo>
                  <a:cubicBezTo>
                    <a:pt x="331954" y="51107"/>
                    <a:pt x="332279" y="47109"/>
                    <a:pt x="332279" y="42891"/>
                  </a:cubicBezTo>
                  <a:cubicBezTo>
                    <a:pt x="332279" y="38750"/>
                    <a:pt x="331954" y="34805"/>
                    <a:pt x="331290" y="31055"/>
                  </a:cubicBezTo>
                  <a:cubicBezTo>
                    <a:pt x="330625" y="27305"/>
                    <a:pt x="329623" y="23984"/>
                    <a:pt x="328295" y="21094"/>
                  </a:cubicBezTo>
                  <a:cubicBezTo>
                    <a:pt x="326967" y="18281"/>
                    <a:pt x="325274" y="16016"/>
                    <a:pt x="323204" y="14297"/>
                  </a:cubicBezTo>
                  <a:cubicBezTo>
                    <a:pt x="321133" y="12578"/>
                    <a:pt x="318685" y="11719"/>
                    <a:pt x="315873" y="11719"/>
                  </a:cubicBezTo>
                  <a:close/>
                  <a:moveTo>
                    <a:pt x="4688" y="11016"/>
                  </a:moveTo>
                  <a:lnTo>
                    <a:pt x="61875" y="11016"/>
                  </a:lnTo>
                  <a:lnTo>
                    <a:pt x="61875" y="17578"/>
                  </a:lnTo>
                  <a:lnTo>
                    <a:pt x="4688" y="17578"/>
                  </a:lnTo>
                  <a:close/>
                  <a:moveTo>
                    <a:pt x="136849" y="7266"/>
                  </a:moveTo>
                  <a:cubicBezTo>
                    <a:pt x="128412" y="7266"/>
                    <a:pt x="121888" y="8437"/>
                    <a:pt x="117279" y="10781"/>
                  </a:cubicBezTo>
                  <a:cubicBezTo>
                    <a:pt x="112670" y="13125"/>
                    <a:pt x="110365" y="16172"/>
                    <a:pt x="110365" y="19922"/>
                  </a:cubicBezTo>
                  <a:cubicBezTo>
                    <a:pt x="110365" y="23594"/>
                    <a:pt x="112787" y="26641"/>
                    <a:pt x="117630" y="29062"/>
                  </a:cubicBezTo>
                  <a:cubicBezTo>
                    <a:pt x="122474" y="31484"/>
                    <a:pt x="128880" y="32695"/>
                    <a:pt x="136849" y="32695"/>
                  </a:cubicBezTo>
                  <a:cubicBezTo>
                    <a:pt x="144583" y="32695"/>
                    <a:pt x="150951" y="31536"/>
                    <a:pt x="155951" y="29232"/>
                  </a:cubicBezTo>
                  <a:cubicBezTo>
                    <a:pt x="160951" y="26927"/>
                    <a:pt x="163451" y="23906"/>
                    <a:pt x="163451" y="20156"/>
                  </a:cubicBezTo>
                  <a:cubicBezTo>
                    <a:pt x="163451" y="16406"/>
                    <a:pt x="161068" y="13320"/>
                    <a:pt x="156302" y="10898"/>
                  </a:cubicBezTo>
                  <a:cubicBezTo>
                    <a:pt x="151537" y="8476"/>
                    <a:pt x="145052" y="7266"/>
                    <a:pt x="136849" y="7266"/>
                  </a:cubicBezTo>
                  <a:close/>
                  <a:moveTo>
                    <a:pt x="211250" y="2812"/>
                  </a:moveTo>
                  <a:lnTo>
                    <a:pt x="241719" y="2812"/>
                  </a:lnTo>
                  <a:lnTo>
                    <a:pt x="241719" y="10547"/>
                  </a:lnTo>
                  <a:lnTo>
                    <a:pt x="211250" y="10664"/>
                  </a:lnTo>
                  <a:close/>
                  <a:moveTo>
                    <a:pt x="267617" y="937"/>
                  </a:moveTo>
                  <a:lnTo>
                    <a:pt x="276758" y="937"/>
                  </a:lnTo>
                  <a:lnTo>
                    <a:pt x="276758" y="43125"/>
                  </a:lnTo>
                  <a:lnTo>
                    <a:pt x="290117" y="43125"/>
                  </a:lnTo>
                  <a:lnTo>
                    <a:pt x="290092" y="42891"/>
                  </a:lnTo>
                  <a:cubicBezTo>
                    <a:pt x="290092" y="36094"/>
                    <a:pt x="290756" y="30195"/>
                    <a:pt x="292084" y="25195"/>
                  </a:cubicBezTo>
                  <a:cubicBezTo>
                    <a:pt x="293412" y="20195"/>
                    <a:pt x="295208" y="16094"/>
                    <a:pt x="297474" y="12891"/>
                  </a:cubicBezTo>
                  <a:cubicBezTo>
                    <a:pt x="299818" y="9687"/>
                    <a:pt x="302553" y="7305"/>
                    <a:pt x="305677" y="5742"/>
                  </a:cubicBezTo>
                  <a:cubicBezTo>
                    <a:pt x="308802" y="4180"/>
                    <a:pt x="312201" y="3398"/>
                    <a:pt x="315873" y="3398"/>
                  </a:cubicBezTo>
                  <a:cubicBezTo>
                    <a:pt x="320560" y="3398"/>
                    <a:pt x="324857" y="4844"/>
                    <a:pt x="328764" y="7734"/>
                  </a:cubicBezTo>
                  <a:cubicBezTo>
                    <a:pt x="332670" y="10625"/>
                    <a:pt x="335756" y="15000"/>
                    <a:pt x="338021" y="20859"/>
                  </a:cubicBezTo>
                  <a:lnTo>
                    <a:pt x="361810" y="20859"/>
                  </a:lnTo>
                  <a:lnTo>
                    <a:pt x="361810" y="937"/>
                  </a:lnTo>
                  <a:lnTo>
                    <a:pt x="371068" y="937"/>
                  </a:lnTo>
                  <a:lnTo>
                    <a:pt x="371068" y="105000"/>
                  </a:lnTo>
                  <a:lnTo>
                    <a:pt x="361810" y="105000"/>
                  </a:lnTo>
                  <a:lnTo>
                    <a:pt x="361810" y="64219"/>
                  </a:lnTo>
                  <a:lnTo>
                    <a:pt x="338255" y="64219"/>
                  </a:lnTo>
                  <a:cubicBezTo>
                    <a:pt x="336068" y="70313"/>
                    <a:pt x="332982" y="74857"/>
                    <a:pt x="328998" y="77865"/>
                  </a:cubicBezTo>
                  <a:cubicBezTo>
                    <a:pt x="325013" y="80872"/>
                    <a:pt x="320638" y="82383"/>
                    <a:pt x="315873" y="82383"/>
                  </a:cubicBezTo>
                  <a:cubicBezTo>
                    <a:pt x="312279" y="82383"/>
                    <a:pt x="308920" y="81601"/>
                    <a:pt x="305795" y="80039"/>
                  </a:cubicBezTo>
                  <a:cubicBezTo>
                    <a:pt x="302670" y="78477"/>
                    <a:pt x="299935" y="76055"/>
                    <a:pt x="297591" y="72773"/>
                  </a:cubicBezTo>
                  <a:cubicBezTo>
                    <a:pt x="295248" y="69492"/>
                    <a:pt x="293412" y="65365"/>
                    <a:pt x="292084" y="60404"/>
                  </a:cubicBezTo>
                  <a:lnTo>
                    <a:pt x="291094" y="51680"/>
                  </a:lnTo>
                  <a:lnTo>
                    <a:pt x="276758" y="51680"/>
                  </a:lnTo>
                  <a:lnTo>
                    <a:pt x="276758" y="104883"/>
                  </a:lnTo>
                  <a:lnTo>
                    <a:pt x="267617" y="104883"/>
                  </a:lnTo>
                  <a:close/>
                  <a:moveTo>
                    <a:pt x="73242" y="937"/>
                  </a:moveTo>
                  <a:lnTo>
                    <a:pt x="82266" y="937"/>
                  </a:lnTo>
                  <a:lnTo>
                    <a:pt x="82266" y="26367"/>
                  </a:lnTo>
                  <a:lnTo>
                    <a:pt x="96797" y="26367"/>
                  </a:lnTo>
                  <a:lnTo>
                    <a:pt x="96797" y="34336"/>
                  </a:lnTo>
                  <a:lnTo>
                    <a:pt x="82266" y="34336"/>
                  </a:lnTo>
                  <a:lnTo>
                    <a:pt x="82266" y="62227"/>
                  </a:lnTo>
                  <a:lnTo>
                    <a:pt x="73242" y="62227"/>
                  </a:lnTo>
                  <a:close/>
                  <a:moveTo>
                    <a:pt x="136849" y="234"/>
                  </a:moveTo>
                  <a:cubicBezTo>
                    <a:pt x="149193" y="234"/>
                    <a:pt x="158373" y="2201"/>
                    <a:pt x="164388" y="6146"/>
                  </a:cubicBezTo>
                  <a:cubicBezTo>
                    <a:pt x="170404" y="10091"/>
                    <a:pt x="173412" y="14805"/>
                    <a:pt x="173412" y="20273"/>
                  </a:cubicBezTo>
                  <a:cubicBezTo>
                    <a:pt x="173412" y="23633"/>
                    <a:pt x="172188" y="26758"/>
                    <a:pt x="169727" y="29648"/>
                  </a:cubicBezTo>
                  <a:cubicBezTo>
                    <a:pt x="167266" y="32539"/>
                    <a:pt x="163568" y="34922"/>
                    <a:pt x="158646" y="36797"/>
                  </a:cubicBezTo>
                  <a:lnTo>
                    <a:pt x="158646" y="52031"/>
                  </a:lnTo>
                  <a:lnTo>
                    <a:pt x="184427" y="52031"/>
                  </a:lnTo>
                  <a:lnTo>
                    <a:pt x="184427" y="60000"/>
                  </a:lnTo>
                  <a:lnTo>
                    <a:pt x="89271" y="60000"/>
                  </a:lnTo>
                  <a:lnTo>
                    <a:pt x="89271" y="52031"/>
                  </a:lnTo>
                  <a:lnTo>
                    <a:pt x="115404" y="52031"/>
                  </a:lnTo>
                  <a:lnTo>
                    <a:pt x="115404" y="36797"/>
                  </a:lnTo>
                  <a:cubicBezTo>
                    <a:pt x="110404" y="34922"/>
                    <a:pt x="106680" y="32513"/>
                    <a:pt x="104219" y="29583"/>
                  </a:cubicBezTo>
                  <a:cubicBezTo>
                    <a:pt x="101758" y="26654"/>
                    <a:pt x="100521" y="23476"/>
                    <a:pt x="100521" y="20039"/>
                  </a:cubicBezTo>
                  <a:cubicBezTo>
                    <a:pt x="100521" y="14648"/>
                    <a:pt x="103568" y="10000"/>
                    <a:pt x="109661" y="6094"/>
                  </a:cubicBezTo>
                  <a:cubicBezTo>
                    <a:pt x="115755" y="2187"/>
                    <a:pt x="124818" y="234"/>
                    <a:pt x="136849" y="234"/>
                  </a:cubicBezTo>
                  <a:close/>
                  <a:moveTo>
                    <a:pt x="18867" y="0"/>
                  </a:moveTo>
                  <a:lnTo>
                    <a:pt x="47812" y="0"/>
                  </a:lnTo>
                  <a:lnTo>
                    <a:pt x="47812" y="6445"/>
                  </a:lnTo>
                  <a:lnTo>
                    <a:pt x="18867" y="6445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C557CA1B-398B-414F-BC17-E58255EE0F18}"/>
                </a:ext>
              </a:extLst>
            </p:cNvPr>
            <p:cNvSpPr txBox="1"/>
            <p:nvPr/>
          </p:nvSpPr>
          <p:spPr>
            <a:xfrm>
              <a:off x="5049775" y="1854198"/>
              <a:ext cx="599546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활용하여</a:t>
              </a:r>
            </a:p>
          </p:txBody>
        </p:sp>
        <p:sp>
          <p:nvSpPr>
            <p:cNvPr id="92" name="자유형: 도형 91">
              <a:extLst>
                <a:ext uri="{FF2B5EF4-FFF2-40B4-BE49-F238E27FC236}">
                  <a16:creationId xmlns:a16="http://schemas.microsoft.com/office/drawing/2014/main" id="{BDF607C8-3E80-454D-98C4-5D58FE898B1B}"/>
                </a:ext>
              </a:extLst>
            </p:cNvPr>
            <p:cNvSpPr/>
            <p:nvPr/>
          </p:nvSpPr>
          <p:spPr>
            <a:xfrm>
              <a:off x="5554262" y="1925582"/>
              <a:ext cx="95273" cy="100664"/>
            </a:xfrm>
            <a:custGeom>
              <a:avLst/>
              <a:gdLst>
                <a:gd name="connsiteX0" fmla="*/ 12891 w 95273"/>
                <a:gd name="connsiteY0" fmla="*/ 71602 h 100664"/>
                <a:gd name="connsiteX1" fmla="*/ 21914 w 95273"/>
                <a:gd name="connsiteY1" fmla="*/ 71602 h 100664"/>
                <a:gd name="connsiteX2" fmla="*/ 21914 w 95273"/>
                <a:gd name="connsiteY2" fmla="*/ 92695 h 100664"/>
                <a:gd name="connsiteX3" fmla="*/ 86250 w 95273"/>
                <a:gd name="connsiteY3" fmla="*/ 92695 h 100664"/>
                <a:gd name="connsiteX4" fmla="*/ 86250 w 95273"/>
                <a:gd name="connsiteY4" fmla="*/ 100664 h 100664"/>
                <a:gd name="connsiteX5" fmla="*/ 15351 w 95273"/>
                <a:gd name="connsiteY5" fmla="*/ 100664 h 100664"/>
                <a:gd name="connsiteX6" fmla="*/ 13425 w 95273"/>
                <a:gd name="connsiteY6" fmla="*/ 100130 h 100664"/>
                <a:gd name="connsiteX7" fmla="*/ 12891 w 95273"/>
                <a:gd name="connsiteY7" fmla="*/ 98203 h 100664"/>
                <a:gd name="connsiteX8" fmla="*/ 21445 w 95273"/>
                <a:gd name="connsiteY8" fmla="*/ 20391 h 100664"/>
                <a:gd name="connsiteX9" fmla="*/ 21445 w 95273"/>
                <a:gd name="connsiteY9" fmla="*/ 34336 h 100664"/>
                <a:gd name="connsiteX10" fmla="*/ 73711 w 95273"/>
                <a:gd name="connsiteY10" fmla="*/ 34336 h 100664"/>
                <a:gd name="connsiteX11" fmla="*/ 73711 w 95273"/>
                <a:gd name="connsiteY11" fmla="*/ 20391 h 100664"/>
                <a:gd name="connsiteX12" fmla="*/ 12656 w 95273"/>
                <a:gd name="connsiteY12" fmla="*/ 0 h 100664"/>
                <a:gd name="connsiteX13" fmla="*/ 21445 w 95273"/>
                <a:gd name="connsiteY13" fmla="*/ 0 h 100664"/>
                <a:gd name="connsiteX14" fmla="*/ 21445 w 95273"/>
                <a:gd name="connsiteY14" fmla="*/ 12773 h 100664"/>
                <a:gd name="connsiteX15" fmla="*/ 73711 w 95273"/>
                <a:gd name="connsiteY15" fmla="*/ 12773 h 100664"/>
                <a:gd name="connsiteX16" fmla="*/ 73711 w 95273"/>
                <a:gd name="connsiteY16" fmla="*/ 0 h 100664"/>
                <a:gd name="connsiteX17" fmla="*/ 82734 w 95273"/>
                <a:gd name="connsiteY17" fmla="*/ 0 h 100664"/>
                <a:gd name="connsiteX18" fmla="*/ 82734 w 95273"/>
                <a:gd name="connsiteY18" fmla="*/ 39609 h 100664"/>
                <a:gd name="connsiteX19" fmla="*/ 82214 w 95273"/>
                <a:gd name="connsiteY19" fmla="*/ 41536 h 100664"/>
                <a:gd name="connsiteX20" fmla="*/ 80274 w 95273"/>
                <a:gd name="connsiteY20" fmla="*/ 42070 h 100664"/>
                <a:gd name="connsiteX21" fmla="*/ 52500 w 95273"/>
                <a:gd name="connsiteY21" fmla="*/ 42070 h 100664"/>
                <a:gd name="connsiteX22" fmla="*/ 52500 w 95273"/>
                <a:gd name="connsiteY22" fmla="*/ 55312 h 100664"/>
                <a:gd name="connsiteX23" fmla="*/ 95273 w 95273"/>
                <a:gd name="connsiteY23" fmla="*/ 55312 h 100664"/>
                <a:gd name="connsiteX24" fmla="*/ 95273 w 95273"/>
                <a:gd name="connsiteY24" fmla="*/ 63164 h 100664"/>
                <a:gd name="connsiteX25" fmla="*/ 117 w 95273"/>
                <a:gd name="connsiteY25" fmla="*/ 63164 h 100664"/>
                <a:gd name="connsiteX26" fmla="*/ 0 w 95273"/>
                <a:gd name="connsiteY26" fmla="*/ 55312 h 100664"/>
                <a:gd name="connsiteX27" fmla="*/ 43125 w 95273"/>
                <a:gd name="connsiteY27" fmla="*/ 55312 h 100664"/>
                <a:gd name="connsiteX28" fmla="*/ 43125 w 95273"/>
                <a:gd name="connsiteY28" fmla="*/ 42070 h 100664"/>
                <a:gd name="connsiteX29" fmla="*/ 15117 w 95273"/>
                <a:gd name="connsiteY29" fmla="*/ 42070 h 100664"/>
                <a:gd name="connsiteX30" fmla="*/ 13190 w 95273"/>
                <a:gd name="connsiteY30" fmla="*/ 41536 h 100664"/>
                <a:gd name="connsiteX31" fmla="*/ 12656 w 95273"/>
                <a:gd name="connsiteY31" fmla="*/ 39609 h 1006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5273" h="100664">
                  <a:moveTo>
                    <a:pt x="12891" y="71602"/>
                  </a:moveTo>
                  <a:lnTo>
                    <a:pt x="21914" y="71602"/>
                  </a:lnTo>
                  <a:lnTo>
                    <a:pt x="21914" y="92695"/>
                  </a:lnTo>
                  <a:lnTo>
                    <a:pt x="86250" y="92695"/>
                  </a:lnTo>
                  <a:lnTo>
                    <a:pt x="86250" y="100664"/>
                  </a:lnTo>
                  <a:lnTo>
                    <a:pt x="15351" y="100664"/>
                  </a:lnTo>
                  <a:cubicBezTo>
                    <a:pt x="14414" y="100664"/>
                    <a:pt x="13776" y="100482"/>
                    <a:pt x="13425" y="100130"/>
                  </a:cubicBezTo>
                  <a:cubicBezTo>
                    <a:pt x="13073" y="99779"/>
                    <a:pt x="12891" y="99141"/>
                    <a:pt x="12891" y="98203"/>
                  </a:cubicBezTo>
                  <a:close/>
                  <a:moveTo>
                    <a:pt x="21445" y="20391"/>
                  </a:moveTo>
                  <a:lnTo>
                    <a:pt x="21445" y="34336"/>
                  </a:lnTo>
                  <a:lnTo>
                    <a:pt x="73711" y="34336"/>
                  </a:lnTo>
                  <a:lnTo>
                    <a:pt x="73711" y="20391"/>
                  </a:lnTo>
                  <a:close/>
                  <a:moveTo>
                    <a:pt x="12656" y="0"/>
                  </a:moveTo>
                  <a:lnTo>
                    <a:pt x="21445" y="0"/>
                  </a:lnTo>
                  <a:lnTo>
                    <a:pt x="21445" y="12773"/>
                  </a:lnTo>
                  <a:lnTo>
                    <a:pt x="73711" y="12773"/>
                  </a:lnTo>
                  <a:lnTo>
                    <a:pt x="73711" y="0"/>
                  </a:lnTo>
                  <a:lnTo>
                    <a:pt x="82734" y="0"/>
                  </a:lnTo>
                  <a:lnTo>
                    <a:pt x="82734" y="39609"/>
                  </a:lnTo>
                  <a:cubicBezTo>
                    <a:pt x="82734" y="40547"/>
                    <a:pt x="82565" y="41185"/>
                    <a:pt x="82214" y="41536"/>
                  </a:cubicBezTo>
                  <a:cubicBezTo>
                    <a:pt x="81862" y="41888"/>
                    <a:pt x="81211" y="42070"/>
                    <a:pt x="80274" y="42070"/>
                  </a:cubicBezTo>
                  <a:lnTo>
                    <a:pt x="52500" y="42070"/>
                  </a:lnTo>
                  <a:lnTo>
                    <a:pt x="52500" y="55312"/>
                  </a:lnTo>
                  <a:lnTo>
                    <a:pt x="95273" y="55312"/>
                  </a:lnTo>
                  <a:lnTo>
                    <a:pt x="95273" y="63164"/>
                  </a:lnTo>
                  <a:lnTo>
                    <a:pt x="117" y="63164"/>
                  </a:lnTo>
                  <a:lnTo>
                    <a:pt x="0" y="55312"/>
                  </a:lnTo>
                  <a:lnTo>
                    <a:pt x="43125" y="55312"/>
                  </a:lnTo>
                  <a:lnTo>
                    <a:pt x="43125" y="42070"/>
                  </a:lnTo>
                  <a:lnTo>
                    <a:pt x="15117" y="42070"/>
                  </a:lnTo>
                  <a:cubicBezTo>
                    <a:pt x="14180" y="42070"/>
                    <a:pt x="13542" y="41888"/>
                    <a:pt x="13190" y="41536"/>
                  </a:cubicBezTo>
                  <a:cubicBezTo>
                    <a:pt x="12838" y="41185"/>
                    <a:pt x="12656" y="40547"/>
                    <a:pt x="12656" y="39609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DDE7EFA-6F0B-4019-B66C-C0AC6F8E1735}"/>
                </a:ext>
              </a:extLst>
            </p:cNvPr>
            <p:cNvSpPr txBox="1"/>
            <p:nvPr/>
          </p:nvSpPr>
          <p:spPr>
            <a:xfrm>
              <a:off x="5462822" y="1850748"/>
              <a:ext cx="287046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본</a:t>
              </a:r>
            </a:p>
          </p:txBody>
        </p:sp>
        <p:sp>
          <p:nvSpPr>
            <p:cNvPr id="94" name="자유형: 도형 93">
              <a:extLst>
                <a:ext uri="{FF2B5EF4-FFF2-40B4-BE49-F238E27FC236}">
                  <a16:creationId xmlns:a16="http://schemas.microsoft.com/office/drawing/2014/main" id="{912B99A6-457B-4381-AF7F-0750E2BF767D}"/>
                </a:ext>
              </a:extLst>
            </p:cNvPr>
            <p:cNvSpPr/>
            <p:nvPr/>
          </p:nvSpPr>
          <p:spPr>
            <a:xfrm>
              <a:off x="1788078" y="2080074"/>
              <a:ext cx="293747" cy="104648"/>
            </a:xfrm>
            <a:custGeom>
              <a:avLst/>
              <a:gdLst>
                <a:gd name="connsiteX0" fmla="*/ 122667 w 293747"/>
                <a:gd name="connsiteY0" fmla="*/ 81328 h 104648"/>
                <a:gd name="connsiteX1" fmla="*/ 122667 w 293747"/>
                <a:gd name="connsiteY1" fmla="*/ 95859 h 104648"/>
                <a:gd name="connsiteX2" fmla="*/ 171768 w 293747"/>
                <a:gd name="connsiteY2" fmla="*/ 95859 h 104648"/>
                <a:gd name="connsiteX3" fmla="*/ 171768 w 293747"/>
                <a:gd name="connsiteY3" fmla="*/ 81328 h 104648"/>
                <a:gd name="connsiteX4" fmla="*/ 113526 w 293747"/>
                <a:gd name="connsiteY4" fmla="*/ 60820 h 104648"/>
                <a:gd name="connsiteX5" fmla="*/ 122667 w 293747"/>
                <a:gd name="connsiteY5" fmla="*/ 60820 h 104648"/>
                <a:gd name="connsiteX6" fmla="*/ 122667 w 293747"/>
                <a:gd name="connsiteY6" fmla="*/ 73711 h 104648"/>
                <a:gd name="connsiteX7" fmla="*/ 171768 w 293747"/>
                <a:gd name="connsiteY7" fmla="*/ 73711 h 104648"/>
                <a:gd name="connsiteX8" fmla="*/ 171768 w 293747"/>
                <a:gd name="connsiteY8" fmla="*/ 60820 h 104648"/>
                <a:gd name="connsiteX9" fmla="*/ 180792 w 293747"/>
                <a:gd name="connsiteY9" fmla="*/ 60820 h 104648"/>
                <a:gd name="connsiteX10" fmla="*/ 180792 w 293747"/>
                <a:gd name="connsiteY10" fmla="*/ 101016 h 104648"/>
                <a:gd name="connsiteX11" fmla="*/ 180271 w 293747"/>
                <a:gd name="connsiteY11" fmla="*/ 102943 h 104648"/>
                <a:gd name="connsiteX12" fmla="*/ 178331 w 293747"/>
                <a:gd name="connsiteY12" fmla="*/ 103477 h 104648"/>
                <a:gd name="connsiteX13" fmla="*/ 115987 w 293747"/>
                <a:gd name="connsiteY13" fmla="*/ 103477 h 104648"/>
                <a:gd name="connsiteX14" fmla="*/ 114060 w 293747"/>
                <a:gd name="connsiteY14" fmla="*/ 102943 h 104648"/>
                <a:gd name="connsiteX15" fmla="*/ 113526 w 293747"/>
                <a:gd name="connsiteY15" fmla="*/ 101016 h 104648"/>
                <a:gd name="connsiteX16" fmla="*/ 211365 w 293747"/>
                <a:gd name="connsiteY16" fmla="*/ 60703 h 104648"/>
                <a:gd name="connsiteX17" fmla="*/ 278513 w 293747"/>
                <a:gd name="connsiteY17" fmla="*/ 60703 h 104648"/>
                <a:gd name="connsiteX18" fmla="*/ 280453 w 293747"/>
                <a:gd name="connsiteY18" fmla="*/ 61224 h 104648"/>
                <a:gd name="connsiteX19" fmla="*/ 280974 w 293747"/>
                <a:gd name="connsiteY19" fmla="*/ 63164 h 104648"/>
                <a:gd name="connsiteX20" fmla="*/ 280974 w 293747"/>
                <a:gd name="connsiteY20" fmla="*/ 82734 h 104648"/>
                <a:gd name="connsiteX21" fmla="*/ 280453 w 293747"/>
                <a:gd name="connsiteY21" fmla="*/ 84661 h 104648"/>
                <a:gd name="connsiteX22" fmla="*/ 278513 w 293747"/>
                <a:gd name="connsiteY22" fmla="*/ 85195 h 104648"/>
                <a:gd name="connsiteX23" fmla="*/ 221560 w 293747"/>
                <a:gd name="connsiteY23" fmla="*/ 85195 h 104648"/>
                <a:gd name="connsiteX24" fmla="*/ 221560 w 293747"/>
                <a:gd name="connsiteY24" fmla="*/ 96445 h 104648"/>
                <a:gd name="connsiteX25" fmla="*/ 283318 w 293747"/>
                <a:gd name="connsiteY25" fmla="*/ 96445 h 104648"/>
                <a:gd name="connsiteX26" fmla="*/ 283318 w 293747"/>
                <a:gd name="connsiteY26" fmla="*/ 103594 h 104648"/>
                <a:gd name="connsiteX27" fmla="*/ 213826 w 293747"/>
                <a:gd name="connsiteY27" fmla="*/ 103594 h 104648"/>
                <a:gd name="connsiteX28" fmla="*/ 211899 w 293747"/>
                <a:gd name="connsiteY28" fmla="*/ 103060 h 104648"/>
                <a:gd name="connsiteX29" fmla="*/ 211365 w 293747"/>
                <a:gd name="connsiteY29" fmla="*/ 101133 h 104648"/>
                <a:gd name="connsiteX30" fmla="*/ 211365 w 293747"/>
                <a:gd name="connsiteY30" fmla="*/ 80977 h 104648"/>
                <a:gd name="connsiteX31" fmla="*/ 211899 w 293747"/>
                <a:gd name="connsiteY31" fmla="*/ 79036 h 104648"/>
                <a:gd name="connsiteX32" fmla="*/ 213826 w 293747"/>
                <a:gd name="connsiteY32" fmla="*/ 78516 h 104648"/>
                <a:gd name="connsiteX33" fmla="*/ 270779 w 293747"/>
                <a:gd name="connsiteY33" fmla="*/ 78516 h 104648"/>
                <a:gd name="connsiteX34" fmla="*/ 270779 w 293747"/>
                <a:gd name="connsiteY34" fmla="*/ 67969 h 104648"/>
                <a:gd name="connsiteX35" fmla="*/ 211365 w 293747"/>
                <a:gd name="connsiteY35" fmla="*/ 67969 h 104648"/>
                <a:gd name="connsiteX36" fmla="*/ 198591 w 293747"/>
                <a:gd name="connsiteY36" fmla="*/ 44063 h 104648"/>
                <a:gd name="connsiteX37" fmla="*/ 293748 w 293747"/>
                <a:gd name="connsiteY37" fmla="*/ 44063 h 104648"/>
                <a:gd name="connsiteX38" fmla="*/ 293748 w 293747"/>
                <a:gd name="connsiteY38" fmla="*/ 51563 h 104648"/>
                <a:gd name="connsiteX39" fmla="*/ 198591 w 293747"/>
                <a:gd name="connsiteY39" fmla="*/ 51563 h 104648"/>
                <a:gd name="connsiteX40" fmla="*/ 125010 w 293747"/>
                <a:gd name="connsiteY40" fmla="*/ 10195 h 104648"/>
                <a:gd name="connsiteX41" fmla="*/ 118096 w 293747"/>
                <a:gd name="connsiteY41" fmla="*/ 11602 h 104648"/>
                <a:gd name="connsiteX42" fmla="*/ 112589 w 293747"/>
                <a:gd name="connsiteY42" fmla="*/ 15234 h 104648"/>
                <a:gd name="connsiteX43" fmla="*/ 108839 w 293747"/>
                <a:gd name="connsiteY43" fmla="*/ 20677 h 104648"/>
                <a:gd name="connsiteX44" fmla="*/ 107550 w 293747"/>
                <a:gd name="connsiteY44" fmla="*/ 27305 h 104648"/>
                <a:gd name="connsiteX45" fmla="*/ 108839 w 293747"/>
                <a:gd name="connsiteY45" fmla="*/ 33919 h 104648"/>
                <a:gd name="connsiteX46" fmla="*/ 112589 w 293747"/>
                <a:gd name="connsiteY46" fmla="*/ 39258 h 104648"/>
                <a:gd name="connsiteX47" fmla="*/ 118096 w 293747"/>
                <a:gd name="connsiteY47" fmla="*/ 42891 h 104648"/>
                <a:gd name="connsiteX48" fmla="*/ 125010 w 293747"/>
                <a:gd name="connsiteY48" fmla="*/ 44180 h 104648"/>
                <a:gd name="connsiteX49" fmla="*/ 137615 w 293747"/>
                <a:gd name="connsiteY49" fmla="*/ 39258 h 104648"/>
                <a:gd name="connsiteX50" fmla="*/ 142471 w 293747"/>
                <a:gd name="connsiteY50" fmla="*/ 27305 h 104648"/>
                <a:gd name="connsiteX51" fmla="*/ 137497 w 293747"/>
                <a:gd name="connsiteY51" fmla="*/ 15169 h 104648"/>
                <a:gd name="connsiteX52" fmla="*/ 125010 w 293747"/>
                <a:gd name="connsiteY52" fmla="*/ 10195 h 104648"/>
                <a:gd name="connsiteX53" fmla="*/ 246287 w 293747"/>
                <a:gd name="connsiteY53" fmla="*/ 6914 h 104648"/>
                <a:gd name="connsiteX54" fmla="*/ 226951 w 293747"/>
                <a:gd name="connsiteY54" fmla="*/ 9726 h 104648"/>
                <a:gd name="connsiteX55" fmla="*/ 219685 w 293747"/>
                <a:gd name="connsiteY55" fmla="*/ 18281 h 104648"/>
                <a:gd name="connsiteX56" fmla="*/ 226833 w 293747"/>
                <a:gd name="connsiteY56" fmla="*/ 26536 h 104648"/>
                <a:gd name="connsiteX57" fmla="*/ 246287 w 293747"/>
                <a:gd name="connsiteY57" fmla="*/ 29180 h 104648"/>
                <a:gd name="connsiteX58" fmla="*/ 265505 w 293747"/>
                <a:gd name="connsiteY58" fmla="*/ 26536 h 104648"/>
                <a:gd name="connsiteX59" fmla="*/ 272771 w 293747"/>
                <a:gd name="connsiteY59" fmla="*/ 18281 h 104648"/>
                <a:gd name="connsiteX60" fmla="*/ 265453 w 293747"/>
                <a:gd name="connsiteY60" fmla="*/ 9779 h 104648"/>
                <a:gd name="connsiteX61" fmla="*/ 246287 w 293747"/>
                <a:gd name="connsiteY61" fmla="*/ 6914 h 104648"/>
                <a:gd name="connsiteX62" fmla="*/ 29531 w 293747"/>
                <a:gd name="connsiteY62" fmla="*/ 4688 h 104648"/>
                <a:gd name="connsiteX63" fmla="*/ 39141 w 293747"/>
                <a:gd name="connsiteY63" fmla="*/ 4688 h 104648"/>
                <a:gd name="connsiteX64" fmla="*/ 39141 w 293747"/>
                <a:gd name="connsiteY64" fmla="*/ 25781 h 104648"/>
                <a:gd name="connsiteX65" fmla="*/ 40781 w 293747"/>
                <a:gd name="connsiteY65" fmla="*/ 40833 h 104648"/>
                <a:gd name="connsiteX66" fmla="*/ 45818 w 293747"/>
                <a:gd name="connsiteY66" fmla="*/ 53555 h 104648"/>
                <a:gd name="connsiteX67" fmla="*/ 55141 w 293747"/>
                <a:gd name="connsiteY67" fmla="*/ 65443 h 104648"/>
                <a:gd name="connsiteX68" fmla="*/ 67615 w 293747"/>
                <a:gd name="connsiteY68" fmla="*/ 74883 h 104648"/>
                <a:gd name="connsiteX69" fmla="*/ 65688 w 293747"/>
                <a:gd name="connsiteY69" fmla="*/ 76523 h 104648"/>
                <a:gd name="connsiteX70" fmla="*/ 63748 w 293747"/>
                <a:gd name="connsiteY70" fmla="*/ 78281 h 104648"/>
                <a:gd name="connsiteX71" fmla="*/ 61990 w 293747"/>
                <a:gd name="connsiteY71" fmla="*/ 80091 h 104648"/>
                <a:gd name="connsiteX72" fmla="*/ 60583 w 293747"/>
                <a:gd name="connsiteY72" fmla="*/ 81562 h 104648"/>
                <a:gd name="connsiteX73" fmla="*/ 53266 w 293747"/>
                <a:gd name="connsiteY73" fmla="*/ 75872 h 104648"/>
                <a:gd name="connsiteX74" fmla="*/ 46169 w 293747"/>
                <a:gd name="connsiteY74" fmla="*/ 68789 h 104648"/>
                <a:gd name="connsiteX75" fmla="*/ 39492 w 293747"/>
                <a:gd name="connsiteY75" fmla="*/ 59648 h 104648"/>
                <a:gd name="connsiteX76" fmla="*/ 34336 w 293747"/>
                <a:gd name="connsiteY76" fmla="*/ 48984 h 104648"/>
                <a:gd name="connsiteX77" fmla="*/ 30117 w 293747"/>
                <a:gd name="connsiteY77" fmla="*/ 59180 h 104648"/>
                <a:gd name="connsiteX78" fmla="*/ 23789 w 293747"/>
                <a:gd name="connsiteY78" fmla="*/ 68789 h 104648"/>
                <a:gd name="connsiteX79" fmla="*/ 16055 w 293747"/>
                <a:gd name="connsiteY79" fmla="*/ 77578 h 104648"/>
                <a:gd name="connsiteX80" fmla="*/ 8086 w 293747"/>
                <a:gd name="connsiteY80" fmla="*/ 84141 h 104648"/>
                <a:gd name="connsiteX81" fmla="*/ 4336 w 293747"/>
                <a:gd name="connsiteY81" fmla="*/ 81029 h 104648"/>
                <a:gd name="connsiteX82" fmla="*/ 0 w 293747"/>
                <a:gd name="connsiteY82" fmla="*/ 77930 h 104648"/>
                <a:gd name="connsiteX83" fmla="*/ 12656 w 293747"/>
                <a:gd name="connsiteY83" fmla="*/ 67786 h 104648"/>
                <a:gd name="connsiteX84" fmla="*/ 22149 w 293747"/>
                <a:gd name="connsiteY84" fmla="*/ 55078 h 104648"/>
                <a:gd name="connsiteX85" fmla="*/ 27656 w 293747"/>
                <a:gd name="connsiteY85" fmla="*/ 40599 h 104648"/>
                <a:gd name="connsiteX86" fmla="*/ 29531 w 293747"/>
                <a:gd name="connsiteY86" fmla="*/ 24141 h 104648"/>
                <a:gd name="connsiteX87" fmla="*/ 171768 w 293747"/>
                <a:gd name="connsiteY87" fmla="*/ 703 h 104648"/>
                <a:gd name="connsiteX88" fmla="*/ 180909 w 293747"/>
                <a:gd name="connsiteY88" fmla="*/ 703 h 104648"/>
                <a:gd name="connsiteX89" fmla="*/ 180909 w 293747"/>
                <a:gd name="connsiteY89" fmla="*/ 55313 h 104648"/>
                <a:gd name="connsiteX90" fmla="*/ 171768 w 293747"/>
                <a:gd name="connsiteY90" fmla="*/ 55313 h 104648"/>
                <a:gd name="connsiteX91" fmla="*/ 171768 w 293747"/>
                <a:gd name="connsiteY91" fmla="*/ 31758 h 104648"/>
                <a:gd name="connsiteX92" fmla="*/ 151378 w 293747"/>
                <a:gd name="connsiteY92" fmla="*/ 31758 h 104648"/>
                <a:gd name="connsiteX93" fmla="*/ 148096 w 293747"/>
                <a:gd name="connsiteY93" fmla="*/ 40195 h 104648"/>
                <a:gd name="connsiteX94" fmla="*/ 142237 w 293747"/>
                <a:gd name="connsiteY94" fmla="*/ 46758 h 104648"/>
                <a:gd name="connsiteX95" fmla="*/ 134268 w 293747"/>
                <a:gd name="connsiteY95" fmla="*/ 50976 h 104648"/>
                <a:gd name="connsiteX96" fmla="*/ 125010 w 293747"/>
                <a:gd name="connsiteY96" fmla="*/ 52500 h 104648"/>
                <a:gd name="connsiteX97" fmla="*/ 114763 w 293747"/>
                <a:gd name="connsiteY97" fmla="*/ 50625 h 104648"/>
                <a:gd name="connsiteX98" fmla="*/ 106261 w 293747"/>
                <a:gd name="connsiteY98" fmla="*/ 45352 h 104648"/>
                <a:gd name="connsiteX99" fmla="*/ 100518 w 293747"/>
                <a:gd name="connsiteY99" fmla="*/ 37383 h 104648"/>
                <a:gd name="connsiteX100" fmla="*/ 98409 w 293747"/>
                <a:gd name="connsiteY100" fmla="*/ 27187 h 104648"/>
                <a:gd name="connsiteX101" fmla="*/ 100466 w 293747"/>
                <a:gd name="connsiteY101" fmla="*/ 17044 h 104648"/>
                <a:gd name="connsiteX102" fmla="*/ 106143 w 293747"/>
                <a:gd name="connsiteY102" fmla="*/ 9141 h 104648"/>
                <a:gd name="connsiteX103" fmla="*/ 114646 w 293747"/>
                <a:gd name="connsiteY103" fmla="*/ 3867 h 104648"/>
                <a:gd name="connsiteX104" fmla="*/ 125010 w 293747"/>
                <a:gd name="connsiteY104" fmla="*/ 1992 h 104648"/>
                <a:gd name="connsiteX105" fmla="*/ 134503 w 293747"/>
                <a:gd name="connsiteY105" fmla="*/ 3633 h 104648"/>
                <a:gd name="connsiteX106" fmla="*/ 142589 w 293747"/>
                <a:gd name="connsiteY106" fmla="*/ 8086 h 104648"/>
                <a:gd name="connsiteX107" fmla="*/ 148565 w 293747"/>
                <a:gd name="connsiteY107" fmla="*/ 15000 h 104648"/>
                <a:gd name="connsiteX108" fmla="*/ 151612 w 293747"/>
                <a:gd name="connsiteY108" fmla="*/ 23672 h 104648"/>
                <a:gd name="connsiteX109" fmla="*/ 171768 w 293747"/>
                <a:gd name="connsiteY109" fmla="*/ 23672 h 104648"/>
                <a:gd name="connsiteX110" fmla="*/ 76287 w 293747"/>
                <a:gd name="connsiteY110" fmla="*/ 703 h 104648"/>
                <a:gd name="connsiteX111" fmla="*/ 85544 w 293747"/>
                <a:gd name="connsiteY111" fmla="*/ 703 h 104648"/>
                <a:gd name="connsiteX112" fmla="*/ 85544 w 293747"/>
                <a:gd name="connsiteY112" fmla="*/ 40547 h 104648"/>
                <a:gd name="connsiteX113" fmla="*/ 100896 w 293747"/>
                <a:gd name="connsiteY113" fmla="*/ 40547 h 104648"/>
                <a:gd name="connsiteX114" fmla="*/ 100896 w 293747"/>
                <a:gd name="connsiteY114" fmla="*/ 48867 h 104648"/>
                <a:gd name="connsiteX115" fmla="*/ 85544 w 293747"/>
                <a:gd name="connsiteY115" fmla="*/ 48867 h 104648"/>
                <a:gd name="connsiteX116" fmla="*/ 85544 w 293747"/>
                <a:gd name="connsiteY116" fmla="*/ 104649 h 104648"/>
                <a:gd name="connsiteX117" fmla="*/ 76287 w 293747"/>
                <a:gd name="connsiteY117" fmla="*/ 104649 h 104648"/>
                <a:gd name="connsiteX118" fmla="*/ 246287 w 293747"/>
                <a:gd name="connsiteY118" fmla="*/ 0 h 104648"/>
                <a:gd name="connsiteX119" fmla="*/ 273474 w 293747"/>
                <a:gd name="connsiteY119" fmla="*/ 5091 h 104648"/>
                <a:gd name="connsiteX120" fmla="*/ 282732 w 293747"/>
                <a:gd name="connsiteY120" fmla="*/ 18281 h 104648"/>
                <a:gd name="connsiteX121" fmla="*/ 273539 w 293747"/>
                <a:gd name="connsiteY121" fmla="*/ 31289 h 104648"/>
                <a:gd name="connsiteX122" fmla="*/ 246287 w 293747"/>
                <a:gd name="connsiteY122" fmla="*/ 36094 h 104648"/>
                <a:gd name="connsiteX123" fmla="*/ 219047 w 293747"/>
                <a:gd name="connsiteY123" fmla="*/ 31289 h 104648"/>
                <a:gd name="connsiteX124" fmla="*/ 209724 w 293747"/>
                <a:gd name="connsiteY124" fmla="*/ 18281 h 104648"/>
                <a:gd name="connsiteX125" fmla="*/ 219047 w 293747"/>
                <a:gd name="connsiteY125" fmla="*/ 5039 h 104648"/>
                <a:gd name="connsiteX126" fmla="*/ 246287 w 293747"/>
                <a:gd name="connsiteY126" fmla="*/ 0 h 10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</a:cxnLst>
              <a:rect l="l" t="t" r="r" b="b"/>
              <a:pathLst>
                <a:path w="293747" h="104648">
                  <a:moveTo>
                    <a:pt x="122667" y="81328"/>
                  </a:moveTo>
                  <a:lnTo>
                    <a:pt x="122667" y="95859"/>
                  </a:lnTo>
                  <a:lnTo>
                    <a:pt x="171768" y="95859"/>
                  </a:lnTo>
                  <a:lnTo>
                    <a:pt x="171768" y="81328"/>
                  </a:lnTo>
                  <a:close/>
                  <a:moveTo>
                    <a:pt x="113526" y="60820"/>
                  </a:moveTo>
                  <a:lnTo>
                    <a:pt x="122667" y="60820"/>
                  </a:lnTo>
                  <a:lnTo>
                    <a:pt x="122667" y="73711"/>
                  </a:lnTo>
                  <a:lnTo>
                    <a:pt x="171768" y="73711"/>
                  </a:lnTo>
                  <a:lnTo>
                    <a:pt x="171768" y="60820"/>
                  </a:lnTo>
                  <a:lnTo>
                    <a:pt x="180792" y="60820"/>
                  </a:lnTo>
                  <a:lnTo>
                    <a:pt x="180792" y="101016"/>
                  </a:lnTo>
                  <a:cubicBezTo>
                    <a:pt x="180792" y="101953"/>
                    <a:pt x="180623" y="102591"/>
                    <a:pt x="180271" y="102943"/>
                  </a:cubicBezTo>
                  <a:cubicBezTo>
                    <a:pt x="179919" y="103294"/>
                    <a:pt x="179268" y="103477"/>
                    <a:pt x="178331" y="103477"/>
                  </a:cubicBezTo>
                  <a:lnTo>
                    <a:pt x="115987" y="103477"/>
                  </a:lnTo>
                  <a:cubicBezTo>
                    <a:pt x="115050" y="103477"/>
                    <a:pt x="114412" y="103294"/>
                    <a:pt x="114060" y="102943"/>
                  </a:cubicBezTo>
                  <a:cubicBezTo>
                    <a:pt x="113708" y="102591"/>
                    <a:pt x="113526" y="101953"/>
                    <a:pt x="113526" y="101016"/>
                  </a:cubicBezTo>
                  <a:close/>
                  <a:moveTo>
                    <a:pt x="211365" y="60703"/>
                  </a:moveTo>
                  <a:lnTo>
                    <a:pt x="278513" y="60703"/>
                  </a:lnTo>
                  <a:cubicBezTo>
                    <a:pt x="279451" y="60703"/>
                    <a:pt x="280102" y="60872"/>
                    <a:pt x="280453" y="61224"/>
                  </a:cubicBezTo>
                  <a:cubicBezTo>
                    <a:pt x="280805" y="61576"/>
                    <a:pt x="280974" y="62226"/>
                    <a:pt x="280974" y="63164"/>
                  </a:cubicBezTo>
                  <a:lnTo>
                    <a:pt x="280974" y="82734"/>
                  </a:lnTo>
                  <a:cubicBezTo>
                    <a:pt x="280974" y="83672"/>
                    <a:pt x="280805" y="84310"/>
                    <a:pt x="280453" y="84661"/>
                  </a:cubicBezTo>
                  <a:cubicBezTo>
                    <a:pt x="280102" y="85013"/>
                    <a:pt x="279451" y="85195"/>
                    <a:pt x="278513" y="85195"/>
                  </a:cubicBezTo>
                  <a:lnTo>
                    <a:pt x="221560" y="85195"/>
                  </a:lnTo>
                  <a:lnTo>
                    <a:pt x="221560" y="96445"/>
                  </a:lnTo>
                  <a:lnTo>
                    <a:pt x="283318" y="96445"/>
                  </a:lnTo>
                  <a:lnTo>
                    <a:pt x="283318" y="103594"/>
                  </a:lnTo>
                  <a:lnTo>
                    <a:pt x="213826" y="103594"/>
                  </a:lnTo>
                  <a:cubicBezTo>
                    <a:pt x="212888" y="103594"/>
                    <a:pt x="212250" y="103412"/>
                    <a:pt x="211899" y="103060"/>
                  </a:cubicBezTo>
                  <a:cubicBezTo>
                    <a:pt x="211547" y="102708"/>
                    <a:pt x="211365" y="102070"/>
                    <a:pt x="211365" y="101133"/>
                  </a:cubicBezTo>
                  <a:lnTo>
                    <a:pt x="211365" y="80977"/>
                  </a:lnTo>
                  <a:cubicBezTo>
                    <a:pt x="211365" y="80039"/>
                    <a:pt x="211547" y="79388"/>
                    <a:pt x="211899" y="79036"/>
                  </a:cubicBezTo>
                  <a:cubicBezTo>
                    <a:pt x="212250" y="78685"/>
                    <a:pt x="212888" y="78516"/>
                    <a:pt x="213826" y="78516"/>
                  </a:cubicBezTo>
                  <a:lnTo>
                    <a:pt x="270779" y="78516"/>
                  </a:lnTo>
                  <a:lnTo>
                    <a:pt x="270779" y="67969"/>
                  </a:lnTo>
                  <a:lnTo>
                    <a:pt x="211365" y="67969"/>
                  </a:lnTo>
                  <a:close/>
                  <a:moveTo>
                    <a:pt x="198591" y="44063"/>
                  </a:moveTo>
                  <a:lnTo>
                    <a:pt x="293748" y="44063"/>
                  </a:lnTo>
                  <a:lnTo>
                    <a:pt x="293748" y="51563"/>
                  </a:lnTo>
                  <a:lnTo>
                    <a:pt x="198591" y="51563"/>
                  </a:lnTo>
                  <a:close/>
                  <a:moveTo>
                    <a:pt x="125010" y="10195"/>
                  </a:moveTo>
                  <a:cubicBezTo>
                    <a:pt x="122510" y="10195"/>
                    <a:pt x="120206" y="10664"/>
                    <a:pt x="118096" y="11602"/>
                  </a:cubicBezTo>
                  <a:cubicBezTo>
                    <a:pt x="115987" y="12539"/>
                    <a:pt x="114151" y="13750"/>
                    <a:pt x="112589" y="15234"/>
                  </a:cubicBezTo>
                  <a:cubicBezTo>
                    <a:pt x="110948" y="16797"/>
                    <a:pt x="109698" y="18607"/>
                    <a:pt x="108839" y="20677"/>
                  </a:cubicBezTo>
                  <a:cubicBezTo>
                    <a:pt x="107979" y="22747"/>
                    <a:pt x="107550" y="24961"/>
                    <a:pt x="107550" y="27305"/>
                  </a:cubicBezTo>
                  <a:cubicBezTo>
                    <a:pt x="107550" y="29648"/>
                    <a:pt x="107979" y="31849"/>
                    <a:pt x="108839" y="33919"/>
                  </a:cubicBezTo>
                  <a:cubicBezTo>
                    <a:pt x="109698" y="35989"/>
                    <a:pt x="110948" y="37773"/>
                    <a:pt x="112589" y="39258"/>
                  </a:cubicBezTo>
                  <a:cubicBezTo>
                    <a:pt x="114151" y="40820"/>
                    <a:pt x="115987" y="42031"/>
                    <a:pt x="118096" y="42891"/>
                  </a:cubicBezTo>
                  <a:cubicBezTo>
                    <a:pt x="120206" y="43750"/>
                    <a:pt x="122510" y="44180"/>
                    <a:pt x="125010" y="44180"/>
                  </a:cubicBezTo>
                  <a:cubicBezTo>
                    <a:pt x="130167" y="44180"/>
                    <a:pt x="134372" y="42539"/>
                    <a:pt x="137615" y="39258"/>
                  </a:cubicBezTo>
                  <a:cubicBezTo>
                    <a:pt x="140857" y="35977"/>
                    <a:pt x="142471" y="31992"/>
                    <a:pt x="142471" y="27305"/>
                  </a:cubicBezTo>
                  <a:cubicBezTo>
                    <a:pt x="142471" y="22539"/>
                    <a:pt x="140818" y="18490"/>
                    <a:pt x="137497" y="15169"/>
                  </a:cubicBezTo>
                  <a:cubicBezTo>
                    <a:pt x="134177" y="11849"/>
                    <a:pt x="130011" y="10195"/>
                    <a:pt x="125010" y="10195"/>
                  </a:cubicBezTo>
                  <a:close/>
                  <a:moveTo>
                    <a:pt x="246287" y="6914"/>
                  </a:moveTo>
                  <a:cubicBezTo>
                    <a:pt x="238240" y="6914"/>
                    <a:pt x="231794" y="7852"/>
                    <a:pt x="226951" y="9726"/>
                  </a:cubicBezTo>
                  <a:cubicBezTo>
                    <a:pt x="222107" y="11602"/>
                    <a:pt x="219685" y="14453"/>
                    <a:pt x="219685" y="18281"/>
                  </a:cubicBezTo>
                  <a:cubicBezTo>
                    <a:pt x="219685" y="22031"/>
                    <a:pt x="222068" y="24779"/>
                    <a:pt x="226833" y="26536"/>
                  </a:cubicBezTo>
                  <a:cubicBezTo>
                    <a:pt x="231599" y="28294"/>
                    <a:pt x="238084" y="29180"/>
                    <a:pt x="246287" y="29180"/>
                  </a:cubicBezTo>
                  <a:cubicBezTo>
                    <a:pt x="254255" y="29180"/>
                    <a:pt x="260662" y="28294"/>
                    <a:pt x="265505" y="26536"/>
                  </a:cubicBezTo>
                  <a:cubicBezTo>
                    <a:pt x="270349" y="24779"/>
                    <a:pt x="272771" y="22031"/>
                    <a:pt x="272771" y="18281"/>
                  </a:cubicBezTo>
                  <a:cubicBezTo>
                    <a:pt x="272771" y="14531"/>
                    <a:pt x="270336" y="11693"/>
                    <a:pt x="265453" y="9779"/>
                  </a:cubicBezTo>
                  <a:cubicBezTo>
                    <a:pt x="260570" y="7865"/>
                    <a:pt x="254177" y="6914"/>
                    <a:pt x="246287" y="6914"/>
                  </a:cubicBezTo>
                  <a:close/>
                  <a:moveTo>
                    <a:pt x="29531" y="4688"/>
                  </a:moveTo>
                  <a:lnTo>
                    <a:pt x="39141" y="4688"/>
                  </a:lnTo>
                  <a:lnTo>
                    <a:pt x="39141" y="25781"/>
                  </a:lnTo>
                  <a:cubicBezTo>
                    <a:pt x="39141" y="31172"/>
                    <a:pt x="39688" y="36185"/>
                    <a:pt x="40781" y="40833"/>
                  </a:cubicBezTo>
                  <a:cubicBezTo>
                    <a:pt x="41875" y="45482"/>
                    <a:pt x="43552" y="49727"/>
                    <a:pt x="45818" y="53555"/>
                  </a:cubicBezTo>
                  <a:cubicBezTo>
                    <a:pt x="48396" y="57930"/>
                    <a:pt x="51508" y="61888"/>
                    <a:pt x="55141" y="65443"/>
                  </a:cubicBezTo>
                  <a:cubicBezTo>
                    <a:pt x="58773" y="68997"/>
                    <a:pt x="62927" y="72148"/>
                    <a:pt x="67615" y="74883"/>
                  </a:cubicBezTo>
                  <a:cubicBezTo>
                    <a:pt x="66990" y="75352"/>
                    <a:pt x="66352" y="75898"/>
                    <a:pt x="65688" y="76523"/>
                  </a:cubicBezTo>
                  <a:cubicBezTo>
                    <a:pt x="65024" y="77149"/>
                    <a:pt x="64372" y="77734"/>
                    <a:pt x="63748" y="78281"/>
                  </a:cubicBezTo>
                  <a:cubicBezTo>
                    <a:pt x="63122" y="78906"/>
                    <a:pt x="62537" y="79505"/>
                    <a:pt x="61990" y="80091"/>
                  </a:cubicBezTo>
                  <a:cubicBezTo>
                    <a:pt x="61443" y="80677"/>
                    <a:pt x="60974" y="81172"/>
                    <a:pt x="60583" y="81562"/>
                  </a:cubicBezTo>
                  <a:cubicBezTo>
                    <a:pt x="58162" y="79922"/>
                    <a:pt x="55727" y="78021"/>
                    <a:pt x="53266" y="75872"/>
                  </a:cubicBezTo>
                  <a:cubicBezTo>
                    <a:pt x="50805" y="73724"/>
                    <a:pt x="48435" y="71367"/>
                    <a:pt x="46169" y="68789"/>
                  </a:cubicBezTo>
                  <a:cubicBezTo>
                    <a:pt x="43747" y="65977"/>
                    <a:pt x="41523" y="62930"/>
                    <a:pt x="39492" y="59648"/>
                  </a:cubicBezTo>
                  <a:cubicBezTo>
                    <a:pt x="37461" y="56367"/>
                    <a:pt x="35742" y="52813"/>
                    <a:pt x="34336" y="48984"/>
                  </a:cubicBezTo>
                  <a:cubicBezTo>
                    <a:pt x="33398" y="52422"/>
                    <a:pt x="31992" y="55820"/>
                    <a:pt x="30117" y="59180"/>
                  </a:cubicBezTo>
                  <a:cubicBezTo>
                    <a:pt x="28242" y="62539"/>
                    <a:pt x="26133" y="65742"/>
                    <a:pt x="23789" y="68789"/>
                  </a:cubicBezTo>
                  <a:cubicBezTo>
                    <a:pt x="21367" y="71992"/>
                    <a:pt x="18789" y="74922"/>
                    <a:pt x="16055" y="77578"/>
                  </a:cubicBezTo>
                  <a:cubicBezTo>
                    <a:pt x="13320" y="80234"/>
                    <a:pt x="10664" y="82422"/>
                    <a:pt x="8086" y="84141"/>
                  </a:cubicBezTo>
                  <a:cubicBezTo>
                    <a:pt x="7148" y="83281"/>
                    <a:pt x="5898" y="82240"/>
                    <a:pt x="4336" y="81029"/>
                  </a:cubicBezTo>
                  <a:cubicBezTo>
                    <a:pt x="2774" y="79818"/>
                    <a:pt x="1328" y="78789"/>
                    <a:pt x="0" y="77930"/>
                  </a:cubicBezTo>
                  <a:cubicBezTo>
                    <a:pt x="4688" y="75039"/>
                    <a:pt x="8906" y="71654"/>
                    <a:pt x="12656" y="67786"/>
                  </a:cubicBezTo>
                  <a:cubicBezTo>
                    <a:pt x="16406" y="63919"/>
                    <a:pt x="19570" y="59688"/>
                    <a:pt x="22149" y="55078"/>
                  </a:cubicBezTo>
                  <a:cubicBezTo>
                    <a:pt x="24570" y="50625"/>
                    <a:pt x="26406" y="45794"/>
                    <a:pt x="27656" y="40599"/>
                  </a:cubicBezTo>
                  <a:cubicBezTo>
                    <a:pt x="28906" y="35404"/>
                    <a:pt x="29531" y="29922"/>
                    <a:pt x="29531" y="24141"/>
                  </a:cubicBezTo>
                  <a:close/>
                  <a:moveTo>
                    <a:pt x="171768" y="703"/>
                  </a:moveTo>
                  <a:lnTo>
                    <a:pt x="180909" y="703"/>
                  </a:lnTo>
                  <a:lnTo>
                    <a:pt x="180909" y="55313"/>
                  </a:lnTo>
                  <a:lnTo>
                    <a:pt x="171768" y="55313"/>
                  </a:lnTo>
                  <a:lnTo>
                    <a:pt x="171768" y="31758"/>
                  </a:lnTo>
                  <a:lnTo>
                    <a:pt x="151378" y="31758"/>
                  </a:lnTo>
                  <a:cubicBezTo>
                    <a:pt x="150753" y="34805"/>
                    <a:pt x="149659" y="37617"/>
                    <a:pt x="148096" y="40195"/>
                  </a:cubicBezTo>
                  <a:cubicBezTo>
                    <a:pt x="146534" y="42774"/>
                    <a:pt x="144581" y="44961"/>
                    <a:pt x="142237" y="46758"/>
                  </a:cubicBezTo>
                  <a:cubicBezTo>
                    <a:pt x="139893" y="48555"/>
                    <a:pt x="137237" y="49961"/>
                    <a:pt x="134268" y="50976"/>
                  </a:cubicBezTo>
                  <a:cubicBezTo>
                    <a:pt x="131300" y="51992"/>
                    <a:pt x="128214" y="52500"/>
                    <a:pt x="125010" y="52500"/>
                  </a:cubicBezTo>
                  <a:cubicBezTo>
                    <a:pt x="121417" y="52500"/>
                    <a:pt x="118005" y="51875"/>
                    <a:pt x="114763" y="50625"/>
                  </a:cubicBezTo>
                  <a:cubicBezTo>
                    <a:pt x="111521" y="49375"/>
                    <a:pt x="108682" y="47617"/>
                    <a:pt x="106261" y="45352"/>
                  </a:cubicBezTo>
                  <a:cubicBezTo>
                    <a:pt x="103839" y="43164"/>
                    <a:pt x="101925" y="40508"/>
                    <a:pt x="100518" y="37383"/>
                  </a:cubicBezTo>
                  <a:cubicBezTo>
                    <a:pt x="99112" y="34258"/>
                    <a:pt x="98409" y="30859"/>
                    <a:pt x="98409" y="27187"/>
                  </a:cubicBezTo>
                  <a:cubicBezTo>
                    <a:pt x="98409" y="23516"/>
                    <a:pt x="99099" y="20130"/>
                    <a:pt x="100466" y="17044"/>
                  </a:cubicBezTo>
                  <a:cubicBezTo>
                    <a:pt x="101833" y="13958"/>
                    <a:pt x="103721" y="11328"/>
                    <a:pt x="106143" y="9141"/>
                  </a:cubicBezTo>
                  <a:cubicBezTo>
                    <a:pt x="108565" y="6875"/>
                    <a:pt x="111404" y="5117"/>
                    <a:pt x="114646" y="3867"/>
                  </a:cubicBezTo>
                  <a:cubicBezTo>
                    <a:pt x="117888" y="2617"/>
                    <a:pt x="121339" y="1992"/>
                    <a:pt x="125010" y="1992"/>
                  </a:cubicBezTo>
                  <a:cubicBezTo>
                    <a:pt x="128292" y="1992"/>
                    <a:pt x="131456" y="2539"/>
                    <a:pt x="134503" y="3633"/>
                  </a:cubicBezTo>
                  <a:cubicBezTo>
                    <a:pt x="137550" y="4727"/>
                    <a:pt x="140245" y="6211"/>
                    <a:pt x="142589" y="8086"/>
                  </a:cubicBezTo>
                  <a:cubicBezTo>
                    <a:pt x="145011" y="10039"/>
                    <a:pt x="147003" y="12344"/>
                    <a:pt x="148565" y="15000"/>
                  </a:cubicBezTo>
                  <a:cubicBezTo>
                    <a:pt x="150128" y="17656"/>
                    <a:pt x="151143" y="20547"/>
                    <a:pt x="151612" y="23672"/>
                  </a:cubicBezTo>
                  <a:lnTo>
                    <a:pt x="171768" y="23672"/>
                  </a:lnTo>
                  <a:close/>
                  <a:moveTo>
                    <a:pt x="76287" y="703"/>
                  </a:moveTo>
                  <a:lnTo>
                    <a:pt x="85544" y="703"/>
                  </a:lnTo>
                  <a:lnTo>
                    <a:pt x="85544" y="40547"/>
                  </a:lnTo>
                  <a:lnTo>
                    <a:pt x="100896" y="40547"/>
                  </a:lnTo>
                  <a:lnTo>
                    <a:pt x="100896" y="48867"/>
                  </a:lnTo>
                  <a:lnTo>
                    <a:pt x="85544" y="48867"/>
                  </a:lnTo>
                  <a:lnTo>
                    <a:pt x="85544" y="104649"/>
                  </a:lnTo>
                  <a:lnTo>
                    <a:pt x="76287" y="104649"/>
                  </a:lnTo>
                  <a:close/>
                  <a:moveTo>
                    <a:pt x="246287" y="0"/>
                  </a:moveTo>
                  <a:cubicBezTo>
                    <a:pt x="258240" y="0"/>
                    <a:pt x="267302" y="1693"/>
                    <a:pt x="273474" y="5091"/>
                  </a:cubicBezTo>
                  <a:cubicBezTo>
                    <a:pt x="279646" y="8489"/>
                    <a:pt x="282732" y="12891"/>
                    <a:pt x="282732" y="18281"/>
                  </a:cubicBezTo>
                  <a:cubicBezTo>
                    <a:pt x="282732" y="23750"/>
                    <a:pt x="279672" y="28086"/>
                    <a:pt x="273539" y="31289"/>
                  </a:cubicBezTo>
                  <a:cubicBezTo>
                    <a:pt x="267406" y="34492"/>
                    <a:pt x="258318" y="36094"/>
                    <a:pt x="246287" y="36094"/>
                  </a:cubicBezTo>
                  <a:cubicBezTo>
                    <a:pt x="234334" y="36094"/>
                    <a:pt x="225258" y="34492"/>
                    <a:pt x="219047" y="31289"/>
                  </a:cubicBezTo>
                  <a:cubicBezTo>
                    <a:pt x="212836" y="28086"/>
                    <a:pt x="209724" y="23750"/>
                    <a:pt x="209724" y="18281"/>
                  </a:cubicBezTo>
                  <a:cubicBezTo>
                    <a:pt x="209724" y="12812"/>
                    <a:pt x="212836" y="8398"/>
                    <a:pt x="219047" y="5039"/>
                  </a:cubicBezTo>
                  <a:cubicBezTo>
                    <a:pt x="225258" y="1680"/>
                    <a:pt x="234334" y="0"/>
                    <a:pt x="246287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798A210-E312-4E0E-ACD9-22D44061058B}"/>
                </a:ext>
              </a:extLst>
            </p:cNvPr>
            <p:cNvSpPr txBox="1"/>
            <p:nvPr/>
          </p:nvSpPr>
          <p:spPr>
            <a:xfrm>
              <a:off x="1696638" y="2008729"/>
              <a:ext cx="495380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사업을</a:t>
              </a:r>
            </a:p>
          </p:txBody>
        </p:sp>
        <p:sp>
          <p:nvSpPr>
            <p:cNvPr id="96" name="자유형: 도형 95">
              <a:extLst>
                <a:ext uri="{FF2B5EF4-FFF2-40B4-BE49-F238E27FC236}">
                  <a16:creationId xmlns:a16="http://schemas.microsoft.com/office/drawing/2014/main" id="{BC094394-60BB-4EEA-B3C2-FE1E0D95E68D}"/>
                </a:ext>
              </a:extLst>
            </p:cNvPr>
            <p:cNvSpPr/>
            <p:nvPr/>
          </p:nvSpPr>
          <p:spPr>
            <a:xfrm>
              <a:off x="2108856" y="2080778"/>
              <a:ext cx="486601" cy="105820"/>
            </a:xfrm>
            <a:custGeom>
              <a:avLst/>
              <a:gdLst>
                <a:gd name="connsiteX0" fmla="*/ 287045 w 486601"/>
                <a:gd name="connsiteY0" fmla="*/ 81797 h 105820"/>
                <a:gd name="connsiteX1" fmla="*/ 382435 w 486601"/>
                <a:gd name="connsiteY1" fmla="*/ 81797 h 105820"/>
                <a:gd name="connsiteX2" fmla="*/ 382435 w 486601"/>
                <a:gd name="connsiteY2" fmla="*/ 89766 h 105820"/>
                <a:gd name="connsiteX3" fmla="*/ 287045 w 486601"/>
                <a:gd name="connsiteY3" fmla="*/ 89766 h 105820"/>
                <a:gd name="connsiteX4" fmla="*/ 139427 w 486601"/>
                <a:gd name="connsiteY4" fmla="*/ 71602 h 105820"/>
                <a:gd name="connsiteX5" fmla="*/ 119675 w 486601"/>
                <a:gd name="connsiteY5" fmla="*/ 75052 h 105820"/>
                <a:gd name="connsiteX6" fmla="*/ 112240 w 486601"/>
                <a:gd name="connsiteY6" fmla="*/ 84844 h 105820"/>
                <a:gd name="connsiteX7" fmla="*/ 119675 w 486601"/>
                <a:gd name="connsiteY7" fmla="*/ 94974 h 105820"/>
                <a:gd name="connsiteX8" fmla="*/ 139427 w 486601"/>
                <a:gd name="connsiteY8" fmla="*/ 98438 h 105820"/>
                <a:gd name="connsiteX9" fmla="*/ 159050 w 486601"/>
                <a:gd name="connsiteY9" fmla="*/ 94974 h 105820"/>
                <a:gd name="connsiteX10" fmla="*/ 166732 w 486601"/>
                <a:gd name="connsiteY10" fmla="*/ 84844 h 105820"/>
                <a:gd name="connsiteX11" fmla="*/ 159050 w 486601"/>
                <a:gd name="connsiteY11" fmla="*/ 75052 h 105820"/>
                <a:gd name="connsiteX12" fmla="*/ 139427 w 486601"/>
                <a:gd name="connsiteY12" fmla="*/ 71602 h 105820"/>
                <a:gd name="connsiteX13" fmla="*/ 53789 w 486601"/>
                <a:gd name="connsiteY13" fmla="*/ 71367 h 105820"/>
                <a:gd name="connsiteX14" fmla="*/ 35039 w 486601"/>
                <a:gd name="connsiteY14" fmla="*/ 74883 h 105820"/>
                <a:gd name="connsiteX15" fmla="*/ 27773 w 486601"/>
                <a:gd name="connsiteY15" fmla="*/ 84727 h 105820"/>
                <a:gd name="connsiteX16" fmla="*/ 35039 w 486601"/>
                <a:gd name="connsiteY16" fmla="*/ 94688 h 105820"/>
                <a:gd name="connsiteX17" fmla="*/ 53789 w 486601"/>
                <a:gd name="connsiteY17" fmla="*/ 98320 h 105820"/>
                <a:gd name="connsiteX18" fmla="*/ 72539 w 486601"/>
                <a:gd name="connsiteY18" fmla="*/ 94805 h 105820"/>
                <a:gd name="connsiteX19" fmla="*/ 79922 w 486601"/>
                <a:gd name="connsiteY19" fmla="*/ 85078 h 105820"/>
                <a:gd name="connsiteX20" fmla="*/ 72539 w 486601"/>
                <a:gd name="connsiteY20" fmla="*/ 75052 h 105820"/>
                <a:gd name="connsiteX21" fmla="*/ 53789 w 486601"/>
                <a:gd name="connsiteY21" fmla="*/ 71367 h 105820"/>
                <a:gd name="connsiteX22" fmla="*/ 215234 w 486601"/>
                <a:gd name="connsiteY22" fmla="*/ 67852 h 105820"/>
                <a:gd name="connsiteX23" fmla="*/ 281680 w 486601"/>
                <a:gd name="connsiteY23" fmla="*/ 67852 h 105820"/>
                <a:gd name="connsiteX24" fmla="*/ 283607 w 486601"/>
                <a:gd name="connsiteY24" fmla="*/ 68372 h 105820"/>
                <a:gd name="connsiteX25" fmla="*/ 284141 w 486601"/>
                <a:gd name="connsiteY25" fmla="*/ 70312 h 105820"/>
                <a:gd name="connsiteX26" fmla="*/ 284141 w 486601"/>
                <a:gd name="connsiteY26" fmla="*/ 104531 h 105820"/>
                <a:gd name="connsiteX27" fmla="*/ 275000 w 486601"/>
                <a:gd name="connsiteY27" fmla="*/ 104531 h 105820"/>
                <a:gd name="connsiteX28" fmla="*/ 275000 w 486601"/>
                <a:gd name="connsiteY28" fmla="*/ 75820 h 105820"/>
                <a:gd name="connsiteX29" fmla="*/ 215234 w 486601"/>
                <a:gd name="connsiteY29" fmla="*/ 75820 h 105820"/>
                <a:gd name="connsiteX30" fmla="*/ 139427 w 486601"/>
                <a:gd name="connsiteY30" fmla="*/ 64102 h 105820"/>
                <a:gd name="connsiteX31" fmla="*/ 167083 w 486601"/>
                <a:gd name="connsiteY31" fmla="*/ 70078 h 105820"/>
                <a:gd name="connsiteX32" fmla="*/ 176810 w 486601"/>
                <a:gd name="connsiteY32" fmla="*/ 84961 h 105820"/>
                <a:gd name="connsiteX33" fmla="*/ 167136 w 486601"/>
                <a:gd name="connsiteY33" fmla="*/ 99896 h 105820"/>
                <a:gd name="connsiteX34" fmla="*/ 139427 w 486601"/>
                <a:gd name="connsiteY34" fmla="*/ 105820 h 105820"/>
                <a:gd name="connsiteX35" fmla="*/ 111654 w 486601"/>
                <a:gd name="connsiteY35" fmla="*/ 99896 h 105820"/>
                <a:gd name="connsiteX36" fmla="*/ 101927 w 486601"/>
                <a:gd name="connsiteY36" fmla="*/ 84961 h 105820"/>
                <a:gd name="connsiteX37" fmla="*/ 111654 w 486601"/>
                <a:gd name="connsiteY37" fmla="*/ 70078 h 105820"/>
                <a:gd name="connsiteX38" fmla="*/ 139427 w 486601"/>
                <a:gd name="connsiteY38" fmla="*/ 64102 h 105820"/>
                <a:gd name="connsiteX39" fmla="*/ 53789 w 486601"/>
                <a:gd name="connsiteY39" fmla="*/ 63867 h 105820"/>
                <a:gd name="connsiteX40" fmla="*/ 79974 w 486601"/>
                <a:gd name="connsiteY40" fmla="*/ 69661 h 105820"/>
                <a:gd name="connsiteX41" fmla="*/ 89649 w 486601"/>
                <a:gd name="connsiteY41" fmla="*/ 84961 h 105820"/>
                <a:gd name="connsiteX42" fmla="*/ 79974 w 486601"/>
                <a:gd name="connsiteY42" fmla="*/ 100130 h 105820"/>
                <a:gd name="connsiteX43" fmla="*/ 53789 w 486601"/>
                <a:gd name="connsiteY43" fmla="*/ 105703 h 105820"/>
                <a:gd name="connsiteX44" fmla="*/ 27591 w 486601"/>
                <a:gd name="connsiteY44" fmla="*/ 100078 h 105820"/>
                <a:gd name="connsiteX45" fmla="*/ 18047 w 486601"/>
                <a:gd name="connsiteY45" fmla="*/ 84844 h 105820"/>
                <a:gd name="connsiteX46" fmla="*/ 27656 w 486601"/>
                <a:gd name="connsiteY46" fmla="*/ 69609 h 105820"/>
                <a:gd name="connsiteX47" fmla="*/ 53789 w 486601"/>
                <a:gd name="connsiteY47" fmla="*/ 63867 h 105820"/>
                <a:gd name="connsiteX48" fmla="*/ 129818 w 486601"/>
                <a:gd name="connsiteY48" fmla="*/ 24609 h 105820"/>
                <a:gd name="connsiteX49" fmla="*/ 139193 w 486601"/>
                <a:gd name="connsiteY49" fmla="*/ 24609 h 105820"/>
                <a:gd name="connsiteX50" fmla="*/ 139193 w 486601"/>
                <a:gd name="connsiteY50" fmla="*/ 46523 h 105820"/>
                <a:gd name="connsiteX51" fmla="*/ 187005 w 486601"/>
                <a:gd name="connsiteY51" fmla="*/ 46523 h 105820"/>
                <a:gd name="connsiteX52" fmla="*/ 187005 w 486601"/>
                <a:gd name="connsiteY52" fmla="*/ 54609 h 105820"/>
                <a:gd name="connsiteX53" fmla="*/ 91849 w 486601"/>
                <a:gd name="connsiteY53" fmla="*/ 54609 h 105820"/>
                <a:gd name="connsiteX54" fmla="*/ 91849 w 486601"/>
                <a:gd name="connsiteY54" fmla="*/ 46523 h 105820"/>
                <a:gd name="connsiteX55" fmla="*/ 129818 w 486601"/>
                <a:gd name="connsiteY55" fmla="*/ 46523 h 105820"/>
                <a:gd name="connsiteX56" fmla="*/ 334974 w 486601"/>
                <a:gd name="connsiteY56" fmla="*/ 10078 h 105820"/>
                <a:gd name="connsiteX57" fmla="*/ 315808 w 486601"/>
                <a:gd name="connsiteY57" fmla="*/ 15638 h 105820"/>
                <a:gd name="connsiteX58" fmla="*/ 308490 w 486601"/>
                <a:gd name="connsiteY58" fmla="*/ 31172 h 105820"/>
                <a:gd name="connsiteX59" fmla="*/ 315925 w 486601"/>
                <a:gd name="connsiteY59" fmla="*/ 46523 h 105820"/>
                <a:gd name="connsiteX60" fmla="*/ 334974 w 486601"/>
                <a:gd name="connsiteY60" fmla="*/ 52149 h 105820"/>
                <a:gd name="connsiteX61" fmla="*/ 345404 w 486601"/>
                <a:gd name="connsiteY61" fmla="*/ 50677 h 105820"/>
                <a:gd name="connsiteX62" fmla="*/ 353724 w 486601"/>
                <a:gd name="connsiteY62" fmla="*/ 46523 h 105820"/>
                <a:gd name="connsiteX63" fmla="*/ 359284 w 486601"/>
                <a:gd name="connsiteY63" fmla="*/ 39961 h 105820"/>
                <a:gd name="connsiteX64" fmla="*/ 361341 w 486601"/>
                <a:gd name="connsiteY64" fmla="*/ 31172 h 105820"/>
                <a:gd name="connsiteX65" fmla="*/ 353959 w 486601"/>
                <a:gd name="connsiteY65" fmla="*/ 15638 h 105820"/>
                <a:gd name="connsiteX66" fmla="*/ 334974 w 486601"/>
                <a:gd name="connsiteY66" fmla="*/ 10078 h 105820"/>
                <a:gd name="connsiteX67" fmla="*/ 403985 w 486601"/>
                <a:gd name="connsiteY67" fmla="*/ 4922 h 105820"/>
                <a:gd name="connsiteX68" fmla="*/ 470196 w 486601"/>
                <a:gd name="connsiteY68" fmla="*/ 4922 h 105820"/>
                <a:gd name="connsiteX69" fmla="*/ 472123 w 486601"/>
                <a:gd name="connsiteY69" fmla="*/ 5443 h 105820"/>
                <a:gd name="connsiteX70" fmla="*/ 472656 w 486601"/>
                <a:gd name="connsiteY70" fmla="*/ 7383 h 105820"/>
                <a:gd name="connsiteX71" fmla="*/ 472656 w 486601"/>
                <a:gd name="connsiteY71" fmla="*/ 35391 h 105820"/>
                <a:gd name="connsiteX72" fmla="*/ 472123 w 486601"/>
                <a:gd name="connsiteY72" fmla="*/ 37318 h 105820"/>
                <a:gd name="connsiteX73" fmla="*/ 470196 w 486601"/>
                <a:gd name="connsiteY73" fmla="*/ 37852 h 105820"/>
                <a:gd name="connsiteX74" fmla="*/ 413242 w 486601"/>
                <a:gd name="connsiteY74" fmla="*/ 37852 h 105820"/>
                <a:gd name="connsiteX75" fmla="*/ 413242 w 486601"/>
                <a:gd name="connsiteY75" fmla="*/ 55898 h 105820"/>
                <a:gd name="connsiteX76" fmla="*/ 475938 w 486601"/>
                <a:gd name="connsiteY76" fmla="*/ 55898 h 105820"/>
                <a:gd name="connsiteX77" fmla="*/ 475938 w 486601"/>
                <a:gd name="connsiteY77" fmla="*/ 63633 h 105820"/>
                <a:gd name="connsiteX78" fmla="*/ 443477 w 486601"/>
                <a:gd name="connsiteY78" fmla="*/ 63633 h 105820"/>
                <a:gd name="connsiteX79" fmla="*/ 443477 w 486601"/>
                <a:gd name="connsiteY79" fmla="*/ 82969 h 105820"/>
                <a:gd name="connsiteX80" fmla="*/ 486602 w 486601"/>
                <a:gd name="connsiteY80" fmla="*/ 82969 h 105820"/>
                <a:gd name="connsiteX81" fmla="*/ 486602 w 486601"/>
                <a:gd name="connsiteY81" fmla="*/ 90937 h 105820"/>
                <a:gd name="connsiteX82" fmla="*/ 391211 w 486601"/>
                <a:gd name="connsiteY82" fmla="*/ 90937 h 105820"/>
                <a:gd name="connsiteX83" fmla="*/ 391211 w 486601"/>
                <a:gd name="connsiteY83" fmla="*/ 82969 h 105820"/>
                <a:gd name="connsiteX84" fmla="*/ 433985 w 486601"/>
                <a:gd name="connsiteY84" fmla="*/ 82969 h 105820"/>
                <a:gd name="connsiteX85" fmla="*/ 433985 w 486601"/>
                <a:gd name="connsiteY85" fmla="*/ 63633 h 105820"/>
                <a:gd name="connsiteX86" fmla="*/ 406680 w 486601"/>
                <a:gd name="connsiteY86" fmla="*/ 63633 h 105820"/>
                <a:gd name="connsiteX87" fmla="*/ 404740 w 486601"/>
                <a:gd name="connsiteY87" fmla="*/ 63099 h 105820"/>
                <a:gd name="connsiteX88" fmla="*/ 404219 w 486601"/>
                <a:gd name="connsiteY88" fmla="*/ 61172 h 105820"/>
                <a:gd name="connsiteX89" fmla="*/ 404219 w 486601"/>
                <a:gd name="connsiteY89" fmla="*/ 32578 h 105820"/>
                <a:gd name="connsiteX90" fmla="*/ 404740 w 486601"/>
                <a:gd name="connsiteY90" fmla="*/ 30638 h 105820"/>
                <a:gd name="connsiteX91" fmla="*/ 406680 w 486601"/>
                <a:gd name="connsiteY91" fmla="*/ 30117 h 105820"/>
                <a:gd name="connsiteX92" fmla="*/ 463516 w 486601"/>
                <a:gd name="connsiteY92" fmla="*/ 30117 h 105820"/>
                <a:gd name="connsiteX93" fmla="*/ 463516 w 486601"/>
                <a:gd name="connsiteY93" fmla="*/ 12656 h 105820"/>
                <a:gd name="connsiteX94" fmla="*/ 403985 w 486601"/>
                <a:gd name="connsiteY94" fmla="*/ 12656 h 105820"/>
                <a:gd name="connsiteX95" fmla="*/ 203984 w 486601"/>
                <a:gd name="connsiteY95" fmla="*/ 4805 h 105820"/>
                <a:gd name="connsiteX96" fmla="*/ 254609 w 486601"/>
                <a:gd name="connsiteY96" fmla="*/ 4805 h 105820"/>
                <a:gd name="connsiteX97" fmla="*/ 254609 w 486601"/>
                <a:gd name="connsiteY97" fmla="*/ 12656 h 105820"/>
                <a:gd name="connsiteX98" fmla="*/ 234219 w 486601"/>
                <a:gd name="connsiteY98" fmla="*/ 12656 h 105820"/>
                <a:gd name="connsiteX99" fmla="*/ 234219 w 486601"/>
                <a:gd name="connsiteY99" fmla="*/ 17461 h 105820"/>
                <a:gd name="connsiteX100" fmla="*/ 236211 w 486601"/>
                <a:gd name="connsiteY100" fmla="*/ 28411 h 105820"/>
                <a:gd name="connsiteX101" fmla="*/ 241367 w 486601"/>
                <a:gd name="connsiteY101" fmla="*/ 37266 h 105820"/>
                <a:gd name="connsiteX102" fmla="*/ 250391 w 486601"/>
                <a:gd name="connsiteY102" fmla="*/ 45286 h 105820"/>
                <a:gd name="connsiteX103" fmla="*/ 261055 w 486601"/>
                <a:gd name="connsiteY103" fmla="*/ 50391 h 105820"/>
                <a:gd name="connsiteX104" fmla="*/ 257656 w 486601"/>
                <a:gd name="connsiteY104" fmla="*/ 53841 h 105820"/>
                <a:gd name="connsiteX105" fmla="*/ 254961 w 486601"/>
                <a:gd name="connsiteY105" fmla="*/ 57188 h 105820"/>
                <a:gd name="connsiteX106" fmla="*/ 248047 w 486601"/>
                <a:gd name="connsiteY106" fmla="*/ 53490 h 105820"/>
                <a:gd name="connsiteX107" fmla="*/ 240781 w 486601"/>
                <a:gd name="connsiteY107" fmla="*/ 48281 h 105820"/>
                <a:gd name="connsiteX108" fmla="*/ 234570 w 486601"/>
                <a:gd name="connsiteY108" fmla="*/ 42357 h 105820"/>
                <a:gd name="connsiteX109" fmla="*/ 229531 w 486601"/>
                <a:gd name="connsiteY109" fmla="*/ 34805 h 105820"/>
                <a:gd name="connsiteX110" fmla="*/ 225365 w 486601"/>
                <a:gd name="connsiteY110" fmla="*/ 42591 h 105820"/>
                <a:gd name="connsiteX111" fmla="*/ 219922 w 486601"/>
                <a:gd name="connsiteY111" fmla="*/ 49219 h 105820"/>
                <a:gd name="connsiteX112" fmla="*/ 212122 w 486601"/>
                <a:gd name="connsiteY112" fmla="*/ 55430 h 105820"/>
                <a:gd name="connsiteX113" fmla="*/ 203867 w 486601"/>
                <a:gd name="connsiteY113" fmla="*/ 60352 h 105820"/>
                <a:gd name="connsiteX114" fmla="*/ 202344 w 486601"/>
                <a:gd name="connsiteY114" fmla="*/ 58945 h 105820"/>
                <a:gd name="connsiteX115" fmla="*/ 200469 w 486601"/>
                <a:gd name="connsiteY115" fmla="*/ 57305 h 105820"/>
                <a:gd name="connsiteX116" fmla="*/ 198412 w 486601"/>
                <a:gd name="connsiteY116" fmla="*/ 55664 h 105820"/>
                <a:gd name="connsiteX117" fmla="*/ 196602 w 486601"/>
                <a:gd name="connsiteY117" fmla="*/ 54141 h 105820"/>
                <a:gd name="connsiteX118" fmla="*/ 208320 w 486601"/>
                <a:gd name="connsiteY118" fmla="*/ 47461 h 105820"/>
                <a:gd name="connsiteX119" fmla="*/ 218047 w 486601"/>
                <a:gd name="connsiteY119" fmla="*/ 38086 h 105820"/>
                <a:gd name="connsiteX120" fmla="*/ 222904 w 486601"/>
                <a:gd name="connsiteY120" fmla="*/ 28646 h 105820"/>
                <a:gd name="connsiteX121" fmla="*/ 224727 w 486601"/>
                <a:gd name="connsiteY121" fmla="*/ 17109 h 105820"/>
                <a:gd name="connsiteX122" fmla="*/ 224727 w 486601"/>
                <a:gd name="connsiteY122" fmla="*/ 12656 h 105820"/>
                <a:gd name="connsiteX123" fmla="*/ 203984 w 486601"/>
                <a:gd name="connsiteY123" fmla="*/ 12656 h 105820"/>
                <a:gd name="connsiteX124" fmla="*/ 102865 w 486601"/>
                <a:gd name="connsiteY124" fmla="*/ 3047 h 105820"/>
                <a:gd name="connsiteX125" fmla="*/ 173646 w 486601"/>
                <a:gd name="connsiteY125" fmla="*/ 3047 h 105820"/>
                <a:gd name="connsiteX126" fmla="*/ 175573 w 486601"/>
                <a:gd name="connsiteY126" fmla="*/ 3568 h 105820"/>
                <a:gd name="connsiteX127" fmla="*/ 176107 w 486601"/>
                <a:gd name="connsiteY127" fmla="*/ 5508 h 105820"/>
                <a:gd name="connsiteX128" fmla="*/ 174583 w 486601"/>
                <a:gd name="connsiteY128" fmla="*/ 23724 h 105820"/>
                <a:gd name="connsiteX129" fmla="*/ 172123 w 486601"/>
                <a:gd name="connsiteY129" fmla="*/ 38672 h 105820"/>
                <a:gd name="connsiteX130" fmla="*/ 163216 w 486601"/>
                <a:gd name="connsiteY130" fmla="*/ 38672 h 105820"/>
                <a:gd name="connsiteX131" fmla="*/ 165443 w 486601"/>
                <a:gd name="connsiteY131" fmla="*/ 25078 h 105820"/>
                <a:gd name="connsiteX132" fmla="*/ 166615 w 486601"/>
                <a:gd name="connsiteY132" fmla="*/ 11016 h 105820"/>
                <a:gd name="connsiteX133" fmla="*/ 102865 w 486601"/>
                <a:gd name="connsiteY133" fmla="*/ 11016 h 105820"/>
                <a:gd name="connsiteX134" fmla="*/ 28008 w 486601"/>
                <a:gd name="connsiteY134" fmla="*/ 2578 h 105820"/>
                <a:gd name="connsiteX135" fmla="*/ 37734 w 486601"/>
                <a:gd name="connsiteY135" fmla="*/ 2578 h 105820"/>
                <a:gd name="connsiteX136" fmla="*/ 37734 w 486601"/>
                <a:gd name="connsiteY136" fmla="*/ 12656 h 105820"/>
                <a:gd name="connsiteX137" fmla="*/ 39961 w 486601"/>
                <a:gd name="connsiteY137" fmla="*/ 24896 h 105820"/>
                <a:gd name="connsiteX138" fmla="*/ 45938 w 486601"/>
                <a:gd name="connsiteY138" fmla="*/ 34922 h 105820"/>
                <a:gd name="connsiteX139" fmla="*/ 54609 w 486601"/>
                <a:gd name="connsiteY139" fmla="*/ 42422 h 105820"/>
                <a:gd name="connsiteX140" fmla="*/ 64922 w 486601"/>
                <a:gd name="connsiteY140" fmla="*/ 47344 h 105820"/>
                <a:gd name="connsiteX141" fmla="*/ 58945 w 486601"/>
                <a:gd name="connsiteY141" fmla="*/ 54609 h 105820"/>
                <a:gd name="connsiteX142" fmla="*/ 51849 w 486601"/>
                <a:gd name="connsiteY142" fmla="*/ 50794 h 105820"/>
                <a:gd name="connsiteX143" fmla="*/ 44648 w 486601"/>
                <a:gd name="connsiteY143" fmla="*/ 45703 h 105820"/>
                <a:gd name="connsiteX144" fmla="*/ 38086 w 486601"/>
                <a:gd name="connsiteY144" fmla="*/ 39310 h 105820"/>
                <a:gd name="connsiteX145" fmla="*/ 32930 w 486601"/>
                <a:gd name="connsiteY145" fmla="*/ 31641 h 105820"/>
                <a:gd name="connsiteX146" fmla="*/ 28529 w 486601"/>
                <a:gd name="connsiteY146" fmla="*/ 39961 h 105820"/>
                <a:gd name="connsiteX147" fmla="*/ 22266 w 486601"/>
                <a:gd name="connsiteY147" fmla="*/ 47109 h 105820"/>
                <a:gd name="connsiteX148" fmla="*/ 14935 w 486601"/>
                <a:gd name="connsiteY148" fmla="*/ 53021 h 105820"/>
                <a:gd name="connsiteX149" fmla="*/ 7148 w 486601"/>
                <a:gd name="connsiteY149" fmla="*/ 57539 h 105820"/>
                <a:gd name="connsiteX150" fmla="*/ 0 w 486601"/>
                <a:gd name="connsiteY150" fmla="*/ 51211 h 105820"/>
                <a:gd name="connsiteX151" fmla="*/ 10716 w 486601"/>
                <a:gd name="connsiteY151" fmla="*/ 45117 h 105820"/>
                <a:gd name="connsiteX152" fmla="*/ 19688 w 486601"/>
                <a:gd name="connsiteY152" fmla="*/ 36914 h 105820"/>
                <a:gd name="connsiteX153" fmla="*/ 25716 w 486601"/>
                <a:gd name="connsiteY153" fmla="*/ 26419 h 105820"/>
                <a:gd name="connsiteX154" fmla="*/ 28008 w 486601"/>
                <a:gd name="connsiteY154" fmla="*/ 13711 h 105820"/>
                <a:gd name="connsiteX155" fmla="*/ 334974 w 486601"/>
                <a:gd name="connsiteY155" fmla="*/ 2227 h 105820"/>
                <a:gd name="connsiteX156" fmla="*/ 349857 w 486601"/>
                <a:gd name="connsiteY156" fmla="*/ 4453 h 105820"/>
                <a:gd name="connsiteX157" fmla="*/ 361224 w 486601"/>
                <a:gd name="connsiteY157" fmla="*/ 10547 h 105820"/>
                <a:gd name="connsiteX158" fmla="*/ 368490 w 486601"/>
                <a:gd name="connsiteY158" fmla="*/ 19687 h 105820"/>
                <a:gd name="connsiteX159" fmla="*/ 371068 w 486601"/>
                <a:gd name="connsiteY159" fmla="*/ 31172 h 105820"/>
                <a:gd name="connsiteX160" fmla="*/ 368490 w 486601"/>
                <a:gd name="connsiteY160" fmla="*/ 43060 h 105820"/>
                <a:gd name="connsiteX161" fmla="*/ 361224 w 486601"/>
                <a:gd name="connsiteY161" fmla="*/ 52149 h 105820"/>
                <a:gd name="connsiteX162" fmla="*/ 349792 w 486601"/>
                <a:gd name="connsiteY162" fmla="*/ 58008 h 105820"/>
                <a:gd name="connsiteX163" fmla="*/ 334974 w 486601"/>
                <a:gd name="connsiteY163" fmla="*/ 60000 h 105820"/>
                <a:gd name="connsiteX164" fmla="*/ 319909 w 486601"/>
                <a:gd name="connsiteY164" fmla="*/ 58008 h 105820"/>
                <a:gd name="connsiteX165" fmla="*/ 308490 w 486601"/>
                <a:gd name="connsiteY165" fmla="*/ 52149 h 105820"/>
                <a:gd name="connsiteX166" fmla="*/ 301276 w 486601"/>
                <a:gd name="connsiteY166" fmla="*/ 43060 h 105820"/>
                <a:gd name="connsiteX167" fmla="*/ 298763 w 486601"/>
                <a:gd name="connsiteY167" fmla="*/ 31172 h 105820"/>
                <a:gd name="connsiteX168" fmla="*/ 301276 w 486601"/>
                <a:gd name="connsiteY168" fmla="*/ 19687 h 105820"/>
                <a:gd name="connsiteX169" fmla="*/ 308490 w 486601"/>
                <a:gd name="connsiteY169" fmla="*/ 10547 h 105820"/>
                <a:gd name="connsiteX170" fmla="*/ 319909 w 486601"/>
                <a:gd name="connsiteY170" fmla="*/ 4453 h 105820"/>
                <a:gd name="connsiteX171" fmla="*/ 334974 w 486601"/>
                <a:gd name="connsiteY171" fmla="*/ 2227 h 105820"/>
                <a:gd name="connsiteX172" fmla="*/ 275117 w 486601"/>
                <a:gd name="connsiteY172" fmla="*/ 0 h 105820"/>
                <a:gd name="connsiteX173" fmla="*/ 284258 w 486601"/>
                <a:gd name="connsiteY173" fmla="*/ 0 h 105820"/>
                <a:gd name="connsiteX174" fmla="*/ 284258 w 486601"/>
                <a:gd name="connsiteY174" fmla="*/ 62344 h 105820"/>
                <a:gd name="connsiteX175" fmla="*/ 275117 w 486601"/>
                <a:gd name="connsiteY175" fmla="*/ 62344 h 105820"/>
                <a:gd name="connsiteX176" fmla="*/ 275117 w 486601"/>
                <a:gd name="connsiteY176" fmla="*/ 31524 h 105820"/>
                <a:gd name="connsiteX177" fmla="*/ 253438 w 486601"/>
                <a:gd name="connsiteY177" fmla="*/ 31524 h 105820"/>
                <a:gd name="connsiteX178" fmla="*/ 253438 w 486601"/>
                <a:gd name="connsiteY178" fmla="*/ 23438 h 105820"/>
                <a:gd name="connsiteX179" fmla="*/ 275117 w 486601"/>
                <a:gd name="connsiteY179" fmla="*/ 23438 h 105820"/>
                <a:gd name="connsiteX180" fmla="*/ 78516 w 486601"/>
                <a:gd name="connsiteY180" fmla="*/ 0 h 105820"/>
                <a:gd name="connsiteX181" fmla="*/ 87656 w 486601"/>
                <a:gd name="connsiteY181" fmla="*/ 0 h 105820"/>
                <a:gd name="connsiteX182" fmla="*/ 87656 w 486601"/>
                <a:gd name="connsiteY182" fmla="*/ 62695 h 105820"/>
                <a:gd name="connsiteX183" fmla="*/ 78516 w 486601"/>
                <a:gd name="connsiteY183" fmla="*/ 62695 h 105820"/>
                <a:gd name="connsiteX184" fmla="*/ 78516 w 486601"/>
                <a:gd name="connsiteY184" fmla="*/ 27656 h 105820"/>
                <a:gd name="connsiteX185" fmla="*/ 55430 w 486601"/>
                <a:gd name="connsiteY185" fmla="*/ 27656 h 105820"/>
                <a:gd name="connsiteX186" fmla="*/ 55430 w 486601"/>
                <a:gd name="connsiteY186" fmla="*/ 19687 h 105820"/>
                <a:gd name="connsiteX187" fmla="*/ 78516 w 486601"/>
                <a:gd name="connsiteY187" fmla="*/ 19687 h 10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486601" h="105820">
                  <a:moveTo>
                    <a:pt x="287045" y="81797"/>
                  </a:moveTo>
                  <a:lnTo>
                    <a:pt x="382435" y="81797"/>
                  </a:lnTo>
                  <a:lnTo>
                    <a:pt x="382435" y="89766"/>
                  </a:lnTo>
                  <a:lnTo>
                    <a:pt x="287045" y="89766"/>
                  </a:lnTo>
                  <a:close/>
                  <a:moveTo>
                    <a:pt x="139427" y="71602"/>
                  </a:moveTo>
                  <a:cubicBezTo>
                    <a:pt x="131224" y="71602"/>
                    <a:pt x="124635" y="72748"/>
                    <a:pt x="119675" y="75052"/>
                  </a:cubicBezTo>
                  <a:cubicBezTo>
                    <a:pt x="114714" y="77357"/>
                    <a:pt x="112240" y="80625"/>
                    <a:pt x="112240" y="84844"/>
                  </a:cubicBezTo>
                  <a:cubicBezTo>
                    <a:pt x="112240" y="89297"/>
                    <a:pt x="114714" y="92669"/>
                    <a:pt x="119675" y="94974"/>
                  </a:cubicBezTo>
                  <a:cubicBezTo>
                    <a:pt x="124635" y="97279"/>
                    <a:pt x="131224" y="98438"/>
                    <a:pt x="139427" y="98438"/>
                  </a:cubicBezTo>
                  <a:cubicBezTo>
                    <a:pt x="147396" y="98438"/>
                    <a:pt x="153932" y="97279"/>
                    <a:pt x="159050" y="94974"/>
                  </a:cubicBezTo>
                  <a:cubicBezTo>
                    <a:pt x="164167" y="92669"/>
                    <a:pt x="166732" y="89297"/>
                    <a:pt x="166732" y="84844"/>
                  </a:cubicBezTo>
                  <a:cubicBezTo>
                    <a:pt x="166732" y="80625"/>
                    <a:pt x="164167" y="77357"/>
                    <a:pt x="159050" y="75052"/>
                  </a:cubicBezTo>
                  <a:cubicBezTo>
                    <a:pt x="153932" y="72748"/>
                    <a:pt x="147396" y="71602"/>
                    <a:pt x="139427" y="71602"/>
                  </a:cubicBezTo>
                  <a:close/>
                  <a:moveTo>
                    <a:pt x="53789" y="71367"/>
                  </a:moveTo>
                  <a:cubicBezTo>
                    <a:pt x="46133" y="71367"/>
                    <a:pt x="39883" y="72539"/>
                    <a:pt x="35039" y="74883"/>
                  </a:cubicBezTo>
                  <a:cubicBezTo>
                    <a:pt x="30195" y="77227"/>
                    <a:pt x="27773" y="80508"/>
                    <a:pt x="27773" y="84727"/>
                  </a:cubicBezTo>
                  <a:cubicBezTo>
                    <a:pt x="27773" y="88945"/>
                    <a:pt x="30195" y="92266"/>
                    <a:pt x="35039" y="94688"/>
                  </a:cubicBezTo>
                  <a:cubicBezTo>
                    <a:pt x="39883" y="97109"/>
                    <a:pt x="46133" y="98320"/>
                    <a:pt x="53789" y="98320"/>
                  </a:cubicBezTo>
                  <a:cubicBezTo>
                    <a:pt x="61367" y="98320"/>
                    <a:pt x="67617" y="97148"/>
                    <a:pt x="72539" y="94805"/>
                  </a:cubicBezTo>
                  <a:cubicBezTo>
                    <a:pt x="77461" y="92461"/>
                    <a:pt x="79922" y="89219"/>
                    <a:pt x="79922" y="85078"/>
                  </a:cubicBezTo>
                  <a:cubicBezTo>
                    <a:pt x="79922" y="80859"/>
                    <a:pt x="77461" y="77513"/>
                    <a:pt x="72539" y="75052"/>
                  </a:cubicBezTo>
                  <a:cubicBezTo>
                    <a:pt x="67617" y="72591"/>
                    <a:pt x="61367" y="71367"/>
                    <a:pt x="53789" y="71367"/>
                  </a:cubicBezTo>
                  <a:close/>
                  <a:moveTo>
                    <a:pt x="215234" y="67852"/>
                  </a:moveTo>
                  <a:lnTo>
                    <a:pt x="281680" y="67852"/>
                  </a:lnTo>
                  <a:cubicBezTo>
                    <a:pt x="282617" y="67852"/>
                    <a:pt x="283255" y="68021"/>
                    <a:pt x="283607" y="68372"/>
                  </a:cubicBezTo>
                  <a:cubicBezTo>
                    <a:pt x="283958" y="68724"/>
                    <a:pt x="284141" y="69375"/>
                    <a:pt x="284141" y="70312"/>
                  </a:cubicBezTo>
                  <a:lnTo>
                    <a:pt x="284141" y="104531"/>
                  </a:lnTo>
                  <a:lnTo>
                    <a:pt x="275000" y="104531"/>
                  </a:lnTo>
                  <a:lnTo>
                    <a:pt x="275000" y="75820"/>
                  </a:lnTo>
                  <a:lnTo>
                    <a:pt x="215234" y="75820"/>
                  </a:lnTo>
                  <a:close/>
                  <a:moveTo>
                    <a:pt x="139427" y="64102"/>
                  </a:moveTo>
                  <a:cubicBezTo>
                    <a:pt x="151380" y="64102"/>
                    <a:pt x="160599" y="66094"/>
                    <a:pt x="167083" y="70078"/>
                  </a:cubicBezTo>
                  <a:cubicBezTo>
                    <a:pt x="173568" y="74063"/>
                    <a:pt x="176810" y="79023"/>
                    <a:pt x="176810" y="84961"/>
                  </a:cubicBezTo>
                  <a:cubicBezTo>
                    <a:pt x="176810" y="90977"/>
                    <a:pt x="173581" y="95951"/>
                    <a:pt x="167136" y="99896"/>
                  </a:cubicBezTo>
                  <a:cubicBezTo>
                    <a:pt x="160690" y="103841"/>
                    <a:pt x="151458" y="105820"/>
                    <a:pt x="139427" y="105820"/>
                  </a:cubicBezTo>
                  <a:cubicBezTo>
                    <a:pt x="127396" y="105820"/>
                    <a:pt x="118138" y="103841"/>
                    <a:pt x="111654" y="99896"/>
                  </a:cubicBezTo>
                  <a:cubicBezTo>
                    <a:pt x="105169" y="95951"/>
                    <a:pt x="101927" y="90977"/>
                    <a:pt x="101927" y="84961"/>
                  </a:cubicBezTo>
                  <a:cubicBezTo>
                    <a:pt x="101927" y="79023"/>
                    <a:pt x="105169" y="74063"/>
                    <a:pt x="111654" y="70078"/>
                  </a:cubicBezTo>
                  <a:cubicBezTo>
                    <a:pt x="118138" y="66094"/>
                    <a:pt x="127396" y="64102"/>
                    <a:pt x="139427" y="64102"/>
                  </a:cubicBezTo>
                  <a:close/>
                  <a:moveTo>
                    <a:pt x="53789" y="63867"/>
                  </a:moveTo>
                  <a:cubicBezTo>
                    <a:pt x="64805" y="63867"/>
                    <a:pt x="73529" y="65794"/>
                    <a:pt x="79974" y="69661"/>
                  </a:cubicBezTo>
                  <a:cubicBezTo>
                    <a:pt x="86419" y="73529"/>
                    <a:pt x="89649" y="78633"/>
                    <a:pt x="89649" y="84961"/>
                  </a:cubicBezTo>
                  <a:cubicBezTo>
                    <a:pt x="89649" y="91367"/>
                    <a:pt x="86419" y="96419"/>
                    <a:pt x="79974" y="100130"/>
                  </a:cubicBezTo>
                  <a:cubicBezTo>
                    <a:pt x="73529" y="103841"/>
                    <a:pt x="64805" y="105703"/>
                    <a:pt x="53789" y="105703"/>
                  </a:cubicBezTo>
                  <a:cubicBezTo>
                    <a:pt x="42695" y="105703"/>
                    <a:pt x="33958" y="103828"/>
                    <a:pt x="27591" y="100078"/>
                  </a:cubicBezTo>
                  <a:cubicBezTo>
                    <a:pt x="21224" y="96328"/>
                    <a:pt x="18047" y="91250"/>
                    <a:pt x="18047" y="84844"/>
                  </a:cubicBezTo>
                  <a:cubicBezTo>
                    <a:pt x="18047" y="78516"/>
                    <a:pt x="21250" y="73438"/>
                    <a:pt x="27656" y="69609"/>
                  </a:cubicBezTo>
                  <a:cubicBezTo>
                    <a:pt x="34062" y="65781"/>
                    <a:pt x="42773" y="63867"/>
                    <a:pt x="53789" y="63867"/>
                  </a:cubicBezTo>
                  <a:close/>
                  <a:moveTo>
                    <a:pt x="129818" y="24609"/>
                  </a:moveTo>
                  <a:lnTo>
                    <a:pt x="139193" y="24609"/>
                  </a:lnTo>
                  <a:lnTo>
                    <a:pt x="139193" y="46523"/>
                  </a:lnTo>
                  <a:lnTo>
                    <a:pt x="187005" y="46523"/>
                  </a:lnTo>
                  <a:lnTo>
                    <a:pt x="187005" y="54609"/>
                  </a:lnTo>
                  <a:lnTo>
                    <a:pt x="91849" y="54609"/>
                  </a:lnTo>
                  <a:lnTo>
                    <a:pt x="91849" y="46523"/>
                  </a:lnTo>
                  <a:lnTo>
                    <a:pt x="129818" y="46523"/>
                  </a:lnTo>
                  <a:close/>
                  <a:moveTo>
                    <a:pt x="334974" y="10078"/>
                  </a:moveTo>
                  <a:cubicBezTo>
                    <a:pt x="327084" y="10078"/>
                    <a:pt x="320690" y="11927"/>
                    <a:pt x="315808" y="15638"/>
                  </a:cubicBezTo>
                  <a:cubicBezTo>
                    <a:pt x="310925" y="19349"/>
                    <a:pt x="308490" y="24531"/>
                    <a:pt x="308490" y="31172"/>
                  </a:cubicBezTo>
                  <a:cubicBezTo>
                    <a:pt x="308490" y="37656"/>
                    <a:pt x="310964" y="42774"/>
                    <a:pt x="315925" y="46523"/>
                  </a:cubicBezTo>
                  <a:cubicBezTo>
                    <a:pt x="320886" y="50273"/>
                    <a:pt x="327240" y="52149"/>
                    <a:pt x="334974" y="52149"/>
                  </a:cubicBezTo>
                  <a:cubicBezTo>
                    <a:pt x="338724" y="52149"/>
                    <a:pt x="342201" y="51654"/>
                    <a:pt x="345404" y="50677"/>
                  </a:cubicBezTo>
                  <a:cubicBezTo>
                    <a:pt x="348607" y="49701"/>
                    <a:pt x="351380" y="48320"/>
                    <a:pt x="353724" y="46523"/>
                  </a:cubicBezTo>
                  <a:cubicBezTo>
                    <a:pt x="356068" y="44727"/>
                    <a:pt x="357917" y="42539"/>
                    <a:pt x="359284" y="39961"/>
                  </a:cubicBezTo>
                  <a:cubicBezTo>
                    <a:pt x="360651" y="37383"/>
                    <a:pt x="361341" y="34453"/>
                    <a:pt x="361341" y="31172"/>
                  </a:cubicBezTo>
                  <a:cubicBezTo>
                    <a:pt x="361341" y="24531"/>
                    <a:pt x="358880" y="19349"/>
                    <a:pt x="353959" y="15638"/>
                  </a:cubicBezTo>
                  <a:cubicBezTo>
                    <a:pt x="349037" y="11927"/>
                    <a:pt x="342709" y="10078"/>
                    <a:pt x="334974" y="10078"/>
                  </a:cubicBezTo>
                  <a:close/>
                  <a:moveTo>
                    <a:pt x="403985" y="4922"/>
                  </a:moveTo>
                  <a:lnTo>
                    <a:pt x="470196" y="4922"/>
                  </a:lnTo>
                  <a:cubicBezTo>
                    <a:pt x="471133" y="4922"/>
                    <a:pt x="471771" y="5091"/>
                    <a:pt x="472123" y="5443"/>
                  </a:cubicBezTo>
                  <a:cubicBezTo>
                    <a:pt x="472474" y="5794"/>
                    <a:pt x="472656" y="6445"/>
                    <a:pt x="472656" y="7383"/>
                  </a:cubicBezTo>
                  <a:lnTo>
                    <a:pt x="472656" y="35391"/>
                  </a:lnTo>
                  <a:cubicBezTo>
                    <a:pt x="472656" y="36328"/>
                    <a:pt x="472474" y="36966"/>
                    <a:pt x="472123" y="37318"/>
                  </a:cubicBezTo>
                  <a:cubicBezTo>
                    <a:pt x="471771" y="37669"/>
                    <a:pt x="471133" y="37852"/>
                    <a:pt x="470196" y="37852"/>
                  </a:cubicBezTo>
                  <a:lnTo>
                    <a:pt x="413242" y="37852"/>
                  </a:lnTo>
                  <a:lnTo>
                    <a:pt x="413242" y="55898"/>
                  </a:lnTo>
                  <a:lnTo>
                    <a:pt x="475938" y="55898"/>
                  </a:lnTo>
                  <a:lnTo>
                    <a:pt x="475938" y="63633"/>
                  </a:lnTo>
                  <a:lnTo>
                    <a:pt x="443477" y="63633"/>
                  </a:lnTo>
                  <a:lnTo>
                    <a:pt x="443477" y="82969"/>
                  </a:lnTo>
                  <a:lnTo>
                    <a:pt x="486602" y="82969"/>
                  </a:lnTo>
                  <a:lnTo>
                    <a:pt x="486602" y="90937"/>
                  </a:lnTo>
                  <a:lnTo>
                    <a:pt x="391211" y="90937"/>
                  </a:lnTo>
                  <a:lnTo>
                    <a:pt x="391211" y="82969"/>
                  </a:lnTo>
                  <a:lnTo>
                    <a:pt x="433985" y="82969"/>
                  </a:lnTo>
                  <a:lnTo>
                    <a:pt x="433985" y="63633"/>
                  </a:lnTo>
                  <a:lnTo>
                    <a:pt x="406680" y="63633"/>
                  </a:lnTo>
                  <a:cubicBezTo>
                    <a:pt x="405742" y="63633"/>
                    <a:pt x="405091" y="63451"/>
                    <a:pt x="404740" y="63099"/>
                  </a:cubicBezTo>
                  <a:cubicBezTo>
                    <a:pt x="404388" y="62747"/>
                    <a:pt x="404219" y="62109"/>
                    <a:pt x="404219" y="61172"/>
                  </a:cubicBezTo>
                  <a:lnTo>
                    <a:pt x="404219" y="32578"/>
                  </a:lnTo>
                  <a:cubicBezTo>
                    <a:pt x="404219" y="31641"/>
                    <a:pt x="404388" y="30990"/>
                    <a:pt x="404740" y="30638"/>
                  </a:cubicBezTo>
                  <a:cubicBezTo>
                    <a:pt x="405091" y="30287"/>
                    <a:pt x="405742" y="30117"/>
                    <a:pt x="406680" y="30117"/>
                  </a:cubicBezTo>
                  <a:lnTo>
                    <a:pt x="463516" y="30117"/>
                  </a:lnTo>
                  <a:lnTo>
                    <a:pt x="463516" y="12656"/>
                  </a:lnTo>
                  <a:lnTo>
                    <a:pt x="403985" y="12656"/>
                  </a:lnTo>
                  <a:close/>
                  <a:moveTo>
                    <a:pt x="203984" y="4805"/>
                  </a:moveTo>
                  <a:lnTo>
                    <a:pt x="254609" y="4805"/>
                  </a:lnTo>
                  <a:lnTo>
                    <a:pt x="254609" y="12656"/>
                  </a:lnTo>
                  <a:lnTo>
                    <a:pt x="234219" y="12656"/>
                  </a:lnTo>
                  <a:lnTo>
                    <a:pt x="234219" y="17461"/>
                  </a:lnTo>
                  <a:cubicBezTo>
                    <a:pt x="234219" y="21445"/>
                    <a:pt x="234883" y="25091"/>
                    <a:pt x="236211" y="28411"/>
                  </a:cubicBezTo>
                  <a:cubicBezTo>
                    <a:pt x="237539" y="31732"/>
                    <a:pt x="239258" y="34688"/>
                    <a:pt x="241367" y="37266"/>
                  </a:cubicBezTo>
                  <a:cubicBezTo>
                    <a:pt x="243945" y="40391"/>
                    <a:pt x="246953" y="43060"/>
                    <a:pt x="250391" y="45286"/>
                  </a:cubicBezTo>
                  <a:cubicBezTo>
                    <a:pt x="253828" y="47513"/>
                    <a:pt x="257383" y="49219"/>
                    <a:pt x="261055" y="50391"/>
                  </a:cubicBezTo>
                  <a:cubicBezTo>
                    <a:pt x="259961" y="51406"/>
                    <a:pt x="258828" y="52552"/>
                    <a:pt x="257656" y="53841"/>
                  </a:cubicBezTo>
                  <a:cubicBezTo>
                    <a:pt x="256485" y="55130"/>
                    <a:pt x="255586" y="56250"/>
                    <a:pt x="254961" y="57188"/>
                  </a:cubicBezTo>
                  <a:cubicBezTo>
                    <a:pt x="252852" y="56250"/>
                    <a:pt x="250547" y="55013"/>
                    <a:pt x="248047" y="53490"/>
                  </a:cubicBezTo>
                  <a:cubicBezTo>
                    <a:pt x="245547" y="51966"/>
                    <a:pt x="243125" y="50234"/>
                    <a:pt x="240781" y="48281"/>
                  </a:cubicBezTo>
                  <a:cubicBezTo>
                    <a:pt x="238594" y="46563"/>
                    <a:pt x="236524" y="44583"/>
                    <a:pt x="234570" y="42357"/>
                  </a:cubicBezTo>
                  <a:cubicBezTo>
                    <a:pt x="232617" y="40130"/>
                    <a:pt x="230938" y="37617"/>
                    <a:pt x="229531" y="34805"/>
                  </a:cubicBezTo>
                  <a:cubicBezTo>
                    <a:pt x="228438" y="37617"/>
                    <a:pt x="227044" y="40208"/>
                    <a:pt x="225365" y="42591"/>
                  </a:cubicBezTo>
                  <a:cubicBezTo>
                    <a:pt x="223685" y="44974"/>
                    <a:pt x="221875" y="47187"/>
                    <a:pt x="219922" y="49219"/>
                  </a:cubicBezTo>
                  <a:cubicBezTo>
                    <a:pt x="217500" y="51484"/>
                    <a:pt x="214896" y="53555"/>
                    <a:pt x="212122" y="55430"/>
                  </a:cubicBezTo>
                  <a:cubicBezTo>
                    <a:pt x="209349" y="57305"/>
                    <a:pt x="206602" y="58945"/>
                    <a:pt x="203867" y="60352"/>
                  </a:cubicBezTo>
                  <a:cubicBezTo>
                    <a:pt x="203477" y="59961"/>
                    <a:pt x="202969" y="59492"/>
                    <a:pt x="202344" y="58945"/>
                  </a:cubicBezTo>
                  <a:cubicBezTo>
                    <a:pt x="201719" y="58398"/>
                    <a:pt x="201094" y="57851"/>
                    <a:pt x="200469" y="57305"/>
                  </a:cubicBezTo>
                  <a:cubicBezTo>
                    <a:pt x="199766" y="56758"/>
                    <a:pt x="199076" y="56211"/>
                    <a:pt x="198412" y="55664"/>
                  </a:cubicBezTo>
                  <a:cubicBezTo>
                    <a:pt x="197748" y="55117"/>
                    <a:pt x="197149" y="54609"/>
                    <a:pt x="196602" y="54141"/>
                  </a:cubicBezTo>
                  <a:cubicBezTo>
                    <a:pt x="200664" y="52344"/>
                    <a:pt x="204571" y="50117"/>
                    <a:pt x="208320" y="47461"/>
                  </a:cubicBezTo>
                  <a:cubicBezTo>
                    <a:pt x="212070" y="44805"/>
                    <a:pt x="215313" y="41680"/>
                    <a:pt x="218047" y="38086"/>
                  </a:cubicBezTo>
                  <a:cubicBezTo>
                    <a:pt x="220078" y="35273"/>
                    <a:pt x="221693" y="32122"/>
                    <a:pt x="222904" y="28646"/>
                  </a:cubicBezTo>
                  <a:cubicBezTo>
                    <a:pt x="224115" y="25169"/>
                    <a:pt x="224727" y="21328"/>
                    <a:pt x="224727" y="17109"/>
                  </a:cubicBezTo>
                  <a:lnTo>
                    <a:pt x="224727" y="12656"/>
                  </a:lnTo>
                  <a:lnTo>
                    <a:pt x="203984" y="12656"/>
                  </a:lnTo>
                  <a:close/>
                  <a:moveTo>
                    <a:pt x="102865" y="3047"/>
                  </a:moveTo>
                  <a:lnTo>
                    <a:pt x="173646" y="3047"/>
                  </a:lnTo>
                  <a:cubicBezTo>
                    <a:pt x="174583" y="3047"/>
                    <a:pt x="175221" y="3216"/>
                    <a:pt x="175573" y="3568"/>
                  </a:cubicBezTo>
                  <a:cubicBezTo>
                    <a:pt x="175924" y="3919"/>
                    <a:pt x="176107" y="4570"/>
                    <a:pt x="176107" y="5508"/>
                  </a:cubicBezTo>
                  <a:cubicBezTo>
                    <a:pt x="175872" y="12305"/>
                    <a:pt x="175365" y="18372"/>
                    <a:pt x="174583" y="23724"/>
                  </a:cubicBezTo>
                  <a:cubicBezTo>
                    <a:pt x="173802" y="29076"/>
                    <a:pt x="172982" y="34062"/>
                    <a:pt x="172123" y="38672"/>
                  </a:cubicBezTo>
                  <a:lnTo>
                    <a:pt x="163216" y="38672"/>
                  </a:lnTo>
                  <a:cubicBezTo>
                    <a:pt x="164154" y="33984"/>
                    <a:pt x="164896" y="29453"/>
                    <a:pt x="165443" y="25078"/>
                  </a:cubicBezTo>
                  <a:cubicBezTo>
                    <a:pt x="165990" y="20703"/>
                    <a:pt x="166380" y="16016"/>
                    <a:pt x="166615" y="11016"/>
                  </a:cubicBezTo>
                  <a:lnTo>
                    <a:pt x="102865" y="11016"/>
                  </a:lnTo>
                  <a:close/>
                  <a:moveTo>
                    <a:pt x="28008" y="2578"/>
                  </a:moveTo>
                  <a:lnTo>
                    <a:pt x="37734" y="2578"/>
                  </a:lnTo>
                  <a:lnTo>
                    <a:pt x="37734" y="12656"/>
                  </a:lnTo>
                  <a:cubicBezTo>
                    <a:pt x="37734" y="17109"/>
                    <a:pt x="38477" y="21185"/>
                    <a:pt x="39961" y="24896"/>
                  </a:cubicBezTo>
                  <a:cubicBezTo>
                    <a:pt x="41445" y="28607"/>
                    <a:pt x="43438" y="31953"/>
                    <a:pt x="45938" y="34922"/>
                  </a:cubicBezTo>
                  <a:cubicBezTo>
                    <a:pt x="48438" y="37812"/>
                    <a:pt x="51328" y="40312"/>
                    <a:pt x="54609" y="42422"/>
                  </a:cubicBezTo>
                  <a:cubicBezTo>
                    <a:pt x="57891" y="44531"/>
                    <a:pt x="61328" y="46172"/>
                    <a:pt x="64922" y="47344"/>
                  </a:cubicBezTo>
                  <a:lnTo>
                    <a:pt x="58945" y="54609"/>
                  </a:lnTo>
                  <a:cubicBezTo>
                    <a:pt x="56680" y="53594"/>
                    <a:pt x="54310" y="52318"/>
                    <a:pt x="51849" y="50794"/>
                  </a:cubicBezTo>
                  <a:cubicBezTo>
                    <a:pt x="49388" y="49271"/>
                    <a:pt x="46992" y="47578"/>
                    <a:pt x="44648" y="45703"/>
                  </a:cubicBezTo>
                  <a:cubicBezTo>
                    <a:pt x="42305" y="43750"/>
                    <a:pt x="40117" y="41615"/>
                    <a:pt x="38086" y="39310"/>
                  </a:cubicBezTo>
                  <a:cubicBezTo>
                    <a:pt x="36055" y="37005"/>
                    <a:pt x="34336" y="34453"/>
                    <a:pt x="32930" y="31641"/>
                  </a:cubicBezTo>
                  <a:cubicBezTo>
                    <a:pt x="31836" y="34609"/>
                    <a:pt x="30365" y="37383"/>
                    <a:pt x="28529" y="39961"/>
                  </a:cubicBezTo>
                  <a:cubicBezTo>
                    <a:pt x="26693" y="42539"/>
                    <a:pt x="24609" y="44922"/>
                    <a:pt x="22266" y="47109"/>
                  </a:cubicBezTo>
                  <a:cubicBezTo>
                    <a:pt x="20000" y="49297"/>
                    <a:pt x="17552" y="51263"/>
                    <a:pt x="14935" y="53021"/>
                  </a:cubicBezTo>
                  <a:cubicBezTo>
                    <a:pt x="12318" y="54779"/>
                    <a:pt x="9727" y="56289"/>
                    <a:pt x="7148" y="57539"/>
                  </a:cubicBezTo>
                  <a:lnTo>
                    <a:pt x="0" y="51211"/>
                  </a:lnTo>
                  <a:cubicBezTo>
                    <a:pt x="3750" y="49570"/>
                    <a:pt x="7318" y="47539"/>
                    <a:pt x="10716" y="45117"/>
                  </a:cubicBezTo>
                  <a:cubicBezTo>
                    <a:pt x="14115" y="42695"/>
                    <a:pt x="17109" y="39961"/>
                    <a:pt x="19688" y="36914"/>
                  </a:cubicBezTo>
                  <a:cubicBezTo>
                    <a:pt x="22188" y="33789"/>
                    <a:pt x="24193" y="30287"/>
                    <a:pt x="25716" y="26419"/>
                  </a:cubicBezTo>
                  <a:cubicBezTo>
                    <a:pt x="27240" y="22552"/>
                    <a:pt x="28008" y="18320"/>
                    <a:pt x="28008" y="13711"/>
                  </a:cubicBezTo>
                  <a:close/>
                  <a:moveTo>
                    <a:pt x="334974" y="2227"/>
                  </a:moveTo>
                  <a:cubicBezTo>
                    <a:pt x="340443" y="2227"/>
                    <a:pt x="345404" y="2969"/>
                    <a:pt x="349857" y="4453"/>
                  </a:cubicBezTo>
                  <a:cubicBezTo>
                    <a:pt x="354310" y="5937"/>
                    <a:pt x="358099" y="7969"/>
                    <a:pt x="361224" y="10547"/>
                  </a:cubicBezTo>
                  <a:cubicBezTo>
                    <a:pt x="364349" y="13125"/>
                    <a:pt x="366771" y="16172"/>
                    <a:pt x="368490" y="19687"/>
                  </a:cubicBezTo>
                  <a:cubicBezTo>
                    <a:pt x="370209" y="23203"/>
                    <a:pt x="371068" y="27031"/>
                    <a:pt x="371068" y="31172"/>
                  </a:cubicBezTo>
                  <a:cubicBezTo>
                    <a:pt x="371068" y="35547"/>
                    <a:pt x="370209" y="39505"/>
                    <a:pt x="368490" y="43060"/>
                  </a:cubicBezTo>
                  <a:cubicBezTo>
                    <a:pt x="366771" y="46615"/>
                    <a:pt x="364349" y="49649"/>
                    <a:pt x="361224" y="52149"/>
                  </a:cubicBezTo>
                  <a:cubicBezTo>
                    <a:pt x="358021" y="54727"/>
                    <a:pt x="354206" y="56680"/>
                    <a:pt x="349792" y="58008"/>
                  </a:cubicBezTo>
                  <a:cubicBezTo>
                    <a:pt x="345378" y="59336"/>
                    <a:pt x="340443" y="60000"/>
                    <a:pt x="334974" y="60000"/>
                  </a:cubicBezTo>
                  <a:cubicBezTo>
                    <a:pt x="329427" y="60000"/>
                    <a:pt x="324401" y="59336"/>
                    <a:pt x="319909" y="58008"/>
                  </a:cubicBezTo>
                  <a:cubicBezTo>
                    <a:pt x="315417" y="56680"/>
                    <a:pt x="311615" y="54727"/>
                    <a:pt x="308490" y="52149"/>
                  </a:cubicBezTo>
                  <a:cubicBezTo>
                    <a:pt x="305365" y="49649"/>
                    <a:pt x="302956" y="46615"/>
                    <a:pt x="301276" y="43060"/>
                  </a:cubicBezTo>
                  <a:cubicBezTo>
                    <a:pt x="299596" y="39505"/>
                    <a:pt x="298763" y="35547"/>
                    <a:pt x="298763" y="31172"/>
                  </a:cubicBezTo>
                  <a:cubicBezTo>
                    <a:pt x="298763" y="27031"/>
                    <a:pt x="299596" y="23203"/>
                    <a:pt x="301276" y="19687"/>
                  </a:cubicBezTo>
                  <a:cubicBezTo>
                    <a:pt x="302956" y="16172"/>
                    <a:pt x="305365" y="13125"/>
                    <a:pt x="308490" y="10547"/>
                  </a:cubicBezTo>
                  <a:cubicBezTo>
                    <a:pt x="311615" y="7969"/>
                    <a:pt x="315417" y="5937"/>
                    <a:pt x="319909" y="4453"/>
                  </a:cubicBezTo>
                  <a:cubicBezTo>
                    <a:pt x="324401" y="2969"/>
                    <a:pt x="329427" y="2227"/>
                    <a:pt x="334974" y="2227"/>
                  </a:cubicBezTo>
                  <a:close/>
                  <a:moveTo>
                    <a:pt x="275117" y="0"/>
                  </a:moveTo>
                  <a:lnTo>
                    <a:pt x="284258" y="0"/>
                  </a:lnTo>
                  <a:lnTo>
                    <a:pt x="284258" y="62344"/>
                  </a:lnTo>
                  <a:lnTo>
                    <a:pt x="275117" y="62344"/>
                  </a:lnTo>
                  <a:lnTo>
                    <a:pt x="275117" y="31524"/>
                  </a:lnTo>
                  <a:lnTo>
                    <a:pt x="253438" y="31524"/>
                  </a:lnTo>
                  <a:lnTo>
                    <a:pt x="253438" y="23438"/>
                  </a:lnTo>
                  <a:lnTo>
                    <a:pt x="275117" y="23438"/>
                  </a:lnTo>
                  <a:close/>
                  <a:moveTo>
                    <a:pt x="78516" y="0"/>
                  </a:moveTo>
                  <a:lnTo>
                    <a:pt x="87656" y="0"/>
                  </a:lnTo>
                  <a:lnTo>
                    <a:pt x="87656" y="62695"/>
                  </a:lnTo>
                  <a:lnTo>
                    <a:pt x="78516" y="62695"/>
                  </a:lnTo>
                  <a:lnTo>
                    <a:pt x="78516" y="27656"/>
                  </a:lnTo>
                  <a:lnTo>
                    <a:pt x="55430" y="27656"/>
                  </a:lnTo>
                  <a:lnTo>
                    <a:pt x="55430" y="19687"/>
                  </a:lnTo>
                  <a:lnTo>
                    <a:pt x="78516" y="19687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E8235CF-FB88-4F45-B2D2-1B2BBE446969}"/>
                </a:ext>
              </a:extLst>
            </p:cNvPr>
            <p:cNvSpPr txBox="1"/>
            <p:nvPr/>
          </p:nvSpPr>
          <p:spPr>
            <a:xfrm>
              <a:off x="2017416" y="2010461"/>
              <a:ext cx="7037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성공적으로</a:t>
              </a:r>
            </a:p>
          </p:txBody>
        </p:sp>
        <p:sp>
          <p:nvSpPr>
            <p:cNvPr id="98" name="자유형: 도형 97">
              <a:extLst>
                <a:ext uri="{FF2B5EF4-FFF2-40B4-BE49-F238E27FC236}">
                  <a16:creationId xmlns:a16="http://schemas.microsoft.com/office/drawing/2014/main" id="{D607CD1F-78B5-4C3F-9AF9-BF10A6CEF33F}"/>
                </a:ext>
              </a:extLst>
            </p:cNvPr>
            <p:cNvSpPr/>
            <p:nvPr/>
          </p:nvSpPr>
          <p:spPr>
            <a:xfrm>
              <a:off x="2621552" y="2079957"/>
              <a:ext cx="485664" cy="106875"/>
            </a:xfrm>
            <a:custGeom>
              <a:avLst/>
              <a:gdLst>
                <a:gd name="connsiteX0" fmla="*/ 412422 w 485664"/>
                <a:gd name="connsiteY0" fmla="*/ 75586 h 106875"/>
                <a:gd name="connsiteX1" fmla="*/ 412422 w 485664"/>
                <a:gd name="connsiteY1" fmla="*/ 95859 h 106875"/>
                <a:gd name="connsiteX2" fmla="*/ 463516 w 485664"/>
                <a:gd name="connsiteY2" fmla="*/ 95859 h 106875"/>
                <a:gd name="connsiteX3" fmla="*/ 463516 w 485664"/>
                <a:gd name="connsiteY3" fmla="*/ 75586 h 106875"/>
                <a:gd name="connsiteX4" fmla="*/ 145052 w 485664"/>
                <a:gd name="connsiteY4" fmla="*/ 75000 h 106875"/>
                <a:gd name="connsiteX5" fmla="*/ 125599 w 485664"/>
                <a:gd name="connsiteY5" fmla="*/ 78164 h 106875"/>
                <a:gd name="connsiteX6" fmla="*/ 118216 w 485664"/>
                <a:gd name="connsiteY6" fmla="*/ 87188 h 106875"/>
                <a:gd name="connsiteX7" fmla="*/ 125599 w 485664"/>
                <a:gd name="connsiteY7" fmla="*/ 96263 h 106875"/>
                <a:gd name="connsiteX8" fmla="*/ 145052 w 485664"/>
                <a:gd name="connsiteY8" fmla="*/ 99610 h 106875"/>
                <a:gd name="connsiteX9" fmla="*/ 164102 w 485664"/>
                <a:gd name="connsiteY9" fmla="*/ 96263 h 106875"/>
                <a:gd name="connsiteX10" fmla="*/ 171419 w 485664"/>
                <a:gd name="connsiteY10" fmla="*/ 87305 h 106875"/>
                <a:gd name="connsiteX11" fmla="*/ 164102 w 485664"/>
                <a:gd name="connsiteY11" fmla="*/ 78164 h 106875"/>
                <a:gd name="connsiteX12" fmla="*/ 145052 w 485664"/>
                <a:gd name="connsiteY12" fmla="*/ 75000 h 106875"/>
                <a:gd name="connsiteX13" fmla="*/ 405743 w 485664"/>
                <a:gd name="connsiteY13" fmla="*/ 67969 h 106875"/>
                <a:gd name="connsiteX14" fmla="*/ 470430 w 485664"/>
                <a:gd name="connsiteY14" fmla="*/ 67969 h 106875"/>
                <a:gd name="connsiteX15" fmla="*/ 472370 w 485664"/>
                <a:gd name="connsiteY15" fmla="*/ 68490 h 106875"/>
                <a:gd name="connsiteX16" fmla="*/ 472891 w 485664"/>
                <a:gd name="connsiteY16" fmla="*/ 70430 h 106875"/>
                <a:gd name="connsiteX17" fmla="*/ 472891 w 485664"/>
                <a:gd name="connsiteY17" fmla="*/ 101016 h 106875"/>
                <a:gd name="connsiteX18" fmla="*/ 472370 w 485664"/>
                <a:gd name="connsiteY18" fmla="*/ 102943 h 106875"/>
                <a:gd name="connsiteX19" fmla="*/ 470430 w 485664"/>
                <a:gd name="connsiteY19" fmla="*/ 103477 h 106875"/>
                <a:gd name="connsiteX20" fmla="*/ 405743 w 485664"/>
                <a:gd name="connsiteY20" fmla="*/ 103477 h 106875"/>
                <a:gd name="connsiteX21" fmla="*/ 403815 w 485664"/>
                <a:gd name="connsiteY21" fmla="*/ 102943 h 106875"/>
                <a:gd name="connsiteX22" fmla="*/ 403281 w 485664"/>
                <a:gd name="connsiteY22" fmla="*/ 101016 h 106875"/>
                <a:gd name="connsiteX23" fmla="*/ 403281 w 485664"/>
                <a:gd name="connsiteY23" fmla="*/ 70430 h 106875"/>
                <a:gd name="connsiteX24" fmla="*/ 403815 w 485664"/>
                <a:gd name="connsiteY24" fmla="*/ 68490 h 106875"/>
                <a:gd name="connsiteX25" fmla="*/ 405743 w 485664"/>
                <a:gd name="connsiteY25" fmla="*/ 67969 h 106875"/>
                <a:gd name="connsiteX26" fmla="*/ 145052 w 485664"/>
                <a:gd name="connsiteY26" fmla="*/ 67617 h 106875"/>
                <a:gd name="connsiteX27" fmla="*/ 172123 w 485664"/>
                <a:gd name="connsiteY27" fmla="*/ 73177 h 106875"/>
                <a:gd name="connsiteX28" fmla="*/ 181263 w 485664"/>
                <a:gd name="connsiteY28" fmla="*/ 87188 h 106875"/>
                <a:gd name="connsiteX29" fmla="*/ 172123 w 485664"/>
                <a:gd name="connsiteY29" fmla="*/ 101302 h 106875"/>
                <a:gd name="connsiteX30" fmla="*/ 145052 w 485664"/>
                <a:gd name="connsiteY30" fmla="*/ 106875 h 106875"/>
                <a:gd name="connsiteX31" fmla="*/ 117461 w 485664"/>
                <a:gd name="connsiteY31" fmla="*/ 101302 h 106875"/>
                <a:gd name="connsiteX32" fmla="*/ 108255 w 485664"/>
                <a:gd name="connsiteY32" fmla="*/ 87188 h 106875"/>
                <a:gd name="connsiteX33" fmla="*/ 117578 w 485664"/>
                <a:gd name="connsiteY33" fmla="*/ 73177 h 106875"/>
                <a:gd name="connsiteX34" fmla="*/ 145052 w 485664"/>
                <a:gd name="connsiteY34" fmla="*/ 67617 h 106875"/>
                <a:gd name="connsiteX35" fmla="*/ 317162 w 485664"/>
                <a:gd name="connsiteY35" fmla="*/ 64570 h 106875"/>
                <a:gd name="connsiteX36" fmla="*/ 326185 w 485664"/>
                <a:gd name="connsiteY36" fmla="*/ 64570 h 106875"/>
                <a:gd name="connsiteX37" fmla="*/ 326185 w 485664"/>
                <a:gd name="connsiteY37" fmla="*/ 69492 h 106875"/>
                <a:gd name="connsiteX38" fmla="*/ 330000 w 485664"/>
                <a:gd name="connsiteY38" fmla="*/ 82734 h 106875"/>
                <a:gd name="connsiteX39" fmla="*/ 339662 w 485664"/>
                <a:gd name="connsiteY39" fmla="*/ 93867 h 106875"/>
                <a:gd name="connsiteX40" fmla="*/ 349336 w 485664"/>
                <a:gd name="connsiteY40" fmla="*/ 82266 h 106875"/>
                <a:gd name="connsiteX41" fmla="*/ 353021 w 485664"/>
                <a:gd name="connsiteY41" fmla="*/ 68906 h 106875"/>
                <a:gd name="connsiteX42" fmla="*/ 353021 w 485664"/>
                <a:gd name="connsiteY42" fmla="*/ 64570 h 106875"/>
                <a:gd name="connsiteX43" fmla="*/ 362162 w 485664"/>
                <a:gd name="connsiteY43" fmla="*/ 64570 h 106875"/>
                <a:gd name="connsiteX44" fmla="*/ 362162 w 485664"/>
                <a:gd name="connsiteY44" fmla="*/ 69258 h 106875"/>
                <a:gd name="connsiteX45" fmla="*/ 364037 w 485664"/>
                <a:gd name="connsiteY45" fmla="*/ 78281 h 106875"/>
                <a:gd name="connsiteX46" fmla="*/ 369076 w 485664"/>
                <a:gd name="connsiteY46" fmla="*/ 86719 h 106875"/>
                <a:gd name="connsiteX47" fmla="*/ 376055 w 485664"/>
                <a:gd name="connsiteY47" fmla="*/ 93919 h 106875"/>
                <a:gd name="connsiteX48" fmla="*/ 384076 w 485664"/>
                <a:gd name="connsiteY48" fmla="*/ 99023 h 106875"/>
                <a:gd name="connsiteX49" fmla="*/ 377162 w 485664"/>
                <a:gd name="connsiteY49" fmla="*/ 105117 h 106875"/>
                <a:gd name="connsiteX50" fmla="*/ 365912 w 485664"/>
                <a:gd name="connsiteY50" fmla="*/ 95977 h 106875"/>
                <a:gd name="connsiteX51" fmla="*/ 357592 w 485664"/>
                <a:gd name="connsiteY51" fmla="*/ 84492 h 106875"/>
                <a:gd name="connsiteX52" fmla="*/ 349974 w 485664"/>
                <a:gd name="connsiteY52" fmla="*/ 95326 h 106875"/>
                <a:gd name="connsiteX53" fmla="*/ 339545 w 485664"/>
                <a:gd name="connsiteY53" fmla="*/ 104649 h 106875"/>
                <a:gd name="connsiteX54" fmla="*/ 329180 w 485664"/>
                <a:gd name="connsiteY54" fmla="*/ 95391 h 106875"/>
                <a:gd name="connsiteX55" fmla="*/ 321615 w 485664"/>
                <a:gd name="connsiteY55" fmla="*/ 84375 h 106875"/>
                <a:gd name="connsiteX56" fmla="*/ 313177 w 485664"/>
                <a:gd name="connsiteY56" fmla="*/ 96094 h 106875"/>
                <a:gd name="connsiteX57" fmla="*/ 302162 w 485664"/>
                <a:gd name="connsiteY57" fmla="*/ 105117 h 106875"/>
                <a:gd name="connsiteX58" fmla="*/ 295248 w 485664"/>
                <a:gd name="connsiteY58" fmla="*/ 98906 h 106875"/>
                <a:gd name="connsiteX59" fmla="*/ 303164 w 485664"/>
                <a:gd name="connsiteY59" fmla="*/ 93867 h 106875"/>
                <a:gd name="connsiteX60" fmla="*/ 310248 w 485664"/>
                <a:gd name="connsiteY60" fmla="*/ 86719 h 106875"/>
                <a:gd name="connsiteX61" fmla="*/ 315235 w 485664"/>
                <a:gd name="connsiteY61" fmla="*/ 78281 h 106875"/>
                <a:gd name="connsiteX62" fmla="*/ 317162 w 485664"/>
                <a:gd name="connsiteY62" fmla="*/ 69375 h 106875"/>
                <a:gd name="connsiteX63" fmla="*/ 0 w 485664"/>
                <a:gd name="connsiteY63" fmla="*/ 58242 h 106875"/>
                <a:gd name="connsiteX64" fmla="*/ 95039 w 485664"/>
                <a:gd name="connsiteY64" fmla="*/ 58242 h 106875"/>
                <a:gd name="connsiteX65" fmla="*/ 95039 w 485664"/>
                <a:gd name="connsiteY65" fmla="*/ 66211 h 106875"/>
                <a:gd name="connsiteX66" fmla="*/ 52617 w 485664"/>
                <a:gd name="connsiteY66" fmla="*/ 66211 h 106875"/>
                <a:gd name="connsiteX67" fmla="*/ 52617 w 485664"/>
                <a:gd name="connsiteY67" fmla="*/ 104883 h 106875"/>
                <a:gd name="connsiteX68" fmla="*/ 43125 w 485664"/>
                <a:gd name="connsiteY68" fmla="*/ 104883 h 106875"/>
                <a:gd name="connsiteX69" fmla="*/ 43125 w 485664"/>
                <a:gd name="connsiteY69" fmla="*/ 66211 h 106875"/>
                <a:gd name="connsiteX70" fmla="*/ 0 w 485664"/>
                <a:gd name="connsiteY70" fmla="*/ 66211 h 106875"/>
                <a:gd name="connsiteX71" fmla="*/ 390508 w 485664"/>
                <a:gd name="connsiteY71" fmla="*/ 48750 h 106875"/>
                <a:gd name="connsiteX72" fmla="*/ 485664 w 485664"/>
                <a:gd name="connsiteY72" fmla="*/ 48750 h 106875"/>
                <a:gd name="connsiteX73" fmla="*/ 485664 w 485664"/>
                <a:gd name="connsiteY73" fmla="*/ 56602 h 106875"/>
                <a:gd name="connsiteX74" fmla="*/ 390508 w 485664"/>
                <a:gd name="connsiteY74" fmla="*/ 56602 h 106875"/>
                <a:gd name="connsiteX75" fmla="*/ 228242 w 485664"/>
                <a:gd name="connsiteY75" fmla="*/ 43828 h 106875"/>
                <a:gd name="connsiteX76" fmla="*/ 216237 w 485664"/>
                <a:gd name="connsiteY76" fmla="*/ 48516 h 106875"/>
                <a:gd name="connsiteX77" fmla="*/ 211953 w 485664"/>
                <a:gd name="connsiteY77" fmla="*/ 60703 h 106875"/>
                <a:gd name="connsiteX78" fmla="*/ 216237 w 485664"/>
                <a:gd name="connsiteY78" fmla="*/ 72891 h 106875"/>
                <a:gd name="connsiteX79" fmla="*/ 228242 w 485664"/>
                <a:gd name="connsiteY79" fmla="*/ 77695 h 106875"/>
                <a:gd name="connsiteX80" fmla="*/ 240196 w 485664"/>
                <a:gd name="connsiteY80" fmla="*/ 72891 h 106875"/>
                <a:gd name="connsiteX81" fmla="*/ 244531 w 485664"/>
                <a:gd name="connsiteY81" fmla="*/ 60703 h 106875"/>
                <a:gd name="connsiteX82" fmla="*/ 240196 w 485664"/>
                <a:gd name="connsiteY82" fmla="*/ 48516 h 106875"/>
                <a:gd name="connsiteX83" fmla="*/ 228242 w 485664"/>
                <a:gd name="connsiteY83" fmla="*/ 43828 h 106875"/>
                <a:gd name="connsiteX84" fmla="*/ 228242 w 485664"/>
                <a:gd name="connsiteY84" fmla="*/ 35859 h 106875"/>
                <a:gd name="connsiteX85" fmla="*/ 238737 w 485664"/>
                <a:gd name="connsiteY85" fmla="*/ 37669 h 106875"/>
                <a:gd name="connsiteX86" fmla="*/ 246875 w 485664"/>
                <a:gd name="connsiteY86" fmla="*/ 42774 h 106875"/>
                <a:gd name="connsiteX87" fmla="*/ 252149 w 485664"/>
                <a:gd name="connsiteY87" fmla="*/ 50625 h 106875"/>
                <a:gd name="connsiteX88" fmla="*/ 254024 w 485664"/>
                <a:gd name="connsiteY88" fmla="*/ 60703 h 106875"/>
                <a:gd name="connsiteX89" fmla="*/ 252031 w 485664"/>
                <a:gd name="connsiteY89" fmla="*/ 70781 h 106875"/>
                <a:gd name="connsiteX90" fmla="*/ 246641 w 485664"/>
                <a:gd name="connsiteY90" fmla="*/ 78750 h 106875"/>
                <a:gd name="connsiteX91" fmla="*/ 238503 w 485664"/>
                <a:gd name="connsiteY91" fmla="*/ 83906 h 106875"/>
                <a:gd name="connsiteX92" fmla="*/ 228242 w 485664"/>
                <a:gd name="connsiteY92" fmla="*/ 85781 h 106875"/>
                <a:gd name="connsiteX93" fmla="*/ 217878 w 485664"/>
                <a:gd name="connsiteY93" fmla="*/ 83906 h 106875"/>
                <a:gd name="connsiteX94" fmla="*/ 209727 w 485664"/>
                <a:gd name="connsiteY94" fmla="*/ 78750 h 106875"/>
                <a:gd name="connsiteX95" fmla="*/ 204401 w 485664"/>
                <a:gd name="connsiteY95" fmla="*/ 70781 h 106875"/>
                <a:gd name="connsiteX96" fmla="*/ 202461 w 485664"/>
                <a:gd name="connsiteY96" fmla="*/ 60703 h 106875"/>
                <a:gd name="connsiteX97" fmla="*/ 204336 w 485664"/>
                <a:gd name="connsiteY97" fmla="*/ 50625 h 106875"/>
                <a:gd name="connsiteX98" fmla="*/ 209610 w 485664"/>
                <a:gd name="connsiteY98" fmla="*/ 42774 h 106875"/>
                <a:gd name="connsiteX99" fmla="*/ 217761 w 485664"/>
                <a:gd name="connsiteY99" fmla="*/ 37669 h 106875"/>
                <a:gd name="connsiteX100" fmla="*/ 228242 w 485664"/>
                <a:gd name="connsiteY100" fmla="*/ 35859 h 106875"/>
                <a:gd name="connsiteX101" fmla="*/ 118685 w 485664"/>
                <a:gd name="connsiteY101" fmla="*/ 33984 h 106875"/>
                <a:gd name="connsiteX102" fmla="*/ 108607 w 485664"/>
                <a:gd name="connsiteY102" fmla="*/ 37031 h 106875"/>
                <a:gd name="connsiteX103" fmla="*/ 105091 w 485664"/>
                <a:gd name="connsiteY103" fmla="*/ 45234 h 106875"/>
                <a:gd name="connsiteX104" fmla="*/ 108607 w 485664"/>
                <a:gd name="connsiteY104" fmla="*/ 53372 h 106875"/>
                <a:gd name="connsiteX105" fmla="*/ 118685 w 485664"/>
                <a:gd name="connsiteY105" fmla="*/ 56484 h 106875"/>
                <a:gd name="connsiteX106" fmla="*/ 128477 w 485664"/>
                <a:gd name="connsiteY106" fmla="*/ 53372 h 106875"/>
                <a:gd name="connsiteX107" fmla="*/ 132044 w 485664"/>
                <a:gd name="connsiteY107" fmla="*/ 45234 h 106875"/>
                <a:gd name="connsiteX108" fmla="*/ 128477 w 485664"/>
                <a:gd name="connsiteY108" fmla="*/ 37031 h 106875"/>
                <a:gd name="connsiteX109" fmla="*/ 118685 w 485664"/>
                <a:gd name="connsiteY109" fmla="*/ 33984 h 106875"/>
                <a:gd name="connsiteX110" fmla="*/ 118685 w 485664"/>
                <a:gd name="connsiteY110" fmla="*/ 27422 h 106875"/>
                <a:gd name="connsiteX111" fmla="*/ 134623 w 485664"/>
                <a:gd name="connsiteY111" fmla="*/ 32227 h 106875"/>
                <a:gd name="connsiteX112" fmla="*/ 140716 w 485664"/>
                <a:gd name="connsiteY112" fmla="*/ 45117 h 106875"/>
                <a:gd name="connsiteX113" fmla="*/ 134453 w 485664"/>
                <a:gd name="connsiteY113" fmla="*/ 57943 h 106875"/>
                <a:gd name="connsiteX114" fmla="*/ 118685 w 485664"/>
                <a:gd name="connsiteY114" fmla="*/ 62930 h 106875"/>
                <a:gd name="connsiteX115" fmla="*/ 102813 w 485664"/>
                <a:gd name="connsiteY115" fmla="*/ 57943 h 106875"/>
                <a:gd name="connsiteX116" fmla="*/ 96537 w 485664"/>
                <a:gd name="connsiteY116" fmla="*/ 45117 h 106875"/>
                <a:gd name="connsiteX117" fmla="*/ 102695 w 485664"/>
                <a:gd name="connsiteY117" fmla="*/ 32227 h 106875"/>
                <a:gd name="connsiteX118" fmla="*/ 118685 w 485664"/>
                <a:gd name="connsiteY118" fmla="*/ 27422 h 106875"/>
                <a:gd name="connsiteX119" fmla="*/ 198594 w 485664"/>
                <a:gd name="connsiteY119" fmla="*/ 19570 h 106875"/>
                <a:gd name="connsiteX120" fmla="*/ 257657 w 485664"/>
                <a:gd name="connsiteY120" fmla="*/ 19570 h 106875"/>
                <a:gd name="connsiteX121" fmla="*/ 257657 w 485664"/>
                <a:gd name="connsiteY121" fmla="*/ 27539 h 106875"/>
                <a:gd name="connsiteX122" fmla="*/ 198594 w 485664"/>
                <a:gd name="connsiteY122" fmla="*/ 27539 h 106875"/>
                <a:gd name="connsiteX123" fmla="*/ 94662 w 485664"/>
                <a:gd name="connsiteY123" fmla="*/ 15820 h 106875"/>
                <a:gd name="connsiteX124" fmla="*/ 142943 w 485664"/>
                <a:gd name="connsiteY124" fmla="*/ 15820 h 106875"/>
                <a:gd name="connsiteX125" fmla="*/ 142943 w 485664"/>
                <a:gd name="connsiteY125" fmla="*/ 23086 h 106875"/>
                <a:gd name="connsiteX126" fmla="*/ 94662 w 485664"/>
                <a:gd name="connsiteY126" fmla="*/ 23086 h 106875"/>
                <a:gd name="connsiteX127" fmla="*/ 438203 w 485664"/>
                <a:gd name="connsiteY127" fmla="*/ 7148 h 106875"/>
                <a:gd name="connsiteX128" fmla="*/ 418868 w 485664"/>
                <a:gd name="connsiteY128" fmla="*/ 10599 h 106875"/>
                <a:gd name="connsiteX129" fmla="*/ 411602 w 485664"/>
                <a:gd name="connsiteY129" fmla="*/ 20742 h 106875"/>
                <a:gd name="connsiteX130" fmla="*/ 418750 w 485664"/>
                <a:gd name="connsiteY130" fmla="*/ 30586 h 106875"/>
                <a:gd name="connsiteX131" fmla="*/ 438203 w 485664"/>
                <a:gd name="connsiteY131" fmla="*/ 33750 h 106875"/>
                <a:gd name="connsiteX132" fmla="*/ 457422 w 485664"/>
                <a:gd name="connsiteY132" fmla="*/ 30586 h 106875"/>
                <a:gd name="connsiteX133" fmla="*/ 464688 w 485664"/>
                <a:gd name="connsiteY133" fmla="*/ 20742 h 106875"/>
                <a:gd name="connsiteX134" fmla="*/ 457370 w 485664"/>
                <a:gd name="connsiteY134" fmla="*/ 10664 h 106875"/>
                <a:gd name="connsiteX135" fmla="*/ 438203 w 485664"/>
                <a:gd name="connsiteY135" fmla="*/ 7148 h 106875"/>
                <a:gd name="connsiteX136" fmla="*/ 42305 w 485664"/>
                <a:gd name="connsiteY136" fmla="*/ 3281 h 106875"/>
                <a:gd name="connsiteX137" fmla="*/ 52617 w 485664"/>
                <a:gd name="connsiteY137" fmla="*/ 3281 h 106875"/>
                <a:gd name="connsiteX138" fmla="*/ 52617 w 485664"/>
                <a:gd name="connsiteY138" fmla="*/ 8672 h 106875"/>
                <a:gd name="connsiteX139" fmla="*/ 55781 w 485664"/>
                <a:gd name="connsiteY139" fmla="*/ 19922 h 106875"/>
                <a:gd name="connsiteX140" fmla="*/ 64219 w 485664"/>
                <a:gd name="connsiteY140" fmla="*/ 28828 h 106875"/>
                <a:gd name="connsiteX141" fmla="*/ 76289 w 485664"/>
                <a:gd name="connsiteY141" fmla="*/ 35391 h 106875"/>
                <a:gd name="connsiteX142" fmla="*/ 90235 w 485664"/>
                <a:gd name="connsiteY142" fmla="*/ 39492 h 106875"/>
                <a:gd name="connsiteX143" fmla="*/ 84375 w 485664"/>
                <a:gd name="connsiteY143" fmla="*/ 46875 h 106875"/>
                <a:gd name="connsiteX144" fmla="*/ 73190 w 485664"/>
                <a:gd name="connsiteY144" fmla="*/ 43177 h 106875"/>
                <a:gd name="connsiteX145" fmla="*/ 62461 w 485664"/>
                <a:gd name="connsiteY145" fmla="*/ 37734 h 106875"/>
                <a:gd name="connsiteX146" fmla="*/ 53503 w 485664"/>
                <a:gd name="connsiteY146" fmla="*/ 30703 h 106875"/>
                <a:gd name="connsiteX147" fmla="*/ 47578 w 485664"/>
                <a:gd name="connsiteY147" fmla="*/ 22148 h 106875"/>
                <a:gd name="connsiteX148" fmla="*/ 41016 w 485664"/>
                <a:gd name="connsiteY148" fmla="*/ 30990 h 106875"/>
                <a:gd name="connsiteX149" fmla="*/ 32109 w 485664"/>
                <a:gd name="connsiteY149" fmla="*/ 37852 h 106875"/>
                <a:gd name="connsiteX150" fmla="*/ 21745 w 485664"/>
                <a:gd name="connsiteY150" fmla="*/ 43125 h 106875"/>
                <a:gd name="connsiteX151" fmla="*/ 10781 w 485664"/>
                <a:gd name="connsiteY151" fmla="*/ 46875 h 106875"/>
                <a:gd name="connsiteX152" fmla="*/ 4336 w 485664"/>
                <a:gd name="connsiteY152" fmla="*/ 39609 h 106875"/>
                <a:gd name="connsiteX153" fmla="*/ 32813 w 485664"/>
                <a:gd name="connsiteY153" fmla="*/ 27305 h 106875"/>
                <a:gd name="connsiteX154" fmla="*/ 42305 w 485664"/>
                <a:gd name="connsiteY154" fmla="*/ 8789 h 106875"/>
                <a:gd name="connsiteX155" fmla="*/ 213008 w 485664"/>
                <a:gd name="connsiteY155" fmla="*/ 2695 h 106875"/>
                <a:gd name="connsiteX156" fmla="*/ 243477 w 485664"/>
                <a:gd name="connsiteY156" fmla="*/ 2695 h 106875"/>
                <a:gd name="connsiteX157" fmla="*/ 243477 w 485664"/>
                <a:gd name="connsiteY157" fmla="*/ 10430 h 106875"/>
                <a:gd name="connsiteX158" fmla="*/ 213008 w 485664"/>
                <a:gd name="connsiteY158" fmla="*/ 10547 h 106875"/>
                <a:gd name="connsiteX159" fmla="*/ 346927 w 485664"/>
                <a:gd name="connsiteY159" fmla="*/ 2578 h 106875"/>
                <a:gd name="connsiteX160" fmla="*/ 355951 w 485664"/>
                <a:gd name="connsiteY160" fmla="*/ 2578 h 106875"/>
                <a:gd name="connsiteX161" fmla="*/ 355951 w 485664"/>
                <a:gd name="connsiteY161" fmla="*/ 59883 h 106875"/>
                <a:gd name="connsiteX162" fmla="*/ 346927 w 485664"/>
                <a:gd name="connsiteY162" fmla="*/ 59883 h 106875"/>
                <a:gd name="connsiteX163" fmla="*/ 346927 w 485664"/>
                <a:gd name="connsiteY163" fmla="*/ 36211 h 106875"/>
                <a:gd name="connsiteX164" fmla="*/ 330755 w 485664"/>
                <a:gd name="connsiteY164" fmla="*/ 36211 h 106875"/>
                <a:gd name="connsiteX165" fmla="*/ 330755 w 485664"/>
                <a:gd name="connsiteY165" fmla="*/ 28242 h 106875"/>
                <a:gd name="connsiteX166" fmla="*/ 346927 w 485664"/>
                <a:gd name="connsiteY166" fmla="*/ 28242 h 106875"/>
                <a:gd name="connsiteX167" fmla="*/ 106263 w 485664"/>
                <a:gd name="connsiteY167" fmla="*/ 2109 h 106875"/>
                <a:gd name="connsiteX168" fmla="*/ 131107 w 485664"/>
                <a:gd name="connsiteY168" fmla="*/ 2109 h 106875"/>
                <a:gd name="connsiteX169" fmla="*/ 131107 w 485664"/>
                <a:gd name="connsiteY169" fmla="*/ 9375 h 106875"/>
                <a:gd name="connsiteX170" fmla="*/ 106263 w 485664"/>
                <a:gd name="connsiteY170" fmla="*/ 9375 h 106875"/>
                <a:gd name="connsiteX171" fmla="*/ 366146 w 485664"/>
                <a:gd name="connsiteY171" fmla="*/ 820 h 106875"/>
                <a:gd name="connsiteX172" fmla="*/ 375052 w 485664"/>
                <a:gd name="connsiteY172" fmla="*/ 820 h 106875"/>
                <a:gd name="connsiteX173" fmla="*/ 375052 w 485664"/>
                <a:gd name="connsiteY173" fmla="*/ 59883 h 106875"/>
                <a:gd name="connsiteX174" fmla="*/ 366146 w 485664"/>
                <a:gd name="connsiteY174" fmla="*/ 59883 h 106875"/>
                <a:gd name="connsiteX175" fmla="*/ 269375 w 485664"/>
                <a:gd name="connsiteY175" fmla="*/ 820 h 106875"/>
                <a:gd name="connsiteX176" fmla="*/ 278516 w 485664"/>
                <a:gd name="connsiteY176" fmla="*/ 820 h 106875"/>
                <a:gd name="connsiteX177" fmla="*/ 278516 w 485664"/>
                <a:gd name="connsiteY177" fmla="*/ 43008 h 106875"/>
                <a:gd name="connsiteX178" fmla="*/ 293985 w 485664"/>
                <a:gd name="connsiteY178" fmla="*/ 43008 h 106875"/>
                <a:gd name="connsiteX179" fmla="*/ 293985 w 485664"/>
                <a:gd name="connsiteY179" fmla="*/ 50690 h 106875"/>
                <a:gd name="connsiteX180" fmla="*/ 302422 w 485664"/>
                <a:gd name="connsiteY180" fmla="*/ 46497 h 106875"/>
                <a:gd name="connsiteX181" fmla="*/ 312943 w 485664"/>
                <a:gd name="connsiteY181" fmla="*/ 36966 h 106875"/>
                <a:gd name="connsiteX182" fmla="*/ 323138 w 485664"/>
                <a:gd name="connsiteY182" fmla="*/ 13477 h 106875"/>
                <a:gd name="connsiteX183" fmla="*/ 294662 w 485664"/>
                <a:gd name="connsiteY183" fmla="*/ 13477 h 106875"/>
                <a:gd name="connsiteX184" fmla="*/ 294662 w 485664"/>
                <a:gd name="connsiteY184" fmla="*/ 5625 h 106875"/>
                <a:gd name="connsiteX185" fmla="*/ 331224 w 485664"/>
                <a:gd name="connsiteY185" fmla="*/ 5625 h 106875"/>
                <a:gd name="connsiteX186" fmla="*/ 333164 w 485664"/>
                <a:gd name="connsiteY186" fmla="*/ 6146 h 106875"/>
                <a:gd name="connsiteX187" fmla="*/ 333685 w 485664"/>
                <a:gd name="connsiteY187" fmla="*/ 8086 h 106875"/>
                <a:gd name="connsiteX188" fmla="*/ 330287 w 485664"/>
                <a:gd name="connsiteY188" fmla="*/ 23672 h 106875"/>
                <a:gd name="connsiteX189" fmla="*/ 322787 w 485664"/>
                <a:gd name="connsiteY189" fmla="*/ 38086 h 106875"/>
                <a:gd name="connsiteX190" fmla="*/ 311185 w 485664"/>
                <a:gd name="connsiteY190" fmla="*/ 50391 h 106875"/>
                <a:gd name="connsiteX191" fmla="*/ 295248 w 485664"/>
                <a:gd name="connsiteY191" fmla="*/ 59883 h 106875"/>
                <a:gd name="connsiteX192" fmla="*/ 288451 w 485664"/>
                <a:gd name="connsiteY192" fmla="*/ 53438 h 106875"/>
                <a:gd name="connsiteX193" fmla="*/ 292240 w 485664"/>
                <a:gd name="connsiteY193" fmla="*/ 51563 h 106875"/>
                <a:gd name="connsiteX194" fmla="*/ 278516 w 485664"/>
                <a:gd name="connsiteY194" fmla="*/ 51563 h 106875"/>
                <a:gd name="connsiteX195" fmla="*/ 278516 w 485664"/>
                <a:gd name="connsiteY195" fmla="*/ 104766 h 106875"/>
                <a:gd name="connsiteX196" fmla="*/ 269375 w 485664"/>
                <a:gd name="connsiteY196" fmla="*/ 104766 h 106875"/>
                <a:gd name="connsiteX197" fmla="*/ 172123 w 485664"/>
                <a:gd name="connsiteY197" fmla="*/ 820 h 106875"/>
                <a:gd name="connsiteX198" fmla="*/ 181029 w 485664"/>
                <a:gd name="connsiteY198" fmla="*/ 820 h 106875"/>
                <a:gd name="connsiteX199" fmla="*/ 181029 w 485664"/>
                <a:gd name="connsiteY199" fmla="*/ 67852 h 106875"/>
                <a:gd name="connsiteX200" fmla="*/ 172123 w 485664"/>
                <a:gd name="connsiteY200" fmla="*/ 67852 h 106875"/>
                <a:gd name="connsiteX201" fmla="*/ 172123 w 485664"/>
                <a:gd name="connsiteY201" fmla="*/ 37500 h 106875"/>
                <a:gd name="connsiteX202" fmla="*/ 159232 w 485664"/>
                <a:gd name="connsiteY202" fmla="*/ 37500 h 106875"/>
                <a:gd name="connsiteX203" fmla="*/ 159232 w 485664"/>
                <a:gd name="connsiteY203" fmla="*/ 64453 h 106875"/>
                <a:gd name="connsiteX204" fmla="*/ 150326 w 485664"/>
                <a:gd name="connsiteY204" fmla="*/ 64453 h 106875"/>
                <a:gd name="connsiteX205" fmla="*/ 150326 w 485664"/>
                <a:gd name="connsiteY205" fmla="*/ 2695 h 106875"/>
                <a:gd name="connsiteX206" fmla="*/ 159232 w 485664"/>
                <a:gd name="connsiteY206" fmla="*/ 2695 h 106875"/>
                <a:gd name="connsiteX207" fmla="*/ 159232 w 485664"/>
                <a:gd name="connsiteY207" fmla="*/ 29297 h 106875"/>
                <a:gd name="connsiteX208" fmla="*/ 172123 w 485664"/>
                <a:gd name="connsiteY208" fmla="*/ 29297 h 106875"/>
                <a:gd name="connsiteX209" fmla="*/ 438203 w 485664"/>
                <a:gd name="connsiteY209" fmla="*/ 0 h 106875"/>
                <a:gd name="connsiteX210" fmla="*/ 465391 w 485664"/>
                <a:gd name="connsiteY210" fmla="*/ 5794 h 106875"/>
                <a:gd name="connsiteX211" fmla="*/ 474649 w 485664"/>
                <a:gd name="connsiteY211" fmla="*/ 20742 h 106875"/>
                <a:gd name="connsiteX212" fmla="*/ 465456 w 485664"/>
                <a:gd name="connsiteY212" fmla="*/ 35560 h 106875"/>
                <a:gd name="connsiteX213" fmla="*/ 438203 w 485664"/>
                <a:gd name="connsiteY213" fmla="*/ 41016 h 106875"/>
                <a:gd name="connsiteX214" fmla="*/ 410964 w 485664"/>
                <a:gd name="connsiteY214" fmla="*/ 35560 h 106875"/>
                <a:gd name="connsiteX215" fmla="*/ 401641 w 485664"/>
                <a:gd name="connsiteY215" fmla="*/ 20742 h 106875"/>
                <a:gd name="connsiteX216" fmla="*/ 410964 w 485664"/>
                <a:gd name="connsiteY216" fmla="*/ 5742 h 106875"/>
                <a:gd name="connsiteX217" fmla="*/ 438203 w 485664"/>
                <a:gd name="connsiteY217" fmla="*/ 0 h 10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</a:cxnLst>
              <a:rect l="l" t="t" r="r" b="b"/>
              <a:pathLst>
                <a:path w="485664" h="106875">
                  <a:moveTo>
                    <a:pt x="412422" y="75586"/>
                  </a:moveTo>
                  <a:lnTo>
                    <a:pt x="412422" y="95859"/>
                  </a:lnTo>
                  <a:lnTo>
                    <a:pt x="463516" y="95859"/>
                  </a:lnTo>
                  <a:lnTo>
                    <a:pt x="463516" y="75586"/>
                  </a:lnTo>
                  <a:close/>
                  <a:moveTo>
                    <a:pt x="145052" y="75000"/>
                  </a:moveTo>
                  <a:cubicBezTo>
                    <a:pt x="137005" y="75000"/>
                    <a:pt x="130521" y="76055"/>
                    <a:pt x="125599" y="78164"/>
                  </a:cubicBezTo>
                  <a:cubicBezTo>
                    <a:pt x="120677" y="80274"/>
                    <a:pt x="118216" y="83281"/>
                    <a:pt x="118216" y="87188"/>
                  </a:cubicBezTo>
                  <a:cubicBezTo>
                    <a:pt x="118216" y="91016"/>
                    <a:pt x="120677" y="94037"/>
                    <a:pt x="125599" y="96263"/>
                  </a:cubicBezTo>
                  <a:cubicBezTo>
                    <a:pt x="130521" y="98490"/>
                    <a:pt x="137005" y="99610"/>
                    <a:pt x="145052" y="99610"/>
                  </a:cubicBezTo>
                  <a:cubicBezTo>
                    <a:pt x="152865" y="99610"/>
                    <a:pt x="159219" y="98490"/>
                    <a:pt x="164102" y="96263"/>
                  </a:cubicBezTo>
                  <a:cubicBezTo>
                    <a:pt x="168985" y="94037"/>
                    <a:pt x="171419" y="91055"/>
                    <a:pt x="171419" y="87305"/>
                  </a:cubicBezTo>
                  <a:cubicBezTo>
                    <a:pt x="171419" y="83320"/>
                    <a:pt x="168985" y="80274"/>
                    <a:pt x="164102" y="78164"/>
                  </a:cubicBezTo>
                  <a:cubicBezTo>
                    <a:pt x="159219" y="76055"/>
                    <a:pt x="152865" y="75000"/>
                    <a:pt x="145052" y="75000"/>
                  </a:cubicBezTo>
                  <a:close/>
                  <a:moveTo>
                    <a:pt x="405743" y="67969"/>
                  </a:moveTo>
                  <a:lnTo>
                    <a:pt x="470430" y="67969"/>
                  </a:lnTo>
                  <a:cubicBezTo>
                    <a:pt x="471367" y="67969"/>
                    <a:pt x="472019" y="68138"/>
                    <a:pt x="472370" y="68490"/>
                  </a:cubicBezTo>
                  <a:cubicBezTo>
                    <a:pt x="472722" y="68841"/>
                    <a:pt x="472891" y="69492"/>
                    <a:pt x="472891" y="70430"/>
                  </a:cubicBezTo>
                  <a:lnTo>
                    <a:pt x="472891" y="101016"/>
                  </a:lnTo>
                  <a:cubicBezTo>
                    <a:pt x="472891" y="101953"/>
                    <a:pt x="472722" y="102591"/>
                    <a:pt x="472370" y="102943"/>
                  </a:cubicBezTo>
                  <a:cubicBezTo>
                    <a:pt x="472019" y="103294"/>
                    <a:pt x="471367" y="103477"/>
                    <a:pt x="470430" y="103477"/>
                  </a:cubicBezTo>
                  <a:lnTo>
                    <a:pt x="405743" y="103477"/>
                  </a:lnTo>
                  <a:cubicBezTo>
                    <a:pt x="404805" y="103477"/>
                    <a:pt x="404167" y="103294"/>
                    <a:pt x="403815" y="102943"/>
                  </a:cubicBezTo>
                  <a:cubicBezTo>
                    <a:pt x="403464" y="102591"/>
                    <a:pt x="403281" y="101953"/>
                    <a:pt x="403281" y="101016"/>
                  </a:cubicBezTo>
                  <a:lnTo>
                    <a:pt x="403281" y="70430"/>
                  </a:lnTo>
                  <a:cubicBezTo>
                    <a:pt x="403281" y="69492"/>
                    <a:pt x="403464" y="68841"/>
                    <a:pt x="403815" y="68490"/>
                  </a:cubicBezTo>
                  <a:cubicBezTo>
                    <a:pt x="404167" y="68138"/>
                    <a:pt x="404805" y="67969"/>
                    <a:pt x="405743" y="67969"/>
                  </a:cubicBezTo>
                  <a:close/>
                  <a:moveTo>
                    <a:pt x="145052" y="67617"/>
                  </a:moveTo>
                  <a:cubicBezTo>
                    <a:pt x="157005" y="67617"/>
                    <a:pt x="166029" y="69466"/>
                    <a:pt x="172123" y="73177"/>
                  </a:cubicBezTo>
                  <a:cubicBezTo>
                    <a:pt x="178216" y="76888"/>
                    <a:pt x="181263" y="81563"/>
                    <a:pt x="181263" y="87188"/>
                  </a:cubicBezTo>
                  <a:cubicBezTo>
                    <a:pt x="181263" y="92891"/>
                    <a:pt x="178216" y="97591"/>
                    <a:pt x="172123" y="101302"/>
                  </a:cubicBezTo>
                  <a:cubicBezTo>
                    <a:pt x="166029" y="105013"/>
                    <a:pt x="157005" y="106875"/>
                    <a:pt x="145052" y="106875"/>
                  </a:cubicBezTo>
                  <a:cubicBezTo>
                    <a:pt x="132787" y="106875"/>
                    <a:pt x="123594" y="105013"/>
                    <a:pt x="117461" y="101302"/>
                  </a:cubicBezTo>
                  <a:cubicBezTo>
                    <a:pt x="111328" y="97591"/>
                    <a:pt x="108255" y="92891"/>
                    <a:pt x="108255" y="87188"/>
                  </a:cubicBezTo>
                  <a:cubicBezTo>
                    <a:pt x="108255" y="81563"/>
                    <a:pt x="111367" y="76888"/>
                    <a:pt x="117578" y="73177"/>
                  </a:cubicBezTo>
                  <a:cubicBezTo>
                    <a:pt x="123789" y="69466"/>
                    <a:pt x="132943" y="67617"/>
                    <a:pt x="145052" y="67617"/>
                  </a:cubicBezTo>
                  <a:close/>
                  <a:moveTo>
                    <a:pt x="317162" y="64570"/>
                  </a:moveTo>
                  <a:lnTo>
                    <a:pt x="326185" y="64570"/>
                  </a:lnTo>
                  <a:lnTo>
                    <a:pt x="326185" y="69492"/>
                  </a:lnTo>
                  <a:cubicBezTo>
                    <a:pt x="326185" y="74023"/>
                    <a:pt x="327461" y="78438"/>
                    <a:pt x="330000" y="82734"/>
                  </a:cubicBezTo>
                  <a:cubicBezTo>
                    <a:pt x="332539" y="87031"/>
                    <a:pt x="335756" y="90742"/>
                    <a:pt x="339662" y="93867"/>
                  </a:cubicBezTo>
                  <a:cubicBezTo>
                    <a:pt x="343646" y="90664"/>
                    <a:pt x="346875" y="86797"/>
                    <a:pt x="349336" y="82266"/>
                  </a:cubicBezTo>
                  <a:cubicBezTo>
                    <a:pt x="351797" y="77734"/>
                    <a:pt x="353021" y="73281"/>
                    <a:pt x="353021" y="68906"/>
                  </a:cubicBezTo>
                  <a:lnTo>
                    <a:pt x="353021" y="64570"/>
                  </a:lnTo>
                  <a:lnTo>
                    <a:pt x="362162" y="64570"/>
                  </a:lnTo>
                  <a:lnTo>
                    <a:pt x="362162" y="69258"/>
                  </a:lnTo>
                  <a:cubicBezTo>
                    <a:pt x="362162" y="72305"/>
                    <a:pt x="362787" y="75312"/>
                    <a:pt x="364037" y="78281"/>
                  </a:cubicBezTo>
                  <a:cubicBezTo>
                    <a:pt x="365287" y="81250"/>
                    <a:pt x="366966" y="84063"/>
                    <a:pt x="369076" y="86719"/>
                  </a:cubicBezTo>
                  <a:cubicBezTo>
                    <a:pt x="371107" y="89375"/>
                    <a:pt x="373438" y="91771"/>
                    <a:pt x="376055" y="93919"/>
                  </a:cubicBezTo>
                  <a:cubicBezTo>
                    <a:pt x="378672" y="96068"/>
                    <a:pt x="381341" y="97774"/>
                    <a:pt x="384076" y="99023"/>
                  </a:cubicBezTo>
                  <a:lnTo>
                    <a:pt x="377162" y="105117"/>
                  </a:lnTo>
                  <a:cubicBezTo>
                    <a:pt x="372943" y="102461"/>
                    <a:pt x="369193" y="99414"/>
                    <a:pt x="365912" y="95977"/>
                  </a:cubicBezTo>
                  <a:cubicBezTo>
                    <a:pt x="362630" y="92539"/>
                    <a:pt x="359857" y="88711"/>
                    <a:pt x="357592" y="84492"/>
                  </a:cubicBezTo>
                  <a:cubicBezTo>
                    <a:pt x="355482" y="88242"/>
                    <a:pt x="352943" y="91849"/>
                    <a:pt x="349974" y="95326"/>
                  </a:cubicBezTo>
                  <a:cubicBezTo>
                    <a:pt x="347006" y="98802"/>
                    <a:pt x="343529" y="101914"/>
                    <a:pt x="339545" y="104649"/>
                  </a:cubicBezTo>
                  <a:cubicBezTo>
                    <a:pt x="335794" y="101914"/>
                    <a:pt x="332344" y="98828"/>
                    <a:pt x="329180" y="95391"/>
                  </a:cubicBezTo>
                  <a:cubicBezTo>
                    <a:pt x="326016" y="91953"/>
                    <a:pt x="323490" y="88281"/>
                    <a:pt x="321615" y="84375"/>
                  </a:cubicBezTo>
                  <a:cubicBezTo>
                    <a:pt x="319271" y="88594"/>
                    <a:pt x="316459" y="92500"/>
                    <a:pt x="313177" y="96094"/>
                  </a:cubicBezTo>
                  <a:cubicBezTo>
                    <a:pt x="309896" y="99688"/>
                    <a:pt x="306224" y="102695"/>
                    <a:pt x="302162" y="105117"/>
                  </a:cubicBezTo>
                  <a:lnTo>
                    <a:pt x="295248" y="98906"/>
                  </a:lnTo>
                  <a:cubicBezTo>
                    <a:pt x="297904" y="97656"/>
                    <a:pt x="300547" y="95977"/>
                    <a:pt x="303164" y="93867"/>
                  </a:cubicBezTo>
                  <a:cubicBezTo>
                    <a:pt x="305782" y="91758"/>
                    <a:pt x="308138" y="89375"/>
                    <a:pt x="310248" y="86719"/>
                  </a:cubicBezTo>
                  <a:cubicBezTo>
                    <a:pt x="312279" y="84063"/>
                    <a:pt x="313946" y="81250"/>
                    <a:pt x="315235" y="78281"/>
                  </a:cubicBezTo>
                  <a:cubicBezTo>
                    <a:pt x="316524" y="75312"/>
                    <a:pt x="317162" y="72344"/>
                    <a:pt x="317162" y="69375"/>
                  </a:cubicBezTo>
                  <a:close/>
                  <a:moveTo>
                    <a:pt x="0" y="58242"/>
                  </a:moveTo>
                  <a:lnTo>
                    <a:pt x="95039" y="58242"/>
                  </a:lnTo>
                  <a:lnTo>
                    <a:pt x="95039" y="66211"/>
                  </a:lnTo>
                  <a:lnTo>
                    <a:pt x="52617" y="66211"/>
                  </a:lnTo>
                  <a:lnTo>
                    <a:pt x="52617" y="104883"/>
                  </a:lnTo>
                  <a:lnTo>
                    <a:pt x="43125" y="104883"/>
                  </a:lnTo>
                  <a:lnTo>
                    <a:pt x="43125" y="66211"/>
                  </a:lnTo>
                  <a:lnTo>
                    <a:pt x="0" y="66211"/>
                  </a:lnTo>
                  <a:close/>
                  <a:moveTo>
                    <a:pt x="390508" y="48750"/>
                  </a:moveTo>
                  <a:lnTo>
                    <a:pt x="485664" y="48750"/>
                  </a:lnTo>
                  <a:lnTo>
                    <a:pt x="485664" y="56602"/>
                  </a:lnTo>
                  <a:lnTo>
                    <a:pt x="390508" y="56602"/>
                  </a:lnTo>
                  <a:close/>
                  <a:moveTo>
                    <a:pt x="228242" y="43828"/>
                  </a:moveTo>
                  <a:cubicBezTo>
                    <a:pt x="223086" y="43828"/>
                    <a:pt x="219089" y="45391"/>
                    <a:pt x="216237" y="48516"/>
                  </a:cubicBezTo>
                  <a:cubicBezTo>
                    <a:pt x="213386" y="51641"/>
                    <a:pt x="211953" y="55703"/>
                    <a:pt x="211953" y="60703"/>
                  </a:cubicBezTo>
                  <a:cubicBezTo>
                    <a:pt x="211953" y="65625"/>
                    <a:pt x="213386" y="69688"/>
                    <a:pt x="216237" y="72891"/>
                  </a:cubicBezTo>
                  <a:cubicBezTo>
                    <a:pt x="219089" y="76094"/>
                    <a:pt x="223086" y="77695"/>
                    <a:pt x="228242" y="77695"/>
                  </a:cubicBezTo>
                  <a:cubicBezTo>
                    <a:pt x="233321" y="77695"/>
                    <a:pt x="237305" y="76094"/>
                    <a:pt x="240196" y="72891"/>
                  </a:cubicBezTo>
                  <a:cubicBezTo>
                    <a:pt x="243086" y="69688"/>
                    <a:pt x="244531" y="65625"/>
                    <a:pt x="244531" y="60703"/>
                  </a:cubicBezTo>
                  <a:cubicBezTo>
                    <a:pt x="244531" y="55703"/>
                    <a:pt x="243086" y="51641"/>
                    <a:pt x="240196" y="48516"/>
                  </a:cubicBezTo>
                  <a:cubicBezTo>
                    <a:pt x="237305" y="45391"/>
                    <a:pt x="233321" y="43828"/>
                    <a:pt x="228242" y="43828"/>
                  </a:cubicBezTo>
                  <a:close/>
                  <a:moveTo>
                    <a:pt x="228242" y="35859"/>
                  </a:moveTo>
                  <a:cubicBezTo>
                    <a:pt x="232071" y="35859"/>
                    <a:pt x="235573" y="36458"/>
                    <a:pt x="238737" y="37669"/>
                  </a:cubicBezTo>
                  <a:cubicBezTo>
                    <a:pt x="241901" y="38880"/>
                    <a:pt x="244610" y="40586"/>
                    <a:pt x="246875" y="42774"/>
                  </a:cubicBezTo>
                  <a:cubicBezTo>
                    <a:pt x="249141" y="44961"/>
                    <a:pt x="250899" y="47578"/>
                    <a:pt x="252149" y="50625"/>
                  </a:cubicBezTo>
                  <a:cubicBezTo>
                    <a:pt x="253399" y="53672"/>
                    <a:pt x="254024" y="57031"/>
                    <a:pt x="254024" y="60703"/>
                  </a:cubicBezTo>
                  <a:cubicBezTo>
                    <a:pt x="254024" y="64375"/>
                    <a:pt x="253360" y="67734"/>
                    <a:pt x="252031" y="70781"/>
                  </a:cubicBezTo>
                  <a:cubicBezTo>
                    <a:pt x="250703" y="73828"/>
                    <a:pt x="248907" y="76485"/>
                    <a:pt x="246641" y="78750"/>
                  </a:cubicBezTo>
                  <a:cubicBezTo>
                    <a:pt x="244375" y="80938"/>
                    <a:pt x="241667" y="82656"/>
                    <a:pt x="238503" y="83906"/>
                  </a:cubicBezTo>
                  <a:cubicBezTo>
                    <a:pt x="235339" y="85156"/>
                    <a:pt x="231914" y="85781"/>
                    <a:pt x="228242" y="85781"/>
                  </a:cubicBezTo>
                  <a:cubicBezTo>
                    <a:pt x="224492" y="85781"/>
                    <a:pt x="221042" y="85156"/>
                    <a:pt x="217878" y="83906"/>
                  </a:cubicBezTo>
                  <a:cubicBezTo>
                    <a:pt x="214714" y="82656"/>
                    <a:pt x="211992" y="80938"/>
                    <a:pt x="209727" y="78750"/>
                  </a:cubicBezTo>
                  <a:cubicBezTo>
                    <a:pt x="207461" y="76485"/>
                    <a:pt x="205690" y="73828"/>
                    <a:pt x="204401" y="70781"/>
                  </a:cubicBezTo>
                  <a:cubicBezTo>
                    <a:pt x="203112" y="67734"/>
                    <a:pt x="202461" y="64375"/>
                    <a:pt x="202461" y="60703"/>
                  </a:cubicBezTo>
                  <a:cubicBezTo>
                    <a:pt x="202461" y="57031"/>
                    <a:pt x="203086" y="53672"/>
                    <a:pt x="204336" y="50625"/>
                  </a:cubicBezTo>
                  <a:cubicBezTo>
                    <a:pt x="205586" y="47578"/>
                    <a:pt x="207344" y="44961"/>
                    <a:pt x="209610" y="42774"/>
                  </a:cubicBezTo>
                  <a:cubicBezTo>
                    <a:pt x="211875" y="40586"/>
                    <a:pt x="214597" y="38880"/>
                    <a:pt x="217761" y="37669"/>
                  </a:cubicBezTo>
                  <a:cubicBezTo>
                    <a:pt x="220925" y="36458"/>
                    <a:pt x="224414" y="35859"/>
                    <a:pt x="228242" y="35859"/>
                  </a:cubicBezTo>
                  <a:close/>
                  <a:moveTo>
                    <a:pt x="118685" y="33984"/>
                  </a:moveTo>
                  <a:cubicBezTo>
                    <a:pt x="114310" y="33984"/>
                    <a:pt x="110951" y="35000"/>
                    <a:pt x="108607" y="37031"/>
                  </a:cubicBezTo>
                  <a:cubicBezTo>
                    <a:pt x="106263" y="39063"/>
                    <a:pt x="105091" y="41797"/>
                    <a:pt x="105091" y="45234"/>
                  </a:cubicBezTo>
                  <a:cubicBezTo>
                    <a:pt x="105091" y="48594"/>
                    <a:pt x="106263" y="51302"/>
                    <a:pt x="108607" y="53372"/>
                  </a:cubicBezTo>
                  <a:cubicBezTo>
                    <a:pt x="110951" y="55443"/>
                    <a:pt x="114310" y="56484"/>
                    <a:pt x="118685" y="56484"/>
                  </a:cubicBezTo>
                  <a:cubicBezTo>
                    <a:pt x="122826" y="56484"/>
                    <a:pt x="126094" y="55443"/>
                    <a:pt x="128477" y="53372"/>
                  </a:cubicBezTo>
                  <a:cubicBezTo>
                    <a:pt x="130859" y="51302"/>
                    <a:pt x="132044" y="48594"/>
                    <a:pt x="132044" y="45234"/>
                  </a:cubicBezTo>
                  <a:cubicBezTo>
                    <a:pt x="132044" y="41797"/>
                    <a:pt x="130859" y="39063"/>
                    <a:pt x="128477" y="37031"/>
                  </a:cubicBezTo>
                  <a:cubicBezTo>
                    <a:pt x="126094" y="35000"/>
                    <a:pt x="122826" y="33984"/>
                    <a:pt x="118685" y="33984"/>
                  </a:cubicBezTo>
                  <a:close/>
                  <a:moveTo>
                    <a:pt x="118685" y="27422"/>
                  </a:moveTo>
                  <a:cubicBezTo>
                    <a:pt x="125248" y="27422"/>
                    <a:pt x="130560" y="29024"/>
                    <a:pt x="134623" y="32227"/>
                  </a:cubicBezTo>
                  <a:cubicBezTo>
                    <a:pt x="138685" y="35430"/>
                    <a:pt x="140716" y="39727"/>
                    <a:pt x="140716" y="45117"/>
                  </a:cubicBezTo>
                  <a:cubicBezTo>
                    <a:pt x="140716" y="50352"/>
                    <a:pt x="138633" y="54623"/>
                    <a:pt x="134453" y="57943"/>
                  </a:cubicBezTo>
                  <a:cubicBezTo>
                    <a:pt x="130274" y="61263"/>
                    <a:pt x="125013" y="62930"/>
                    <a:pt x="118685" y="62930"/>
                  </a:cubicBezTo>
                  <a:cubicBezTo>
                    <a:pt x="112279" y="62930"/>
                    <a:pt x="106992" y="61263"/>
                    <a:pt x="102813" y="57943"/>
                  </a:cubicBezTo>
                  <a:cubicBezTo>
                    <a:pt x="98633" y="54623"/>
                    <a:pt x="96537" y="50352"/>
                    <a:pt x="96537" y="45117"/>
                  </a:cubicBezTo>
                  <a:cubicBezTo>
                    <a:pt x="96537" y="39727"/>
                    <a:pt x="98594" y="35430"/>
                    <a:pt x="102695" y="32227"/>
                  </a:cubicBezTo>
                  <a:cubicBezTo>
                    <a:pt x="106797" y="29024"/>
                    <a:pt x="112123" y="27422"/>
                    <a:pt x="118685" y="27422"/>
                  </a:cubicBezTo>
                  <a:close/>
                  <a:moveTo>
                    <a:pt x="198594" y="19570"/>
                  </a:moveTo>
                  <a:lnTo>
                    <a:pt x="257657" y="19570"/>
                  </a:lnTo>
                  <a:lnTo>
                    <a:pt x="257657" y="27539"/>
                  </a:lnTo>
                  <a:lnTo>
                    <a:pt x="198594" y="27539"/>
                  </a:lnTo>
                  <a:close/>
                  <a:moveTo>
                    <a:pt x="94662" y="15820"/>
                  </a:moveTo>
                  <a:lnTo>
                    <a:pt x="142943" y="15820"/>
                  </a:lnTo>
                  <a:lnTo>
                    <a:pt x="142943" y="23086"/>
                  </a:lnTo>
                  <a:lnTo>
                    <a:pt x="94662" y="23086"/>
                  </a:lnTo>
                  <a:close/>
                  <a:moveTo>
                    <a:pt x="438203" y="7148"/>
                  </a:moveTo>
                  <a:cubicBezTo>
                    <a:pt x="430157" y="7148"/>
                    <a:pt x="423711" y="8294"/>
                    <a:pt x="418868" y="10599"/>
                  </a:cubicBezTo>
                  <a:cubicBezTo>
                    <a:pt x="414024" y="12904"/>
                    <a:pt x="411602" y="16289"/>
                    <a:pt x="411602" y="20742"/>
                  </a:cubicBezTo>
                  <a:cubicBezTo>
                    <a:pt x="411602" y="25195"/>
                    <a:pt x="413985" y="28477"/>
                    <a:pt x="418750" y="30586"/>
                  </a:cubicBezTo>
                  <a:cubicBezTo>
                    <a:pt x="423516" y="32695"/>
                    <a:pt x="430000" y="33750"/>
                    <a:pt x="438203" y="33750"/>
                  </a:cubicBezTo>
                  <a:cubicBezTo>
                    <a:pt x="446172" y="33750"/>
                    <a:pt x="452579" y="32695"/>
                    <a:pt x="457422" y="30586"/>
                  </a:cubicBezTo>
                  <a:cubicBezTo>
                    <a:pt x="462266" y="28477"/>
                    <a:pt x="464688" y="25195"/>
                    <a:pt x="464688" y="20742"/>
                  </a:cubicBezTo>
                  <a:cubicBezTo>
                    <a:pt x="464688" y="16367"/>
                    <a:pt x="462253" y="13008"/>
                    <a:pt x="457370" y="10664"/>
                  </a:cubicBezTo>
                  <a:cubicBezTo>
                    <a:pt x="452487" y="8320"/>
                    <a:pt x="446094" y="7148"/>
                    <a:pt x="438203" y="7148"/>
                  </a:cubicBezTo>
                  <a:close/>
                  <a:moveTo>
                    <a:pt x="42305" y="3281"/>
                  </a:moveTo>
                  <a:lnTo>
                    <a:pt x="52617" y="3281"/>
                  </a:lnTo>
                  <a:lnTo>
                    <a:pt x="52617" y="8672"/>
                  </a:lnTo>
                  <a:cubicBezTo>
                    <a:pt x="52617" y="12813"/>
                    <a:pt x="53672" y="16563"/>
                    <a:pt x="55781" y="19922"/>
                  </a:cubicBezTo>
                  <a:cubicBezTo>
                    <a:pt x="57891" y="23281"/>
                    <a:pt x="60703" y="26250"/>
                    <a:pt x="64219" y="28828"/>
                  </a:cubicBezTo>
                  <a:cubicBezTo>
                    <a:pt x="67735" y="31406"/>
                    <a:pt x="71758" y="33594"/>
                    <a:pt x="76289" y="35391"/>
                  </a:cubicBezTo>
                  <a:cubicBezTo>
                    <a:pt x="80820" y="37188"/>
                    <a:pt x="85469" y="38555"/>
                    <a:pt x="90235" y="39492"/>
                  </a:cubicBezTo>
                  <a:lnTo>
                    <a:pt x="84375" y="46875"/>
                  </a:lnTo>
                  <a:cubicBezTo>
                    <a:pt x="80703" y="45938"/>
                    <a:pt x="76979" y="44701"/>
                    <a:pt x="73190" y="43177"/>
                  </a:cubicBezTo>
                  <a:cubicBezTo>
                    <a:pt x="69401" y="41654"/>
                    <a:pt x="65820" y="39844"/>
                    <a:pt x="62461" y="37734"/>
                  </a:cubicBezTo>
                  <a:cubicBezTo>
                    <a:pt x="59102" y="35625"/>
                    <a:pt x="56120" y="33281"/>
                    <a:pt x="53503" y="30703"/>
                  </a:cubicBezTo>
                  <a:cubicBezTo>
                    <a:pt x="50886" y="28125"/>
                    <a:pt x="48906" y="25274"/>
                    <a:pt x="47578" y="22148"/>
                  </a:cubicBezTo>
                  <a:cubicBezTo>
                    <a:pt x="45859" y="25430"/>
                    <a:pt x="43672" y="28372"/>
                    <a:pt x="41016" y="30990"/>
                  </a:cubicBezTo>
                  <a:cubicBezTo>
                    <a:pt x="38359" y="33607"/>
                    <a:pt x="35391" y="35899"/>
                    <a:pt x="32109" y="37852"/>
                  </a:cubicBezTo>
                  <a:cubicBezTo>
                    <a:pt x="28828" y="39883"/>
                    <a:pt x="25378" y="41641"/>
                    <a:pt x="21745" y="43125"/>
                  </a:cubicBezTo>
                  <a:cubicBezTo>
                    <a:pt x="18112" y="44609"/>
                    <a:pt x="14453" y="45859"/>
                    <a:pt x="10781" y="46875"/>
                  </a:cubicBezTo>
                  <a:lnTo>
                    <a:pt x="4336" y="39609"/>
                  </a:lnTo>
                  <a:cubicBezTo>
                    <a:pt x="16992" y="36562"/>
                    <a:pt x="26485" y="32461"/>
                    <a:pt x="32813" y="27305"/>
                  </a:cubicBezTo>
                  <a:cubicBezTo>
                    <a:pt x="39141" y="22148"/>
                    <a:pt x="42305" y="15977"/>
                    <a:pt x="42305" y="8789"/>
                  </a:cubicBezTo>
                  <a:close/>
                  <a:moveTo>
                    <a:pt x="213008" y="2695"/>
                  </a:moveTo>
                  <a:lnTo>
                    <a:pt x="243477" y="2695"/>
                  </a:lnTo>
                  <a:lnTo>
                    <a:pt x="243477" y="10430"/>
                  </a:lnTo>
                  <a:lnTo>
                    <a:pt x="213008" y="10547"/>
                  </a:lnTo>
                  <a:close/>
                  <a:moveTo>
                    <a:pt x="346927" y="2578"/>
                  </a:moveTo>
                  <a:lnTo>
                    <a:pt x="355951" y="2578"/>
                  </a:lnTo>
                  <a:lnTo>
                    <a:pt x="355951" y="59883"/>
                  </a:lnTo>
                  <a:lnTo>
                    <a:pt x="346927" y="59883"/>
                  </a:lnTo>
                  <a:lnTo>
                    <a:pt x="346927" y="36211"/>
                  </a:lnTo>
                  <a:lnTo>
                    <a:pt x="330755" y="36211"/>
                  </a:lnTo>
                  <a:lnTo>
                    <a:pt x="330755" y="28242"/>
                  </a:lnTo>
                  <a:lnTo>
                    <a:pt x="346927" y="28242"/>
                  </a:lnTo>
                  <a:close/>
                  <a:moveTo>
                    <a:pt x="106263" y="2109"/>
                  </a:moveTo>
                  <a:lnTo>
                    <a:pt x="131107" y="2109"/>
                  </a:lnTo>
                  <a:lnTo>
                    <a:pt x="131107" y="9375"/>
                  </a:lnTo>
                  <a:lnTo>
                    <a:pt x="106263" y="9375"/>
                  </a:lnTo>
                  <a:close/>
                  <a:moveTo>
                    <a:pt x="366146" y="820"/>
                  </a:moveTo>
                  <a:lnTo>
                    <a:pt x="375052" y="820"/>
                  </a:lnTo>
                  <a:lnTo>
                    <a:pt x="375052" y="59883"/>
                  </a:lnTo>
                  <a:lnTo>
                    <a:pt x="366146" y="59883"/>
                  </a:lnTo>
                  <a:close/>
                  <a:moveTo>
                    <a:pt x="269375" y="820"/>
                  </a:moveTo>
                  <a:lnTo>
                    <a:pt x="278516" y="820"/>
                  </a:lnTo>
                  <a:lnTo>
                    <a:pt x="278516" y="43008"/>
                  </a:lnTo>
                  <a:lnTo>
                    <a:pt x="293985" y="43008"/>
                  </a:lnTo>
                  <a:lnTo>
                    <a:pt x="293985" y="50690"/>
                  </a:lnTo>
                  <a:lnTo>
                    <a:pt x="302422" y="46497"/>
                  </a:lnTo>
                  <a:cubicBezTo>
                    <a:pt x="306511" y="43763"/>
                    <a:pt x="310013" y="40586"/>
                    <a:pt x="312943" y="36966"/>
                  </a:cubicBezTo>
                  <a:cubicBezTo>
                    <a:pt x="318802" y="29740"/>
                    <a:pt x="322201" y="21914"/>
                    <a:pt x="323138" y="13477"/>
                  </a:cubicBezTo>
                  <a:lnTo>
                    <a:pt x="294662" y="13477"/>
                  </a:lnTo>
                  <a:lnTo>
                    <a:pt x="294662" y="5625"/>
                  </a:lnTo>
                  <a:lnTo>
                    <a:pt x="331224" y="5625"/>
                  </a:lnTo>
                  <a:cubicBezTo>
                    <a:pt x="332162" y="5625"/>
                    <a:pt x="332813" y="5794"/>
                    <a:pt x="333164" y="6146"/>
                  </a:cubicBezTo>
                  <a:cubicBezTo>
                    <a:pt x="333516" y="6498"/>
                    <a:pt x="333685" y="7148"/>
                    <a:pt x="333685" y="8086"/>
                  </a:cubicBezTo>
                  <a:cubicBezTo>
                    <a:pt x="333216" y="13399"/>
                    <a:pt x="332084" y="18594"/>
                    <a:pt x="330287" y="23672"/>
                  </a:cubicBezTo>
                  <a:cubicBezTo>
                    <a:pt x="328490" y="28750"/>
                    <a:pt x="325990" y="33555"/>
                    <a:pt x="322787" y="38086"/>
                  </a:cubicBezTo>
                  <a:cubicBezTo>
                    <a:pt x="319662" y="42539"/>
                    <a:pt x="315795" y="46641"/>
                    <a:pt x="311185" y="50391"/>
                  </a:cubicBezTo>
                  <a:cubicBezTo>
                    <a:pt x="306576" y="54141"/>
                    <a:pt x="301263" y="57305"/>
                    <a:pt x="295248" y="59883"/>
                  </a:cubicBezTo>
                  <a:lnTo>
                    <a:pt x="288451" y="53438"/>
                  </a:lnTo>
                  <a:lnTo>
                    <a:pt x="292240" y="51563"/>
                  </a:lnTo>
                  <a:lnTo>
                    <a:pt x="278516" y="51563"/>
                  </a:lnTo>
                  <a:lnTo>
                    <a:pt x="278516" y="104766"/>
                  </a:lnTo>
                  <a:lnTo>
                    <a:pt x="269375" y="104766"/>
                  </a:lnTo>
                  <a:close/>
                  <a:moveTo>
                    <a:pt x="172123" y="820"/>
                  </a:moveTo>
                  <a:lnTo>
                    <a:pt x="181029" y="820"/>
                  </a:lnTo>
                  <a:lnTo>
                    <a:pt x="181029" y="67852"/>
                  </a:lnTo>
                  <a:lnTo>
                    <a:pt x="172123" y="67852"/>
                  </a:lnTo>
                  <a:lnTo>
                    <a:pt x="172123" y="37500"/>
                  </a:lnTo>
                  <a:lnTo>
                    <a:pt x="159232" y="37500"/>
                  </a:lnTo>
                  <a:lnTo>
                    <a:pt x="159232" y="64453"/>
                  </a:lnTo>
                  <a:lnTo>
                    <a:pt x="150326" y="64453"/>
                  </a:lnTo>
                  <a:lnTo>
                    <a:pt x="150326" y="2695"/>
                  </a:lnTo>
                  <a:lnTo>
                    <a:pt x="159232" y="2695"/>
                  </a:lnTo>
                  <a:lnTo>
                    <a:pt x="159232" y="29297"/>
                  </a:lnTo>
                  <a:lnTo>
                    <a:pt x="172123" y="29297"/>
                  </a:lnTo>
                  <a:close/>
                  <a:moveTo>
                    <a:pt x="438203" y="0"/>
                  </a:moveTo>
                  <a:cubicBezTo>
                    <a:pt x="450157" y="0"/>
                    <a:pt x="459219" y="1927"/>
                    <a:pt x="465391" y="5794"/>
                  </a:cubicBezTo>
                  <a:cubicBezTo>
                    <a:pt x="471563" y="9662"/>
                    <a:pt x="474649" y="14648"/>
                    <a:pt x="474649" y="20742"/>
                  </a:cubicBezTo>
                  <a:cubicBezTo>
                    <a:pt x="474649" y="26992"/>
                    <a:pt x="471589" y="31927"/>
                    <a:pt x="465456" y="35560"/>
                  </a:cubicBezTo>
                  <a:cubicBezTo>
                    <a:pt x="459323" y="39193"/>
                    <a:pt x="450235" y="41016"/>
                    <a:pt x="438203" y="41016"/>
                  </a:cubicBezTo>
                  <a:cubicBezTo>
                    <a:pt x="426250" y="41016"/>
                    <a:pt x="417175" y="39193"/>
                    <a:pt x="410964" y="35560"/>
                  </a:cubicBezTo>
                  <a:cubicBezTo>
                    <a:pt x="404753" y="31927"/>
                    <a:pt x="401641" y="26992"/>
                    <a:pt x="401641" y="20742"/>
                  </a:cubicBezTo>
                  <a:cubicBezTo>
                    <a:pt x="401641" y="14570"/>
                    <a:pt x="404753" y="9570"/>
                    <a:pt x="410964" y="5742"/>
                  </a:cubicBezTo>
                  <a:cubicBezTo>
                    <a:pt x="417175" y="1914"/>
                    <a:pt x="426250" y="0"/>
                    <a:pt x="438203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8E0D9C3-AADB-4AC0-8F1C-4D798BEE58BD}"/>
                </a:ext>
              </a:extLst>
            </p:cNvPr>
            <p:cNvSpPr txBox="1"/>
            <p:nvPr/>
          </p:nvSpPr>
          <p:spPr>
            <a:xfrm>
              <a:off x="2530112" y="2010565"/>
              <a:ext cx="703713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수행하겠음</a:t>
              </a:r>
            </a:p>
          </p:txBody>
        </p:sp>
        <p:sp>
          <p:nvSpPr>
            <p:cNvPr id="100" name="자유형: 도형 99">
              <a:extLst>
                <a:ext uri="{FF2B5EF4-FFF2-40B4-BE49-F238E27FC236}">
                  <a16:creationId xmlns:a16="http://schemas.microsoft.com/office/drawing/2014/main" id="{A0EE1A48-0C55-4076-9A26-A53D35A92685}"/>
                </a:ext>
              </a:extLst>
            </p:cNvPr>
            <p:cNvSpPr/>
            <p:nvPr/>
          </p:nvSpPr>
          <p:spPr>
            <a:xfrm>
              <a:off x="869340" y="1423755"/>
              <a:ext cx="80677" cy="112031"/>
            </a:xfrm>
            <a:custGeom>
              <a:avLst/>
              <a:gdLst>
                <a:gd name="connsiteX0" fmla="*/ 27422 w 80677"/>
                <a:gd name="connsiteY0" fmla="*/ 8438 h 112031"/>
                <a:gd name="connsiteX1" fmla="*/ 37852 w 80677"/>
                <a:gd name="connsiteY1" fmla="*/ 10020 h 112031"/>
                <a:gd name="connsiteX2" fmla="*/ 46406 w 80677"/>
                <a:gd name="connsiteY2" fmla="*/ 14648 h 112031"/>
                <a:gd name="connsiteX3" fmla="*/ 52148 w 80677"/>
                <a:gd name="connsiteY3" fmla="*/ 22090 h 112031"/>
                <a:gd name="connsiteX4" fmla="*/ 54258 w 80677"/>
                <a:gd name="connsiteY4" fmla="*/ 32109 h 112031"/>
                <a:gd name="connsiteX5" fmla="*/ 49746 w 80677"/>
                <a:gd name="connsiteY5" fmla="*/ 47754 h 112031"/>
                <a:gd name="connsiteX6" fmla="*/ 39023 w 80677"/>
                <a:gd name="connsiteY6" fmla="*/ 63047 h 112031"/>
                <a:gd name="connsiteX7" fmla="*/ 26602 w 80677"/>
                <a:gd name="connsiteY7" fmla="*/ 76348 h 112031"/>
                <a:gd name="connsiteX8" fmla="*/ 16758 w 80677"/>
                <a:gd name="connsiteY8" fmla="*/ 85898 h 112031"/>
                <a:gd name="connsiteX9" fmla="*/ 56133 w 80677"/>
                <a:gd name="connsiteY9" fmla="*/ 85898 h 112031"/>
                <a:gd name="connsiteX10" fmla="*/ 56133 w 80677"/>
                <a:gd name="connsiteY10" fmla="*/ 97031 h 112031"/>
                <a:gd name="connsiteX11" fmla="*/ 3164 w 80677"/>
                <a:gd name="connsiteY11" fmla="*/ 97031 h 112031"/>
                <a:gd name="connsiteX12" fmla="*/ 645 w 80677"/>
                <a:gd name="connsiteY12" fmla="*/ 96387 h 112031"/>
                <a:gd name="connsiteX13" fmla="*/ 0 w 80677"/>
                <a:gd name="connsiteY13" fmla="*/ 93867 h 112031"/>
                <a:gd name="connsiteX14" fmla="*/ 0 w 80677"/>
                <a:gd name="connsiteY14" fmla="*/ 86250 h 112031"/>
                <a:gd name="connsiteX15" fmla="*/ 11074 w 80677"/>
                <a:gd name="connsiteY15" fmla="*/ 75352 h 112031"/>
                <a:gd name="connsiteX16" fmla="*/ 24492 w 80677"/>
                <a:gd name="connsiteY16" fmla="*/ 60820 h 112031"/>
                <a:gd name="connsiteX17" fmla="*/ 35859 w 80677"/>
                <a:gd name="connsiteY17" fmla="*/ 45645 h 112031"/>
                <a:gd name="connsiteX18" fmla="*/ 40664 w 80677"/>
                <a:gd name="connsiteY18" fmla="*/ 32930 h 112031"/>
                <a:gd name="connsiteX19" fmla="*/ 37031 w 80677"/>
                <a:gd name="connsiteY19" fmla="*/ 22793 h 112031"/>
                <a:gd name="connsiteX20" fmla="*/ 27422 w 80677"/>
                <a:gd name="connsiteY20" fmla="*/ 19570 h 112031"/>
                <a:gd name="connsiteX21" fmla="*/ 17871 w 80677"/>
                <a:gd name="connsiteY21" fmla="*/ 23789 h 112031"/>
                <a:gd name="connsiteX22" fmla="*/ 14297 w 80677"/>
                <a:gd name="connsiteY22" fmla="*/ 36094 h 112031"/>
                <a:gd name="connsiteX23" fmla="*/ 703 w 80677"/>
                <a:gd name="connsiteY23" fmla="*/ 36094 h 112031"/>
                <a:gd name="connsiteX24" fmla="*/ 2754 w 80677"/>
                <a:gd name="connsiteY24" fmla="*/ 24609 h 112031"/>
                <a:gd name="connsiteX25" fmla="*/ 8438 w 80677"/>
                <a:gd name="connsiteY25" fmla="*/ 15938 h 112031"/>
                <a:gd name="connsiteX26" fmla="*/ 16934 w 80677"/>
                <a:gd name="connsiteY26" fmla="*/ 10371 h 112031"/>
                <a:gd name="connsiteX27" fmla="*/ 27422 w 80677"/>
                <a:gd name="connsiteY27" fmla="*/ 8438 h 112031"/>
                <a:gd name="connsiteX28" fmla="*/ 46927 w 80677"/>
                <a:gd name="connsiteY28" fmla="*/ 0 h 112031"/>
                <a:gd name="connsiteX29" fmla="*/ 57357 w 80677"/>
                <a:gd name="connsiteY29" fmla="*/ 0 h 112031"/>
                <a:gd name="connsiteX30" fmla="*/ 67318 w 80677"/>
                <a:gd name="connsiteY30" fmla="*/ 11602 h 112031"/>
                <a:gd name="connsiteX31" fmla="*/ 74583 w 80677"/>
                <a:gd name="connsiteY31" fmla="*/ 25430 h 112031"/>
                <a:gd name="connsiteX32" fmla="*/ 79154 w 80677"/>
                <a:gd name="connsiteY32" fmla="*/ 40488 h 112031"/>
                <a:gd name="connsiteX33" fmla="*/ 80677 w 80677"/>
                <a:gd name="connsiteY33" fmla="*/ 56016 h 112031"/>
                <a:gd name="connsiteX34" fmla="*/ 79154 w 80677"/>
                <a:gd name="connsiteY34" fmla="*/ 71660 h 112031"/>
                <a:gd name="connsiteX35" fmla="*/ 74583 w 80677"/>
                <a:gd name="connsiteY35" fmla="*/ 86719 h 112031"/>
                <a:gd name="connsiteX36" fmla="*/ 67318 w 80677"/>
                <a:gd name="connsiteY36" fmla="*/ 100547 h 112031"/>
                <a:gd name="connsiteX37" fmla="*/ 57357 w 80677"/>
                <a:gd name="connsiteY37" fmla="*/ 112031 h 112031"/>
                <a:gd name="connsiteX38" fmla="*/ 46927 w 80677"/>
                <a:gd name="connsiteY38" fmla="*/ 112031 h 112031"/>
                <a:gd name="connsiteX39" fmla="*/ 62279 w 80677"/>
                <a:gd name="connsiteY39" fmla="*/ 83145 h 112031"/>
                <a:gd name="connsiteX40" fmla="*/ 66263 w 80677"/>
                <a:gd name="connsiteY40" fmla="*/ 56016 h 112031"/>
                <a:gd name="connsiteX41" fmla="*/ 62279 w 80677"/>
                <a:gd name="connsiteY41" fmla="*/ 29004 h 112031"/>
                <a:gd name="connsiteX42" fmla="*/ 46927 w 80677"/>
                <a:gd name="connsiteY42" fmla="*/ 0 h 112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0677" h="112031">
                  <a:moveTo>
                    <a:pt x="27422" y="8438"/>
                  </a:moveTo>
                  <a:cubicBezTo>
                    <a:pt x="31094" y="8438"/>
                    <a:pt x="34570" y="8965"/>
                    <a:pt x="37852" y="10020"/>
                  </a:cubicBezTo>
                  <a:cubicBezTo>
                    <a:pt x="41133" y="11074"/>
                    <a:pt x="43984" y="12617"/>
                    <a:pt x="46406" y="14648"/>
                  </a:cubicBezTo>
                  <a:cubicBezTo>
                    <a:pt x="48828" y="16680"/>
                    <a:pt x="50742" y="19160"/>
                    <a:pt x="52148" y="22090"/>
                  </a:cubicBezTo>
                  <a:cubicBezTo>
                    <a:pt x="53555" y="25020"/>
                    <a:pt x="54258" y="28359"/>
                    <a:pt x="54258" y="32109"/>
                  </a:cubicBezTo>
                  <a:cubicBezTo>
                    <a:pt x="54258" y="37188"/>
                    <a:pt x="52754" y="42402"/>
                    <a:pt x="49746" y="47754"/>
                  </a:cubicBezTo>
                  <a:cubicBezTo>
                    <a:pt x="46738" y="53106"/>
                    <a:pt x="43164" y="58203"/>
                    <a:pt x="39023" y="63047"/>
                  </a:cubicBezTo>
                  <a:cubicBezTo>
                    <a:pt x="34961" y="67891"/>
                    <a:pt x="30820" y="72324"/>
                    <a:pt x="26602" y="76348"/>
                  </a:cubicBezTo>
                  <a:cubicBezTo>
                    <a:pt x="22383" y="80371"/>
                    <a:pt x="19102" y="83555"/>
                    <a:pt x="16758" y="85898"/>
                  </a:cubicBezTo>
                  <a:lnTo>
                    <a:pt x="56133" y="85898"/>
                  </a:lnTo>
                  <a:lnTo>
                    <a:pt x="56133" y="97031"/>
                  </a:lnTo>
                  <a:lnTo>
                    <a:pt x="3164" y="97031"/>
                  </a:lnTo>
                  <a:cubicBezTo>
                    <a:pt x="1914" y="97031"/>
                    <a:pt x="1074" y="96816"/>
                    <a:pt x="645" y="96387"/>
                  </a:cubicBezTo>
                  <a:cubicBezTo>
                    <a:pt x="215" y="95957"/>
                    <a:pt x="0" y="95117"/>
                    <a:pt x="0" y="93867"/>
                  </a:cubicBezTo>
                  <a:lnTo>
                    <a:pt x="0" y="86250"/>
                  </a:lnTo>
                  <a:cubicBezTo>
                    <a:pt x="2812" y="83594"/>
                    <a:pt x="6504" y="79961"/>
                    <a:pt x="11074" y="75352"/>
                  </a:cubicBezTo>
                  <a:cubicBezTo>
                    <a:pt x="15645" y="70742"/>
                    <a:pt x="20117" y="65899"/>
                    <a:pt x="24492" y="60820"/>
                  </a:cubicBezTo>
                  <a:cubicBezTo>
                    <a:pt x="28867" y="55664"/>
                    <a:pt x="32656" y="50606"/>
                    <a:pt x="35859" y="45645"/>
                  </a:cubicBezTo>
                  <a:cubicBezTo>
                    <a:pt x="39063" y="40684"/>
                    <a:pt x="40664" y="36445"/>
                    <a:pt x="40664" y="32930"/>
                  </a:cubicBezTo>
                  <a:cubicBezTo>
                    <a:pt x="40664" y="28320"/>
                    <a:pt x="39453" y="24941"/>
                    <a:pt x="37031" y="22793"/>
                  </a:cubicBezTo>
                  <a:cubicBezTo>
                    <a:pt x="34609" y="20645"/>
                    <a:pt x="31406" y="19570"/>
                    <a:pt x="27422" y="19570"/>
                  </a:cubicBezTo>
                  <a:cubicBezTo>
                    <a:pt x="23438" y="19570"/>
                    <a:pt x="20254" y="20977"/>
                    <a:pt x="17871" y="23789"/>
                  </a:cubicBezTo>
                  <a:cubicBezTo>
                    <a:pt x="15488" y="26602"/>
                    <a:pt x="14297" y="30703"/>
                    <a:pt x="14297" y="36094"/>
                  </a:cubicBezTo>
                  <a:lnTo>
                    <a:pt x="703" y="36094"/>
                  </a:lnTo>
                  <a:cubicBezTo>
                    <a:pt x="703" y="31875"/>
                    <a:pt x="1387" y="28047"/>
                    <a:pt x="2754" y="24609"/>
                  </a:cubicBezTo>
                  <a:cubicBezTo>
                    <a:pt x="4121" y="21172"/>
                    <a:pt x="6016" y="18281"/>
                    <a:pt x="8438" y="15938"/>
                  </a:cubicBezTo>
                  <a:cubicBezTo>
                    <a:pt x="10859" y="13516"/>
                    <a:pt x="13691" y="11660"/>
                    <a:pt x="16934" y="10371"/>
                  </a:cubicBezTo>
                  <a:cubicBezTo>
                    <a:pt x="20176" y="9082"/>
                    <a:pt x="23672" y="8438"/>
                    <a:pt x="27422" y="8438"/>
                  </a:cubicBezTo>
                  <a:close/>
                  <a:moveTo>
                    <a:pt x="46927" y="0"/>
                  </a:moveTo>
                  <a:lnTo>
                    <a:pt x="57357" y="0"/>
                  </a:lnTo>
                  <a:cubicBezTo>
                    <a:pt x="61107" y="3438"/>
                    <a:pt x="64427" y="7305"/>
                    <a:pt x="67318" y="11602"/>
                  </a:cubicBezTo>
                  <a:cubicBezTo>
                    <a:pt x="70208" y="15898"/>
                    <a:pt x="72630" y="20508"/>
                    <a:pt x="74583" y="25430"/>
                  </a:cubicBezTo>
                  <a:cubicBezTo>
                    <a:pt x="76615" y="30274"/>
                    <a:pt x="78138" y="35293"/>
                    <a:pt x="79154" y="40488"/>
                  </a:cubicBezTo>
                  <a:cubicBezTo>
                    <a:pt x="80169" y="45684"/>
                    <a:pt x="80677" y="50859"/>
                    <a:pt x="80677" y="56016"/>
                  </a:cubicBezTo>
                  <a:cubicBezTo>
                    <a:pt x="80677" y="61250"/>
                    <a:pt x="80169" y="66465"/>
                    <a:pt x="79154" y="71660"/>
                  </a:cubicBezTo>
                  <a:cubicBezTo>
                    <a:pt x="78138" y="76856"/>
                    <a:pt x="76615" y="81875"/>
                    <a:pt x="74583" y="86719"/>
                  </a:cubicBezTo>
                  <a:cubicBezTo>
                    <a:pt x="72630" y="91641"/>
                    <a:pt x="70208" y="96250"/>
                    <a:pt x="67318" y="100547"/>
                  </a:cubicBezTo>
                  <a:cubicBezTo>
                    <a:pt x="64427" y="104844"/>
                    <a:pt x="61107" y="108672"/>
                    <a:pt x="57357" y="112031"/>
                  </a:cubicBezTo>
                  <a:lnTo>
                    <a:pt x="46927" y="112031"/>
                  </a:lnTo>
                  <a:cubicBezTo>
                    <a:pt x="54505" y="102188"/>
                    <a:pt x="59622" y="92559"/>
                    <a:pt x="62279" y="83145"/>
                  </a:cubicBezTo>
                  <a:cubicBezTo>
                    <a:pt x="64935" y="73731"/>
                    <a:pt x="66263" y="64688"/>
                    <a:pt x="66263" y="56016"/>
                  </a:cubicBezTo>
                  <a:cubicBezTo>
                    <a:pt x="66263" y="47422"/>
                    <a:pt x="64935" y="38418"/>
                    <a:pt x="62279" y="29004"/>
                  </a:cubicBezTo>
                  <a:cubicBezTo>
                    <a:pt x="59622" y="19590"/>
                    <a:pt x="54505" y="9922"/>
                    <a:pt x="46927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673256E5-E5B8-4D6A-806F-D13D53EB4A39}"/>
                </a:ext>
              </a:extLst>
            </p:cNvPr>
            <p:cNvSpPr txBox="1"/>
            <p:nvPr/>
          </p:nvSpPr>
          <p:spPr>
            <a:xfrm>
              <a:off x="777900" y="1371896"/>
              <a:ext cx="287046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92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2)</a:t>
              </a:r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F1DFCABA-BC9E-40CC-ABAF-F080880D9F8B}"/>
                </a:ext>
              </a:extLst>
            </p:cNvPr>
            <p:cNvSpPr/>
            <p:nvPr/>
          </p:nvSpPr>
          <p:spPr>
            <a:xfrm>
              <a:off x="975085" y="1427740"/>
              <a:ext cx="386536" cy="105000"/>
            </a:xfrm>
            <a:custGeom>
              <a:avLst/>
              <a:gdLst>
                <a:gd name="connsiteX0" fmla="*/ 213346 w 386536"/>
                <a:gd name="connsiteY0" fmla="*/ 81797 h 105000"/>
                <a:gd name="connsiteX1" fmla="*/ 213346 w 386536"/>
                <a:gd name="connsiteY1" fmla="*/ 93281 h 105000"/>
                <a:gd name="connsiteX2" fmla="*/ 257526 w 386536"/>
                <a:gd name="connsiteY2" fmla="*/ 93281 h 105000"/>
                <a:gd name="connsiteX3" fmla="*/ 257526 w 386536"/>
                <a:gd name="connsiteY3" fmla="*/ 81797 h 105000"/>
                <a:gd name="connsiteX4" fmla="*/ 200339 w 386536"/>
                <a:gd name="connsiteY4" fmla="*/ 60000 h 105000"/>
                <a:gd name="connsiteX5" fmla="*/ 213346 w 386536"/>
                <a:gd name="connsiteY5" fmla="*/ 60000 h 105000"/>
                <a:gd name="connsiteX6" fmla="*/ 213346 w 386536"/>
                <a:gd name="connsiteY6" fmla="*/ 71133 h 105000"/>
                <a:gd name="connsiteX7" fmla="*/ 257526 w 386536"/>
                <a:gd name="connsiteY7" fmla="*/ 71133 h 105000"/>
                <a:gd name="connsiteX8" fmla="*/ 257526 w 386536"/>
                <a:gd name="connsiteY8" fmla="*/ 60000 h 105000"/>
                <a:gd name="connsiteX9" fmla="*/ 270534 w 386536"/>
                <a:gd name="connsiteY9" fmla="*/ 60000 h 105000"/>
                <a:gd name="connsiteX10" fmla="*/ 270534 w 386536"/>
                <a:gd name="connsiteY10" fmla="*/ 100664 h 105000"/>
                <a:gd name="connsiteX11" fmla="*/ 269772 w 386536"/>
                <a:gd name="connsiteY11" fmla="*/ 103242 h 105000"/>
                <a:gd name="connsiteX12" fmla="*/ 267253 w 386536"/>
                <a:gd name="connsiteY12" fmla="*/ 103945 h 105000"/>
                <a:gd name="connsiteX13" fmla="*/ 203620 w 386536"/>
                <a:gd name="connsiteY13" fmla="*/ 103945 h 105000"/>
                <a:gd name="connsiteX14" fmla="*/ 201042 w 386536"/>
                <a:gd name="connsiteY14" fmla="*/ 103242 h 105000"/>
                <a:gd name="connsiteX15" fmla="*/ 200339 w 386536"/>
                <a:gd name="connsiteY15" fmla="*/ 100664 h 105000"/>
                <a:gd name="connsiteX16" fmla="*/ 25313 w 386536"/>
                <a:gd name="connsiteY16" fmla="*/ 24609 h 105000"/>
                <a:gd name="connsiteX17" fmla="*/ 25313 w 386536"/>
                <a:gd name="connsiteY17" fmla="*/ 37852 h 105000"/>
                <a:gd name="connsiteX18" fmla="*/ 71250 w 386536"/>
                <a:gd name="connsiteY18" fmla="*/ 37852 h 105000"/>
                <a:gd name="connsiteX19" fmla="*/ 71250 w 386536"/>
                <a:gd name="connsiteY19" fmla="*/ 24609 h 105000"/>
                <a:gd name="connsiteX20" fmla="*/ 212995 w 386536"/>
                <a:gd name="connsiteY20" fmla="*/ 12070 h 105000"/>
                <a:gd name="connsiteX21" fmla="*/ 202624 w 386536"/>
                <a:gd name="connsiteY21" fmla="*/ 16406 h 105000"/>
                <a:gd name="connsiteX22" fmla="*/ 199050 w 386536"/>
                <a:gd name="connsiteY22" fmla="*/ 27070 h 105000"/>
                <a:gd name="connsiteX23" fmla="*/ 202624 w 386536"/>
                <a:gd name="connsiteY23" fmla="*/ 37676 h 105000"/>
                <a:gd name="connsiteX24" fmla="*/ 212995 w 386536"/>
                <a:gd name="connsiteY24" fmla="*/ 42188 h 105000"/>
                <a:gd name="connsiteX25" fmla="*/ 223307 w 386536"/>
                <a:gd name="connsiteY25" fmla="*/ 37676 h 105000"/>
                <a:gd name="connsiteX26" fmla="*/ 226940 w 386536"/>
                <a:gd name="connsiteY26" fmla="*/ 27070 h 105000"/>
                <a:gd name="connsiteX27" fmla="*/ 223307 w 386536"/>
                <a:gd name="connsiteY27" fmla="*/ 16465 h 105000"/>
                <a:gd name="connsiteX28" fmla="*/ 212995 w 386536"/>
                <a:gd name="connsiteY28" fmla="*/ 12070 h 105000"/>
                <a:gd name="connsiteX29" fmla="*/ 291615 w 386536"/>
                <a:gd name="connsiteY29" fmla="*/ 6328 h 105000"/>
                <a:gd name="connsiteX30" fmla="*/ 348216 w 386536"/>
                <a:gd name="connsiteY30" fmla="*/ 6328 h 105000"/>
                <a:gd name="connsiteX31" fmla="*/ 348216 w 386536"/>
                <a:gd name="connsiteY31" fmla="*/ 17344 h 105000"/>
                <a:gd name="connsiteX32" fmla="*/ 326654 w 386536"/>
                <a:gd name="connsiteY32" fmla="*/ 17344 h 105000"/>
                <a:gd name="connsiteX33" fmla="*/ 326654 w 386536"/>
                <a:gd name="connsiteY33" fmla="*/ 26484 h 105000"/>
                <a:gd name="connsiteX34" fmla="*/ 333451 w 386536"/>
                <a:gd name="connsiteY34" fmla="*/ 54492 h 105000"/>
                <a:gd name="connsiteX35" fmla="*/ 353607 w 386536"/>
                <a:gd name="connsiteY35" fmla="*/ 73945 h 105000"/>
                <a:gd name="connsiteX36" fmla="*/ 344115 w 386536"/>
                <a:gd name="connsiteY36" fmla="*/ 82969 h 105000"/>
                <a:gd name="connsiteX37" fmla="*/ 329818 w 386536"/>
                <a:gd name="connsiteY37" fmla="*/ 70840 h 105000"/>
                <a:gd name="connsiteX38" fmla="*/ 319623 w 386536"/>
                <a:gd name="connsiteY38" fmla="*/ 55547 h 105000"/>
                <a:gd name="connsiteX39" fmla="*/ 309955 w 386536"/>
                <a:gd name="connsiteY39" fmla="*/ 71719 h 105000"/>
                <a:gd name="connsiteX40" fmla="*/ 295013 w 386536"/>
                <a:gd name="connsiteY40" fmla="*/ 85547 h 105000"/>
                <a:gd name="connsiteX41" fmla="*/ 283880 w 386536"/>
                <a:gd name="connsiteY41" fmla="*/ 76758 h 105000"/>
                <a:gd name="connsiteX42" fmla="*/ 305208 w 386536"/>
                <a:gd name="connsiteY42" fmla="*/ 55957 h 105000"/>
                <a:gd name="connsiteX43" fmla="*/ 312591 w 386536"/>
                <a:gd name="connsiteY43" fmla="*/ 25899 h 105000"/>
                <a:gd name="connsiteX44" fmla="*/ 312591 w 386536"/>
                <a:gd name="connsiteY44" fmla="*/ 17344 h 105000"/>
                <a:gd name="connsiteX45" fmla="*/ 291615 w 386536"/>
                <a:gd name="connsiteY45" fmla="*/ 17344 h 105000"/>
                <a:gd name="connsiteX46" fmla="*/ 115287 w 386536"/>
                <a:gd name="connsiteY46" fmla="*/ 3984 h 105000"/>
                <a:gd name="connsiteX47" fmla="*/ 129115 w 386536"/>
                <a:gd name="connsiteY47" fmla="*/ 3984 h 105000"/>
                <a:gd name="connsiteX48" fmla="*/ 129115 w 386536"/>
                <a:gd name="connsiteY48" fmla="*/ 27188 h 105000"/>
                <a:gd name="connsiteX49" fmla="*/ 135794 w 386536"/>
                <a:gd name="connsiteY49" fmla="*/ 54258 h 105000"/>
                <a:gd name="connsiteX50" fmla="*/ 156185 w 386536"/>
                <a:gd name="connsiteY50" fmla="*/ 74297 h 105000"/>
                <a:gd name="connsiteX51" fmla="*/ 146341 w 386536"/>
                <a:gd name="connsiteY51" fmla="*/ 83203 h 105000"/>
                <a:gd name="connsiteX52" fmla="*/ 132279 w 386536"/>
                <a:gd name="connsiteY52" fmla="*/ 70781 h 105000"/>
                <a:gd name="connsiteX53" fmla="*/ 122318 w 386536"/>
                <a:gd name="connsiteY53" fmla="*/ 55781 h 105000"/>
                <a:gd name="connsiteX54" fmla="*/ 118568 w 386536"/>
                <a:gd name="connsiteY54" fmla="*/ 63691 h 105000"/>
                <a:gd name="connsiteX55" fmla="*/ 112826 w 386536"/>
                <a:gd name="connsiteY55" fmla="*/ 71602 h 105000"/>
                <a:gd name="connsiteX56" fmla="*/ 105736 w 386536"/>
                <a:gd name="connsiteY56" fmla="*/ 79102 h 105000"/>
                <a:gd name="connsiteX57" fmla="*/ 97943 w 386536"/>
                <a:gd name="connsiteY57" fmla="*/ 85547 h 105000"/>
                <a:gd name="connsiteX58" fmla="*/ 87162 w 386536"/>
                <a:gd name="connsiteY58" fmla="*/ 76875 h 105000"/>
                <a:gd name="connsiteX59" fmla="*/ 92253 w 386536"/>
                <a:gd name="connsiteY59" fmla="*/ 71602 h 105000"/>
                <a:gd name="connsiteX60" fmla="*/ 55195 w 386536"/>
                <a:gd name="connsiteY60" fmla="*/ 71602 h 105000"/>
                <a:gd name="connsiteX61" fmla="*/ 55195 w 386536"/>
                <a:gd name="connsiteY61" fmla="*/ 105000 h 105000"/>
                <a:gd name="connsiteX62" fmla="*/ 41719 w 386536"/>
                <a:gd name="connsiteY62" fmla="*/ 105000 h 105000"/>
                <a:gd name="connsiteX63" fmla="*/ 41719 w 386536"/>
                <a:gd name="connsiteY63" fmla="*/ 71602 h 105000"/>
                <a:gd name="connsiteX64" fmla="*/ 0 w 386536"/>
                <a:gd name="connsiteY64" fmla="*/ 71602 h 105000"/>
                <a:gd name="connsiteX65" fmla="*/ 0 w 386536"/>
                <a:gd name="connsiteY65" fmla="*/ 60469 h 105000"/>
                <a:gd name="connsiteX66" fmla="*/ 96680 w 386536"/>
                <a:gd name="connsiteY66" fmla="*/ 60469 h 105000"/>
                <a:gd name="connsiteX67" fmla="*/ 96680 w 386536"/>
                <a:gd name="connsiteY67" fmla="*/ 67014 h 105000"/>
                <a:gd name="connsiteX68" fmla="*/ 108372 w 386536"/>
                <a:gd name="connsiteY68" fmla="*/ 54902 h 105000"/>
                <a:gd name="connsiteX69" fmla="*/ 115287 w 386536"/>
                <a:gd name="connsiteY69" fmla="*/ 26484 h 105000"/>
                <a:gd name="connsiteX70" fmla="*/ 11953 w 386536"/>
                <a:gd name="connsiteY70" fmla="*/ 1758 h 105000"/>
                <a:gd name="connsiteX71" fmla="*/ 25313 w 386536"/>
                <a:gd name="connsiteY71" fmla="*/ 1758 h 105000"/>
                <a:gd name="connsiteX72" fmla="*/ 25313 w 386536"/>
                <a:gd name="connsiteY72" fmla="*/ 13711 h 105000"/>
                <a:gd name="connsiteX73" fmla="*/ 71250 w 386536"/>
                <a:gd name="connsiteY73" fmla="*/ 13711 h 105000"/>
                <a:gd name="connsiteX74" fmla="*/ 71250 w 386536"/>
                <a:gd name="connsiteY74" fmla="*/ 1758 h 105000"/>
                <a:gd name="connsiteX75" fmla="*/ 84492 w 386536"/>
                <a:gd name="connsiteY75" fmla="*/ 1758 h 105000"/>
                <a:gd name="connsiteX76" fmla="*/ 84492 w 386536"/>
                <a:gd name="connsiteY76" fmla="*/ 45586 h 105000"/>
                <a:gd name="connsiteX77" fmla="*/ 83731 w 386536"/>
                <a:gd name="connsiteY77" fmla="*/ 48164 h 105000"/>
                <a:gd name="connsiteX78" fmla="*/ 81211 w 386536"/>
                <a:gd name="connsiteY78" fmla="*/ 48867 h 105000"/>
                <a:gd name="connsiteX79" fmla="*/ 15117 w 386536"/>
                <a:gd name="connsiteY79" fmla="*/ 48867 h 105000"/>
                <a:gd name="connsiteX80" fmla="*/ 12598 w 386536"/>
                <a:gd name="connsiteY80" fmla="*/ 48164 h 105000"/>
                <a:gd name="connsiteX81" fmla="*/ 11953 w 386536"/>
                <a:gd name="connsiteY81" fmla="*/ 45586 h 105000"/>
                <a:gd name="connsiteX82" fmla="*/ 162044 w 386536"/>
                <a:gd name="connsiteY82" fmla="*/ 117 h 105000"/>
                <a:gd name="connsiteX83" fmla="*/ 175169 w 386536"/>
                <a:gd name="connsiteY83" fmla="*/ 117 h 105000"/>
                <a:gd name="connsiteX84" fmla="*/ 175169 w 386536"/>
                <a:gd name="connsiteY84" fmla="*/ 39609 h 105000"/>
                <a:gd name="connsiteX85" fmla="*/ 189202 w 386536"/>
                <a:gd name="connsiteY85" fmla="*/ 39609 h 105000"/>
                <a:gd name="connsiteX86" fmla="*/ 187741 w 386536"/>
                <a:gd name="connsiteY86" fmla="*/ 37441 h 105000"/>
                <a:gd name="connsiteX87" fmla="*/ 185807 w 386536"/>
                <a:gd name="connsiteY87" fmla="*/ 27070 h 105000"/>
                <a:gd name="connsiteX88" fmla="*/ 187741 w 386536"/>
                <a:gd name="connsiteY88" fmla="*/ 16934 h 105000"/>
                <a:gd name="connsiteX89" fmla="*/ 193307 w 386536"/>
                <a:gd name="connsiteY89" fmla="*/ 8672 h 105000"/>
                <a:gd name="connsiteX90" fmla="*/ 201862 w 386536"/>
                <a:gd name="connsiteY90" fmla="*/ 3047 h 105000"/>
                <a:gd name="connsiteX91" fmla="*/ 212995 w 386536"/>
                <a:gd name="connsiteY91" fmla="*/ 938 h 105000"/>
                <a:gd name="connsiteX92" fmla="*/ 230983 w 386536"/>
                <a:gd name="connsiteY92" fmla="*/ 6973 h 105000"/>
                <a:gd name="connsiteX93" fmla="*/ 239831 w 386536"/>
                <a:gd name="connsiteY93" fmla="*/ 21914 h 105000"/>
                <a:gd name="connsiteX94" fmla="*/ 257526 w 386536"/>
                <a:gd name="connsiteY94" fmla="*/ 21914 h 105000"/>
                <a:gd name="connsiteX95" fmla="*/ 257526 w 386536"/>
                <a:gd name="connsiteY95" fmla="*/ 117 h 105000"/>
                <a:gd name="connsiteX96" fmla="*/ 270651 w 386536"/>
                <a:gd name="connsiteY96" fmla="*/ 117 h 105000"/>
                <a:gd name="connsiteX97" fmla="*/ 270651 w 386536"/>
                <a:gd name="connsiteY97" fmla="*/ 56016 h 105000"/>
                <a:gd name="connsiteX98" fmla="*/ 257526 w 386536"/>
                <a:gd name="connsiteY98" fmla="*/ 56016 h 105000"/>
                <a:gd name="connsiteX99" fmla="*/ 257526 w 386536"/>
                <a:gd name="connsiteY99" fmla="*/ 33164 h 105000"/>
                <a:gd name="connsiteX100" fmla="*/ 239596 w 386536"/>
                <a:gd name="connsiteY100" fmla="*/ 33164 h 105000"/>
                <a:gd name="connsiteX101" fmla="*/ 230632 w 386536"/>
                <a:gd name="connsiteY101" fmla="*/ 47578 h 105000"/>
                <a:gd name="connsiteX102" fmla="*/ 212995 w 386536"/>
                <a:gd name="connsiteY102" fmla="*/ 53203 h 105000"/>
                <a:gd name="connsiteX103" fmla="*/ 201862 w 386536"/>
                <a:gd name="connsiteY103" fmla="*/ 51211 h 105000"/>
                <a:gd name="connsiteX104" fmla="*/ 193307 w 386536"/>
                <a:gd name="connsiteY104" fmla="*/ 45703 h 105000"/>
                <a:gd name="connsiteX105" fmla="*/ 189583 w 386536"/>
                <a:gd name="connsiteY105" fmla="*/ 40176 h 105000"/>
                <a:gd name="connsiteX106" fmla="*/ 189583 w 386536"/>
                <a:gd name="connsiteY106" fmla="*/ 51445 h 105000"/>
                <a:gd name="connsiteX107" fmla="*/ 175169 w 386536"/>
                <a:gd name="connsiteY107" fmla="*/ 51445 h 105000"/>
                <a:gd name="connsiteX108" fmla="*/ 175169 w 386536"/>
                <a:gd name="connsiteY108" fmla="*/ 105000 h 105000"/>
                <a:gd name="connsiteX109" fmla="*/ 162044 w 386536"/>
                <a:gd name="connsiteY109" fmla="*/ 105000 h 105000"/>
                <a:gd name="connsiteX110" fmla="*/ 358763 w 386536"/>
                <a:gd name="connsiteY110" fmla="*/ 0 h 105000"/>
                <a:gd name="connsiteX111" fmla="*/ 372005 w 386536"/>
                <a:gd name="connsiteY111" fmla="*/ 0 h 105000"/>
                <a:gd name="connsiteX112" fmla="*/ 372005 w 386536"/>
                <a:gd name="connsiteY112" fmla="*/ 39609 h 105000"/>
                <a:gd name="connsiteX113" fmla="*/ 386537 w 386536"/>
                <a:gd name="connsiteY113" fmla="*/ 39609 h 105000"/>
                <a:gd name="connsiteX114" fmla="*/ 386537 w 386536"/>
                <a:gd name="connsiteY114" fmla="*/ 51445 h 105000"/>
                <a:gd name="connsiteX115" fmla="*/ 372005 w 386536"/>
                <a:gd name="connsiteY115" fmla="*/ 51445 h 105000"/>
                <a:gd name="connsiteX116" fmla="*/ 372005 w 386536"/>
                <a:gd name="connsiteY116" fmla="*/ 105000 h 105000"/>
                <a:gd name="connsiteX117" fmla="*/ 358763 w 386536"/>
                <a:gd name="connsiteY117" fmla="*/ 105000 h 1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</a:cxnLst>
              <a:rect l="l" t="t" r="r" b="b"/>
              <a:pathLst>
                <a:path w="386536" h="105000">
                  <a:moveTo>
                    <a:pt x="213346" y="81797"/>
                  </a:moveTo>
                  <a:lnTo>
                    <a:pt x="213346" y="93281"/>
                  </a:lnTo>
                  <a:lnTo>
                    <a:pt x="257526" y="93281"/>
                  </a:lnTo>
                  <a:lnTo>
                    <a:pt x="257526" y="81797"/>
                  </a:lnTo>
                  <a:close/>
                  <a:moveTo>
                    <a:pt x="200339" y="60000"/>
                  </a:moveTo>
                  <a:lnTo>
                    <a:pt x="213346" y="60000"/>
                  </a:lnTo>
                  <a:lnTo>
                    <a:pt x="213346" y="71133"/>
                  </a:lnTo>
                  <a:lnTo>
                    <a:pt x="257526" y="71133"/>
                  </a:lnTo>
                  <a:lnTo>
                    <a:pt x="257526" y="60000"/>
                  </a:lnTo>
                  <a:lnTo>
                    <a:pt x="270534" y="60000"/>
                  </a:lnTo>
                  <a:lnTo>
                    <a:pt x="270534" y="100664"/>
                  </a:lnTo>
                  <a:cubicBezTo>
                    <a:pt x="270534" y="101914"/>
                    <a:pt x="270280" y="102774"/>
                    <a:pt x="269772" y="103242"/>
                  </a:cubicBezTo>
                  <a:cubicBezTo>
                    <a:pt x="269264" y="103711"/>
                    <a:pt x="268425" y="103945"/>
                    <a:pt x="267253" y="103945"/>
                  </a:cubicBezTo>
                  <a:lnTo>
                    <a:pt x="203620" y="103945"/>
                  </a:lnTo>
                  <a:cubicBezTo>
                    <a:pt x="202370" y="103945"/>
                    <a:pt x="201511" y="103711"/>
                    <a:pt x="201042" y="103242"/>
                  </a:cubicBezTo>
                  <a:cubicBezTo>
                    <a:pt x="200573" y="102774"/>
                    <a:pt x="200339" y="101914"/>
                    <a:pt x="200339" y="100664"/>
                  </a:cubicBezTo>
                  <a:close/>
                  <a:moveTo>
                    <a:pt x="25313" y="24609"/>
                  </a:moveTo>
                  <a:lnTo>
                    <a:pt x="25313" y="37852"/>
                  </a:lnTo>
                  <a:lnTo>
                    <a:pt x="71250" y="37852"/>
                  </a:lnTo>
                  <a:lnTo>
                    <a:pt x="71250" y="24609"/>
                  </a:lnTo>
                  <a:close/>
                  <a:moveTo>
                    <a:pt x="212995" y="12070"/>
                  </a:moveTo>
                  <a:cubicBezTo>
                    <a:pt x="208464" y="12070"/>
                    <a:pt x="205007" y="13516"/>
                    <a:pt x="202624" y="16406"/>
                  </a:cubicBezTo>
                  <a:cubicBezTo>
                    <a:pt x="200241" y="19297"/>
                    <a:pt x="199050" y="22852"/>
                    <a:pt x="199050" y="27070"/>
                  </a:cubicBezTo>
                  <a:cubicBezTo>
                    <a:pt x="199050" y="31133"/>
                    <a:pt x="200241" y="34668"/>
                    <a:pt x="202624" y="37676"/>
                  </a:cubicBezTo>
                  <a:cubicBezTo>
                    <a:pt x="205007" y="40684"/>
                    <a:pt x="208464" y="42188"/>
                    <a:pt x="212995" y="42188"/>
                  </a:cubicBezTo>
                  <a:cubicBezTo>
                    <a:pt x="217448" y="42188"/>
                    <a:pt x="220886" y="40684"/>
                    <a:pt x="223307" y="37676"/>
                  </a:cubicBezTo>
                  <a:cubicBezTo>
                    <a:pt x="225729" y="34668"/>
                    <a:pt x="226940" y="31133"/>
                    <a:pt x="226940" y="27070"/>
                  </a:cubicBezTo>
                  <a:cubicBezTo>
                    <a:pt x="226940" y="22930"/>
                    <a:pt x="225729" y="19395"/>
                    <a:pt x="223307" y="16465"/>
                  </a:cubicBezTo>
                  <a:cubicBezTo>
                    <a:pt x="220886" y="13535"/>
                    <a:pt x="217448" y="12070"/>
                    <a:pt x="212995" y="12070"/>
                  </a:cubicBezTo>
                  <a:close/>
                  <a:moveTo>
                    <a:pt x="291615" y="6328"/>
                  </a:moveTo>
                  <a:lnTo>
                    <a:pt x="348216" y="6328"/>
                  </a:lnTo>
                  <a:lnTo>
                    <a:pt x="348216" y="17344"/>
                  </a:lnTo>
                  <a:lnTo>
                    <a:pt x="326654" y="17344"/>
                  </a:lnTo>
                  <a:lnTo>
                    <a:pt x="326654" y="26484"/>
                  </a:lnTo>
                  <a:cubicBezTo>
                    <a:pt x="326654" y="37266"/>
                    <a:pt x="328919" y="46602"/>
                    <a:pt x="333451" y="54492"/>
                  </a:cubicBezTo>
                  <a:cubicBezTo>
                    <a:pt x="337982" y="62383"/>
                    <a:pt x="344701" y="68867"/>
                    <a:pt x="353607" y="73945"/>
                  </a:cubicBezTo>
                  <a:lnTo>
                    <a:pt x="344115" y="82969"/>
                  </a:lnTo>
                  <a:cubicBezTo>
                    <a:pt x="339115" y="79766"/>
                    <a:pt x="334349" y="75723"/>
                    <a:pt x="329818" y="70840"/>
                  </a:cubicBezTo>
                  <a:cubicBezTo>
                    <a:pt x="325287" y="65957"/>
                    <a:pt x="321888" y="60859"/>
                    <a:pt x="319623" y="55547"/>
                  </a:cubicBezTo>
                  <a:cubicBezTo>
                    <a:pt x="317748" y="60938"/>
                    <a:pt x="314525" y="66328"/>
                    <a:pt x="309955" y="71719"/>
                  </a:cubicBezTo>
                  <a:cubicBezTo>
                    <a:pt x="305384" y="77109"/>
                    <a:pt x="300404" y="81719"/>
                    <a:pt x="295013" y="85547"/>
                  </a:cubicBezTo>
                  <a:lnTo>
                    <a:pt x="283880" y="76758"/>
                  </a:lnTo>
                  <a:cubicBezTo>
                    <a:pt x="293177" y="71133"/>
                    <a:pt x="300287" y="64199"/>
                    <a:pt x="305208" y="55957"/>
                  </a:cubicBezTo>
                  <a:cubicBezTo>
                    <a:pt x="310130" y="47715"/>
                    <a:pt x="312591" y="37695"/>
                    <a:pt x="312591" y="25899"/>
                  </a:cubicBezTo>
                  <a:lnTo>
                    <a:pt x="312591" y="17344"/>
                  </a:lnTo>
                  <a:lnTo>
                    <a:pt x="291615" y="17344"/>
                  </a:lnTo>
                  <a:close/>
                  <a:moveTo>
                    <a:pt x="115287" y="3984"/>
                  </a:moveTo>
                  <a:lnTo>
                    <a:pt x="129115" y="3984"/>
                  </a:lnTo>
                  <a:lnTo>
                    <a:pt x="129115" y="27188"/>
                  </a:lnTo>
                  <a:cubicBezTo>
                    <a:pt x="129115" y="37500"/>
                    <a:pt x="131341" y="46524"/>
                    <a:pt x="135794" y="54258"/>
                  </a:cubicBezTo>
                  <a:cubicBezTo>
                    <a:pt x="140247" y="61992"/>
                    <a:pt x="147044" y="68672"/>
                    <a:pt x="156185" y="74297"/>
                  </a:cubicBezTo>
                  <a:lnTo>
                    <a:pt x="146341" y="83203"/>
                  </a:lnTo>
                  <a:cubicBezTo>
                    <a:pt x="141341" y="79766"/>
                    <a:pt x="136654" y="75625"/>
                    <a:pt x="132279" y="70781"/>
                  </a:cubicBezTo>
                  <a:cubicBezTo>
                    <a:pt x="127904" y="65938"/>
                    <a:pt x="124583" y="60938"/>
                    <a:pt x="122318" y="55781"/>
                  </a:cubicBezTo>
                  <a:cubicBezTo>
                    <a:pt x="121458" y="58359"/>
                    <a:pt x="120208" y="60996"/>
                    <a:pt x="118568" y="63691"/>
                  </a:cubicBezTo>
                  <a:cubicBezTo>
                    <a:pt x="116927" y="66387"/>
                    <a:pt x="115013" y="69024"/>
                    <a:pt x="112826" y="71602"/>
                  </a:cubicBezTo>
                  <a:cubicBezTo>
                    <a:pt x="110638" y="74180"/>
                    <a:pt x="108275" y="76680"/>
                    <a:pt x="105736" y="79102"/>
                  </a:cubicBezTo>
                  <a:cubicBezTo>
                    <a:pt x="103197" y="81523"/>
                    <a:pt x="100599" y="83672"/>
                    <a:pt x="97943" y="85547"/>
                  </a:cubicBezTo>
                  <a:lnTo>
                    <a:pt x="87162" y="76875"/>
                  </a:lnTo>
                  <a:lnTo>
                    <a:pt x="92253" y="71602"/>
                  </a:lnTo>
                  <a:lnTo>
                    <a:pt x="55195" y="71602"/>
                  </a:lnTo>
                  <a:lnTo>
                    <a:pt x="55195" y="105000"/>
                  </a:lnTo>
                  <a:lnTo>
                    <a:pt x="41719" y="105000"/>
                  </a:lnTo>
                  <a:lnTo>
                    <a:pt x="41719" y="71602"/>
                  </a:lnTo>
                  <a:lnTo>
                    <a:pt x="0" y="71602"/>
                  </a:lnTo>
                  <a:lnTo>
                    <a:pt x="0" y="60469"/>
                  </a:lnTo>
                  <a:lnTo>
                    <a:pt x="96680" y="60469"/>
                  </a:lnTo>
                  <a:lnTo>
                    <a:pt x="96680" y="67014"/>
                  </a:lnTo>
                  <a:lnTo>
                    <a:pt x="108372" y="54902"/>
                  </a:lnTo>
                  <a:cubicBezTo>
                    <a:pt x="112904" y="46270"/>
                    <a:pt x="115208" y="36797"/>
                    <a:pt x="115287" y="26484"/>
                  </a:cubicBezTo>
                  <a:close/>
                  <a:moveTo>
                    <a:pt x="11953" y="1758"/>
                  </a:moveTo>
                  <a:lnTo>
                    <a:pt x="25313" y="1758"/>
                  </a:lnTo>
                  <a:lnTo>
                    <a:pt x="25313" y="13711"/>
                  </a:lnTo>
                  <a:lnTo>
                    <a:pt x="71250" y="13711"/>
                  </a:lnTo>
                  <a:lnTo>
                    <a:pt x="71250" y="1758"/>
                  </a:lnTo>
                  <a:lnTo>
                    <a:pt x="84492" y="1758"/>
                  </a:lnTo>
                  <a:lnTo>
                    <a:pt x="84492" y="45586"/>
                  </a:lnTo>
                  <a:cubicBezTo>
                    <a:pt x="84492" y="46836"/>
                    <a:pt x="84238" y="47695"/>
                    <a:pt x="83731" y="48164"/>
                  </a:cubicBezTo>
                  <a:cubicBezTo>
                    <a:pt x="83223" y="48633"/>
                    <a:pt x="82383" y="48867"/>
                    <a:pt x="81211" y="48867"/>
                  </a:cubicBezTo>
                  <a:lnTo>
                    <a:pt x="15117" y="48867"/>
                  </a:lnTo>
                  <a:cubicBezTo>
                    <a:pt x="13867" y="48867"/>
                    <a:pt x="13027" y="48633"/>
                    <a:pt x="12598" y="48164"/>
                  </a:cubicBezTo>
                  <a:cubicBezTo>
                    <a:pt x="12168" y="47695"/>
                    <a:pt x="11953" y="46836"/>
                    <a:pt x="11953" y="45586"/>
                  </a:cubicBezTo>
                  <a:close/>
                  <a:moveTo>
                    <a:pt x="162044" y="117"/>
                  </a:moveTo>
                  <a:lnTo>
                    <a:pt x="175169" y="117"/>
                  </a:lnTo>
                  <a:lnTo>
                    <a:pt x="175169" y="39609"/>
                  </a:lnTo>
                  <a:lnTo>
                    <a:pt x="189202" y="39609"/>
                  </a:lnTo>
                  <a:lnTo>
                    <a:pt x="187741" y="37441"/>
                  </a:lnTo>
                  <a:cubicBezTo>
                    <a:pt x="186452" y="34277"/>
                    <a:pt x="185807" y="30820"/>
                    <a:pt x="185807" y="27070"/>
                  </a:cubicBezTo>
                  <a:cubicBezTo>
                    <a:pt x="185807" y="23477"/>
                    <a:pt x="186452" y="20098"/>
                    <a:pt x="187741" y="16934"/>
                  </a:cubicBezTo>
                  <a:cubicBezTo>
                    <a:pt x="189030" y="13770"/>
                    <a:pt x="190886" y="11016"/>
                    <a:pt x="193307" y="8672"/>
                  </a:cubicBezTo>
                  <a:cubicBezTo>
                    <a:pt x="195651" y="6328"/>
                    <a:pt x="198503" y="4453"/>
                    <a:pt x="201862" y="3047"/>
                  </a:cubicBezTo>
                  <a:cubicBezTo>
                    <a:pt x="205221" y="1641"/>
                    <a:pt x="208932" y="938"/>
                    <a:pt x="212995" y="938"/>
                  </a:cubicBezTo>
                  <a:cubicBezTo>
                    <a:pt x="220261" y="938"/>
                    <a:pt x="226257" y="2949"/>
                    <a:pt x="230983" y="6973"/>
                  </a:cubicBezTo>
                  <a:cubicBezTo>
                    <a:pt x="235710" y="10996"/>
                    <a:pt x="238659" y="15977"/>
                    <a:pt x="239831" y="21914"/>
                  </a:cubicBezTo>
                  <a:lnTo>
                    <a:pt x="257526" y="21914"/>
                  </a:lnTo>
                  <a:lnTo>
                    <a:pt x="257526" y="117"/>
                  </a:lnTo>
                  <a:lnTo>
                    <a:pt x="270651" y="117"/>
                  </a:lnTo>
                  <a:lnTo>
                    <a:pt x="270651" y="56016"/>
                  </a:lnTo>
                  <a:lnTo>
                    <a:pt x="257526" y="56016"/>
                  </a:lnTo>
                  <a:lnTo>
                    <a:pt x="257526" y="33164"/>
                  </a:lnTo>
                  <a:lnTo>
                    <a:pt x="239596" y="33164"/>
                  </a:lnTo>
                  <a:cubicBezTo>
                    <a:pt x="238346" y="39023"/>
                    <a:pt x="235358" y="43828"/>
                    <a:pt x="230632" y="47578"/>
                  </a:cubicBezTo>
                  <a:cubicBezTo>
                    <a:pt x="225905" y="51328"/>
                    <a:pt x="220026" y="53203"/>
                    <a:pt x="212995" y="53203"/>
                  </a:cubicBezTo>
                  <a:cubicBezTo>
                    <a:pt x="208932" y="53203"/>
                    <a:pt x="205221" y="52539"/>
                    <a:pt x="201862" y="51211"/>
                  </a:cubicBezTo>
                  <a:cubicBezTo>
                    <a:pt x="198503" y="49883"/>
                    <a:pt x="195651" y="48047"/>
                    <a:pt x="193307" y="45703"/>
                  </a:cubicBezTo>
                  <a:lnTo>
                    <a:pt x="189583" y="40176"/>
                  </a:lnTo>
                  <a:lnTo>
                    <a:pt x="189583" y="51445"/>
                  </a:lnTo>
                  <a:lnTo>
                    <a:pt x="175169" y="51445"/>
                  </a:lnTo>
                  <a:lnTo>
                    <a:pt x="175169" y="105000"/>
                  </a:lnTo>
                  <a:lnTo>
                    <a:pt x="162044" y="105000"/>
                  </a:lnTo>
                  <a:close/>
                  <a:moveTo>
                    <a:pt x="358763" y="0"/>
                  </a:moveTo>
                  <a:lnTo>
                    <a:pt x="372005" y="0"/>
                  </a:lnTo>
                  <a:lnTo>
                    <a:pt x="372005" y="39609"/>
                  </a:lnTo>
                  <a:lnTo>
                    <a:pt x="386537" y="39609"/>
                  </a:lnTo>
                  <a:lnTo>
                    <a:pt x="386537" y="51445"/>
                  </a:lnTo>
                  <a:lnTo>
                    <a:pt x="372005" y="51445"/>
                  </a:lnTo>
                  <a:lnTo>
                    <a:pt x="372005" y="105000"/>
                  </a:lnTo>
                  <a:lnTo>
                    <a:pt x="358763" y="10500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7F9D8FD-B086-49FB-9C8D-155DFBCA5150}"/>
                </a:ext>
              </a:extLst>
            </p:cNvPr>
            <p:cNvSpPr txBox="1"/>
            <p:nvPr/>
          </p:nvSpPr>
          <p:spPr>
            <a:xfrm>
              <a:off x="883645" y="1356707"/>
              <a:ext cx="599546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부사업자</a:t>
              </a:r>
            </a:p>
          </p:txBody>
        </p:sp>
        <p:sp>
          <p:nvSpPr>
            <p:cNvPr id="104" name="자유형: 도형 103">
              <a:extLst>
                <a:ext uri="{FF2B5EF4-FFF2-40B4-BE49-F238E27FC236}">
                  <a16:creationId xmlns:a16="http://schemas.microsoft.com/office/drawing/2014/main" id="{053AB6FE-CCDB-4830-B10A-090B251F04FB}"/>
                </a:ext>
              </a:extLst>
            </p:cNvPr>
            <p:cNvSpPr/>
            <p:nvPr/>
          </p:nvSpPr>
          <p:spPr>
            <a:xfrm>
              <a:off x="1376661" y="1470747"/>
              <a:ext cx="56836" cy="11249"/>
            </a:xfrm>
            <a:custGeom>
              <a:avLst/>
              <a:gdLst>
                <a:gd name="connsiteX0" fmla="*/ 0 w 56836"/>
                <a:gd name="connsiteY0" fmla="*/ 0 h 11249"/>
                <a:gd name="connsiteX1" fmla="*/ 56836 w 56836"/>
                <a:gd name="connsiteY1" fmla="*/ 0 h 11249"/>
                <a:gd name="connsiteX2" fmla="*/ 56836 w 56836"/>
                <a:gd name="connsiteY2" fmla="*/ 11250 h 11249"/>
                <a:gd name="connsiteX3" fmla="*/ 0 w 56836"/>
                <a:gd name="connsiteY3" fmla="*/ 11250 h 11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836" h="11249">
                  <a:moveTo>
                    <a:pt x="0" y="0"/>
                  </a:moveTo>
                  <a:lnTo>
                    <a:pt x="56836" y="0"/>
                  </a:lnTo>
                  <a:lnTo>
                    <a:pt x="56836" y="11250"/>
                  </a:lnTo>
                  <a:lnTo>
                    <a:pt x="0" y="1125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F166453-2EBF-446E-A8BD-1BA7CD2B3F51}"/>
                </a:ext>
              </a:extLst>
            </p:cNvPr>
            <p:cNvSpPr txBox="1"/>
            <p:nvPr/>
          </p:nvSpPr>
          <p:spPr>
            <a:xfrm>
              <a:off x="1285221" y="1421850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-</a:t>
              </a:r>
            </a:p>
          </p:txBody>
        </p:sp>
        <p:sp>
          <p:nvSpPr>
            <p:cNvPr id="106" name="자유형: 도형 105">
              <a:extLst>
                <a:ext uri="{FF2B5EF4-FFF2-40B4-BE49-F238E27FC236}">
                  <a16:creationId xmlns:a16="http://schemas.microsoft.com/office/drawing/2014/main" id="{5C8A708F-7909-473D-BA1F-42F123CD556A}"/>
                </a:ext>
              </a:extLst>
            </p:cNvPr>
            <p:cNvSpPr/>
            <p:nvPr/>
          </p:nvSpPr>
          <p:spPr>
            <a:xfrm>
              <a:off x="1455814" y="1434419"/>
              <a:ext cx="99140" cy="94921"/>
            </a:xfrm>
            <a:custGeom>
              <a:avLst/>
              <a:gdLst>
                <a:gd name="connsiteX0" fmla="*/ 15117 w 99140"/>
                <a:gd name="connsiteY0" fmla="*/ 52969 h 94921"/>
                <a:gd name="connsiteX1" fmla="*/ 83789 w 99140"/>
                <a:gd name="connsiteY1" fmla="*/ 52969 h 94921"/>
                <a:gd name="connsiteX2" fmla="*/ 83789 w 99140"/>
                <a:gd name="connsiteY2" fmla="*/ 61055 h 94921"/>
                <a:gd name="connsiteX3" fmla="*/ 53555 w 99140"/>
                <a:gd name="connsiteY3" fmla="*/ 61055 h 94921"/>
                <a:gd name="connsiteX4" fmla="*/ 53555 w 99140"/>
                <a:gd name="connsiteY4" fmla="*/ 87774 h 94921"/>
                <a:gd name="connsiteX5" fmla="*/ 45117 w 99140"/>
                <a:gd name="connsiteY5" fmla="*/ 87774 h 94921"/>
                <a:gd name="connsiteX6" fmla="*/ 45117 w 99140"/>
                <a:gd name="connsiteY6" fmla="*/ 61055 h 94921"/>
                <a:gd name="connsiteX7" fmla="*/ 15117 w 99140"/>
                <a:gd name="connsiteY7" fmla="*/ 61055 h 94921"/>
                <a:gd name="connsiteX8" fmla="*/ 23672 w 99140"/>
                <a:gd name="connsiteY8" fmla="*/ 13477 h 94921"/>
                <a:gd name="connsiteX9" fmla="*/ 75352 w 99140"/>
                <a:gd name="connsiteY9" fmla="*/ 13477 h 94921"/>
                <a:gd name="connsiteX10" fmla="*/ 75352 w 99140"/>
                <a:gd name="connsiteY10" fmla="*/ 21094 h 94921"/>
                <a:gd name="connsiteX11" fmla="*/ 53672 w 99140"/>
                <a:gd name="connsiteY11" fmla="*/ 21094 h 94921"/>
                <a:gd name="connsiteX12" fmla="*/ 53672 w 99140"/>
                <a:gd name="connsiteY12" fmla="*/ 22324 h 94921"/>
                <a:gd name="connsiteX13" fmla="*/ 53906 w 99140"/>
                <a:gd name="connsiteY13" fmla="*/ 23320 h 94921"/>
                <a:gd name="connsiteX14" fmla="*/ 57070 w 99140"/>
                <a:gd name="connsiteY14" fmla="*/ 29883 h 94921"/>
                <a:gd name="connsiteX15" fmla="*/ 63867 w 99140"/>
                <a:gd name="connsiteY15" fmla="*/ 35391 h 94921"/>
                <a:gd name="connsiteX16" fmla="*/ 73125 w 99140"/>
                <a:gd name="connsiteY16" fmla="*/ 39375 h 94921"/>
                <a:gd name="connsiteX17" fmla="*/ 80859 w 99140"/>
                <a:gd name="connsiteY17" fmla="*/ 40781 h 94921"/>
                <a:gd name="connsiteX18" fmla="*/ 75938 w 99140"/>
                <a:gd name="connsiteY18" fmla="*/ 47813 h 94921"/>
                <a:gd name="connsiteX19" fmla="*/ 69199 w 99140"/>
                <a:gd name="connsiteY19" fmla="*/ 46465 h 94921"/>
                <a:gd name="connsiteX20" fmla="*/ 60703 w 99140"/>
                <a:gd name="connsiteY20" fmla="*/ 42891 h 94921"/>
                <a:gd name="connsiteX21" fmla="*/ 53731 w 99140"/>
                <a:gd name="connsiteY21" fmla="*/ 38027 h 94921"/>
                <a:gd name="connsiteX22" fmla="*/ 49336 w 99140"/>
                <a:gd name="connsiteY22" fmla="*/ 33281 h 94921"/>
                <a:gd name="connsiteX23" fmla="*/ 45117 w 99140"/>
                <a:gd name="connsiteY23" fmla="*/ 38027 h 94921"/>
                <a:gd name="connsiteX24" fmla="*/ 38320 w 99140"/>
                <a:gd name="connsiteY24" fmla="*/ 42891 h 94921"/>
                <a:gd name="connsiteX25" fmla="*/ 29648 w 99140"/>
                <a:gd name="connsiteY25" fmla="*/ 46465 h 94921"/>
                <a:gd name="connsiteX26" fmla="*/ 22969 w 99140"/>
                <a:gd name="connsiteY26" fmla="*/ 47813 h 94921"/>
                <a:gd name="connsiteX27" fmla="*/ 18047 w 99140"/>
                <a:gd name="connsiteY27" fmla="*/ 40781 h 94921"/>
                <a:gd name="connsiteX28" fmla="*/ 25840 w 99140"/>
                <a:gd name="connsiteY28" fmla="*/ 39316 h 94921"/>
                <a:gd name="connsiteX29" fmla="*/ 35039 w 99140"/>
                <a:gd name="connsiteY29" fmla="*/ 35391 h 94921"/>
                <a:gd name="connsiteX30" fmla="*/ 41777 w 99140"/>
                <a:gd name="connsiteY30" fmla="*/ 29941 h 94921"/>
                <a:gd name="connsiteX31" fmla="*/ 44883 w 99140"/>
                <a:gd name="connsiteY31" fmla="*/ 23438 h 94921"/>
                <a:gd name="connsiteX32" fmla="*/ 45059 w 99140"/>
                <a:gd name="connsiteY32" fmla="*/ 23027 h 94921"/>
                <a:gd name="connsiteX33" fmla="*/ 45117 w 99140"/>
                <a:gd name="connsiteY33" fmla="*/ 22383 h 94921"/>
                <a:gd name="connsiteX34" fmla="*/ 45117 w 99140"/>
                <a:gd name="connsiteY34" fmla="*/ 21680 h 94921"/>
                <a:gd name="connsiteX35" fmla="*/ 45117 w 99140"/>
                <a:gd name="connsiteY35" fmla="*/ 21094 h 94921"/>
                <a:gd name="connsiteX36" fmla="*/ 23672 w 99140"/>
                <a:gd name="connsiteY36" fmla="*/ 21094 h 94921"/>
                <a:gd name="connsiteX37" fmla="*/ 78164 w 99140"/>
                <a:gd name="connsiteY37" fmla="*/ 0 h 94921"/>
                <a:gd name="connsiteX38" fmla="*/ 83438 w 99140"/>
                <a:gd name="connsiteY38" fmla="*/ 0 h 94921"/>
                <a:gd name="connsiteX39" fmla="*/ 88652 w 99140"/>
                <a:gd name="connsiteY39" fmla="*/ 7793 h 94921"/>
                <a:gd name="connsiteX40" fmla="*/ 93750 w 99140"/>
                <a:gd name="connsiteY40" fmla="*/ 18281 h 94921"/>
                <a:gd name="connsiteX41" fmla="*/ 97559 w 99140"/>
                <a:gd name="connsiteY41" fmla="*/ 31406 h 94921"/>
                <a:gd name="connsiteX42" fmla="*/ 99141 w 99140"/>
                <a:gd name="connsiteY42" fmla="*/ 47461 h 94921"/>
                <a:gd name="connsiteX43" fmla="*/ 97559 w 99140"/>
                <a:gd name="connsiteY43" fmla="*/ 63691 h 94921"/>
                <a:gd name="connsiteX44" fmla="*/ 93633 w 99140"/>
                <a:gd name="connsiteY44" fmla="*/ 76992 h 94921"/>
                <a:gd name="connsiteX45" fmla="*/ 88535 w 99140"/>
                <a:gd name="connsiteY45" fmla="*/ 87363 h 94921"/>
                <a:gd name="connsiteX46" fmla="*/ 83438 w 99140"/>
                <a:gd name="connsiteY46" fmla="*/ 94922 h 94921"/>
                <a:gd name="connsiteX47" fmla="*/ 78164 w 99140"/>
                <a:gd name="connsiteY47" fmla="*/ 94922 h 94921"/>
                <a:gd name="connsiteX48" fmla="*/ 88477 w 99140"/>
                <a:gd name="connsiteY48" fmla="*/ 71895 h 94921"/>
                <a:gd name="connsiteX49" fmla="*/ 91406 w 99140"/>
                <a:gd name="connsiteY49" fmla="*/ 47461 h 94921"/>
                <a:gd name="connsiteX50" fmla="*/ 88477 w 99140"/>
                <a:gd name="connsiteY50" fmla="*/ 23145 h 94921"/>
                <a:gd name="connsiteX51" fmla="*/ 78164 w 99140"/>
                <a:gd name="connsiteY51" fmla="*/ 0 h 94921"/>
                <a:gd name="connsiteX52" fmla="*/ 15703 w 99140"/>
                <a:gd name="connsiteY52" fmla="*/ 0 h 94921"/>
                <a:gd name="connsiteX53" fmla="*/ 20977 w 99140"/>
                <a:gd name="connsiteY53" fmla="*/ 0 h 94921"/>
                <a:gd name="connsiteX54" fmla="*/ 10605 w 99140"/>
                <a:gd name="connsiteY54" fmla="*/ 23145 h 94921"/>
                <a:gd name="connsiteX55" fmla="*/ 7734 w 99140"/>
                <a:gd name="connsiteY55" fmla="*/ 47461 h 94921"/>
                <a:gd name="connsiteX56" fmla="*/ 10664 w 99140"/>
                <a:gd name="connsiteY56" fmla="*/ 71895 h 94921"/>
                <a:gd name="connsiteX57" fmla="*/ 20977 w 99140"/>
                <a:gd name="connsiteY57" fmla="*/ 94922 h 94921"/>
                <a:gd name="connsiteX58" fmla="*/ 15703 w 99140"/>
                <a:gd name="connsiteY58" fmla="*/ 94922 h 94921"/>
                <a:gd name="connsiteX59" fmla="*/ 10488 w 99140"/>
                <a:gd name="connsiteY59" fmla="*/ 87363 h 94921"/>
                <a:gd name="connsiteX60" fmla="*/ 5391 w 99140"/>
                <a:gd name="connsiteY60" fmla="*/ 76992 h 94921"/>
                <a:gd name="connsiteX61" fmla="*/ 1523 w 99140"/>
                <a:gd name="connsiteY61" fmla="*/ 63691 h 94921"/>
                <a:gd name="connsiteX62" fmla="*/ 0 w 99140"/>
                <a:gd name="connsiteY62" fmla="*/ 47461 h 94921"/>
                <a:gd name="connsiteX63" fmla="*/ 1523 w 99140"/>
                <a:gd name="connsiteY63" fmla="*/ 31406 h 94921"/>
                <a:gd name="connsiteX64" fmla="*/ 5391 w 99140"/>
                <a:gd name="connsiteY64" fmla="*/ 18281 h 94921"/>
                <a:gd name="connsiteX65" fmla="*/ 10430 w 99140"/>
                <a:gd name="connsiteY65" fmla="*/ 7793 h 94921"/>
                <a:gd name="connsiteX66" fmla="*/ 15703 w 99140"/>
                <a:gd name="connsiteY66" fmla="*/ 0 h 94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99140" h="94921">
                  <a:moveTo>
                    <a:pt x="15117" y="52969"/>
                  </a:moveTo>
                  <a:lnTo>
                    <a:pt x="83789" y="52969"/>
                  </a:lnTo>
                  <a:lnTo>
                    <a:pt x="83789" y="61055"/>
                  </a:lnTo>
                  <a:lnTo>
                    <a:pt x="53555" y="61055"/>
                  </a:lnTo>
                  <a:lnTo>
                    <a:pt x="53555" y="87774"/>
                  </a:lnTo>
                  <a:lnTo>
                    <a:pt x="45117" y="87774"/>
                  </a:lnTo>
                  <a:lnTo>
                    <a:pt x="45117" y="61055"/>
                  </a:lnTo>
                  <a:lnTo>
                    <a:pt x="15117" y="61055"/>
                  </a:lnTo>
                  <a:close/>
                  <a:moveTo>
                    <a:pt x="23672" y="13477"/>
                  </a:moveTo>
                  <a:lnTo>
                    <a:pt x="75352" y="13477"/>
                  </a:lnTo>
                  <a:lnTo>
                    <a:pt x="75352" y="21094"/>
                  </a:lnTo>
                  <a:lnTo>
                    <a:pt x="53672" y="21094"/>
                  </a:lnTo>
                  <a:cubicBezTo>
                    <a:pt x="53672" y="21328"/>
                    <a:pt x="53672" y="21738"/>
                    <a:pt x="53672" y="22324"/>
                  </a:cubicBezTo>
                  <a:cubicBezTo>
                    <a:pt x="53672" y="22910"/>
                    <a:pt x="53750" y="23242"/>
                    <a:pt x="53906" y="23320"/>
                  </a:cubicBezTo>
                  <a:cubicBezTo>
                    <a:pt x="54063" y="25430"/>
                    <a:pt x="55117" y="27617"/>
                    <a:pt x="57070" y="29883"/>
                  </a:cubicBezTo>
                  <a:cubicBezTo>
                    <a:pt x="59024" y="32148"/>
                    <a:pt x="61289" y="33984"/>
                    <a:pt x="63867" y="35391"/>
                  </a:cubicBezTo>
                  <a:cubicBezTo>
                    <a:pt x="66992" y="37266"/>
                    <a:pt x="70078" y="38594"/>
                    <a:pt x="73125" y="39375"/>
                  </a:cubicBezTo>
                  <a:cubicBezTo>
                    <a:pt x="76172" y="40156"/>
                    <a:pt x="78750" y="40625"/>
                    <a:pt x="80859" y="40781"/>
                  </a:cubicBezTo>
                  <a:lnTo>
                    <a:pt x="75938" y="47813"/>
                  </a:lnTo>
                  <a:cubicBezTo>
                    <a:pt x="74297" y="47734"/>
                    <a:pt x="72051" y="47285"/>
                    <a:pt x="69199" y="46465"/>
                  </a:cubicBezTo>
                  <a:cubicBezTo>
                    <a:pt x="66348" y="45645"/>
                    <a:pt x="63516" y="44453"/>
                    <a:pt x="60703" y="42891"/>
                  </a:cubicBezTo>
                  <a:cubicBezTo>
                    <a:pt x="58125" y="41563"/>
                    <a:pt x="55801" y="39941"/>
                    <a:pt x="53731" y="38027"/>
                  </a:cubicBezTo>
                  <a:cubicBezTo>
                    <a:pt x="51660" y="36113"/>
                    <a:pt x="50195" y="34531"/>
                    <a:pt x="49336" y="33281"/>
                  </a:cubicBezTo>
                  <a:cubicBezTo>
                    <a:pt x="48633" y="34531"/>
                    <a:pt x="47227" y="36113"/>
                    <a:pt x="45117" y="38027"/>
                  </a:cubicBezTo>
                  <a:cubicBezTo>
                    <a:pt x="43008" y="39941"/>
                    <a:pt x="40742" y="41563"/>
                    <a:pt x="38320" y="42891"/>
                  </a:cubicBezTo>
                  <a:cubicBezTo>
                    <a:pt x="35430" y="44453"/>
                    <a:pt x="32539" y="45645"/>
                    <a:pt x="29648" y="46465"/>
                  </a:cubicBezTo>
                  <a:cubicBezTo>
                    <a:pt x="26758" y="47285"/>
                    <a:pt x="24531" y="47734"/>
                    <a:pt x="22969" y="47813"/>
                  </a:cubicBezTo>
                  <a:lnTo>
                    <a:pt x="18047" y="40781"/>
                  </a:lnTo>
                  <a:cubicBezTo>
                    <a:pt x="20156" y="40625"/>
                    <a:pt x="22754" y="40137"/>
                    <a:pt x="25840" y="39316"/>
                  </a:cubicBezTo>
                  <a:cubicBezTo>
                    <a:pt x="28926" y="38496"/>
                    <a:pt x="31992" y="37188"/>
                    <a:pt x="35039" y="35391"/>
                  </a:cubicBezTo>
                  <a:cubicBezTo>
                    <a:pt x="37539" y="33984"/>
                    <a:pt x="39785" y="32168"/>
                    <a:pt x="41777" y="29941"/>
                  </a:cubicBezTo>
                  <a:cubicBezTo>
                    <a:pt x="43770" y="27715"/>
                    <a:pt x="44805" y="25547"/>
                    <a:pt x="44883" y="23438"/>
                  </a:cubicBezTo>
                  <a:cubicBezTo>
                    <a:pt x="44961" y="23359"/>
                    <a:pt x="45020" y="23223"/>
                    <a:pt x="45059" y="23027"/>
                  </a:cubicBezTo>
                  <a:cubicBezTo>
                    <a:pt x="45098" y="22832"/>
                    <a:pt x="45117" y="22617"/>
                    <a:pt x="45117" y="22383"/>
                  </a:cubicBezTo>
                  <a:cubicBezTo>
                    <a:pt x="45117" y="22148"/>
                    <a:pt x="45117" y="21914"/>
                    <a:pt x="45117" y="21680"/>
                  </a:cubicBezTo>
                  <a:cubicBezTo>
                    <a:pt x="45117" y="21445"/>
                    <a:pt x="45117" y="21250"/>
                    <a:pt x="45117" y="21094"/>
                  </a:cubicBezTo>
                  <a:lnTo>
                    <a:pt x="23672" y="21094"/>
                  </a:lnTo>
                  <a:close/>
                  <a:moveTo>
                    <a:pt x="78164" y="0"/>
                  </a:moveTo>
                  <a:lnTo>
                    <a:pt x="83438" y="0"/>
                  </a:lnTo>
                  <a:cubicBezTo>
                    <a:pt x="85078" y="2187"/>
                    <a:pt x="86816" y="4785"/>
                    <a:pt x="88652" y="7793"/>
                  </a:cubicBezTo>
                  <a:cubicBezTo>
                    <a:pt x="90488" y="10801"/>
                    <a:pt x="92188" y="14297"/>
                    <a:pt x="93750" y="18281"/>
                  </a:cubicBezTo>
                  <a:cubicBezTo>
                    <a:pt x="95234" y="22188"/>
                    <a:pt x="96504" y="26563"/>
                    <a:pt x="97559" y="31406"/>
                  </a:cubicBezTo>
                  <a:cubicBezTo>
                    <a:pt x="98613" y="36250"/>
                    <a:pt x="99141" y="41602"/>
                    <a:pt x="99141" y="47461"/>
                  </a:cubicBezTo>
                  <a:cubicBezTo>
                    <a:pt x="99141" y="53399"/>
                    <a:pt x="98613" y="58809"/>
                    <a:pt x="97559" y="63691"/>
                  </a:cubicBezTo>
                  <a:cubicBezTo>
                    <a:pt x="96504" y="68574"/>
                    <a:pt x="95195" y="73008"/>
                    <a:pt x="93633" y="76992"/>
                  </a:cubicBezTo>
                  <a:cubicBezTo>
                    <a:pt x="92070" y="80899"/>
                    <a:pt x="90371" y="84356"/>
                    <a:pt x="88535" y="87363"/>
                  </a:cubicBezTo>
                  <a:cubicBezTo>
                    <a:pt x="86699" y="90371"/>
                    <a:pt x="85000" y="92891"/>
                    <a:pt x="83438" y="94922"/>
                  </a:cubicBezTo>
                  <a:lnTo>
                    <a:pt x="78164" y="94922"/>
                  </a:lnTo>
                  <a:cubicBezTo>
                    <a:pt x="83086" y="87578"/>
                    <a:pt x="86524" y="79902"/>
                    <a:pt x="88477" y="71895"/>
                  </a:cubicBezTo>
                  <a:cubicBezTo>
                    <a:pt x="90430" y="63887"/>
                    <a:pt x="91406" y="55742"/>
                    <a:pt x="91406" y="47461"/>
                  </a:cubicBezTo>
                  <a:cubicBezTo>
                    <a:pt x="91406" y="39414"/>
                    <a:pt x="90430" y="31309"/>
                    <a:pt x="88477" y="23145"/>
                  </a:cubicBezTo>
                  <a:cubicBezTo>
                    <a:pt x="86524" y="14981"/>
                    <a:pt x="83086" y="7266"/>
                    <a:pt x="78164" y="0"/>
                  </a:cubicBezTo>
                  <a:close/>
                  <a:moveTo>
                    <a:pt x="15703" y="0"/>
                  </a:moveTo>
                  <a:lnTo>
                    <a:pt x="20977" y="0"/>
                  </a:lnTo>
                  <a:cubicBezTo>
                    <a:pt x="15977" y="7266"/>
                    <a:pt x="12520" y="14981"/>
                    <a:pt x="10605" y="23145"/>
                  </a:cubicBezTo>
                  <a:cubicBezTo>
                    <a:pt x="8691" y="31309"/>
                    <a:pt x="7734" y="39414"/>
                    <a:pt x="7734" y="47461"/>
                  </a:cubicBezTo>
                  <a:cubicBezTo>
                    <a:pt x="7734" y="55742"/>
                    <a:pt x="8711" y="63887"/>
                    <a:pt x="10664" y="71895"/>
                  </a:cubicBezTo>
                  <a:cubicBezTo>
                    <a:pt x="12617" y="79902"/>
                    <a:pt x="16055" y="87578"/>
                    <a:pt x="20977" y="94922"/>
                  </a:cubicBezTo>
                  <a:lnTo>
                    <a:pt x="15703" y="94922"/>
                  </a:lnTo>
                  <a:cubicBezTo>
                    <a:pt x="14063" y="92891"/>
                    <a:pt x="12324" y="90371"/>
                    <a:pt x="10488" y="87363"/>
                  </a:cubicBezTo>
                  <a:cubicBezTo>
                    <a:pt x="8652" y="84356"/>
                    <a:pt x="6953" y="80899"/>
                    <a:pt x="5391" y="76992"/>
                  </a:cubicBezTo>
                  <a:cubicBezTo>
                    <a:pt x="3828" y="73008"/>
                    <a:pt x="2539" y="68574"/>
                    <a:pt x="1523" y="63691"/>
                  </a:cubicBezTo>
                  <a:cubicBezTo>
                    <a:pt x="508" y="58809"/>
                    <a:pt x="0" y="53399"/>
                    <a:pt x="0" y="47461"/>
                  </a:cubicBezTo>
                  <a:cubicBezTo>
                    <a:pt x="0" y="41602"/>
                    <a:pt x="508" y="36250"/>
                    <a:pt x="1523" y="31406"/>
                  </a:cubicBezTo>
                  <a:cubicBezTo>
                    <a:pt x="2539" y="26563"/>
                    <a:pt x="3828" y="22188"/>
                    <a:pt x="5391" y="18281"/>
                  </a:cubicBezTo>
                  <a:cubicBezTo>
                    <a:pt x="6875" y="14297"/>
                    <a:pt x="8555" y="10801"/>
                    <a:pt x="10430" y="7793"/>
                  </a:cubicBezTo>
                  <a:cubicBezTo>
                    <a:pt x="12305" y="4785"/>
                    <a:pt x="14063" y="2187"/>
                    <a:pt x="15703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77F56F8B-60ED-46AB-94F0-CA6575C3297E}"/>
                </a:ext>
              </a:extLst>
            </p:cNvPr>
            <p:cNvSpPr txBox="1"/>
            <p:nvPr/>
          </p:nvSpPr>
          <p:spPr>
            <a:xfrm>
              <a:off x="1364374" y="1367589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㈜</a:t>
              </a:r>
            </a:p>
          </p:txBody>
        </p:sp>
        <p:sp>
          <p:nvSpPr>
            <p:cNvPr id="108" name="자유형: 도형 107">
              <a:extLst>
                <a:ext uri="{FF2B5EF4-FFF2-40B4-BE49-F238E27FC236}">
                  <a16:creationId xmlns:a16="http://schemas.microsoft.com/office/drawing/2014/main" id="{D19C5008-87B5-4E19-A60D-3E3669AB1781}"/>
                </a:ext>
              </a:extLst>
            </p:cNvPr>
            <p:cNvSpPr/>
            <p:nvPr/>
          </p:nvSpPr>
          <p:spPr>
            <a:xfrm>
              <a:off x="1554692" y="1427740"/>
              <a:ext cx="557458" cy="105000"/>
            </a:xfrm>
            <a:custGeom>
              <a:avLst/>
              <a:gdLst>
                <a:gd name="connsiteX0" fmla="*/ 392719 w 557458"/>
                <a:gd name="connsiteY0" fmla="*/ 67266 h 105000"/>
                <a:gd name="connsiteX1" fmla="*/ 406078 w 557458"/>
                <a:gd name="connsiteY1" fmla="*/ 67266 h 105000"/>
                <a:gd name="connsiteX2" fmla="*/ 406078 w 557458"/>
                <a:gd name="connsiteY2" fmla="*/ 91758 h 105000"/>
                <a:gd name="connsiteX3" fmla="*/ 466899 w 557458"/>
                <a:gd name="connsiteY3" fmla="*/ 91758 h 105000"/>
                <a:gd name="connsiteX4" fmla="*/ 466899 w 557458"/>
                <a:gd name="connsiteY4" fmla="*/ 103008 h 105000"/>
                <a:gd name="connsiteX5" fmla="*/ 395883 w 557458"/>
                <a:gd name="connsiteY5" fmla="*/ 103008 h 105000"/>
                <a:gd name="connsiteX6" fmla="*/ 393370 w 557458"/>
                <a:gd name="connsiteY6" fmla="*/ 102305 h 105000"/>
                <a:gd name="connsiteX7" fmla="*/ 392719 w 557458"/>
                <a:gd name="connsiteY7" fmla="*/ 99727 h 105000"/>
                <a:gd name="connsiteX8" fmla="*/ 186159 w 557458"/>
                <a:gd name="connsiteY8" fmla="*/ 20859 h 105000"/>
                <a:gd name="connsiteX9" fmla="*/ 243229 w 557458"/>
                <a:gd name="connsiteY9" fmla="*/ 20859 h 105000"/>
                <a:gd name="connsiteX10" fmla="*/ 243229 w 557458"/>
                <a:gd name="connsiteY10" fmla="*/ 32109 h 105000"/>
                <a:gd name="connsiteX11" fmla="*/ 221901 w 557458"/>
                <a:gd name="connsiteY11" fmla="*/ 32109 h 105000"/>
                <a:gd name="connsiteX12" fmla="*/ 221901 w 557458"/>
                <a:gd name="connsiteY12" fmla="*/ 36445 h 105000"/>
                <a:gd name="connsiteX13" fmla="*/ 228581 w 557458"/>
                <a:gd name="connsiteY13" fmla="*/ 58301 h 105000"/>
                <a:gd name="connsiteX14" fmla="*/ 246862 w 557458"/>
                <a:gd name="connsiteY14" fmla="*/ 74414 h 105000"/>
                <a:gd name="connsiteX15" fmla="*/ 237721 w 557458"/>
                <a:gd name="connsiteY15" fmla="*/ 83555 h 105000"/>
                <a:gd name="connsiteX16" fmla="*/ 223776 w 557458"/>
                <a:gd name="connsiteY16" fmla="*/ 72070 h 105000"/>
                <a:gd name="connsiteX17" fmla="*/ 214870 w 557458"/>
                <a:gd name="connsiteY17" fmla="*/ 58945 h 105000"/>
                <a:gd name="connsiteX18" fmla="*/ 205964 w 557458"/>
                <a:gd name="connsiteY18" fmla="*/ 72598 h 105000"/>
                <a:gd name="connsiteX19" fmla="*/ 190846 w 557458"/>
                <a:gd name="connsiteY19" fmla="*/ 86016 h 105000"/>
                <a:gd name="connsiteX20" fmla="*/ 180182 w 557458"/>
                <a:gd name="connsiteY20" fmla="*/ 76992 h 105000"/>
                <a:gd name="connsiteX21" fmla="*/ 200163 w 557458"/>
                <a:gd name="connsiteY21" fmla="*/ 59473 h 105000"/>
                <a:gd name="connsiteX22" fmla="*/ 207487 w 557458"/>
                <a:gd name="connsiteY22" fmla="*/ 36445 h 105000"/>
                <a:gd name="connsiteX23" fmla="*/ 207487 w 557458"/>
                <a:gd name="connsiteY23" fmla="*/ 32109 h 105000"/>
                <a:gd name="connsiteX24" fmla="*/ 186159 w 557458"/>
                <a:gd name="connsiteY24" fmla="*/ 32109 h 105000"/>
                <a:gd name="connsiteX25" fmla="*/ 22852 w 557458"/>
                <a:gd name="connsiteY25" fmla="*/ 15469 h 105000"/>
                <a:gd name="connsiteX26" fmla="*/ 18223 w 557458"/>
                <a:gd name="connsiteY26" fmla="*/ 17637 h 105000"/>
                <a:gd name="connsiteX27" fmla="*/ 15000 w 557458"/>
                <a:gd name="connsiteY27" fmla="*/ 23438 h 105000"/>
                <a:gd name="connsiteX28" fmla="*/ 13125 w 557458"/>
                <a:gd name="connsiteY28" fmla="*/ 32285 h 105000"/>
                <a:gd name="connsiteX29" fmla="*/ 12539 w 557458"/>
                <a:gd name="connsiteY29" fmla="*/ 43242 h 105000"/>
                <a:gd name="connsiteX30" fmla="*/ 13125 w 557458"/>
                <a:gd name="connsiteY30" fmla="*/ 54316 h 105000"/>
                <a:gd name="connsiteX31" fmla="*/ 15000 w 557458"/>
                <a:gd name="connsiteY31" fmla="*/ 63164 h 105000"/>
                <a:gd name="connsiteX32" fmla="*/ 18223 w 557458"/>
                <a:gd name="connsiteY32" fmla="*/ 68906 h 105000"/>
                <a:gd name="connsiteX33" fmla="*/ 22852 w 557458"/>
                <a:gd name="connsiteY33" fmla="*/ 71016 h 105000"/>
                <a:gd name="connsiteX34" fmla="*/ 27363 w 557458"/>
                <a:gd name="connsiteY34" fmla="*/ 68906 h 105000"/>
                <a:gd name="connsiteX35" fmla="*/ 30586 w 557458"/>
                <a:gd name="connsiteY35" fmla="*/ 63164 h 105000"/>
                <a:gd name="connsiteX36" fmla="*/ 32520 w 557458"/>
                <a:gd name="connsiteY36" fmla="*/ 54316 h 105000"/>
                <a:gd name="connsiteX37" fmla="*/ 33164 w 557458"/>
                <a:gd name="connsiteY37" fmla="*/ 43242 h 105000"/>
                <a:gd name="connsiteX38" fmla="*/ 32520 w 557458"/>
                <a:gd name="connsiteY38" fmla="*/ 32285 h 105000"/>
                <a:gd name="connsiteX39" fmla="*/ 30586 w 557458"/>
                <a:gd name="connsiteY39" fmla="*/ 23438 h 105000"/>
                <a:gd name="connsiteX40" fmla="*/ 27363 w 557458"/>
                <a:gd name="connsiteY40" fmla="*/ 17637 h 105000"/>
                <a:gd name="connsiteX41" fmla="*/ 22852 w 557458"/>
                <a:gd name="connsiteY41" fmla="*/ 15469 h 105000"/>
                <a:gd name="connsiteX42" fmla="*/ 120091 w 557458"/>
                <a:gd name="connsiteY42" fmla="*/ 14648 h 105000"/>
                <a:gd name="connsiteX43" fmla="*/ 113822 w 557458"/>
                <a:gd name="connsiteY43" fmla="*/ 16816 h 105000"/>
                <a:gd name="connsiteX44" fmla="*/ 109544 w 557458"/>
                <a:gd name="connsiteY44" fmla="*/ 22734 h 105000"/>
                <a:gd name="connsiteX45" fmla="*/ 106966 w 557458"/>
                <a:gd name="connsiteY45" fmla="*/ 31699 h 105000"/>
                <a:gd name="connsiteX46" fmla="*/ 106146 w 557458"/>
                <a:gd name="connsiteY46" fmla="*/ 42891 h 105000"/>
                <a:gd name="connsiteX47" fmla="*/ 106966 w 557458"/>
                <a:gd name="connsiteY47" fmla="*/ 54199 h 105000"/>
                <a:gd name="connsiteX48" fmla="*/ 109544 w 557458"/>
                <a:gd name="connsiteY48" fmla="*/ 63281 h 105000"/>
                <a:gd name="connsiteX49" fmla="*/ 113822 w 557458"/>
                <a:gd name="connsiteY49" fmla="*/ 69199 h 105000"/>
                <a:gd name="connsiteX50" fmla="*/ 120091 w 557458"/>
                <a:gd name="connsiteY50" fmla="*/ 71367 h 105000"/>
                <a:gd name="connsiteX51" fmla="*/ 126244 w 557458"/>
                <a:gd name="connsiteY51" fmla="*/ 69199 h 105000"/>
                <a:gd name="connsiteX52" fmla="*/ 130521 w 557458"/>
                <a:gd name="connsiteY52" fmla="*/ 63281 h 105000"/>
                <a:gd name="connsiteX53" fmla="*/ 133158 w 557458"/>
                <a:gd name="connsiteY53" fmla="*/ 54199 h 105000"/>
                <a:gd name="connsiteX54" fmla="*/ 134037 w 557458"/>
                <a:gd name="connsiteY54" fmla="*/ 42891 h 105000"/>
                <a:gd name="connsiteX55" fmla="*/ 133158 w 557458"/>
                <a:gd name="connsiteY55" fmla="*/ 31699 h 105000"/>
                <a:gd name="connsiteX56" fmla="*/ 130521 w 557458"/>
                <a:gd name="connsiteY56" fmla="*/ 22734 h 105000"/>
                <a:gd name="connsiteX57" fmla="*/ 126244 w 557458"/>
                <a:gd name="connsiteY57" fmla="*/ 16816 h 105000"/>
                <a:gd name="connsiteX58" fmla="*/ 120091 w 557458"/>
                <a:gd name="connsiteY58" fmla="*/ 14648 h 105000"/>
                <a:gd name="connsiteX59" fmla="*/ 399516 w 557458"/>
                <a:gd name="connsiteY59" fmla="*/ 13828 h 105000"/>
                <a:gd name="connsiteX60" fmla="*/ 391261 w 557458"/>
                <a:gd name="connsiteY60" fmla="*/ 18574 h 105000"/>
                <a:gd name="connsiteX61" fmla="*/ 388266 w 557458"/>
                <a:gd name="connsiteY61" fmla="*/ 30234 h 105000"/>
                <a:gd name="connsiteX62" fmla="*/ 391261 w 557458"/>
                <a:gd name="connsiteY62" fmla="*/ 41777 h 105000"/>
                <a:gd name="connsiteX63" fmla="*/ 399516 w 557458"/>
                <a:gd name="connsiteY63" fmla="*/ 46524 h 105000"/>
                <a:gd name="connsiteX64" fmla="*/ 407901 w 557458"/>
                <a:gd name="connsiteY64" fmla="*/ 41777 h 105000"/>
                <a:gd name="connsiteX65" fmla="*/ 411000 w 557458"/>
                <a:gd name="connsiteY65" fmla="*/ 30234 h 105000"/>
                <a:gd name="connsiteX66" fmla="*/ 407901 w 557458"/>
                <a:gd name="connsiteY66" fmla="*/ 18574 h 105000"/>
                <a:gd name="connsiteX67" fmla="*/ 399516 w 557458"/>
                <a:gd name="connsiteY67" fmla="*/ 13828 h 105000"/>
                <a:gd name="connsiteX68" fmla="*/ 298526 w 557458"/>
                <a:gd name="connsiteY68" fmla="*/ 4336 h 105000"/>
                <a:gd name="connsiteX69" fmla="*/ 311534 w 557458"/>
                <a:gd name="connsiteY69" fmla="*/ 4336 h 105000"/>
                <a:gd name="connsiteX70" fmla="*/ 311534 w 557458"/>
                <a:gd name="connsiteY70" fmla="*/ 28008 h 105000"/>
                <a:gd name="connsiteX71" fmla="*/ 313708 w 557458"/>
                <a:gd name="connsiteY71" fmla="*/ 49981 h 105000"/>
                <a:gd name="connsiteX72" fmla="*/ 319737 w 557458"/>
                <a:gd name="connsiteY72" fmla="*/ 65742 h 105000"/>
                <a:gd name="connsiteX73" fmla="*/ 325896 w 557458"/>
                <a:gd name="connsiteY73" fmla="*/ 50391 h 105000"/>
                <a:gd name="connsiteX74" fmla="*/ 327706 w 557458"/>
                <a:gd name="connsiteY74" fmla="*/ 28008 h 105000"/>
                <a:gd name="connsiteX75" fmla="*/ 327706 w 557458"/>
                <a:gd name="connsiteY75" fmla="*/ 4336 h 105000"/>
                <a:gd name="connsiteX76" fmla="*/ 340597 w 557458"/>
                <a:gd name="connsiteY76" fmla="*/ 4336 h 105000"/>
                <a:gd name="connsiteX77" fmla="*/ 340597 w 557458"/>
                <a:gd name="connsiteY77" fmla="*/ 28008 h 105000"/>
                <a:gd name="connsiteX78" fmla="*/ 341417 w 557458"/>
                <a:gd name="connsiteY78" fmla="*/ 43008 h 105000"/>
                <a:gd name="connsiteX79" fmla="*/ 344112 w 557458"/>
                <a:gd name="connsiteY79" fmla="*/ 55313 h 105000"/>
                <a:gd name="connsiteX80" fmla="*/ 349151 w 557458"/>
                <a:gd name="connsiteY80" fmla="*/ 65801 h 105000"/>
                <a:gd name="connsiteX81" fmla="*/ 356886 w 557458"/>
                <a:gd name="connsiteY81" fmla="*/ 75117 h 105000"/>
                <a:gd name="connsiteX82" fmla="*/ 347745 w 557458"/>
                <a:gd name="connsiteY82" fmla="*/ 83438 h 105000"/>
                <a:gd name="connsiteX83" fmla="*/ 339958 w 557458"/>
                <a:gd name="connsiteY83" fmla="*/ 73594 h 105000"/>
                <a:gd name="connsiteX84" fmla="*/ 334268 w 557458"/>
                <a:gd name="connsiteY84" fmla="*/ 62578 h 105000"/>
                <a:gd name="connsiteX85" fmla="*/ 328409 w 557458"/>
                <a:gd name="connsiteY85" fmla="*/ 74004 h 105000"/>
                <a:gd name="connsiteX86" fmla="*/ 319972 w 557458"/>
                <a:gd name="connsiteY86" fmla="*/ 84375 h 105000"/>
                <a:gd name="connsiteX87" fmla="*/ 310948 w 557458"/>
                <a:gd name="connsiteY87" fmla="*/ 73945 h 105000"/>
                <a:gd name="connsiteX88" fmla="*/ 305206 w 557458"/>
                <a:gd name="connsiteY88" fmla="*/ 62695 h 105000"/>
                <a:gd name="connsiteX89" fmla="*/ 299464 w 557458"/>
                <a:gd name="connsiteY89" fmla="*/ 73652 h 105000"/>
                <a:gd name="connsiteX90" fmla="*/ 290909 w 557458"/>
                <a:gd name="connsiteY90" fmla="*/ 83672 h 105000"/>
                <a:gd name="connsiteX91" fmla="*/ 280245 w 557458"/>
                <a:gd name="connsiteY91" fmla="*/ 76406 h 105000"/>
                <a:gd name="connsiteX92" fmla="*/ 288396 w 557458"/>
                <a:gd name="connsiteY92" fmla="*/ 67559 h 105000"/>
                <a:gd name="connsiteX93" fmla="*/ 294073 w 557458"/>
                <a:gd name="connsiteY93" fmla="*/ 57188 h 105000"/>
                <a:gd name="connsiteX94" fmla="*/ 297419 w 557458"/>
                <a:gd name="connsiteY94" fmla="*/ 44297 h 105000"/>
                <a:gd name="connsiteX95" fmla="*/ 298526 w 557458"/>
                <a:gd name="connsiteY95" fmla="*/ 27891 h 105000"/>
                <a:gd name="connsiteX96" fmla="*/ 120091 w 557458"/>
                <a:gd name="connsiteY96" fmla="*/ 2813 h 105000"/>
                <a:gd name="connsiteX97" fmla="*/ 139662 w 557458"/>
                <a:gd name="connsiteY97" fmla="*/ 12539 h 105000"/>
                <a:gd name="connsiteX98" fmla="*/ 147279 w 557458"/>
                <a:gd name="connsiteY98" fmla="*/ 43008 h 105000"/>
                <a:gd name="connsiteX99" fmla="*/ 139603 w 557458"/>
                <a:gd name="connsiteY99" fmla="*/ 73477 h 105000"/>
                <a:gd name="connsiteX100" fmla="*/ 120091 w 557458"/>
                <a:gd name="connsiteY100" fmla="*/ 83203 h 105000"/>
                <a:gd name="connsiteX101" fmla="*/ 100521 w 557458"/>
                <a:gd name="connsiteY101" fmla="*/ 73477 h 105000"/>
                <a:gd name="connsiteX102" fmla="*/ 92904 w 557458"/>
                <a:gd name="connsiteY102" fmla="*/ 43008 h 105000"/>
                <a:gd name="connsiteX103" fmla="*/ 100521 w 557458"/>
                <a:gd name="connsiteY103" fmla="*/ 12539 h 105000"/>
                <a:gd name="connsiteX104" fmla="*/ 120091 w 557458"/>
                <a:gd name="connsiteY104" fmla="*/ 2813 h 105000"/>
                <a:gd name="connsiteX105" fmla="*/ 54961 w 557458"/>
                <a:gd name="connsiteY105" fmla="*/ 1875 h 105000"/>
                <a:gd name="connsiteX106" fmla="*/ 67852 w 557458"/>
                <a:gd name="connsiteY106" fmla="*/ 1875 h 105000"/>
                <a:gd name="connsiteX107" fmla="*/ 67852 w 557458"/>
                <a:gd name="connsiteY107" fmla="*/ 100078 h 105000"/>
                <a:gd name="connsiteX108" fmla="*/ 54961 w 557458"/>
                <a:gd name="connsiteY108" fmla="*/ 100078 h 105000"/>
                <a:gd name="connsiteX109" fmla="*/ 54961 w 557458"/>
                <a:gd name="connsiteY109" fmla="*/ 47930 h 105000"/>
                <a:gd name="connsiteX110" fmla="*/ 45469 w 557458"/>
                <a:gd name="connsiteY110" fmla="*/ 47930 h 105000"/>
                <a:gd name="connsiteX111" fmla="*/ 38496 w 557458"/>
                <a:gd name="connsiteY111" fmla="*/ 74590 h 105000"/>
                <a:gd name="connsiteX112" fmla="*/ 22852 w 557458"/>
                <a:gd name="connsiteY112" fmla="*/ 83086 h 105000"/>
                <a:gd name="connsiteX113" fmla="*/ 6328 w 557458"/>
                <a:gd name="connsiteY113" fmla="*/ 73477 h 105000"/>
                <a:gd name="connsiteX114" fmla="*/ 0 w 557458"/>
                <a:gd name="connsiteY114" fmla="*/ 43359 h 105000"/>
                <a:gd name="connsiteX115" fmla="*/ 6328 w 557458"/>
                <a:gd name="connsiteY115" fmla="*/ 13184 h 105000"/>
                <a:gd name="connsiteX116" fmla="*/ 22852 w 557458"/>
                <a:gd name="connsiteY116" fmla="*/ 3516 h 105000"/>
                <a:gd name="connsiteX117" fmla="*/ 37910 w 557458"/>
                <a:gd name="connsiteY117" fmla="*/ 11250 h 105000"/>
                <a:gd name="connsiteX118" fmla="*/ 45234 w 557458"/>
                <a:gd name="connsiteY118" fmla="*/ 35274 h 105000"/>
                <a:gd name="connsiteX119" fmla="*/ 54961 w 557458"/>
                <a:gd name="connsiteY119" fmla="*/ 35274 h 105000"/>
                <a:gd name="connsiteX120" fmla="*/ 432328 w 557458"/>
                <a:gd name="connsiteY120" fmla="*/ 1758 h 105000"/>
                <a:gd name="connsiteX121" fmla="*/ 445219 w 557458"/>
                <a:gd name="connsiteY121" fmla="*/ 1758 h 105000"/>
                <a:gd name="connsiteX122" fmla="*/ 445219 w 557458"/>
                <a:gd name="connsiteY122" fmla="*/ 75352 h 105000"/>
                <a:gd name="connsiteX123" fmla="*/ 432328 w 557458"/>
                <a:gd name="connsiteY123" fmla="*/ 75352 h 105000"/>
                <a:gd name="connsiteX124" fmla="*/ 432328 w 557458"/>
                <a:gd name="connsiteY124" fmla="*/ 35625 h 105000"/>
                <a:gd name="connsiteX125" fmla="*/ 423305 w 557458"/>
                <a:gd name="connsiteY125" fmla="*/ 35625 h 105000"/>
                <a:gd name="connsiteX126" fmla="*/ 415518 w 557458"/>
                <a:gd name="connsiteY126" fmla="*/ 51504 h 105000"/>
                <a:gd name="connsiteX127" fmla="*/ 399633 w 557458"/>
                <a:gd name="connsiteY127" fmla="*/ 57891 h 105000"/>
                <a:gd name="connsiteX128" fmla="*/ 389672 w 557458"/>
                <a:gd name="connsiteY128" fmla="*/ 55723 h 105000"/>
                <a:gd name="connsiteX129" fmla="*/ 382055 w 557458"/>
                <a:gd name="connsiteY129" fmla="*/ 49805 h 105000"/>
                <a:gd name="connsiteX130" fmla="*/ 377198 w 557458"/>
                <a:gd name="connsiteY130" fmla="*/ 41016 h 105000"/>
                <a:gd name="connsiteX131" fmla="*/ 375492 w 557458"/>
                <a:gd name="connsiteY131" fmla="*/ 30234 h 105000"/>
                <a:gd name="connsiteX132" fmla="*/ 377198 w 557458"/>
                <a:gd name="connsiteY132" fmla="*/ 19453 h 105000"/>
                <a:gd name="connsiteX133" fmla="*/ 382055 w 557458"/>
                <a:gd name="connsiteY133" fmla="*/ 10547 h 105000"/>
                <a:gd name="connsiteX134" fmla="*/ 389672 w 557458"/>
                <a:gd name="connsiteY134" fmla="*/ 4629 h 105000"/>
                <a:gd name="connsiteX135" fmla="*/ 399633 w 557458"/>
                <a:gd name="connsiteY135" fmla="*/ 2461 h 105000"/>
                <a:gd name="connsiteX136" fmla="*/ 415167 w 557458"/>
                <a:gd name="connsiteY136" fmla="*/ 8496 h 105000"/>
                <a:gd name="connsiteX137" fmla="*/ 423188 w 557458"/>
                <a:gd name="connsiteY137" fmla="*/ 23672 h 105000"/>
                <a:gd name="connsiteX138" fmla="*/ 432328 w 557458"/>
                <a:gd name="connsiteY138" fmla="*/ 23672 h 105000"/>
                <a:gd name="connsiteX139" fmla="*/ 198346 w 557458"/>
                <a:gd name="connsiteY139" fmla="*/ 1523 h 105000"/>
                <a:gd name="connsiteX140" fmla="*/ 230925 w 557458"/>
                <a:gd name="connsiteY140" fmla="*/ 1523 h 105000"/>
                <a:gd name="connsiteX141" fmla="*/ 230925 w 557458"/>
                <a:gd name="connsiteY141" fmla="*/ 12305 h 105000"/>
                <a:gd name="connsiteX142" fmla="*/ 198346 w 557458"/>
                <a:gd name="connsiteY142" fmla="*/ 12305 h 105000"/>
                <a:gd name="connsiteX143" fmla="*/ 452016 w 557458"/>
                <a:gd name="connsiteY143" fmla="*/ 117 h 105000"/>
                <a:gd name="connsiteX144" fmla="*/ 464906 w 557458"/>
                <a:gd name="connsiteY144" fmla="*/ 117 h 105000"/>
                <a:gd name="connsiteX145" fmla="*/ 464906 w 557458"/>
                <a:gd name="connsiteY145" fmla="*/ 73832 h 105000"/>
                <a:gd name="connsiteX146" fmla="*/ 470688 w 557458"/>
                <a:gd name="connsiteY146" fmla="*/ 67559 h 105000"/>
                <a:gd name="connsiteX147" fmla="*/ 476365 w 557458"/>
                <a:gd name="connsiteY147" fmla="*/ 57188 h 105000"/>
                <a:gd name="connsiteX148" fmla="*/ 479711 w 557458"/>
                <a:gd name="connsiteY148" fmla="*/ 44297 h 105000"/>
                <a:gd name="connsiteX149" fmla="*/ 480818 w 557458"/>
                <a:gd name="connsiteY149" fmla="*/ 27891 h 105000"/>
                <a:gd name="connsiteX150" fmla="*/ 480818 w 557458"/>
                <a:gd name="connsiteY150" fmla="*/ 4336 h 105000"/>
                <a:gd name="connsiteX151" fmla="*/ 493826 w 557458"/>
                <a:gd name="connsiteY151" fmla="*/ 4336 h 105000"/>
                <a:gd name="connsiteX152" fmla="*/ 493826 w 557458"/>
                <a:gd name="connsiteY152" fmla="*/ 28008 h 105000"/>
                <a:gd name="connsiteX153" fmla="*/ 496000 w 557458"/>
                <a:gd name="connsiteY153" fmla="*/ 49981 h 105000"/>
                <a:gd name="connsiteX154" fmla="*/ 502029 w 557458"/>
                <a:gd name="connsiteY154" fmla="*/ 65742 h 105000"/>
                <a:gd name="connsiteX155" fmla="*/ 508188 w 557458"/>
                <a:gd name="connsiteY155" fmla="*/ 50391 h 105000"/>
                <a:gd name="connsiteX156" fmla="*/ 509998 w 557458"/>
                <a:gd name="connsiteY156" fmla="*/ 28008 h 105000"/>
                <a:gd name="connsiteX157" fmla="*/ 509998 w 557458"/>
                <a:gd name="connsiteY157" fmla="*/ 4336 h 105000"/>
                <a:gd name="connsiteX158" fmla="*/ 522888 w 557458"/>
                <a:gd name="connsiteY158" fmla="*/ 4336 h 105000"/>
                <a:gd name="connsiteX159" fmla="*/ 522888 w 557458"/>
                <a:gd name="connsiteY159" fmla="*/ 28008 h 105000"/>
                <a:gd name="connsiteX160" fmla="*/ 523709 w 557458"/>
                <a:gd name="connsiteY160" fmla="*/ 43008 h 105000"/>
                <a:gd name="connsiteX161" fmla="*/ 526404 w 557458"/>
                <a:gd name="connsiteY161" fmla="*/ 55313 h 105000"/>
                <a:gd name="connsiteX162" fmla="*/ 531443 w 557458"/>
                <a:gd name="connsiteY162" fmla="*/ 65801 h 105000"/>
                <a:gd name="connsiteX163" fmla="*/ 539177 w 557458"/>
                <a:gd name="connsiteY163" fmla="*/ 75117 h 105000"/>
                <a:gd name="connsiteX164" fmla="*/ 530037 w 557458"/>
                <a:gd name="connsiteY164" fmla="*/ 83438 h 105000"/>
                <a:gd name="connsiteX165" fmla="*/ 522250 w 557458"/>
                <a:gd name="connsiteY165" fmla="*/ 73594 h 105000"/>
                <a:gd name="connsiteX166" fmla="*/ 516560 w 557458"/>
                <a:gd name="connsiteY166" fmla="*/ 62578 h 105000"/>
                <a:gd name="connsiteX167" fmla="*/ 510701 w 557458"/>
                <a:gd name="connsiteY167" fmla="*/ 74004 h 105000"/>
                <a:gd name="connsiteX168" fmla="*/ 502263 w 557458"/>
                <a:gd name="connsiteY168" fmla="*/ 84375 h 105000"/>
                <a:gd name="connsiteX169" fmla="*/ 493240 w 557458"/>
                <a:gd name="connsiteY169" fmla="*/ 73945 h 105000"/>
                <a:gd name="connsiteX170" fmla="*/ 487498 w 557458"/>
                <a:gd name="connsiteY170" fmla="*/ 62695 h 105000"/>
                <a:gd name="connsiteX171" fmla="*/ 481755 w 557458"/>
                <a:gd name="connsiteY171" fmla="*/ 73652 h 105000"/>
                <a:gd name="connsiteX172" fmla="*/ 473201 w 557458"/>
                <a:gd name="connsiteY172" fmla="*/ 83672 h 105000"/>
                <a:gd name="connsiteX173" fmla="*/ 464906 w 557458"/>
                <a:gd name="connsiteY173" fmla="*/ 78021 h 105000"/>
                <a:gd name="connsiteX174" fmla="*/ 464906 w 557458"/>
                <a:gd name="connsiteY174" fmla="*/ 78281 h 105000"/>
                <a:gd name="connsiteX175" fmla="*/ 452016 w 557458"/>
                <a:gd name="connsiteY175" fmla="*/ 78281 h 105000"/>
                <a:gd name="connsiteX176" fmla="*/ 256823 w 557458"/>
                <a:gd name="connsiteY176" fmla="*/ 117 h 105000"/>
                <a:gd name="connsiteX177" fmla="*/ 270300 w 557458"/>
                <a:gd name="connsiteY177" fmla="*/ 117 h 105000"/>
                <a:gd name="connsiteX178" fmla="*/ 270300 w 557458"/>
                <a:gd name="connsiteY178" fmla="*/ 105000 h 105000"/>
                <a:gd name="connsiteX179" fmla="*/ 256823 w 557458"/>
                <a:gd name="connsiteY179" fmla="*/ 105000 h 105000"/>
                <a:gd name="connsiteX180" fmla="*/ 163451 w 557458"/>
                <a:gd name="connsiteY180" fmla="*/ 117 h 105000"/>
                <a:gd name="connsiteX181" fmla="*/ 176693 w 557458"/>
                <a:gd name="connsiteY181" fmla="*/ 117 h 105000"/>
                <a:gd name="connsiteX182" fmla="*/ 176693 w 557458"/>
                <a:gd name="connsiteY182" fmla="*/ 105000 h 105000"/>
                <a:gd name="connsiteX183" fmla="*/ 163451 w 557458"/>
                <a:gd name="connsiteY183" fmla="*/ 105000 h 105000"/>
                <a:gd name="connsiteX184" fmla="*/ 75000 w 557458"/>
                <a:gd name="connsiteY184" fmla="*/ 117 h 105000"/>
                <a:gd name="connsiteX185" fmla="*/ 87773 w 557458"/>
                <a:gd name="connsiteY185" fmla="*/ 117 h 105000"/>
                <a:gd name="connsiteX186" fmla="*/ 87773 w 557458"/>
                <a:gd name="connsiteY186" fmla="*/ 105000 h 105000"/>
                <a:gd name="connsiteX187" fmla="*/ 75000 w 557458"/>
                <a:gd name="connsiteY187" fmla="*/ 105000 h 105000"/>
                <a:gd name="connsiteX188" fmla="*/ 544334 w 557458"/>
                <a:gd name="connsiteY188" fmla="*/ 0 h 105000"/>
                <a:gd name="connsiteX189" fmla="*/ 557459 w 557458"/>
                <a:gd name="connsiteY189" fmla="*/ 0 h 105000"/>
                <a:gd name="connsiteX190" fmla="*/ 557459 w 557458"/>
                <a:gd name="connsiteY190" fmla="*/ 105000 h 105000"/>
                <a:gd name="connsiteX191" fmla="*/ 544334 w 557458"/>
                <a:gd name="connsiteY191" fmla="*/ 105000 h 105000"/>
                <a:gd name="connsiteX192" fmla="*/ 362042 w 557458"/>
                <a:gd name="connsiteY192" fmla="*/ 0 h 105000"/>
                <a:gd name="connsiteX193" fmla="*/ 375167 w 557458"/>
                <a:gd name="connsiteY193" fmla="*/ 0 h 105000"/>
                <a:gd name="connsiteX194" fmla="*/ 375167 w 557458"/>
                <a:gd name="connsiteY194" fmla="*/ 105000 h 105000"/>
                <a:gd name="connsiteX195" fmla="*/ 362042 w 557458"/>
                <a:gd name="connsiteY195" fmla="*/ 105000 h 1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</a:cxnLst>
              <a:rect l="l" t="t" r="r" b="b"/>
              <a:pathLst>
                <a:path w="557458" h="105000">
                  <a:moveTo>
                    <a:pt x="392719" y="67266"/>
                  </a:moveTo>
                  <a:lnTo>
                    <a:pt x="406078" y="67266"/>
                  </a:lnTo>
                  <a:lnTo>
                    <a:pt x="406078" y="91758"/>
                  </a:lnTo>
                  <a:lnTo>
                    <a:pt x="466899" y="91758"/>
                  </a:lnTo>
                  <a:lnTo>
                    <a:pt x="466899" y="103008"/>
                  </a:lnTo>
                  <a:lnTo>
                    <a:pt x="395883" y="103008"/>
                  </a:lnTo>
                  <a:cubicBezTo>
                    <a:pt x="394633" y="103008"/>
                    <a:pt x="393800" y="102774"/>
                    <a:pt x="393370" y="102305"/>
                  </a:cubicBezTo>
                  <a:cubicBezTo>
                    <a:pt x="392940" y="101836"/>
                    <a:pt x="392719" y="100977"/>
                    <a:pt x="392719" y="99727"/>
                  </a:cubicBezTo>
                  <a:close/>
                  <a:moveTo>
                    <a:pt x="186159" y="20859"/>
                  </a:moveTo>
                  <a:lnTo>
                    <a:pt x="243229" y="20859"/>
                  </a:lnTo>
                  <a:lnTo>
                    <a:pt x="243229" y="32109"/>
                  </a:lnTo>
                  <a:lnTo>
                    <a:pt x="221901" y="32109"/>
                  </a:lnTo>
                  <a:lnTo>
                    <a:pt x="221901" y="36445"/>
                  </a:lnTo>
                  <a:cubicBezTo>
                    <a:pt x="221901" y="44180"/>
                    <a:pt x="224128" y="51465"/>
                    <a:pt x="228581" y="58301"/>
                  </a:cubicBezTo>
                  <a:cubicBezTo>
                    <a:pt x="233034" y="65137"/>
                    <a:pt x="239128" y="70508"/>
                    <a:pt x="246862" y="74414"/>
                  </a:cubicBezTo>
                  <a:lnTo>
                    <a:pt x="237721" y="83555"/>
                  </a:lnTo>
                  <a:cubicBezTo>
                    <a:pt x="232253" y="80039"/>
                    <a:pt x="227604" y="76211"/>
                    <a:pt x="223776" y="72070"/>
                  </a:cubicBezTo>
                  <a:cubicBezTo>
                    <a:pt x="219948" y="67930"/>
                    <a:pt x="216979" y="63555"/>
                    <a:pt x="214870" y="58945"/>
                  </a:cubicBezTo>
                  <a:cubicBezTo>
                    <a:pt x="212917" y="63477"/>
                    <a:pt x="209948" y="68027"/>
                    <a:pt x="205964" y="72598"/>
                  </a:cubicBezTo>
                  <a:cubicBezTo>
                    <a:pt x="201979" y="77168"/>
                    <a:pt x="196940" y="81641"/>
                    <a:pt x="190846" y="86016"/>
                  </a:cubicBezTo>
                  <a:lnTo>
                    <a:pt x="180182" y="76992"/>
                  </a:lnTo>
                  <a:cubicBezTo>
                    <a:pt x="188698" y="72070"/>
                    <a:pt x="195358" y="66231"/>
                    <a:pt x="200163" y="59473"/>
                  </a:cubicBezTo>
                  <a:cubicBezTo>
                    <a:pt x="204968" y="52715"/>
                    <a:pt x="207409" y="45039"/>
                    <a:pt x="207487" y="36445"/>
                  </a:cubicBezTo>
                  <a:lnTo>
                    <a:pt x="207487" y="32109"/>
                  </a:lnTo>
                  <a:lnTo>
                    <a:pt x="186159" y="32109"/>
                  </a:lnTo>
                  <a:close/>
                  <a:moveTo>
                    <a:pt x="22852" y="15469"/>
                  </a:moveTo>
                  <a:cubicBezTo>
                    <a:pt x="21055" y="15469"/>
                    <a:pt x="19512" y="16191"/>
                    <a:pt x="18223" y="17637"/>
                  </a:cubicBezTo>
                  <a:cubicBezTo>
                    <a:pt x="16934" y="19082"/>
                    <a:pt x="15859" y="21016"/>
                    <a:pt x="15000" y="23438"/>
                  </a:cubicBezTo>
                  <a:cubicBezTo>
                    <a:pt x="14141" y="25938"/>
                    <a:pt x="13516" y="28887"/>
                    <a:pt x="13125" y="32285"/>
                  </a:cubicBezTo>
                  <a:cubicBezTo>
                    <a:pt x="12734" y="35684"/>
                    <a:pt x="12539" y="39336"/>
                    <a:pt x="12539" y="43242"/>
                  </a:cubicBezTo>
                  <a:cubicBezTo>
                    <a:pt x="12539" y="47227"/>
                    <a:pt x="12734" y="50918"/>
                    <a:pt x="13125" y="54316"/>
                  </a:cubicBezTo>
                  <a:cubicBezTo>
                    <a:pt x="13516" y="57715"/>
                    <a:pt x="14141" y="60664"/>
                    <a:pt x="15000" y="63164"/>
                  </a:cubicBezTo>
                  <a:cubicBezTo>
                    <a:pt x="15859" y="65586"/>
                    <a:pt x="16934" y="67500"/>
                    <a:pt x="18223" y="68906"/>
                  </a:cubicBezTo>
                  <a:cubicBezTo>
                    <a:pt x="19512" y="70313"/>
                    <a:pt x="21055" y="71016"/>
                    <a:pt x="22852" y="71016"/>
                  </a:cubicBezTo>
                  <a:cubicBezTo>
                    <a:pt x="24570" y="71016"/>
                    <a:pt x="26074" y="70313"/>
                    <a:pt x="27363" y="68906"/>
                  </a:cubicBezTo>
                  <a:cubicBezTo>
                    <a:pt x="28652" y="67500"/>
                    <a:pt x="29727" y="65586"/>
                    <a:pt x="30586" y="63164"/>
                  </a:cubicBezTo>
                  <a:cubicBezTo>
                    <a:pt x="31445" y="60664"/>
                    <a:pt x="32090" y="57715"/>
                    <a:pt x="32520" y="54316"/>
                  </a:cubicBezTo>
                  <a:cubicBezTo>
                    <a:pt x="32949" y="50918"/>
                    <a:pt x="33164" y="47227"/>
                    <a:pt x="33164" y="43242"/>
                  </a:cubicBezTo>
                  <a:cubicBezTo>
                    <a:pt x="33164" y="39336"/>
                    <a:pt x="32949" y="35684"/>
                    <a:pt x="32520" y="32285"/>
                  </a:cubicBezTo>
                  <a:cubicBezTo>
                    <a:pt x="32090" y="28887"/>
                    <a:pt x="31445" y="25938"/>
                    <a:pt x="30586" y="23438"/>
                  </a:cubicBezTo>
                  <a:cubicBezTo>
                    <a:pt x="29727" y="21016"/>
                    <a:pt x="28652" y="19082"/>
                    <a:pt x="27363" y="17637"/>
                  </a:cubicBezTo>
                  <a:cubicBezTo>
                    <a:pt x="26074" y="16191"/>
                    <a:pt x="24570" y="15469"/>
                    <a:pt x="22852" y="15469"/>
                  </a:cubicBezTo>
                  <a:close/>
                  <a:moveTo>
                    <a:pt x="120091" y="14648"/>
                  </a:moveTo>
                  <a:cubicBezTo>
                    <a:pt x="117669" y="14648"/>
                    <a:pt x="115579" y="15371"/>
                    <a:pt x="113822" y="16816"/>
                  </a:cubicBezTo>
                  <a:cubicBezTo>
                    <a:pt x="112064" y="18262"/>
                    <a:pt x="110638" y="20234"/>
                    <a:pt x="109544" y="22734"/>
                  </a:cubicBezTo>
                  <a:cubicBezTo>
                    <a:pt x="108372" y="25234"/>
                    <a:pt x="107513" y="28223"/>
                    <a:pt x="106966" y="31699"/>
                  </a:cubicBezTo>
                  <a:cubicBezTo>
                    <a:pt x="106419" y="35176"/>
                    <a:pt x="106146" y="38906"/>
                    <a:pt x="106146" y="42891"/>
                  </a:cubicBezTo>
                  <a:cubicBezTo>
                    <a:pt x="106146" y="46953"/>
                    <a:pt x="106419" y="50723"/>
                    <a:pt x="106966" y="54199"/>
                  </a:cubicBezTo>
                  <a:cubicBezTo>
                    <a:pt x="107513" y="57676"/>
                    <a:pt x="108372" y="60703"/>
                    <a:pt x="109544" y="63281"/>
                  </a:cubicBezTo>
                  <a:cubicBezTo>
                    <a:pt x="110638" y="65781"/>
                    <a:pt x="112064" y="67754"/>
                    <a:pt x="113822" y="69199"/>
                  </a:cubicBezTo>
                  <a:cubicBezTo>
                    <a:pt x="115579" y="70645"/>
                    <a:pt x="117669" y="71367"/>
                    <a:pt x="120091" y="71367"/>
                  </a:cubicBezTo>
                  <a:cubicBezTo>
                    <a:pt x="122435" y="71367"/>
                    <a:pt x="124486" y="70645"/>
                    <a:pt x="126244" y="69199"/>
                  </a:cubicBezTo>
                  <a:cubicBezTo>
                    <a:pt x="128001" y="67754"/>
                    <a:pt x="129427" y="65781"/>
                    <a:pt x="130521" y="63281"/>
                  </a:cubicBezTo>
                  <a:cubicBezTo>
                    <a:pt x="131693" y="60703"/>
                    <a:pt x="132572" y="57676"/>
                    <a:pt x="133158" y="54199"/>
                  </a:cubicBezTo>
                  <a:cubicBezTo>
                    <a:pt x="133744" y="50723"/>
                    <a:pt x="134037" y="46953"/>
                    <a:pt x="134037" y="42891"/>
                  </a:cubicBezTo>
                  <a:cubicBezTo>
                    <a:pt x="134037" y="38906"/>
                    <a:pt x="133744" y="35176"/>
                    <a:pt x="133158" y="31699"/>
                  </a:cubicBezTo>
                  <a:cubicBezTo>
                    <a:pt x="132572" y="28223"/>
                    <a:pt x="131693" y="25234"/>
                    <a:pt x="130521" y="22734"/>
                  </a:cubicBezTo>
                  <a:cubicBezTo>
                    <a:pt x="129427" y="20234"/>
                    <a:pt x="128001" y="18262"/>
                    <a:pt x="126244" y="16816"/>
                  </a:cubicBezTo>
                  <a:cubicBezTo>
                    <a:pt x="124486" y="15371"/>
                    <a:pt x="122435" y="14648"/>
                    <a:pt x="120091" y="14648"/>
                  </a:cubicBezTo>
                  <a:close/>
                  <a:moveTo>
                    <a:pt x="399516" y="13828"/>
                  </a:moveTo>
                  <a:cubicBezTo>
                    <a:pt x="396000" y="13828"/>
                    <a:pt x="393253" y="15410"/>
                    <a:pt x="391261" y="18574"/>
                  </a:cubicBezTo>
                  <a:cubicBezTo>
                    <a:pt x="389268" y="21738"/>
                    <a:pt x="388266" y="25625"/>
                    <a:pt x="388266" y="30234"/>
                  </a:cubicBezTo>
                  <a:cubicBezTo>
                    <a:pt x="388266" y="34766"/>
                    <a:pt x="389268" y="38613"/>
                    <a:pt x="391261" y="41777"/>
                  </a:cubicBezTo>
                  <a:cubicBezTo>
                    <a:pt x="393253" y="44941"/>
                    <a:pt x="396000" y="46524"/>
                    <a:pt x="399516" y="46524"/>
                  </a:cubicBezTo>
                  <a:cubicBezTo>
                    <a:pt x="403031" y="46524"/>
                    <a:pt x="405831" y="44941"/>
                    <a:pt x="407901" y="41777"/>
                  </a:cubicBezTo>
                  <a:cubicBezTo>
                    <a:pt x="409972" y="38613"/>
                    <a:pt x="411000" y="34766"/>
                    <a:pt x="411000" y="30234"/>
                  </a:cubicBezTo>
                  <a:cubicBezTo>
                    <a:pt x="411000" y="25625"/>
                    <a:pt x="409972" y="21738"/>
                    <a:pt x="407901" y="18574"/>
                  </a:cubicBezTo>
                  <a:cubicBezTo>
                    <a:pt x="405831" y="15410"/>
                    <a:pt x="403031" y="13828"/>
                    <a:pt x="399516" y="13828"/>
                  </a:cubicBezTo>
                  <a:close/>
                  <a:moveTo>
                    <a:pt x="298526" y="4336"/>
                  </a:moveTo>
                  <a:lnTo>
                    <a:pt x="311534" y="4336"/>
                  </a:lnTo>
                  <a:lnTo>
                    <a:pt x="311534" y="28008"/>
                  </a:lnTo>
                  <a:cubicBezTo>
                    <a:pt x="311534" y="36445"/>
                    <a:pt x="312263" y="43770"/>
                    <a:pt x="313708" y="49981"/>
                  </a:cubicBezTo>
                  <a:cubicBezTo>
                    <a:pt x="315154" y="56192"/>
                    <a:pt x="317159" y="61445"/>
                    <a:pt x="319737" y="65742"/>
                  </a:cubicBezTo>
                  <a:cubicBezTo>
                    <a:pt x="322628" y="61289"/>
                    <a:pt x="324685" y="56172"/>
                    <a:pt x="325896" y="50391"/>
                  </a:cubicBezTo>
                  <a:cubicBezTo>
                    <a:pt x="327107" y="44609"/>
                    <a:pt x="327706" y="37149"/>
                    <a:pt x="327706" y="28008"/>
                  </a:cubicBezTo>
                  <a:lnTo>
                    <a:pt x="327706" y="4336"/>
                  </a:lnTo>
                  <a:lnTo>
                    <a:pt x="340597" y="4336"/>
                  </a:lnTo>
                  <a:lnTo>
                    <a:pt x="340597" y="28008"/>
                  </a:lnTo>
                  <a:cubicBezTo>
                    <a:pt x="340597" y="33555"/>
                    <a:pt x="340870" y="38555"/>
                    <a:pt x="341417" y="43008"/>
                  </a:cubicBezTo>
                  <a:cubicBezTo>
                    <a:pt x="341964" y="47461"/>
                    <a:pt x="342862" y="51563"/>
                    <a:pt x="344112" y="55313"/>
                  </a:cubicBezTo>
                  <a:cubicBezTo>
                    <a:pt x="345362" y="59063"/>
                    <a:pt x="347042" y="62559"/>
                    <a:pt x="349151" y="65801"/>
                  </a:cubicBezTo>
                  <a:cubicBezTo>
                    <a:pt x="351261" y="69043"/>
                    <a:pt x="353839" y="72148"/>
                    <a:pt x="356886" y="75117"/>
                  </a:cubicBezTo>
                  <a:lnTo>
                    <a:pt x="347745" y="83438"/>
                  </a:lnTo>
                  <a:cubicBezTo>
                    <a:pt x="344932" y="80469"/>
                    <a:pt x="342341" y="77188"/>
                    <a:pt x="339958" y="73594"/>
                  </a:cubicBezTo>
                  <a:cubicBezTo>
                    <a:pt x="337576" y="70000"/>
                    <a:pt x="335675" y="66328"/>
                    <a:pt x="334268" y="62578"/>
                  </a:cubicBezTo>
                  <a:cubicBezTo>
                    <a:pt x="332862" y="66563"/>
                    <a:pt x="330909" y="70371"/>
                    <a:pt x="328409" y="74004"/>
                  </a:cubicBezTo>
                  <a:cubicBezTo>
                    <a:pt x="325909" y="77637"/>
                    <a:pt x="323096" y="81094"/>
                    <a:pt x="319972" y="84375"/>
                  </a:cubicBezTo>
                  <a:cubicBezTo>
                    <a:pt x="316534" y="81563"/>
                    <a:pt x="313526" y="78086"/>
                    <a:pt x="310948" y="73945"/>
                  </a:cubicBezTo>
                  <a:cubicBezTo>
                    <a:pt x="308370" y="69805"/>
                    <a:pt x="306456" y="66055"/>
                    <a:pt x="305206" y="62695"/>
                  </a:cubicBezTo>
                  <a:cubicBezTo>
                    <a:pt x="304034" y="66211"/>
                    <a:pt x="302120" y="69863"/>
                    <a:pt x="299464" y="73652"/>
                  </a:cubicBezTo>
                  <a:cubicBezTo>
                    <a:pt x="296807" y="77441"/>
                    <a:pt x="293956" y="80781"/>
                    <a:pt x="290909" y="83672"/>
                  </a:cubicBezTo>
                  <a:lnTo>
                    <a:pt x="280245" y="76406"/>
                  </a:lnTo>
                  <a:cubicBezTo>
                    <a:pt x="283370" y="73594"/>
                    <a:pt x="286091" y="70645"/>
                    <a:pt x="288396" y="67559"/>
                  </a:cubicBezTo>
                  <a:cubicBezTo>
                    <a:pt x="290701" y="64473"/>
                    <a:pt x="292589" y="61016"/>
                    <a:pt x="294073" y="57188"/>
                  </a:cubicBezTo>
                  <a:cubicBezTo>
                    <a:pt x="295557" y="53359"/>
                    <a:pt x="296677" y="49063"/>
                    <a:pt x="297419" y="44297"/>
                  </a:cubicBezTo>
                  <a:cubicBezTo>
                    <a:pt x="298162" y="39531"/>
                    <a:pt x="298526" y="34063"/>
                    <a:pt x="298526" y="27891"/>
                  </a:cubicBezTo>
                  <a:close/>
                  <a:moveTo>
                    <a:pt x="120091" y="2813"/>
                  </a:moveTo>
                  <a:cubicBezTo>
                    <a:pt x="128060" y="2813"/>
                    <a:pt x="134583" y="6055"/>
                    <a:pt x="139662" y="12539"/>
                  </a:cubicBezTo>
                  <a:cubicBezTo>
                    <a:pt x="144740" y="19024"/>
                    <a:pt x="147279" y="29180"/>
                    <a:pt x="147279" y="43008"/>
                  </a:cubicBezTo>
                  <a:cubicBezTo>
                    <a:pt x="147201" y="56836"/>
                    <a:pt x="144642" y="66992"/>
                    <a:pt x="139603" y="73477"/>
                  </a:cubicBezTo>
                  <a:cubicBezTo>
                    <a:pt x="134564" y="79961"/>
                    <a:pt x="128060" y="83203"/>
                    <a:pt x="120091" y="83203"/>
                  </a:cubicBezTo>
                  <a:cubicBezTo>
                    <a:pt x="112122" y="83203"/>
                    <a:pt x="105599" y="79961"/>
                    <a:pt x="100521" y="73477"/>
                  </a:cubicBezTo>
                  <a:cubicBezTo>
                    <a:pt x="95443" y="66992"/>
                    <a:pt x="92904" y="56836"/>
                    <a:pt x="92904" y="43008"/>
                  </a:cubicBezTo>
                  <a:cubicBezTo>
                    <a:pt x="92904" y="29180"/>
                    <a:pt x="95443" y="19024"/>
                    <a:pt x="100521" y="12539"/>
                  </a:cubicBezTo>
                  <a:cubicBezTo>
                    <a:pt x="105599" y="6055"/>
                    <a:pt x="112122" y="2813"/>
                    <a:pt x="120091" y="2813"/>
                  </a:cubicBezTo>
                  <a:close/>
                  <a:moveTo>
                    <a:pt x="54961" y="1875"/>
                  </a:moveTo>
                  <a:lnTo>
                    <a:pt x="67852" y="1875"/>
                  </a:lnTo>
                  <a:lnTo>
                    <a:pt x="67852" y="100078"/>
                  </a:lnTo>
                  <a:lnTo>
                    <a:pt x="54961" y="100078"/>
                  </a:lnTo>
                  <a:lnTo>
                    <a:pt x="54961" y="47930"/>
                  </a:lnTo>
                  <a:lnTo>
                    <a:pt x="45469" y="47930"/>
                  </a:lnTo>
                  <a:cubicBezTo>
                    <a:pt x="44922" y="60039"/>
                    <a:pt x="42598" y="68926"/>
                    <a:pt x="38496" y="74590"/>
                  </a:cubicBezTo>
                  <a:cubicBezTo>
                    <a:pt x="34394" y="80254"/>
                    <a:pt x="29180" y="83086"/>
                    <a:pt x="22852" y="83086"/>
                  </a:cubicBezTo>
                  <a:cubicBezTo>
                    <a:pt x="16055" y="83086"/>
                    <a:pt x="10547" y="79883"/>
                    <a:pt x="6328" y="73477"/>
                  </a:cubicBezTo>
                  <a:cubicBezTo>
                    <a:pt x="2109" y="67070"/>
                    <a:pt x="0" y="57031"/>
                    <a:pt x="0" y="43359"/>
                  </a:cubicBezTo>
                  <a:cubicBezTo>
                    <a:pt x="0" y="29688"/>
                    <a:pt x="2109" y="19629"/>
                    <a:pt x="6328" y="13184"/>
                  </a:cubicBezTo>
                  <a:cubicBezTo>
                    <a:pt x="10547" y="6738"/>
                    <a:pt x="16055" y="3516"/>
                    <a:pt x="22852" y="3516"/>
                  </a:cubicBezTo>
                  <a:cubicBezTo>
                    <a:pt x="28867" y="3516"/>
                    <a:pt x="33887" y="6094"/>
                    <a:pt x="37910" y="11250"/>
                  </a:cubicBezTo>
                  <a:cubicBezTo>
                    <a:pt x="41934" y="16406"/>
                    <a:pt x="44375" y="24414"/>
                    <a:pt x="45234" y="35274"/>
                  </a:cubicBezTo>
                  <a:lnTo>
                    <a:pt x="54961" y="35274"/>
                  </a:lnTo>
                  <a:close/>
                  <a:moveTo>
                    <a:pt x="432328" y="1758"/>
                  </a:moveTo>
                  <a:lnTo>
                    <a:pt x="445219" y="1758"/>
                  </a:lnTo>
                  <a:lnTo>
                    <a:pt x="445219" y="75352"/>
                  </a:lnTo>
                  <a:lnTo>
                    <a:pt x="432328" y="75352"/>
                  </a:lnTo>
                  <a:lnTo>
                    <a:pt x="432328" y="35625"/>
                  </a:lnTo>
                  <a:lnTo>
                    <a:pt x="423305" y="35625"/>
                  </a:lnTo>
                  <a:cubicBezTo>
                    <a:pt x="422367" y="41953"/>
                    <a:pt x="419776" y="47246"/>
                    <a:pt x="415518" y="51504"/>
                  </a:cubicBezTo>
                  <a:cubicBezTo>
                    <a:pt x="411261" y="55762"/>
                    <a:pt x="405961" y="57891"/>
                    <a:pt x="399633" y="57891"/>
                  </a:cubicBezTo>
                  <a:cubicBezTo>
                    <a:pt x="395961" y="57891"/>
                    <a:pt x="392641" y="57168"/>
                    <a:pt x="389672" y="55723"/>
                  </a:cubicBezTo>
                  <a:cubicBezTo>
                    <a:pt x="386703" y="54277"/>
                    <a:pt x="384164" y="52305"/>
                    <a:pt x="382055" y="49805"/>
                  </a:cubicBezTo>
                  <a:cubicBezTo>
                    <a:pt x="379945" y="47305"/>
                    <a:pt x="378331" y="44375"/>
                    <a:pt x="377198" y="41016"/>
                  </a:cubicBezTo>
                  <a:cubicBezTo>
                    <a:pt x="376065" y="37656"/>
                    <a:pt x="375492" y="34063"/>
                    <a:pt x="375492" y="30234"/>
                  </a:cubicBezTo>
                  <a:cubicBezTo>
                    <a:pt x="375492" y="26406"/>
                    <a:pt x="376065" y="22813"/>
                    <a:pt x="377198" y="19453"/>
                  </a:cubicBezTo>
                  <a:cubicBezTo>
                    <a:pt x="378331" y="16094"/>
                    <a:pt x="379945" y="13125"/>
                    <a:pt x="382055" y="10547"/>
                  </a:cubicBezTo>
                  <a:cubicBezTo>
                    <a:pt x="384164" y="8047"/>
                    <a:pt x="386703" y="6074"/>
                    <a:pt x="389672" y="4629"/>
                  </a:cubicBezTo>
                  <a:cubicBezTo>
                    <a:pt x="392641" y="3184"/>
                    <a:pt x="395961" y="2461"/>
                    <a:pt x="399633" y="2461"/>
                  </a:cubicBezTo>
                  <a:cubicBezTo>
                    <a:pt x="405805" y="2461"/>
                    <a:pt x="410987" y="4473"/>
                    <a:pt x="415167" y="8496"/>
                  </a:cubicBezTo>
                  <a:cubicBezTo>
                    <a:pt x="419347" y="12520"/>
                    <a:pt x="422016" y="17578"/>
                    <a:pt x="423188" y="23672"/>
                  </a:cubicBezTo>
                  <a:lnTo>
                    <a:pt x="432328" y="23672"/>
                  </a:lnTo>
                  <a:close/>
                  <a:moveTo>
                    <a:pt x="198346" y="1523"/>
                  </a:moveTo>
                  <a:lnTo>
                    <a:pt x="230925" y="1523"/>
                  </a:lnTo>
                  <a:lnTo>
                    <a:pt x="230925" y="12305"/>
                  </a:lnTo>
                  <a:lnTo>
                    <a:pt x="198346" y="12305"/>
                  </a:lnTo>
                  <a:close/>
                  <a:moveTo>
                    <a:pt x="452016" y="117"/>
                  </a:moveTo>
                  <a:lnTo>
                    <a:pt x="464906" y="117"/>
                  </a:lnTo>
                  <a:lnTo>
                    <a:pt x="464906" y="73832"/>
                  </a:lnTo>
                  <a:lnTo>
                    <a:pt x="470688" y="67559"/>
                  </a:lnTo>
                  <a:cubicBezTo>
                    <a:pt x="472992" y="64473"/>
                    <a:pt x="474880" y="61016"/>
                    <a:pt x="476365" y="57188"/>
                  </a:cubicBezTo>
                  <a:cubicBezTo>
                    <a:pt x="477849" y="53359"/>
                    <a:pt x="478969" y="49063"/>
                    <a:pt x="479711" y="44297"/>
                  </a:cubicBezTo>
                  <a:cubicBezTo>
                    <a:pt x="480453" y="39531"/>
                    <a:pt x="480818" y="34063"/>
                    <a:pt x="480818" y="27891"/>
                  </a:cubicBezTo>
                  <a:lnTo>
                    <a:pt x="480818" y="4336"/>
                  </a:lnTo>
                  <a:lnTo>
                    <a:pt x="493826" y="4336"/>
                  </a:lnTo>
                  <a:lnTo>
                    <a:pt x="493826" y="28008"/>
                  </a:lnTo>
                  <a:cubicBezTo>
                    <a:pt x="493826" y="36445"/>
                    <a:pt x="494555" y="43770"/>
                    <a:pt x="496000" y="49981"/>
                  </a:cubicBezTo>
                  <a:cubicBezTo>
                    <a:pt x="497446" y="56192"/>
                    <a:pt x="499451" y="61445"/>
                    <a:pt x="502029" y="65742"/>
                  </a:cubicBezTo>
                  <a:cubicBezTo>
                    <a:pt x="504920" y="61289"/>
                    <a:pt x="506977" y="56172"/>
                    <a:pt x="508188" y="50391"/>
                  </a:cubicBezTo>
                  <a:cubicBezTo>
                    <a:pt x="509399" y="44609"/>
                    <a:pt x="509998" y="37149"/>
                    <a:pt x="509998" y="28008"/>
                  </a:cubicBezTo>
                  <a:lnTo>
                    <a:pt x="509998" y="4336"/>
                  </a:lnTo>
                  <a:lnTo>
                    <a:pt x="522888" y="4336"/>
                  </a:lnTo>
                  <a:lnTo>
                    <a:pt x="522888" y="28008"/>
                  </a:lnTo>
                  <a:cubicBezTo>
                    <a:pt x="522888" y="33555"/>
                    <a:pt x="523162" y="38555"/>
                    <a:pt x="523709" y="43008"/>
                  </a:cubicBezTo>
                  <a:cubicBezTo>
                    <a:pt x="524255" y="47461"/>
                    <a:pt x="525154" y="51563"/>
                    <a:pt x="526404" y="55313"/>
                  </a:cubicBezTo>
                  <a:cubicBezTo>
                    <a:pt x="527654" y="59063"/>
                    <a:pt x="529334" y="62559"/>
                    <a:pt x="531443" y="65801"/>
                  </a:cubicBezTo>
                  <a:cubicBezTo>
                    <a:pt x="533552" y="69043"/>
                    <a:pt x="536130" y="72148"/>
                    <a:pt x="539177" y="75117"/>
                  </a:cubicBezTo>
                  <a:lnTo>
                    <a:pt x="530037" y="83438"/>
                  </a:lnTo>
                  <a:cubicBezTo>
                    <a:pt x="527224" y="80469"/>
                    <a:pt x="524633" y="77188"/>
                    <a:pt x="522250" y="73594"/>
                  </a:cubicBezTo>
                  <a:cubicBezTo>
                    <a:pt x="519867" y="70000"/>
                    <a:pt x="517966" y="66328"/>
                    <a:pt x="516560" y="62578"/>
                  </a:cubicBezTo>
                  <a:cubicBezTo>
                    <a:pt x="515154" y="66563"/>
                    <a:pt x="513201" y="70371"/>
                    <a:pt x="510701" y="74004"/>
                  </a:cubicBezTo>
                  <a:cubicBezTo>
                    <a:pt x="508201" y="77637"/>
                    <a:pt x="505388" y="81094"/>
                    <a:pt x="502263" y="84375"/>
                  </a:cubicBezTo>
                  <a:cubicBezTo>
                    <a:pt x="498826" y="81563"/>
                    <a:pt x="495818" y="78086"/>
                    <a:pt x="493240" y="73945"/>
                  </a:cubicBezTo>
                  <a:cubicBezTo>
                    <a:pt x="490662" y="69805"/>
                    <a:pt x="488748" y="66055"/>
                    <a:pt x="487498" y="62695"/>
                  </a:cubicBezTo>
                  <a:cubicBezTo>
                    <a:pt x="486326" y="66211"/>
                    <a:pt x="484412" y="69863"/>
                    <a:pt x="481755" y="73652"/>
                  </a:cubicBezTo>
                  <a:cubicBezTo>
                    <a:pt x="479099" y="77441"/>
                    <a:pt x="476248" y="80781"/>
                    <a:pt x="473201" y="83672"/>
                  </a:cubicBezTo>
                  <a:lnTo>
                    <a:pt x="464906" y="78021"/>
                  </a:lnTo>
                  <a:lnTo>
                    <a:pt x="464906" y="78281"/>
                  </a:lnTo>
                  <a:lnTo>
                    <a:pt x="452016" y="78281"/>
                  </a:lnTo>
                  <a:close/>
                  <a:moveTo>
                    <a:pt x="256823" y="117"/>
                  </a:moveTo>
                  <a:lnTo>
                    <a:pt x="270300" y="117"/>
                  </a:lnTo>
                  <a:lnTo>
                    <a:pt x="270300" y="105000"/>
                  </a:lnTo>
                  <a:lnTo>
                    <a:pt x="256823" y="105000"/>
                  </a:lnTo>
                  <a:close/>
                  <a:moveTo>
                    <a:pt x="163451" y="117"/>
                  </a:moveTo>
                  <a:lnTo>
                    <a:pt x="176693" y="117"/>
                  </a:lnTo>
                  <a:lnTo>
                    <a:pt x="176693" y="105000"/>
                  </a:lnTo>
                  <a:lnTo>
                    <a:pt x="163451" y="105000"/>
                  </a:lnTo>
                  <a:close/>
                  <a:moveTo>
                    <a:pt x="75000" y="117"/>
                  </a:moveTo>
                  <a:lnTo>
                    <a:pt x="87773" y="117"/>
                  </a:lnTo>
                  <a:lnTo>
                    <a:pt x="87773" y="105000"/>
                  </a:lnTo>
                  <a:lnTo>
                    <a:pt x="75000" y="105000"/>
                  </a:lnTo>
                  <a:close/>
                  <a:moveTo>
                    <a:pt x="544334" y="0"/>
                  </a:moveTo>
                  <a:lnTo>
                    <a:pt x="557459" y="0"/>
                  </a:lnTo>
                  <a:lnTo>
                    <a:pt x="557459" y="105000"/>
                  </a:lnTo>
                  <a:lnTo>
                    <a:pt x="544334" y="105000"/>
                  </a:lnTo>
                  <a:close/>
                  <a:moveTo>
                    <a:pt x="362042" y="0"/>
                  </a:moveTo>
                  <a:lnTo>
                    <a:pt x="375167" y="0"/>
                  </a:lnTo>
                  <a:lnTo>
                    <a:pt x="375167" y="105000"/>
                  </a:lnTo>
                  <a:lnTo>
                    <a:pt x="362042" y="105000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CB96867-3539-4B76-A75F-F6F35A4471C0}"/>
                </a:ext>
              </a:extLst>
            </p:cNvPr>
            <p:cNvSpPr txBox="1"/>
            <p:nvPr/>
          </p:nvSpPr>
          <p:spPr>
            <a:xfrm>
              <a:off x="1463252" y="1356707"/>
              <a:ext cx="807880" cy="2346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에이치씨엔씨</a:t>
              </a:r>
            </a:p>
          </p:txBody>
        </p:sp>
        <p:sp>
          <p:nvSpPr>
            <p:cNvPr id="110" name="자유형: 도형 109">
              <a:extLst>
                <a:ext uri="{FF2B5EF4-FFF2-40B4-BE49-F238E27FC236}">
                  <a16:creationId xmlns:a16="http://schemas.microsoft.com/office/drawing/2014/main" id="{2D2CB771-BCC4-4C1B-B167-954ABCE26FE3}"/>
                </a:ext>
              </a:extLst>
            </p:cNvPr>
            <p:cNvSpPr/>
            <p:nvPr/>
          </p:nvSpPr>
          <p:spPr>
            <a:xfrm>
              <a:off x="876904" y="1263599"/>
              <a:ext cx="49218" cy="78925"/>
            </a:xfrm>
            <a:custGeom>
              <a:avLst/>
              <a:gdLst>
                <a:gd name="connsiteX0" fmla="*/ 36609 w 49218"/>
                <a:gd name="connsiteY0" fmla="*/ 66421 h 78925"/>
                <a:gd name="connsiteX1" fmla="*/ 49219 w 49218"/>
                <a:gd name="connsiteY1" fmla="*/ 66421 h 78925"/>
                <a:gd name="connsiteX2" fmla="*/ 49219 w 49218"/>
                <a:gd name="connsiteY2" fmla="*/ 78926 h 78925"/>
                <a:gd name="connsiteX3" fmla="*/ 36609 w 49218"/>
                <a:gd name="connsiteY3" fmla="*/ 78926 h 78925"/>
                <a:gd name="connsiteX4" fmla="*/ 16824 w 49218"/>
                <a:gd name="connsiteY4" fmla="*/ 0 h 78925"/>
                <a:gd name="connsiteX5" fmla="*/ 23113 w 49218"/>
                <a:gd name="connsiteY5" fmla="*/ 0 h 78925"/>
                <a:gd name="connsiteX6" fmla="*/ 25395 w 49218"/>
                <a:gd name="connsiteY6" fmla="*/ 702 h 78925"/>
                <a:gd name="connsiteX7" fmla="*/ 26098 w 49218"/>
                <a:gd name="connsiteY7" fmla="*/ 2879 h 78925"/>
                <a:gd name="connsiteX8" fmla="*/ 26098 w 49218"/>
                <a:gd name="connsiteY8" fmla="*/ 76576 h 78925"/>
                <a:gd name="connsiteX9" fmla="*/ 15941 w 49218"/>
                <a:gd name="connsiteY9" fmla="*/ 76576 h 78925"/>
                <a:gd name="connsiteX10" fmla="*/ 15941 w 49218"/>
                <a:gd name="connsiteY10" fmla="*/ 10767 h 78925"/>
                <a:gd name="connsiteX11" fmla="*/ 10664 w 49218"/>
                <a:gd name="connsiteY11" fmla="*/ 16269 h 78925"/>
                <a:gd name="connsiteX12" fmla="*/ 0 w 49218"/>
                <a:gd name="connsiteY12" fmla="*/ 21598 h 78925"/>
                <a:gd name="connsiteX13" fmla="*/ 0 w 49218"/>
                <a:gd name="connsiteY13" fmla="*/ 12215 h 78925"/>
                <a:gd name="connsiteX14" fmla="*/ 8879 w 49218"/>
                <a:gd name="connsiteY14" fmla="*/ 7043 h 78925"/>
                <a:gd name="connsiteX15" fmla="*/ 16824 w 49218"/>
                <a:gd name="connsiteY15" fmla="*/ 0 h 7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218" h="78925">
                  <a:moveTo>
                    <a:pt x="36609" y="66421"/>
                  </a:moveTo>
                  <a:lnTo>
                    <a:pt x="49219" y="66421"/>
                  </a:lnTo>
                  <a:lnTo>
                    <a:pt x="49219" y="78926"/>
                  </a:lnTo>
                  <a:lnTo>
                    <a:pt x="36609" y="78926"/>
                  </a:lnTo>
                  <a:close/>
                  <a:moveTo>
                    <a:pt x="16824" y="0"/>
                  </a:moveTo>
                  <a:lnTo>
                    <a:pt x="23113" y="0"/>
                  </a:lnTo>
                  <a:cubicBezTo>
                    <a:pt x="24167" y="0"/>
                    <a:pt x="24927" y="234"/>
                    <a:pt x="25395" y="702"/>
                  </a:cubicBezTo>
                  <a:cubicBezTo>
                    <a:pt x="25863" y="1171"/>
                    <a:pt x="26098" y="1896"/>
                    <a:pt x="26098" y="2879"/>
                  </a:cubicBezTo>
                  <a:lnTo>
                    <a:pt x="26098" y="76576"/>
                  </a:lnTo>
                  <a:lnTo>
                    <a:pt x="15941" y="76576"/>
                  </a:lnTo>
                  <a:lnTo>
                    <a:pt x="15941" y="10767"/>
                  </a:lnTo>
                  <a:cubicBezTo>
                    <a:pt x="15223" y="12604"/>
                    <a:pt x="13464" y="14437"/>
                    <a:pt x="10664" y="16269"/>
                  </a:cubicBezTo>
                  <a:cubicBezTo>
                    <a:pt x="7865" y="18102"/>
                    <a:pt x="4310" y="19878"/>
                    <a:pt x="0" y="21598"/>
                  </a:cubicBezTo>
                  <a:lnTo>
                    <a:pt x="0" y="12215"/>
                  </a:lnTo>
                  <a:cubicBezTo>
                    <a:pt x="3220" y="10790"/>
                    <a:pt x="6180" y="9066"/>
                    <a:pt x="8879" y="7043"/>
                  </a:cubicBezTo>
                  <a:cubicBezTo>
                    <a:pt x="11577" y="5020"/>
                    <a:pt x="14227" y="2672"/>
                    <a:pt x="16824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A6DE103-D900-4725-ABC5-9D5A1F081640}"/>
                </a:ext>
              </a:extLst>
            </p:cNvPr>
            <p:cNvSpPr txBox="1"/>
            <p:nvPr/>
          </p:nvSpPr>
          <p:spPr>
            <a:xfrm>
              <a:off x="785464" y="1221835"/>
              <a:ext cx="247984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1.</a:t>
              </a:r>
            </a:p>
          </p:txBody>
        </p:sp>
        <p:sp>
          <p:nvSpPr>
            <p:cNvPr id="112" name="자유형: 도형 111">
              <a:extLst>
                <a:ext uri="{FF2B5EF4-FFF2-40B4-BE49-F238E27FC236}">
                  <a16:creationId xmlns:a16="http://schemas.microsoft.com/office/drawing/2014/main" id="{3F29A99B-A73A-4AEB-BE4E-6A3E4BE4E69A}"/>
                </a:ext>
              </a:extLst>
            </p:cNvPr>
            <p:cNvSpPr/>
            <p:nvPr/>
          </p:nvSpPr>
          <p:spPr>
            <a:xfrm>
              <a:off x="945761" y="1257671"/>
              <a:ext cx="231558" cy="92621"/>
            </a:xfrm>
            <a:custGeom>
              <a:avLst/>
              <a:gdLst>
                <a:gd name="connsiteX0" fmla="*/ 94680 w 231558"/>
                <a:gd name="connsiteY0" fmla="*/ 59269 h 92621"/>
                <a:gd name="connsiteX1" fmla="*/ 104938 w 231558"/>
                <a:gd name="connsiteY1" fmla="*/ 59269 h 92621"/>
                <a:gd name="connsiteX2" fmla="*/ 104938 w 231558"/>
                <a:gd name="connsiteY2" fmla="*/ 81750 h 92621"/>
                <a:gd name="connsiteX3" fmla="*/ 156646 w 231558"/>
                <a:gd name="connsiteY3" fmla="*/ 81750 h 92621"/>
                <a:gd name="connsiteX4" fmla="*/ 156646 w 231558"/>
                <a:gd name="connsiteY4" fmla="*/ 90680 h 92621"/>
                <a:gd name="connsiteX5" fmla="*/ 97867 w 231558"/>
                <a:gd name="connsiteY5" fmla="*/ 90680 h 92621"/>
                <a:gd name="connsiteX6" fmla="*/ 95432 w 231558"/>
                <a:gd name="connsiteY6" fmla="*/ 89927 h 92621"/>
                <a:gd name="connsiteX7" fmla="*/ 94680 w 231558"/>
                <a:gd name="connsiteY7" fmla="*/ 87491 h 92621"/>
                <a:gd name="connsiteX8" fmla="*/ 153681 w 231558"/>
                <a:gd name="connsiteY8" fmla="*/ 31513 h 92621"/>
                <a:gd name="connsiteX9" fmla="*/ 153681 w 231558"/>
                <a:gd name="connsiteY9" fmla="*/ 57672 h 92621"/>
                <a:gd name="connsiteX10" fmla="*/ 160806 w 231558"/>
                <a:gd name="connsiteY10" fmla="*/ 48435 h 92621"/>
                <a:gd name="connsiteX11" fmla="*/ 165628 w 231558"/>
                <a:gd name="connsiteY11" fmla="*/ 35514 h 92621"/>
                <a:gd name="connsiteX12" fmla="*/ 166086 w 231558"/>
                <a:gd name="connsiteY12" fmla="*/ 31513 h 92621"/>
                <a:gd name="connsiteX13" fmla="*/ 106758 w 231558"/>
                <a:gd name="connsiteY13" fmla="*/ 10361 h 92621"/>
                <a:gd name="connsiteX14" fmla="*/ 96079 w 231558"/>
                <a:gd name="connsiteY14" fmla="*/ 15031 h 92621"/>
                <a:gd name="connsiteX15" fmla="*/ 92267 w 231558"/>
                <a:gd name="connsiteY15" fmla="*/ 26384 h 92621"/>
                <a:gd name="connsiteX16" fmla="*/ 96086 w 231558"/>
                <a:gd name="connsiteY16" fmla="*/ 37724 h 92621"/>
                <a:gd name="connsiteX17" fmla="*/ 106758 w 231558"/>
                <a:gd name="connsiteY17" fmla="*/ 42307 h 92621"/>
                <a:gd name="connsiteX18" fmla="*/ 117367 w 231558"/>
                <a:gd name="connsiteY18" fmla="*/ 37716 h 92621"/>
                <a:gd name="connsiteX19" fmla="*/ 121146 w 231558"/>
                <a:gd name="connsiteY19" fmla="*/ 26384 h 92621"/>
                <a:gd name="connsiteX20" fmla="*/ 117374 w 231558"/>
                <a:gd name="connsiteY20" fmla="*/ 15038 h 92621"/>
                <a:gd name="connsiteX21" fmla="*/ 106758 w 231558"/>
                <a:gd name="connsiteY21" fmla="*/ 10361 h 92621"/>
                <a:gd name="connsiteX22" fmla="*/ 6949 w 231558"/>
                <a:gd name="connsiteY22" fmla="*/ 6031 h 92621"/>
                <a:gd name="connsiteX23" fmla="*/ 47148 w 231558"/>
                <a:gd name="connsiteY23" fmla="*/ 6031 h 92621"/>
                <a:gd name="connsiteX24" fmla="*/ 47148 w 231558"/>
                <a:gd name="connsiteY24" fmla="*/ 14855 h 92621"/>
                <a:gd name="connsiteX25" fmla="*/ 32434 w 231558"/>
                <a:gd name="connsiteY25" fmla="*/ 14855 h 92621"/>
                <a:gd name="connsiteX26" fmla="*/ 32434 w 231558"/>
                <a:gd name="connsiteY26" fmla="*/ 21478 h 92621"/>
                <a:gd name="connsiteX27" fmla="*/ 36534 w 231558"/>
                <a:gd name="connsiteY27" fmla="*/ 47333 h 92621"/>
                <a:gd name="connsiteX28" fmla="*/ 51543 w 231558"/>
                <a:gd name="connsiteY28" fmla="*/ 64803 h 92621"/>
                <a:gd name="connsiteX29" fmla="*/ 44569 w 231558"/>
                <a:gd name="connsiteY29" fmla="*/ 71467 h 92621"/>
                <a:gd name="connsiteX30" fmla="*/ 33677 w 231558"/>
                <a:gd name="connsiteY30" fmla="*/ 61517 h 92621"/>
                <a:gd name="connsiteX31" fmla="*/ 27018 w 231558"/>
                <a:gd name="connsiteY31" fmla="*/ 47453 h 92621"/>
                <a:gd name="connsiteX32" fmla="*/ 24867 w 231558"/>
                <a:gd name="connsiteY32" fmla="*/ 54840 h 92621"/>
                <a:gd name="connsiteX33" fmla="*/ 20091 w 231558"/>
                <a:gd name="connsiteY33" fmla="*/ 62973 h 92621"/>
                <a:gd name="connsiteX34" fmla="*/ 14788 w 231558"/>
                <a:gd name="connsiteY34" fmla="*/ 69350 h 92621"/>
                <a:gd name="connsiteX35" fmla="*/ 8085 w 231558"/>
                <a:gd name="connsiteY35" fmla="*/ 74941 h 92621"/>
                <a:gd name="connsiteX36" fmla="*/ 0 w 231558"/>
                <a:gd name="connsiteY36" fmla="*/ 68807 h 92621"/>
                <a:gd name="connsiteX37" fmla="*/ 16747 w 231558"/>
                <a:gd name="connsiteY37" fmla="*/ 49182 h 92621"/>
                <a:gd name="connsiteX38" fmla="*/ 22073 w 231558"/>
                <a:gd name="connsiteY38" fmla="*/ 21682 h 92621"/>
                <a:gd name="connsiteX39" fmla="*/ 22073 w 231558"/>
                <a:gd name="connsiteY39" fmla="*/ 14855 h 92621"/>
                <a:gd name="connsiteX40" fmla="*/ 6949 w 231558"/>
                <a:gd name="connsiteY40" fmla="*/ 14855 h 92621"/>
                <a:gd name="connsiteX41" fmla="*/ 54569 w 231558"/>
                <a:gd name="connsiteY41" fmla="*/ 1534 h 92621"/>
                <a:gd name="connsiteX42" fmla="*/ 64622 w 231558"/>
                <a:gd name="connsiteY42" fmla="*/ 1534 h 92621"/>
                <a:gd name="connsiteX43" fmla="*/ 64622 w 231558"/>
                <a:gd name="connsiteY43" fmla="*/ 88227 h 92621"/>
                <a:gd name="connsiteX44" fmla="*/ 54569 w 231558"/>
                <a:gd name="connsiteY44" fmla="*/ 88227 h 92621"/>
                <a:gd name="connsiteX45" fmla="*/ 54569 w 231558"/>
                <a:gd name="connsiteY45" fmla="*/ 38564 h 92621"/>
                <a:gd name="connsiteX46" fmla="*/ 39547 w 231558"/>
                <a:gd name="connsiteY46" fmla="*/ 38564 h 92621"/>
                <a:gd name="connsiteX47" fmla="*/ 39547 w 231558"/>
                <a:gd name="connsiteY47" fmla="*/ 28919 h 92621"/>
                <a:gd name="connsiteX48" fmla="*/ 54569 w 231558"/>
                <a:gd name="connsiteY48" fmla="*/ 28919 h 92621"/>
                <a:gd name="connsiteX49" fmla="*/ 208016 w 231558"/>
                <a:gd name="connsiteY49" fmla="*/ 0 h 92621"/>
                <a:gd name="connsiteX50" fmla="*/ 218172 w 231558"/>
                <a:gd name="connsiteY50" fmla="*/ 0 h 92621"/>
                <a:gd name="connsiteX51" fmla="*/ 218172 w 231558"/>
                <a:gd name="connsiteY51" fmla="*/ 34745 h 92621"/>
                <a:gd name="connsiteX52" fmla="*/ 231559 w 231558"/>
                <a:gd name="connsiteY52" fmla="*/ 34745 h 92621"/>
                <a:gd name="connsiteX53" fmla="*/ 231559 w 231558"/>
                <a:gd name="connsiteY53" fmla="*/ 43980 h 92621"/>
                <a:gd name="connsiteX54" fmla="*/ 218172 w 231558"/>
                <a:gd name="connsiteY54" fmla="*/ 43980 h 92621"/>
                <a:gd name="connsiteX55" fmla="*/ 218172 w 231558"/>
                <a:gd name="connsiteY55" fmla="*/ 92621 h 92621"/>
                <a:gd name="connsiteX56" fmla="*/ 208016 w 231558"/>
                <a:gd name="connsiteY56" fmla="*/ 92621 h 92621"/>
                <a:gd name="connsiteX57" fmla="*/ 143731 w 231558"/>
                <a:gd name="connsiteY57" fmla="*/ 0 h 92621"/>
                <a:gd name="connsiteX58" fmla="*/ 153681 w 231558"/>
                <a:gd name="connsiteY58" fmla="*/ 0 h 92621"/>
                <a:gd name="connsiteX59" fmla="*/ 153681 w 231558"/>
                <a:gd name="connsiteY59" fmla="*/ 22380 h 92621"/>
                <a:gd name="connsiteX60" fmla="*/ 166149 w 231558"/>
                <a:gd name="connsiteY60" fmla="*/ 22380 h 92621"/>
                <a:gd name="connsiteX61" fmla="*/ 166149 w 231558"/>
                <a:gd name="connsiteY61" fmla="*/ 30958 h 92621"/>
                <a:gd name="connsiteX62" fmla="*/ 167245 w 231558"/>
                <a:gd name="connsiteY62" fmla="*/ 21376 h 92621"/>
                <a:gd name="connsiteX63" fmla="*/ 167245 w 231558"/>
                <a:gd name="connsiteY63" fmla="*/ 3475 h 92621"/>
                <a:gd name="connsiteX64" fmla="*/ 177707 w 231558"/>
                <a:gd name="connsiteY64" fmla="*/ 3475 h 92621"/>
                <a:gd name="connsiteX65" fmla="*/ 177707 w 231558"/>
                <a:gd name="connsiteY65" fmla="*/ 22806 h 92621"/>
                <a:gd name="connsiteX66" fmla="*/ 179107 w 231558"/>
                <a:gd name="connsiteY66" fmla="*/ 35742 h 92621"/>
                <a:gd name="connsiteX67" fmla="*/ 183385 w 231558"/>
                <a:gd name="connsiteY67" fmla="*/ 46556 h 92621"/>
                <a:gd name="connsiteX68" fmla="*/ 191366 w 231558"/>
                <a:gd name="connsiteY68" fmla="*/ 56775 h 92621"/>
                <a:gd name="connsiteX69" fmla="*/ 202538 w 231558"/>
                <a:gd name="connsiteY69" fmla="*/ 65573 h 92621"/>
                <a:gd name="connsiteX70" fmla="*/ 200319 w 231558"/>
                <a:gd name="connsiteY70" fmla="*/ 67999 h 92621"/>
                <a:gd name="connsiteX71" fmla="*/ 198805 w 231558"/>
                <a:gd name="connsiteY71" fmla="*/ 69385 h 92621"/>
                <a:gd name="connsiteX72" fmla="*/ 197102 w 231558"/>
                <a:gd name="connsiteY72" fmla="*/ 71141 h 92621"/>
                <a:gd name="connsiteX73" fmla="*/ 195496 w 231558"/>
                <a:gd name="connsiteY73" fmla="*/ 72490 h 92621"/>
                <a:gd name="connsiteX74" fmla="*/ 188225 w 231558"/>
                <a:gd name="connsiteY74" fmla="*/ 67244 h 92621"/>
                <a:gd name="connsiteX75" fmla="*/ 182711 w 231558"/>
                <a:gd name="connsiteY75" fmla="*/ 61352 h 92621"/>
                <a:gd name="connsiteX76" fmla="*/ 176056 w 231558"/>
                <a:gd name="connsiteY76" fmla="*/ 52859 h 92621"/>
                <a:gd name="connsiteX77" fmla="*/ 172607 w 231558"/>
                <a:gd name="connsiteY77" fmla="*/ 44081 h 92621"/>
                <a:gd name="connsiteX78" fmla="*/ 169695 w 231558"/>
                <a:gd name="connsiteY78" fmla="*/ 52441 h 92621"/>
                <a:gd name="connsiteX79" fmla="*/ 164293 w 231558"/>
                <a:gd name="connsiteY79" fmla="*/ 60699 h 92621"/>
                <a:gd name="connsiteX80" fmla="*/ 157247 w 231558"/>
                <a:gd name="connsiteY80" fmla="*/ 68724 h 92621"/>
                <a:gd name="connsiteX81" fmla="*/ 149473 w 231558"/>
                <a:gd name="connsiteY81" fmla="*/ 74738 h 92621"/>
                <a:gd name="connsiteX82" fmla="*/ 145607 w 231558"/>
                <a:gd name="connsiteY82" fmla="*/ 71775 h 92621"/>
                <a:gd name="connsiteX83" fmla="*/ 141492 w 231558"/>
                <a:gd name="connsiteY83" fmla="*/ 68307 h 92621"/>
                <a:gd name="connsiteX84" fmla="*/ 143731 w 231558"/>
                <a:gd name="connsiteY84" fmla="*/ 66430 h 92621"/>
                <a:gd name="connsiteX85" fmla="*/ 72553 w 231558"/>
                <a:gd name="connsiteY85" fmla="*/ 0 h 92621"/>
                <a:gd name="connsiteX86" fmla="*/ 82301 w 231558"/>
                <a:gd name="connsiteY86" fmla="*/ 0 h 92621"/>
                <a:gd name="connsiteX87" fmla="*/ 82301 w 231558"/>
                <a:gd name="connsiteY87" fmla="*/ 23693 h 92621"/>
                <a:gd name="connsiteX88" fmla="*/ 83596 w 231558"/>
                <a:gd name="connsiteY88" fmla="*/ 16669 h 92621"/>
                <a:gd name="connsiteX89" fmla="*/ 88632 w 231558"/>
                <a:gd name="connsiteY89" fmla="*/ 8684 h 92621"/>
                <a:gd name="connsiteX90" fmla="*/ 96615 w 231558"/>
                <a:gd name="connsiteY90" fmla="*/ 3160 h 92621"/>
                <a:gd name="connsiteX91" fmla="*/ 106758 w 231558"/>
                <a:gd name="connsiteY91" fmla="*/ 1125 h 92621"/>
                <a:gd name="connsiteX92" fmla="*/ 116734 w 231558"/>
                <a:gd name="connsiteY92" fmla="*/ 3155 h 92621"/>
                <a:gd name="connsiteX93" fmla="*/ 124624 w 231558"/>
                <a:gd name="connsiteY93" fmla="*/ 8642 h 92621"/>
                <a:gd name="connsiteX94" fmla="*/ 129760 w 231558"/>
                <a:gd name="connsiteY94" fmla="*/ 16684 h 92621"/>
                <a:gd name="connsiteX95" fmla="*/ 131609 w 231558"/>
                <a:gd name="connsiteY95" fmla="*/ 26384 h 92621"/>
                <a:gd name="connsiteX96" fmla="*/ 129749 w 231558"/>
                <a:gd name="connsiteY96" fmla="*/ 36168 h 92621"/>
                <a:gd name="connsiteX97" fmla="*/ 124572 w 231558"/>
                <a:gd name="connsiteY97" fmla="*/ 44164 h 92621"/>
                <a:gd name="connsiteX98" fmla="*/ 116721 w 231558"/>
                <a:gd name="connsiteY98" fmla="*/ 49671 h 92621"/>
                <a:gd name="connsiteX99" fmla="*/ 106758 w 231558"/>
                <a:gd name="connsiteY99" fmla="*/ 51643 h 92621"/>
                <a:gd name="connsiteX100" fmla="*/ 96628 w 231558"/>
                <a:gd name="connsiteY100" fmla="*/ 49672 h 92621"/>
                <a:gd name="connsiteX101" fmla="*/ 88688 w 231558"/>
                <a:gd name="connsiteY101" fmla="*/ 44126 h 92621"/>
                <a:gd name="connsiteX102" fmla="*/ 83609 w 231558"/>
                <a:gd name="connsiteY102" fmla="*/ 36184 h 92621"/>
                <a:gd name="connsiteX103" fmla="*/ 82301 w 231558"/>
                <a:gd name="connsiteY103" fmla="*/ 29079 h 92621"/>
                <a:gd name="connsiteX104" fmla="*/ 82301 w 231558"/>
                <a:gd name="connsiteY104" fmla="*/ 92518 h 92621"/>
                <a:gd name="connsiteX105" fmla="*/ 72553 w 231558"/>
                <a:gd name="connsiteY105" fmla="*/ 92518 h 9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231558" h="92621">
                  <a:moveTo>
                    <a:pt x="94680" y="59269"/>
                  </a:moveTo>
                  <a:lnTo>
                    <a:pt x="104938" y="59269"/>
                  </a:lnTo>
                  <a:lnTo>
                    <a:pt x="104938" y="81750"/>
                  </a:lnTo>
                  <a:lnTo>
                    <a:pt x="156646" y="81750"/>
                  </a:lnTo>
                  <a:lnTo>
                    <a:pt x="156646" y="90680"/>
                  </a:lnTo>
                  <a:lnTo>
                    <a:pt x="97867" y="90680"/>
                  </a:lnTo>
                  <a:cubicBezTo>
                    <a:pt x="96746" y="90680"/>
                    <a:pt x="95934" y="90428"/>
                    <a:pt x="95432" y="89927"/>
                  </a:cubicBezTo>
                  <a:cubicBezTo>
                    <a:pt x="94930" y="89424"/>
                    <a:pt x="94680" y="88613"/>
                    <a:pt x="94680" y="87491"/>
                  </a:cubicBezTo>
                  <a:close/>
                  <a:moveTo>
                    <a:pt x="153681" y="31513"/>
                  </a:moveTo>
                  <a:lnTo>
                    <a:pt x="153681" y="57672"/>
                  </a:lnTo>
                  <a:lnTo>
                    <a:pt x="160806" y="48435"/>
                  </a:lnTo>
                  <a:cubicBezTo>
                    <a:pt x="162943" y="44297"/>
                    <a:pt x="164551" y="39990"/>
                    <a:pt x="165628" y="35514"/>
                  </a:cubicBezTo>
                  <a:lnTo>
                    <a:pt x="166086" y="31513"/>
                  </a:lnTo>
                  <a:close/>
                  <a:moveTo>
                    <a:pt x="106758" y="10361"/>
                  </a:moveTo>
                  <a:cubicBezTo>
                    <a:pt x="102181" y="10361"/>
                    <a:pt x="98621" y="11917"/>
                    <a:pt x="96079" y="15031"/>
                  </a:cubicBezTo>
                  <a:cubicBezTo>
                    <a:pt x="93538" y="18145"/>
                    <a:pt x="92267" y="21928"/>
                    <a:pt x="92267" y="26384"/>
                  </a:cubicBezTo>
                  <a:cubicBezTo>
                    <a:pt x="92267" y="30889"/>
                    <a:pt x="93540" y="34669"/>
                    <a:pt x="96086" y="37724"/>
                  </a:cubicBezTo>
                  <a:cubicBezTo>
                    <a:pt x="98633" y="40780"/>
                    <a:pt x="102189" y="42307"/>
                    <a:pt x="106758" y="42307"/>
                  </a:cubicBezTo>
                  <a:cubicBezTo>
                    <a:pt x="111313" y="42307"/>
                    <a:pt x="114849" y="40776"/>
                    <a:pt x="117367" y="37716"/>
                  </a:cubicBezTo>
                  <a:cubicBezTo>
                    <a:pt x="119887" y="34656"/>
                    <a:pt x="121146" y="30879"/>
                    <a:pt x="121146" y="26384"/>
                  </a:cubicBezTo>
                  <a:cubicBezTo>
                    <a:pt x="121146" y="21939"/>
                    <a:pt x="119888" y="18156"/>
                    <a:pt x="117374" y="15038"/>
                  </a:cubicBezTo>
                  <a:cubicBezTo>
                    <a:pt x="114859" y="11919"/>
                    <a:pt x="111320" y="10361"/>
                    <a:pt x="106758" y="10361"/>
                  </a:cubicBezTo>
                  <a:close/>
                  <a:moveTo>
                    <a:pt x="6949" y="6031"/>
                  </a:moveTo>
                  <a:lnTo>
                    <a:pt x="47148" y="6031"/>
                  </a:lnTo>
                  <a:lnTo>
                    <a:pt x="47148" y="14855"/>
                  </a:lnTo>
                  <a:lnTo>
                    <a:pt x="32434" y="14855"/>
                  </a:lnTo>
                  <a:lnTo>
                    <a:pt x="32434" y="21478"/>
                  </a:lnTo>
                  <a:cubicBezTo>
                    <a:pt x="32434" y="31680"/>
                    <a:pt x="33800" y="40298"/>
                    <a:pt x="36534" y="47333"/>
                  </a:cubicBezTo>
                  <a:cubicBezTo>
                    <a:pt x="39267" y="54368"/>
                    <a:pt x="44271" y="60193"/>
                    <a:pt x="51543" y="64803"/>
                  </a:cubicBezTo>
                  <a:lnTo>
                    <a:pt x="44569" y="71467"/>
                  </a:lnTo>
                  <a:cubicBezTo>
                    <a:pt x="40760" y="69124"/>
                    <a:pt x="37130" y="65807"/>
                    <a:pt x="33677" y="61517"/>
                  </a:cubicBezTo>
                  <a:cubicBezTo>
                    <a:pt x="30223" y="57225"/>
                    <a:pt x="28003" y="52538"/>
                    <a:pt x="27018" y="47453"/>
                  </a:cubicBezTo>
                  <a:cubicBezTo>
                    <a:pt x="26896" y="49684"/>
                    <a:pt x="26180" y="52146"/>
                    <a:pt x="24867" y="54840"/>
                  </a:cubicBezTo>
                  <a:cubicBezTo>
                    <a:pt x="23555" y="57534"/>
                    <a:pt x="21962" y="60245"/>
                    <a:pt x="20091" y="62973"/>
                  </a:cubicBezTo>
                  <a:cubicBezTo>
                    <a:pt x="18563" y="65115"/>
                    <a:pt x="16794" y="67241"/>
                    <a:pt x="14788" y="69350"/>
                  </a:cubicBezTo>
                  <a:cubicBezTo>
                    <a:pt x="12781" y="71460"/>
                    <a:pt x="10547" y="73324"/>
                    <a:pt x="8085" y="74941"/>
                  </a:cubicBezTo>
                  <a:lnTo>
                    <a:pt x="0" y="68807"/>
                  </a:lnTo>
                  <a:cubicBezTo>
                    <a:pt x="7613" y="63363"/>
                    <a:pt x="13197" y="56820"/>
                    <a:pt x="16747" y="49182"/>
                  </a:cubicBezTo>
                  <a:cubicBezTo>
                    <a:pt x="20298" y="41543"/>
                    <a:pt x="22073" y="32376"/>
                    <a:pt x="22073" y="21682"/>
                  </a:cubicBezTo>
                  <a:lnTo>
                    <a:pt x="22073" y="14855"/>
                  </a:lnTo>
                  <a:lnTo>
                    <a:pt x="6949" y="14855"/>
                  </a:lnTo>
                  <a:close/>
                  <a:moveTo>
                    <a:pt x="54569" y="1534"/>
                  </a:moveTo>
                  <a:lnTo>
                    <a:pt x="64622" y="1534"/>
                  </a:lnTo>
                  <a:lnTo>
                    <a:pt x="64622" y="88227"/>
                  </a:lnTo>
                  <a:lnTo>
                    <a:pt x="54569" y="88227"/>
                  </a:lnTo>
                  <a:lnTo>
                    <a:pt x="54569" y="38564"/>
                  </a:lnTo>
                  <a:lnTo>
                    <a:pt x="39547" y="38564"/>
                  </a:lnTo>
                  <a:lnTo>
                    <a:pt x="39547" y="28919"/>
                  </a:lnTo>
                  <a:lnTo>
                    <a:pt x="54569" y="28919"/>
                  </a:lnTo>
                  <a:close/>
                  <a:moveTo>
                    <a:pt x="208016" y="0"/>
                  </a:moveTo>
                  <a:lnTo>
                    <a:pt x="218172" y="0"/>
                  </a:lnTo>
                  <a:lnTo>
                    <a:pt x="218172" y="34745"/>
                  </a:lnTo>
                  <a:lnTo>
                    <a:pt x="231559" y="34745"/>
                  </a:lnTo>
                  <a:lnTo>
                    <a:pt x="231559" y="43980"/>
                  </a:lnTo>
                  <a:lnTo>
                    <a:pt x="218172" y="43980"/>
                  </a:lnTo>
                  <a:lnTo>
                    <a:pt x="218172" y="92621"/>
                  </a:lnTo>
                  <a:lnTo>
                    <a:pt x="208016" y="92621"/>
                  </a:lnTo>
                  <a:close/>
                  <a:moveTo>
                    <a:pt x="143731" y="0"/>
                  </a:moveTo>
                  <a:lnTo>
                    <a:pt x="153681" y="0"/>
                  </a:lnTo>
                  <a:lnTo>
                    <a:pt x="153681" y="22380"/>
                  </a:lnTo>
                  <a:lnTo>
                    <a:pt x="166149" y="22380"/>
                  </a:lnTo>
                  <a:lnTo>
                    <a:pt x="166149" y="30958"/>
                  </a:lnTo>
                  <a:lnTo>
                    <a:pt x="167245" y="21376"/>
                  </a:lnTo>
                  <a:lnTo>
                    <a:pt x="167245" y="3475"/>
                  </a:lnTo>
                  <a:lnTo>
                    <a:pt x="177707" y="3475"/>
                  </a:lnTo>
                  <a:lnTo>
                    <a:pt x="177707" y="22806"/>
                  </a:lnTo>
                  <a:cubicBezTo>
                    <a:pt x="177707" y="27462"/>
                    <a:pt x="178173" y="31775"/>
                    <a:pt x="179107" y="35742"/>
                  </a:cubicBezTo>
                  <a:cubicBezTo>
                    <a:pt x="180040" y="39711"/>
                    <a:pt x="181466" y="43315"/>
                    <a:pt x="183385" y="46556"/>
                  </a:cubicBezTo>
                  <a:cubicBezTo>
                    <a:pt x="185619" y="50348"/>
                    <a:pt x="188279" y="53754"/>
                    <a:pt x="191366" y="56775"/>
                  </a:cubicBezTo>
                  <a:cubicBezTo>
                    <a:pt x="194452" y="59796"/>
                    <a:pt x="198176" y="62728"/>
                    <a:pt x="202538" y="65573"/>
                  </a:cubicBezTo>
                  <a:cubicBezTo>
                    <a:pt x="201692" y="66594"/>
                    <a:pt x="200952" y="67402"/>
                    <a:pt x="200319" y="67999"/>
                  </a:cubicBezTo>
                  <a:cubicBezTo>
                    <a:pt x="199685" y="68595"/>
                    <a:pt x="199181" y="69057"/>
                    <a:pt x="198805" y="69385"/>
                  </a:cubicBezTo>
                  <a:cubicBezTo>
                    <a:pt x="198146" y="70046"/>
                    <a:pt x="197578" y="70632"/>
                    <a:pt x="197102" y="71141"/>
                  </a:cubicBezTo>
                  <a:cubicBezTo>
                    <a:pt x="196626" y="71650"/>
                    <a:pt x="196091" y="72099"/>
                    <a:pt x="195496" y="72490"/>
                  </a:cubicBezTo>
                  <a:cubicBezTo>
                    <a:pt x="192792" y="70863"/>
                    <a:pt x="190367" y="69115"/>
                    <a:pt x="188225" y="67244"/>
                  </a:cubicBezTo>
                  <a:cubicBezTo>
                    <a:pt x="186082" y="65372"/>
                    <a:pt x="184245" y="63409"/>
                    <a:pt x="182711" y="61352"/>
                  </a:cubicBezTo>
                  <a:cubicBezTo>
                    <a:pt x="180085" y="58613"/>
                    <a:pt x="177866" y="55784"/>
                    <a:pt x="176056" y="52859"/>
                  </a:cubicBezTo>
                  <a:cubicBezTo>
                    <a:pt x="174246" y="49936"/>
                    <a:pt x="173096" y="47009"/>
                    <a:pt x="172607" y="44081"/>
                  </a:cubicBezTo>
                  <a:cubicBezTo>
                    <a:pt x="172339" y="46659"/>
                    <a:pt x="171367" y="49447"/>
                    <a:pt x="169695" y="52441"/>
                  </a:cubicBezTo>
                  <a:cubicBezTo>
                    <a:pt x="168024" y="55438"/>
                    <a:pt x="166223" y="58190"/>
                    <a:pt x="164293" y="60699"/>
                  </a:cubicBezTo>
                  <a:cubicBezTo>
                    <a:pt x="162052" y="63664"/>
                    <a:pt x="159703" y="66340"/>
                    <a:pt x="157247" y="68724"/>
                  </a:cubicBezTo>
                  <a:cubicBezTo>
                    <a:pt x="154792" y="71109"/>
                    <a:pt x="152201" y="73115"/>
                    <a:pt x="149473" y="74738"/>
                  </a:cubicBezTo>
                  <a:cubicBezTo>
                    <a:pt x="148244" y="73806"/>
                    <a:pt x="146955" y="72819"/>
                    <a:pt x="145607" y="71775"/>
                  </a:cubicBezTo>
                  <a:cubicBezTo>
                    <a:pt x="144259" y="70730"/>
                    <a:pt x="142888" y="69576"/>
                    <a:pt x="141492" y="68307"/>
                  </a:cubicBezTo>
                  <a:lnTo>
                    <a:pt x="143731" y="66430"/>
                  </a:lnTo>
                  <a:close/>
                  <a:moveTo>
                    <a:pt x="72553" y="0"/>
                  </a:moveTo>
                  <a:lnTo>
                    <a:pt x="82301" y="0"/>
                  </a:lnTo>
                  <a:lnTo>
                    <a:pt x="82301" y="23693"/>
                  </a:lnTo>
                  <a:lnTo>
                    <a:pt x="83596" y="16669"/>
                  </a:lnTo>
                  <a:cubicBezTo>
                    <a:pt x="84792" y="13646"/>
                    <a:pt x="86470" y="10984"/>
                    <a:pt x="88632" y="8684"/>
                  </a:cubicBezTo>
                  <a:cubicBezTo>
                    <a:pt x="90884" y="6358"/>
                    <a:pt x="93546" y="4516"/>
                    <a:pt x="96615" y="3160"/>
                  </a:cubicBezTo>
                  <a:cubicBezTo>
                    <a:pt x="99684" y="1803"/>
                    <a:pt x="103065" y="1125"/>
                    <a:pt x="106758" y="1125"/>
                  </a:cubicBezTo>
                  <a:cubicBezTo>
                    <a:pt x="110383" y="1125"/>
                    <a:pt x="113708" y="1802"/>
                    <a:pt x="116734" y="3155"/>
                  </a:cubicBezTo>
                  <a:cubicBezTo>
                    <a:pt x="119760" y="4508"/>
                    <a:pt x="122391" y="6337"/>
                    <a:pt x="124624" y="8642"/>
                  </a:cubicBezTo>
                  <a:cubicBezTo>
                    <a:pt x="126815" y="10975"/>
                    <a:pt x="128527" y="13656"/>
                    <a:pt x="129760" y="16684"/>
                  </a:cubicBezTo>
                  <a:cubicBezTo>
                    <a:pt x="130994" y="19711"/>
                    <a:pt x="131609" y="22944"/>
                    <a:pt x="131609" y="26384"/>
                  </a:cubicBezTo>
                  <a:cubicBezTo>
                    <a:pt x="131609" y="29859"/>
                    <a:pt x="130990" y="33121"/>
                    <a:pt x="129749" y="36168"/>
                  </a:cubicBezTo>
                  <a:cubicBezTo>
                    <a:pt x="128509" y="39216"/>
                    <a:pt x="126783" y="41882"/>
                    <a:pt x="124572" y="44164"/>
                  </a:cubicBezTo>
                  <a:cubicBezTo>
                    <a:pt x="122359" y="46520"/>
                    <a:pt x="119742" y="48355"/>
                    <a:pt x="116721" y="49671"/>
                  </a:cubicBezTo>
                  <a:cubicBezTo>
                    <a:pt x="113701" y="50986"/>
                    <a:pt x="110379" y="51643"/>
                    <a:pt x="106758" y="51643"/>
                  </a:cubicBezTo>
                  <a:cubicBezTo>
                    <a:pt x="103059" y="51643"/>
                    <a:pt x="99682" y="50986"/>
                    <a:pt x="96628" y="49672"/>
                  </a:cubicBezTo>
                  <a:cubicBezTo>
                    <a:pt x="93573" y="48358"/>
                    <a:pt x="90926" y="46509"/>
                    <a:pt x="88688" y="44126"/>
                  </a:cubicBezTo>
                  <a:cubicBezTo>
                    <a:pt x="86505" y="41876"/>
                    <a:pt x="84813" y="39229"/>
                    <a:pt x="83609" y="36184"/>
                  </a:cubicBezTo>
                  <a:lnTo>
                    <a:pt x="82301" y="29079"/>
                  </a:lnTo>
                  <a:lnTo>
                    <a:pt x="82301" y="92518"/>
                  </a:lnTo>
                  <a:lnTo>
                    <a:pt x="72553" y="92518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8432B16-5FF4-4505-9EDA-1EFDEE7B4D2E}"/>
                </a:ext>
              </a:extLst>
            </p:cNvPr>
            <p:cNvSpPr txBox="1"/>
            <p:nvPr/>
          </p:nvSpPr>
          <p:spPr>
            <a:xfrm>
              <a:off x="854321" y="1188827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제안사</a:t>
              </a:r>
            </a:p>
          </p:txBody>
        </p:sp>
        <p:sp>
          <p:nvSpPr>
            <p:cNvPr id="114" name="자유형: 도형 113">
              <a:extLst>
                <a:ext uri="{FF2B5EF4-FFF2-40B4-BE49-F238E27FC236}">
                  <a16:creationId xmlns:a16="http://schemas.microsoft.com/office/drawing/2014/main" id="{DDC3E689-B5F8-4713-BC84-FEFC0940B278}"/>
                </a:ext>
              </a:extLst>
            </p:cNvPr>
            <p:cNvSpPr/>
            <p:nvPr/>
          </p:nvSpPr>
          <p:spPr>
            <a:xfrm>
              <a:off x="1188128" y="1257263"/>
              <a:ext cx="305595" cy="94867"/>
            </a:xfrm>
            <a:custGeom>
              <a:avLst/>
              <a:gdLst>
                <a:gd name="connsiteX0" fmla="*/ 262350 w 305595"/>
                <a:gd name="connsiteY0" fmla="*/ 71363 h 94867"/>
                <a:gd name="connsiteX1" fmla="*/ 246856 w 305595"/>
                <a:gd name="connsiteY1" fmla="*/ 73214 h 94867"/>
                <a:gd name="connsiteX2" fmla="*/ 241115 w 305595"/>
                <a:gd name="connsiteY2" fmla="*/ 78906 h 94867"/>
                <a:gd name="connsiteX3" fmla="*/ 246862 w 305595"/>
                <a:gd name="connsiteY3" fmla="*/ 84646 h 94867"/>
                <a:gd name="connsiteX4" fmla="*/ 262350 w 305595"/>
                <a:gd name="connsiteY4" fmla="*/ 86449 h 94867"/>
                <a:gd name="connsiteX5" fmla="*/ 277689 w 305595"/>
                <a:gd name="connsiteY5" fmla="*/ 84691 h 94867"/>
                <a:gd name="connsiteX6" fmla="*/ 283483 w 305595"/>
                <a:gd name="connsiteY6" fmla="*/ 79111 h 94867"/>
                <a:gd name="connsiteX7" fmla="*/ 277724 w 305595"/>
                <a:gd name="connsiteY7" fmla="*/ 73316 h 94867"/>
                <a:gd name="connsiteX8" fmla="*/ 262350 w 305595"/>
                <a:gd name="connsiteY8" fmla="*/ 71363 h 94867"/>
                <a:gd name="connsiteX9" fmla="*/ 157841 w 305595"/>
                <a:gd name="connsiteY9" fmla="*/ 63458 h 94867"/>
                <a:gd name="connsiteX10" fmla="*/ 167998 w 305595"/>
                <a:gd name="connsiteY10" fmla="*/ 63458 h 94867"/>
                <a:gd name="connsiteX11" fmla="*/ 167998 w 305595"/>
                <a:gd name="connsiteY11" fmla="*/ 82363 h 94867"/>
                <a:gd name="connsiteX12" fmla="*/ 221237 w 305595"/>
                <a:gd name="connsiteY12" fmla="*/ 82363 h 94867"/>
                <a:gd name="connsiteX13" fmla="*/ 221237 w 305595"/>
                <a:gd name="connsiteY13" fmla="*/ 91290 h 94867"/>
                <a:gd name="connsiteX14" fmla="*/ 161029 w 305595"/>
                <a:gd name="connsiteY14" fmla="*/ 91290 h 94867"/>
                <a:gd name="connsiteX15" fmla="*/ 158594 w 305595"/>
                <a:gd name="connsiteY15" fmla="*/ 90538 h 94867"/>
                <a:gd name="connsiteX16" fmla="*/ 157841 w 305595"/>
                <a:gd name="connsiteY16" fmla="*/ 88103 h 94867"/>
                <a:gd name="connsiteX17" fmla="*/ 262249 w 305595"/>
                <a:gd name="connsiteY17" fmla="*/ 63152 h 94867"/>
                <a:gd name="connsiteX18" fmla="*/ 286245 w 305595"/>
                <a:gd name="connsiteY18" fmla="*/ 67438 h 94867"/>
                <a:gd name="connsiteX19" fmla="*/ 294763 w 305595"/>
                <a:gd name="connsiteY19" fmla="*/ 78906 h 94867"/>
                <a:gd name="connsiteX20" fmla="*/ 286245 w 305595"/>
                <a:gd name="connsiteY20" fmla="*/ 90475 h 94867"/>
                <a:gd name="connsiteX21" fmla="*/ 262249 w 305595"/>
                <a:gd name="connsiteY21" fmla="*/ 94867 h 94867"/>
                <a:gd name="connsiteX22" fmla="*/ 238293 w 305595"/>
                <a:gd name="connsiteY22" fmla="*/ 90425 h 94867"/>
                <a:gd name="connsiteX23" fmla="*/ 229835 w 305595"/>
                <a:gd name="connsiteY23" fmla="*/ 78805 h 94867"/>
                <a:gd name="connsiteX24" fmla="*/ 238296 w 305595"/>
                <a:gd name="connsiteY24" fmla="*/ 67383 h 94867"/>
                <a:gd name="connsiteX25" fmla="*/ 262249 w 305595"/>
                <a:gd name="connsiteY25" fmla="*/ 63152 h 94867"/>
                <a:gd name="connsiteX26" fmla="*/ 89671 w 305595"/>
                <a:gd name="connsiteY26" fmla="*/ 60290 h 94867"/>
                <a:gd name="connsiteX27" fmla="*/ 99930 w 305595"/>
                <a:gd name="connsiteY27" fmla="*/ 60290 h 94867"/>
                <a:gd name="connsiteX28" fmla="*/ 99930 w 305595"/>
                <a:gd name="connsiteY28" fmla="*/ 82158 h 94867"/>
                <a:gd name="connsiteX29" fmla="*/ 151637 w 305595"/>
                <a:gd name="connsiteY29" fmla="*/ 82158 h 94867"/>
                <a:gd name="connsiteX30" fmla="*/ 151637 w 305595"/>
                <a:gd name="connsiteY30" fmla="*/ 91087 h 94867"/>
                <a:gd name="connsiteX31" fmla="*/ 92859 w 305595"/>
                <a:gd name="connsiteY31" fmla="*/ 91087 h 94867"/>
                <a:gd name="connsiteX32" fmla="*/ 90423 w 305595"/>
                <a:gd name="connsiteY32" fmla="*/ 90335 h 94867"/>
                <a:gd name="connsiteX33" fmla="*/ 89671 w 305595"/>
                <a:gd name="connsiteY33" fmla="*/ 87899 h 94867"/>
                <a:gd name="connsiteX34" fmla="*/ 12773 w 305595"/>
                <a:gd name="connsiteY34" fmla="*/ 52013 h 94867"/>
                <a:gd name="connsiteX35" fmla="*/ 70426 w 305595"/>
                <a:gd name="connsiteY35" fmla="*/ 52013 h 94867"/>
                <a:gd name="connsiteX36" fmla="*/ 72861 w 305595"/>
                <a:gd name="connsiteY36" fmla="*/ 52767 h 94867"/>
                <a:gd name="connsiteX37" fmla="*/ 73615 w 305595"/>
                <a:gd name="connsiteY37" fmla="*/ 55098 h 94867"/>
                <a:gd name="connsiteX38" fmla="*/ 73615 w 305595"/>
                <a:gd name="connsiteY38" fmla="*/ 72775 h 94867"/>
                <a:gd name="connsiteX39" fmla="*/ 72852 w 305595"/>
                <a:gd name="connsiteY39" fmla="*/ 75202 h 94867"/>
                <a:gd name="connsiteX40" fmla="*/ 70426 w 305595"/>
                <a:gd name="connsiteY40" fmla="*/ 75964 h 94867"/>
                <a:gd name="connsiteX41" fmla="*/ 23542 w 305595"/>
                <a:gd name="connsiteY41" fmla="*/ 75964 h 94867"/>
                <a:gd name="connsiteX42" fmla="*/ 23542 w 305595"/>
                <a:gd name="connsiteY42" fmla="*/ 83589 h 94867"/>
                <a:gd name="connsiteX43" fmla="*/ 75759 w 305595"/>
                <a:gd name="connsiteY43" fmla="*/ 83589 h 94867"/>
                <a:gd name="connsiteX44" fmla="*/ 75759 w 305595"/>
                <a:gd name="connsiteY44" fmla="*/ 92109 h 94867"/>
                <a:gd name="connsiteX45" fmla="*/ 15960 w 305595"/>
                <a:gd name="connsiteY45" fmla="*/ 92109 h 94867"/>
                <a:gd name="connsiteX46" fmla="*/ 13526 w 305595"/>
                <a:gd name="connsiteY46" fmla="*/ 91357 h 94867"/>
                <a:gd name="connsiteX47" fmla="*/ 12773 w 305595"/>
                <a:gd name="connsiteY47" fmla="*/ 88921 h 94867"/>
                <a:gd name="connsiteX48" fmla="*/ 12773 w 305595"/>
                <a:gd name="connsiteY48" fmla="*/ 70833 h 94867"/>
                <a:gd name="connsiteX49" fmla="*/ 13518 w 305595"/>
                <a:gd name="connsiteY49" fmla="*/ 68496 h 94867"/>
                <a:gd name="connsiteX50" fmla="*/ 15960 w 305595"/>
                <a:gd name="connsiteY50" fmla="*/ 67750 h 94867"/>
                <a:gd name="connsiteX51" fmla="*/ 62845 w 305595"/>
                <a:gd name="connsiteY51" fmla="*/ 67750 h 94867"/>
                <a:gd name="connsiteX52" fmla="*/ 62845 w 305595"/>
                <a:gd name="connsiteY52" fmla="*/ 60634 h 94867"/>
                <a:gd name="connsiteX53" fmla="*/ 12773 w 305595"/>
                <a:gd name="connsiteY53" fmla="*/ 60634 h 94867"/>
                <a:gd name="connsiteX54" fmla="*/ 148776 w 305595"/>
                <a:gd name="connsiteY54" fmla="*/ 33249 h 94867"/>
                <a:gd name="connsiteX55" fmla="*/ 148776 w 305595"/>
                <a:gd name="connsiteY55" fmla="*/ 36829 h 94867"/>
                <a:gd name="connsiteX56" fmla="*/ 150677 w 305595"/>
                <a:gd name="connsiteY56" fmla="*/ 33249 h 94867"/>
                <a:gd name="connsiteX57" fmla="*/ 169818 w 305595"/>
                <a:gd name="connsiteY57" fmla="*/ 32737 h 94867"/>
                <a:gd name="connsiteX58" fmla="*/ 160042 w 305595"/>
                <a:gd name="connsiteY58" fmla="*/ 35242 h 94867"/>
                <a:gd name="connsiteX59" fmla="*/ 156655 w 305595"/>
                <a:gd name="connsiteY59" fmla="*/ 41505 h 94867"/>
                <a:gd name="connsiteX60" fmla="*/ 160039 w 305595"/>
                <a:gd name="connsiteY60" fmla="*/ 48089 h 94867"/>
                <a:gd name="connsiteX61" fmla="*/ 169818 w 305595"/>
                <a:gd name="connsiteY61" fmla="*/ 50685 h 94867"/>
                <a:gd name="connsiteX62" fmla="*/ 179529 w 305595"/>
                <a:gd name="connsiteY62" fmla="*/ 48073 h 94867"/>
                <a:gd name="connsiteX63" fmla="*/ 182981 w 305595"/>
                <a:gd name="connsiteY63" fmla="*/ 41505 h 94867"/>
                <a:gd name="connsiteX64" fmla="*/ 179544 w 305595"/>
                <a:gd name="connsiteY64" fmla="*/ 35244 h 94867"/>
                <a:gd name="connsiteX65" fmla="*/ 169818 w 305595"/>
                <a:gd name="connsiteY65" fmla="*/ 32737 h 94867"/>
                <a:gd name="connsiteX66" fmla="*/ 89711 w 305595"/>
                <a:gd name="connsiteY66" fmla="*/ 28445 h 94867"/>
                <a:gd name="connsiteX67" fmla="*/ 89711 w 305595"/>
                <a:gd name="connsiteY67" fmla="*/ 42409 h 94867"/>
                <a:gd name="connsiteX68" fmla="*/ 112970 w 305595"/>
                <a:gd name="connsiteY68" fmla="*/ 42409 h 94867"/>
                <a:gd name="connsiteX69" fmla="*/ 112970 w 305595"/>
                <a:gd name="connsiteY69" fmla="*/ 28445 h 94867"/>
                <a:gd name="connsiteX70" fmla="*/ 249374 w 305595"/>
                <a:gd name="connsiteY70" fmla="*/ 28036 h 94867"/>
                <a:gd name="connsiteX71" fmla="*/ 240160 w 305595"/>
                <a:gd name="connsiteY71" fmla="*/ 29633 h 94867"/>
                <a:gd name="connsiteX72" fmla="*/ 236925 w 305595"/>
                <a:gd name="connsiteY72" fmla="*/ 33842 h 94867"/>
                <a:gd name="connsiteX73" fmla="*/ 240145 w 305595"/>
                <a:gd name="connsiteY73" fmla="*/ 37799 h 94867"/>
                <a:gd name="connsiteX74" fmla="*/ 249374 w 305595"/>
                <a:gd name="connsiteY74" fmla="*/ 39342 h 94867"/>
                <a:gd name="connsiteX75" fmla="*/ 258593 w 305595"/>
                <a:gd name="connsiteY75" fmla="*/ 37796 h 94867"/>
                <a:gd name="connsiteX76" fmla="*/ 261819 w 305595"/>
                <a:gd name="connsiteY76" fmla="*/ 33842 h 94867"/>
                <a:gd name="connsiteX77" fmla="*/ 258577 w 305595"/>
                <a:gd name="connsiteY77" fmla="*/ 29635 h 94867"/>
                <a:gd name="connsiteX78" fmla="*/ 249374 w 305595"/>
                <a:gd name="connsiteY78" fmla="*/ 28036 h 94867"/>
                <a:gd name="connsiteX79" fmla="*/ 249374 w 305595"/>
                <a:gd name="connsiteY79" fmla="*/ 20438 h 94867"/>
                <a:gd name="connsiteX80" fmla="*/ 265970 w 305595"/>
                <a:gd name="connsiteY80" fmla="*/ 23967 h 94867"/>
                <a:gd name="connsiteX81" fmla="*/ 272487 w 305595"/>
                <a:gd name="connsiteY81" fmla="*/ 33535 h 94867"/>
                <a:gd name="connsiteX82" fmla="*/ 267193 w 305595"/>
                <a:gd name="connsiteY82" fmla="*/ 42296 h 94867"/>
                <a:gd name="connsiteX83" fmla="*/ 254910 w 305595"/>
                <a:gd name="connsiteY83" fmla="*/ 46534 h 94867"/>
                <a:gd name="connsiteX84" fmla="*/ 254910 w 305595"/>
                <a:gd name="connsiteY84" fmla="*/ 51810 h 94867"/>
                <a:gd name="connsiteX85" fmla="*/ 259870 w 305595"/>
                <a:gd name="connsiteY85" fmla="*/ 51569 h 94867"/>
                <a:gd name="connsiteX86" fmla="*/ 267158 w 305595"/>
                <a:gd name="connsiteY86" fmla="*/ 51005 h 94867"/>
                <a:gd name="connsiteX87" fmla="*/ 274313 w 305595"/>
                <a:gd name="connsiteY87" fmla="*/ 50305 h 94867"/>
                <a:gd name="connsiteX88" fmla="*/ 281582 w 305595"/>
                <a:gd name="connsiteY88" fmla="*/ 49356 h 94867"/>
                <a:gd name="connsiteX89" fmla="*/ 281582 w 305595"/>
                <a:gd name="connsiteY89" fmla="*/ 57595 h 94867"/>
                <a:gd name="connsiteX90" fmla="*/ 264798 w 305595"/>
                <a:gd name="connsiteY90" fmla="*/ 59611 h 94867"/>
                <a:gd name="connsiteX91" fmla="*/ 245899 w 305595"/>
                <a:gd name="connsiteY91" fmla="*/ 60328 h 94867"/>
                <a:gd name="connsiteX92" fmla="*/ 219004 w 305595"/>
                <a:gd name="connsiteY92" fmla="*/ 60328 h 94867"/>
                <a:gd name="connsiteX93" fmla="*/ 219004 w 305595"/>
                <a:gd name="connsiteY93" fmla="*/ 52013 h 94867"/>
                <a:gd name="connsiteX94" fmla="*/ 244242 w 305595"/>
                <a:gd name="connsiteY94" fmla="*/ 52013 h 94867"/>
                <a:gd name="connsiteX95" fmla="*/ 244242 w 305595"/>
                <a:gd name="connsiteY95" fmla="*/ 46551 h 94867"/>
                <a:gd name="connsiteX96" fmla="*/ 231597 w 305595"/>
                <a:gd name="connsiteY96" fmla="*/ 42353 h 94867"/>
                <a:gd name="connsiteX97" fmla="*/ 226258 w 305595"/>
                <a:gd name="connsiteY97" fmla="*/ 33535 h 94867"/>
                <a:gd name="connsiteX98" fmla="*/ 232766 w 305595"/>
                <a:gd name="connsiteY98" fmla="*/ 23962 h 94867"/>
                <a:gd name="connsiteX99" fmla="*/ 249374 w 305595"/>
                <a:gd name="connsiteY99" fmla="*/ 20438 h 94867"/>
                <a:gd name="connsiteX100" fmla="*/ 223193 w 305595"/>
                <a:gd name="connsiteY100" fmla="*/ 10423 h 94867"/>
                <a:gd name="connsiteX101" fmla="*/ 275042 w 305595"/>
                <a:gd name="connsiteY101" fmla="*/ 10423 h 94867"/>
                <a:gd name="connsiteX102" fmla="*/ 275042 w 305595"/>
                <a:gd name="connsiteY102" fmla="*/ 18431 h 94867"/>
                <a:gd name="connsiteX103" fmla="*/ 223193 w 305595"/>
                <a:gd name="connsiteY103" fmla="*/ 18431 h 94867"/>
                <a:gd name="connsiteX104" fmla="*/ 23829 w 305595"/>
                <a:gd name="connsiteY104" fmla="*/ 10154 h 94867"/>
                <a:gd name="connsiteX105" fmla="*/ 18217 w 305595"/>
                <a:gd name="connsiteY105" fmla="*/ 11294 h 94867"/>
                <a:gd name="connsiteX106" fmla="*/ 13745 w 305595"/>
                <a:gd name="connsiteY106" fmla="*/ 14340 h 94867"/>
                <a:gd name="connsiteX107" fmla="*/ 10879 w 305595"/>
                <a:gd name="connsiteY107" fmla="*/ 18710 h 94867"/>
                <a:gd name="connsiteX108" fmla="*/ 9848 w 305595"/>
                <a:gd name="connsiteY108" fmla="*/ 23930 h 94867"/>
                <a:gd name="connsiteX109" fmla="*/ 13796 w 305595"/>
                <a:gd name="connsiteY109" fmla="*/ 33659 h 94867"/>
                <a:gd name="connsiteX110" fmla="*/ 23829 w 305595"/>
                <a:gd name="connsiteY110" fmla="*/ 37605 h 94867"/>
                <a:gd name="connsiteX111" fmla="*/ 33910 w 305595"/>
                <a:gd name="connsiteY111" fmla="*/ 33659 h 94867"/>
                <a:gd name="connsiteX112" fmla="*/ 37809 w 305595"/>
                <a:gd name="connsiteY112" fmla="*/ 23930 h 94867"/>
                <a:gd name="connsiteX113" fmla="*/ 33816 w 305595"/>
                <a:gd name="connsiteY113" fmla="*/ 14195 h 94867"/>
                <a:gd name="connsiteX114" fmla="*/ 23829 w 305595"/>
                <a:gd name="connsiteY114" fmla="*/ 10154 h 94867"/>
                <a:gd name="connsiteX115" fmla="*/ 79759 w 305595"/>
                <a:gd name="connsiteY115" fmla="*/ 3577 h 94867"/>
                <a:gd name="connsiteX116" fmla="*/ 89711 w 305595"/>
                <a:gd name="connsiteY116" fmla="*/ 3577 h 94867"/>
                <a:gd name="connsiteX117" fmla="*/ 89711 w 305595"/>
                <a:gd name="connsiteY117" fmla="*/ 19620 h 94867"/>
                <a:gd name="connsiteX118" fmla="*/ 112970 w 305595"/>
                <a:gd name="connsiteY118" fmla="*/ 19620 h 94867"/>
                <a:gd name="connsiteX119" fmla="*/ 112970 w 305595"/>
                <a:gd name="connsiteY119" fmla="*/ 3577 h 94867"/>
                <a:gd name="connsiteX120" fmla="*/ 122921 w 305595"/>
                <a:gd name="connsiteY120" fmla="*/ 3577 h 94867"/>
                <a:gd name="connsiteX121" fmla="*/ 122921 w 305595"/>
                <a:gd name="connsiteY121" fmla="*/ 48047 h 94867"/>
                <a:gd name="connsiteX122" fmla="*/ 122160 w 305595"/>
                <a:gd name="connsiteY122" fmla="*/ 50473 h 94867"/>
                <a:gd name="connsiteX123" fmla="*/ 119734 w 305595"/>
                <a:gd name="connsiteY123" fmla="*/ 51233 h 94867"/>
                <a:gd name="connsiteX124" fmla="*/ 82947 w 305595"/>
                <a:gd name="connsiteY124" fmla="*/ 51233 h 94867"/>
                <a:gd name="connsiteX125" fmla="*/ 80512 w 305595"/>
                <a:gd name="connsiteY125" fmla="*/ 50480 h 94867"/>
                <a:gd name="connsiteX126" fmla="*/ 79759 w 305595"/>
                <a:gd name="connsiteY126" fmla="*/ 48047 h 94867"/>
                <a:gd name="connsiteX127" fmla="*/ 23829 w 305595"/>
                <a:gd name="connsiteY127" fmla="*/ 1328 h 94867"/>
                <a:gd name="connsiteX128" fmla="*/ 32949 w 305595"/>
                <a:gd name="connsiteY128" fmla="*/ 3039 h 94867"/>
                <a:gd name="connsiteX129" fmla="*/ 40573 w 305595"/>
                <a:gd name="connsiteY129" fmla="*/ 7723 h 94867"/>
                <a:gd name="connsiteX130" fmla="*/ 45846 w 305595"/>
                <a:gd name="connsiteY130" fmla="*/ 15013 h 94867"/>
                <a:gd name="connsiteX131" fmla="*/ 47760 w 305595"/>
                <a:gd name="connsiteY131" fmla="*/ 24031 h 94867"/>
                <a:gd name="connsiteX132" fmla="*/ 45823 w 305595"/>
                <a:gd name="connsiteY132" fmla="*/ 33090 h 94867"/>
                <a:gd name="connsiteX133" fmla="*/ 40061 w 305595"/>
                <a:gd name="connsiteY133" fmla="*/ 40504 h 94867"/>
                <a:gd name="connsiteX134" fmla="*/ 32945 w 305595"/>
                <a:gd name="connsiteY134" fmla="*/ 44773 h 94867"/>
                <a:gd name="connsiteX135" fmla="*/ 23829 w 305595"/>
                <a:gd name="connsiteY135" fmla="*/ 46430 h 94867"/>
                <a:gd name="connsiteX136" fmla="*/ 14605 w 305595"/>
                <a:gd name="connsiteY136" fmla="*/ 44777 h 94867"/>
                <a:gd name="connsiteX137" fmla="*/ 7085 w 305595"/>
                <a:gd name="connsiteY137" fmla="*/ 40243 h 94867"/>
                <a:gd name="connsiteX138" fmla="*/ 1869 w 305595"/>
                <a:gd name="connsiteY138" fmla="*/ 33107 h 94867"/>
                <a:gd name="connsiteX139" fmla="*/ 0 w 305595"/>
                <a:gd name="connsiteY139" fmla="*/ 24031 h 94867"/>
                <a:gd name="connsiteX140" fmla="*/ 1858 w 305595"/>
                <a:gd name="connsiteY140" fmla="*/ 14952 h 94867"/>
                <a:gd name="connsiteX141" fmla="*/ 6967 w 305595"/>
                <a:gd name="connsiteY141" fmla="*/ 7723 h 94867"/>
                <a:gd name="connsiteX142" fmla="*/ 14483 w 305595"/>
                <a:gd name="connsiteY142" fmla="*/ 3040 h 94867"/>
                <a:gd name="connsiteX143" fmla="*/ 23829 w 305595"/>
                <a:gd name="connsiteY143" fmla="*/ 1328 h 94867"/>
                <a:gd name="connsiteX144" fmla="*/ 282972 w 305595"/>
                <a:gd name="connsiteY144" fmla="*/ 510 h 94867"/>
                <a:gd name="connsiteX145" fmla="*/ 292925 w 305595"/>
                <a:gd name="connsiteY145" fmla="*/ 510 h 94867"/>
                <a:gd name="connsiteX146" fmla="*/ 292925 w 305595"/>
                <a:gd name="connsiteY146" fmla="*/ 29839 h 94867"/>
                <a:gd name="connsiteX147" fmla="*/ 305595 w 305595"/>
                <a:gd name="connsiteY147" fmla="*/ 29839 h 94867"/>
                <a:gd name="connsiteX148" fmla="*/ 305595 w 305595"/>
                <a:gd name="connsiteY148" fmla="*/ 38869 h 94867"/>
                <a:gd name="connsiteX149" fmla="*/ 292925 w 305595"/>
                <a:gd name="connsiteY149" fmla="*/ 38869 h 94867"/>
                <a:gd name="connsiteX150" fmla="*/ 292925 w 305595"/>
                <a:gd name="connsiteY150" fmla="*/ 64723 h 94867"/>
                <a:gd name="connsiteX151" fmla="*/ 282972 w 305595"/>
                <a:gd name="connsiteY151" fmla="*/ 64723 h 94867"/>
                <a:gd name="connsiteX152" fmla="*/ 208629 w 305595"/>
                <a:gd name="connsiteY152" fmla="*/ 408 h 94867"/>
                <a:gd name="connsiteX153" fmla="*/ 218682 w 305595"/>
                <a:gd name="connsiteY153" fmla="*/ 408 h 94867"/>
                <a:gd name="connsiteX154" fmla="*/ 218682 w 305595"/>
                <a:gd name="connsiteY154" fmla="*/ 69116 h 94867"/>
                <a:gd name="connsiteX155" fmla="*/ 208629 w 305595"/>
                <a:gd name="connsiteY155" fmla="*/ 69116 h 94867"/>
                <a:gd name="connsiteX156" fmla="*/ 208629 w 305595"/>
                <a:gd name="connsiteY156" fmla="*/ 51745 h 94867"/>
                <a:gd name="connsiteX157" fmla="*/ 193607 w 305595"/>
                <a:gd name="connsiteY157" fmla="*/ 51745 h 94867"/>
                <a:gd name="connsiteX158" fmla="*/ 193607 w 305595"/>
                <a:gd name="connsiteY158" fmla="*/ 43021 h 94867"/>
                <a:gd name="connsiteX159" fmla="*/ 208629 w 305595"/>
                <a:gd name="connsiteY159" fmla="*/ 43021 h 94867"/>
                <a:gd name="connsiteX160" fmla="*/ 208629 w 305595"/>
                <a:gd name="connsiteY160" fmla="*/ 32737 h 94867"/>
                <a:gd name="connsiteX161" fmla="*/ 193607 w 305595"/>
                <a:gd name="connsiteY161" fmla="*/ 32737 h 94867"/>
                <a:gd name="connsiteX162" fmla="*/ 193607 w 305595"/>
                <a:gd name="connsiteY162" fmla="*/ 24013 h 94867"/>
                <a:gd name="connsiteX163" fmla="*/ 208629 w 305595"/>
                <a:gd name="connsiteY163" fmla="*/ 24013 h 94867"/>
                <a:gd name="connsiteX164" fmla="*/ 138620 w 305595"/>
                <a:gd name="connsiteY164" fmla="*/ 408 h 94867"/>
                <a:gd name="connsiteX165" fmla="*/ 148776 w 305595"/>
                <a:gd name="connsiteY165" fmla="*/ 408 h 94867"/>
                <a:gd name="connsiteX166" fmla="*/ 148776 w 305595"/>
                <a:gd name="connsiteY166" fmla="*/ 12875 h 94867"/>
                <a:gd name="connsiteX167" fmla="*/ 195281 w 305595"/>
                <a:gd name="connsiteY167" fmla="*/ 12875 h 94867"/>
                <a:gd name="connsiteX168" fmla="*/ 195281 w 305595"/>
                <a:gd name="connsiteY168" fmla="*/ 21395 h 94867"/>
                <a:gd name="connsiteX169" fmla="*/ 148776 w 305595"/>
                <a:gd name="connsiteY169" fmla="*/ 21395 h 94867"/>
                <a:gd name="connsiteX170" fmla="*/ 148776 w 305595"/>
                <a:gd name="connsiteY170" fmla="*/ 24116 h 94867"/>
                <a:gd name="connsiteX171" fmla="*/ 161141 w 305595"/>
                <a:gd name="connsiteY171" fmla="*/ 24116 h 94867"/>
                <a:gd name="connsiteX172" fmla="*/ 161141 w 305595"/>
                <a:gd name="connsiteY172" fmla="*/ 26777 h 94867"/>
                <a:gd name="connsiteX173" fmla="*/ 169818 w 305595"/>
                <a:gd name="connsiteY173" fmla="*/ 24320 h 94867"/>
                <a:gd name="connsiteX174" fmla="*/ 186757 w 305595"/>
                <a:gd name="connsiteY174" fmla="*/ 29124 h 94867"/>
                <a:gd name="connsiteX175" fmla="*/ 193340 w 305595"/>
                <a:gd name="connsiteY175" fmla="*/ 41505 h 94867"/>
                <a:gd name="connsiteX176" fmla="*/ 191479 w 305595"/>
                <a:gd name="connsiteY176" fmla="*/ 48681 h 94867"/>
                <a:gd name="connsiteX177" fmla="*/ 186367 w 305595"/>
                <a:gd name="connsiteY177" fmla="*/ 54378 h 94867"/>
                <a:gd name="connsiteX178" fmla="*/ 179068 w 305595"/>
                <a:gd name="connsiteY178" fmla="*/ 57839 h 94867"/>
                <a:gd name="connsiteX179" fmla="*/ 169818 w 305595"/>
                <a:gd name="connsiteY179" fmla="*/ 59102 h 94867"/>
                <a:gd name="connsiteX180" fmla="*/ 160449 w 305595"/>
                <a:gd name="connsiteY180" fmla="*/ 57839 h 94867"/>
                <a:gd name="connsiteX181" fmla="*/ 153180 w 305595"/>
                <a:gd name="connsiteY181" fmla="*/ 54401 h 94867"/>
                <a:gd name="connsiteX182" fmla="*/ 148776 w 305595"/>
                <a:gd name="connsiteY182" fmla="*/ 49457 h 94867"/>
                <a:gd name="connsiteX183" fmla="*/ 148776 w 305595"/>
                <a:gd name="connsiteY183" fmla="*/ 68913 h 94867"/>
                <a:gd name="connsiteX184" fmla="*/ 138620 w 305595"/>
                <a:gd name="connsiteY184" fmla="*/ 68913 h 94867"/>
                <a:gd name="connsiteX185" fmla="*/ 63764 w 305595"/>
                <a:gd name="connsiteY185" fmla="*/ 408 h 94867"/>
                <a:gd name="connsiteX186" fmla="*/ 73921 w 305595"/>
                <a:gd name="connsiteY186" fmla="*/ 408 h 94867"/>
                <a:gd name="connsiteX187" fmla="*/ 73921 w 305595"/>
                <a:gd name="connsiteY187" fmla="*/ 48883 h 94867"/>
                <a:gd name="connsiteX188" fmla="*/ 63764 w 305595"/>
                <a:gd name="connsiteY188" fmla="*/ 48883 h 94867"/>
                <a:gd name="connsiteX189" fmla="*/ 154981 w 305595"/>
                <a:gd name="connsiteY189" fmla="*/ 204 h 94867"/>
                <a:gd name="connsiteX190" fmla="*/ 183736 w 305595"/>
                <a:gd name="connsiteY190" fmla="*/ 204 h 94867"/>
                <a:gd name="connsiteX191" fmla="*/ 183736 w 305595"/>
                <a:gd name="connsiteY191" fmla="*/ 8621 h 94867"/>
                <a:gd name="connsiteX192" fmla="*/ 154981 w 305595"/>
                <a:gd name="connsiteY192" fmla="*/ 8621 h 94867"/>
                <a:gd name="connsiteX193" fmla="*/ 235557 w 305595"/>
                <a:gd name="connsiteY193" fmla="*/ 0 h 94867"/>
                <a:gd name="connsiteX194" fmla="*/ 262880 w 305595"/>
                <a:gd name="connsiteY194" fmla="*/ 0 h 94867"/>
                <a:gd name="connsiteX195" fmla="*/ 262880 w 305595"/>
                <a:gd name="connsiteY195" fmla="*/ 8008 h 94867"/>
                <a:gd name="connsiteX196" fmla="*/ 235557 w 305595"/>
                <a:gd name="connsiteY196" fmla="*/ 8008 h 94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</a:cxnLst>
              <a:rect l="l" t="t" r="r" b="b"/>
              <a:pathLst>
                <a:path w="305595" h="94867">
                  <a:moveTo>
                    <a:pt x="262350" y="71363"/>
                  </a:moveTo>
                  <a:cubicBezTo>
                    <a:pt x="255848" y="71363"/>
                    <a:pt x="250682" y="71980"/>
                    <a:pt x="246856" y="73214"/>
                  </a:cubicBezTo>
                  <a:cubicBezTo>
                    <a:pt x="243029" y="74448"/>
                    <a:pt x="241115" y="76345"/>
                    <a:pt x="241115" y="78906"/>
                  </a:cubicBezTo>
                  <a:cubicBezTo>
                    <a:pt x="241115" y="81530"/>
                    <a:pt x="243030" y="83443"/>
                    <a:pt x="246862" y="84646"/>
                  </a:cubicBezTo>
                  <a:cubicBezTo>
                    <a:pt x="250693" y="85849"/>
                    <a:pt x="255856" y="86449"/>
                    <a:pt x="262350" y="86449"/>
                  </a:cubicBezTo>
                  <a:cubicBezTo>
                    <a:pt x="268712" y="86449"/>
                    <a:pt x="273826" y="85863"/>
                    <a:pt x="277689" y="84691"/>
                  </a:cubicBezTo>
                  <a:cubicBezTo>
                    <a:pt x="281551" y="83520"/>
                    <a:pt x="283483" y="81660"/>
                    <a:pt x="283483" y="79111"/>
                  </a:cubicBezTo>
                  <a:cubicBezTo>
                    <a:pt x="283483" y="76549"/>
                    <a:pt x="281563" y="74617"/>
                    <a:pt x="277724" y="73316"/>
                  </a:cubicBezTo>
                  <a:cubicBezTo>
                    <a:pt x="273884" y="72014"/>
                    <a:pt x="268759" y="71363"/>
                    <a:pt x="262350" y="71363"/>
                  </a:cubicBezTo>
                  <a:close/>
                  <a:moveTo>
                    <a:pt x="157841" y="63458"/>
                  </a:moveTo>
                  <a:lnTo>
                    <a:pt x="167998" y="63458"/>
                  </a:lnTo>
                  <a:lnTo>
                    <a:pt x="167998" y="82363"/>
                  </a:lnTo>
                  <a:lnTo>
                    <a:pt x="221237" y="82363"/>
                  </a:lnTo>
                  <a:lnTo>
                    <a:pt x="221237" y="91290"/>
                  </a:lnTo>
                  <a:lnTo>
                    <a:pt x="161029" y="91290"/>
                  </a:lnTo>
                  <a:cubicBezTo>
                    <a:pt x="159908" y="91290"/>
                    <a:pt x="159096" y="91039"/>
                    <a:pt x="158594" y="90538"/>
                  </a:cubicBezTo>
                  <a:cubicBezTo>
                    <a:pt x="158093" y="90035"/>
                    <a:pt x="157841" y="89224"/>
                    <a:pt x="157841" y="88103"/>
                  </a:cubicBezTo>
                  <a:close/>
                  <a:moveTo>
                    <a:pt x="262249" y="63152"/>
                  </a:moveTo>
                  <a:cubicBezTo>
                    <a:pt x="272567" y="63152"/>
                    <a:pt x="280565" y="64581"/>
                    <a:pt x="286245" y="67438"/>
                  </a:cubicBezTo>
                  <a:cubicBezTo>
                    <a:pt x="291925" y="70294"/>
                    <a:pt x="294763" y="74117"/>
                    <a:pt x="294763" y="78906"/>
                  </a:cubicBezTo>
                  <a:cubicBezTo>
                    <a:pt x="294763" y="83690"/>
                    <a:pt x="291925" y="87547"/>
                    <a:pt x="286245" y="90475"/>
                  </a:cubicBezTo>
                  <a:cubicBezTo>
                    <a:pt x="280565" y="93404"/>
                    <a:pt x="272567" y="94867"/>
                    <a:pt x="262249" y="94867"/>
                  </a:cubicBezTo>
                  <a:cubicBezTo>
                    <a:pt x="251917" y="94867"/>
                    <a:pt x="243932" y="93387"/>
                    <a:pt x="238293" y="90425"/>
                  </a:cubicBezTo>
                  <a:cubicBezTo>
                    <a:pt x="232655" y="87462"/>
                    <a:pt x="229835" y="83589"/>
                    <a:pt x="229835" y="78805"/>
                  </a:cubicBezTo>
                  <a:cubicBezTo>
                    <a:pt x="229835" y="74010"/>
                    <a:pt x="232655" y="70203"/>
                    <a:pt x="238296" y="67383"/>
                  </a:cubicBezTo>
                  <a:cubicBezTo>
                    <a:pt x="243936" y="64563"/>
                    <a:pt x="251921" y="63152"/>
                    <a:pt x="262249" y="63152"/>
                  </a:cubicBezTo>
                  <a:close/>
                  <a:moveTo>
                    <a:pt x="89671" y="60290"/>
                  </a:moveTo>
                  <a:lnTo>
                    <a:pt x="99930" y="60290"/>
                  </a:lnTo>
                  <a:lnTo>
                    <a:pt x="99930" y="82158"/>
                  </a:lnTo>
                  <a:lnTo>
                    <a:pt x="151637" y="82158"/>
                  </a:lnTo>
                  <a:lnTo>
                    <a:pt x="151637" y="91087"/>
                  </a:lnTo>
                  <a:lnTo>
                    <a:pt x="92859" y="91087"/>
                  </a:lnTo>
                  <a:cubicBezTo>
                    <a:pt x="91737" y="91087"/>
                    <a:pt x="90926" y="90836"/>
                    <a:pt x="90423" y="90335"/>
                  </a:cubicBezTo>
                  <a:cubicBezTo>
                    <a:pt x="89922" y="89832"/>
                    <a:pt x="89671" y="89021"/>
                    <a:pt x="89671" y="87899"/>
                  </a:cubicBezTo>
                  <a:close/>
                  <a:moveTo>
                    <a:pt x="12773" y="52013"/>
                  </a:moveTo>
                  <a:lnTo>
                    <a:pt x="70426" y="52013"/>
                  </a:lnTo>
                  <a:cubicBezTo>
                    <a:pt x="71546" y="52013"/>
                    <a:pt x="72357" y="52264"/>
                    <a:pt x="72861" y="52767"/>
                  </a:cubicBezTo>
                  <a:cubicBezTo>
                    <a:pt x="73363" y="53270"/>
                    <a:pt x="73615" y="54046"/>
                    <a:pt x="73615" y="55098"/>
                  </a:cubicBezTo>
                  <a:lnTo>
                    <a:pt x="73615" y="72775"/>
                  </a:lnTo>
                  <a:cubicBezTo>
                    <a:pt x="73615" y="73885"/>
                    <a:pt x="73361" y="74695"/>
                    <a:pt x="72852" y="75202"/>
                  </a:cubicBezTo>
                  <a:cubicBezTo>
                    <a:pt x="72344" y="75710"/>
                    <a:pt x="71535" y="75964"/>
                    <a:pt x="70426" y="75964"/>
                  </a:cubicBezTo>
                  <a:lnTo>
                    <a:pt x="23542" y="75964"/>
                  </a:lnTo>
                  <a:lnTo>
                    <a:pt x="23542" y="83589"/>
                  </a:lnTo>
                  <a:lnTo>
                    <a:pt x="75759" y="83589"/>
                  </a:lnTo>
                  <a:lnTo>
                    <a:pt x="75759" y="92109"/>
                  </a:lnTo>
                  <a:lnTo>
                    <a:pt x="15960" y="92109"/>
                  </a:lnTo>
                  <a:cubicBezTo>
                    <a:pt x="14839" y="92109"/>
                    <a:pt x="14027" y="91858"/>
                    <a:pt x="13526" y="91357"/>
                  </a:cubicBezTo>
                  <a:cubicBezTo>
                    <a:pt x="13023" y="90854"/>
                    <a:pt x="12773" y="90043"/>
                    <a:pt x="12773" y="88921"/>
                  </a:cubicBezTo>
                  <a:lnTo>
                    <a:pt x="12773" y="70833"/>
                  </a:lnTo>
                  <a:cubicBezTo>
                    <a:pt x="12773" y="69772"/>
                    <a:pt x="13022" y="68992"/>
                    <a:pt x="13518" y="68496"/>
                  </a:cubicBezTo>
                  <a:cubicBezTo>
                    <a:pt x="14016" y="67999"/>
                    <a:pt x="14829" y="67750"/>
                    <a:pt x="15960" y="67750"/>
                  </a:cubicBezTo>
                  <a:lnTo>
                    <a:pt x="62845" y="67750"/>
                  </a:lnTo>
                  <a:lnTo>
                    <a:pt x="62845" y="60634"/>
                  </a:lnTo>
                  <a:lnTo>
                    <a:pt x="12773" y="60634"/>
                  </a:lnTo>
                  <a:close/>
                  <a:moveTo>
                    <a:pt x="148776" y="33249"/>
                  </a:moveTo>
                  <a:lnTo>
                    <a:pt x="148776" y="36829"/>
                  </a:lnTo>
                  <a:lnTo>
                    <a:pt x="150677" y="33249"/>
                  </a:lnTo>
                  <a:close/>
                  <a:moveTo>
                    <a:pt x="169818" y="32737"/>
                  </a:moveTo>
                  <a:cubicBezTo>
                    <a:pt x="165557" y="32737"/>
                    <a:pt x="162298" y="33572"/>
                    <a:pt x="160042" y="35242"/>
                  </a:cubicBezTo>
                  <a:cubicBezTo>
                    <a:pt x="157784" y="36911"/>
                    <a:pt x="156655" y="39000"/>
                    <a:pt x="156655" y="41505"/>
                  </a:cubicBezTo>
                  <a:cubicBezTo>
                    <a:pt x="156655" y="44163"/>
                    <a:pt x="157783" y="46357"/>
                    <a:pt x="160039" y="48089"/>
                  </a:cubicBezTo>
                  <a:cubicBezTo>
                    <a:pt x="162296" y="49819"/>
                    <a:pt x="165555" y="50685"/>
                    <a:pt x="169818" y="50685"/>
                  </a:cubicBezTo>
                  <a:cubicBezTo>
                    <a:pt x="173991" y="50685"/>
                    <a:pt x="177228" y="49814"/>
                    <a:pt x="179529" y="48073"/>
                  </a:cubicBezTo>
                  <a:cubicBezTo>
                    <a:pt x="181830" y="46331"/>
                    <a:pt x="182981" y="44142"/>
                    <a:pt x="182981" y="41505"/>
                  </a:cubicBezTo>
                  <a:cubicBezTo>
                    <a:pt x="182981" y="39001"/>
                    <a:pt x="181835" y="36915"/>
                    <a:pt x="179544" y="35244"/>
                  </a:cubicBezTo>
                  <a:cubicBezTo>
                    <a:pt x="177255" y="33573"/>
                    <a:pt x="174012" y="32737"/>
                    <a:pt x="169818" y="32737"/>
                  </a:cubicBezTo>
                  <a:close/>
                  <a:moveTo>
                    <a:pt x="89711" y="28445"/>
                  </a:moveTo>
                  <a:lnTo>
                    <a:pt x="89711" y="42409"/>
                  </a:lnTo>
                  <a:lnTo>
                    <a:pt x="112970" y="42409"/>
                  </a:lnTo>
                  <a:lnTo>
                    <a:pt x="112970" y="28445"/>
                  </a:lnTo>
                  <a:close/>
                  <a:moveTo>
                    <a:pt x="249374" y="28036"/>
                  </a:moveTo>
                  <a:cubicBezTo>
                    <a:pt x="245389" y="28036"/>
                    <a:pt x="242318" y="28569"/>
                    <a:pt x="240160" y="29633"/>
                  </a:cubicBezTo>
                  <a:cubicBezTo>
                    <a:pt x="238004" y="30697"/>
                    <a:pt x="236925" y="32100"/>
                    <a:pt x="236925" y="33842"/>
                  </a:cubicBezTo>
                  <a:cubicBezTo>
                    <a:pt x="236925" y="35453"/>
                    <a:pt x="237999" y="36772"/>
                    <a:pt x="240145" y="37799"/>
                  </a:cubicBezTo>
                  <a:cubicBezTo>
                    <a:pt x="242290" y="38828"/>
                    <a:pt x="245367" y="39342"/>
                    <a:pt x="249374" y="39342"/>
                  </a:cubicBezTo>
                  <a:cubicBezTo>
                    <a:pt x="253369" y="39342"/>
                    <a:pt x="256442" y="38827"/>
                    <a:pt x="258593" y="37796"/>
                  </a:cubicBezTo>
                  <a:cubicBezTo>
                    <a:pt x="260744" y="36766"/>
                    <a:pt x="261819" y="35447"/>
                    <a:pt x="261819" y="33842"/>
                  </a:cubicBezTo>
                  <a:cubicBezTo>
                    <a:pt x="261819" y="32104"/>
                    <a:pt x="260738" y="30702"/>
                    <a:pt x="258577" y="29635"/>
                  </a:cubicBezTo>
                  <a:cubicBezTo>
                    <a:pt x="256414" y="28570"/>
                    <a:pt x="253347" y="28036"/>
                    <a:pt x="249374" y="28036"/>
                  </a:cubicBezTo>
                  <a:close/>
                  <a:moveTo>
                    <a:pt x="249374" y="20438"/>
                  </a:moveTo>
                  <a:cubicBezTo>
                    <a:pt x="256094" y="20438"/>
                    <a:pt x="261626" y="21613"/>
                    <a:pt x="265970" y="23967"/>
                  </a:cubicBezTo>
                  <a:cubicBezTo>
                    <a:pt x="270315" y="26320"/>
                    <a:pt x="272487" y="29509"/>
                    <a:pt x="272487" y="33535"/>
                  </a:cubicBezTo>
                  <a:cubicBezTo>
                    <a:pt x="272487" y="37047"/>
                    <a:pt x="270723" y="39968"/>
                    <a:pt x="267193" y="42296"/>
                  </a:cubicBezTo>
                  <a:cubicBezTo>
                    <a:pt x="263664" y="44624"/>
                    <a:pt x="259569" y="46036"/>
                    <a:pt x="254910" y="46534"/>
                  </a:cubicBezTo>
                  <a:lnTo>
                    <a:pt x="254910" y="51810"/>
                  </a:lnTo>
                  <a:cubicBezTo>
                    <a:pt x="256000" y="51810"/>
                    <a:pt x="257652" y="51729"/>
                    <a:pt x="259870" y="51569"/>
                  </a:cubicBezTo>
                  <a:cubicBezTo>
                    <a:pt x="262087" y="51408"/>
                    <a:pt x="264517" y="51220"/>
                    <a:pt x="267158" y="51005"/>
                  </a:cubicBezTo>
                  <a:cubicBezTo>
                    <a:pt x="269595" y="50809"/>
                    <a:pt x="271981" y="50576"/>
                    <a:pt x="274313" y="50305"/>
                  </a:cubicBezTo>
                  <a:cubicBezTo>
                    <a:pt x="276646" y="50034"/>
                    <a:pt x="279069" y="49717"/>
                    <a:pt x="281582" y="49356"/>
                  </a:cubicBezTo>
                  <a:lnTo>
                    <a:pt x="281582" y="57595"/>
                  </a:lnTo>
                  <a:cubicBezTo>
                    <a:pt x="276598" y="58530"/>
                    <a:pt x="271004" y="59202"/>
                    <a:pt x="264798" y="59611"/>
                  </a:cubicBezTo>
                  <a:cubicBezTo>
                    <a:pt x="258593" y="60020"/>
                    <a:pt x="252293" y="60259"/>
                    <a:pt x="245899" y="60328"/>
                  </a:cubicBezTo>
                  <a:lnTo>
                    <a:pt x="219004" y="60328"/>
                  </a:lnTo>
                  <a:lnTo>
                    <a:pt x="219004" y="52013"/>
                  </a:lnTo>
                  <a:lnTo>
                    <a:pt x="244242" y="52013"/>
                  </a:lnTo>
                  <a:lnTo>
                    <a:pt x="244242" y="46551"/>
                  </a:lnTo>
                  <a:cubicBezTo>
                    <a:pt x="239371" y="46112"/>
                    <a:pt x="235155" y="44714"/>
                    <a:pt x="231597" y="42353"/>
                  </a:cubicBezTo>
                  <a:cubicBezTo>
                    <a:pt x="228038" y="39992"/>
                    <a:pt x="226258" y="37052"/>
                    <a:pt x="226258" y="33535"/>
                  </a:cubicBezTo>
                  <a:cubicBezTo>
                    <a:pt x="226258" y="29504"/>
                    <a:pt x="228427" y="26312"/>
                    <a:pt x="232766" y="23962"/>
                  </a:cubicBezTo>
                  <a:cubicBezTo>
                    <a:pt x="237104" y="21612"/>
                    <a:pt x="242641" y="20438"/>
                    <a:pt x="249374" y="20438"/>
                  </a:cubicBezTo>
                  <a:close/>
                  <a:moveTo>
                    <a:pt x="223193" y="10423"/>
                  </a:moveTo>
                  <a:lnTo>
                    <a:pt x="275042" y="10423"/>
                  </a:lnTo>
                  <a:lnTo>
                    <a:pt x="275042" y="18431"/>
                  </a:lnTo>
                  <a:lnTo>
                    <a:pt x="223193" y="18431"/>
                  </a:lnTo>
                  <a:close/>
                  <a:moveTo>
                    <a:pt x="23829" y="10154"/>
                  </a:moveTo>
                  <a:cubicBezTo>
                    <a:pt x="21798" y="10154"/>
                    <a:pt x="19927" y="10534"/>
                    <a:pt x="18217" y="11294"/>
                  </a:cubicBezTo>
                  <a:cubicBezTo>
                    <a:pt x="16508" y="12055"/>
                    <a:pt x="15017" y="13070"/>
                    <a:pt x="13745" y="14340"/>
                  </a:cubicBezTo>
                  <a:cubicBezTo>
                    <a:pt x="12521" y="15630"/>
                    <a:pt x="11565" y="17087"/>
                    <a:pt x="10879" y="18710"/>
                  </a:cubicBezTo>
                  <a:cubicBezTo>
                    <a:pt x="10191" y="20332"/>
                    <a:pt x="9848" y="22073"/>
                    <a:pt x="9848" y="23930"/>
                  </a:cubicBezTo>
                  <a:cubicBezTo>
                    <a:pt x="9848" y="27784"/>
                    <a:pt x="11164" y="31027"/>
                    <a:pt x="13796" y="33659"/>
                  </a:cubicBezTo>
                  <a:cubicBezTo>
                    <a:pt x="16427" y="36290"/>
                    <a:pt x="19771" y="37605"/>
                    <a:pt x="23829" y="37605"/>
                  </a:cubicBezTo>
                  <a:cubicBezTo>
                    <a:pt x="27952" y="37605"/>
                    <a:pt x="31313" y="36290"/>
                    <a:pt x="33910" y="33659"/>
                  </a:cubicBezTo>
                  <a:cubicBezTo>
                    <a:pt x="36509" y="31029"/>
                    <a:pt x="37809" y="27785"/>
                    <a:pt x="37809" y="23930"/>
                  </a:cubicBezTo>
                  <a:cubicBezTo>
                    <a:pt x="37809" y="20134"/>
                    <a:pt x="36478" y="16888"/>
                    <a:pt x="33816" y="14195"/>
                  </a:cubicBezTo>
                  <a:cubicBezTo>
                    <a:pt x="31155" y="11501"/>
                    <a:pt x="27826" y="10154"/>
                    <a:pt x="23829" y="10154"/>
                  </a:cubicBezTo>
                  <a:close/>
                  <a:moveTo>
                    <a:pt x="79759" y="3577"/>
                  </a:moveTo>
                  <a:lnTo>
                    <a:pt x="89711" y="3577"/>
                  </a:lnTo>
                  <a:lnTo>
                    <a:pt x="89711" y="19620"/>
                  </a:lnTo>
                  <a:lnTo>
                    <a:pt x="112970" y="19620"/>
                  </a:lnTo>
                  <a:lnTo>
                    <a:pt x="112970" y="3577"/>
                  </a:lnTo>
                  <a:lnTo>
                    <a:pt x="122921" y="3577"/>
                  </a:lnTo>
                  <a:lnTo>
                    <a:pt x="122921" y="48047"/>
                  </a:lnTo>
                  <a:cubicBezTo>
                    <a:pt x="122921" y="49156"/>
                    <a:pt x="122668" y="49965"/>
                    <a:pt x="122160" y="50473"/>
                  </a:cubicBezTo>
                  <a:cubicBezTo>
                    <a:pt x="121654" y="50979"/>
                    <a:pt x="120844" y="51233"/>
                    <a:pt x="119734" y="51233"/>
                  </a:cubicBezTo>
                  <a:lnTo>
                    <a:pt x="82947" y="51233"/>
                  </a:lnTo>
                  <a:cubicBezTo>
                    <a:pt x="81826" y="51233"/>
                    <a:pt x="81013" y="50982"/>
                    <a:pt x="80512" y="50480"/>
                  </a:cubicBezTo>
                  <a:cubicBezTo>
                    <a:pt x="80009" y="49979"/>
                    <a:pt x="79759" y="49168"/>
                    <a:pt x="79759" y="48047"/>
                  </a:cubicBezTo>
                  <a:close/>
                  <a:moveTo>
                    <a:pt x="23829" y="1328"/>
                  </a:moveTo>
                  <a:cubicBezTo>
                    <a:pt x="27021" y="1328"/>
                    <a:pt x="30060" y="1898"/>
                    <a:pt x="32949" y="3039"/>
                  </a:cubicBezTo>
                  <a:cubicBezTo>
                    <a:pt x="35837" y="4180"/>
                    <a:pt x="38379" y="5741"/>
                    <a:pt x="40573" y="7723"/>
                  </a:cubicBezTo>
                  <a:cubicBezTo>
                    <a:pt x="42813" y="9818"/>
                    <a:pt x="44570" y="12249"/>
                    <a:pt x="45846" y="15013"/>
                  </a:cubicBezTo>
                  <a:cubicBezTo>
                    <a:pt x="47122" y="17779"/>
                    <a:pt x="47760" y="20785"/>
                    <a:pt x="47760" y="24031"/>
                  </a:cubicBezTo>
                  <a:cubicBezTo>
                    <a:pt x="47760" y="27306"/>
                    <a:pt x="47115" y="30326"/>
                    <a:pt x="45823" y="33090"/>
                  </a:cubicBezTo>
                  <a:cubicBezTo>
                    <a:pt x="44531" y="35855"/>
                    <a:pt x="42611" y="38327"/>
                    <a:pt x="40061" y="40504"/>
                  </a:cubicBezTo>
                  <a:cubicBezTo>
                    <a:pt x="38204" y="42246"/>
                    <a:pt x="35832" y="43669"/>
                    <a:pt x="32945" y="44773"/>
                  </a:cubicBezTo>
                  <a:cubicBezTo>
                    <a:pt x="30059" y="45878"/>
                    <a:pt x="27020" y="46430"/>
                    <a:pt x="23829" y="46430"/>
                  </a:cubicBezTo>
                  <a:cubicBezTo>
                    <a:pt x="20560" y="46430"/>
                    <a:pt x="17486" y="45879"/>
                    <a:pt x="14605" y="44777"/>
                  </a:cubicBezTo>
                  <a:cubicBezTo>
                    <a:pt x="11727" y="43676"/>
                    <a:pt x="9219" y="42164"/>
                    <a:pt x="7085" y="40243"/>
                  </a:cubicBezTo>
                  <a:cubicBezTo>
                    <a:pt x="4854" y="38228"/>
                    <a:pt x="3115" y="35849"/>
                    <a:pt x="1869" y="33107"/>
                  </a:cubicBezTo>
                  <a:cubicBezTo>
                    <a:pt x="622" y="30365"/>
                    <a:pt x="0" y="27340"/>
                    <a:pt x="0" y="24031"/>
                  </a:cubicBezTo>
                  <a:cubicBezTo>
                    <a:pt x="0" y="20776"/>
                    <a:pt x="620" y="17750"/>
                    <a:pt x="1858" y="14952"/>
                  </a:cubicBezTo>
                  <a:cubicBezTo>
                    <a:pt x="3098" y="12154"/>
                    <a:pt x="4801" y="9743"/>
                    <a:pt x="6967" y="7723"/>
                  </a:cubicBezTo>
                  <a:cubicBezTo>
                    <a:pt x="9086" y="5744"/>
                    <a:pt x="11591" y="4182"/>
                    <a:pt x="14483" y="3040"/>
                  </a:cubicBezTo>
                  <a:cubicBezTo>
                    <a:pt x="17374" y="1898"/>
                    <a:pt x="20490" y="1328"/>
                    <a:pt x="23829" y="1328"/>
                  </a:cubicBezTo>
                  <a:close/>
                  <a:moveTo>
                    <a:pt x="282972" y="510"/>
                  </a:moveTo>
                  <a:lnTo>
                    <a:pt x="292925" y="510"/>
                  </a:lnTo>
                  <a:lnTo>
                    <a:pt x="292925" y="29839"/>
                  </a:lnTo>
                  <a:lnTo>
                    <a:pt x="305595" y="29839"/>
                  </a:lnTo>
                  <a:lnTo>
                    <a:pt x="305595" y="38869"/>
                  </a:lnTo>
                  <a:lnTo>
                    <a:pt x="292925" y="38869"/>
                  </a:lnTo>
                  <a:lnTo>
                    <a:pt x="292925" y="64723"/>
                  </a:lnTo>
                  <a:lnTo>
                    <a:pt x="282972" y="64723"/>
                  </a:lnTo>
                  <a:close/>
                  <a:moveTo>
                    <a:pt x="208629" y="408"/>
                  </a:moveTo>
                  <a:lnTo>
                    <a:pt x="218682" y="408"/>
                  </a:lnTo>
                  <a:lnTo>
                    <a:pt x="218682" y="69116"/>
                  </a:lnTo>
                  <a:lnTo>
                    <a:pt x="208629" y="69116"/>
                  </a:lnTo>
                  <a:lnTo>
                    <a:pt x="208629" y="51745"/>
                  </a:lnTo>
                  <a:lnTo>
                    <a:pt x="193607" y="51745"/>
                  </a:lnTo>
                  <a:lnTo>
                    <a:pt x="193607" y="43021"/>
                  </a:lnTo>
                  <a:lnTo>
                    <a:pt x="208629" y="43021"/>
                  </a:lnTo>
                  <a:lnTo>
                    <a:pt x="208629" y="32737"/>
                  </a:lnTo>
                  <a:lnTo>
                    <a:pt x="193607" y="32737"/>
                  </a:lnTo>
                  <a:lnTo>
                    <a:pt x="193607" y="24013"/>
                  </a:lnTo>
                  <a:lnTo>
                    <a:pt x="208629" y="24013"/>
                  </a:lnTo>
                  <a:close/>
                  <a:moveTo>
                    <a:pt x="138620" y="408"/>
                  </a:moveTo>
                  <a:lnTo>
                    <a:pt x="148776" y="408"/>
                  </a:lnTo>
                  <a:lnTo>
                    <a:pt x="148776" y="12875"/>
                  </a:lnTo>
                  <a:lnTo>
                    <a:pt x="195281" y="12875"/>
                  </a:lnTo>
                  <a:lnTo>
                    <a:pt x="195281" y="21395"/>
                  </a:lnTo>
                  <a:lnTo>
                    <a:pt x="148776" y="21395"/>
                  </a:lnTo>
                  <a:lnTo>
                    <a:pt x="148776" y="24116"/>
                  </a:lnTo>
                  <a:lnTo>
                    <a:pt x="161141" y="24116"/>
                  </a:lnTo>
                  <a:lnTo>
                    <a:pt x="161141" y="26777"/>
                  </a:lnTo>
                  <a:lnTo>
                    <a:pt x="169818" y="24320"/>
                  </a:lnTo>
                  <a:cubicBezTo>
                    <a:pt x="176721" y="24320"/>
                    <a:pt x="182369" y="25922"/>
                    <a:pt x="186757" y="29124"/>
                  </a:cubicBezTo>
                  <a:cubicBezTo>
                    <a:pt x="191145" y="32326"/>
                    <a:pt x="193340" y="36453"/>
                    <a:pt x="193340" y="41505"/>
                  </a:cubicBezTo>
                  <a:cubicBezTo>
                    <a:pt x="193340" y="44137"/>
                    <a:pt x="192719" y="46529"/>
                    <a:pt x="191479" y="48681"/>
                  </a:cubicBezTo>
                  <a:cubicBezTo>
                    <a:pt x="190238" y="50835"/>
                    <a:pt x="188535" y="52733"/>
                    <a:pt x="186367" y="54378"/>
                  </a:cubicBezTo>
                  <a:cubicBezTo>
                    <a:pt x="184345" y="55843"/>
                    <a:pt x="181913" y="56996"/>
                    <a:pt x="179068" y="57839"/>
                  </a:cubicBezTo>
                  <a:cubicBezTo>
                    <a:pt x="176224" y="58680"/>
                    <a:pt x="173139" y="59102"/>
                    <a:pt x="169818" y="59102"/>
                  </a:cubicBezTo>
                  <a:cubicBezTo>
                    <a:pt x="166414" y="59102"/>
                    <a:pt x="163292" y="58680"/>
                    <a:pt x="160449" y="57839"/>
                  </a:cubicBezTo>
                  <a:cubicBezTo>
                    <a:pt x="157606" y="56996"/>
                    <a:pt x="155184" y="55850"/>
                    <a:pt x="153180" y="54401"/>
                  </a:cubicBezTo>
                  <a:lnTo>
                    <a:pt x="148776" y="49457"/>
                  </a:lnTo>
                  <a:lnTo>
                    <a:pt x="148776" y="68913"/>
                  </a:lnTo>
                  <a:lnTo>
                    <a:pt x="138620" y="68913"/>
                  </a:lnTo>
                  <a:close/>
                  <a:moveTo>
                    <a:pt x="63764" y="408"/>
                  </a:moveTo>
                  <a:lnTo>
                    <a:pt x="73921" y="408"/>
                  </a:lnTo>
                  <a:lnTo>
                    <a:pt x="73921" y="48883"/>
                  </a:lnTo>
                  <a:lnTo>
                    <a:pt x="63764" y="48883"/>
                  </a:lnTo>
                  <a:close/>
                  <a:moveTo>
                    <a:pt x="154981" y="204"/>
                  </a:moveTo>
                  <a:lnTo>
                    <a:pt x="183736" y="204"/>
                  </a:lnTo>
                  <a:lnTo>
                    <a:pt x="183736" y="8621"/>
                  </a:lnTo>
                  <a:lnTo>
                    <a:pt x="154981" y="8621"/>
                  </a:lnTo>
                  <a:close/>
                  <a:moveTo>
                    <a:pt x="235557" y="0"/>
                  </a:moveTo>
                  <a:lnTo>
                    <a:pt x="262880" y="0"/>
                  </a:lnTo>
                  <a:lnTo>
                    <a:pt x="262880" y="8008"/>
                  </a:lnTo>
                  <a:lnTo>
                    <a:pt x="235557" y="8008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5DA1729-7EB2-4A84-B0B7-4D41748E5242}"/>
                </a:ext>
              </a:extLst>
            </p:cNvPr>
            <p:cNvSpPr txBox="1"/>
            <p:nvPr/>
          </p:nvSpPr>
          <p:spPr>
            <a:xfrm>
              <a:off x="1096688" y="1190385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일반현황</a:t>
              </a:r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86558552-5C08-4957-9A5E-7B58982D8B9B}"/>
                </a:ext>
              </a:extLst>
            </p:cNvPr>
            <p:cNvSpPr/>
            <p:nvPr/>
          </p:nvSpPr>
          <p:spPr>
            <a:xfrm>
              <a:off x="1495459" y="1253786"/>
              <a:ext cx="37643" cy="98855"/>
            </a:xfrm>
            <a:custGeom>
              <a:avLst/>
              <a:gdLst>
                <a:gd name="connsiteX0" fmla="*/ 7586 w 37643"/>
                <a:gd name="connsiteY0" fmla="*/ 0 h 98855"/>
                <a:gd name="connsiteX1" fmla="*/ 37643 w 37643"/>
                <a:gd name="connsiteY1" fmla="*/ 49824 h 98855"/>
                <a:gd name="connsiteX2" fmla="*/ 7563 w 37643"/>
                <a:gd name="connsiteY2" fmla="*/ 98856 h 98855"/>
                <a:gd name="connsiteX3" fmla="*/ 0 w 37643"/>
                <a:gd name="connsiteY3" fmla="*/ 95313 h 98855"/>
                <a:gd name="connsiteX4" fmla="*/ 26365 w 37643"/>
                <a:gd name="connsiteY4" fmla="*/ 49704 h 98855"/>
                <a:gd name="connsiteX5" fmla="*/ 0 w 37643"/>
                <a:gd name="connsiteY5" fmla="*/ 3639 h 9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643" h="98855">
                  <a:moveTo>
                    <a:pt x="7586" y="0"/>
                  </a:moveTo>
                  <a:lnTo>
                    <a:pt x="37643" y="49824"/>
                  </a:lnTo>
                  <a:lnTo>
                    <a:pt x="7563" y="98856"/>
                  </a:lnTo>
                  <a:lnTo>
                    <a:pt x="0" y="95313"/>
                  </a:lnTo>
                  <a:lnTo>
                    <a:pt x="26365" y="49704"/>
                  </a:lnTo>
                  <a:lnTo>
                    <a:pt x="0" y="3639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0A349432-D9A5-4545-BB1C-B0C4C1481743}"/>
                </a:ext>
              </a:extLst>
            </p:cNvPr>
            <p:cNvSpPr txBox="1"/>
            <p:nvPr/>
          </p:nvSpPr>
          <p:spPr>
            <a:xfrm>
              <a:off x="1404019" y="1203419"/>
              <a:ext cx="247984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&gt;</a:t>
              </a:r>
            </a:p>
          </p:txBody>
        </p:sp>
        <p:sp>
          <p:nvSpPr>
            <p:cNvPr id="118" name="자유형: 도형 117">
              <a:extLst>
                <a:ext uri="{FF2B5EF4-FFF2-40B4-BE49-F238E27FC236}">
                  <a16:creationId xmlns:a16="http://schemas.microsoft.com/office/drawing/2014/main" id="{3DC9D179-DC80-4DF7-94A9-7830D448A6D8}"/>
                </a:ext>
              </a:extLst>
            </p:cNvPr>
            <p:cNvSpPr/>
            <p:nvPr/>
          </p:nvSpPr>
          <p:spPr>
            <a:xfrm>
              <a:off x="1548243" y="1257671"/>
              <a:ext cx="80973" cy="92621"/>
            </a:xfrm>
            <a:custGeom>
              <a:avLst/>
              <a:gdLst>
                <a:gd name="connsiteX0" fmla="*/ 10056 w 80973"/>
                <a:gd name="connsiteY0" fmla="*/ 14242 h 92621"/>
                <a:gd name="connsiteX1" fmla="*/ 10056 w 80973"/>
                <a:gd name="connsiteY1" fmla="*/ 60395 h 92621"/>
                <a:gd name="connsiteX2" fmla="*/ 33009 w 80973"/>
                <a:gd name="connsiteY2" fmla="*/ 60395 h 92621"/>
                <a:gd name="connsiteX3" fmla="*/ 33009 w 80973"/>
                <a:gd name="connsiteY3" fmla="*/ 14242 h 92621"/>
                <a:gd name="connsiteX4" fmla="*/ 3189 w 80973"/>
                <a:gd name="connsiteY4" fmla="*/ 5315 h 92621"/>
                <a:gd name="connsiteX5" fmla="*/ 39874 w 80973"/>
                <a:gd name="connsiteY5" fmla="*/ 5315 h 92621"/>
                <a:gd name="connsiteX6" fmla="*/ 42309 w 80973"/>
                <a:gd name="connsiteY6" fmla="*/ 6068 h 92621"/>
                <a:gd name="connsiteX7" fmla="*/ 43062 w 80973"/>
                <a:gd name="connsiteY7" fmla="*/ 8398 h 92621"/>
                <a:gd name="connsiteX8" fmla="*/ 43062 w 80973"/>
                <a:gd name="connsiteY8" fmla="*/ 66236 h 92621"/>
                <a:gd name="connsiteX9" fmla="*/ 42301 w 80973"/>
                <a:gd name="connsiteY9" fmla="*/ 68664 h 92621"/>
                <a:gd name="connsiteX10" fmla="*/ 39874 w 80973"/>
                <a:gd name="connsiteY10" fmla="*/ 69424 h 92621"/>
                <a:gd name="connsiteX11" fmla="*/ 3189 w 80973"/>
                <a:gd name="connsiteY11" fmla="*/ 69424 h 92621"/>
                <a:gd name="connsiteX12" fmla="*/ 754 w 80973"/>
                <a:gd name="connsiteY12" fmla="*/ 68672 h 92621"/>
                <a:gd name="connsiteX13" fmla="*/ 0 w 80973"/>
                <a:gd name="connsiteY13" fmla="*/ 66236 h 92621"/>
                <a:gd name="connsiteX14" fmla="*/ 0 w 80973"/>
                <a:gd name="connsiteY14" fmla="*/ 8398 h 92621"/>
                <a:gd name="connsiteX15" fmla="*/ 746 w 80973"/>
                <a:gd name="connsiteY15" fmla="*/ 6060 h 92621"/>
                <a:gd name="connsiteX16" fmla="*/ 3189 w 80973"/>
                <a:gd name="connsiteY16" fmla="*/ 5315 h 92621"/>
                <a:gd name="connsiteX17" fmla="*/ 57328 w 80973"/>
                <a:gd name="connsiteY17" fmla="*/ 0 h 92621"/>
                <a:gd name="connsiteX18" fmla="*/ 67587 w 80973"/>
                <a:gd name="connsiteY18" fmla="*/ 0 h 92621"/>
                <a:gd name="connsiteX19" fmla="*/ 67587 w 80973"/>
                <a:gd name="connsiteY19" fmla="*/ 32190 h 92621"/>
                <a:gd name="connsiteX20" fmla="*/ 80974 w 80973"/>
                <a:gd name="connsiteY20" fmla="*/ 32190 h 92621"/>
                <a:gd name="connsiteX21" fmla="*/ 80974 w 80973"/>
                <a:gd name="connsiteY21" fmla="*/ 41527 h 92621"/>
                <a:gd name="connsiteX22" fmla="*/ 67587 w 80973"/>
                <a:gd name="connsiteY22" fmla="*/ 41527 h 92621"/>
                <a:gd name="connsiteX23" fmla="*/ 67587 w 80973"/>
                <a:gd name="connsiteY23" fmla="*/ 92621 h 92621"/>
                <a:gd name="connsiteX24" fmla="*/ 57328 w 80973"/>
                <a:gd name="connsiteY24" fmla="*/ 92621 h 9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0973" h="92621">
                  <a:moveTo>
                    <a:pt x="10056" y="14242"/>
                  </a:moveTo>
                  <a:lnTo>
                    <a:pt x="10056" y="60395"/>
                  </a:lnTo>
                  <a:lnTo>
                    <a:pt x="33009" y="60395"/>
                  </a:lnTo>
                  <a:lnTo>
                    <a:pt x="33009" y="14242"/>
                  </a:lnTo>
                  <a:close/>
                  <a:moveTo>
                    <a:pt x="3189" y="5315"/>
                  </a:moveTo>
                  <a:lnTo>
                    <a:pt x="39874" y="5315"/>
                  </a:lnTo>
                  <a:cubicBezTo>
                    <a:pt x="40995" y="5315"/>
                    <a:pt x="41806" y="5566"/>
                    <a:pt x="42309" y="6068"/>
                  </a:cubicBezTo>
                  <a:cubicBezTo>
                    <a:pt x="42811" y="6570"/>
                    <a:pt x="43062" y="7348"/>
                    <a:pt x="43062" y="8398"/>
                  </a:cubicBezTo>
                  <a:lnTo>
                    <a:pt x="43062" y="66236"/>
                  </a:lnTo>
                  <a:cubicBezTo>
                    <a:pt x="43062" y="67348"/>
                    <a:pt x="42809" y="68156"/>
                    <a:pt x="42301" y="68664"/>
                  </a:cubicBezTo>
                  <a:cubicBezTo>
                    <a:pt x="41794" y="69171"/>
                    <a:pt x="40984" y="69424"/>
                    <a:pt x="39874" y="69424"/>
                  </a:cubicBezTo>
                  <a:lnTo>
                    <a:pt x="3189" y="69424"/>
                  </a:lnTo>
                  <a:cubicBezTo>
                    <a:pt x="2068" y="69424"/>
                    <a:pt x="1255" y="69173"/>
                    <a:pt x="754" y="68672"/>
                  </a:cubicBezTo>
                  <a:cubicBezTo>
                    <a:pt x="251" y="68169"/>
                    <a:pt x="0" y="67358"/>
                    <a:pt x="0" y="66236"/>
                  </a:cubicBezTo>
                  <a:lnTo>
                    <a:pt x="0" y="8398"/>
                  </a:lnTo>
                  <a:cubicBezTo>
                    <a:pt x="0" y="7337"/>
                    <a:pt x="249" y="6557"/>
                    <a:pt x="746" y="6060"/>
                  </a:cubicBezTo>
                  <a:cubicBezTo>
                    <a:pt x="1243" y="5563"/>
                    <a:pt x="2057" y="5315"/>
                    <a:pt x="3189" y="5315"/>
                  </a:cubicBezTo>
                  <a:close/>
                  <a:moveTo>
                    <a:pt x="57328" y="0"/>
                  </a:moveTo>
                  <a:lnTo>
                    <a:pt x="67587" y="0"/>
                  </a:lnTo>
                  <a:lnTo>
                    <a:pt x="67587" y="32190"/>
                  </a:lnTo>
                  <a:lnTo>
                    <a:pt x="80974" y="32190"/>
                  </a:lnTo>
                  <a:lnTo>
                    <a:pt x="80974" y="41527"/>
                  </a:lnTo>
                  <a:lnTo>
                    <a:pt x="67587" y="41527"/>
                  </a:lnTo>
                  <a:lnTo>
                    <a:pt x="67587" y="92621"/>
                  </a:lnTo>
                  <a:lnTo>
                    <a:pt x="57328" y="92621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F427B0C-1E79-4350-A245-B626923FA74D}"/>
                </a:ext>
              </a:extLst>
            </p:cNvPr>
            <p:cNvSpPr txBox="1"/>
            <p:nvPr/>
          </p:nvSpPr>
          <p:spPr>
            <a:xfrm>
              <a:off x="1456803" y="1188827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마</a:t>
              </a:r>
            </a:p>
          </p:txBody>
        </p:sp>
        <p:sp>
          <p:nvSpPr>
            <p:cNvPr id="120" name="자유형: 도형 119">
              <a:extLst>
                <a:ext uri="{FF2B5EF4-FFF2-40B4-BE49-F238E27FC236}">
                  <a16:creationId xmlns:a16="http://schemas.microsoft.com/office/drawing/2014/main" id="{5B42A112-C8FE-4937-96C4-997729F9EDFC}"/>
                </a:ext>
              </a:extLst>
            </p:cNvPr>
            <p:cNvSpPr/>
            <p:nvPr/>
          </p:nvSpPr>
          <p:spPr>
            <a:xfrm>
              <a:off x="1621794" y="1330019"/>
              <a:ext cx="12609" cy="12505"/>
            </a:xfrm>
            <a:custGeom>
              <a:avLst/>
              <a:gdLst>
                <a:gd name="connsiteX0" fmla="*/ 0 w 12609"/>
                <a:gd name="connsiteY0" fmla="*/ 0 h 12505"/>
                <a:gd name="connsiteX1" fmla="*/ 12609 w 12609"/>
                <a:gd name="connsiteY1" fmla="*/ 0 h 12505"/>
                <a:gd name="connsiteX2" fmla="*/ 12609 w 12609"/>
                <a:gd name="connsiteY2" fmla="*/ 12505 h 12505"/>
                <a:gd name="connsiteX3" fmla="*/ 0 w 12609"/>
                <a:gd name="connsiteY3" fmla="*/ 12505 h 1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09" h="12505">
                  <a:moveTo>
                    <a:pt x="0" y="0"/>
                  </a:moveTo>
                  <a:lnTo>
                    <a:pt x="12609" y="0"/>
                  </a:lnTo>
                  <a:lnTo>
                    <a:pt x="12609" y="12505"/>
                  </a:lnTo>
                  <a:lnTo>
                    <a:pt x="0" y="12505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8E3AEE25-C763-4C90-A2FC-1B6D22FC095C}"/>
                </a:ext>
              </a:extLst>
            </p:cNvPr>
            <p:cNvSpPr txBox="1"/>
            <p:nvPr/>
          </p:nvSpPr>
          <p:spPr>
            <a:xfrm>
              <a:off x="1530354" y="1282220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.</a:t>
              </a:r>
            </a:p>
          </p:txBody>
        </p:sp>
        <p:sp>
          <p:nvSpPr>
            <p:cNvPr id="122" name="자유형: 도형 121">
              <a:extLst>
                <a:ext uri="{FF2B5EF4-FFF2-40B4-BE49-F238E27FC236}">
                  <a16:creationId xmlns:a16="http://schemas.microsoft.com/office/drawing/2014/main" id="{270C9CF0-E518-4EB0-A73B-2306A2B7F500}"/>
                </a:ext>
              </a:extLst>
            </p:cNvPr>
            <p:cNvSpPr/>
            <p:nvPr/>
          </p:nvSpPr>
          <p:spPr>
            <a:xfrm>
              <a:off x="1654811" y="1257671"/>
              <a:ext cx="159199" cy="92621"/>
            </a:xfrm>
            <a:custGeom>
              <a:avLst/>
              <a:gdLst>
                <a:gd name="connsiteX0" fmla="*/ 85482 w 159199"/>
                <a:gd name="connsiteY0" fmla="*/ 58044 h 92621"/>
                <a:gd name="connsiteX1" fmla="*/ 95432 w 159199"/>
                <a:gd name="connsiteY1" fmla="*/ 58044 h 92621"/>
                <a:gd name="connsiteX2" fmla="*/ 95432 w 159199"/>
                <a:gd name="connsiteY2" fmla="*/ 81750 h 92621"/>
                <a:gd name="connsiteX3" fmla="*/ 151330 w 159199"/>
                <a:gd name="connsiteY3" fmla="*/ 81750 h 92621"/>
                <a:gd name="connsiteX4" fmla="*/ 151330 w 159199"/>
                <a:gd name="connsiteY4" fmla="*/ 90680 h 92621"/>
                <a:gd name="connsiteX5" fmla="*/ 88668 w 159199"/>
                <a:gd name="connsiteY5" fmla="*/ 90680 h 92621"/>
                <a:gd name="connsiteX6" fmla="*/ 86234 w 159199"/>
                <a:gd name="connsiteY6" fmla="*/ 89927 h 92621"/>
                <a:gd name="connsiteX7" fmla="*/ 85482 w 159199"/>
                <a:gd name="connsiteY7" fmla="*/ 87491 h 92621"/>
                <a:gd name="connsiteX8" fmla="*/ 25853 w 159199"/>
                <a:gd name="connsiteY8" fmla="*/ 48540 h 92621"/>
                <a:gd name="connsiteX9" fmla="*/ 35906 w 159199"/>
                <a:gd name="connsiteY9" fmla="*/ 48540 h 92621"/>
                <a:gd name="connsiteX10" fmla="*/ 35906 w 159199"/>
                <a:gd name="connsiteY10" fmla="*/ 64889 h 92621"/>
                <a:gd name="connsiteX11" fmla="*/ 41888 w 159199"/>
                <a:gd name="connsiteY11" fmla="*/ 64695 h 92621"/>
                <a:gd name="connsiteX12" fmla="*/ 49176 w 159199"/>
                <a:gd name="connsiteY12" fmla="*/ 64190 h 92621"/>
                <a:gd name="connsiteX13" fmla="*/ 56348 w 159199"/>
                <a:gd name="connsiteY13" fmla="*/ 63538 h 92621"/>
                <a:gd name="connsiteX14" fmla="*/ 64109 w 159199"/>
                <a:gd name="connsiteY14" fmla="*/ 62538 h 92621"/>
                <a:gd name="connsiteX15" fmla="*/ 64109 w 159199"/>
                <a:gd name="connsiteY15" fmla="*/ 71353 h 92621"/>
                <a:gd name="connsiteX16" fmla="*/ 38486 w 159199"/>
                <a:gd name="connsiteY16" fmla="*/ 73509 h 92621"/>
                <a:gd name="connsiteX17" fmla="*/ 10953 w 159199"/>
                <a:gd name="connsiteY17" fmla="*/ 74125 h 92621"/>
                <a:gd name="connsiteX18" fmla="*/ 0 w 159199"/>
                <a:gd name="connsiteY18" fmla="*/ 74125 h 92621"/>
                <a:gd name="connsiteX19" fmla="*/ 0 w 159199"/>
                <a:gd name="connsiteY19" fmla="*/ 64992 h 92621"/>
                <a:gd name="connsiteX20" fmla="*/ 25853 w 159199"/>
                <a:gd name="connsiteY20" fmla="*/ 64992 h 92621"/>
                <a:gd name="connsiteX21" fmla="*/ 7051 w 159199"/>
                <a:gd name="connsiteY21" fmla="*/ 17168 h 92621"/>
                <a:gd name="connsiteX22" fmla="*/ 55117 w 159199"/>
                <a:gd name="connsiteY22" fmla="*/ 17168 h 92621"/>
                <a:gd name="connsiteX23" fmla="*/ 55117 w 159199"/>
                <a:gd name="connsiteY23" fmla="*/ 25995 h 92621"/>
                <a:gd name="connsiteX24" fmla="*/ 36777 w 159199"/>
                <a:gd name="connsiteY24" fmla="*/ 25995 h 92621"/>
                <a:gd name="connsiteX25" fmla="*/ 38589 w 159199"/>
                <a:gd name="connsiteY25" fmla="*/ 31880 h 92621"/>
                <a:gd name="connsiteX26" fmla="*/ 43649 w 159199"/>
                <a:gd name="connsiteY26" fmla="*/ 37178 h 92621"/>
                <a:gd name="connsiteX27" fmla="*/ 50688 w 159199"/>
                <a:gd name="connsiteY27" fmla="*/ 41507 h 92621"/>
                <a:gd name="connsiteX28" fmla="*/ 58592 w 159199"/>
                <a:gd name="connsiteY28" fmla="*/ 44547 h 92621"/>
                <a:gd name="connsiteX29" fmla="*/ 55633 w 159199"/>
                <a:gd name="connsiteY29" fmla="*/ 48557 h 92621"/>
                <a:gd name="connsiteX30" fmla="*/ 52932 w 159199"/>
                <a:gd name="connsiteY30" fmla="*/ 51848 h 92621"/>
                <a:gd name="connsiteX31" fmla="*/ 46132 w 159199"/>
                <a:gd name="connsiteY31" fmla="*/ 49387 h 92621"/>
                <a:gd name="connsiteX32" fmla="*/ 39751 w 159199"/>
                <a:gd name="connsiteY32" fmla="*/ 45759 h 92621"/>
                <a:gd name="connsiteX33" fmla="*/ 34720 w 159199"/>
                <a:gd name="connsiteY33" fmla="*/ 41668 h 92621"/>
                <a:gd name="connsiteX34" fmla="*/ 31188 w 159199"/>
                <a:gd name="connsiteY34" fmla="*/ 36418 h 92621"/>
                <a:gd name="connsiteX35" fmla="*/ 28083 w 159199"/>
                <a:gd name="connsiteY35" fmla="*/ 41839 h 92621"/>
                <a:gd name="connsiteX36" fmla="*/ 22613 w 159199"/>
                <a:gd name="connsiteY36" fmla="*/ 46534 h 92621"/>
                <a:gd name="connsiteX37" fmla="*/ 16835 w 159199"/>
                <a:gd name="connsiteY37" fmla="*/ 50749 h 92621"/>
                <a:gd name="connsiteX38" fmla="*/ 8866 w 159199"/>
                <a:gd name="connsiteY38" fmla="*/ 54401 h 92621"/>
                <a:gd name="connsiteX39" fmla="*/ 5199 w 159199"/>
                <a:gd name="connsiteY39" fmla="*/ 50849 h 92621"/>
                <a:gd name="connsiteX40" fmla="*/ 1940 w 159199"/>
                <a:gd name="connsiteY40" fmla="*/ 47180 h 92621"/>
                <a:gd name="connsiteX41" fmla="*/ 11763 w 159199"/>
                <a:gd name="connsiteY41" fmla="*/ 42766 h 92621"/>
                <a:gd name="connsiteX42" fmla="*/ 19500 w 159199"/>
                <a:gd name="connsiteY42" fmla="*/ 37069 h 92621"/>
                <a:gd name="connsiteX43" fmla="*/ 23900 w 159199"/>
                <a:gd name="connsiteY43" fmla="*/ 31422 h 92621"/>
                <a:gd name="connsiteX44" fmla="*/ 25750 w 159199"/>
                <a:gd name="connsiteY44" fmla="*/ 25995 h 92621"/>
                <a:gd name="connsiteX45" fmla="*/ 7051 w 159199"/>
                <a:gd name="connsiteY45" fmla="*/ 25995 h 92621"/>
                <a:gd name="connsiteX46" fmla="*/ 17064 w 159199"/>
                <a:gd name="connsiteY46" fmla="*/ 1637 h 92621"/>
                <a:gd name="connsiteX47" fmla="*/ 44388 w 159199"/>
                <a:gd name="connsiteY47" fmla="*/ 1637 h 92621"/>
                <a:gd name="connsiteX48" fmla="*/ 44388 w 159199"/>
                <a:gd name="connsiteY48" fmla="*/ 10361 h 92621"/>
                <a:gd name="connsiteX49" fmla="*/ 17064 w 159199"/>
                <a:gd name="connsiteY49" fmla="*/ 10361 h 92621"/>
                <a:gd name="connsiteX50" fmla="*/ 65399 w 159199"/>
                <a:gd name="connsiteY50" fmla="*/ 0 h 92621"/>
                <a:gd name="connsiteX51" fmla="*/ 75452 w 159199"/>
                <a:gd name="connsiteY51" fmla="*/ 0 h 92621"/>
                <a:gd name="connsiteX52" fmla="*/ 75452 w 159199"/>
                <a:gd name="connsiteY52" fmla="*/ 41285 h 92621"/>
                <a:gd name="connsiteX53" fmla="*/ 134975 w 159199"/>
                <a:gd name="connsiteY53" fmla="*/ 41285 h 92621"/>
                <a:gd name="connsiteX54" fmla="*/ 136259 w 159199"/>
                <a:gd name="connsiteY54" fmla="*/ 33961 h 92621"/>
                <a:gd name="connsiteX55" fmla="*/ 137495 w 159199"/>
                <a:gd name="connsiteY55" fmla="*/ 26150 h 92621"/>
                <a:gd name="connsiteX56" fmla="*/ 138638 w 159199"/>
                <a:gd name="connsiteY56" fmla="*/ 17754 h 92621"/>
                <a:gd name="connsiteX57" fmla="*/ 139335 w 159199"/>
                <a:gd name="connsiteY57" fmla="*/ 11586 h 92621"/>
                <a:gd name="connsiteX58" fmla="*/ 83846 w 159199"/>
                <a:gd name="connsiteY58" fmla="*/ 11586 h 92621"/>
                <a:gd name="connsiteX59" fmla="*/ 83846 w 159199"/>
                <a:gd name="connsiteY59" fmla="*/ 2659 h 92621"/>
                <a:gd name="connsiteX60" fmla="*/ 146507 w 159199"/>
                <a:gd name="connsiteY60" fmla="*/ 2659 h 92621"/>
                <a:gd name="connsiteX61" fmla="*/ 148942 w 159199"/>
                <a:gd name="connsiteY61" fmla="*/ 3411 h 92621"/>
                <a:gd name="connsiteX62" fmla="*/ 149695 w 159199"/>
                <a:gd name="connsiteY62" fmla="*/ 5585 h 92621"/>
                <a:gd name="connsiteX63" fmla="*/ 148850 w 159199"/>
                <a:gd name="connsiteY63" fmla="*/ 15309 h 92621"/>
                <a:gd name="connsiteX64" fmla="*/ 147609 w 159199"/>
                <a:gd name="connsiteY64" fmla="*/ 25085 h 92621"/>
                <a:gd name="connsiteX65" fmla="*/ 146184 w 159199"/>
                <a:gd name="connsiteY65" fmla="*/ 34368 h 92621"/>
                <a:gd name="connsiteX66" fmla="*/ 144688 w 159199"/>
                <a:gd name="connsiteY66" fmla="*/ 41285 h 92621"/>
                <a:gd name="connsiteX67" fmla="*/ 159199 w 159199"/>
                <a:gd name="connsiteY67" fmla="*/ 41285 h 92621"/>
                <a:gd name="connsiteX68" fmla="*/ 159199 w 159199"/>
                <a:gd name="connsiteY68" fmla="*/ 50315 h 92621"/>
                <a:gd name="connsiteX69" fmla="*/ 75452 w 159199"/>
                <a:gd name="connsiteY69" fmla="*/ 50315 h 92621"/>
                <a:gd name="connsiteX70" fmla="*/ 75452 w 159199"/>
                <a:gd name="connsiteY70" fmla="*/ 92621 h 92621"/>
                <a:gd name="connsiteX71" fmla="*/ 65399 w 159199"/>
                <a:gd name="connsiteY71" fmla="*/ 92621 h 9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59199" h="92621">
                  <a:moveTo>
                    <a:pt x="85482" y="58044"/>
                  </a:moveTo>
                  <a:lnTo>
                    <a:pt x="95432" y="58044"/>
                  </a:lnTo>
                  <a:lnTo>
                    <a:pt x="95432" y="81750"/>
                  </a:lnTo>
                  <a:lnTo>
                    <a:pt x="151330" y="81750"/>
                  </a:lnTo>
                  <a:lnTo>
                    <a:pt x="151330" y="90680"/>
                  </a:lnTo>
                  <a:lnTo>
                    <a:pt x="88668" y="90680"/>
                  </a:lnTo>
                  <a:cubicBezTo>
                    <a:pt x="87547" y="90680"/>
                    <a:pt x="86736" y="90428"/>
                    <a:pt x="86234" y="89927"/>
                  </a:cubicBezTo>
                  <a:cubicBezTo>
                    <a:pt x="85732" y="89424"/>
                    <a:pt x="85482" y="88613"/>
                    <a:pt x="85482" y="87491"/>
                  </a:cubicBezTo>
                  <a:close/>
                  <a:moveTo>
                    <a:pt x="25853" y="48540"/>
                  </a:moveTo>
                  <a:lnTo>
                    <a:pt x="35906" y="48540"/>
                  </a:lnTo>
                  <a:lnTo>
                    <a:pt x="35906" y="64889"/>
                  </a:lnTo>
                  <a:cubicBezTo>
                    <a:pt x="37526" y="64889"/>
                    <a:pt x="39520" y="64826"/>
                    <a:pt x="41888" y="64695"/>
                  </a:cubicBezTo>
                  <a:cubicBezTo>
                    <a:pt x="44255" y="64566"/>
                    <a:pt x="46685" y="64397"/>
                    <a:pt x="49176" y="64190"/>
                  </a:cubicBezTo>
                  <a:cubicBezTo>
                    <a:pt x="51632" y="63991"/>
                    <a:pt x="54022" y="63773"/>
                    <a:pt x="56348" y="63538"/>
                  </a:cubicBezTo>
                  <a:cubicBezTo>
                    <a:pt x="58673" y="63302"/>
                    <a:pt x="61260" y="62969"/>
                    <a:pt x="64109" y="62538"/>
                  </a:cubicBezTo>
                  <a:lnTo>
                    <a:pt x="64109" y="71353"/>
                  </a:lnTo>
                  <a:cubicBezTo>
                    <a:pt x="55754" y="72380"/>
                    <a:pt x="47212" y="73098"/>
                    <a:pt x="38486" y="73509"/>
                  </a:cubicBezTo>
                  <a:cubicBezTo>
                    <a:pt x="29759" y="73919"/>
                    <a:pt x="20581" y="74125"/>
                    <a:pt x="10953" y="74125"/>
                  </a:cubicBezTo>
                  <a:lnTo>
                    <a:pt x="0" y="74125"/>
                  </a:lnTo>
                  <a:lnTo>
                    <a:pt x="0" y="64992"/>
                  </a:lnTo>
                  <a:lnTo>
                    <a:pt x="25853" y="64992"/>
                  </a:lnTo>
                  <a:close/>
                  <a:moveTo>
                    <a:pt x="7051" y="17168"/>
                  </a:moveTo>
                  <a:lnTo>
                    <a:pt x="55117" y="17168"/>
                  </a:lnTo>
                  <a:lnTo>
                    <a:pt x="55117" y="25995"/>
                  </a:lnTo>
                  <a:lnTo>
                    <a:pt x="36777" y="25995"/>
                  </a:lnTo>
                  <a:lnTo>
                    <a:pt x="38589" y="31880"/>
                  </a:lnTo>
                  <a:cubicBezTo>
                    <a:pt x="39968" y="33868"/>
                    <a:pt x="41655" y="35634"/>
                    <a:pt x="43649" y="37178"/>
                  </a:cubicBezTo>
                  <a:cubicBezTo>
                    <a:pt x="45802" y="38927"/>
                    <a:pt x="48148" y="40370"/>
                    <a:pt x="50688" y="41507"/>
                  </a:cubicBezTo>
                  <a:cubicBezTo>
                    <a:pt x="53228" y="42642"/>
                    <a:pt x="55862" y="43656"/>
                    <a:pt x="58592" y="44547"/>
                  </a:cubicBezTo>
                  <a:cubicBezTo>
                    <a:pt x="57461" y="46184"/>
                    <a:pt x="56475" y="47521"/>
                    <a:pt x="55633" y="48557"/>
                  </a:cubicBezTo>
                  <a:cubicBezTo>
                    <a:pt x="54790" y="49592"/>
                    <a:pt x="53891" y="50690"/>
                    <a:pt x="52932" y="51848"/>
                  </a:cubicBezTo>
                  <a:cubicBezTo>
                    <a:pt x="50492" y="51184"/>
                    <a:pt x="48225" y="50363"/>
                    <a:pt x="46132" y="49387"/>
                  </a:cubicBezTo>
                  <a:cubicBezTo>
                    <a:pt x="44037" y="48409"/>
                    <a:pt x="41910" y="47201"/>
                    <a:pt x="39751" y="45759"/>
                  </a:cubicBezTo>
                  <a:cubicBezTo>
                    <a:pt x="38102" y="44701"/>
                    <a:pt x="36425" y="43337"/>
                    <a:pt x="34720" y="41668"/>
                  </a:cubicBezTo>
                  <a:cubicBezTo>
                    <a:pt x="33016" y="39999"/>
                    <a:pt x="31837" y="38249"/>
                    <a:pt x="31188" y="36418"/>
                  </a:cubicBezTo>
                  <a:cubicBezTo>
                    <a:pt x="30523" y="38311"/>
                    <a:pt x="29490" y="40117"/>
                    <a:pt x="28083" y="41839"/>
                  </a:cubicBezTo>
                  <a:cubicBezTo>
                    <a:pt x="26677" y="43559"/>
                    <a:pt x="24854" y="45124"/>
                    <a:pt x="22613" y="46534"/>
                  </a:cubicBezTo>
                  <a:cubicBezTo>
                    <a:pt x="21102" y="48089"/>
                    <a:pt x="19175" y="49494"/>
                    <a:pt x="16835" y="50749"/>
                  </a:cubicBezTo>
                  <a:cubicBezTo>
                    <a:pt x="14494" y="52004"/>
                    <a:pt x="11837" y="53221"/>
                    <a:pt x="8866" y="54401"/>
                  </a:cubicBezTo>
                  <a:cubicBezTo>
                    <a:pt x="7518" y="53010"/>
                    <a:pt x="6297" y="51826"/>
                    <a:pt x="5199" y="50849"/>
                  </a:cubicBezTo>
                  <a:cubicBezTo>
                    <a:pt x="4102" y="49871"/>
                    <a:pt x="3016" y="48648"/>
                    <a:pt x="1940" y="47180"/>
                  </a:cubicBezTo>
                  <a:cubicBezTo>
                    <a:pt x="5468" y="45897"/>
                    <a:pt x="8742" y="44426"/>
                    <a:pt x="11763" y="42766"/>
                  </a:cubicBezTo>
                  <a:cubicBezTo>
                    <a:pt x="14785" y="41105"/>
                    <a:pt x="17363" y="39207"/>
                    <a:pt x="19500" y="37069"/>
                  </a:cubicBezTo>
                  <a:cubicBezTo>
                    <a:pt x="21395" y="35316"/>
                    <a:pt x="22861" y="33434"/>
                    <a:pt x="23900" y="31422"/>
                  </a:cubicBezTo>
                  <a:cubicBezTo>
                    <a:pt x="24938" y="29410"/>
                    <a:pt x="25555" y="27602"/>
                    <a:pt x="25750" y="25995"/>
                  </a:cubicBezTo>
                  <a:lnTo>
                    <a:pt x="7051" y="25995"/>
                  </a:lnTo>
                  <a:close/>
                  <a:moveTo>
                    <a:pt x="17064" y="1637"/>
                  </a:moveTo>
                  <a:lnTo>
                    <a:pt x="44388" y="1637"/>
                  </a:lnTo>
                  <a:lnTo>
                    <a:pt x="44388" y="10361"/>
                  </a:lnTo>
                  <a:lnTo>
                    <a:pt x="17064" y="10361"/>
                  </a:lnTo>
                  <a:close/>
                  <a:moveTo>
                    <a:pt x="65399" y="0"/>
                  </a:moveTo>
                  <a:lnTo>
                    <a:pt x="75452" y="0"/>
                  </a:lnTo>
                  <a:lnTo>
                    <a:pt x="75452" y="41285"/>
                  </a:lnTo>
                  <a:lnTo>
                    <a:pt x="134975" y="41285"/>
                  </a:lnTo>
                  <a:cubicBezTo>
                    <a:pt x="135404" y="38898"/>
                    <a:pt x="135832" y="36457"/>
                    <a:pt x="136259" y="33961"/>
                  </a:cubicBezTo>
                  <a:cubicBezTo>
                    <a:pt x="136686" y="31464"/>
                    <a:pt x="137098" y="28861"/>
                    <a:pt x="137495" y="26150"/>
                  </a:cubicBezTo>
                  <a:cubicBezTo>
                    <a:pt x="137922" y="23224"/>
                    <a:pt x="138304" y="20426"/>
                    <a:pt x="138638" y="17754"/>
                  </a:cubicBezTo>
                  <a:cubicBezTo>
                    <a:pt x="138971" y="15083"/>
                    <a:pt x="139205" y="13027"/>
                    <a:pt x="139335" y="11586"/>
                  </a:cubicBezTo>
                  <a:lnTo>
                    <a:pt x="83846" y="11586"/>
                  </a:lnTo>
                  <a:lnTo>
                    <a:pt x="83846" y="2659"/>
                  </a:lnTo>
                  <a:lnTo>
                    <a:pt x="146507" y="2659"/>
                  </a:lnTo>
                  <a:cubicBezTo>
                    <a:pt x="147628" y="2659"/>
                    <a:pt x="148439" y="2910"/>
                    <a:pt x="148942" y="3411"/>
                  </a:cubicBezTo>
                  <a:cubicBezTo>
                    <a:pt x="149444" y="3914"/>
                    <a:pt x="149695" y="4638"/>
                    <a:pt x="149695" y="5585"/>
                  </a:cubicBezTo>
                  <a:cubicBezTo>
                    <a:pt x="149477" y="8792"/>
                    <a:pt x="149194" y="12034"/>
                    <a:pt x="148850" y="15309"/>
                  </a:cubicBezTo>
                  <a:cubicBezTo>
                    <a:pt x="148505" y="18583"/>
                    <a:pt x="148091" y="21842"/>
                    <a:pt x="147609" y="25085"/>
                  </a:cubicBezTo>
                  <a:cubicBezTo>
                    <a:pt x="147224" y="28165"/>
                    <a:pt x="146749" y="31260"/>
                    <a:pt x="146184" y="34368"/>
                  </a:cubicBezTo>
                  <a:cubicBezTo>
                    <a:pt x="145619" y="37478"/>
                    <a:pt x="145120" y="39783"/>
                    <a:pt x="144688" y="41285"/>
                  </a:cubicBezTo>
                  <a:lnTo>
                    <a:pt x="159199" y="41285"/>
                  </a:lnTo>
                  <a:lnTo>
                    <a:pt x="159199" y="50315"/>
                  </a:lnTo>
                  <a:lnTo>
                    <a:pt x="75452" y="50315"/>
                  </a:lnTo>
                  <a:lnTo>
                    <a:pt x="75452" y="92621"/>
                  </a:lnTo>
                  <a:lnTo>
                    <a:pt x="65399" y="92621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9E6DC677-3BCF-4416-9E19-221624843B63}"/>
                </a:ext>
              </a:extLst>
            </p:cNvPr>
            <p:cNvSpPr txBox="1"/>
            <p:nvPr/>
          </p:nvSpPr>
          <p:spPr>
            <a:xfrm>
              <a:off x="1563371" y="1188827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최근</a:t>
              </a:r>
            </a:p>
          </p:txBody>
        </p:sp>
        <p:sp>
          <p:nvSpPr>
            <p:cNvPr id="124" name="자유형: 도형 123">
              <a:extLst>
                <a:ext uri="{FF2B5EF4-FFF2-40B4-BE49-F238E27FC236}">
                  <a16:creationId xmlns:a16="http://schemas.microsoft.com/office/drawing/2014/main" id="{F42CA7B9-768D-4D58-A02A-6AB197E34E9F}"/>
                </a:ext>
              </a:extLst>
            </p:cNvPr>
            <p:cNvSpPr/>
            <p:nvPr/>
          </p:nvSpPr>
          <p:spPr>
            <a:xfrm>
              <a:off x="1815147" y="1261861"/>
              <a:ext cx="50923" cy="80050"/>
            </a:xfrm>
            <a:custGeom>
              <a:avLst/>
              <a:gdLst>
                <a:gd name="connsiteX0" fmla="*/ 25467 w 50923"/>
                <a:gd name="connsiteY0" fmla="*/ 0 h 80050"/>
                <a:gd name="connsiteX1" fmla="*/ 34413 w 50923"/>
                <a:gd name="connsiteY1" fmla="*/ 1230 h 80050"/>
                <a:gd name="connsiteX2" fmla="*/ 41470 w 50923"/>
                <a:gd name="connsiteY2" fmla="*/ 4699 h 80050"/>
                <a:gd name="connsiteX3" fmla="*/ 47316 w 50923"/>
                <a:gd name="connsiteY3" fmla="*/ 11617 h 80050"/>
                <a:gd name="connsiteX4" fmla="*/ 49296 w 50923"/>
                <a:gd name="connsiteY4" fmla="*/ 20966 h 80050"/>
                <a:gd name="connsiteX5" fmla="*/ 44869 w 50923"/>
                <a:gd name="connsiteY5" fmla="*/ 33085 h 80050"/>
                <a:gd name="connsiteX6" fmla="*/ 34165 w 50923"/>
                <a:gd name="connsiteY6" fmla="*/ 38563 h 80050"/>
                <a:gd name="connsiteX7" fmla="*/ 46027 w 50923"/>
                <a:gd name="connsiteY7" fmla="*/ 44345 h 80050"/>
                <a:gd name="connsiteX8" fmla="*/ 50923 w 50923"/>
                <a:gd name="connsiteY8" fmla="*/ 57551 h 80050"/>
                <a:gd name="connsiteX9" fmla="*/ 48723 w 50923"/>
                <a:gd name="connsiteY9" fmla="*/ 67770 h 80050"/>
                <a:gd name="connsiteX10" fmla="*/ 42707 w 50923"/>
                <a:gd name="connsiteY10" fmla="*/ 74931 h 80050"/>
                <a:gd name="connsiteX11" fmla="*/ 34543 w 50923"/>
                <a:gd name="connsiteY11" fmla="*/ 78783 h 80050"/>
                <a:gd name="connsiteX12" fmla="*/ 25051 w 50923"/>
                <a:gd name="connsiteY12" fmla="*/ 80051 h 80050"/>
                <a:gd name="connsiteX13" fmla="*/ 6900 w 50923"/>
                <a:gd name="connsiteY13" fmla="*/ 73952 h 80050"/>
                <a:gd name="connsiteX14" fmla="*/ 0 w 50923"/>
                <a:gd name="connsiteY14" fmla="*/ 56102 h 80050"/>
                <a:gd name="connsiteX15" fmla="*/ 10055 w 50923"/>
                <a:gd name="connsiteY15" fmla="*/ 56102 h 80050"/>
                <a:gd name="connsiteX16" fmla="*/ 14677 w 50923"/>
                <a:gd name="connsiteY16" fmla="*/ 67497 h 80050"/>
                <a:gd name="connsiteX17" fmla="*/ 25363 w 50923"/>
                <a:gd name="connsiteY17" fmla="*/ 71021 h 80050"/>
                <a:gd name="connsiteX18" fmla="*/ 36587 w 50923"/>
                <a:gd name="connsiteY18" fmla="*/ 67314 h 80050"/>
                <a:gd name="connsiteX19" fmla="*/ 40676 w 50923"/>
                <a:gd name="connsiteY19" fmla="*/ 56630 h 80050"/>
                <a:gd name="connsiteX20" fmla="*/ 39361 w 50923"/>
                <a:gd name="connsiteY20" fmla="*/ 50637 h 80050"/>
                <a:gd name="connsiteX21" fmla="*/ 35637 w 50923"/>
                <a:gd name="connsiteY21" fmla="*/ 46374 h 80050"/>
                <a:gd name="connsiteX22" fmla="*/ 30702 w 50923"/>
                <a:gd name="connsiteY22" fmla="*/ 44138 h 80050"/>
                <a:gd name="connsiteX23" fmla="*/ 24777 w 50923"/>
                <a:gd name="connsiteY23" fmla="*/ 43160 h 80050"/>
                <a:gd name="connsiteX24" fmla="*/ 20767 w 50923"/>
                <a:gd name="connsiteY24" fmla="*/ 43160 h 80050"/>
                <a:gd name="connsiteX25" fmla="*/ 18566 w 50923"/>
                <a:gd name="connsiteY25" fmla="*/ 42568 h 80050"/>
                <a:gd name="connsiteX26" fmla="*/ 18085 w 50923"/>
                <a:gd name="connsiteY26" fmla="*/ 40484 h 80050"/>
                <a:gd name="connsiteX27" fmla="*/ 18085 w 50923"/>
                <a:gd name="connsiteY27" fmla="*/ 36704 h 80050"/>
                <a:gd name="connsiteX28" fmla="*/ 18475 w 50923"/>
                <a:gd name="connsiteY28" fmla="*/ 34492 h 80050"/>
                <a:gd name="connsiteX29" fmla="*/ 20767 w 50923"/>
                <a:gd name="connsiteY29" fmla="*/ 33723 h 80050"/>
                <a:gd name="connsiteX30" fmla="*/ 24139 w 50923"/>
                <a:gd name="connsiteY30" fmla="*/ 33723 h 80050"/>
                <a:gd name="connsiteX31" fmla="*/ 29803 w 50923"/>
                <a:gd name="connsiteY31" fmla="*/ 33006 h 80050"/>
                <a:gd name="connsiteX32" fmla="*/ 34634 w 50923"/>
                <a:gd name="connsiteY32" fmla="*/ 30690 h 80050"/>
                <a:gd name="connsiteX33" fmla="*/ 37811 w 50923"/>
                <a:gd name="connsiteY33" fmla="*/ 27049 h 80050"/>
                <a:gd name="connsiteX34" fmla="*/ 39035 w 50923"/>
                <a:gd name="connsiteY34" fmla="*/ 21375 h 80050"/>
                <a:gd name="connsiteX35" fmla="*/ 35116 w 50923"/>
                <a:gd name="connsiteY35" fmla="*/ 12238 h 80050"/>
                <a:gd name="connsiteX36" fmla="*/ 25155 w 50923"/>
                <a:gd name="connsiteY36" fmla="*/ 9031 h 80050"/>
                <a:gd name="connsiteX37" fmla="*/ 15375 w 50923"/>
                <a:gd name="connsiteY37" fmla="*/ 12238 h 80050"/>
                <a:gd name="connsiteX38" fmla="*/ 11174 w 50923"/>
                <a:gd name="connsiteY38" fmla="*/ 22520 h 80050"/>
                <a:gd name="connsiteX39" fmla="*/ 1020 w 50923"/>
                <a:gd name="connsiteY39" fmla="*/ 22520 h 80050"/>
                <a:gd name="connsiteX40" fmla="*/ 7879 w 50923"/>
                <a:gd name="connsiteY40" fmla="*/ 5786 h 80050"/>
                <a:gd name="connsiteX41" fmla="*/ 25467 w 50923"/>
                <a:gd name="connsiteY41" fmla="*/ 0 h 8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0923" h="80050">
                  <a:moveTo>
                    <a:pt x="25467" y="0"/>
                  </a:moveTo>
                  <a:cubicBezTo>
                    <a:pt x="28540" y="0"/>
                    <a:pt x="31522" y="410"/>
                    <a:pt x="34413" y="1230"/>
                  </a:cubicBezTo>
                  <a:cubicBezTo>
                    <a:pt x="37303" y="2051"/>
                    <a:pt x="39660" y="3207"/>
                    <a:pt x="41470" y="4699"/>
                  </a:cubicBezTo>
                  <a:cubicBezTo>
                    <a:pt x="44048" y="6673"/>
                    <a:pt x="46001" y="8979"/>
                    <a:pt x="47316" y="11617"/>
                  </a:cubicBezTo>
                  <a:cubicBezTo>
                    <a:pt x="48632" y="14254"/>
                    <a:pt x="49296" y="17371"/>
                    <a:pt x="49296" y="20966"/>
                  </a:cubicBezTo>
                  <a:cubicBezTo>
                    <a:pt x="49296" y="25520"/>
                    <a:pt x="47824" y="29559"/>
                    <a:pt x="44869" y="33085"/>
                  </a:cubicBezTo>
                  <a:cubicBezTo>
                    <a:pt x="41913" y="36609"/>
                    <a:pt x="38345" y="38436"/>
                    <a:pt x="34165" y="38563"/>
                  </a:cubicBezTo>
                  <a:cubicBezTo>
                    <a:pt x="38814" y="38721"/>
                    <a:pt x="42759" y="40648"/>
                    <a:pt x="46027" y="44345"/>
                  </a:cubicBezTo>
                  <a:cubicBezTo>
                    <a:pt x="49296" y="48042"/>
                    <a:pt x="50923" y="52443"/>
                    <a:pt x="50923" y="57551"/>
                  </a:cubicBezTo>
                  <a:cubicBezTo>
                    <a:pt x="50923" y="61523"/>
                    <a:pt x="50194" y="64931"/>
                    <a:pt x="48723" y="67770"/>
                  </a:cubicBezTo>
                  <a:cubicBezTo>
                    <a:pt x="47238" y="70609"/>
                    <a:pt x="45246" y="72997"/>
                    <a:pt x="42707" y="74931"/>
                  </a:cubicBezTo>
                  <a:cubicBezTo>
                    <a:pt x="40363" y="76654"/>
                    <a:pt x="37655" y="77937"/>
                    <a:pt x="34543" y="78783"/>
                  </a:cubicBezTo>
                  <a:cubicBezTo>
                    <a:pt x="31444" y="79628"/>
                    <a:pt x="28280" y="80051"/>
                    <a:pt x="25051" y="80051"/>
                  </a:cubicBezTo>
                  <a:cubicBezTo>
                    <a:pt x="17408" y="80051"/>
                    <a:pt x="11358" y="78017"/>
                    <a:pt x="6900" y="73952"/>
                  </a:cubicBezTo>
                  <a:cubicBezTo>
                    <a:pt x="2441" y="69885"/>
                    <a:pt x="142" y="63936"/>
                    <a:pt x="0" y="56102"/>
                  </a:cubicBezTo>
                  <a:lnTo>
                    <a:pt x="10055" y="56102"/>
                  </a:lnTo>
                  <a:cubicBezTo>
                    <a:pt x="10566" y="61350"/>
                    <a:pt x="12107" y="65148"/>
                    <a:pt x="14677" y="67497"/>
                  </a:cubicBezTo>
                  <a:cubicBezTo>
                    <a:pt x="17251" y="69846"/>
                    <a:pt x="20806" y="71021"/>
                    <a:pt x="25363" y="71021"/>
                  </a:cubicBezTo>
                  <a:cubicBezTo>
                    <a:pt x="30116" y="71021"/>
                    <a:pt x="33866" y="69785"/>
                    <a:pt x="36587" y="67314"/>
                  </a:cubicBezTo>
                  <a:cubicBezTo>
                    <a:pt x="39309" y="64844"/>
                    <a:pt x="40676" y="61283"/>
                    <a:pt x="40676" y="56630"/>
                  </a:cubicBezTo>
                  <a:cubicBezTo>
                    <a:pt x="40676" y="54292"/>
                    <a:pt x="40233" y="52293"/>
                    <a:pt x="39361" y="50637"/>
                  </a:cubicBezTo>
                  <a:cubicBezTo>
                    <a:pt x="38488" y="48980"/>
                    <a:pt x="37238" y="47560"/>
                    <a:pt x="35637" y="46374"/>
                  </a:cubicBezTo>
                  <a:cubicBezTo>
                    <a:pt x="34270" y="45402"/>
                    <a:pt x="32616" y="44658"/>
                    <a:pt x="30702" y="44138"/>
                  </a:cubicBezTo>
                  <a:cubicBezTo>
                    <a:pt x="28788" y="43618"/>
                    <a:pt x="26809" y="43293"/>
                    <a:pt x="24777" y="43160"/>
                  </a:cubicBezTo>
                  <a:lnTo>
                    <a:pt x="20767" y="43160"/>
                  </a:lnTo>
                  <a:cubicBezTo>
                    <a:pt x="19608" y="43160"/>
                    <a:pt x="18879" y="42964"/>
                    <a:pt x="18566" y="42568"/>
                  </a:cubicBezTo>
                  <a:cubicBezTo>
                    <a:pt x="18241" y="42172"/>
                    <a:pt x="18085" y="41478"/>
                    <a:pt x="18085" y="40484"/>
                  </a:cubicBezTo>
                  <a:lnTo>
                    <a:pt x="18085" y="36704"/>
                  </a:lnTo>
                  <a:cubicBezTo>
                    <a:pt x="18085" y="35742"/>
                    <a:pt x="18215" y="35005"/>
                    <a:pt x="18475" y="34492"/>
                  </a:cubicBezTo>
                  <a:cubicBezTo>
                    <a:pt x="18723" y="33979"/>
                    <a:pt x="19491" y="33723"/>
                    <a:pt x="20767" y="33723"/>
                  </a:cubicBezTo>
                  <a:lnTo>
                    <a:pt x="24139" y="33723"/>
                  </a:lnTo>
                  <a:cubicBezTo>
                    <a:pt x="26105" y="33723"/>
                    <a:pt x="27994" y="33484"/>
                    <a:pt x="29803" y="33006"/>
                  </a:cubicBezTo>
                  <a:cubicBezTo>
                    <a:pt x="31613" y="32530"/>
                    <a:pt x="33228" y="31758"/>
                    <a:pt x="34634" y="30690"/>
                  </a:cubicBezTo>
                  <a:cubicBezTo>
                    <a:pt x="35936" y="29799"/>
                    <a:pt x="36991" y="28586"/>
                    <a:pt x="37811" y="27049"/>
                  </a:cubicBezTo>
                  <a:cubicBezTo>
                    <a:pt x="38631" y="25513"/>
                    <a:pt x="39035" y="23621"/>
                    <a:pt x="39035" y="21375"/>
                  </a:cubicBezTo>
                  <a:cubicBezTo>
                    <a:pt x="39035" y="17422"/>
                    <a:pt x="37733" y="14376"/>
                    <a:pt x="35116" y="12238"/>
                  </a:cubicBezTo>
                  <a:cubicBezTo>
                    <a:pt x="32512" y="10100"/>
                    <a:pt x="29191" y="9031"/>
                    <a:pt x="25155" y="9031"/>
                  </a:cubicBezTo>
                  <a:cubicBezTo>
                    <a:pt x="20988" y="9031"/>
                    <a:pt x="17733" y="10100"/>
                    <a:pt x="15375" y="12238"/>
                  </a:cubicBezTo>
                  <a:cubicBezTo>
                    <a:pt x="13017" y="14375"/>
                    <a:pt x="11616" y="17802"/>
                    <a:pt x="11174" y="22520"/>
                  </a:cubicBezTo>
                  <a:lnTo>
                    <a:pt x="1020" y="22520"/>
                  </a:lnTo>
                  <a:cubicBezTo>
                    <a:pt x="1091" y="15223"/>
                    <a:pt x="3378" y="9645"/>
                    <a:pt x="7879" y="5786"/>
                  </a:cubicBezTo>
                  <a:cubicBezTo>
                    <a:pt x="12380" y="1928"/>
                    <a:pt x="18241" y="0"/>
                    <a:pt x="25467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A1EDB70-1793-4FFB-AAF0-22D253309FD9}"/>
                </a:ext>
              </a:extLst>
            </p:cNvPr>
            <p:cNvSpPr txBox="1"/>
            <p:nvPr/>
          </p:nvSpPr>
          <p:spPr>
            <a:xfrm>
              <a:off x="1723707" y="1221081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126" name="자유형: 도형 125">
              <a:extLst>
                <a:ext uri="{FF2B5EF4-FFF2-40B4-BE49-F238E27FC236}">
                  <a16:creationId xmlns:a16="http://schemas.microsoft.com/office/drawing/2014/main" id="{A97C8CF6-A92F-4DC0-A030-85335D9D3B21}"/>
                </a:ext>
              </a:extLst>
            </p:cNvPr>
            <p:cNvSpPr/>
            <p:nvPr/>
          </p:nvSpPr>
          <p:spPr>
            <a:xfrm>
              <a:off x="1864989" y="1257671"/>
              <a:ext cx="158789" cy="90679"/>
            </a:xfrm>
            <a:custGeom>
              <a:avLst/>
              <a:gdLst>
                <a:gd name="connsiteX0" fmla="*/ 9401 w 158789"/>
                <a:gd name="connsiteY0" fmla="*/ 61006 h 90679"/>
                <a:gd name="connsiteX1" fmla="*/ 19661 w 158789"/>
                <a:gd name="connsiteY1" fmla="*/ 61006 h 90679"/>
                <a:gd name="connsiteX2" fmla="*/ 19661 w 158789"/>
                <a:gd name="connsiteY2" fmla="*/ 81750 h 90679"/>
                <a:gd name="connsiteX3" fmla="*/ 72279 w 158789"/>
                <a:gd name="connsiteY3" fmla="*/ 81750 h 90679"/>
                <a:gd name="connsiteX4" fmla="*/ 72279 w 158789"/>
                <a:gd name="connsiteY4" fmla="*/ 90680 h 90679"/>
                <a:gd name="connsiteX5" fmla="*/ 12591 w 158789"/>
                <a:gd name="connsiteY5" fmla="*/ 90680 h 90679"/>
                <a:gd name="connsiteX6" fmla="*/ 10156 w 158789"/>
                <a:gd name="connsiteY6" fmla="*/ 89927 h 90679"/>
                <a:gd name="connsiteX7" fmla="*/ 9401 w 158789"/>
                <a:gd name="connsiteY7" fmla="*/ 87491 h 90679"/>
                <a:gd name="connsiteX8" fmla="*/ 87526 w 158789"/>
                <a:gd name="connsiteY8" fmla="*/ 59576 h 90679"/>
                <a:gd name="connsiteX9" fmla="*/ 97682 w 158789"/>
                <a:gd name="connsiteY9" fmla="*/ 59576 h 90679"/>
                <a:gd name="connsiteX10" fmla="*/ 97682 w 158789"/>
                <a:gd name="connsiteY10" fmla="*/ 81750 h 90679"/>
                <a:gd name="connsiteX11" fmla="*/ 149180 w 158789"/>
                <a:gd name="connsiteY11" fmla="*/ 81750 h 90679"/>
                <a:gd name="connsiteX12" fmla="*/ 149180 w 158789"/>
                <a:gd name="connsiteY12" fmla="*/ 90680 h 90679"/>
                <a:gd name="connsiteX13" fmla="*/ 90716 w 158789"/>
                <a:gd name="connsiteY13" fmla="*/ 90680 h 90679"/>
                <a:gd name="connsiteX14" fmla="*/ 88281 w 158789"/>
                <a:gd name="connsiteY14" fmla="*/ 89927 h 90679"/>
                <a:gd name="connsiteX15" fmla="*/ 87526 w 158789"/>
                <a:gd name="connsiteY15" fmla="*/ 87491 h 90679"/>
                <a:gd name="connsiteX16" fmla="*/ 78125 w 158789"/>
                <a:gd name="connsiteY16" fmla="*/ 4190 h 90679"/>
                <a:gd name="connsiteX17" fmla="*/ 118203 w 158789"/>
                <a:gd name="connsiteY17" fmla="*/ 4190 h 90679"/>
                <a:gd name="connsiteX18" fmla="*/ 120638 w 158789"/>
                <a:gd name="connsiteY18" fmla="*/ 4944 h 90679"/>
                <a:gd name="connsiteX19" fmla="*/ 121393 w 158789"/>
                <a:gd name="connsiteY19" fmla="*/ 7191 h 90679"/>
                <a:gd name="connsiteX20" fmla="*/ 117096 w 158789"/>
                <a:gd name="connsiteY20" fmla="*/ 24456 h 90679"/>
                <a:gd name="connsiteX21" fmla="*/ 108242 w 158789"/>
                <a:gd name="connsiteY21" fmla="*/ 38402 h 90679"/>
                <a:gd name="connsiteX22" fmla="*/ 95260 w 158789"/>
                <a:gd name="connsiteY22" fmla="*/ 49694 h 90679"/>
                <a:gd name="connsiteX23" fmla="*/ 78451 w 158789"/>
                <a:gd name="connsiteY23" fmla="*/ 57773 h 90679"/>
                <a:gd name="connsiteX24" fmla="*/ 72201 w 158789"/>
                <a:gd name="connsiteY24" fmla="*/ 50310 h 90679"/>
                <a:gd name="connsiteX25" fmla="*/ 98542 w 158789"/>
                <a:gd name="connsiteY25" fmla="*/ 34783 h 90679"/>
                <a:gd name="connsiteX26" fmla="*/ 110313 w 158789"/>
                <a:gd name="connsiteY26" fmla="*/ 13221 h 90679"/>
                <a:gd name="connsiteX27" fmla="*/ 78125 w 158789"/>
                <a:gd name="connsiteY27" fmla="*/ 13221 h 90679"/>
                <a:gd name="connsiteX28" fmla="*/ 0 w 158789"/>
                <a:gd name="connsiteY28" fmla="*/ 2556 h 90679"/>
                <a:gd name="connsiteX29" fmla="*/ 10052 w 158789"/>
                <a:gd name="connsiteY29" fmla="*/ 2556 h 90679"/>
                <a:gd name="connsiteX30" fmla="*/ 10052 w 158789"/>
                <a:gd name="connsiteY30" fmla="*/ 43021 h 90679"/>
                <a:gd name="connsiteX31" fmla="*/ 15964 w 158789"/>
                <a:gd name="connsiteY31" fmla="*/ 43021 h 90679"/>
                <a:gd name="connsiteX32" fmla="*/ 26536 w 158789"/>
                <a:gd name="connsiteY32" fmla="*/ 42727 h 90679"/>
                <a:gd name="connsiteX33" fmla="*/ 37096 w 158789"/>
                <a:gd name="connsiteY33" fmla="*/ 41913 h 90679"/>
                <a:gd name="connsiteX34" fmla="*/ 46224 w 158789"/>
                <a:gd name="connsiteY34" fmla="*/ 40852 h 90679"/>
                <a:gd name="connsiteX35" fmla="*/ 53789 w 158789"/>
                <a:gd name="connsiteY35" fmla="*/ 39544 h 90679"/>
                <a:gd name="connsiteX36" fmla="*/ 53789 w 158789"/>
                <a:gd name="connsiteY36" fmla="*/ 48259 h 90679"/>
                <a:gd name="connsiteX37" fmla="*/ 46445 w 158789"/>
                <a:gd name="connsiteY37" fmla="*/ 49794 h 90679"/>
                <a:gd name="connsiteX38" fmla="*/ 37109 w 158789"/>
                <a:gd name="connsiteY38" fmla="*/ 51031 h 90679"/>
                <a:gd name="connsiteX39" fmla="*/ 26237 w 158789"/>
                <a:gd name="connsiteY39" fmla="*/ 51895 h 90679"/>
                <a:gd name="connsiteX40" fmla="*/ 14531 w 158789"/>
                <a:gd name="connsiteY40" fmla="*/ 52257 h 90679"/>
                <a:gd name="connsiteX41" fmla="*/ 3190 w 158789"/>
                <a:gd name="connsiteY41" fmla="*/ 52257 h 90679"/>
                <a:gd name="connsiteX42" fmla="*/ 755 w 158789"/>
                <a:gd name="connsiteY42" fmla="*/ 51504 h 90679"/>
                <a:gd name="connsiteX43" fmla="*/ 0 w 158789"/>
                <a:gd name="connsiteY43" fmla="*/ 49069 h 90679"/>
                <a:gd name="connsiteX44" fmla="*/ 136263 w 158789"/>
                <a:gd name="connsiteY44" fmla="*/ 0 h 90679"/>
                <a:gd name="connsiteX45" fmla="*/ 146224 w 158789"/>
                <a:gd name="connsiteY45" fmla="*/ 0 h 90679"/>
                <a:gd name="connsiteX46" fmla="*/ 146224 w 158789"/>
                <a:gd name="connsiteY46" fmla="*/ 27285 h 90679"/>
                <a:gd name="connsiteX47" fmla="*/ 158789 w 158789"/>
                <a:gd name="connsiteY47" fmla="*/ 27285 h 90679"/>
                <a:gd name="connsiteX48" fmla="*/ 158789 w 158789"/>
                <a:gd name="connsiteY48" fmla="*/ 36418 h 90679"/>
                <a:gd name="connsiteX49" fmla="*/ 146224 w 158789"/>
                <a:gd name="connsiteY49" fmla="*/ 36418 h 90679"/>
                <a:gd name="connsiteX50" fmla="*/ 146224 w 158789"/>
                <a:gd name="connsiteY50" fmla="*/ 68197 h 90679"/>
                <a:gd name="connsiteX51" fmla="*/ 136263 w 158789"/>
                <a:gd name="connsiteY51" fmla="*/ 68197 h 90679"/>
                <a:gd name="connsiteX52" fmla="*/ 59987 w 158789"/>
                <a:gd name="connsiteY52" fmla="*/ 0 h 90679"/>
                <a:gd name="connsiteX53" fmla="*/ 70039 w 158789"/>
                <a:gd name="connsiteY53" fmla="*/ 0 h 90679"/>
                <a:gd name="connsiteX54" fmla="*/ 70039 w 158789"/>
                <a:gd name="connsiteY54" fmla="*/ 68402 h 90679"/>
                <a:gd name="connsiteX55" fmla="*/ 60078 w 158789"/>
                <a:gd name="connsiteY55" fmla="*/ 68402 h 90679"/>
                <a:gd name="connsiteX56" fmla="*/ 60078 w 158789"/>
                <a:gd name="connsiteY56" fmla="*/ 33454 h 90679"/>
                <a:gd name="connsiteX57" fmla="*/ 35560 w 158789"/>
                <a:gd name="connsiteY57" fmla="*/ 33454 h 90679"/>
                <a:gd name="connsiteX58" fmla="*/ 35560 w 158789"/>
                <a:gd name="connsiteY58" fmla="*/ 24935 h 90679"/>
                <a:gd name="connsiteX59" fmla="*/ 60078 w 158789"/>
                <a:gd name="connsiteY59" fmla="*/ 24935 h 90679"/>
                <a:gd name="connsiteX60" fmla="*/ 60078 w 158789"/>
                <a:gd name="connsiteY60" fmla="*/ 17103 h 90679"/>
                <a:gd name="connsiteX61" fmla="*/ 35560 w 158789"/>
                <a:gd name="connsiteY61" fmla="*/ 17103 h 90679"/>
                <a:gd name="connsiteX62" fmla="*/ 35560 w 158789"/>
                <a:gd name="connsiteY62" fmla="*/ 8585 h 90679"/>
                <a:gd name="connsiteX63" fmla="*/ 59987 w 158789"/>
                <a:gd name="connsiteY63" fmla="*/ 8585 h 90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58789" h="90679">
                  <a:moveTo>
                    <a:pt x="9401" y="61006"/>
                  </a:moveTo>
                  <a:lnTo>
                    <a:pt x="19661" y="61006"/>
                  </a:lnTo>
                  <a:lnTo>
                    <a:pt x="19661" y="81750"/>
                  </a:lnTo>
                  <a:lnTo>
                    <a:pt x="72279" y="81750"/>
                  </a:lnTo>
                  <a:lnTo>
                    <a:pt x="72279" y="90680"/>
                  </a:lnTo>
                  <a:lnTo>
                    <a:pt x="12591" y="90680"/>
                  </a:lnTo>
                  <a:cubicBezTo>
                    <a:pt x="11458" y="90680"/>
                    <a:pt x="10651" y="90428"/>
                    <a:pt x="10156" y="89927"/>
                  </a:cubicBezTo>
                  <a:cubicBezTo>
                    <a:pt x="9649" y="89424"/>
                    <a:pt x="9401" y="88613"/>
                    <a:pt x="9401" y="87491"/>
                  </a:cubicBezTo>
                  <a:close/>
                  <a:moveTo>
                    <a:pt x="87526" y="59576"/>
                  </a:moveTo>
                  <a:lnTo>
                    <a:pt x="97682" y="59576"/>
                  </a:lnTo>
                  <a:lnTo>
                    <a:pt x="97682" y="81750"/>
                  </a:lnTo>
                  <a:lnTo>
                    <a:pt x="149180" y="81750"/>
                  </a:lnTo>
                  <a:lnTo>
                    <a:pt x="149180" y="90680"/>
                  </a:lnTo>
                  <a:lnTo>
                    <a:pt x="90716" y="90680"/>
                  </a:lnTo>
                  <a:cubicBezTo>
                    <a:pt x="89583" y="90680"/>
                    <a:pt x="88776" y="90428"/>
                    <a:pt x="88281" y="89927"/>
                  </a:cubicBezTo>
                  <a:cubicBezTo>
                    <a:pt x="87774" y="89424"/>
                    <a:pt x="87526" y="88613"/>
                    <a:pt x="87526" y="87491"/>
                  </a:cubicBezTo>
                  <a:close/>
                  <a:moveTo>
                    <a:pt x="78125" y="4190"/>
                  </a:moveTo>
                  <a:lnTo>
                    <a:pt x="118203" y="4190"/>
                  </a:lnTo>
                  <a:cubicBezTo>
                    <a:pt x="119323" y="4190"/>
                    <a:pt x="120130" y="4441"/>
                    <a:pt x="120638" y="4944"/>
                  </a:cubicBezTo>
                  <a:cubicBezTo>
                    <a:pt x="121133" y="5447"/>
                    <a:pt x="121393" y="6195"/>
                    <a:pt x="121393" y="7191"/>
                  </a:cubicBezTo>
                  <a:cubicBezTo>
                    <a:pt x="120820" y="13494"/>
                    <a:pt x="119388" y="19249"/>
                    <a:pt x="117096" y="24456"/>
                  </a:cubicBezTo>
                  <a:cubicBezTo>
                    <a:pt x="114805" y="29664"/>
                    <a:pt x="111862" y="34313"/>
                    <a:pt x="108242" y="38402"/>
                  </a:cubicBezTo>
                  <a:cubicBezTo>
                    <a:pt x="104492" y="42719"/>
                    <a:pt x="100169" y="46483"/>
                    <a:pt x="95260" y="49694"/>
                  </a:cubicBezTo>
                  <a:cubicBezTo>
                    <a:pt x="90352" y="52906"/>
                    <a:pt x="84753" y="55599"/>
                    <a:pt x="78451" y="57773"/>
                  </a:cubicBezTo>
                  <a:lnTo>
                    <a:pt x="72201" y="50310"/>
                  </a:lnTo>
                  <a:cubicBezTo>
                    <a:pt x="83125" y="46500"/>
                    <a:pt x="91901" y="41324"/>
                    <a:pt x="98542" y="34783"/>
                  </a:cubicBezTo>
                  <a:cubicBezTo>
                    <a:pt x="105195" y="28241"/>
                    <a:pt x="109115" y="21053"/>
                    <a:pt x="110313" y="13221"/>
                  </a:cubicBezTo>
                  <a:lnTo>
                    <a:pt x="78125" y="13221"/>
                  </a:lnTo>
                  <a:close/>
                  <a:moveTo>
                    <a:pt x="0" y="2556"/>
                  </a:moveTo>
                  <a:lnTo>
                    <a:pt x="10052" y="2556"/>
                  </a:lnTo>
                  <a:lnTo>
                    <a:pt x="10052" y="43021"/>
                  </a:lnTo>
                  <a:lnTo>
                    <a:pt x="15964" y="43021"/>
                  </a:lnTo>
                  <a:cubicBezTo>
                    <a:pt x="19427" y="43021"/>
                    <a:pt x="22956" y="42923"/>
                    <a:pt x="26536" y="42727"/>
                  </a:cubicBezTo>
                  <a:cubicBezTo>
                    <a:pt x="30130" y="42529"/>
                    <a:pt x="33646" y="42258"/>
                    <a:pt x="37096" y="41913"/>
                  </a:cubicBezTo>
                  <a:cubicBezTo>
                    <a:pt x="40417" y="41581"/>
                    <a:pt x="43464" y="41228"/>
                    <a:pt x="46224" y="40852"/>
                  </a:cubicBezTo>
                  <a:cubicBezTo>
                    <a:pt x="48984" y="40477"/>
                    <a:pt x="51510" y="40040"/>
                    <a:pt x="53789" y="39544"/>
                  </a:cubicBezTo>
                  <a:lnTo>
                    <a:pt x="53789" y="48259"/>
                  </a:lnTo>
                  <a:cubicBezTo>
                    <a:pt x="51576" y="48812"/>
                    <a:pt x="49128" y="49324"/>
                    <a:pt x="46445" y="49794"/>
                  </a:cubicBezTo>
                  <a:cubicBezTo>
                    <a:pt x="43750" y="50266"/>
                    <a:pt x="40638" y="50677"/>
                    <a:pt x="37109" y="51031"/>
                  </a:cubicBezTo>
                  <a:cubicBezTo>
                    <a:pt x="33750" y="51366"/>
                    <a:pt x="30130" y="51654"/>
                    <a:pt x="26237" y="51895"/>
                  </a:cubicBezTo>
                  <a:cubicBezTo>
                    <a:pt x="22344" y="52135"/>
                    <a:pt x="18451" y="52257"/>
                    <a:pt x="14531" y="52257"/>
                  </a:cubicBezTo>
                  <a:lnTo>
                    <a:pt x="3190" y="52257"/>
                  </a:lnTo>
                  <a:cubicBezTo>
                    <a:pt x="2057" y="52257"/>
                    <a:pt x="1250" y="52005"/>
                    <a:pt x="755" y="51504"/>
                  </a:cubicBezTo>
                  <a:cubicBezTo>
                    <a:pt x="247" y="51001"/>
                    <a:pt x="0" y="50190"/>
                    <a:pt x="0" y="49069"/>
                  </a:cubicBezTo>
                  <a:close/>
                  <a:moveTo>
                    <a:pt x="136263" y="0"/>
                  </a:moveTo>
                  <a:lnTo>
                    <a:pt x="146224" y="0"/>
                  </a:lnTo>
                  <a:lnTo>
                    <a:pt x="146224" y="27285"/>
                  </a:lnTo>
                  <a:lnTo>
                    <a:pt x="158789" y="27285"/>
                  </a:lnTo>
                  <a:lnTo>
                    <a:pt x="158789" y="36418"/>
                  </a:lnTo>
                  <a:lnTo>
                    <a:pt x="146224" y="36418"/>
                  </a:lnTo>
                  <a:lnTo>
                    <a:pt x="146224" y="68197"/>
                  </a:lnTo>
                  <a:lnTo>
                    <a:pt x="136263" y="68197"/>
                  </a:lnTo>
                  <a:close/>
                  <a:moveTo>
                    <a:pt x="59987" y="0"/>
                  </a:moveTo>
                  <a:lnTo>
                    <a:pt x="70039" y="0"/>
                  </a:lnTo>
                  <a:lnTo>
                    <a:pt x="70039" y="68402"/>
                  </a:lnTo>
                  <a:lnTo>
                    <a:pt x="60078" y="68402"/>
                  </a:lnTo>
                  <a:lnTo>
                    <a:pt x="60078" y="33454"/>
                  </a:lnTo>
                  <a:lnTo>
                    <a:pt x="35560" y="33454"/>
                  </a:lnTo>
                  <a:lnTo>
                    <a:pt x="35560" y="24935"/>
                  </a:lnTo>
                  <a:lnTo>
                    <a:pt x="60078" y="24935"/>
                  </a:lnTo>
                  <a:lnTo>
                    <a:pt x="60078" y="17103"/>
                  </a:lnTo>
                  <a:lnTo>
                    <a:pt x="35560" y="17103"/>
                  </a:lnTo>
                  <a:lnTo>
                    <a:pt x="35560" y="8585"/>
                  </a:lnTo>
                  <a:lnTo>
                    <a:pt x="59987" y="8585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7C134182-DCEC-4612-AFBC-D4054954AF75}"/>
                </a:ext>
              </a:extLst>
            </p:cNvPr>
            <p:cNvSpPr txBox="1"/>
            <p:nvPr/>
          </p:nvSpPr>
          <p:spPr>
            <a:xfrm>
              <a:off x="1773549" y="1187129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년간</a:t>
              </a:r>
            </a:p>
          </p:txBody>
        </p:sp>
        <p:sp>
          <p:nvSpPr>
            <p:cNvPr id="128" name="자유형: 도형 127">
              <a:extLst>
                <a:ext uri="{FF2B5EF4-FFF2-40B4-BE49-F238E27FC236}">
                  <a16:creationId xmlns:a16="http://schemas.microsoft.com/office/drawing/2014/main" id="{823B52F4-5CB7-4203-AE6D-B86BF8CFF30F}"/>
                </a:ext>
              </a:extLst>
            </p:cNvPr>
            <p:cNvSpPr/>
            <p:nvPr/>
          </p:nvSpPr>
          <p:spPr>
            <a:xfrm>
              <a:off x="2022463" y="1257671"/>
              <a:ext cx="443607" cy="93131"/>
            </a:xfrm>
            <a:custGeom>
              <a:avLst/>
              <a:gdLst>
                <a:gd name="connsiteX0" fmla="*/ 248060 w 443607"/>
                <a:gd name="connsiteY0" fmla="*/ 72285 h 93131"/>
                <a:gd name="connsiteX1" fmla="*/ 248060 w 443607"/>
                <a:gd name="connsiteY1" fmla="*/ 82978 h 93131"/>
                <a:gd name="connsiteX2" fmla="*/ 288789 w 443607"/>
                <a:gd name="connsiteY2" fmla="*/ 82978 h 93131"/>
                <a:gd name="connsiteX3" fmla="*/ 288789 w 443607"/>
                <a:gd name="connsiteY3" fmla="*/ 72285 h 93131"/>
                <a:gd name="connsiteX4" fmla="*/ 381341 w 443607"/>
                <a:gd name="connsiteY4" fmla="*/ 59167 h 93131"/>
                <a:gd name="connsiteX5" fmla="*/ 440326 w 443607"/>
                <a:gd name="connsiteY5" fmla="*/ 59167 h 93131"/>
                <a:gd name="connsiteX6" fmla="*/ 442761 w 443607"/>
                <a:gd name="connsiteY6" fmla="*/ 59921 h 93131"/>
                <a:gd name="connsiteX7" fmla="*/ 443516 w 443607"/>
                <a:gd name="connsiteY7" fmla="*/ 62251 h 93131"/>
                <a:gd name="connsiteX8" fmla="*/ 443516 w 443607"/>
                <a:gd name="connsiteY8" fmla="*/ 93132 h 93131"/>
                <a:gd name="connsiteX9" fmla="*/ 433451 w 443607"/>
                <a:gd name="connsiteY9" fmla="*/ 93132 h 93131"/>
                <a:gd name="connsiteX10" fmla="*/ 433451 w 443607"/>
                <a:gd name="connsiteY10" fmla="*/ 68096 h 93131"/>
                <a:gd name="connsiteX11" fmla="*/ 381341 w 443607"/>
                <a:gd name="connsiteY11" fmla="*/ 68096 h 93131"/>
                <a:gd name="connsiteX12" fmla="*/ 238008 w 443607"/>
                <a:gd name="connsiteY12" fmla="*/ 52422 h 93131"/>
                <a:gd name="connsiteX13" fmla="*/ 248060 w 443607"/>
                <a:gd name="connsiteY13" fmla="*/ 52422 h 93131"/>
                <a:gd name="connsiteX14" fmla="*/ 248060 w 443607"/>
                <a:gd name="connsiteY14" fmla="*/ 63664 h 93131"/>
                <a:gd name="connsiteX15" fmla="*/ 288789 w 443607"/>
                <a:gd name="connsiteY15" fmla="*/ 63664 h 93131"/>
                <a:gd name="connsiteX16" fmla="*/ 288789 w 443607"/>
                <a:gd name="connsiteY16" fmla="*/ 52422 h 93131"/>
                <a:gd name="connsiteX17" fmla="*/ 298750 w 443607"/>
                <a:gd name="connsiteY17" fmla="*/ 52422 h 93131"/>
                <a:gd name="connsiteX18" fmla="*/ 298750 w 443607"/>
                <a:gd name="connsiteY18" fmla="*/ 88410 h 93131"/>
                <a:gd name="connsiteX19" fmla="*/ 297982 w 443607"/>
                <a:gd name="connsiteY19" fmla="*/ 90839 h 93131"/>
                <a:gd name="connsiteX20" fmla="*/ 295560 w 443607"/>
                <a:gd name="connsiteY20" fmla="*/ 91599 h 93131"/>
                <a:gd name="connsiteX21" fmla="*/ 241198 w 443607"/>
                <a:gd name="connsiteY21" fmla="*/ 91599 h 93131"/>
                <a:gd name="connsiteX22" fmla="*/ 238763 w 443607"/>
                <a:gd name="connsiteY22" fmla="*/ 90846 h 93131"/>
                <a:gd name="connsiteX23" fmla="*/ 238008 w 443607"/>
                <a:gd name="connsiteY23" fmla="*/ 88410 h 93131"/>
                <a:gd name="connsiteX24" fmla="*/ 151940 w 443607"/>
                <a:gd name="connsiteY24" fmla="*/ 43980 h 93131"/>
                <a:gd name="connsiteX25" fmla="*/ 151940 w 443607"/>
                <a:gd name="connsiteY25" fmla="*/ 58467 h 93131"/>
                <a:gd name="connsiteX26" fmla="*/ 159675 w 443607"/>
                <a:gd name="connsiteY26" fmla="*/ 48435 h 93131"/>
                <a:gd name="connsiteX27" fmla="*/ 161341 w 443607"/>
                <a:gd name="connsiteY27" fmla="*/ 43980 h 93131"/>
                <a:gd name="connsiteX28" fmla="*/ 377383 w 443607"/>
                <a:gd name="connsiteY28" fmla="*/ 13017 h 93131"/>
                <a:gd name="connsiteX29" fmla="*/ 377383 w 443607"/>
                <a:gd name="connsiteY29" fmla="*/ 39980 h 93131"/>
                <a:gd name="connsiteX30" fmla="*/ 383893 w 443607"/>
                <a:gd name="connsiteY30" fmla="*/ 33736 h 93131"/>
                <a:gd name="connsiteX31" fmla="*/ 388073 w 443607"/>
                <a:gd name="connsiteY31" fmla="*/ 25656 h 93131"/>
                <a:gd name="connsiteX32" fmla="*/ 389623 w 443607"/>
                <a:gd name="connsiteY32" fmla="*/ 15858 h 93131"/>
                <a:gd name="connsiteX33" fmla="*/ 389623 w 443607"/>
                <a:gd name="connsiteY33" fmla="*/ 13017 h 93131"/>
                <a:gd name="connsiteX34" fmla="*/ 249063 w 443607"/>
                <a:gd name="connsiteY34" fmla="*/ 10258 h 93131"/>
                <a:gd name="connsiteX35" fmla="*/ 243451 w 443607"/>
                <a:gd name="connsiteY35" fmla="*/ 11401 h 93131"/>
                <a:gd name="connsiteX36" fmla="*/ 238945 w 443607"/>
                <a:gd name="connsiteY36" fmla="*/ 14375 h 93131"/>
                <a:gd name="connsiteX37" fmla="*/ 235925 w 443607"/>
                <a:gd name="connsiteY37" fmla="*/ 18775 h 93131"/>
                <a:gd name="connsiteX38" fmla="*/ 234883 w 443607"/>
                <a:gd name="connsiteY38" fmla="*/ 24134 h 93131"/>
                <a:gd name="connsiteX39" fmla="*/ 235938 w 443607"/>
                <a:gd name="connsiteY39" fmla="*/ 29586 h 93131"/>
                <a:gd name="connsiteX40" fmla="*/ 239115 w 443607"/>
                <a:gd name="connsiteY40" fmla="*/ 34053 h 93131"/>
                <a:gd name="connsiteX41" fmla="*/ 243451 w 443607"/>
                <a:gd name="connsiteY41" fmla="*/ 36872 h 93131"/>
                <a:gd name="connsiteX42" fmla="*/ 249063 w 443607"/>
                <a:gd name="connsiteY42" fmla="*/ 37913 h 93131"/>
                <a:gd name="connsiteX43" fmla="*/ 259297 w 443607"/>
                <a:gd name="connsiteY43" fmla="*/ 33915 h 93131"/>
                <a:gd name="connsiteX44" fmla="*/ 263242 w 443607"/>
                <a:gd name="connsiteY44" fmla="*/ 24134 h 93131"/>
                <a:gd name="connsiteX45" fmla="*/ 259193 w 443607"/>
                <a:gd name="connsiteY45" fmla="*/ 14307 h 93131"/>
                <a:gd name="connsiteX46" fmla="*/ 249063 w 443607"/>
                <a:gd name="connsiteY46" fmla="*/ 10258 h 93131"/>
                <a:gd name="connsiteX47" fmla="*/ 42526 w 443607"/>
                <a:gd name="connsiteY47" fmla="*/ 9440 h 93131"/>
                <a:gd name="connsiteX48" fmla="*/ 26068 w 443607"/>
                <a:gd name="connsiteY48" fmla="*/ 12951 h 93131"/>
                <a:gd name="connsiteX49" fmla="*/ 19961 w 443607"/>
                <a:gd name="connsiteY49" fmla="*/ 22909 h 93131"/>
                <a:gd name="connsiteX50" fmla="*/ 21615 w 443607"/>
                <a:gd name="connsiteY50" fmla="*/ 28583 h 93131"/>
                <a:gd name="connsiteX51" fmla="*/ 26185 w 443607"/>
                <a:gd name="connsiteY51" fmla="*/ 32730 h 93131"/>
                <a:gd name="connsiteX52" fmla="*/ 33425 w 443607"/>
                <a:gd name="connsiteY52" fmla="*/ 35396 h 93131"/>
                <a:gd name="connsiteX53" fmla="*/ 42526 w 443607"/>
                <a:gd name="connsiteY53" fmla="*/ 36279 h 93131"/>
                <a:gd name="connsiteX54" fmla="*/ 58672 w 443607"/>
                <a:gd name="connsiteY54" fmla="*/ 32759 h 93131"/>
                <a:gd name="connsiteX55" fmla="*/ 64987 w 443607"/>
                <a:gd name="connsiteY55" fmla="*/ 22909 h 93131"/>
                <a:gd name="connsiteX56" fmla="*/ 58724 w 443607"/>
                <a:gd name="connsiteY56" fmla="*/ 12958 h 93131"/>
                <a:gd name="connsiteX57" fmla="*/ 42526 w 443607"/>
                <a:gd name="connsiteY57" fmla="*/ 9440 h 93131"/>
                <a:gd name="connsiteX58" fmla="*/ 101016 w 443607"/>
                <a:gd name="connsiteY58" fmla="*/ 3475 h 93131"/>
                <a:gd name="connsiteX59" fmla="*/ 111471 w 443607"/>
                <a:gd name="connsiteY59" fmla="*/ 3475 h 93131"/>
                <a:gd name="connsiteX60" fmla="*/ 111471 w 443607"/>
                <a:gd name="connsiteY60" fmla="*/ 22806 h 93131"/>
                <a:gd name="connsiteX61" fmla="*/ 112878 w 443607"/>
                <a:gd name="connsiteY61" fmla="*/ 35742 h 93131"/>
                <a:gd name="connsiteX62" fmla="*/ 117149 w 443607"/>
                <a:gd name="connsiteY62" fmla="*/ 46556 h 93131"/>
                <a:gd name="connsiteX63" fmla="*/ 125130 w 443607"/>
                <a:gd name="connsiteY63" fmla="*/ 56775 h 93131"/>
                <a:gd name="connsiteX64" fmla="*/ 136302 w 443607"/>
                <a:gd name="connsiteY64" fmla="*/ 65573 h 93131"/>
                <a:gd name="connsiteX65" fmla="*/ 134089 w 443607"/>
                <a:gd name="connsiteY65" fmla="*/ 67999 h 93131"/>
                <a:gd name="connsiteX66" fmla="*/ 132578 w 443607"/>
                <a:gd name="connsiteY66" fmla="*/ 69385 h 93131"/>
                <a:gd name="connsiteX67" fmla="*/ 130872 w 443607"/>
                <a:gd name="connsiteY67" fmla="*/ 71141 h 93131"/>
                <a:gd name="connsiteX68" fmla="*/ 129271 w 443607"/>
                <a:gd name="connsiteY68" fmla="*/ 72490 h 93131"/>
                <a:gd name="connsiteX69" fmla="*/ 121992 w 443607"/>
                <a:gd name="connsiteY69" fmla="*/ 67244 h 93131"/>
                <a:gd name="connsiteX70" fmla="*/ 116484 w 443607"/>
                <a:gd name="connsiteY70" fmla="*/ 61352 h 93131"/>
                <a:gd name="connsiteX71" fmla="*/ 109831 w 443607"/>
                <a:gd name="connsiteY71" fmla="*/ 52859 h 93131"/>
                <a:gd name="connsiteX72" fmla="*/ 106380 w 443607"/>
                <a:gd name="connsiteY72" fmla="*/ 44081 h 93131"/>
                <a:gd name="connsiteX73" fmla="*/ 103464 w 443607"/>
                <a:gd name="connsiteY73" fmla="*/ 52441 h 93131"/>
                <a:gd name="connsiteX74" fmla="*/ 98060 w 443607"/>
                <a:gd name="connsiteY74" fmla="*/ 60699 h 93131"/>
                <a:gd name="connsiteX75" fmla="*/ 91016 w 443607"/>
                <a:gd name="connsiteY75" fmla="*/ 68724 h 93131"/>
                <a:gd name="connsiteX76" fmla="*/ 83242 w 443607"/>
                <a:gd name="connsiteY76" fmla="*/ 74738 h 93131"/>
                <a:gd name="connsiteX77" fmla="*/ 79375 w 443607"/>
                <a:gd name="connsiteY77" fmla="*/ 71775 h 93131"/>
                <a:gd name="connsiteX78" fmla="*/ 75260 w 443607"/>
                <a:gd name="connsiteY78" fmla="*/ 68307 h 93131"/>
                <a:gd name="connsiteX79" fmla="*/ 84401 w 443607"/>
                <a:gd name="connsiteY79" fmla="*/ 60635 h 93131"/>
                <a:gd name="connsiteX80" fmla="*/ 63294 w 443607"/>
                <a:gd name="connsiteY80" fmla="*/ 60635 h 93131"/>
                <a:gd name="connsiteX81" fmla="*/ 63294 w 443607"/>
                <a:gd name="connsiteY81" fmla="*/ 92518 h 93131"/>
                <a:gd name="connsiteX82" fmla="*/ 53138 w 443607"/>
                <a:gd name="connsiteY82" fmla="*/ 92518 h 93131"/>
                <a:gd name="connsiteX83" fmla="*/ 53138 w 443607"/>
                <a:gd name="connsiteY83" fmla="*/ 60635 h 93131"/>
                <a:gd name="connsiteX84" fmla="*/ 32122 w 443607"/>
                <a:gd name="connsiteY84" fmla="*/ 60635 h 93131"/>
                <a:gd name="connsiteX85" fmla="*/ 32122 w 443607"/>
                <a:gd name="connsiteY85" fmla="*/ 91802 h 93131"/>
                <a:gd name="connsiteX86" fmla="*/ 21862 w 443607"/>
                <a:gd name="connsiteY86" fmla="*/ 91802 h 93131"/>
                <a:gd name="connsiteX87" fmla="*/ 21862 w 443607"/>
                <a:gd name="connsiteY87" fmla="*/ 60635 h 93131"/>
                <a:gd name="connsiteX88" fmla="*/ 0 w 443607"/>
                <a:gd name="connsiteY88" fmla="*/ 60635 h 93131"/>
                <a:gd name="connsiteX89" fmla="*/ 0 w 443607"/>
                <a:gd name="connsiteY89" fmla="*/ 51708 h 93131"/>
                <a:gd name="connsiteX90" fmla="*/ 84961 w 443607"/>
                <a:gd name="connsiteY90" fmla="*/ 51708 h 93131"/>
                <a:gd name="connsiteX91" fmla="*/ 84961 w 443607"/>
                <a:gd name="connsiteY91" fmla="*/ 60174 h 93131"/>
                <a:gd name="connsiteX92" fmla="*/ 86550 w 443607"/>
                <a:gd name="connsiteY92" fmla="*/ 58833 h 93131"/>
                <a:gd name="connsiteX93" fmla="*/ 94570 w 443607"/>
                <a:gd name="connsiteY93" fmla="*/ 48435 h 93131"/>
                <a:gd name="connsiteX94" fmla="*/ 99401 w 443607"/>
                <a:gd name="connsiteY94" fmla="*/ 35514 h 93131"/>
                <a:gd name="connsiteX95" fmla="*/ 101016 w 443607"/>
                <a:gd name="connsiteY95" fmla="*/ 21376 h 93131"/>
                <a:gd name="connsiteX96" fmla="*/ 42526 w 443607"/>
                <a:gd name="connsiteY96" fmla="*/ 716 h 93131"/>
                <a:gd name="connsiteX97" fmla="*/ 66771 w 443607"/>
                <a:gd name="connsiteY97" fmla="*/ 6678 h 93131"/>
                <a:gd name="connsiteX98" fmla="*/ 75651 w 443607"/>
                <a:gd name="connsiteY98" fmla="*/ 22909 h 93131"/>
                <a:gd name="connsiteX99" fmla="*/ 66810 w 443607"/>
                <a:gd name="connsiteY99" fmla="*/ 38983 h 93131"/>
                <a:gd name="connsiteX100" fmla="*/ 42526 w 443607"/>
                <a:gd name="connsiteY100" fmla="*/ 45000 h 93131"/>
                <a:gd name="connsiteX101" fmla="*/ 28776 w 443607"/>
                <a:gd name="connsiteY101" fmla="*/ 43490 h 93131"/>
                <a:gd name="connsiteX102" fmla="*/ 18333 w 443607"/>
                <a:gd name="connsiteY102" fmla="*/ 39115 h 93131"/>
                <a:gd name="connsiteX103" fmla="*/ 11628 w 443607"/>
                <a:gd name="connsiteY103" fmla="*/ 32115 h 93131"/>
                <a:gd name="connsiteX104" fmla="*/ 9297 w 443607"/>
                <a:gd name="connsiteY104" fmla="*/ 22909 h 93131"/>
                <a:gd name="connsiteX105" fmla="*/ 18229 w 443607"/>
                <a:gd name="connsiteY105" fmla="*/ 6831 h 93131"/>
                <a:gd name="connsiteX106" fmla="*/ 42526 w 443607"/>
                <a:gd name="connsiteY106" fmla="*/ 716 h 93131"/>
                <a:gd name="connsiteX107" fmla="*/ 433555 w 443607"/>
                <a:gd name="connsiteY107" fmla="*/ 0 h 93131"/>
                <a:gd name="connsiteX108" fmla="*/ 443607 w 443607"/>
                <a:gd name="connsiteY108" fmla="*/ 0 h 93131"/>
                <a:gd name="connsiteX109" fmla="*/ 443607 w 443607"/>
                <a:gd name="connsiteY109" fmla="*/ 56344 h 93131"/>
                <a:gd name="connsiteX110" fmla="*/ 433555 w 443607"/>
                <a:gd name="connsiteY110" fmla="*/ 56344 h 93131"/>
                <a:gd name="connsiteX111" fmla="*/ 433555 w 443607"/>
                <a:gd name="connsiteY111" fmla="*/ 29469 h 93131"/>
                <a:gd name="connsiteX112" fmla="*/ 414649 w 443607"/>
                <a:gd name="connsiteY112" fmla="*/ 29469 h 93131"/>
                <a:gd name="connsiteX113" fmla="*/ 414649 w 443607"/>
                <a:gd name="connsiteY113" fmla="*/ 20439 h 93131"/>
                <a:gd name="connsiteX114" fmla="*/ 433555 w 443607"/>
                <a:gd name="connsiteY114" fmla="*/ 20439 h 93131"/>
                <a:gd name="connsiteX115" fmla="*/ 367123 w 443607"/>
                <a:gd name="connsiteY115" fmla="*/ 0 h 93131"/>
                <a:gd name="connsiteX116" fmla="*/ 377383 w 443607"/>
                <a:gd name="connsiteY116" fmla="*/ 0 h 93131"/>
                <a:gd name="connsiteX117" fmla="*/ 377383 w 443607"/>
                <a:gd name="connsiteY117" fmla="*/ 4190 h 93131"/>
                <a:gd name="connsiteX118" fmla="*/ 417761 w 443607"/>
                <a:gd name="connsiteY118" fmla="*/ 4190 h 93131"/>
                <a:gd name="connsiteX119" fmla="*/ 417761 w 443607"/>
                <a:gd name="connsiteY119" fmla="*/ 13017 h 93131"/>
                <a:gd name="connsiteX120" fmla="*/ 399974 w 443607"/>
                <a:gd name="connsiteY120" fmla="*/ 13017 h 93131"/>
                <a:gd name="connsiteX121" fmla="*/ 399974 w 443607"/>
                <a:gd name="connsiteY121" fmla="*/ 16164 h 93131"/>
                <a:gd name="connsiteX122" fmla="*/ 401654 w 443607"/>
                <a:gd name="connsiteY122" fmla="*/ 25435 h 93131"/>
                <a:gd name="connsiteX123" fmla="*/ 405964 w 443607"/>
                <a:gd name="connsiteY123" fmla="*/ 32849 h 93131"/>
                <a:gd name="connsiteX124" fmla="*/ 413646 w 443607"/>
                <a:gd name="connsiteY124" fmla="*/ 39694 h 93131"/>
                <a:gd name="connsiteX125" fmla="*/ 423373 w 443607"/>
                <a:gd name="connsiteY125" fmla="*/ 44512 h 93131"/>
                <a:gd name="connsiteX126" fmla="*/ 420195 w 443607"/>
                <a:gd name="connsiteY126" fmla="*/ 48552 h 93131"/>
                <a:gd name="connsiteX127" fmla="*/ 417396 w 443607"/>
                <a:gd name="connsiteY127" fmla="*/ 51848 h 93131"/>
                <a:gd name="connsiteX128" fmla="*/ 410456 w 443607"/>
                <a:gd name="connsiteY128" fmla="*/ 48490 h 93131"/>
                <a:gd name="connsiteX129" fmla="*/ 404076 w 443607"/>
                <a:gd name="connsiteY129" fmla="*/ 43923 h 93131"/>
                <a:gd name="connsiteX130" fmla="*/ 398425 w 443607"/>
                <a:gd name="connsiteY130" fmla="*/ 38560 h 93131"/>
                <a:gd name="connsiteX131" fmla="*/ 394961 w 443607"/>
                <a:gd name="connsiteY131" fmla="*/ 32329 h 93131"/>
                <a:gd name="connsiteX132" fmla="*/ 392071 w 443607"/>
                <a:gd name="connsiteY132" fmla="*/ 38689 h 93131"/>
                <a:gd name="connsiteX133" fmla="*/ 387344 w 443607"/>
                <a:gd name="connsiteY133" fmla="*/ 44457 h 93131"/>
                <a:gd name="connsiteX134" fmla="*/ 380261 w 443607"/>
                <a:gd name="connsiteY134" fmla="*/ 50137 h 93131"/>
                <a:gd name="connsiteX135" fmla="*/ 376016 w 443607"/>
                <a:gd name="connsiteY135" fmla="*/ 52508 h 93131"/>
                <a:gd name="connsiteX136" fmla="*/ 376524 w 443607"/>
                <a:gd name="connsiteY136" fmla="*/ 52667 h 93131"/>
                <a:gd name="connsiteX137" fmla="*/ 377279 w 443607"/>
                <a:gd name="connsiteY137" fmla="*/ 54996 h 93131"/>
                <a:gd name="connsiteX138" fmla="*/ 377279 w 443607"/>
                <a:gd name="connsiteY138" fmla="*/ 72572 h 93131"/>
                <a:gd name="connsiteX139" fmla="*/ 376524 w 443607"/>
                <a:gd name="connsiteY139" fmla="*/ 74999 h 93131"/>
                <a:gd name="connsiteX140" fmla="*/ 374089 w 443607"/>
                <a:gd name="connsiteY140" fmla="*/ 75759 h 93131"/>
                <a:gd name="connsiteX141" fmla="*/ 327109 w 443607"/>
                <a:gd name="connsiteY141" fmla="*/ 75759 h 93131"/>
                <a:gd name="connsiteX142" fmla="*/ 327109 w 443607"/>
                <a:gd name="connsiteY142" fmla="*/ 83181 h 93131"/>
                <a:gd name="connsiteX143" fmla="*/ 379323 w 443607"/>
                <a:gd name="connsiteY143" fmla="*/ 83181 h 93131"/>
                <a:gd name="connsiteX144" fmla="*/ 379323 w 443607"/>
                <a:gd name="connsiteY144" fmla="*/ 91702 h 93131"/>
                <a:gd name="connsiteX145" fmla="*/ 319531 w 443607"/>
                <a:gd name="connsiteY145" fmla="*/ 91702 h 93131"/>
                <a:gd name="connsiteX146" fmla="*/ 317096 w 443607"/>
                <a:gd name="connsiteY146" fmla="*/ 90949 h 93131"/>
                <a:gd name="connsiteX147" fmla="*/ 316341 w 443607"/>
                <a:gd name="connsiteY147" fmla="*/ 88513 h 93131"/>
                <a:gd name="connsiteX148" fmla="*/ 316341 w 443607"/>
                <a:gd name="connsiteY148" fmla="*/ 70630 h 93131"/>
                <a:gd name="connsiteX149" fmla="*/ 317084 w 443607"/>
                <a:gd name="connsiteY149" fmla="*/ 68293 h 93131"/>
                <a:gd name="connsiteX150" fmla="*/ 319531 w 443607"/>
                <a:gd name="connsiteY150" fmla="*/ 67548 h 93131"/>
                <a:gd name="connsiteX151" fmla="*/ 366511 w 443607"/>
                <a:gd name="connsiteY151" fmla="*/ 67548 h 93131"/>
                <a:gd name="connsiteX152" fmla="*/ 366511 w 443607"/>
                <a:gd name="connsiteY152" fmla="*/ 60534 h 93131"/>
                <a:gd name="connsiteX153" fmla="*/ 316341 w 443607"/>
                <a:gd name="connsiteY153" fmla="*/ 60534 h 93131"/>
                <a:gd name="connsiteX154" fmla="*/ 316341 w 443607"/>
                <a:gd name="connsiteY154" fmla="*/ 51913 h 93131"/>
                <a:gd name="connsiteX155" fmla="*/ 369037 w 443607"/>
                <a:gd name="connsiteY155" fmla="*/ 51913 h 93131"/>
                <a:gd name="connsiteX156" fmla="*/ 368750 w 443607"/>
                <a:gd name="connsiteY156" fmla="*/ 51659 h 93131"/>
                <a:gd name="connsiteX157" fmla="*/ 367084 w 443607"/>
                <a:gd name="connsiteY157" fmla="*/ 50318 h 93131"/>
                <a:gd name="connsiteX158" fmla="*/ 365091 w 443607"/>
                <a:gd name="connsiteY158" fmla="*/ 47936 h 93131"/>
                <a:gd name="connsiteX159" fmla="*/ 367123 w 443607"/>
                <a:gd name="connsiteY159" fmla="*/ 46723 h 93131"/>
                <a:gd name="connsiteX160" fmla="*/ 206888 w 443607"/>
                <a:gd name="connsiteY160" fmla="*/ 0 h 93131"/>
                <a:gd name="connsiteX161" fmla="*/ 217044 w 443607"/>
                <a:gd name="connsiteY161" fmla="*/ 0 h 93131"/>
                <a:gd name="connsiteX162" fmla="*/ 217044 w 443607"/>
                <a:gd name="connsiteY162" fmla="*/ 34745 h 93131"/>
                <a:gd name="connsiteX163" fmla="*/ 227747 w 443607"/>
                <a:gd name="connsiteY163" fmla="*/ 34745 h 93131"/>
                <a:gd name="connsiteX164" fmla="*/ 226745 w 443607"/>
                <a:gd name="connsiteY164" fmla="*/ 33361 h 93131"/>
                <a:gd name="connsiteX165" fmla="*/ 224831 w 443607"/>
                <a:gd name="connsiteY165" fmla="*/ 24033 h 93131"/>
                <a:gd name="connsiteX166" fmla="*/ 226693 w 443607"/>
                <a:gd name="connsiteY166" fmla="*/ 14846 h 93131"/>
                <a:gd name="connsiteX167" fmla="*/ 231901 w 443607"/>
                <a:gd name="connsiteY167" fmla="*/ 7622 h 93131"/>
                <a:gd name="connsiteX168" fmla="*/ 239623 w 443607"/>
                <a:gd name="connsiteY168" fmla="*/ 2837 h 93131"/>
                <a:gd name="connsiteX169" fmla="*/ 249063 w 443607"/>
                <a:gd name="connsiteY169" fmla="*/ 1125 h 93131"/>
                <a:gd name="connsiteX170" fmla="*/ 257682 w 443607"/>
                <a:gd name="connsiteY170" fmla="*/ 2616 h 93131"/>
                <a:gd name="connsiteX171" fmla="*/ 265039 w 443607"/>
                <a:gd name="connsiteY171" fmla="*/ 6659 h 93131"/>
                <a:gd name="connsiteX172" fmla="*/ 270521 w 443607"/>
                <a:gd name="connsiteY172" fmla="*/ 12978 h 93131"/>
                <a:gd name="connsiteX173" fmla="*/ 273164 w 443607"/>
                <a:gd name="connsiteY173" fmla="*/ 20030 h 93131"/>
                <a:gd name="connsiteX174" fmla="*/ 288789 w 443607"/>
                <a:gd name="connsiteY174" fmla="*/ 20030 h 93131"/>
                <a:gd name="connsiteX175" fmla="*/ 288789 w 443607"/>
                <a:gd name="connsiteY175" fmla="*/ 0 h 93131"/>
                <a:gd name="connsiteX176" fmla="*/ 298854 w 443607"/>
                <a:gd name="connsiteY176" fmla="*/ 0 h 93131"/>
                <a:gd name="connsiteX177" fmla="*/ 298854 w 443607"/>
                <a:gd name="connsiteY177" fmla="*/ 40915 h 93131"/>
                <a:gd name="connsiteX178" fmla="*/ 308737 w 443607"/>
                <a:gd name="connsiteY178" fmla="*/ 35339 h 93131"/>
                <a:gd name="connsiteX179" fmla="*/ 316719 w 443607"/>
                <a:gd name="connsiteY179" fmla="*/ 28408 h 93131"/>
                <a:gd name="connsiteX180" fmla="*/ 321354 w 443607"/>
                <a:gd name="connsiteY180" fmla="*/ 20889 h 93131"/>
                <a:gd name="connsiteX181" fmla="*/ 323190 w 443607"/>
                <a:gd name="connsiteY181" fmla="*/ 11157 h 93131"/>
                <a:gd name="connsiteX182" fmla="*/ 323190 w 443607"/>
                <a:gd name="connsiteY182" fmla="*/ 1840 h 93131"/>
                <a:gd name="connsiteX183" fmla="*/ 333750 w 443607"/>
                <a:gd name="connsiteY183" fmla="*/ 1840 h 93131"/>
                <a:gd name="connsiteX184" fmla="*/ 333750 w 443607"/>
                <a:gd name="connsiteY184" fmla="*/ 11157 h 93131"/>
                <a:gd name="connsiteX185" fmla="*/ 335469 w 443607"/>
                <a:gd name="connsiteY185" fmla="*/ 19642 h 93131"/>
                <a:gd name="connsiteX186" fmla="*/ 340599 w 443607"/>
                <a:gd name="connsiteY186" fmla="*/ 27539 h 93131"/>
                <a:gd name="connsiteX187" fmla="*/ 347604 w 443607"/>
                <a:gd name="connsiteY187" fmla="*/ 32980 h 93131"/>
                <a:gd name="connsiteX188" fmla="*/ 357357 w 443607"/>
                <a:gd name="connsiteY188" fmla="*/ 37478 h 93131"/>
                <a:gd name="connsiteX189" fmla="*/ 351498 w 443607"/>
                <a:gd name="connsiteY189" fmla="*/ 45103 h 93131"/>
                <a:gd name="connsiteX190" fmla="*/ 337917 w 443607"/>
                <a:gd name="connsiteY190" fmla="*/ 37617 h 93131"/>
                <a:gd name="connsiteX191" fmla="*/ 328633 w 443607"/>
                <a:gd name="connsiteY191" fmla="*/ 26301 h 93131"/>
                <a:gd name="connsiteX192" fmla="*/ 320143 w 443607"/>
                <a:gd name="connsiteY192" fmla="*/ 38523 h 93131"/>
                <a:gd name="connsiteX193" fmla="*/ 306081 w 443607"/>
                <a:gd name="connsiteY193" fmla="*/ 47659 h 93131"/>
                <a:gd name="connsiteX194" fmla="*/ 298854 w 443607"/>
                <a:gd name="connsiteY194" fmla="*/ 41048 h 93131"/>
                <a:gd name="connsiteX195" fmla="*/ 298854 w 443607"/>
                <a:gd name="connsiteY195" fmla="*/ 49600 h 93131"/>
                <a:gd name="connsiteX196" fmla="*/ 288789 w 443607"/>
                <a:gd name="connsiteY196" fmla="*/ 49600 h 93131"/>
                <a:gd name="connsiteX197" fmla="*/ 288789 w 443607"/>
                <a:gd name="connsiteY197" fmla="*/ 29060 h 93131"/>
                <a:gd name="connsiteX198" fmla="*/ 272891 w 443607"/>
                <a:gd name="connsiteY198" fmla="*/ 29060 h 93131"/>
                <a:gd name="connsiteX199" fmla="*/ 270078 w 443607"/>
                <a:gd name="connsiteY199" fmla="*/ 35926 h 93131"/>
                <a:gd name="connsiteX200" fmla="*/ 264701 w 443607"/>
                <a:gd name="connsiteY200" fmla="*/ 41927 h 93131"/>
                <a:gd name="connsiteX201" fmla="*/ 257461 w 443607"/>
                <a:gd name="connsiteY201" fmla="*/ 45768 h 93131"/>
                <a:gd name="connsiteX202" fmla="*/ 249063 w 443607"/>
                <a:gd name="connsiteY202" fmla="*/ 47147 h 93131"/>
                <a:gd name="connsiteX203" fmla="*/ 239727 w 443607"/>
                <a:gd name="connsiteY203" fmla="*/ 45448 h 93131"/>
                <a:gd name="connsiteX204" fmla="*/ 232070 w 443607"/>
                <a:gd name="connsiteY204" fmla="*/ 40699 h 93131"/>
                <a:gd name="connsiteX205" fmla="*/ 230430 w 443607"/>
                <a:gd name="connsiteY205" fmla="*/ 38447 h 93131"/>
                <a:gd name="connsiteX206" fmla="*/ 230430 w 443607"/>
                <a:gd name="connsiteY206" fmla="*/ 43980 h 93131"/>
                <a:gd name="connsiteX207" fmla="*/ 217044 w 443607"/>
                <a:gd name="connsiteY207" fmla="*/ 43980 h 93131"/>
                <a:gd name="connsiteX208" fmla="*/ 217044 w 443607"/>
                <a:gd name="connsiteY208" fmla="*/ 92621 h 93131"/>
                <a:gd name="connsiteX209" fmla="*/ 206888 w 443607"/>
                <a:gd name="connsiteY209" fmla="*/ 92621 h 93131"/>
                <a:gd name="connsiteX210" fmla="*/ 141784 w 443607"/>
                <a:gd name="connsiteY210" fmla="*/ 0 h 93131"/>
                <a:gd name="connsiteX211" fmla="*/ 151940 w 443607"/>
                <a:gd name="connsiteY211" fmla="*/ 0 h 93131"/>
                <a:gd name="connsiteX212" fmla="*/ 151940 w 443607"/>
                <a:gd name="connsiteY212" fmla="*/ 34745 h 93131"/>
                <a:gd name="connsiteX213" fmla="*/ 164583 w 443607"/>
                <a:gd name="connsiteY213" fmla="*/ 34745 h 93131"/>
                <a:gd name="connsiteX214" fmla="*/ 166120 w 443607"/>
                <a:gd name="connsiteY214" fmla="*/ 21376 h 93131"/>
                <a:gd name="connsiteX215" fmla="*/ 166120 w 443607"/>
                <a:gd name="connsiteY215" fmla="*/ 3475 h 93131"/>
                <a:gd name="connsiteX216" fmla="*/ 176576 w 443607"/>
                <a:gd name="connsiteY216" fmla="*/ 3475 h 93131"/>
                <a:gd name="connsiteX217" fmla="*/ 176576 w 443607"/>
                <a:gd name="connsiteY217" fmla="*/ 22806 h 93131"/>
                <a:gd name="connsiteX218" fmla="*/ 177982 w 443607"/>
                <a:gd name="connsiteY218" fmla="*/ 35742 h 93131"/>
                <a:gd name="connsiteX219" fmla="*/ 182253 w 443607"/>
                <a:gd name="connsiteY219" fmla="*/ 46556 h 93131"/>
                <a:gd name="connsiteX220" fmla="*/ 190234 w 443607"/>
                <a:gd name="connsiteY220" fmla="*/ 56775 h 93131"/>
                <a:gd name="connsiteX221" fmla="*/ 201406 w 443607"/>
                <a:gd name="connsiteY221" fmla="*/ 65573 h 93131"/>
                <a:gd name="connsiteX222" fmla="*/ 199193 w 443607"/>
                <a:gd name="connsiteY222" fmla="*/ 67999 h 93131"/>
                <a:gd name="connsiteX223" fmla="*/ 197682 w 443607"/>
                <a:gd name="connsiteY223" fmla="*/ 69385 h 93131"/>
                <a:gd name="connsiteX224" fmla="*/ 195977 w 443607"/>
                <a:gd name="connsiteY224" fmla="*/ 71141 h 93131"/>
                <a:gd name="connsiteX225" fmla="*/ 194375 w 443607"/>
                <a:gd name="connsiteY225" fmla="*/ 72490 h 93131"/>
                <a:gd name="connsiteX226" fmla="*/ 187097 w 443607"/>
                <a:gd name="connsiteY226" fmla="*/ 67244 h 93131"/>
                <a:gd name="connsiteX227" fmla="*/ 181589 w 443607"/>
                <a:gd name="connsiteY227" fmla="*/ 61352 h 93131"/>
                <a:gd name="connsiteX228" fmla="*/ 174935 w 443607"/>
                <a:gd name="connsiteY228" fmla="*/ 52859 h 93131"/>
                <a:gd name="connsiteX229" fmla="*/ 171484 w 443607"/>
                <a:gd name="connsiteY229" fmla="*/ 44081 h 93131"/>
                <a:gd name="connsiteX230" fmla="*/ 168568 w 443607"/>
                <a:gd name="connsiteY230" fmla="*/ 52441 h 93131"/>
                <a:gd name="connsiteX231" fmla="*/ 163164 w 443607"/>
                <a:gd name="connsiteY231" fmla="*/ 60699 h 93131"/>
                <a:gd name="connsiteX232" fmla="*/ 156120 w 443607"/>
                <a:gd name="connsiteY232" fmla="*/ 68724 h 93131"/>
                <a:gd name="connsiteX233" fmla="*/ 151940 w 443607"/>
                <a:gd name="connsiteY233" fmla="*/ 71957 h 93131"/>
                <a:gd name="connsiteX234" fmla="*/ 151940 w 443607"/>
                <a:gd name="connsiteY234" fmla="*/ 92621 h 93131"/>
                <a:gd name="connsiteX235" fmla="*/ 141784 w 443607"/>
                <a:gd name="connsiteY235" fmla="*/ 92621 h 93131"/>
                <a:gd name="connsiteX236" fmla="*/ 141784 w 443607"/>
                <a:gd name="connsiteY236" fmla="*/ 69504 h 93131"/>
                <a:gd name="connsiteX237" fmla="*/ 140365 w 443607"/>
                <a:gd name="connsiteY237" fmla="*/ 68307 h 93131"/>
                <a:gd name="connsiteX238" fmla="*/ 141784 w 443607"/>
                <a:gd name="connsiteY238" fmla="*/ 67117 h 93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</a:cxnLst>
              <a:rect l="l" t="t" r="r" b="b"/>
              <a:pathLst>
                <a:path w="443607" h="93131">
                  <a:moveTo>
                    <a:pt x="248060" y="72285"/>
                  </a:moveTo>
                  <a:lnTo>
                    <a:pt x="248060" y="82978"/>
                  </a:lnTo>
                  <a:lnTo>
                    <a:pt x="288789" y="82978"/>
                  </a:lnTo>
                  <a:lnTo>
                    <a:pt x="288789" y="72285"/>
                  </a:lnTo>
                  <a:close/>
                  <a:moveTo>
                    <a:pt x="381341" y="59167"/>
                  </a:moveTo>
                  <a:lnTo>
                    <a:pt x="440326" y="59167"/>
                  </a:lnTo>
                  <a:cubicBezTo>
                    <a:pt x="441446" y="59167"/>
                    <a:pt x="442253" y="59418"/>
                    <a:pt x="442761" y="59921"/>
                  </a:cubicBezTo>
                  <a:cubicBezTo>
                    <a:pt x="443256" y="60423"/>
                    <a:pt x="443516" y="61200"/>
                    <a:pt x="443516" y="62251"/>
                  </a:cubicBezTo>
                  <a:lnTo>
                    <a:pt x="443516" y="93132"/>
                  </a:lnTo>
                  <a:lnTo>
                    <a:pt x="433451" y="93132"/>
                  </a:lnTo>
                  <a:lnTo>
                    <a:pt x="433451" y="68096"/>
                  </a:lnTo>
                  <a:lnTo>
                    <a:pt x="381341" y="68096"/>
                  </a:lnTo>
                  <a:close/>
                  <a:moveTo>
                    <a:pt x="238008" y="52422"/>
                  </a:moveTo>
                  <a:lnTo>
                    <a:pt x="248060" y="52422"/>
                  </a:lnTo>
                  <a:lnTo>
                    <a:pt x="248060" y="63664"/>
                  </a:lnTo>
                  <a:lnTo>
                    <a:pt x="288789" y="63664"/>
                  </a:lnTo>
                  <a:lnTo>
                    <a:pt x="288789" y="52422"/>
                  </a:lnTo>
                  <a:lnTo>
                    <a:pt x="298750" y="52422"/>
                  </a:lnTo>
                  <a:lnTo>
                    <a:pt x="298750" y="88410"/>
                  </a:lnTo>
                  <a:cubicBezTo>
                    <a:pt x="298750" y="89522"/>
                    <a:pt x="298490" y="90331"/>
                    <a:pt x="297982" y="90839"/>
                  </a:cubicBezTo>
                  <a:cubicBezTo>
                    <a:pt x="297474" y="91345"/>
                    <a:pt x="296667" y="91599"/>
                    <a:pt x="295560" y="91599"/>
                  </a:cubicBezTo>
                  <a:lnTo>
                    <a:pt x="241198" y="91599"/>
                  </a:lnTo>
                  <a:cubicBezTo>
                    <a:pt x="240078" y="91599"/>
                    <a:pt x="239258" y="91348"/>
                    <a:pt x="238763" y="90846"/>
                  </a:cubicBezTo>
                  <a:cubicBezTo>
                    <a:pt x="238255" y="90344"/>
                    <a:pt x="238008" y="89533"/>
                    <a:pt x="238008" y="88410"/>
                  </a:cubicBezTo>
                  <a:close/>
                  <a:moveTo>
                    <a:pt x="151940" y="43980"/>
                  </a:moveTo>
                  <a:lnTo>
                    <a:pt x="151940" y="58467"/>
                  </a:lnTo>
                  <a:lnTo>
                    <a:pt x="159675" y="48435"/>
                  </a:lnTo>
                  <a:lnTo>
                    <a:pt x="161341" y="43980"/>
                  </a:lnTo>
                  <a:close/>
                  <a:moveTo>
                    <a:pt x="377383" y="13017"/>
                  </a:moveTo>
                  <a:lnTo>
                    <a:pt x="377383" y="39980"/>
                  </a:lnTo>
                  <a:lnTo>
                    <a:pt x="383893" y="33736"/>
                  </a:lnTo>
                  <a:cubicBezTo>
                    <a:pt x="385638" y="31314"/>
                    <a:pt x="387031" y="28621"/>
                    <a:pt x="388073" y="25656"/>
                  </a:cubicBezTo>
                  <a:cubicBezTo>
                    <a:pt x="389102" y="22690"/>
                    <a:pt x="389623" y="19424"/>
                    <a:pt x="389623" y="15858"/>
                  </a:cubicBezTo>
                  <a:lnTo>
                    <a:pt x="389623" y="13017"/>
                  </a:lnTo>
                  <a:close/>
                  <a:moveTo>
                    <a:pt x="249063" y="10258"/>
                  </a:moveTo>
                  <a:cubicBezTo>
                    <a:pt x="247031" y="10258"/>
                    <a:pt x="245156" y="10639"/>
                    <a:pt x="243451" y="11401"/>
                  </a:cubicBezTo>
                  <a:cubicBezTo>
                    <a:pt x="241732" y="12163"/>
                    <a:pt x="240234" y="13155"/>
                    <a:pt x="238945" y="14375"/>
                  </a:cubicBezTo>
                  <a:cubicBezTo>
                    <a:pt x="237617" y="15637"/>
                    <a:pt x="236615" y="17103"/>
                    <a:pt x="235925" y="18775"/>
                  </a:cubicBezTo>
                  <a:cubicBezTo>
                    <a:pt x="235222" y="20445"/>
                    <a:pt x="234883" y="22233"/>
                    <a:pt x="234883" y="24134"/>
                  </a:cubicBezTo>
                  <a:cubicBezTo>
                    <a:pt x="234883" y="26074"/>
                    <a:pt x="235234" y="27892"/>
                    <a:pt x="235938" y="29586"/>
                  </a:cubicBezTo>
                  <a:cubicBezTo>
                    <a:pt x="236641" y="31280"/>
                    <a:pt x="237696" y="32768"/>
                    <a:pt x="239115" y="34053"/>
                  </a:cubicBezTo>
                  <a:cubicBezTo>
                    <a:pt x="240300" y="35240"/>
                    <a:pt x="241745" y="36178"/>
                    <a:pt x="243451" y="36872"/>
                  </a:cubicBezTo>
                  <a:cubicBezTo>
                    <a:pt x="245156" y="37565"/>
                    <a:pt x="247031" y="37913"/>
                    <a:pt x="249063" y="37913"/>
                  </a:cubicBezTo>
                  <a:cubicBezTo>
                    <a:pt x="253255" y="37913"/>
                    <a:pt x="256667" y="36579"/>
                    <a:pt x="259297" y="33915"/>
                  </a:cubicBezTo>
                  <a:cubicBezTo>
                    <a:pt x="261927" y="31250"/>
                    <a:pt x="263242" y="27990"/>
                    <a:pt x="263242" y="24134"/>
                  </a:cubicBezTo>
                  <a:cubicBezTo>
                    <a:pt x="263242" y="20283"/>
                    <a:pt x="261901" y="17007"/>
                    <a:pt x="259193" y="14307"/>
                  </a:cubicBezTo>
                  <a:cubicBezTo>
                    <a:pt x="256498" y="11608"/>
                    <a:pt x="253125" y="10258"/>
                    <a:pt x="249063" y="10258"/>
                  </a:cubicBezTo>
                  <a:close/>
                  <a:moveTo>
                    <a:pt x="42526" y="9440"/>
                  </a:moveTo>
                  <a:cubicBezTo>
                    <a:pt x="35625" y="9440"/>
                    <a:pt x="30143" y="10611"/>
                    <a:pt x="26068" y="12951"/>
                  </a:cubicBezTo>
                  <a:cubicBezTo>
                    <a:pt x="22005" y="15290"/>
                    <a:pt x="19961" y="18611"/>
                    <a:pt x="19961" y="22909"/>
                  </a:cubicBezTo>
                  <a:cubicBezTo>
                    <a:pt x="19961" y="25061"/>
                    <a:pt x="20508" y="26952"/>
                    <a:pt x="21615" y="28583"/>
                  </a:cubicBezTo>
                  <a:cubicBezTo>
                    <a:pt x="22708" y="30214"/>
                    <a:pt x="24232" y="31596"/>
                    <a:pt x="26185" y="32730"/>
                  </a:cubicBezTo>
                  <a:cubicBezTo>
                    <a:pt x="28229" y="33918"/>
                    <a:pt x="30638" y="34807"/>
                    <a:pt x="33425" y="35396"/>
                  </a:cubicBezTo>
                  <a:cubicBezTo>
                    <a:pt x="36211" y="35984"/>
                    <a:pt x="39245" y="36279"/>
                    <a:pt x="42526" y="36279"/>
                  </a:cubicBezTo>
                  <a:cubicBezTo>
                    <a:pt x="49076" y="36279"/>
                    <a:pt x="54466" y="35105"/>
                    <a:pt x="58672" y="32759"/>
                  </a:cubicBezTo>
                  <a:cubicBezTo>
                    <a:pt x="62891" y="30411"/>
                    <a:pt x="64987" y="27129"/>
                    <a:pt x="64987" y="22909"/>
                  </a:cubicBezTo>
                  <a:cubicBezTo>
                    <a:pt x="64987" y="18621"/>
                    <a:pt x="62904" y="15305"/>
                    <a:pt x="58724" y="12958"/>
                  </a:cubicBezTo>
                  <a:cubicBezTo>
                    <a:pt x="54544" y="10613"/>
                    <a:pt x="49141" y="9440"/>
                    <a:pt x="42526" y="9440"/>
                  </a:cubicBezTo>
                  <a:close/>
                  <a:moveTo>
                    <a:pt x="101016" y="3475"/>
                  </a:moveTo>
                  <a:lnTo>
                    <a:pt x="111471" y="3475"/>
                  </a:lnTo>
                  <a:lnTo>
                    <a:pt x="111471" y="22806"/>
                  </a:lnTo>
                  <a:cubicBezTo>
                    <a:pt x="111471" y="27462"/>
                    <a:pt x="111940" y="31775"/>
                    <a:pt x="112878" y="35742"/>
                  </a:cubicBezTo>
                  <a:cubicBezTo>
                    <a:pt x="113815" y="39711"/>
                    <a:pt x="115234" y="43315"/>
                    <a:pt x="117149" y="46556"/>
                  </a:cubicBezTo>
                  <a:cubicBezTo>
                    <a:pt x="119388" y="50348"/>
                    <a:pt x="122044" y="53754"/>
                    <a:pt x="125130" y="56775"/>
                  </a:cubicBezTo>
                  <a:cubicBezTo>
                    <a:pt x="128216" y="59796"/>
                    <a:pt x="131940" y="62728"/>
                    <a:pt x="136302" y="65573"/>
                  </a:cubicBezTo>
                  <a:cubicBezTo>
                    <a:pt x="135456" y="66594"/>
                    <a:pt x="134727" y="67402"/>
                    <a:pt x="134089" y="67999"/>
                  </a:cubicBezTo>
                  <a:cubicBezTo>
                    <a:pt x="133451" y="68595"/>
                    <a:pt x="132956" y="69057"/>
                    <a:pt x="132578" y="69385"/>
                  </a:cubicBezTo>
                  <a:cubicBezTo>
                    <a:pt x="131914" y="70046"/>
                    <a:pt x="131341" y="70632"/>
                    <a:pt x="130872" y="71141"/>
                  </a:cubicBezTo>
                  <a:cubicBezTo>
                    <a:pt x="130391" y="71650"/>
                    <a:pt x="129857" y="72099"/>
                    <a:pt x="129271" y="72490"/>
                  </a:cubicBezTo>
                  <a:cubicBezTo>
                    <a:pt x="126563" y="70863"/>
                    <a:pt x="124141" y="69115"/>
                    <a:pt x="121992" y="67244"/>
                  </a:cubicBezTo>
                  <a:cubicBezTo>
                    <a:pt x="119857" y="65372"/>
                    <a:pt x="118008" y="63409"/>
                    <a:pt x="116484" y="61352"/>
                  </a:cubicBezTo>
                  <a:cubicBezTo>
                    <a:pt x="113854" y="58613"/>
                    <a:pt x="111641" y="55784"/>
                    <a:pt x="109831" y="52859"/>
                  </a:cubicBezTo>
                  <a:cubicBezTo>
                    <a:pt x="108021" y="49936"/>
                    <a:pt x="106862" y="47009"/>
                    <a:pt x="106380" y="44081"/>
                  </a:cubicBezTo>
                  <a:cubicBezTo>
                    <a:pt x="106107" y="46659"/>
                    <a:pt x="105130" y="49447"/>
                    <a:pt x="103464" y="52441"/>
                  </a:cubicBezTo>
                  <a:cubicBezTo>
                    <a:pt x="101797" y="55438"/>
                    <a:pt x="99987" y="58190"/>
                    <a:pt x="98060" y="60699"/>
                  </a:cubicBezTo>
                  <a:cubicBezTo>
                    <a:pt x="95820" y="63664"/>
                    <a:pt x="93477" y="66340"/>
                    <a:pt x="91016" y="68724"/>
                  </a:cubicBezTo>
                  <a:cubicBezTo>
                    <a:pt x="88555" y="71109"/>
                    <a:pt x="85964" y="73115"/>
                    <a:pt x="83242" y="74738"/>
                  </a:cubicBezTo>
                  <a:cubicBezTo>
                    <a:pt x="82018" y="73806"/>
                    <a:pt x="80729" y="72819"/>
                    <a:pt x="79375" y="71775"/>
                  </a:cubicBezTo>
                  <a:cubicBezTo>
                    <a:pt x="78034" y="70730"/>
                    <a:pt x="76654" y="69576"/>
                    <a:pt x="75260" y="68307"/>
                  </a:cubicBezTo>
                  <a:lnTo>
                    <a:pt x="84401" y="60635"/>
                  </a:lnTo>
                  <a:lnTo>
                    <a:pt x="63294" y="60635"/>
                  </a:lnTo>
                  <a:lnTo>
                    <a:pt x="63294" y="92518"/>
                  </a:lnTo>
                  <a:lnTo>
                    <a:pt x="53138" y="92518"/>
                  </a:lnTo>
                  <a:lnTo>
                    <a:pt x="53138" y="60635"/>
                  </a:lnTo>
                  <a:lnTo>
                    <a:pt x="32122" y="60635"/>
                  </a:lnTo>
                  <a:lnTo>
                    <a:pt x="32122" y="91802"/>
                  </a:lnTo>
                  <a:lnTo>
                    <a:pt x="21862" y="91802"/>
                  </a:lnTo>
                  <a:lnTo>
                    <a:pt x="21862" y="60635"/>
                  </a:lnTo>
                  <a:lnTo>
                    <a:pt x="0" y="60635"/>
                  </a:lnTo>
                  <a:lnTo>
                    <a:pt x="0" y="51708"/>
                  </a:lnTo>
                  <a:lnTo>
                    <a:pt x="84961" y="51708"/>
                  </a:lnTo>
                  <a:lnTo>
                    <a:pt x="84961" y="60174"/>
                  </a:lnTo>
                  <a:lnTo>
                    <a:pt x="86550" y="58833"/>
                  </a:lnTo>
                  <a:cubicBezTo>
                    <a:pt x="89766" y="55529"/>
                    <a:pt x="92435" y="52062"/>
                    <a:pt x="94570" y="48435"/>
                  </a:cubicBezTo>
                  <a:cubicBezTo>
                    <a:pt x="96706" y="44297"/>
                    <a:pt x="98320" y="39990"/>
                    <a:pt x="99401" y="35514"/>
                  </a:cubicBezTo>
                  <a:cubicBezTo>
                    <a:pt x="100469" y="31040"/>
                    <a:pt x="101016" y="26327"/>
                    <a:pt x="101016" y="21376"/>
                  </a:cubicBezTo>
                  <a:close/>
                  <a:moveTo>
                    <a:pt x="42526" y="716"/>
                  </a:moveTo>
                  <a:cubicBezTo>
                    <a:pt x="52760" y="716"/>
                    <a:pt x="60846" y="2704"/>
                    <a:pt x="66771" y="6678"/>
                  </a:cubicBezTo>
                  <a:cubicBezTo>
                    <a:pt x="72695" y="10654"/>
                    <a:pt x="75651" y="16064"/>
                    <a:pt x="75651" y="22909"/>
                  </a:cubicBezTo>
                  <a:cubicBezTo>
                    <a:pt x="75651" y="29612"/>
                    <a:pt x="72708" y="34970"/>
                    <a:pt x="66810" y="38983"/>
                  </a:cubicBezTo>
                  <a:cubicBezTo>
                    <a:pt x="60925" y="42995"/>
                    <a:pt x="52826" y="45000"/>
                    <a:pt x="42526" y="45000"/>
                  </a:cubicBezTo>
                  <a:cubicBezTo>
                    <a:pt x="37422" y="45000"/>
                    <a:pt x="32839" y="44497"/>
                    <a:pt x="28776" y="43490"/>
                  </a:cubicBezTo>
                  <a:cubicBezTo>
                    <a:pt x="24714" y="42483"/>
                    <a:pt x="21237" y="41025"/>
                    <a:pt x="18333" y="39115"/>
                  </a:cubicBezTo>
                  <a:cubicBezTo>
                    <a:pt x="15417" y="37189"/>
                    <a:pt x="13177" y="34855"/>
                    <a:pt x="11628" y="32115"/>
                  </a:cubicBezTo>
                  <a:cubicBezTo>
                    <a:pt x="10078" y="29372"/>
                    <a:pt x="9297" y="26305"/>
                    <a:pt x="9297" y="22909"/>
                  </a:cubicBezTo>
                  <a:cubicBezTo>
                    <a:pt x="9297" y="16267"/>
                    <a:pt x="12279" y="10906"/>
                    <a:pt x="18229" y="6831"/>
                  </a:cubicBezTo>
                  <a:cubicBezTo>
                    <a:pt x="24180" y="2755"/>
                    <a:pt x="32279" y="716"/>
                    <a:pt x="42526" y="716"/>
                  </a:cubicBezTo>
                  <a:close/>
                  <a:moveTo>
                    <a:pt x="433555" y="0"/>
                  </a:moveTo>
                  <a:lnTo>
                    <a:pt x="443607" y="0"/>
                  </a:lnTo>
                  <a:lnTo>
                    <a:pt x="443607" y="56344"/>
                  </a:lnTo>
                  <a:lnTo>
                    <a:pt x="433555" y="56344"/>
                  </a:lnTo>
                  <a:lnTo>
                    <a:pt x="433555" y="29469"/>
                  </a:lnTo>
                  <a:lnTo>
                    <a:pt x="414649" y="29469"/>
                  </a:lnTo>
                  <a:lnTo>
                    <a:pt x="414649" y="20439"/>
                  </a:lnTo>
                  <a:lnTo>
                    <a:pt x="433555" y="20439"/>
                  </a:lnTo>
                  <a:close/>
                  <a:moveTo>
                    <a:pt x="367123" y="0"/>
                  </a:moveTo>
                  <a:lnTo>
                    <a:pt x="377383" y="0"/>
                  </a:lnTo>
                  <a:lnTo>
                    <a:pt x="377383" y="4190"/>
                  </a:lnTo>
                  <a:lnTo>
                    <a:pt x="417761" y="4190"/>
                  </a:lnTo>
                  <a:lnTo>
                    <a:pt x="417761" y="13017"/>
                  </a:lnTo>
                  <a:lnTo>
                    <a:pt x="399974" y="13017"/>
                  </a:lnTo>
                  <a:lnTo>
                    <a:pt x="399974" y="16164"/>
                  </a:lnTo>
                  <a:cubicBezTo>
                    <a:pt x="399974" y="19549"/>
                    <a:pt x="400534" y="22639"/>
                    <a:pt x="401654" y="25435"/>
                  </a:cubicBezTo>
                  <a:cubicBezTo>
                    <a:pt x="402774" y="28230"/>
                    <a:pt x="404206" y="30702"/>
                    <a:pt x="405964" y="32849"/>
                  </a:cubicBezTo>
                  <a:cubicBezTo>
                    <a:pt x="408177" y="35527"/>
                    <a:pt x="410729" y="37809"/>
                    <a:pt x="413646" y="39694"/>
                  </a:cubicBezTo>
                  <a:cubicBezTo>
                    <a:pt x="416550" y="41579"/>
                    <a:pt x="419805" y="43185"/>
                    <a:pt x="423373" y="44512"/>
                  </a:cubicBezTo>
                  <a:cubicBezTo>
                    <a:pt x="422279" y="46072"/>
                    <a:pt x="421224" y="47418"/>
                    <a:pt x="420195" y="48552"/>
                  </a:cubicBezTo>
                  <a:cubicBezTo>
                    <a:pt x="419167" y="49686"/>
                    <a:pt x="418229" y="50785"/>
                    <a:pt x="417396" y="51848"/>
                  </a:cubicBezTo>
                  <a:cubicBezTo>
                    <a:pt x="415000" y="50967"/>
                    <a:pt x="412683" y="49849"/>
                    <a:pt x="410456" y="48490"/>
                  </a:cubicBezTo>
                  <a:cubicBezTo>
                    <a:pt x="408229" y="47130"/>
                    <a:pt x="406094" y="45608"/>
                    <a:pt x="404076" y="43923"/>
                  </a:cubicBezTo>
                  <a:cubicBezTo>
                    <a:pt x="402058" y="42333"/>
                    <a:pt x="400170" y="40546"/>
                    <a:pt x="398425" y="38560"/>
                  </a:cubicBezTo>
                  <a:cubicBezTo>
                    <a:pt x="396680" y="36574"/>
                    <a:pt x="395534" y="34497"/>
                    <a:pt x="394961" y="32329"/>
                  </a:cubicBezTo>
                  <a:cubicBezTo>
                    <a:pt x="394544" y="34424"/>
                    <a:pt x="393581" y="36543"/>
                    <a:pt x="392071" y="38689"/>
                  </a:cubicBezTo>
                  <a:cubicBezTo>
                    <a:pt x="390547" y="40833"/>
                    <a:pt x="388985" y="42757"/>
                    <a:pt x="387344" y="44457"/>
                  </a:cubicBezTo>
                  <a:cubicBezTo>
                    <a:pt x="385052" y="46604"/>
                    <a:pt x="382696" y="48497"/>
                    <a:pt x="380261" y="50137"/>
                  </a:cubicBezTo>
                  <a:lnTo>
                    <a:pt x="376016" y="52508"/>
                  </a:lnTo>
                  <a:lnTo>
                    <a:pt x="376524" y="52667"/>
                  </a:lnTo>
                  <a:cubicBezTo>
                    <a:pt x="377031" y="53169"/>
                    <a:pt x="377279" y="53945"/>
                    <a:pt x="377279" y="54996"/>
                  </a:cubicBezTo>
                  <a:lnTo>
                    <a:pt x="377279" y="72572"/>
                  </a:lnTo>
                  <a:cubicBezTo>
                    <a:pt x="377279" y="73682"/>
                    <a:pt x="377031" y="74491"/>
                    <a:pt x="376524" y="74999"/>
                  </a:cubicBezTo>
                  <a:cubicBezTo>
                    <a:pt x="376016" y="75505"/>
                    <a:pt x="375208" y="75759"/>
                    <a:pt x="374089" y="75759"/>
                  </a:cubicBezTo>
                  <a:lnTo>
                    <a:pt x="327109" y="75759"/>
                  </a:lnTo>
                  <a:lnTo>
                    <a:pt x="327109" y="83181"/>
                  </a:lnTo>
                  <a:lnTo>
                    <a:pt x="379323" y="83181"/>
                  </a:lnTo>
                  <a:lnTo>
                    <a:pt x="379323" y="91702"/>
                  </a:lnTo>
                  <a:lnTo>
                    <a:pt x="319531" y="91702"/>
                  </a:lnTo>
                  <a:cubicBezTo>
                    <a:pt x="318399" y="91702"/>
                    <a:pt x="317591" y="91451"/>
                    <a:pt x="317096" y="90949"/>
                  </a:cubicBezTo>
                  <a:cubicBezTo>
                    <a:pt x="316589" y="90447"/>
                    <a:pt x="316341" y="89635"/>
                    <a:pt x="316341" y="88513"/>
                  </a:cubicBezTo>
                  <a:lnTo>
                    <a:pt x="316341" y="70630"/>
                  </a:lnTo>
                  <a:cubicBezTo>
                    <a:pt x="316341" y="69569"/>
                    <a:pt x="316589" y="68790"/>
                    <a:pt x="317084" y="68293"/>
                  </a:cubicBezTo>
                  <a:cubicBezTo>
                    <a:pt x="317578" y="67797"/>
                    <a:pt x="318399" y="67548"/>
                    <a:pt x="319531" y="67548"/>
                  </a:cubicBezTo>
                  <a:lnTo>
                    <a:pt x="366511" y="67548"/>
                  </a:lnTo>
                  <a:lnTo>
                    <a:pt x="366511" y="60534"/>
                  </a:lnTo>
                  <a:lnTo>
                    <a:pt x="316341" y="60534"/>
                  </a:lnTo>
                  <a:lnTo>
                    <a:pt x="316341" y="51913"/>
                  </a:lnTo>
                  <a:lnTo>
                    <a:pt x="369037" y="51913"/>
                  </a:lnTo>
                  <a:lnTo>
                    <a:pt x="368750" y="51659"/>
                  </a:lnTo>
                  <a:cubicBezTo>
                    <a:pt x="368242" y="51264"/>
                    <a:pt x="367695" y="50816"/>
                    <a:pt x="367084" y="50318"/>
                  </a:cubicBezTo>
                  <a:cubicBezTo>
                    <a:pt x="366472" y="49818"/>
                    <a:pt x="365807" y="49023"/>
                    <a:pt x="365091" y="47936"/>
                  </a:cubicBezTo>
                  <a:lnTo>
                    <a:pt x="367123" y="46723"/>
                  </a:lnTo>
                  <a:close/>
                  <a:moveTo>
                    <a:pt x="206888" y="0"/>
                  </a:moveTo>
                  <a:lnTo>
                    <a:pt x="217044" y="0"/>
                  </a:lnTo>
                  <a:lnTo>
                    <a:pt x="217044" y="34745"/>
                  </a:lnTo>
                  <a:lnTo>
                    <a:pt x="227747" y="34745"/>
                  </a:lnTo>
                  <a:lnTo>
                    <a:pt x="226745" y="33361"/>
                  </a:lnTo>
                  <a:cubicBezTo>
                    <a:pt x="225469" y="30516"/>
                    <a:pt x="224831" y="27406"/>
                    <a:pt x="224831" y="24033"/>
                  </a:cubicBezTo>
                  <a:cubicBezTo>
                    <a:pt x="224831" y="20710"/>
                    <a:pt x="225443" y="17648"/>
                    <a:pt x="226693" y="14846"/>
                  </a:cubicBezTo>
                  <a:cubicBezTo>
                    <a:pt x="227930" y="12046"/>
                    <a:pt x="229662" y="9638"/>
                    <a:pt x="231901" y="7622"/>
                  </a:cubicBezTo>
                  <a:cubicBezTo>
                    <a:pt x="234089" y="5573"/>
                    <a:pt x="236667" y="3978"/>
                    <a:pt x="239623" y="2837"/>
                  </a:cubicBezTo>
                  <a:cubicBezTo>
                    <a:pt x="242578" y="1695"/>
                    <a:pt x="245729" y="1125"/>
                    <a:pt x="249063" y="1125"/>
                  </a:cubicBezTo>
                  <a:cubicBezTo>
                    <a:pt x="252044" y="1125"/>
                    <a:pt x="254922" y="1622"/>
                    <a:pt x="257682" y="2616"/>
                  </a:cubicBezTo>
                  <a:cubicBezTo>
                    <a:pt x="260456" y="3608"/>
                    <a:pt x="262904" y="4957"/>
                    <a:pt x="265039" y="6659"/>
                  </a:cubicBezTo>
                  <a:cubicBezTo>
                    <a:pt x="267279" y="8461"/>
                    <a:pt x="269102" y="10568"/>
                    <a:pt x="270521" y="12978"/>
                  </a:cubicBezTo>
                  <a:cubicBezTo>
                    <a:pt x="271940" y="15387"/>
                    <a:pt x="272826" y="17738"/>
                    <a:pt x="273164" y="20030"/>
                  </a:cubicBezTo>
                  <a:lnTo>
                    <a:pt x="288789" y="20030"/>
                  </a:lnTo>
                  <a:lnTo>
                    <a:pt x="288789" y="0"/>
                  </a:lnTo>
                  <a:lnTo>
                    <a:pt x="298854" y="0"/>
                  </a:lnTo>
                  <a:lnTo>
                    <a:pt x="298854" y="40915"/>
                  </a:lnTo>
                  <a:lnTo>
                    <a:pt x="308737" y="35339"/>
                  </a:lnTo>
                  <a:cubicBezTo>
                    <a:pt x="311641" y="33404"/>
                    <a:pt x="314297" y="31092"/>
                    <a:pt x="316719" y="28408"/>
                  </a:cubicBezTo>
                  <a:cubicBezTo>
                    <a:pt x="318581" y="26335"/>
                    <a:pt x="320130" y="23828"/>
                    <a:pt x="321354" y="20889"/>
                  </a:cubicBezTo>
                  <a:cubicBezTo>
                    <a:pt x="322578" y="17949"/>
                    <a:pt x="323190" y="14706"/>
                    <a:pt x="323190" y="11157"/>
                  </a:cubicBezTo>
                  <a:lnTo>
                    <a:pt x="323190" y="1840"/>
                  </a:lnTo>
                  <a:lnTo>
                    <a:pt x="333750" y="1840"/>
                  </a:lnTo>
                  <a:lnTo>
                    <a:pt x="333750" y="11157"/>
                  </a:lnTo>
                  <a:cubicBezTo>
                    <a:pt x="333750" y="14131"/>
                    <a:pt x="334323" y="16960"/>
                    <a:pt x="335469" y="19642"/>
                  </a:cubicBezTo>
                  <a:cubicBezTo>
                    <a:pt x="336615" y="22324"/>
                    <a:pt x="338321" y="24957"/>
                    <a:pt x="340599" y="27539"/>
                  </a:cubicBezTo>
                  <a:cubicBezTo>
                    <a:pt x="342500" y="29453"/>
                    <a:pt x="344831" y="31266"/>
                    <a:pt x="347604" y="32980"/>
                  </a:cubicBezTo>
                  <a:cubicBezTo>
                    <a:pt x="350365" y="34694"/>
                    <a:pt x="353620" y="36193"/>
                    <a:pt x="357357" y="37478"/>
                  </a:cubicBezTo>
                  <a:lnTo>
                    <a:pt x="351498" y="45103"/>
                  </a:lnTo>
                  <a:cubicBezTo>
                    <a:pt x="346667" y="43184"/>
                    <a:pt x="342136" y="40689"/>
                    <a:pt x="337917" y="37617"/>
                  </a:cubicBezTo>
                  <a:cubicBezTo>
                    <a:pt x="333698" y="34546"/>
                    <a:pt x="330599" y="30773"/>
                    <a:pt x="328633" y="26301"/>
                  </a:cubicBezTo>
                  <a:cubicBezTo>
                    <a:pt x="327162" y="30715"/>
                    <a:pt x="324336" y="34789"/>
                    <a:pt x="320143" y="38523"/>
                  </a:cubicBezTo>
                  <a:cubicBezTo>
                    <a:pt x="315964" y="42258"/>
                    <a:pt x="311263" y="45303"/>
                    <a:pt x="306081" y="47659"/>
                  </a:cubicBezTo>
                  <a:lnTo>
                    <a:pt x="298854" y="41048"/>
                  </a:lnTo>
                  <a:lnTo>
                    <a:pt x="298854" y="49600"/>
                  </a:lnTo>
                  <a:lnTo>
                    <a:pt x="288789" y="49600"/>
                  </a:lnTo>
                  <a:lnTo>
                    <a:pt x="288789" y="29060"/>
                  </a:lnTo>
                  <a:lnTo>
                    <a:pt x="272891" y="29060"/>
                  </a:lnTo>
                  <a:cubicBezTo>
                    <a:pt x="272435" y="31292"/>
                    <a:pt x="271498" y="33581"/>
                    <a:pt x="270078" y="35926"/>
                  </a:cubicBezTo>
                  <a:cubicBezTo>
                    <a:pt x="268659" y="38271"/>
                    <a:pt x="266862" y="40272"/>
                    <a:pt x="264701" y="41927"/>
                  </a:cubicBezTo>
                  <a:cubicBezTo>
                    <a:pt x="262565" y="43569"/>
                    <a:pt x="260143" y="44850"/>
                    <a:pt x="257461" y="45768"/>
                  </a:cubicBezTo>
                  <a:cubicBezTo>
                    <a:pt x="254779" y="46688"/>
                    <a:pt x="251979" y="47147"/>
                    <a:pt x="249063" y="47147"/>
                  </a:cubicBezTo>
                  <a:cubicBezTo>
                    <a:pt x="245781" y="47147"/>
                    <a:pt x="242669" y="46581"/>
                    <a:pt x="239727" y="45448"/>
                  </a:cubicBezTo>
                  <a:cubicBezTo>
                    <a:pt x="236797" y="44314"/>
                    <a:pt x="234232" y="42732"/>
                    <a:pt x="232070" y="40699"/>
                  </a:cubicBezTo>
                  <a:lnTo>
                    <a:pt x="230430" y="38447"/>
                  </a:lnTo>
                  <a:lnTo>
                    <a:pt x="230430" y="43980"/>
                  </a:lnTo>
                  <a:lnTo>
                    <a:pt x="217044" y="43980"/>
                  </a:lnTo>
                  <a:lnTo>
                    <a:pt x="217044" y="92621"/>
                  </a:lnTo>
                  <a:lnTo>
                    <a:pt x="206888" y="92621"/>
                  </a:lnTo>
                  <a:close/>
                  <a:moveTo>
                    <a:pt x="141784" y="0"/>
                  </a:moveTo>
                  <a:lnTo>
                    <a:pt x="151940" y="0"/>
                  </a:lnTo>
                  <a:lnTo>
                    <a:pt x="151940" y="34745"/>
                  </a:lnTo>
                  <a:lnTo>
                    <a:pt x="164583" y="34745"/>
                  </a:lnTo>
                  <a:lnTo>
                    <a:pt x="166120" y="21376"/>
                  </a:lnTo>
                  <a:lnTo>
                    <a:pt x="166120" y="3475"/>
                  </a:lnTo>
                  <a:lnTo>
                    <a:pt x="176576" y="3475"/>
                  </a:lnTo>
                  <a:lnTo>
                    <a:pt x="176576" y="22806"/>
                  </a:lnTo>
                  <a:cubicBezTo>
                    <a:pt x="176576" y="27462"/>
                    <a:pt x="177044" y="31775"/>
                    <a:pt x="177982" y="35742"/>
                  </a:cubicBezTo>
                  <a:cubicBezTo>
                    <a:pt x="178919" y="39711"/>
                    <a:pt x="180339" y="43315"/>
                    <a:pt x="182253" y="46556"/>
                  </a:cubicBezTo>
                  <a:cubicBezTo>
                    <a:pt x="184492" y="50348"/>
                    <a:pt x="187149" y="53754"/>
                    <a:pt x="190234" y="56775"/>
                  </a:cubicBezTo>
                  <a:cubicBezTo>
                    <a:pt x="193320" y="59796"/>
                    <a:pt x="197044" y="62728"/>
                    <a:pt x="201406" y="65573"/>
                  </a:cubicBezTo>
                  <a:cubicBezTo>
                    <a:pt x="200560" y="66594"/>
                    <a:pt x="199831" y="67402"/>
                    <a:pt x="199193" y="67999"/>
                  </a:cubicBezTo>
                  <a:cubicBezTo>
                    <a:pt x="198555" y="68595"/>
                    <a:pt x="198060" y="69057"/>
                    <a:pt x="197682" y="69385"/>
                  </a:cubicBezTo>
                  <a:cubicBezTo>
                    <a:pt x="197018" y="70046"/>
                    <a:pt x="196445" y="70632"/>
                    <a:pt x="195977" y="71141"/>
                  </a:cubicBezTo>
                  <a:cubicBezTo>
                    <a:pt x="195495" y="71650"/>
                    <a:pt x="194961" y="72099"/>
                    <a:pt x="194375" y="72490"/>
                  </a:cubicBezTo>
                  <a:cubicBezTo>
                    <a:pt x="191667" y="70863"/>
                    <a:pt x="189245" y="69115"/>
                    <a:pt x="187097" y="67244"/>
                  </a:cubicBezTo>
                  <a:cubicBezTo>
                    <a:pt x="184961" y="65372"/>
                    <a:pt x="183112" y="63409"/>
                    <a:pt x="181589" y="61352"/>
                  </a:cubicBezTo>
                  <a:cubicBezTo>
                    <a:pt x="178958" y="58613"/>
                    <a:pt x="176745" y="55784"/>
                    <a:pt x="174935" y="52859"/>
                  </a:cubicBezTo>
                  <a:cubicBezTo>
                    <a:pt x="173125" y="49936"/>
                    <a:pt x="171966" y="47009"/>
                    <a:pt x="171484" y="44081"/>
                  </a:cubicBezTo>
                  <a:cubicBezTo>
                    <a:pt x="171211" y="46659"/>
                    <a:pt x="170234" y="49447"/>
                    <a:pt x="168568" y="52441"/>
                  </a:cubicBezTo>
                  <a:cubicBezTo>
                    <a:pt x="166901" y="55438"/>
                    <a:pt x="165091" y="58190"/>
                    <a:pt x="163164" y="60699"/>
                  </a:cubicBezTo>
                  <a:cubicBezTo>
                    <a:pt x="160925" y="63664"/>
                    <a:pt x="158581" y="66340"/>
                    <a:pt x="156120" y="68724"/>
                  </a:cubicBezTo>
                  <a:lnTo>
                    <a:pt x="151940" y="71957"/>
                  </a:lnTo>
                  <a:lnTo>
                    <a:pt x="151940" y="92621"/>
                  </a:lnTo>
                  <a:lnTo>
                    <a:pt x="141784" y="92621"/>
                  </a:lnTo>
                  <a:lnTo>
                    <a:pt x="141784" y="69504"/>
                  </a:lnTo>
                  <a:lnTo>
                    <a:pt x="140365" y="68307"/>
                  </a:lnTo>
                  <a:lnTo>
                    <a:pt x="141784" y="67117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BFBFBF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D60CC14-6DF2-4C6E-84EA-BF7286D2FA60}"/>
                </a:ext>
              </a:extLst>
            </p:cNvPr>
            <p:cNvSpPr txBox="1"/>
            <p:nvPr/>
          </p:nvSpPr>
          <p:spPr>
            <a:xfrm>
              <a:off x="1931023" y="1189275"/>
              <a:ext cx="72975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유사사업실적</a:t>
              </a: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5E491E93-A51B-4ADE-BE94-C8BED431F6C4}"/>
                </a:ext>
              </a:extLst>
            </p:cNvPr>
            <p:cNvSpPr/>
            <p:nvPr/>
          </p:nvSpPr>
          <p:spPr>
            <a:xfrm>
              <a:off x="874442" y="2386624"/>
              <a:ext cx="5195315" cy="221354"/>
            </a:xfrm>
            <a:custGeom>
              <a:avLst/>
              <a:gdLst>
                <a:gd name="connsiteX0" fmla="*/ 0 w 5195315"/>
                <a:gd name="connsiteY0" fmla="*/ 110677 h 221354"/>
                <a:gd name="connsiteX1" fmla="*/ 110678 w 5195315"/>
                <a:gd name="connsiteY1" fmla="*/ 0 h 221354"/>
                <a:gd name="connsiteX2" fmla="*/ 5084638 w 5195315"/>
                <a:gd name="connsiteY2" fmla="*/ 0 h 221354"/>
                <a:gd name="connsiteX3" fmla="*/ 5195315 w 5195315"/>
                <a:gd name="connsiteY3" fmla="*/ 110677 h 221354"/>
                <a:gd name="connsiteX4" fmla="*/ 5195315 w 5195315"/>
                <a:gd name="connsiteY4" fmla="*/ 110677 h 221354"/>
                <a:gd name="connsiteX5" fmla="*/ 5084638 w 5195315"/>
                <a:gd name="connsiteY5" fmla="*/ 221354 h 221354"/>
                <a:gd name="connsiteX6" fmla="*/ 110678 w 5195315"/>
                <a:gd name="connsiteY6" fmla="*/ 221354 h 221354"/>
                <a:gd name="connsiteX7" fmla="*/ 0 w 5195315"/>
                <a:gd name="connsiteY7" fmla="*/ 110677 h 22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95315" h="221354">
                  <a:moveTo>
                    <a:pt x="0" y="110677"/>
                  </a:moveTo>
                  <a:cubicBezTo>
                    <a:pt x="0" y="49557"/>
                    <a:pt x="49552" y="0"/>
                    <a:pt x="110678" y="0"/>
                  </a:cubicBezTo>
                  <a:lnTo>
                    <a:pt x="5084638" y="0"/>
                  </a:lnTo>
                  <a:cubicBezTo>
                    <a:pt x="5145771" y="0"/>
                    <a:pt x="5195315" y="49557"/>
                    <a:pt x="5195315" y="110677"/>
                  </a:cubicBezTo>
                  <a:lnTo>
                    <a:pt x="5195315" y="110677"/>
                  </a:lnTo>
                  <a:cubicBezTo>
                    <a:pt x="5195315" y="171810"/>
                    <a:pt x="5145758" y="221354"/>
                    <a:pt x="5084638" y="221354"/>
                  </a:cubicBezTo>
                  <a:lnTo>
                    <a:pt x="110678" y="221354"/>
                  </a:lnTo>
                  <a:cubicBezTo>
                    <a:pt x="49552" y="221354"/>
                    <a:pt x="0" y="171797"/>
                    <a:pt x="0" y="110677"/>
                  </a:cubicBezTo>
                  <a:close/>
                </a:path>
              </a:pathLst>
            </a:custGeom>
            <a:solidFill>
              <a:srgbClr val="FFFFFF"/>
            </a:solidFill>
            <a:ln w="10848" cap="flat">
              <a:solidFill>
                <a:srgbClr val="00396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1" name="자유형: 도형 130">
              <a:extLst>
                <a:ext uri="{FF2B5EF4-FFF2-40B4-BE49-F238E27FC236}">
                  <a16:creationId xmlns:a16="http://schemas.microsoft.com/office/drawing/2014/main" id="{D6D76553-4249-4331-BB47-846240B72613}"/>
                </a:ext>
              </a:extLst>
            </p:cNvPr>
            <p:cNvSpPr/>
            <p:nvPr/>
          </p:nvSpPr>
          <p:spPr>
            <a:xfrm>
              <a:off x="1117609" y="2449385"/>
              <a:ext cx="173958" cy="93229"/>
            </a:xfrm>
            <a:custGeom>
              <a:avLst/>
              <a:gdLst>
                <a:gd name="connsiteX0" fmla="*/ 99271 w 173958"/>
                <a:gd name="connsiteY0" fmla="*/ 57917 h 93229"/>
                <a:gd name="connsiteX1" fmla="*/ 111042 w 173958"/>
                <a:gd name="connsiteY1" fmla="*/ 57917 h 93229"/>
                <a:gd name="connsiteX2" fmla="*/ 111042 w 173958"/>
                <a:gd name="connsiteY2" fmla="*/ 81458 h 93229"/>
                <a:gd name="connsiteX3" fmla="*/ 166146 w 173958"/>
                <a:gd name="connsiteY3" fmla="*/ 81458 h 93229"/>
                <a:gd name="connsiteX4" fmla="*/ 166146 w 173958"/>
                <a:gd name="connsiteY4" fmla="*/ 91458 h 93229"/>
                <a:gd name="connsiteX5" fmla="*/ 102083 w 173958"/>
                <a:gd name="connsiteY5" fmla="*/ 91458 h 93229"/>
                <a:gd name="connsiteX6" fmla="*/ 99844 w 173958"/>
                <a:gd name="connsiteY6" fmla="*/ 90833 h 93229"/>
                <a:gd name="connsiteX7" fmla="*/ 99271 w 173958"/>
                <a:gd name="connsiteY7" fmla="*/ 88542 h 93229"/>
                <a:gd name="connsiteX8" fmla="*/ 25104 w 173958"/>
                <a:gd name="connsiteY8" fmla="*/ 50937 h 93229"/>
                <a:gd name="connsiteX9" fmla="*/ 37083 w 173958"/>
                <a:gd name="connsiteY9" fmla="*/ 50937 h 93229"/>
                <a:gd name="connsiteX10" fmla="*/ 37083 w 173958"/>
                <a:gd name="connsiteY10" fmla="*/ 64792 h 93229"/>
                <a:gd name="connsiteX11" fmla="*/ 41510 w 173958"/>
                <a:gd name="connsiteY11" fmla="*/ 64635 h 93229"/>
                <a:gd name="connsiteX12" fmla="*/ 48542 w 173958"/>
                <a:gd name="connsiteY12" fmla="*/ 64271 h 93229"/>
                <a:gd name="connsiteX13" fmla="*/ 56250 w 173958"/>
                <a:gd name="connsiteY13" fmla="*/ 63594 h 93229"/>
                <a:gd name="connsiteX14" fmla="*/ 63229 w 173958"/>
                <a:gd name="connsiteY14" fmla="*/ 62708 h 93229"/>
                <a:gd name="connsiteX15" fmla="*/ 63229 w 173958"/>
                <a:gd name="connsiteY15" fmla="*/ 72708 h 93229"/>
                <a:gd name="connsiteX16" fmla="*/ 55156 w 173958"/>
                <a:gd name="connsiteY16" fmla="*/ 73646 h 93229"/>
                <a:gd name="connsiteX17" fmla="*/ 44271 w 173958"/>
                <a:gd name="connsiteY17" fmla="*/ 74375 h 93229"/>
                <a:gd name="connsiteX18" fmla="*/ 32292 w 173958"/>
                <a:gd name="connsiteY18" fmla="*/ 74948 h 93229"/>
                <a:gd name="connsiteX19" fmla="*/ 21042 w 173958"/>
                <a:gd name="connsiteY19" fmla="*/ 75104 h 93229"/>
                <a:gd name="connsiteX20" fmla="*/ 0 w 173958"/>
                <a:gd name="connsiteY20" fmla="*/ 75104 h 93229"/>
                <a:gd name="connsiteX21" fmla="*/ 0 w 173958"/>
                <a:gd name="connsiteY21" fmla="*/ 65000 h 93229"/>
                <a:gd name="connsiteX22" fmla="*/ 25104 w 173958"/>
                <a:gd name="connsiteY22" fmla="*/ 65000 h 93229"/>
                <a:gd name="connsiteX23" fmla="*/ 6771 w 173958"/>
                <a:gd name="connsiteY23" fmla="*/ 16979 h 93229"/>
                <a:gd name="connsiteX24" fmla="*/ 55729 w 173958"/>
                <a:gd name="connsiteY24" fmla="*/ 16979 h 93229"/>
                <a:gd name="connsiteX25" fmla="*/ 55729 w 173958"/>
                <a:gd name="connsiteY25" fmla="*/ 26562 h 93229"/>
                <a:gd name="connsiteX26" fmla="*/ 37708 w 173958"/>
                <a:gd name="connsiteY26" fmla="*/ 26562 h 93229"/>
                <a:gd name="connsiteX27" fmla="*/ 44010 w 173958"/>
                <a:gd name="connsiteY27" fmla="*/ 37031 h 93229"/>
                <a:gd name="connsiteX28" fmla="*/ 59167 w 173958"/>
                <a:gd name="connsiteY28" fmla="*/ 44687 h 93229"/>
                <a:gd name="connsiteX29" fmla="*/ 52188 w 173958"/>
                <a:gd name="connsiteY29" fmla="*/ 52917 h 93229"/>
                <a:gd name="connsiteX30" fmla="*/ 39479 w 173958"/>
                <a:gd name="connsiteY30" fmla="*/ 46771 h 93229"/>
                <a:gd name="connsiteX31" fmla="*/ 31250 w 173958"/>
                <a:gd name="connsiteY31" fmla="*/ 38646 h 93229"/>
                <a:gd name="connsiteX32" fmla="*/ 23281 w 173958"/>
                <a:gd name="connsiteY32" fmla="*/ 47292 h 93229"/>
                <a:gd name="connsiteX33" fmla="*/ 9375 w 173958"/>
                <a:gd name="connsiteY33" fmla="*/ 54792 h 93229"/>
                <a:gd name="connsiteX34" fmla="*/ 833 w 173958"/>
                <a:gd name="connsiteY34" fmla="*/ 46458 h 93229"/>
                <a:gd name="connsiteX35" fmla="*/ 17813 w 173958"/>
                <a:gd name="connsiteY35" fmla="*/ 38021 h 93229"/>
                <a:gd name="connsiteX36" fmla="*/ 24688 w 173958"/>
                <a:gd name="connsiteY36" fmla="*/ 26562 h 93229"/>
                <a:gd name="connsiteX37" fmla="*/ 6771 w 173958"/>
                <a:gd name="connsiteY37" fmla="*/ 26562 h 93229"/>
                <a:gd name="connsiteX38" fmla="*/ 97083 w 173958"/>
                <a:gd name="connsiteY38" fmla="*/ 2396 h 93229"/>
                <a:gd name="connsiteX39" fmla="*/ 162396 w 173958"/>
                <a:gd name="connsiteY39" fmla="*/ 2396 h 93229"/>
                <a:gd name="connsiteX40" fmla="*/ 164635 w 173958"/>
                <a:gd name="connsiteY40" fmla="*/ 3073 h 93229"/>
                <a:gd name="connsiteX41" fmla="*/ 165313 w 173958"/>
                <a:gd name="connsiteY41" fmla="*/ 5312 h 93229"/>
                <a:gd name="connsiteX42" fmla="*/ 164479 w 173958"/>
                <a:gd name="connsiteY42" fmla="*/ 13698 h 93229"/>
                <a:gd name="connsiteX43" fmla="*/ 163229 w 173958"/>
                <a:gd name="connsiteY43" fmla="*/ 23229 h 93229"/>
                <a:gd name="connsiteX44" fmla="*/ 161615 w 173958"/>
                <a:gd name="connsiteY44" fmla="*/ 32708 h 93229"/>
                <a:gd name="connsiteX45" fmla="*/ 159792 w 173958"/>
                <a:gd name="connsiteY45" fmla="*/ 41146 h 93229"/>
                <a:gd name="connsiteX46" fmla="*/ 173958 w 173958"/>
                <a:gd name="connsiteY46" fmla="*/ 41146 h 93229"/>
                <a:gd name="connsiteX47" fmla="*/ 173958 w 173958"/>
                <a:gd name="connsiteY47" fmla="*/ 51146 h 93229"/>
                <a:gd name="connsiteX48" fmla="*/ 88021 w 173958"/>
                <a:gd name="connsiteY48" fmla="*/ 51146 h 93229"/>
                <a:gd name="connsiteX49" fmla="*/ 88021 w 173958"/>
                <a:gd name="connsiteY49" fmla="*/ 41146 h 93229"/>
                <a:gd name="connsiteX50" fmla="*/ 148229 w 173958"/>
                <a:gd name="connsiteY50" fmla="*/ 41146 h 93229"/>
                <a:gd name="connsiteX51" fmla="*/ 151250 w 173958"/>
                <a:gd name="connsiteY51" fmla="*/ 25989 h 93229"/>
                <a:gd name="connsiteX52" fmla="*/ 152813 w 173958"/>
                <a:gd name="connsiteY52" fmla="*/ 12396 h 93229"/>
                <a:gd name="connsiteX53" fmla="*/ 97083 w 173958"/>
                <a:gd name="connsiteY53" fmla="*/ 12396 h 93229"/>
                <a:gd name="connsiteX54" fmla="*/ 16563 w 173958"/>
                <a:gd name="connsiteY54" fmla="*/ 1354 h 93229"/>
                <a:gd name="connsiteX55" fmla="*/ 45104 w 173958"/>
                <a:gd name="connsiteY55" fmla="*/ 1354 h 93229"/>
                <a:gd name="connsiteX56" fmla="*/ 45104 w 173958"/>
                <a:gd name="connsiteY56" fmla="*/ 10729 h 93229"/>
                <a:gd name="connsiteX57" fmla="*/ 16563 w 173958"/>
                <a:gd name="connsiteY57" fmla="*/ 10729 h 93229"/>
                <a:gd name="connsiteX58" fmla="*/ 65729 w 173958"/>
                <a:gd name="connsiteY58" fmla="*/ 0 h 93229"/>
                <a:gd name="connsiteX59" fmla="*/ 77500 w 173958"/>
                <a:gd name="connsiteY59" fmla="*/ 0 h 93229"/>
                <a:gd name="connsiteX60" fmla="*/ 77500 w 173958"/>
                <a:gd name="connsiteY60" fmla="*/ 93229 h 93229"/>
                <a:gd name="connsiteX61" fmla="*/ 65729 w 173958"/>
                <a:gd name="connsiteY61" fmla="*/ 93229 h 9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73958" h="93229">
                  <a:moveTo>
                    <a:pt x="99271" y="57917"/>
                  </a:moveTo>
                  <a:lnTo>
                    <a:pt x="111042" y="57917"/>
                  </a:lnTo>
                  <a:lnTo>
                    <a:pt x="111042" y="81458"/>
                  </a:lnTo>
                  <a:lnTo>
                    <a:pt x="166146" y="81458"/>
                  </a:lnTo>
                  <a:lnTo>
                    <a:pt x="166146" y="91458"/>
                  </a:lnTo>
                  <a:lnTo>
                    <a:pt x="102083" y="91458"/>
                  </a:lnTo>
                  <a:cubicBezTo>
                    <a:pt x="100973" y="91458"/>
                    <a:pt x="100225" y="91250"/>
                    <a:pt x="99844" y="90833"/>
                  </a:cubicBezTo>
                  <a:cubicBezTo>
                    <a:pt x="99462" y="90417"/>
                    <a:pt x="99271" y="89661"/>
                    <a:pt x="99271" y="88542"/>
                  </a:cubicBezTo>
                  <a:close/>
                  <a:moveTo>
                    <a:pt x="25104" y="50937"/>
                  </a:moveTo>
                  <a:lnTo>
                    <a:pt x="37083" y="50937"/>
                  </a:lnTo>
                  <a:lnTo>
                    <a:pt x="37083" y="64792"/>
                  </a:lnTo>
                  <a:cubicBezTo>
                    <a:pt x="37917" y="64792"/>
                    <a:pt x="39392" y="64740"/>
                    <a:pt x="41510" y="64635"/>
                  </a:cubicBezTo>
                  <a:cubicBezTo>
                    <a:pt x="43629" y="64531"/>
                    <a:pt x="45973" y="64414"/>
                    <a:pt x="48542" y="64271"/>
                  </a:cubicBezTo>
                  <a:cubicBezTo>
                    <a:pt x="51042" y="64063"/>
                    <a:pt x="53611" y="63841"/>
                    <a:pt x="56250" y="63594"/>
                  </a:cubicBezTo>
                  <a:cubicBezTo>
                    <a:pt x="58889" y="63359"/>
                    <a:pt x="61215" y="63060"/>
                    <a:pt x="63229" y="62708"/>
                  </a:cubicBezTo>
                  <a:lnTo>
                    <a:pt x="63229" y="72708"/>
                  </a:lnTo>
                  <a:cubicBezTo>
                    <a:pt x="61215" y="73060"/>
                    <a:pt x="58525" y="73372"/>
                    <a:pt x="55156" y="73646"/>
                  </a:cubicBezTo>
                  <a:cubicBezTo>
                    <a:pt x="51788" y="73932"/>
                    <a:pt x="48160" y="74167"/>
                    <a:pt x="44271" y="74375"/>
                  </a:cubicBezTo>
                  <a:cubicBezTo>
                    <a:pt x="40382" y="74661"/>
                    <a:pt x="36389" y="74844"/>
                    <a:pt x="32292" y="74948"/>
                  </a:cubicBezTo>
                  <a:cubicBezTo>
                    <a:pt x="28194" y="75052"/>
                    <a:pt x="24444" y="75104"/>
                    <a:pt x="21042" y="75104"/>
                  </a:cubicBezTo>
                  <a:lnTo>
                    <a:pt x="0" y="75104"/>
                  </a:lnTo>
                  <a:lnTo>
                    <a:pt x="0" y="65000"/>
                  </a:lnTo>
                  <a:lnTo>
                    <a:pt x="25104" y="65000"/>
                  </a:lnTo>
                  <a:close/>
                  <a:moveTo>
                    <a:pt x="6771" y="16979"/>
                  </a:moveTo>
                  <a:lnTo>
                    <a:pt x="55729" y="16979"/>
                  </a:lnTo>
                  <a:lnTo>
                    <a:pt x="55729" y="26562"/>
                  </a:lnTo>
                  <a:lnTo>
                    <a:pt x="37708" y="26562"/>
                  </a:lnTo>
                  <a:cubicBezTo>
                    <a:pt x="38264" y="30104"/>
                    <a:pt x="40365" y="33594"/>
                    <a:pt x="44010" y="37031"/>
                  </a:cubicBezTo>
                  <a:cubicBezTo>
                    <a:pt x="47656" y="40469"/>
                    <a:pt x="52708" y="43021"/>
                    <a:pt x="59167" y="44687"/>
                  </a:cubicBezTo>
                  <a:lnTo>
                    <a:pt x="52188" y="52917"/>
                  </a:lnTo>
                  <a:cubicBezTo>
                    <a:pt x="47187" y="51250"/>
                    <a:pt x="42952" y="49206"/>
                    <a:pt x="39479" y="46771"/>
                  </a:cubicBezTo>
                  <a:cubicBezTo>
                    <a:pt x="36006" y="44349"/>
                    <a:pt x="33264" y="41641"/>
                    <a:pt x="31250" y="38646"/>
                  </a:cubicBezTo>
                  <a:cubicBezTo>
                    <a:pt x="29583" y="41706"/>
                    <a:pt x="26927" y="44583"/>
                    <a:pt x="23281" y="47292"/>
                  </a:cubicBezTo>
                  <a:cubicBezTo>
                    <a:pt x="19635" y="50000"/>
                    <a:pt x="15000" y="52500"/>
                    <a:pt x="9375" y="54792"/>
                  </a:cubicBezTo>
                  <a:lnTo>
                    <a:pt x="833" y="46458"/>
                  </a:lnTo>
                  <a:cubicBezTo>
                    <a:pt x="7917" y="44375"/>
                    <a:pt x="13577" y="41562"/>
                    <a:pt x="17813" y="38021"/>
                  </a:cubicBezTo>
                  <a:cubicBezTo>
                    <a:pt x="22048" y="34479"/>
                    <a:pt x="24340" y="30664"/>
                    <a:pt x="24688" y="26562"/>
                  </a:cubicBezTo>
                  <a:lnTo>
                    <a:pt x="6771" y="26562"/>
                  </a:lnTo>
                  <a:close/>
                  <a:moveTo>
                    <a:pt x="97083" y="2396"/>
                  </a:moveTo>
                  <a:lnTo>
                    <a:pt x="162396" y="2396"/>
                  </a:lnTo>
                  <a:cubicBezTo>
                    <a:pt x="163438" y="2396"/>
                    <a:pt x="164184" y="2630"/>
                    <a:pt x="164635" y="3073"/>
                  </a:cubicBezTo>
                  <a:cubicBezTo>
                    <a:pt x="165087" y="3529"/>
                    <a:pt x="165313" y="4271"/>
                    <a:pt x="165313" y="5312"/>
                  </a:cubicBezTo>
                  <a:cubicBezTo>
                    <a:pt x="165104" y="7812"/>
                    <a:pt x="164827" y="10612"/>
                    <a:pt x="164479" y="13698"/>
                  </a:cubicBezTo>
                  <a:cubicBezTo>
                    <a:pt x="164132" y="16797"/>
                    <a:pt x="163715" y="19974"/>
                    <a:pt x="163229" y="23229"/>
                  </a:cubicBezTo>
                  <a:cubicBezTo>
                    <a:pt x="162744" y="26432"/>
                    <a:pt x="162204" y="29583"/>
                    <a:pt x="161615" y="32708"/>
                  </a:cubicBezTo>
                  <a:cubicBezTo>
                    <a:pt x="161025" y="35833"/>
                    <a:pt x="160417" y="38646"/>
                    <a:pt x="159792" y="41146"/>
                  </a:cubicBezTo>
                  <a:lnTo>
                    <a:pt x="173958" y="41146"/>
                  </a:lnTo>
                  <a:lnTo>
                    <a:pt x="173958" y="51146"/>
                  </a:lnTo>
                  <a:lnTo>
                    <a:pt x="88021" y="51146"/>
                  </a:lnTo>
                  <a:lnTo>
                    <a:pt x="88021" y="41146"/>
                  </a:lnTo>
                  <a:lnTo>
                    <a:pt x="148229" y="41146"/>
                  </a:lnTo>
                  <a:cubicBezTo>
                    <a:pt x="149410" y="36354"/>
                    <a:pt x="150417" y="31302"/>
                    <a:pt x="151250" y="25989"/>
                  </a:cubicBezTo>
                  <a:cubicBezTo>
                    <a:pt x="152083" y="20677"/>
                    <a:pt x="152604" y="16146"/>
                    <a:pt x="152813" y="12396"/>
                  </a:cubicBezTo>
                  <a:lnTo>
                    <a:pt x="97083" y="12396"/>
                  </a:lnTo>
                  <a:close/>
                  <a:moveTo>
                    <a:pt x="16563" y="1354"/>
                  </a:moveTo>
                  <a:lnTo>
                    <a:pt x="45104" y="1354"/>
                  </a:lnTo>
                  <a:lnTo>
                    <a:pt x="45104" y="10729"/>
                  </a:lnTo>
                  <a:lnTo>
                    <a:pt x="16563" y="10729"/>
                  </a:lnTo>
                  <a:close/>
                  <a:moveTo>
                    <a:pt x="65729" y="0"/>
                  </a:moveTo>
                  <a:lnTo>
                    <a:pt x="77500" y="0"/>
                  </a:lnTo>
                  <a:lnTo>
                    <a:pt x="77500" y="93229"/>
                  </a:lnTo>
                  <a:lnTo>
                    <a:pt x="65729" y="93229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5C31E4B-6ABC-4280-AAFB-E0997549E4B7}"/>
                </a:ext>
              </a:extLst>
            </p:cNvPr>
            <p:cNvSpPr txBox="1"/>
            <p:nvPr/>
          </p:nvSpPr>
          <p:spPr>
            <a:xfrm>
              <a:off x="1026169" y="2381073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최근</a:t>
              </a:r>
            </a:p>
          </p:txBody>
        </p:sp>
        <p:sp>
          <p:nvSpPr>
            <p:cNvPr id="133" name="자유형: 도형 132">
              <a:extLst>
                <a:ext uri="{FF2B5EF4-FFF2-40B4-BE49-F238E27FC236}">
                  <a16:creationId xmlns:a16="http://schemas.microsoft.com/office/drawing/2014/main" id="{BD9C079E-BF2F-4737-8A06-14C9B529F28B}"/>
                </a:ext>
              </a:extLst>
            </p:cNvPr>
            <p:cNvSpPr/>
            <p:nvPr/>
          </p:nvSpPr>
          <p:spPr>
            <a:xfrm>
              <a:off x="1318874" y="2453135"/>
              <a:ext cx="52291" cy="80625"/>
            </a:xfrm>
            <a:custGeom>
              <a:avLst/>
              <a:gdLst>
                <a:gd name="connsiteX0" fmla="*/ 26146 w 52291"/>
                <a:gd name="connsiteY0" fmla="*/ 0 h 80625"/>
                <a:gd name="connsiteX1" fmla="*/ 35260 w 52291"/>
                <a:gd name="connsiteY1" fmla="*/ 1302 h 80625"/>
                <a:gd name="connsiteX2" fmla="*/ 43125 w 52291"/>
                <a:gd name="connsiteY2" fmla="*/ 5313 h 80625"/>
                <a:gd name="connsiteX3" fmla="*/ 48646 w 52291"/>
                <a:gd name="connsiteY3" fmla="*/ 11979 h 80625"/>
                <a:gd name="connsiteX4" fmla="*/ 50729 w 52291"/>
                <a:gd name="connsiteY4" fmla="*/ 21458 h 80625"/>
                <a:gd name="connsiteX5" fmla="*/ 47188 w 52291"/>
                <a:gd name="connsiteY5" fmla="*/ 32813 h 80625"/>
                <a:gd name="connsiteX6" fmla="*/ 36771 w 52291"/>
                <a:gd name="connsiteY6" fmla="*/ 38854 h 80625"/>
                <a:gd name="connsiteX7" fmla="*/ 48438 w 52291"/>
                <a:gd name="connsiteY7" fmla="*/ 45156 h 80625"/>
                <a:gd name="connsiteX8" fmla="*/ 52292 w 52291"/>
                <a:gd name="connsiteY8" fmla="*/ 57813 h 80625"/>
                <a:gd name="connsiteX9" fmla="*/ 50000 w 52291"/>
                <a:gd name="connsiteY9" fmla="*/ 68073 h 80625"/>
                <a:gd name="connsiteX10" fmla="*/ 43958 w 52291"/>
                <a:gd name="connsiteY10" fmla="*/ 75208 h 80625"/>
                <a:gd name="connsiteX11" fmla="*/ 35469 w 52291"/>
                <a:gd name="connsiteY11" fmla="*/ 79323 h 80625"/>
                <a:gd name="connsiteX12" fmla="*/ 25729 w 52291"/>
                <a:gd name="connsiteY12" fmla="*/ 80625 h 80625"/>
                <a:gd name="connsiteX13" fmla="*/ 7187 w 52291"/>
                <a:gd name="connsiteY13" fmla="*/ 74063 h 80625"/>
                <a:gd name="connsiteX14" fmla="*/ 0 w 52291"/>
                <a:gd name="connsiteY14" fmla="*/ 55729 h 80625"/>
                <a:gd name="connsiteX15" fmla="*/ 11563 w 52291"/>
                <a:gd name="connsiteY15" fmla="*/ 55729 h 80625"/>
                <a:gd name="connsiteX16" fmla="*/ 15885 w 52291"/>
                <a:gd name="connsiteY16" fmla="*/ 67188 h 80625"/>
                <a:gd name="connsiteX17" fmla="*/ 26146 w 52291"/>
                <a:gd name="connsiteY17" fmla="*/ 70729 h 80625"/>
                <a:gd name="connsiteX18" fmla="*/ 36771 w 52291"/>
                <a:gd name="connsiteY18" fmla="*/ 67292 h 80625"/>
                <a:gd name="connsiteX19" fmla="*/ 40521 w 52291"/>
                <a:gd name="connsiteY19" fmla="*/ 56979 h 80625"/>
                <a:gd name="connsiteX20" fmla="*/ 39271 w 52291"/>
                <a:gd name="connsiteY20" fmla="*/ 50990 h 80625"/>
                <a:gd name="connsiteX21" fmla="*/ 36042 w 52291"/>
                <a:gd name="connsiteY21" fmla="*/ 46979 h 80625"/>
                <a:gd name="connsiteX22" fmla="*/ 31250 w 52291"/>
                <a:gd name="connsiteY22" fmla="*/ 44792 h 80625"/>
                <a:gd name="connsiteX23" fmla="*/ 25625 w 52291"/>
                <a:gd name="connsiteY23" fmla="*/ 43854 h 80625"/>
                <a:gd name="connsiteX24" fmla="*/ 21667 w 52291"/>
                <a:gd name="connsiteY24" fmla="*/ 43854 h 80625"/>
                <a:gd name="connsiteX25" fmla="*/ 19479 w 52291"/>
                <a:gd name="connsiteY25" fmla="*/ 43333 h 80625"/>
                <a:gd name="connsiteX26" fmla="*/ 18958 w 52291"/>
                <a:gd name="connsiteY26" fmla="*/ 41146 h 80625"/>
                <a:gd name="connsiteX27" fmla="*/ 18958 w 52291"/>
                <a:gd name="connsiteY27" fmla="*/ 36354 h 80625"/>
                <a:gd name="connsiteX28" fmla="*/ 19479 w 52291"/>
                <a:gd name="connsiteY28" fmla="*/ 34219 h 80625"/>
                <a:gd name="connsiteX29" fmla="*/ 21667 w 52291"/>
                <a:gd name="connsiteY29" fmla="*/ 33646 h 80625"/>
                <a:gd name="connsiteX30" fmla="*/ 24896 w 52291"/>
                <a:gd name="connsiteY30" fmla="*/ 33646 h 80625"/>
                <a:gd name="connsiteX31" fmla="*/ 34740 w 52291"/>
                <a:gd name="connsiteY31" fmla="*/ 30937 h 80625"/>
                <a:gd name="connsiteX32" fmla="*/ 38854 w 52291"/>
                <a:gd name="connsiteY32" fmla="*/ 21771 h 80625"/>
                <a:gd name="connsiteX33" fmla="*/ 35260 w 52291"/>
                <a:gd name="connsiteY33" fmla="*/ 12864 h 80625"/>
                <a:gd name="connsiteX34" fmla="*/ 25938 w 52291"/>
                <a:gd name="connsiteY34" fmla="*/ 9896 h 80625"/>
                <a:gd name="connsiteX35" fmla="*/ 16615 w 52291"/>
                <a:gd name="connsiteY35" fmla="*/ 13073 h 80625"/>
                <a:gd name="connsiteX36" fmla="*/ 12708 w 52291"/>
                <a:gd name="connsiteY36" fmla="*/ 23438 h 80625"/>
                <a:gd name="connsiteX37" fmla="*/ 937 w 52291"/>
                <a:gd name="connsiteY37" fmla="*/ 23438 h 80625"/>
                <a:gd name="connsiteX38" fmla="*/ 8125 w 52291"/>
                <a:gd name="connsiteY38" fmla="*/ 6198 h 80625"/>
                <a:gd name="connsiteX39" fmla="*/ 26146 w 52291"/>
                <a:gd name="connsiteY39" fmla="*/ 0 h 8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2291" h="80625">
                  <a:moveTo>
                    <a:pt x="26146" y="0"/>
                  </a:moveTo>
                  <a:cubicBezTo>
                    <a:pt x="29271" y="0"/>
                    <a:pt x="32309" y="443"/>
                    <a:pt x="35260" y="1302"/>
                  </a:cubicBezTo>
                  <a:cubicBezTo>
                    <a:pt x="38211" y="2174"/>
                    <a:pt x="40833" y="3516"/>
                    <a:pt x="43125" y="5313"/>
                  </a:cubicBezTo>
                  <a:cubicBezTo>
                    <a:pt x="45417" y="7057"/>
                    <a:pt x="47257" y="9271"/>
                    <a:pt x="48646" y="11979"/>
                  </a:cubicBezTo>
                  <a:cubicBezTo>
                    <a:pt x="50034" y="14687"/>
                    <a:pt x="50729" y="17852"/>
                    <a:pt x="50729" y="21458"/>
                  </a:cubicBezTo>
                  <a:cubicBezTo>
                    <a:pt x="50729" y="25977"/>
                    <a:pt x="49548" y="29766"/>
                    <a:pt x="47188" y="32813"/>
                  </a:cubicBezTo>
                  <a:cubicBezTo>
                    <a:pt x="44825" y="35872"/>
                    <a:pt x="41354" y="37891"/>
                    <a:pt x="36771" y="38854"/>
                  </a:cubicBezTo>
                  <a:cubicBezTo>
                    <a:pt x="41979" y="39766"/>
                    <a:pt x="45867" y="41862"/>
                    <a:pt x="48438" y="45156"/>
                  </a:cubicBezTo>
                  <a:cubicBezTo>
                    <a:pt x="51007" y="48464"/>
                    <a:pt x="52292" y="52682"/>
                    <a:pt x="52292" y="57813"/>
                  </a:cubicBezTo>
                  <a:cubicBezTo>
                    <a:pt x="52292" y="61771"/>
                    <a:pt x="51527" y="65195"/>
                    <a:pt x="50000" y="68073"/>
                  </a:cubicBezTo>
                  <a:cubicBezTo>
                    <a:pt x="48471" y="70964"/>
                    <a:pt x="46458" y="73333"/>
                    <a:pt x="43958" y="75208"/>
                  </a:cubicBezTo>
                  <a:cubicBezTo>
                    <a:pt x="41458" y="77083"/>
                    <a:pt x="38628" y="78464"/>
                    <a:pt x="35469" y="79323"/>
                  </a:cubicBezTo>
                  <a:cubicBezTo>
                    <a:pt x="32309" y="80195"/>
                    <a:pt x="29062" y="80625"/>
                    <a:pt x="25729" y="80625"/>
                  </a:cubicBezTo>
                  <a:cubicBezTo>
                    <a:pt x="18021" y="80625"/>
                    <a:pt x="11840" y="78438"/>
                    <a:pt x="7187" y="74063"/>
                  </a:cubicBezTo>
                  <a:cubicBezTo>
                    <a:pt x="2534" y="69688"/>
                    <a:pt x="138" y="63581"/>
                    <a:pt x="0" y="55729"/>
                  </a:cubicBezTo>
                  <a:lnTo>
                    <a:pt x="11563" y="55729"/>
                  </a:lnTo>
                  <a:cubicBezTo>
                    <a:pt x="12048" y="61016"/>
                    <a:pt x="13490" y="64831"/>
                    <a:pt x="15885" y="67188"/>
                  </a:cubicBezTo>
                  <a:cubicBezTo>
                    <a:pt x="18281" y="69557"/>
                    <a:pt x="21701" y="70729"/>
                    <a:pt x="26146" y="70729"/>
                  </a:cubicBezTo>
                  <a:cubicBezTo>
                    <a:pt x="30729" y="70729"/>
                    <a:pt x="34271" y="69583"/>
                    <a:pt x="36771" y="67292"/>
                  </a:cubicBezTo>
                  <a:cubicBezTo>
                    <a:pt x="39271" y="65000"/>
                    <a:pt x="40521" y="61562"/>
                    <a:pt x="40521" y="56979"/>
                  </a:cubicBezTo>
                  <a:cubicBezTo>
                    <a:pt x="40521" y="54622"/>
                    <a:pt x="40104" y="52630"/>
                    <a:pt x="39271" y="50990"/>
                  </a:cubicBezTo>
                  <a:cubicBezTo>
                    <a:pt x="38438" y="49362"/>
                    <a:pt x="37361" y="48021"/>
                    <a:pt x="36042" y="46979"/>
                  </a:cubicBezTo>
                  <a:cubicBezTo>
                    <a:pt x="34652" y="46016"/>
                    <a:pt x="33055" y="45286"/>
                    <a:pt x="31250" y="44792"/>
                  </a:cubicBezTo>
                  <a:cubicBezTo>
                    <a:pt x="29444" y="44310"/>
                    <a:pt x="27569" y="43997"/>
                    <a:pt x="25625" y="43854"/>
                  </a:cubicBezTo>
                  <a:lnTo>
                    <a:pt x="21667" y="43854"/>
                  </a:lnTo>
                  <a:cubicBezTo>
                    <a:pt x="20555" y="43854"/>
                    <a:pt x="19826" y="43685"/>
                    <a:pt x="19479" y="43333"/>
                  </a:cubicBezTo>
                  <a:cubicBezTo>
                    <a:pt x="19132" y="42995"/>
                    <a:pt x="18958" y="42266"/>
                    <a:pt x="18958" y="41146"/>
                  </a:cubicBezTo>
                  <a:lnTo>
                    <a:pt x="18958" y="36354"/>
                  </a:lnTo>
                  <a:cubicBezTo>
                    <a:pt x="18958" y="35313"/>
                    <a:pt x="19132" y="34609"/>
                    <a:pt x="19479" y="34219"/>
                  </a:cubicBezTo>
                  <a:cubicBezTo>
                    <a:pt x="19826" y="33841"/>
                    <a:pt x="20555" y="33646"/>
                    <a:pt x="21667" y="33646"/>
                  </a:cubicBezTo>
                  <a:lnTo>
                    <a:pt x="24896" y="33646"/>
                  </a:lnTo>
                  <a:cubicBezTo>
                    <a:pt x="28715" y="33581"/>
                    <a:pt x="31996" y="32682"/>
                    <a:pt x="34740" y="30937"/>
                  </a:cubicBezTo>
                  <a:cubicBezTo>
                    <a:pt x="37482" y="29206"/>
                    <a:pt x="38854" y="26146"/>
                    <a:pt x="38854" y="21771"/>
                  </a:cubicBezTo>
                  <a:cubicBezTo>
                    <a:pt x="38854" y="17812"/>
                    <a:pt x="37656" y="14844"/>
                    <a:pt x="35260" y="12864"/>
                  </a:cubicBezTo>
                  <a:cubicBezTo>
                    <a:pt x="32865" y="10885"/>
                    <a:pt x="29757" y="9896"/>
                    <a:pt x="25938" y="9896"/>
                  </a:cubicBezTo>
                  <a:cubicBezTo>
                    <a:pt x="21909" y="9896"/>
                    <a:pt x="18802" y="10963"/>
                    <a:pt x="16615" y="13073"/>
                  </a:cubicBezTo>
                  <a:cubicBezTo>
                    <a:pt x="14427" y="15195"/>
                    <a:pt x="13125" y="18646"/>
                    <a:pt x="12708" y="23438"/>
                  </a:cubicBezTo>
                  <a:lnTo>
                    <a:pt x="937" y="23438"/>
                  </a:lnTo>
                  <a:cubicBezTo>
                    <a:pt x="1007" y="16081"/>
                    <a:pt x="3402" y="10338"/>
                    <a:pt x="8125" y="6198"/>
                  </a:cubicBezTo>
                  <a:cubicBezTo>
                    <a:pt x="12846" y="2070"/>
                    <a:pt x="18854" y="0"/>
                    <a:pt x="26146" y="0"/>
                  </a:cubicBez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5FB6587E-4F45-47F0-A813-4065003A14F2}"/>
                </a:ext>
              </a:extLst>
            </p:cNvPr>
            <p:cNvSpPr txBox="1"/>
            <p:nvPr/>
          </p:nvSpPr>
          <p:spPr>
            <a:xfrm>
              <a:off x="1227434" y="2412857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sp>
          <p:nvSpPr>
            <p:cNvPr id="135" name="자유형: 도형 134">
              <a:extLst>
                <a:ext uri="{FF2B5EF4-FFF2-40B4-BE49-F238E27FC236}">
                  <a16:creationId xmlns:a16="http://schemas.microsoft.com/office/drawing/2014/main" id="{FC7A35B4-4C5F-49A5-B60D-8524BF9EF300}"/>
                </a:ext>
              </a:extLst>
            </p:cNvPr>
            <p:cNvSpPr/>
            <p:nvPr/>
          </p:nvSpPr>
          <p:spPr>
            <a:xfrm>
              <a:off x="1374796" y="2449280"/>
              <a:ext cx="171354" cy="93333"/>
            </a:xfrm>
            <a:custGeom>
              <a:avLst/>
              <a:gdLst>
                <a:gd name="connsiteX0" fmla="*/ 106563 w 171354"/>
                <a:gd name="connsiteY0" fmla="*/ 61458 h 93333"/>
                <a:gd name="connsiteX1" fmla="*/ 118438 w 171354"/>
                <a:gd name="connsiteY1" fmla="*/ 61458 h 93333"/>
                <a:gd name="connsiteX2" fmla="*/ 118438 w 171354"/>
                <a:gd name="connsiteY2" fmla="*/ 81563 h 93333"/>
                <a:gd name="connsiteX3" fmla="*/ 171354 w 171354"/>
                <a:gd name="connsiteY3" fmla="*/ 81563 h 93333"/>
                <a:gd name="connsiteX4" fmla="*/ 171354 w 171354"/>
                <a:gd name="connsiteY4" fmla="*/ 91563 h 93333"/>
                <a:gd name="connsiteX5" fmla="*/ 109375 w 171354"/>
                <a:gd name="connsiteY5" fmla="*/ 91563 h 93333"/>
                <a:gd name="connsiteX6" fmla="*/ 107135 w 171354"/>
                <a:gd name="connsiteY6" fmla="*/ 90938 h 93333"/>
                <a:gd name="connsiteX7" fmla="*/ 106563 w 171354"/>
                <a:gd name="connsiteY7" fmla="*/ 88646 h 93333"/>
                <a:gd name="connsiteX8" fmla="*/ 5000 w 171354"/>
                <a:gd name="connsiteY8" fmla="*/ 6250 h 93333"/>
                <a:gd name="connsiteX9" fmla="*/ 37917 w 171354"/>
                <a:gd name="connsiteY9" fmla="*/ 6250 h 93333"/>
                <a:gd name="connsiteX10" fmla="*/ 40156 w 171354"/>
                <a:gd name="connsiteY10" fmla="*/ 6927 h 93333"/>
                <a:gd name="connsiteX11" fmla="*/ 40833 w 171354"/>
                <a:gd name="connsiteY11" fmla="*/ 9167 h 93333"/>
                <a:gd name="connsiteX12" fmla="*/ 32812 w 171354"/>
                <a:gd name="connsiteY12" fmla="*/ 46667 h 93333"/>
                <a:gd name="connsiteX13" fmla="*/ 10313 w 171354"/>
                <a:gd name="connsiteY13" fmla="*/ 74479 h 93333"/>
                <a:gd name="connsiteX14" fmla="*/ 0 w 171354"/>
                <a:gd name="connsiteY14" fmla="*/ 67500 h 93333"/>
                <a:gd name="connsiteX15" fmla="*/ 21198 w 171354"/>
                <a:gd name="connsiteY15" fmla="*/ 45260 h 93333"/>
                <a:gd name="connsiteX16" fmla="*/ 28646 w 171354"/>
                <a:gd name="connsiteY16" fmla="*/ 16042 h 93333"/>
                <a:gd name="connsiteX17" fmla="*/ 5000 w 171354"/>
                <a:gd name="connsiteY17" fmla="*/ 16042 h 93333"/>
                <a:gd name="connsiteX18" fmla="*/ 97188 w 171354"/>
                <a:gd name="connsiteY18" fmla="*/ 2396 h 93333"/>
                <a:gd name="connsiteX19" fmla="*/ 108854 w 171354"/>
                <a:gd name="connsiteY19" fmla="*/ 2396 h 93333"/>
                <a:gd name="connsiteX20" fmla="*/ 108854 w 171354"/>
                <a:gd name="connsiteY20" fmla="*/ 42083 h 93333"/>
                <a:gd name="connsiteX21" fmla="*/ 122188 w 171354"/>
                <a:gd name="connsiteY21" fmla="*/ 41979 h 93333"/>
                <a:gd name="connsiteX22" fmla="*/ 129063 w 171354"/>
                <a:gd name="connsiteY22" fmla="*/ 41667 h 93333"/>
                <a:gd name="connsiteX23" fmla="*/ 136667 w 171354"/>
                <a:gd name="connsiteY23" fmla="*/ 40937 h 93333"/>
                <a:gd name="connsiteX24" fmla="*/ 143854 w 171354"/>
                <a:gd name="connsiteY24" fmla="*/ 39896 h 93333"/>
                <a:gd name="connsiteX25" fmla="*/ 149688 w 171354"/>
                <a:gd name="connsiteY25" fmla="*/ 38750 h 93333"/>
                <a:gd name="connsiteX26" fmla="*/ 149688 w 171354"/>
                <a:gd name="connsiteY26" fmla="*/ 48958 h 93333"/>
                <a:gd name="connsiteX27" fmla="*/ 144323 w 171354"/>
                <a:gd name="connsiteY27" fmla="*/ 50156 h 93333"/>
                <a:gd name="connsiteX28" fmla="*/ 137188 w 171354"/>
                <a:gd name="connsiteY28" fmla="*/ 51146 h 93333"/>
                <a:gd name="connsiteX29" fmla="*/ 128906 w 171354"/>
                <a:gd name="connsiteY29" fmla="*/ 52031 h 93333"/>
                <a:gd name="connsiteX30" fmla="*/ 120417 w 171354"/>
                <a:gd name="connsiteY30" fmla="*/ 52396 h 93333"/>
                <a:gd name="connsiteX31" fmla="*/ 116198 w 171354"/>
                <a:gd name="connsiteY31" fmla="*/ 52500 h 93333"/>
                <a:gd name="connsiteX32" fmla="*/ 109479 w 171354"/>
                <a:gd name="connsiteY32" fmla="*/ 52500 h 93333"/>
                <a:gd name="connsiteX33" fmla="*/ 103177 w 171354"/>
                <a:gd name="connsiteY33" fmla="*/ 52500 h 93333"/>
                <a:gd name="connsiteX34" fmla="*/ 100000 w 171354"/>
                <a:gd name="connsiteY34" fmla="*/ 52500 h 93333"/>
                <a:gd name="connsiteX35" fmla="*/ 97761 w 171354"/>
                <a:gd name="connsiteY35" fmla="*/ 51875 h 93333"/>
                <a:gd name="connsiteX36" fmla="*/ 97188 w 171354"/>
                <a:gd name="connsiteY36" fmla="*/ 49583 h 93333"/>
                <a:gd name="connsiteX37" fmla="*/ 157396 w 171354"/>
                <a:gd name="connsiteY37" fmla="*/ 104 h 93333"/>
                <a:gd name="connsiteX38" fmla="*/ 169271 w 171354"/>
                <a:gd name="connsiteY38" fmla="*/ 104 h 93333"/>
                <a:gd name="connsiteX39" fmla="*/ 169271 w 171354"/>
                <a:gd name="connsiteY39" fmla="*/ 68333 h 93333"/>
                <a:gd name="connsiteX40" fmla="*/ 157500 w 171354"/>
                <a:gd name="connsiteY40" fmla="*/ 68333 h 93333"/>
                <a:gd name="connsiteX41" fmla="*/ 157500 w 171354"/>
                <a:gd name="connsiteY41" fmla="*/ 33646 h 93333"/>
                <a:gd name="connsiteX42" fmla="*/ 134063 w 171354"/>
                <a:gd name="connsiteY42" fmla="*/ 33646 h 93333"/>
                <a:gd name="connsiteX43" fmla="*/ 134063 w 171354"/>
                <a:gd name="connsiteY43" fmla="*/ 24375 h 93333"/>
                <a:gd name="connsiteX44" fmla="*/ 157500 w 171354"/>
                <a:gd name="connsiteY44" fmla="*/ 24375 h 93333"/>
                <a:gd name="connsiteX45" fmla="*/ 157500 w 171354"/>
                <a:gd name="connsiteY45" fmla="*/ 16563 h 93333"/>
                <a:gd name="connsiteX46" fmla="*/ 134063 w 171354"/>
                <a:gd name="connsiteY46" fmla="*/ 16563 h 93333"/>
                <a:gd name="connsiteX47" fmla="*/ 134063 w 171354"/>
                <a:gd name="connsiteY47" fmla="*/ 7292 h 93333"/>
                <a:gd name="connsiteX48" fmla="*/ 157396 w 171354"/>
                <a:gd name="connsiteY48" fmla="*/ 7292 h 93333"/>
                <a:gd name="connsiteX49" fmla="*/ 68854 w 171354"/>
                <a:gd name="connsiteY49" fmla="*/ 0 h 93333"/>
                <a:gd name="connsiteX50" fmla="*/ 80208 w 171354"/>
                <a:gd name="connsiteY50" fmla="*/ 0 h 93333"/>
                <a:gd name="connsiteX51" fmla="*/ 80208 w 171354"/>
                <a:gd name="connsiteY51" fmla="*/ 93333 h 93333"/>
                <a:gd name="connsiteX52" fmla="*/ 68854 w 171354"/>
                <a:gd name="connsiteY52" fmla="*/ 93333 h 93333"/>
                <a:gd name="connsiteX53" fmla="*/ 68854 w 171354"/>
                <a:gd name="connsiteY53" fmla="*/ 44688 h 93333"/>
                <a:gd name="connsiteX54" fmla="*/ 59583 w 171354"/>
                <a:gd name="connsiteY54" fmla="*/ 44688 h 93333"/>
                <a:gd name="connsiteX55" fmla="*/ 59583 w 171354"/>
                <a:gd name="connsiteY55" fmla="*/ 88958 h 93333"/>
                <a:gd name="connsiteX56" fmla="*/ 48333 w 171354"/>
                <a:gd name="connsiteY56" fmla="*/ 88958 h 93333"/>
                <a:gd name="connsiteX57" fmla="*/ 48333 w 171354"/>
                <a:gd name="connsiteY57" fmla="*/ 1667 h 93333"/>
                <a:gd name="connsiteX58" fmla="*/ 59583 w 171354"/>
                <a:gd name="connsiteY58" fmla="*/ 1667 h 93333"/>
                <a:gd name="connsiteX59" fmla="*/ 59583 w 171354"/>
                <a:gd name="connsiteY59" fmla="*/ 33125 h 93333"/>
                <a:gd name="connsiteX60" fmla="*/ 68854 w 171354"/>
                <a:gd name="connsiteY60" fmla="*/ 33125 h 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71354" h="93333">
                  <a:moveTo>
                    <a:pt x="106563" y="61458"/>
                  </a:moveTo>
                  <a:lnTo>
                    <a:pt x="118438" y="61458"/>
                  </a:lnTo>
                  <a:lnTo>
                    <a:pt x="118438" y="81563"/>
                  </a:lnTo>
                  <a:lnTo>
                    <a:pt x="171354" y="81563"/>
                  </a:lnTo>
                  <a:lnTo>
                    <a:pt x="171354" y="91563"/>
                  </a:lnTo>
                  <a:lnTo>
                    <a:pt x="109375" y="91563"/>
                  </a:lnTo>
                  <a:cubicBezTo>
                    <a:pt x="108264" y="91563"/>
                    <a:pt x="107517" y="91354"/>
                    <a:pt x="107135" y="90938"/>
                  </a:cubicBezTo>
                  <a:cubicBezTo>
                    <a:pt x="106754" y="90521"/>
                    <a:pt x="106563" y="89766"/>
                    <a:pt x="106563" y="88646"/>
                  </a:cubicBezTo>
                  <a:close/>
                  <a:moveTo>
                    <a:pt x="5000" y="6250"/>
                  </a:moveTo>
                  <a:lnTo>
                    <a:pt x="37917" y="6250"/>
                  </a:lnTo>
                  <a:cubicBezTo>
                    <a:pt x="38958" y="6250"/>
                    <a:pt x="39704" y="6484"/>
                    <a:pt x="40156" y="6927"/>
                  </a:cubicBezTo>
                  <a:cubicBezTo>
                    <a:pt x="40608" y="7383"/>
                    <a:pt x="40833" y="8125"/>
                    <a:pt x="40833" y="9167"/>
                  </a:cubicBezTo>
                  <a:cubicBezTo>
                    <a:pt x="40417" y="23125"/>
                    <a:pt x="37743" y="35625"/>
                    <a:pt x="32812" y="46667"/>
                  </a:cubicBezTo>
                  <a:cubicBezTo>
                    <a:pt x="27881" y="57708"/>
                    <a:pt x="20382" y="66979"/>
                    <a:pt x="10313" y="74479"/>
                  </a:cubicBezTo>
                  <a:lnTo>
                    <a:pt x="0" y="67500"/>
                  </a:lnTo>
                  <a:cubicBezTo>
                    <a:pt x="9375" y="61250"/>
                    <a:pt x="16441" y="53841"/>
                    <a:pt x="21198" y="45260"/>
                  </a:cubicBezTo>
                  <a:cubicBezTo>
                    <a:pt x="25954" y="36693"/>
                    <a:pt x="28437" y="26953"/>
                    <a:pt x="28646" y="16042"/>
                  </a:cubicBezTo>
                  <a:lnTo>
                    <a:pt x="5000" y="16042"/>
                  </a:lnTo>
                  <a:close/>
                  <a:moveTo>
                    <a:pt x="97188" y="2396"/>
                  </a:moveTo>
                  <a:lnTo>
                    <a:pt x="108854" y="2396"/>
                  </a:lnTo>
                  <a:lnTo>
                    <a:pt x="108854" y="42083"/>
                  </a:lnTo>
                  <a:lnTo>
                    <a:pt x="122188" y="41979"/>
                  </a:lnTo>
                  <a:cubicBezTo>
                    <a:pt x="124271" y="41979"/>
                    <a:pt x="126563" y="41875"/>
                    <a:pt x="129063" y="41667"/>
                  </a:cubicBezTo>
                  <a:cubicBezTo>
                    <a:pt x="131563" y="41458"/>
                    <a:pt x="134098" y="41224"/>
                    <a:pt x="136667" y="40937"/>
                  </a:cubicBezTo>
                  <a:cubicBezTo>
                    <a:pt x="139167" y="40599"/>
                    <a:pt x="141563" y="40247"/>
                    <a:pt x="143854" y="39896"/>
                  </a:cubicBezTo>
                  <a:cubicBezTo>
                    <a:pt x="146146" y="39557"/>
                    <a:pt x="148090" y="39167"/>
                    <a:pt x="149688" y="38750"/>
                  </a:cubicBezTo>
                  <a:lnTo>
                    <a:pt x="149688" y="48958"/>
                  </a:lnTo>
                  <a:cubicBezTo>
                    <a:pt x="148298" y="49375"/>
                    <a:pt x="146510" y="49779"/>
                    <a:pt x="144323" y="50156"/>
                  </a:cubicBezTo>
                  <a:cubicBezTo>
                    <a:pt x="142136" y="50547"/>
                    <a:pt x="139757" y="50872"/>
                    <a:pt x="137188" y="51146"/>
                  </a:cubicBezTo>
                  <a:cubicBezTo>
                    <a:pt x="134548" y="51497"/>
                    <a:pt x="131788" y="51797"/>
                    <a:pt x="128906" y="52031"/>
                  </a:cubicBezTo>
                  <a:cubicBezTo>
                    <a:pt x="126025" y="52279"/>
                    <a:pt x="123194" y="52396"/>
                    <a:pt x="120417" y="52396"/>
                  </a:cubicBezTo>
                  <a:cubicBezTo>
                    <a:pt x="119723" y="52474"/>
                    <a:pt x="118316" y="52500"/>
                    <a:pt x="116198" y="52500"/>
                  </a:cubicBezTo>
                  <a:cubicBezTo>
                    <a:pt x="114079" y="52500"/>
                    <a:pt x="111840" y="52500"/>
                    <a:pt x="109479" y="52500"/>
                  </a:cubicBezTo>
                  <a:cubicBezTo>
                    <a:pt x="107188" y="52500"/>
                    <a:pt x="105087" y="52500"/>
                    <a:pt x="103177" y="52500"/>
                  </a:cubicBezTo>
                  <a:cubicBezTo>
                    <a:pt x="101267" y="52500"/>
                    <a:pt x="100208" y="52500"/>
                    <a:pt x="100000" y="52500"/>
                  </a:cubicBezTo>
                  <a:cubicBezTo>
                    <a:pt x="98889" y="52500"/>
                    <a:pt x="98142" y="52292"/>
                    <a:pt x="97761" y="51875"/>
                  </a:cubicBezTo>
                  <a:cubicBezTo>
                    <a:pt x="97379" y="51459"/>
                    <a:pt x="97188" y="50703"/>
                    <a:pt x="97188" y="49583"/>
                  </a:cubicBezTo>
                  <a:close/>
                  <a:moveTo>
                    <a:pt x="157396" y="104"/>
                  </a:moveTo>
                  <a:lnTo>
                    <a:pt x="169271" y="104"/>
                  </a:lnTo>
                  <a:lnTo>
                    <a:pt x="169271" y="68333"/>
                  </a:lnTo>
                  <a:lnTo>
                    <a:pt x="157500" y="68333"/>
                  </a:lnTo>
                  <a:lnTo>
                    <a:pt x="157500" y="33646"/>
                  </a:lnTo>
                  <a:lnTo>
                    <a:pt x="134063" y="33646"/>
                  </a:lnTo>
                  <a:lnTo>
                    <a:pt x="134063" y="24375"/>
                  </a:lnTo>
                  <a:lnTo>
                    <a:pt x="157500" y="24375"/>
                  </a:lnTo>
                  <a:lnTo>
                    <a:pt x="157500" y="16563"/>
                  </a:lnTo>
                  <a:lnTo>
                    <a:pt x="134063" y="16563"/>
                  </a:lnTo>
                  <a:lnTo>
                    <a:pt x="134063" y="7292"/>
                  </a:lnTo>
                  <a:lnTo>
                    <a:pt x="157396" y="7292"/>
                  </a:lnTo>
                  <a:close/>
                  <a:moveTo>
                    <a:pt x="68854" y="0"/>
                  </a:moveTo>
                  <a:lnTo>
                    <a:pt x="80208" y="0"/>
                  </a:lnTo>
                  <a:lnTo>
                    <a:pt x="80208" y="93333"/>
                  </a:lnTo>
                  <a:lnTo>
                    <a:pt x="68854" y="93333"/>
                  </a:lnTo>
                  <a:lnTo>
                    <a:pt x="68854" y="44688"/>
                  </a:lnTo>
                  <a:lnTo>
                    <a:pt x="59583" y="44688"/>
                  </a:lnTo>
                  <a:lnTo>
                    <a:pt x="59583" y="88958"/>
                  </a:lnTo>
                  <a:lnTo>
                    <a:pt x="48333" y="88958"/>
                  </a:lnTo>
                  <a:lnTo>
                    <a:pt x="48333" y="1667"/>
                  </a:lnTo>
                  <a:lnTo>
                    <a:pt x="59583" y="1667"/>
                  </a:lnTo>
                  <a:lnTo>
                    <a:pt x="59583" y="33125"/>
                  </a:lnTo>
                  <a:lnTo>
                    <a:pt x="68854" y="33125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1BE8D56-6B60-48E1-97C0-054A8C235FA1}"/>
                </a:ext>
              </a:extLst>
            </p:cNvPr>
            <p:cNvSpPr txBox="1"/>
            <p:nvPr/>
          </p:nvSpPr>
          <p:spPr>
            <a:xfrm>
              <a:off x="1283356" y="2381060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개년</a:t>
              </a:r>
            </a:p>
          </p:txBody>
        </p:sp>
        <p:sp>
          <p:nvSpPr>
            <p:cNvPr id="137" name="자유형: 도형 136">
              <a:extLst>
                <a:ext uri="{FF2B5EF4-FFF2-40B4-BE49-F238E27FC236}">
                  <a16:creationId xmlns:a16="http://schemas.microsoft.com/office/drawing/2014/main" id="{4BAE1198-AFEF-43FA-97CC-9AE073274D8C}"/>
                </a:ext>
              </a:extLst>
            </p:cNvPr>
            <p:cNvSpPr/>
            <p:nvPr/>
          </p:nvSpPr>
          <p:spPr>
            <a:xfrm>
              <a:off x="1579708" y="2449385"/>
              <a:ext cx="351974" cy="93229"/>
            </a:xfrm>
            <a:custGeom>
              <a:avLst/>
              <a:gdLst>
                <a:gd name="connsiteX0" fmla="*/ 301037 w 351974"/>
                <a:gd name="connsiteY0" fmla="*/ 72604 h 93229"/>
                <a:gd name="connsiteX1" fmla="*/ 301037 w 351974"/>
                <a:gd name="connsiteY1" fmla="*/ 82812 h 93229"/>
                <a:gd name="connsiteX2" fmla="*/ 340308 w 351974"/>
                <a:gd name="connsiteY2" fmla="*/ 82812 h 93229"/>
                <a:gd name="connsiteX3" fmla="*/ 340308 w 351974"/>
                <a:gd name="connsiteY3" fmla="*/ 72604 h 93229"/>
                <a:gd name="connsiteX4" fmla="*/ 110938 w 351974"/>
                <a:gd name="connsiteY4" fmla="*/ 54375 h 93229"/>
                <a:gd name="connsiteX5" fmla="*/ 122917 w 351974"/>
                <a:gd name="connsiteY5" fmla="*/ 54375 h 93229"/>
                <a:gd name="connsiteX6" fmla="*/ 122917 w 351974"/>
                <a:gd name="connsiteY6" fmla="*/ 72917 h 93229"/>
                <a:gd name="connsiteX7" fmla="*/ 145625 w 351974"/>
                <a:gd name="connsiteY7" fmla="*/ 72917 h 93229"/>
                <a:gd name="connsiteX8" fmla="*/ 145625 w 351974"/>
                <a:gd name="connsiteY8" fmla="*/ 54375 h 93229"/>
                <a:gd name="connsiteX9" fmla="*/ 157396 w 351974"/>
                <a:gd name="connsiteY9" fmla="*/ 54375 h 93229"/>
                <a:gd name="connsiteX10" fmla="*/ 157396 w 351974"/>
                <a:gd name="connsiteY10" fmla="*/ 72917 h 93229"/>
                <a:gd name="connsiteX11" fmla="*/ 177083 w 351974"/>
                <a:gd name="connsiteY11" fmla="*/ 72917 h 93229"/>
                <a:gd name="connsiteX12" fmla="*/ 177083 w 351974"/>
                <a:gd name="connsiteY12" fmla="*/ 82917 h 93229"/>
                <a:gd name="connsiteX13" fmla="*/ 91042 w 351974"/>
                <a:gd name="connsiteY13" fmla="*/ 82917 h 93229"/>
                <a:gd name="connsiteX14" fmla="*/ 91042 w 351974"/>
                <a:gd name="connsiteY14" fmla="*/ 72917 h 93229"/>
                <a:gd name="connsiteX15" fmla="*/ 110938 w 351974"/>
                <a:gd name="connsiteY15" fmla="*/ 72917 h 93229"/>
                <a:gd name="connsiteX16" fmla="*/ 289474 w 351974"/>
                <a:gd name="connsiteY16" fmla="*/ 53229 h 93229"/>
                <a:gd name="connsiteX17" fmla="*/ 301037 w 351974"/>
                <a:gd name="connsiteY17" fmla="*/ 53229 h 93229"/>
                <a:gd name="connsiteX18" fmla="*/ 301037 w 351974"/>
                <a:gd name="connsiteY18" fmla="*/ 63125 h 93229"/>
                <a:gd name="connsiteX19" fmla="*/ 340308 w 351974"/>
                <a:gd name="connsiteY19" fmla="*/ 63125 h 93229"/>
                <a:gd name="connsiteX20" fmla="*/ 340308 w 351974"/>
                <a:gd name="connsiteY20" fmla="*/ 53229 h 93229"/>
                <a:gd name="connsiteX21" fmla="*/ 351870 w 351974"/>
                <a:gd name="connsiteY21" fmla="*/ 53229 h 93229"/>
                <a:gd name="connsiteX22" fmla="*/ 351870 w 351974"/>
                <a:gd name="connsiteY22" fmla="*/ 89375 h 93229"/>
                <a:gd name="connsiteX23" fmla="*/ 351193 w 351974"/>
                <a:gd name="connsiteY23" fmla="*/ 91667 h 93229"/>
                <a:gd name="connsiteX24" fmla="*/ 348953 w 351974"/>
                <a:gd name="connsiteY24" fmla="*/ 92292 h 93229"/>
                <a:gd name="connsiteX25" fmla="*/ 292391 w 351974"/>
                <a:gd name="connsiteY25" fmla="*/ 92292 h 93229"/>
                <a:gd name="connsiteX26" fmla="*/ 290099 w 351974"/>
                <a:gd name="connsiteY26" fmla="*/ 91667 h 93229"/>
                <a:gd name="connsiteX27" fmla="*/ 289474 w 351974"/>
                <a:gd name="connsiteY27" fmla="*/ 89375 h 93229"/>
                <a:gd name="connsiteX28" fmla="*/ 0 w 351974"/>
                <a:gd name="connsiteY28" fmla="*/ 51979 h 93229"/>
                <a:gd name="connsiteX29" fmla="*/ 85938 w 351974"/>
                <a:gd name="connsiteY29" fmla="*/ 51979 h 93229"/>
                <a:gd name="connsiteX30" fmla="*/ 85938 w 351974"/>
                <a:gd name="connsiteY30" fmla="*/ 61875 h 93229"/>
                <a:gd name="connsiteX31" fmla="*/ 49271 w 351974"/>
                <a:gd name="connsiteY31" fmla="*/ 61875 h 93229"/>
                <a:gd name="connsiteX32" fmla="*/ 49271 w 351974"/>
                <a:gd name="connsiteY32" fmla="*/ 93229 h 93229"/>
                <a:gd name="connsiteX33" fmla="*/ 37292 w 351974"/>
                <a:gd name="connsiteY33" fmla="*/ 93229 h 93229"/>
                <a:gd name="connsiteX34" fmla="*/ 37292 w 351974"/>
                <a:gd name="connsiteY34" fmla="*/ 61875 h 93229"/>
                <a:gd name="connsiteX35" fmla="*/ 0 w 351974"/>
                <a:gd name="connsiteY35" fmla="*/ 61875 h 93229"/>
                <a:gd name="connsiteX36" fmla="*/ 134167 w 351974"/>
                <a:gd name="connsiteY36" fmla="*/ 11771 h 93229"/>
                <a:gd name="connsiteX37" fmla="*/ 119219 w 351974"/>
                <a:gd name="connsiteY37" fmla="*/ 15990 h 93229"/>
                <a:gd name="connsiteX38" fmla="*/ 113333 w 351974"/>
                <a:gd name="connsiteY38" fmla="*/ 27708 h 93229"/>
                <a:gd name="connsiteX39" fmla="*/ 119219 w 351974"/>
                <a:gd name="connsiteY39" fmla="*/ 39323 h 93229"/>
                <a:gd name="connsiteX40" fmla="*/ 134167 w 351974"/>
                <a:gd name="connsiteY40" fmla="*/ 43437 h 93229"/>
                <a:gd name="connsiteX41" fmla="*/ 149063 w 351974"/>
                <a:gd name="connsiteY41" fmla="*/ 39323 h 93229"/>
                <a:gd name="connsiteX42" fmla="*/ 155000 w 351974"/>
                <a:gd name="connsiteY42" fmla="*/ 27708 h 93229"/>
                <a:gd name="connsiteX43" fmla="*/ 149063 w 351974"/>
                <a:gd name="connsiteY43" fmla="*/ 15990 h 93229"/>
                <a:gd name="connsiteX44" fmla="*/ 134167 w 351974"/>
                <a:gd name="connsiteY44" fmla="*/ 11771 h 93229"/>
                <a:gd name="connsiteX45" fmla="*/ 300724 w 351974"/>
                <a:gd name="connsiteY45" fmla="*/ 10625 h 93229"/>
                <a:gd name="connsiteX46" fmla="*/ 291505 w 351974"/>
                <a:gd name="connsiteY46" fmla="*/ 14479 h 93229"/>
                <a:gd name="connsiteX47" fmla="*/ 288328 w 351974"/>
                <a:gd name="connsiteY47" fmla="*/ 23958 h 93229"/>
                <a:gd name="connsiteX48" fmla="*/ 291505 w 351974"/>
                <a:gd name="connsiteY48" fmla="*/ 33385 h 93229"/>
                <a:gd name="connsiteX49" fmla="*/ 300724 w 351974"/>
                <a:gd name="connsiteY49" fmla="*/ 37396 h 93229"/>
                <a:gd name="connsiteX50" fmla="*/ 309891 w 351974"/>
                <a:gd name="connsiteY50" fmla="*/ 33385 h 93229"/>
                <a:gd name="connsiteX51" fmla="*/ 313120 w 351974"/>
                <a:gd name="connsiteY51" fmla="*/ 23958 h 93229"/>
                <a:gd name="connsiteX52" fmla="*/ 309891 w 351974"/>
                <a:gd name="connsiteY52" fmla="*/ 14531 h 93229"/>
                <a:gd name="connsiteX53" fmla="*/ 300724 w 351974"/>
                <a:gd name="connsiteY53" fmla="*/ 10625 h 93229"/>
                <a:gd name="connsiteX54" fmla="*/ 203750 w 351974"/>
                <a:gd name="connsiteY54" fmla="*/ 3437 h 93229"/>
                <a:gd name="connsiteX55" fmla="*/ 216042 w 351974"/>
                <a:gd name="connsiteY55" fmla="*/ 3437 h 93229"/>
                <a:gd name="connsiteX56" fmla="*/ 216042 w 351974"/>
                <a:gd name="connsiteY56" fmla="*/ 24062 h 93229"/>
                <a:gd name="connsiteX57" fmla="*/ 221979 w 351974"/>
                <a:gd name="connsiteY57" fmla="*/ 48125 h 93229"/>
                <a:gd name="connsiteX58" fmla="*/ 240104 w 351974"/>
                <a:gd name="connsiteY58" fmla="*/ 65937 h 93229"/>
                <a:gd name="connsiteX59" fmla="*/ 231354 w 351974"/>
                <a:gd name="connsiteY59" fmla="*/ 73854 h 93229"/>
                <a:gd name="connsiteX60" fmla="*/ 218854 w 351974"/>
                <a:gd name="connsiteY60" fmla="*/ 62812 h 93229"/>
                <a:gd name="connsiteX61" fmla="*/ 210000 w 351974"/>
                <a:gd name="connsiteY61" fmla="*/ 49479 h 93229"/>
                <a:gd name="connsiteX62" fmla="*/ 206667 w 351974"/>
                <a:gd name="connsiteY62" fmla="*/ 56510 h 93229"/>
                <a:gd name="connsiteX63" fmla="*/ 201563 w 351974"/>
                <a:gd name="connsiteY63" fmla="*/ 63542 h 93229"/>
                <a:gd name="connsiteX64" fmla="*/ 195261 w 351974"/>
                <a:gd name="connsiteY64" fmla="*/ 70208 h 93229"/>
                <a:gd name="connsiteX65" fmla="*/ 188333 w 351974"/>
                <a:gd name="connsiteY65" fmla="*/ 75937 h 93229"/>
                <a:gd name="connsiteX66" fmla="*/ 178750 w 351974"/>
                <a:gd name="connsiteY66" fmla="*/ 68229 h 93229"/>
                <a:gd name="connsiteX67" fmla="*/ 197604 w 351974"/>
                <a:gd name="connsiteY67" fmla="*/ 48698 h 93229"/>
                <a:gd name="connsiteX68" fmla="*/ 203750 w 351974"/>
                <a:gd name="connsiteY68" fmla="*/ 23437 h 93229"/>
                <a:gd name="connsiteX69" fmla="*/ 9583 w 351974"/>
                <a:gd name="connsiteY69" fmla="*/ 2917 h 93229"/>
                <a:gd name="connsiteX70" fmla="*/ 76146 w 351974"/>
                <a:gd name="connsiteY70" fmla="*/ 2917 h 93229"/>
                <a:gd name="connsiteX71" fmla="*/ 76146 w 351974"/>
                <a:gd name="connsiteY71" fmla="*/ 12812 h 93229"/>
                <a:gd name="connsiteX72" fmla="*/ 49583 w 351974"/>
                <a:gd name="connsiteY72" fmla="*/ 12812 h 93229"/>
                <a:gd name="connsiteX73" fmla="*/ 53490 w 351974"/>
                <a:gd name="connsiteY73" fmla="*/ 20781 h 93229"/>
                <a:gd name="connsiteX74" fmla="*/ 60938 w 351974"/>
                <a:gd name="connsiteY74" fmla="*/ 27187 h 93229"/>
                <a:gd name="connsiteX75" fmla="*/ 70885 w 351974"/>
                <a:gd name="connsiteY75" fmla="*/ 32083 h 93229"/>
                <a:gd name="connsiteX76" fmla="*/ 82500 w 351974"/>
                <a:gd name="connsiteY76" fmla="*/ 35416 h 93229"/>
                <a:gd name="connsiteX77" fmla="*/ 75208 w 351974"/>
                <a:gd name="connsiteY77" fmla="*/ 43750 h 93229"/>
                <a:gd name="connsiteX78" fmla="*/ 66146 w 351974"/>
                <a:gd name="connsiteY78" fmla="*/ 41042 h 93229"/>
                <a:gd name="connsiteX79" fmla="*/ 57188 w 351974"/>
                <a:gd name="connsiteY79" fmla="*/ 36979 h 93229"/>
                <a:gd name="connsiteX80" fmla="*/ 49115 w 351974"/>
                <a:gd name="connsiteY80" fmla="*/ 31615 h 93229"/>
                <a:gd name="connsiteX81" fmla="*/ 42917 w 351974"/>
                <a:gd name="connsiteY81" fmla="*/ 24792 h 93229"/>
                <a:gd name="connsiteX82" fmla="*/ 30521 w 351974"/>
                <a:gd name="connsiteY82" fmla="*/ 36094 h 93229"/>
                <a:gd name="connsiteX83" fmla="*/ 10938 w 351974"/>
                <a:gd name="connsiteY83" fmla="*/ 43750 h 93229"/>
                <a:gd name="connsiteX84" fmla="*/ 2917 w 351974"/>
                <a:gd name="connsiteY84" fmla="*/ 35208 h 93229"/>
                <a:gd name="connsiteX85" fmla="*/ 14740 w 351974"/>
                <a:gd name="connsiteY85" fmla="*/ 31875 h 93229"/>
                <a:gd name="connsiteX86" fmla="*/ 24688 w 351974"/>
                <a:gd name="connsiteY86" fmla="*/ 27187 h 93229"/>
                <a:gd name="connsiteX87" fmla="*/ 32135 w 351974"/>
                <a:gd name="connsiteY87" fmla="*/ 20833 h 93229"/>
                <a:gd name="connsiteX88" fmla="*/ 36146 w 351974"/>
                <a:gd name="connsiteY88" fmla="*/ 12812 h 93229"/>
                <a:gd name="connsiteX89" fmla="*/ 9583 w 351974"/>
                <a:gd name="connsiteY89" fmla="*/ 12812 h 93229"/>
                <a:gd name="connsiteX90" fmla="*/ 134167 w 351974"/>
                <a:gd name="connsiteY90" fmla="*/ 1875 h 93229"/>
                <a:gd name="connsiteX91" fmla="*/ 148333 w 351974"/>
                <a:gd name="connsiteY91" fmla="*/ 3854 h 93229"/>
                <a:gd name="connsiteX92" fmla="*/ 158750 w 351974"/>
                <a:gd name="connsiteY92" fmla="*/ 9375 h 93229"/>
                <a:gd name="connsiteX93" fmla="*/ 165261 w 351974"/>
                <a:gd name="connsiteY93" fmla="*/ 17552 h 93229"/>
                <a:gd name="connsiteX94" fmla="*/ 167500 w 351974"/>
                <a:gd name="connsiteY94" fmla="*/ 27708 h 93229"/>
                <a:gd name="connsiteX95" fmla="*/ 165261 w 351974"/>
                <a:gd name="connsiteY95" fmla="*/ 37917 h 93229"/>
                <a:gd name="connsiteX96" fmla="*/ 158750 w 351974"/>
                <a:gd name="connsiteY96" fmla="*/ 46042 h 93229"/>
                <a:gd name="connsiteX97" fmla="*/ 148281 w 351974"/>
                <a:gd name="connsiteY97" fmla="*/ 51406 h 93229"/>
                <a:gd name="connsiteX98" fmla="*/ 134167 w 351974"/>
                <a:gd name="connsiteY98" fmla="*/ 53333 h 93229"/>
                <a:gd name="connsiteX99" fmla="*/ 119948 w 351974"/>
                <a:gd name="connsiteY99" fmla="*/ 51406 h 93229"/>
                <a:gd name="connsiteX100" fmla="*/ 109479 w 351974"/>
                <a:gd name="connsiteY100" fmla="*/ 46042 h 93229"/>
                <a:gd name="connsiteX101" fmla="*/ 102917 w 351974"/>
                <a:gd name="connsiteY101" fmla="*/ 37917 h 93229"/>
                <a:gd name="connsiteX102" fmla="*/ 100729 w 351974"/>
                <a:gd name="connsiteY102" fmla="*/ 27708 h 93229"/>
                <a:gd name="connsiteX103" fmla="*/ 102917 w 351974"/>
                <a:gd name="connsiteY103" fmla="*/ 17552 h 93229"/>
                <a:gd name="connsiteX104" fmla="*/ 109375 w 351974"/>
                <a:gd name="connsiteY104" fmla="*/ 9375 h 93229"/>
                <a:gd name="connsiteX105" fmla="*/ 119896 w 351974"/>
                <a:gd name="connsiteY105" fmla="*/ 3854 h 93229"/>
                <a:gd name="connsiteX106" fmla="*/ 134167 w 351974"/>
                <a:gd name="connsiteY106" fmla="*/ 1875 h 93229"/>
                <a:gd name="connsiteX107" fmla="*/ 340308 w 351974"/>
                <a:gd name="connsiteY107" fmla="*/ 0 h 93229"/>
                <a:gd name="connsiteX108" fmla="*/ 351974 w 351974"/>
                <a:gd name="connsiteY108" fmla="*/ 0 h 93229"/>
                <a:gd name="connsiteX109" fmla="*/ 351974 w 351974"/>
                <a:gd name="connsiteY109" fmla="*/ 49687 h 93229"/>
                <a:gd name="connsiteX110" fmla="*/ 340308 w 351974"/>
                <a:gd name="connsiteY110" fmla="*/ 49687 h 93229"/>
                <a:gd name="connsiteX111" fmla="*/ 340308 w 351974"/>
                <a:gd name="connsiteY111" fmla="*/ 29375 h 93229"/>
                <a:gd name="connsiteX112" fmla="*/ 324370 w 351974"/>
                <a:gd name="connsiteY112" fmla="*/ 29375 h 93229"/>
                <a:gd name="connsiteX113" fmla="*/ 316401 w 351974"/>
                <a:gd name="connsiteY113" fmla="*/ 42187 h 93229"/>
                <a:gd name="connsiteX114" fmla="*/ 300724 w 351974"/>
                <a:gd name="connsiteY114" fmla="*/ 47187 h 93229"/>
                <a:gd name="connsiteX115" fmla="*/ 290828 w 351974"/>
                <a:gd name="connsiteY115" fmla="*/ 45417 h 93229"/>
                <a:gd name="connsiteX116" fmla="*/ 283224 w 351974"/>
                <a:gd name="connsiteY116" fmla="*/ 40521 h 93229"/>
                <a:gd name="connsiteX117" fmla="*/ 278276 w 351974"/>
                <a:gd name="connsiteY117" fmla="*/ 33177 h 93229"/>
                <a:gd name="connsiteX118" fmla="*/ 276557 w 351974"/>
                <a:gd name="connsiteY118" fmla="*/ 23958 h 93229"/>
                <a:gd name="connsiteX119" fmla="*/ 278276 w 351974"/>
                <a:gd name="connsiteY119" fmla="*/ 14948 h 93229"/>
                <a:gd name="connsiteX120" fmla="*/ 283224 w 351974"/>
                <a:gd name="connsiteY120" fmla="*/ 7604 h 93229"/>
                <a:gd name="connsiteX121" fmla="*/ 290828 w 351974"/>
                <a:gd name="connsiteY121" fmla="*/ 2604 h 93229"/>
                <a:gd name="connsiteX122" fmla="*/ 300724 w 351974"/>
                <a:gd name="connsiteY122" fmla="*/ 729 h 93229"/>
                <a:gd name="connsiteX123" fmla="*/ 316714 w 351974"/>
                <a:gd name="connsiteY123" fmla="*/ 6094 h 93229"/>
                <a:gd name="connsiteX124" fmla="*/ 324578 w 351974"/>
                <a:gd name="connsiteY124" fmla="*/ 19375 h 93229"/>
                <a:gd name="connsiteX125" fmla="*/ 340308 w 351974"/>
                <a:gd name="connsiteY125" fmla="*/ 19375 h 93229"/>
                <a:gd name="connsiteX126" fmla="*/ 245313 w 351974"/>
                <a:gd name="connsiteY126" fmla="*/ 0 h 93229"/>
                <a:gd name="connsiteX127" fmla="*/ 256974 w 351974"/>
                <a:gd name="connsiteY127" fmla="*/ 0 h 93229"/>
                <a:gd name="connsiteX128" fmla="*/ 256974 w 351974"/>
                <a:gd name="connsiteY128" fmla="*/ 35104 h 93229"/>
                <a:gd name="connsiteX129" fmla="*/ 269787 w 351974"/>
                <a:gd name="connsiteY129" fmla="*/ 35104 h 93229"/>
                <a:gd name="connsiteX130" fmla="*/ 269787 w 351974"/>
                <a:gd name="connsiteY130" fmla="*/ 45625 h 93229"/>
                <a:gd name="connsiteX131" fmla="*/ 256974 w 351974"/>
                <a:gd name="connsiteY131" fmla="*/ 45625 h 93229"/>
                <a:gd name="connsiteX132" fmla="*/ 256974 w 351974"/>
                <a:gd name="connsiteY132" fmla="*/ 93229 h 93229"/>
                <a:gd name="connsiteX133" fmla="*/ 245313 w 351974"/>
                <a:gd name="connsiteY133" fmla="*/ 93229 h 9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</a:cxnLst>
              <a:rect l="l" t="t" r="r" b="b"/>
              <a:pathLst>
                <a:path w="351974" h="93229">
                  <a:moveTo>
                    <a:pt x="301037" y="72604"/>
                  </a:moveTo>
                  <a:lnTo>
                    <a:pt x="301037" y="82812"/>
                  </a:lnTo>
                  <a:lnTo>
                    <a:pt x="340308" y="82812"/>
                  </a:lnTo>
                  <a:lnTo>
                    <a:pt x="340308" y="72604"/>
                  </a:lnTo>
                  <a:close/>
                  <a:moveTo>
                    <a:pt x="110938" y="54375"/>
                  </a:moveTo>
                  <a:lnTo>
                    <a:pt x="122917" y="54375"/>
                  </a:lnTo>
                  <a:lnTo>
                    <a:pt x="122917" y="72917"/>
                  </a:lnTo>
                  <a:lnTo>
                    <a:pt x="145625" y="72917"/>
                  </a:lnTo>
                  <a:lnTo>
                    <a:pt x="145625" y="54375"/>
                  </a:lnTo>
                  <a:lnTo>
                    <a:pt x="157396" y="54375"/>
                  </a:lnTo>
                  <a:lnTo>
                    <a:pt x="157396" y="72917"/>
                  </a:lnTo>
                  <a:lnTo>
                    <a:pt x="177083" y="72917"/>
                  </a:lnTo>
                  <a:lnTo>
                    <a:pt x="177083" y="82917"/>
                  </a:lnTo>
                  <a:lnTo>
                    <a:pt x="91042" y="82917"/>
                  </a:lnTo>
                  <a:lnTo>
                    <a:pt x="91042" y="72917"/>
                  </a:lnTo>
                  <a:lnTo>
                    <a:pt x="110938" y="72917"/>
                  </a:lnTo>
                  <a:close/>
                  <a:moveTo>
                    <a:pt x="289474" y="53229"/>
                  </a:moveTo>
                  <a:lnTo>
                    <a:pt x="301037" y="53229"/>
                  </a:lnTo>
                  <a:lnTo>
                    <a:pt x="301037" y="63125"/>
                  </a:lnTo>
                  <a:lnTo>
                    <a:pt x="340308" y="63125"/>
                  </a:lnTo>
                  <a:lnTo>
                    <a:pt x="340308" y="53229"/>
                  </a:lnTo>
                  <a:lnTo>
                    <a:pt x="351870" y="53229"/>
                  </a:lnTo>
                  <a:lnTo>
                    <a:pt x="351870" y="89375"/>
                  </a:lnTo>
                  <a:cubicBezTo>
                    <a:pt x="351870" y="90495"/>
                    <a:pt x="351649" y="91250"/>
                    <a:pt x="351193" y="91667"/>
                  </a:cubicBezTo>
                  <a:cubicBezTo>
                    <a:pt x="350750" y="92083"/>
                    <a:pt x="349995" y="92292"/>
                    <a:pt x="348953" y="92292"/>
                  </a:cubicBezTo>
                  <a:lnTo>
                    <a:pt x="292391" y="92292"/>
                  </a:lnTo>
                  <a:cubicBezTo>
                    <a:pt x="291284" y="92292"/>
                    <a:pt x="290516" y="92083"/>
                    <a:pt x="290099" y="91667"/>
                  </a:cubicBezTo>
                  <a:cubicBezTo>
                    <a:pt x="289683" y="91250"/>
                    <a:pt x="289474" y="90495"/>
                    <a:pt x="289474" y="89375"/>
                  </a:cubicBezTo>
                  <a:close/>
                  <a:moveTo>
                    <a:pt x="0" y="51979"/>
                  </a:moveTo>
                  <a:lnTo>
                    <a:pt x="85938" y="51979"/>
                  </a:lnTo>
                  <a:lnTo>
                    <a:pt x="85938" y="61875"/>
                  </a:lnTo>
                  <a:lnTo>
                    <a:pt x="49271" y="61875"/>
                  </a:lnTo>
                  <a:lnTo>
                    <a:pt x="49271" y="93229"/>
                  </a:lnTo>
                  <a:lnTo>
                    <a:pt x="37292" y="93229"/>
                  </a:lnTo>
                  <a:lnTo>
                    <a:pt x="37292" y="61875"/>
                  </a:lnTo>
                  <a:lnTo>
                    <a:pt x="0" y="61875"/>
                  </a:lnTo>
                  <a:close/>
                  <a:moveTo>
                    <a:pt x="134167" y="11771"/>
                  </a:moveTo>
                  <a:cubicBezTo>
                    <a:pt x="128125" y="11771"/>
                    <a:pt x="123142" y="13177"/>
                    <a:pt x="119219" y="15990"/>
                  </a:cubicBezTo>
                  <a:cubicBezTo>
                    <a:pt x="115294" y="18802"/>
                    <a:pt x="113333" y="22708"/>
                    <a:pt x="113333" y="27708"/>
                  </a:cubicBezTo>
                  <a:cubicBezTo>
                    <a:pt x="113333" y="32708"/>
                    <a:pt x="115294" y="36589"/>
                    <a:pt x="119219" y="39323"/>
                  </a:cubicBezTo>
                  <a:cubicBezTo>
                    <a:pt x="123142" y="42070"/>
                    <a:pt x="128125" y="43437"/>
                    <a:pt x="134167" y="43437"/>
                  </a:cubicBezTo>
                  <a:cubicBezTo>
                    <a:pt x="140138" y="43437"/>
                    <a:pt x="145104" y="42070"/>
                    <a:pt x="149063" y="39323"/>
                  </a:cubicBezTo>
                  <a:cubicBezTo>
                    <a:pt x="153021" y="36589"/>
                    <a:pt x="155000" y="32708"/>
                    <a:pt x="155000" y="27708"/>
                  </a:cubicBezTo>
                  <a:cubicBezTo>
                    <a:pt x="155000" y="22708"/>
                    <a:pt x="153021" y="18802"/>
                    <a:pt x="149063" y="15990"/>
                  </a:cubicBezTo>
                  <a:cubicBezTo>
                    <a:pt x="145104" y="13177"/>
                    <a:pt x="140138" y="11771"/>
                    <a:pt x="134167" y="11771"/>
                  </a:cubicBezTo>
                  <a:close/>
                  <a:moveTo>
                    <a:pt x="300724" y="10625"/>
                  </a:moveTo>
                  <a:cubicBezTo>
                    <a:pt x="296701" y="10625"/>
                    <a:pt x="293628" y="11914"/>
                    <a:pt x="291505" y="14479"/>
                  </a:cubicBezTo>
                  <a:cubicBezTo>
                    <a:pt x="289396" y="17057"/>
                    <a:pt x="288328" y="20208"/>
                    <a:pt x="288328" y="23958"/>
                  </a:cubicBezTo>
                  <a:cubicBezTo>
                    <a:pt x="288328" y="27578"/>
                    <a:pt x="289396" y="30716"/>
                    <a:pt x="291505" y="33385"/>
                  </a:cubicBezTo>
                  <a:cubicBezTo>
                    <a:pt x="293628" y="36068"/>
                    <a:pt x="296701" y="37396"/>
                    <a:pt x="300724" y="37396"/>
                  </a:cubicBezTo>
                  <a:cubicBezTo>
                    <a:pt x="304683" y="37396"/>
                    <a:pt x="307742" y="36068"/>
                    <a:pt x="309891" y="33385"/>
                  </a:cubicBezTo>
                  <a:cubicBezTo>
                    <a:pt x="312052" y="30716"/>
                    <a:pt x="313120" y="27578"/>
                    <a:pt x="313120" y="23958"/>
                  </a:cubicBezTo>
                  <a:cubicBezTo>
                    <a:pt x="313120" y="20286"/>
                    <a:pt x="312052" y="17135"/>
                    <a:pt x="309891" y="14531"/>
                  </a:cubicBezTo>
                  <a:cubicBezTo>
                    <a:pt x="307742" y="11927"/>
                    <a:pt x="304683" y="10625"/>
                    <a:pt x="300724" y="10625"/>
                  </a:cubicBezTo>
                  <a:close/>
                  <a:moveTo>
                    <a:pt x="203750" y="3437"/>
                  </a:moveTo>
                  <a:lnTo>
                    <a:pt x="216042" y="3437"/>
                  </a:lnTo>
                  <a:lnTo>
                    <a:pt x="216042" y="24062"/>
                  </a:lnTo>
                  <a:cubicBezTo>
                    <a:pt x="216042" y="33229"/>
                    <a:pt x="218021" y="41250"/>
                    <a:pt x="221979" y="48125"/>
                  </a:cubicBezTo>
                  <a:cubicBezTo>
                    <a:pt x="225938" y="55000"/>
                    <a:pt x="231979" y="60937"/>
                    <a:pt x="240104" y="65937"/>
                  </a:cubicBezTo>
                  <a:lnTo>
                    <a:pt x="231354" y="73854"/>
                  </a:lnTo>
                  <a:cubicBezTo>
                    <a:pt x="226909" y="70807"/>
                    <a:pt x="222742" y="67122"/>
                    <a:pt x="218854" y="62812"/>
                  </a:cubicBezTo>
                  <a:cubicBezTo>
                    <a:pt x="214965" y="58515"/>
                    <a:pt x="212013" y="54062"/>
                    <a:pt x="210000" y="49479"/>
                  </a:cubicBezTo>
                  <a:cubicBezTo>
                    <a:pt x="209236" y="51771"/>
                    <a:pt x="208125" y="54114"/>
                    <a:pt x="206667" y="56510"/>
                  </a:cubicBezTo>
                  <a:cubicBezTo>
                    <a:pt x="205208" y="58906"/>
                    <a:pt x="203507" y="61250"/>
                    <a:pt x="201563" y="63542"/>
                  </a:cubicBezTo>
                  <a:cubicBezTo>
                    <a:pt x="199617" y="65833"/>
                    <a:pt x="197517" y="68060"/>
                    <a:pt x="195261" y="70208"/>
                  </a:cubicBezTo>
                  <a:cubicBezTo>
                    <a:pt x="193003" y="72370"/>
                    <a:pt x="190694" y="74271"/>
                    <a:pt x="188333" y="75937"/>
                  </a:cubicBezTo>
                  <a:lnTo>
                    <a:pt x="178750" y="68229"/>
                  </a:lnTo>
                  <a:cubicBezTo>
                    <a:pt x="187292" y="62890"/>
                    <a:pt x="193576" y="56380"/>
                    <a:pt x="197604" y="48698"/>
                  </a:cubicBezTo>
                  <a:cubicBezTo>
                    <a:pt x="201632" y="41028"/>
                    <a:pt x="203680" y="32604"/>
                    <a:pt x="203750" y="23437"/>
                  </a:cubicBezTo>
                  <a:close/>
                  <a:moveTo>
                    <a:pt x="9583" y="2917"/>
                  </a:moveTo>
                  <a:lnTo>
                    <a:pt x="76146" y="2917"/>
                  </a:lnTo>
                  <a:lnTo>
                    <a:pt x="76146" y="12812"/>
                  </a:lnTo>
                  <a:lnTo>
                    <a:pt x="49583" y="12812"/>
                  </a:lnTo>
                  <a:cubicBezTo>
                    <a:pt x="50208" y="15729"/>
                    <a:pt x="51510" y="18385"/>
                    <a:pt x="53490" y="20781"/>
                  </a:cubicBezTo>
                  <a:cubicBezTo>
                    <a:pt x="55469" y="23177"/>
                    <a:pt x="57951" y="25313"/>
                    <a:pt x="60938" y="27187"/>
                  </a:cubicBezTo>
                  <a:cubicBezTo>
                    <a:pt x="63854" y="29062"/>
                    <a:pt x="67169" y="30703"/>
                    <a:pt x="70885" y="32083"/>
                  </a:cubicBezTo>
                  <a:cubicBezTo>
                    <a:pt x="74600" y="33477"/>
                    <a:pt x="78471" y="34583"/>
                    <a:pt x="82500" y="35416"/>
                  </a:cubicBezTo>
                  <a:lnTo>
                    <a:pt x="75208" y="43750"/>
                  </a:lnTo>
                  <a:cubicBezTo>
                    <a:pt x="72292" y="43060"/>
                    <a:pt x="69271" y="42161"/>
                    <a:pt x="66146" y="41042"/>
                  </a:cubicBezTo>
                  <a:cubicBezTo>
                    <a:pt x="63021" y="39935"/>
                    <a:pt x="60034" y="38581"/>
                    <a:pt x="57188" y="36979"/>
                  </a:cubicBezTo>
                  <a:cubicBezTo>
                    <a:pt x="54271" y="35456"/>
                    <a:pt x="51580" y="33672"/>
                    <a:pt x="49115" y="31615"/>
                  </a:cubicBezTo>
                  <a:cubicBezTo>
                    <a:pt x="46649" y="29570"/>
                    <a:pt x="44583" y="27292"/>
                    <a:pt x="42917" y="24792"/>
                  </a:cubicBezTo>
                  <a:cubicBezTo>
                    <a:pt x="40000" y="29101"/>
                    <a:pt x="35867" y="32864"/>
                    <a:pt x="30521" y="36094"/>
                  </a:cubicBezTo>
                  <a:cubicBezTo>
                    <a:pt x="25173" y="39323"/>
                    <a:pt x="18646" y="41875"/>
                    <a:pt x="10938" y="43750"/>
                  </a:cubicBezTo>
                  <a:lnTo>
                    <a:pt x="2917" y="35208"/>
                  </a:lnTo>
                  <a:cubicBezTo>
                    <a:pt x="7083" y="34310"/>
                    <a:pt x="11023" y="33203"/>
                    <a:pt x="14740" y="31875"/>
                  </a:cubicBezTo>
                  <a:cubicBezTo>
                    <a:pt x="18455" y="30560"/>
                    <a:pt x="21771" y="28997"/>
                    <a:pt x="24688" y="27187"/>
                  </a:cubicBezTo>
                  <a:cubicBezTo>
                    <a:pt x="27673" y="25313"/>
                    <a:pt x="30156" y="23203"/>
                    <a:pt x="32135" y="20833"/>
                  </a:cubicBezTo>
                  <a:cubicBezTo>
                    <a:pt x="34115" y="18476"/>
                    <a:pt x="35451" y="15807"/>
                    <a:pt x="36146" y="12812"/>
                  </a:cubicBezTo>
                  <a:lnTo>
                    <a:pt x="9583" y="12812"/>
                  </a:lnTo>
                  <a:close/>
                  <a:moveTo>
                    <a:pt x="134167" y="1875"/>
                  </a:moveTo>
                  <a:cubicBezTo>
                    <a:pt x="139444" y="1875"/>
                    <a:pt x="144167" y="2539"/>
                    <a:pt x="148333" y="3854"/>
                  </a:cubicBezTo>
                  <a:cubicBezTo>
                    <a:pt x="152500" y="5182"/>
                    <a:pt x="155971" y="7018"/>
                    <a:pt x="158750" y="9375"/>
                  </a:cubicBezTo>
                  <a:cubicBezTo>
                    <a:pt x="161596" y="11667"/>
                    <a:pt x="163767" y="14401"/>
                    <a:pt x="165261" y="17552"/>
                  </a:cubicBezTo>
                  <a:cubicBezTo>
                    <a:pt x="166753" y="20716"/>
                    <a:pt x="167500" y="24102"/>
                    <a:pt x="167500" y="27708"/>
                  </a:cubicBezTo>
                  <a:cubicBezTo>
                    <a:pt x="167500" y="31393"/>
                    <a:pt x="166753" y="34792"/>
                    <a:pt x="165261" y="37917"/>
                  </a:cubicBezTo>
                  <a:cubicBezTo>
                    <a:pt x="163767" y="41042"/>
                    <a:pt x="161596" y="43750"/>
                    <a:pt x="158750" y="46042"/>
                  </a:cubicBezTo>
                  <a:cubicBezTo>
                    <a:pt x="155902" y="48333"/>
                    <a:pt x="152413" y="50130"/>
                    <a:pt x="148281" y="51406"/>
                  </a:cubicBezTo>
                  <a:cubicBezTo>
                    <a:pt x="144149" y="52695"/>
                    <a:pt x="139444" y="53333"/>
                    <a:pt x="134167" y="53333"/>
                  </a:cubicBezTo>
                  <a:cubicBezTo>
                    <a:pt x="128819" y="53333"/>
                    <a:pt x="124080" y="52695"/>
                    <a:pt x="119948" y="51406"/>
                  </a:cubicBezTo>
                  <a:cubicBezTo>
                    <a:pt x="115815" y="50130"/>
                    <a:pt x="112326" y="48333"/>
                    <a:pt x="109479" y="46042"/>
                  </a:cubicBezTo>
                  <a:cubicBezTo>
                    <a:pt x="106563" y="43750"/>
                    <a:pt x="104375" y="41042"/>
                    <a:pt x="102917" y="37917"/>
                  </a:cubicBezTo>
                  <a:cubicBezTo>
                    <a:pt x="101458" y="34792"/>
                    <a:pt x="100729" y="31393"/>
                    <a:pt x="100729" y="27708"/>
                  </a:cubicBezTo>
                  <a:cubicBezTo>
                    <a:pt x="100729" y="24102"/>
                    <a:pt x="101458" y="20716"/>
                    <a:pt x="102917" y="17552"/>
                  </a:cubicBezTo>
                  <a:cubicBezTo>
                    <a:pt x="104375" y="14401"/>
                    <a:pt x="106527" y="11667"/>
                    <a:pt x="109375" y="9375"/>
                  </a:cubicBezTo>
                  <a:cubicBezTo>
                    <a:pt x="112221" y="7018"/>
                    <a:pt x="115729" y="5182"/>
                    <a:pt x="119896" y="3854"/>
                  </a:cubicBezTo>
                  <a:cubicBezTo>
                    <a:pt x="124063" y="2539"/>
                    <a:pt x="128819" y="1875"/>
                    <a:pt x="134167" y="1875"/>
                  </a:cubicBezTo>
                  <a:close/>
                  <a:moveTo>
                    <a:pt x="340308" y="0"/>
                  </a:moveTo>
                  <a:lnTo>
                    <a:pt x="351974" y="0"/>
                  </a:lnTo>
                  <a:lnTo>
                    <a:pt x="351974" y="49687"/>
                  </a:lnTo>
                  <a:lnTo>
                    <a:pt x="340308" y="49687"/>
                  </a:lnTo>
                  <a:lnTo>
                    <a:pt x="340308" y="29375"/>
                  </a:lnTo>
                  <a:lnTo>
                    <a:pt x="324370" y="29375"/>
                  </a:lnTo>
                  <a:cubicBezTo>
                    <a:pt x="323263" y="34583"/>
                    <a:pt x="320607" y="38854"/>
                    <a:pt x="316401" y="42187"/>
                  </a:cubicBezTo>
                  <a:cubicBezTo>
                    <a:pt x="312209" y="45521"/>
                    <a:pt x="306974" y="47187"/>
                    <a:pt x="300724" y="47187"/>
                  </a:cubicBezTo>
                  <a:cubicBezTo>
                    <a:pt x="297117" y="47187"/>
                    <a:pt x="293823" y="46602"/>
                    <a:pt x="290828" y="45417"/>
                  </a:cubicBezTo>
                  <a:cubicBezTo>
                    <a:pt x="287847" y="44245"/>
                    <a:pt x="285307" y="42604"/>
                    <a:pt x="283224" y="40521"/>
                  </a:cubicBezTo>
                  <a:cubicBezTo>
                    <a:pt x="281076" y="38437"/>
                    <a:pt x="279422" y="35989"/>
                    <a:pt x="278276" y="33177"/>
                  </a:cubicBezTo>
                  <a:cubicBezTo>
                    <a:pt x="277130" y="30364"/>
                    <a:pt x="276557" y="27292"/>
                    <a:pt x="276557" y="23958"/>
                  </a:cubicBezTo>
                  <a:cubicBezTo>
                    <a:pt x="276557" y="20768"/>
                    <a:pt x="277130" y="17760"/>
                    <a:pt x="278276" y="14948"/>
                  </a:cubicBezTo>
                  <a:cubicBezTo>
                    <a:pt x="279422" y="12135"/>
                    <a:pt x="281076" y="9687"/>
                    <a:pt x="283224" y="7604"/>
                  </a:cubicBezTo>
                  <a:cubicBezTo>
                    <a:pt x="285307" y="5521"/>
                    <a:pt x="287847" y="3854"/>
                    <a:pt x="290828" y="2604"/>
                  </a:cubicBezTo>
                  <a:cubicBezTo>
                    <a:pt x="293823" y="1354"/>
                    <a:pt x="297117" y="729"/>
                    <a:pt x="300724" y="729"/>
                  </a:cubicBezTo>
                  <a:cubicBezTo>
                    <a:pt x="307182" y="729"/>
                    <a:pt x="312521" y="2526"/>
                    <a:pt x="316714" y="6094"/>
                  </a:cubicBezTo>
                  <a:cubicBezTo>
                    <a:pt x="320919" y="9674"/>
                    <a:pt x="323537" y="14101"/>
                    <a:pt x="324578" y="19375"/>
                  </a:cubicBezTo>
                  <a:lnTo>
                    <a:pt x="340308" y="19375"/>
                  </a:lnTo>
                  <a:close/>
                  <a:moveTo>
                    <a:pt x="245313" y="0"/>
                  </a:moveTo>
                  <a:lnTo>
                    <a:pt x="256974" y="0"/>
                  </a:lnTo>
                  <a:lnTo>
                    <a:pt x="256974" y="35104"/>
                  </a:lnTo>
                  <a:lnTo>
                    <a:pt x="269787" y="35104"/>
                  </a:lnTo>
                  <a:lnTo>
                    <a:pt x="269787" y="45625"/>
                  </a:lnTo>
                  <a:lnTo>
                    <a:pt x="256974" y="45625"/>
                  </a:lnTo>
                  <a:lnTo>
                    <a:pt x="256974" y="93229"/>
                  </a:lnTo>
                  <a:lnTo>
                    <a:pt x="245313" y="93229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1681863-D20A-4DE6-BD9B-B503C7EEC9D6}"/>
                </a:ext>
              </a:extLst>
            </p:cNvPr>
            <p:cNvSpPr txBox="1"/>
            <p:nvPr/>
          </p:nvSpPr>
          <p:spPr>
            <a:xfrm>
              <a:off x="1488268" y="2381073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주요사업</a:t>
              </a:r>
            </a:p>
          </p:txBody>
        </p:sp>
        <p:sp>
          <p:nvSpPr>
            <p:cNvPr id="139" name="자유형: 도형 138">
              <a:extLst>
                <a:ext uri="{FF2B5EF4-FFF2-40B4-BE49-F238E27FC236}">
                  <a16:creationId xmlns:a16="http://schemas.microsoft.com/office/drawing/2014/main" id="{FDF64665-C6BE-4BE8-A977-070E1B8D0514}"/>
                </a:ext>
              </a:extLst>
            </p:cNvPr>
            <p:cNvSpPr/>
            <p:nvPr/>
          </p:nvSpPr>
          <p:spPr>
            <a:xfrm>
              <a:off x="1961890" y="2449385"/>
              <a:ext cx="173437" cy="93854"/>
            </a:xfrm>
            <a:custGeom>
              <a:avLst/>
              <a:gdLst>
                <a:gd name="connsiteX0" fmla="*/ 109271 w 173437"/>
                <a:gd name="connsiteY0" fmla="*/ 60208 h 93854"/>
                <a:gd name="connsiteX1" fmla="*/ 170417 w 173437"/>
                <a:gd name="connsiteY1" fmla="*/ 60208 h 93854"/>
                <a:gd name="connsiteX2" fmla="*/ 172656 w 173437"/>
                <a:gd name="connsiteY2" fmla="*/ 60885 h 93854"/>
                <a:gd name="connsiteX3" fmla="*/ 173333 w 173437"/>
                <a:gd name="connsiteY3" fmla="*/ 63125 h 93854"/>
                <a:gd name="connsiteX4" fmla="*/ 173333 w 173437"/>
                <a:gd name="connsiteY4" fmla="*/ 93854 h 93854"/>
                <a:gd name="connsiteX5" fmla="*/ 161563 w 173437"/>
                <a:gd name="connsiteY5" fmla="*/ 93854 h 93854"/>
                <a:gd name="connsiteX6" fmla="*/ 161563 w 173437"/>
                <a:gd name="connsiteY6" fmla="*/ 70000 h 93854"/>
                <a:gd name="connsiteX7" fmla="*/ 109271 w 173437"/>
                <a:gd name="connsiteY7" fmla="*/ 70000 h 93854"/>
                <a:gd name="connsiteX8" fmla="*/ 18125 w 173437"/>
                <a:gd name="connsiteY8" fmla="*/ 52500 h 93854"/>
                <a:gd name="connsiteX9" fmla="*/ 77813 w 173437"/>
                <a:gd name="connsiteY9" fmla="*/ 52500 h 93854"/>
                <a:gd name="connsiteX10" fmla="*/ 80052 w 173437"/>
                <a:gd name="connsiteY10" fmla="*/ 53177 h 93854"/>
                <a:gd name="connsiteX11" fmla="*/ 80729 w 173437"/>
                <a:gd name="connsiteY11" fmla="*/ 55417 h 93854"/>
                <a:gd name="connsiteX12" fmla="*/ 80729 w 173437"/>
                <a:gd name="connsiteY12" fmla="*/ 73438 h 93854"/>
                <a:gd name="connsiteX13" fmla="*/ 80052 w 173437"/>
                <a:gd name="connsiteY13" fmla="*/ 75729 h 93854"/>
                <a:gd name="connsiteX14" fmla="*/ 77813 w 173437"/>
                <a:gd name="connsiteY14" fmla="*/ 76354 h 93854"/>
                <a:gd name="connsiteX15" fmla="*/ 30729 w 173437"/>
                <a:gd name="connsiteY15" fmla="*/ 76354 h 93854"/>
                <a:gd name="connsiteX16" fmla="*/ 30729 w 173437"/>
                <a:gd name="connsiteY16" fmla="*/ 83437 h 93854"/>
                <a:gd name="connsiteX17" fmla="*/ 82813 w 173437"/>
                <a:gd name="connsiteY17" fmla="*/ 83437 h 93854"/>
                <a:gd name="connsiteX18" fmla="*/ 82813 w 173437"/>
                <a:gd name="connsiteY18" fmla="*/ 92604 h 93854"/>
                <a:gd name="connsiteX19" fmla="*/ 21042 w 173437"/>
                <a:gd name="connsiteY19" fmla="*/ 92604 h 93854"/>
                <a:gd name="connsiteX20" fmla="*/ 18750 w 173437"/>
                <a:gd name="connsiteY20" fmla="*/ 91979 h 93854"/>
                <a:gd name="connsiteX21" fmla="*/ 18125 w 173437"/>
                <a:gd name="connsiteY21" fmla="*/ 89687 h 93854"/>
                <a:gd name="connsiteX22" fmla="*/ 18125 w 173437"/>
                <a:gd name="connsiteY22" fmla="*/ 71042 h 93854"/>
                <a:gd name="connsiteX23" fmla="*/ 18750 w 173437"/>
                <a:gd name="connsiteY23" fmla="*/ 68802 h 93854"/>
                <a:gd name="connsiteX24" fmla="*/ 21042 w 173437"/>
                <a:gd name="connsiteY24" fmla="*/ 68125 h 93854"/>
                <a:gd name="connsiteX25" fmla="*/ 68333 w 173437"/>
                <a:gd name="connsiteY25" fmla="*/ 68125 h 93854"/>
                <a:gd name="connsiteX26" fmla="*/ 68333 w 173437"/>
                <a:gd name="connsiteY26" fmla="*/ 61667 h 93854"/>
                <a:gd name="connsiteX27" fmla="*/ 18125 w 173437"/>
                <a:gd name="connsiteY27" fmla="*/ 61667 h 93854"/>
                <a:gd name="connsiteX28" fmla="*/ 99583 w 173437"/>
                <a:gd name="connsiteY28" fmla="*/ 3958 h 93854"/>
                <a:gd name="connsiteX29" fmla="*/ 145938 w 173437"/>
                <a:gd name="connsiteY29" fmla="*/ 3958 h 93854"/>
                <a:gd name="connsiteX30" fmla="*/ 145938 w 173437"/>
                <a:gd name="connsiteY30" fmla="*/ 13854 h 93854"/>
                <a:gd name="connsiteX31" fmla="*/ 128958 w 173437"/>
                <a:gd name="connsiteY31" fmla="*/ 13854 h 93854"/>
                <a:gd name="connsiteX32" fmla="*/ 128958 w 173437"/>
                <a:gd name="connsiteY32" fmla="*/ 17812 h 93854"/>
                <a:gd name="connsiteX33" fmla="*/ 130573 w 173437"/>
                <a:gd name="connsiteY33" fmla="*/ 26458 h 93854"/>
                <a:gd name="connsiteX34" fmla="*/ 135208 w 173437"/>
                <a:gd name="connsiteY34" fmla="*/ 33854 h 93854"/>
                <a:gd name="connsiteX35" fmla="*/ 142188 w 173437"/>
                <a:gd name="connsiteY35" fmla="*/ 39739 h 93854"/>
                <a:gd name="connsiteX36" fmla="*/ 151042 w 173437"/>
                <a:gd name="connsiteY36" fmla="*/ 43750 h 93854"/>
                <a:gd name="connsiteX37" fmla="*/ 143750 w 173437"/>
                <a:gd name="connsiteY37" fmla="*/ 52292 h 93854"/>
                <a:gd name="connsiteX38" fmla="*/ 131354 w 173437"/>
                <a:gd name="connsiteY38" fmla="*/ 44896 h 93854"/>
                <a:gd name="connsiteX39" fmla="*/ 122708 w 173437"/>
                <a:gd name="connsiteY39" fmla="*/ 35521 h 93854"/>
                <a:gd name="connsiteX40" fmla="*/ 119323 w 173437"/>
                <a:gd name="connsiteY40" fmla="*/ 40781 h 93854"/>
                <a:gd name="connsiteX41" fmla="*/ 114167 w 173437"/>
                <a:gd name="connsiteY41" fmla="*/ 45938 h 93854"/>
                <a:gd name="connsiteX42" fmla="*/ 107760 w 173437"/>
                <a:gd name="connsiteY42" fmla="*/ 50781 h 93854"/>
                <a:gd name="connsiteX43" fmla="*/ 100938 w 173437"/>
                <a:gd name="connsiteY43" fmla="*/ 54687 h 93854"/>
                <a:gd name="connsiteX44" fmla="*/ 92292 w 173437"/>
                <a:gd name="connsiteY44" fmla="*/ 46771 h 93854"/>
                <a:gd name="connsiteX45" fmla="*/ 110000 w 173437"/>
                <a:gd name="connsiteY45" fmla="*/ 34635 h 93854"/>
                <a:gd name="connsiteX46" fmla="*/ 116354 w 173437"/>
                <a:gd name="connsiteY46" fmla="*/ 17500 h 93854"/>
                <a:gd name="connsiteX47" fmla="*/ 116354 w 173437"/>
                <a:gd name="connsiteY47" fmla="*/ 13854 h 93854"/>
                <a:gd name="connsiteX48" fmla="*/ 99583 w 173437"/>
                <a:gd name="connsiteY48" fmla="*/ 13854 h 93854"/>
                <a:gd name="connsiteX49" fmla="*/ 24167 w 173437"/>
                <a:gd name="connsiteY49" fmla="*/ 1667 h 93854"/>
                <a:gd name="connsiteX50" fmla="*/ 36563 w 173437"/>
                <a:gd name="connsiteY50" fmla="*/ 1667 h 93854"/>
                <a:gd name="connsiteX51" fmla="*/ 36563 w 173437"/>
                <a:gd name="connsiteY51" fmla="*/ 10208 h 93854"/>
                <a:gd name="connsiteX52" fmla="*/ 38333 w 173437"/>
                <a:gd name="connsiteY52" fmla="*/ 18698 h 93854"/>
                <a:gd name="connsiteX53" fmla="*/ 43438 w 173437"/>
                <a:gd name="connsiteY53" fmla="*/ 26354 h 93854"/>
                <a:gd name="connsiteX54" fmla="*/ 50677 w 173437"/>
                <a:gd name="connsiteY54" fmla="*/ 32708 h 93854"/>
                <a:gd name="connsiteX55" fmla="*/ 59375 w 173437"/>
                <a:gd name="connsiteY55" fmla="*/ 37083 h 93854"/>
                <a:gd name="connsiteX56" fmla="*/ 52083 w 173437"/>
                <a:gd name="connsiteY56" fmla="*/ 45312 h 93854"/>
                <a:gd name="connsiteX57" fmla="*/ 39583 w 173437"/>
                <a:gd name="connsiteY57" fmla="*/ 37708 h 93854"/>
                <a:gd name="connsiteX58" fmla="*/ 30417 w 173437"/>
                <a:gd name="connsiteY58" fmla="*/ 27604 h 93854"/>
                <a:gd name="connsiteX59" fmla="*/ 22083 w 173437"/>
                <a:gd name="connsiteY59" fmla="*/ 38698 h 93854"/>
                <a:gd name="connsiteX60" fmla="*/ 9375 w 173437"/>
                <a:gd name="connsiteY60" fmla="*/ 47917 h 93854"/>
                <a:gd name="connsiteX61" fmla="*/ 0 w 173437"/>
                <a:gd name="connsiteY61" fmla="*/ 40208 h 93854"/>
                <a:gd name="connsiteX62" fmla="*/ 17344 w 173437"/>
                <a:gd name="connsiteY62" fmla="*/ 27656 h 93854"/>
                <a:gd name="connsiteX63" fmla="*/ 24167 w 173437"/>
                <a:gd name="connsiteY63" fmla="*/ 10417 h 93854"/>
                <a:gd name="connsiteX64" fmla="*/ 161667 w 173437"/>
                <a:gd name="connsiteY64" fmla="*/ 0 h 93854"/>
                <a:gd name="connsiteX65" fmla="*/ 173438 w 173437"/>
                <a:gd name="connsiteY65" fmla="*/ 0 h 93854"/>
                <a:gd name="connsiteX66" fmla="*/ 173438 w 173437"/>
                <a:gd name="connsiteY66" fmla="*/ 56250 h 93854"/>
                <a:gd name="connsiteX67" fmla="*/ 161667 w 173437"/>
                <a:gd name="connsiteY67" fmla="*/ 56250 h 93854"/>
                <a:gd name="connsiteX68" fmla="*/ 161667 w 173437"/>
                <a:gd name="connsiteY68" fmla="*/ 30729 h 93854"/>
                <a:gd name="connsiteX69" fmla="*/ 144375 w 173437"/>
                <a:gd name="connsiteY69" fmla="*/ 30729 h 93854"/>
                <a:gd name="connsiteX70" fmla="*/ 144375 w 173437"/>
                <a:gd name="connsiteY70" fmla="*/ 20521 h 93854"/>
                <a:gd name="connsiteX71" fmla="*/ 161667 w 173437"/>
                <a:gd name="connsiteY71" fmla="*/ 20521 h 93854"/>
                <a:gd name="connsiteX72" fmla="*/ 69167 w 173437"/>
                <a:gd name="connsiteY72" fmla="*/ 0 h 93854"/>
                <a:gd name="connsiteX73" fmla="*/ 80938 w 173437"/>
                <a:gd name="connsiteY73" fmla="*/ 0 h 93854"/>
                <a:gd name="connsiteX74" fmla="*/ 80938 w 173437"/>
                <a:gd name="connsiteY74" fmla="*/ 48854 h 93854"/>
                <a:gd name="connsiteX75" fmla="*/ 69167 w 173437"/>
                <a:gd name="connsiteY75" fmla="*/ 48854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73437" h="93854">
                  <a:moveTo>
                    <a:pt x="109271" y="60208"/>
                  </a:moveTo>
                  <a:lnTo>
                    <a:pt x="170417" y="60208"/>
                  </a:lnTo>
                  <a:cubicBezTo>
                    <a:pt x="171458" y="60208"/>
                    <a:pt x="172201" y="60443"/>
                    <a:pt x="172656" y="60885"/>
                  </a:cubicBezTo>
                  <a:cubicBezTo>
                    <a:pt x="173099" y="61341"/>
                    <a:pt x="173333" y="62083"/>
                    <a:pt x="173333" y="63125"/>
                  </a:cubicBezTo>
                  <a:lnTo>
                    <a:pt x="173333" y="93854"/>
                  </a:lnTo>
                  <a:lnTo>
                    <a:pt x="161563" y="93854"/>
                  </a:lnTo>
                  <a:lnTo>
                    <a:pt x="161563" y="70000"/>
                  </a:lnTo>
                  <a:lnTo>
                    <a:pt x="109271" y="70000"/>
                  </a:lnTo>
                  <a:close/>
                  <a:moveTo>
                    <a:pt x="18125" y="52500"/>
                  </a:moveTo>
                  <a:lnTo>
                    <a:pt x="77813" y="52500"/>
                  </a:lnTo>
                  <a:cubicBezTo>
                    <a:pt x="78854" y="52500"/>
                    <a:pt x="79596" y="52734"/>
                    <a:pt x="80052" y="53177"/>
                  </a:cubicBezTo>
                  <a:cubicBezTo>
                    <a:pt x="80495" y="53633"/>
                    <a:pt x="80729" y="54375"/>
                    <a:pt x="80729" y="55417"/>
                  </a:cubicBezTo>
                  <a:lnTo>
                    <a:pt x="80729" y="73438"/>
                  </a:lnTo>
                  <a:cubicBezTo>
                    <a:pt x="80729" y="74557"/>
                    <a:pt x="80495" y="75312"/>
                    <a:pt x="80052" y="75729"/>
                  </a:cubicBezTo>
                  <a:cubicBezTo>
                    <a:pt x="79596" y="76146"/>
                    <a:pt x="78854" y="76354"/>
                    <a:pt x="77813" y="76354"/>
                  </a:cubicBezTo>
                  <a:lnTo>
                    <a:pt x="30729" y="76354"/>
                  </a:lnTo>
                  <a:lnTo>
                    <a:pt x="30729" y="83437"/>
                  </a:lnTo>
                  <a:lnTo>
                    <a:pt x="82813" y="83437"/>
                  </a:lnTo>
                  <a:lnTo>
                    <a:pt x="82813" y="92604"/>
                  </a:lnTo>
                  <a:lnTo>
                    <a:pt x="21042" y="92604"/>
                  </a:lnTo>
                  <a:cubicBezTo>
                    <a:pt x="19922" y="92604"/>
                    <a:pt x="19167" y="92396"/>
                    <a:pt x="18750" y="91979"/>
                  </a:cubicBezTo>
                  <a:cubicBezTo>
                    <a:pt x="18333" y="91563"/>
                    <a:pt x="18125" y="90807"/>
                    <a:pt x="18125" y="89687"/>
                  </a:cubicBezTo>
                  <a:lnTo>
                    <a:pt x="18125" y="71042"/>
                  </a:lnTo>
                  <a:cubicBezTo>
                    <a:pt x="18125" y="70000"/>
                    <a:pt x="18333" y="69258"/>
                    <a:pt x="18750" y="68802"/>
                  </a:cubicBezTo>
                  <a:cubicBezTo>
                    <a:pt x="19167" y="68359"/>
                    <a:pt x="19922" y="68125"/>
                    <a:pt x="21042" y="68125"/>
                  </a:cubicBezTo>
                  <a:lnTo>
                    <a:pt x="68333" y="68125"/>
                  </a:lnTo>
                  <a:lnTo>
                    <a:pt x="68333" y="61667"/>
                  </a:lnTo>
                  <a:lnTo>
                    <a:pt x="18125" y="61667"/>
                  </a:lnTo>
                  <a:close/>
                  <a:moveTo>
                    <a:pt x="99583" y="3958"/>
                  </a:moveTo>
                  <a:lnTo>
                    <a:pt x="145938" y="3958"/>
                  </a:lnTo>
                  <a:lnTo>
                    <a:pt x="145938" y="13854"/>
                  </a:lnTo>
                  <a:lnTo>
                    <a:pt x="128958" y="13854"/>
                  </a:lnTo>
                  <a:lnTo>
                    <a:pt x="128958" y="17812"/>
                  </a:lnTo>
                  <a:cubicBezTo>
                    <a:pt x="128958" y="20872"/>
                    <a:pt x="129492" y="23750"/>
                    <a:pt x="130573" y="26458"/>
                  </a:cubicBezTo>
                  <a:cubicBezTo>
                    <a:pt x="131641" y="29167"/>
                    <a:pt x="133190" y="31641"/>
                    <a:pt x="135208" y="33854"/>
                  </a:cubicBezTo>
                  <a:cubicBezTo>
                    <a:pt x="137149" y="36081"/>
                    <a:pt x="139479" y="38047"/>
                    <a:pt x="142188" y="39739"/>
                  </a:cubicBezTo>
                  <a:cubicBezTo>
                    <a:pt x="144896" y="41445"/>
                    <a:pt x="147839" y="42786"/>
                    <a:pt x="151042" y="43750"/>
                  </a:cubicBezTo>
                  <a:lnTo>
                    <a:pt x="143750" y="52292"/>
                  </a:lnTo>
                  <a:cubicBezTo>
                    <a:pt x="139375" y="50417"/>
                    <a:pt x="135234" y="47956"/>
                    <a:pt x="131354" y="44896"/>
                  </a:cubicBezTo>
                  <a:cubicBezTo>
                    <a:pt x="127461" y="41849"/>
                    <a:pt x="124583" y="38724"/>
                    <a:pt x="122708" y="35521"/>
                  </a:cubicBezTo>
                  <a:cubicBezTo>
                    <a:pt x="121940" y="37266"/>
                    <a:pt x="120807" y="39010"/>
                    <a:pt x="119323" y="40781"/>
                  </a:cubicBezTo>
                  <a:cubicBezTo>
                    <a:pt x="117826" y="42552"/>
                    <a:pt x="116107" y="44271"/>
                    <a:pt x="114167" y="45938"/>
                  </a:cubicBezTo>
                  <a:cubicBezTo>
                    <a:pt x="112148" y="47682"/>
                    <a:pt x="110013" y="49297"/>
                    <a:pt x="107760" y="50781"/>
                  </a:cubicBezTo>
                  <a:cubicBezTo>
                    <a:pt x="105495" y="52279"/>
                    <a:pt x="103229" y="53581"/>
                    <a:pt x="100938" y="54687"/>
                  </a:cubicBezTo>
                  <a:lnTo>
                    <a:pt x="92292" y="46771"/>
                  </a:lnTo>
                  <a:cubicBezTo>
                    <a:pt x="99857" y="43646"/>
                    <a:pt x="105755" y="39609"/>
                    <a:pt x="110000" y="34635"/>
                  </a:cubicBezTo>
                  <a:cubicBezTo>
                    <a:pt x="114232" y="29674"/>
                    <a:pt x="116354" y="23958"/>
                    <a:pt x="116354" y="17500"/>
                  </a:cubicBezTo>
                  <a:lnTo>
                    <a:pt x="116354" y="13854"/>
                  </a:lnTo>
                  <a:lnTo>
                    <a:pt x="99583" y="13854"/>
                  </a:lnTo>
                  <a:close/>
                  <a:moveTo>
                    <a:pt x="24167" y="1667"/>
                  </a:moveTo>
                  <a:lnTo>
                    <a:pt x="36563" y="1667"/>
                  </a:lnTo>
                  <a:lnTo>
                    <a:pt x="36563" y="10208"/>
                  </a:lnTo>
                  <a:cubicBezTo>
                    <a:pt x="36484" y="13125"/>
                    <a:pt x="37083" y="15964"/>
                    <a:pt x="38333" y="18698"/>
                  </a:cubicBezTo>
                  <a:cubicBezTo>
                    <a:pt x="39583" y="21445"/>
                    <a:pt x="41276" y="23997"/>
                    <a:pt x="43438" y="26354"/>
                  </a:cubicBezTo>
                  <a:cubicBezTo>
                    <a:pt x="45521" y="28724"/>
                    <a:pt x="47930" y="30833"/>
                    <a:pt x="50677" y="32708"/>
                  </a:cubicBezTo>
                  <a:cubicBezTo>
                    <a:pt x="53411" y="34583"/>
                    <a:pt x="56315" y="36042"/>
                    <a:pt x="59375" y="37083"/>
                  </a:cubicBezTo>
                  <a:lnTo>
                    <a:pt x="52083" y="45312"/>
                  </a:lnTo>
                  <a:cubicBezTo>
                    <a:pt x="47565" y="43229"/>
                    <a:pt x="43398" y="40703"/>
                    <a:pt x="39583" y="37708"/>
                  </a:cubicBezTo>
                  <a:cubicBezTo>
                    <a:pt x="35755" y="34726"/>
                    <a:pt x="32708" y="31354"/>
                    <a:pt x="30417" y="27604"/>
                  </a:cubicBezTo>
                  <a:cubicBezTo>
                    <a:pt x="28333" y="31771"/>
                    <a:pt x="25547" y="35469"/>
                    <a:pt x="22083" y="38698"/>
                  </a:cubicBezTo>
                  <a:cubicBezTo>
                    <a:pt x="18607" y="41927"/>
                    <a:pt x="14375" y="45000"/>
                    <a:pt x="9375" y="47917"/>
                  </a:cubicBezTo>
                  <a:lnTo>
                    <a:pt x="0" y="40208"/>
                  </a:lnTo>
                  <a:cubicBezTo>
                    <a:pt x="7083" y="37083"/>
                    <a:pt x="12865" y="32904"/>
                    <a:pt x="17344" y="27656"/>
                  </a:cubicBezTo>
                  <a:cubicBezTo>
                    <a:pt x="21823" y="22422"/>
                    <a:pt x="24089" y="16667"/>
                    <a:pt x="24167" y="10417"/>
                  </a:cubicBezTo>
                  <a:close/>
                  <a:moveTo>
                    <a:pt x="161667" y="0"/>
                  </a:moveTo>
                  <a:lnTo>
                    <a:pt x="173438" y="0"/>
                  </a:lnTo>
                  <a:lnTo>
                    <a:pt x="173438" y="56250"/>
                  </a:lnTo>
                  <a:lnTo>
                    <a:pt x="161667" y="56250"/>
                  </a:lnTo>
                  <a:lnTo>
                    <a:pt x="161667" y="30729"/>
                  </a:lnTo>
                  <a:lnTo>
                    <a:pt x="144375" y="30729"/>
                  </a:lnTo>
                  <a:lnTo>
                    <a:pt x="144375" y="20521"/>
                  </a:lnTo>
                  <a:lnTo>
                    <a:pt x="161667" y="20521"/>
                  </a:lnTo>
                  <a:close/>
                  <a:moveTo>
                    <a:pt x="69167" y="0"/>
                  </a:moveTo>
                  <a:lnTo>
                    <a:pt x="80938" y="0"/>
                  </a:lnTo>
                  <a:lnTo>
                    <a:pt x="80938" y="48854"/>
                  </a:lnTo>
                  <a:lnTo>
                    <a:pt x="69167" y="48854"/>
                  </a:lnTo>
                  <a:close/>
                </a:path>
              </a:pathLst>
            </a:custGeom>
            <a:solidFill>
              <a:srgbClr val="000000"/>
            </a:solidFill>
            <a:ln w="13018" cap="flat">
              <a:solidFill>
                <a:srgbClr val="DBDDE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09CACC48-919B-4D1D-A535-058C8FEA7780}"/>
                </a:ext>
              </a:extLst>
            </p:cNvPr>
            <p:cNvSpPr txBox="1"/>
            <p:nvPr/>
          </p:nvSpPr>
          <p:spPr>
            <a:xfrm>
              <a:off x="1870450" y="2381620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실적</a:t>
              </a:r>
            </a:p>
          </p:txBody>
        </p:sp>
        <p:sp>
          <p:nvSpPr>
            <p:cNvPr id="141" name="자유형: 도형 140">
              <a:extLst>
                <a:ext uri="{FF2B5EF4-FFF2-40B4-BE49-F238E27FC236}">
                  <a16:creationId xmlns:a16="http://schemas.microsoft.com/office/drawing/2014/main" id="{524889E8-56AA-464D-9153-F962213AD4AB}"/>
                </a:ext>
              </a:extLst>
            </p:cNvPr>
            <p:cNvSpPr/>
            <p:nvPr/>
          </p:nvSpPr>
          <p:spPr>
            <a:xfrm>
              <a:off x="893973" y="2406155"/>
              <a:ext cx="169270" cy="169270"/>
            </a:xfrm>
            <a:custGeom>
              <a:avLst/>
              <a:gdLst>
                <a:gd name="connsiteX0" fmla="*/ 0 w 169270"/>
                <a:gd name="connsiteY0" fmla="*/ 84635 h 169270"/>
                <a:gd name="connsiteX1" fmla="*/ 84635 w 169270"/>
                <a:gd name="connsiteY1" fmla="*/ 0 h 169270"/>
                <a:gd name="connsiteX2" fmla="*/ 169271 w 169270"/>
                <a:gd name="connsiteY2" fmla="*/ 84635 h 169270"/>
                <a:gd name="connsiteX3" fmla="*/ 84635 w 169270"/>
                <a:gd name="connsiteY3" fmla="*/ 169271 h 169270"/>
                <a:gd name="connsiteX4" fmla="*/ 0 w 169270"/>
                <a:gd name="connsiteY4" fmla="*/ 84635 h 169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70" h="169270">
                  <a:moveTo>
                    <a:pt x="0" y="84635"/>
                  </a:moveTo>
                  <a:cubicBezTo>
                    <a:pt x="0" y="37891"/>
                    <a:pt x="37892" y="0"/>
                    <a:pt x="84635" y="0"/>
                  </a:cubicBezTo>
                  <a:cubicBezTo>
                    <a:pt x="131379" y="0"/>
                    <a:pt x="169271" y="37891"/>
                    <a:pt x="169271" y="84635"/>
                  </a:cubicBezTo>
                  <a:cubicBezTo>
                    <a:pt x="169271" y="131380"/>
                    <a:pt x="131379" y="169271"/>
                    <a:pt x="84635" y="169271"/>
                  </a:cubicBezTo>
                  <a:cubicBezTo>
                    <a:pt x="37892" y="169271"/>
                    <a:pt x="0" y="131380"/>
                    <a:pt x="0" y="84635"/>
                  </a:cubicBezTo>
                  <a:close/>
                </a:path>
              </a:pathLst>
            </a:custGeom>
            <a:solidFill>
              <a:srgbClr val="003964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2" name="자유형: 도형 141">
              <a:extLst>
                <a:ext uri="{FF2B5EF4-FFF2-40B4-BE49-F238E27FC236}">
                  <a16:creationId xmlns:a16="http://schemas.microsoft.com/office/drawing/2014/main" id="{787004B5-3DED-4160-9AFC-99988D5D38A1}"/>
                </a:ext>
              </a:extLst>
            </p:cNvPr>
            <p:cNvSpPr/>
            <p:nvPr/>
          </p:nvSpPr>
          <p:spPr>
            <a:xfrm>
              <a:off x="946056" y="2445218"/>
              <a:ext cx="78125" cy="91145"/>
            </a:xfrm>
            <a:custGeom>
              <a:avLst/>
              <a:gdLst>
                <a:gd name="connsiteX0" fmla="*/ 0 w 78125"/>
                <a:gd name="connsiteY0" fmla="*/ 0 h 91145"/>
                <a:gd name="connsiteX1" fmla="*/ 78125 w 78125"/>
                <a:gd name="connsiteY1" fmla="*/ 47175 h 91145"/>
                <a:gd name="connsiteX2" fmla="*/ 0 w 78125"/>
                <a:gd name="connsiteY2" fmla="*/ 91146 h 9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125" h="91145">
                  <a:moveTo>
                    <a:pt x="0" y="0"/>
                  </a:moveTo>
                  <a:lnTo>
                    <a:pt x="78125" y="47175"/>
                  </a:lnTo>
                  <a:lnTo>
                    <a:pt x="0" y="91146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04D3E45-CCC0-4246-A7DA-38FBA73FFA82}"/>
                </a:ext>
              </a:extLst>
            </p:cNvPr>
            <p:cNvSpPr txBox="1"/>
            <p:nvPr/>
          </p:nvSpPr>
          <p:spPr>
            <a:xfrm>
              <a:off x="5066481" y="2412519"/>
              <a:ext cx="208921" cy="195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(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D1A7C4E6-D70E-4866-B7D0-7F8DF2152D9C}"/>
                </a:ext>
              </a:extLst>
            </p:cNvPr>
            <p:cNvSpPr txBox="1"/>
            <p:nvPr/>
          </p:nvSpPr>
          <p:spPr>
            <a:xfrm>
              <a:off x="5093607" y="2412519"/>
              <a:ext cx="339130" cy="195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단위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C21A468-6E93-4A2E-B9B3-0F2294382B0F}"/>
                </a:ext>
              </a:extLst>
            </p:cNvPr>
            <p:cNvSpPr txBox="1"/>
            <p:nvPr/>
          </p:nvSpPr>
          <p:spPr>
            <a:xfrm>
              <a:off x="5248229" y="2412519"/>
              <a:ext cx="234963" cy="195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: 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6BABD00D-4BF9-4E18-A792-ABFBD4DE6240}"/>
                </a:ext>
              </a:extLst>
            </p:cNvPr>
            <p:cNvSpPr txBox="1"/>
            <p:nvPr/>
          </p:nvSpPr>
          <p:spPr>
            <a:xfrm>
              <a:off x="5302483" y="2412519"/>
              <a:ext cx="339130" cy="195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천원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AFEF8DC4-8FAF-47B4-AD22-002E77999D25}"/>
                </a:ext>
              </a:extLst>
            </p:cNvPr>
            <p:cNvSpPr txBox="1"/>
            <p:nvPr/>
          </p:nvSpPr>
          <p:spPr>
            <a:xfrm>
              <a:off x="5457106" y="2412519"/>
              <a:ext cx="430275" cy="195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, VAT 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D49740F-0C99-484F-AB6F-446CE473417F}"/>
                </a:ext>
              </a:extLst>
            </p:cNvPr>
            <p:cNvSpPr txBox="1"/>
            <p:nvPr/>
          </p:nvSpPr>
          <p:spPr>
            <a:xfrm>
              <a:off x="5698533" y="2412519"/>
              <a:ext cx="365171" cy="1956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포함)</a:t>
              </a:r>
            </a:p>
          </p:txBody>
        </p:sp>
        <p:sp>
          <p:nvSpPr>
            <p:cNvPr id="149" name="자유형: 도형 148">
              <a:extLst>
                <a:ext uri="{FF2B5EF4-FFF2-40B4-BE49-F238E27FC236}">
                  <a16:creationId xmlns:a16="http://schemas.microsoft.com/office/drawing/2014/main" id="{2D05908E-8CF9-41B6-A754-A0B943FE08AC}"/>
                </a:ext>
              </a:extLst>
            </p:cNvPr>
            <p:cNvSpPr/>
            <p:nvPr/>
          </p:nvSpPr>
          <p:spPr>
            <a:xfrm>
              <a:off x="854911" y="2650179"/>
              <a:ext cx="292498" cy="260416"/>
            </a:xfrm>
            <a:custGeom>
              <a:avLst/>
              <a:gdLst>
                <a:gd name="connsiteX0" fmla="*/ 0 w 292498"/>
                <a:gd name="connsiteY0" fmla="*/ 0 h 260416"/>
                <a:gd name="connsiteX1" fmla="*/ 292499 w 292498"/>
                <a:gd name="connsiteY1" fmla="*/ 0 h 260416"/>
                <a:gd name="connsiteX2" fmla="*/ 292499 w 292498"/>
                <a:gd name="connsiteY2" fmla="*/ 260417 h 260416"/>
                <a:gd name="connsiteX3" fmla="*/ 0 w 292498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498" h="260416">
                  <a:moveTo>
                    <a:pt x="0" y="0"/>
                  </a:moveTo>
                  <a:lnTo>
                    <a:pt x="292499" y="0"/>
                  </a:lnTo>
                  <a:lnTo>
                    <a:pt x="29249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0" name="자유형: 도형 149">
              <a:extLst>
                <a:ext uri="{FF2B5EF4-FFF2-40B4-BE49-F238E27FC236}">
                  <a16:creationId xmlns:a16="http://schemas.microsoft.com/office/drawing/2014/main" id="{188D8FCC-C61F-4C4E-9907-12141D39FF55}"/>
                </a:ext>
              </a:extLst>
            </p:cNvPr>
            <p:cNvSpPr/>
            <p:nvPr/>
          </p:nvSpPr>
          <p:spPr>
            <a:xfrm>
              <a:off x="1147409" y="2650179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1" name="자유형: 도형 150">
              <a:extLst>
                <a:ext uri="{FF2B5EF4-FFF2-40B4-BE49-F238E27FC236}">
                  <a16:creationId xmlns:a16="http://schemas.microsoft.com/office/drawing/2014/main" id="{2F1BAE06-3D7F-40BF-8AF0-06642FAD1AFD}"/>
                </a:ext>
              </a:extLst>
            </p:cNvPr>
            <p:cNvSpPr/>
            <p:nvPr/>
          </p:nvSpPr>
          <p:spPr>
            <a:xfrm>
              <a:off x="2890719" y="2650179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5FB68F20-BAE5-4609-9F84-1A4A798D8DAA}"/>
                </a:ext>
              </a:extLst>
            </p:cNvPr>
            <p:cNvSpPr/>
            <p:nvPr/>
          </p:nvSpPr>
          <p:spPr>
            <a:xfrm>
              <a:off x="3777139" y="2650179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3" name="자유형: 도형 152">
              <a:extLst>
                <a:ext uri="{FF2B5EF4-FFF2-40B4-BE49-F238E27FC236}">
                  <a16:creationId xmlns:a16="http://schemas.microsoft.com/office/drawing/2014/main" id="{4EE6F4EB-B3A5-4F15-B282-F119C1562E41}"/>
                </a:ext>
              </a:extLst>
            </p:cNvPr>
            <p:cNvSpPr/>
            <p:nvPr/>
          </p:nvSpPr>
          <p:spPr>
            <a:xfrm>
              <a:off x="4575668" y="2650179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4" name="자유형: 도형 153">
              <a:extLst>
                <a:ext uri="{FF2B5EF4-FFF2-40B4-BE49-F238E27FC236}">
                  <a16:creationId xmlns:a16="http://schemas.microsoft.com/office/drawing/2014/main" id="{76A1FBC9-8999-4AD1-9390-49CC78459705}"/>
                </a:ext>
              </a:extLst>
            </p:cNvPr>
            <p:cNvSpPr/>
            <p:nvPr/>
          </p:nvSpPr>
          <p:spPr>
            <a:xfrm>
              <a:off x="5580395" y="2650179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5" name="자유형: 도형 154">
              <a:extLst>
                <a:ext uri="{FF2B5EF4-FFF2-40B4-BE49-F238E27FC236}">
                  <a16:creationId xmlns:a16="http://schemas.microsoft.com/office/drawing/2014/main" id="{2967CBBE-24BF-47B9-AEB5-4D571C801246}"/>
                </a:ext>
              </a:extLst>
            </p:cNvPr>
            <p:cNvSpPr/>
            <p:nvPr/>
          </p:nvSpPr>
          <p:spPr>
            <a:xfrm>
              <a:off x="1147409" y="2910596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8F172311-2562-4A6C-A367-9DD2253E98E5}"/>
                </a:ext>
              </a:extLst>
            </p:cNvPr>
            <p:cNvSpPr/>
            <p:nvPr/>
          </p:nvSpPr>
          <p:spPr>
            <a:xfrm>
              <a:off x="2890719" y="2910596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7" name="자유형: 도형 156">
              <a:extLst>
                <a:ext uri="{FF2B5EF4-FFF2-40B4-BE49-F238E27FC236}">
                  <a16:creationId xmlns:a16="http://schemas.microsoft.com/office/drawing/2014/main" id="{E019BE89-BCBC-46DB-8DAA-8E7DE6EA475C}"/>
                </a:ext>
              </a:extLst>
            </p:cNvPr>
            <p:cNvSpPr/>
            <p:nvPr/>
          </p:nvSpPr>
          <p:spPr>
            <a:xfrm>
              <a:off x="3777139" y="2910596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8" name="자유형: 도형 157">
              <a:extLst>
                <a:ext uri="{FF2B5EF4-FFF2-40B4-BE49-F238E27FC236}">
                  <a16:creationId xmlns:a16="http://schemas.microsoft.com/office/drawing/2014/main" id="{794F6684-4C17-465B-85EF-83E5D9517671}"/>
                </a:ext>
              </a:extLst>
            </p:cNvPr>
            <p:cNvSpPr/>
            <p:nvPr/>
          </p:nvSpPr>
          <p:spPr>
            <a:xfrm>
              <a:off x="4575668" y="2910596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9" name="자유형: 도형 158">
              <a:extLst>
                <a:ext uri="{FF2B5EF4-FFF2-40B4-BE49-F238E27FC236}">
                  <a16:creationId xmlns:a16="http://schemas.microsoft.com/office/drawing/2014/main" id="{AAF8CC02-58FD-4436-815E-731188FF34B8}"/>
                </a:ext>
              </a:extLst>
            </p:cNvPr>
            <p:cNvSpPr/>
            <p:nvPr/>
          </p:nvSpPr>
          <p:spPr>
            <a:xfrm>
              <a:off x="5580395" y="2910596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0" name="자유형: 도형 159">
              <a:extLst>
                <a:ext uri="{FF2B5EF4-FFF2-40B4-BE49-F238E27FC236}">
                  <a16:creationId xmlns:a16="http://schemas.microsoft.com/office/drawing/2014/main" id="{4E5B8E5D-188B-4E2C-9A44-E84201639C12}"/>
                </a:ext>
              </a:extLst>
            </p:cNvPr>
            <p:cNvSpPr/>
            <p:nvPr/>
          </p:nvSpPr>
          <p:spPr>
            <a:xfrm>
              <a:off x="1147409" y="3171012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1" name="자유형: 도형 160">
              <a:extLst>
                <a:ext uri="{FF2B5EF4-FFF2-40B4-BE49-F238E27FC236}">
                  <a16:creationId xmlns:a16="http://schemas.microsoft.com/office/drawing/2014/main" id="{834CC675-C76B-488A-B4B0-7CAC9A316DA4}"/>
                </a:ext>
              </a:extLst>
            </p:cNvPr>
            <p:cNvSpPr/>
            <p:nvPr/>
          </p:nvSpPr>
          <p:spPr>
            <a:xfrm>
              <a:off x="2890719" y="3171012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2" name="자유형: 도형 161">
              <a:extLst>
                <a:ext uri="{FF2B5EF4-FFF2-40B4-BE49-F238E27FC236}">
                  <a16:creationId xmlns:a16="http://schemas.microsoft.com/office/drawing/2014/main" id="{3CC36575-CCF8-4397-A5B3-6071D445950C}"/>
                </a:ext>
              </a:extLst>
            </p:cNvPr>
            <p:cNvSpPr/>
            <p:nvPr/>
          </p:nvSpPr>
          <p:spPr>
            <a:xfrm>
              <a:off x="3777139" y="3171012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A477C5F7-2EB2-4E02-A5AE-0E6A3FF1D792}"/>
                </a:ext>
              </a:extLst>
            </p:cNvPr>
            <p:cNvSpPr/>
            <p:nvPr/>
          </p:nvSpPr>
          <p:spPr>
            <a:xfrm>
              <a:off x="4575668" y="3171012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4" name="자유형: 도형 163">
              <a:extLst>
                <a:ext uri="{FF2B5EF4-FFF2-40B4-BE49-F238E27FC236}">
                  <a16:creationId xmlns:a16="http://schemas.microsoft.com/office/drawing/2014/main" id="{837C8134-6598-448D-A0C1-B29B8ACD0FCC}"/>
                </a:ext>
              </a:extLst>
            </p:cNvPr>
            <p:cNvSpPr/>
            <p:nvPr/>
          </p:nvSpPr>
          <p:spPr>
            <a:xfrm>
              <a:off x="5580395" y="3171012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5" name="자유형: 도형 164">
              <a:extLst>
                <a:ext uri="{FF2B5EF4-FFF2-40B4-BE49-F238E27FC236}">
                  <a16:creationId xmlns:a16="http://schemas.microsoft.com/office/drawing/2014/main" id="{12BC319F-8CA3-43BD-B377-3C71C6A0F1B2}"/>
                </a:ext>
              </a:extLst>
            </p:cNvPr>
            <p:cNvSpPr/>
            <p:nvPr/>
          </p:nvSpPr>
          <p:spPr>
            <a:xfrm>
              <a:off x="1147409" y="3431429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6" name="자유형: 도형 165">
              <a:extLst>
                <a:ext uri="{FF2B5EF4-FFF2-40B4-BE49-F238E27FC236}">
                  <a16:creationId xmlns:a16="http://schemas.microsoft.com/office/drawing/2014/main" id="{205A3CB7-F3B8-4994-8717-B5A7B6DEC8D4}"/>
                </a:ext>
              </a:extLst>
            </p:cNvPr>
            <p:cNvSpPr/>
            <p:nvPr/>
          </p:nvSpPr>
          <p:spPr>
            <a:xfrm>
              <a:off x="2890719" y="3431429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7" name="자유형: 도형 166">
              <a:extLst>
                <a:ext uri="{FF2B5EF4-FFF2-40B4-BE49-F238E27FC236}">
                  <a16:creationId xmlns:a16="http://schemas.microsoft.com/office/drawing/2014/main" id="{4C27565D-E5EA-4897-800C-3C3CF32CCF27}"/>
                </a:ext>
              </a:extLst>
            </p:cNvPr>
            <p:cNvSpPr/>
            <p:nvPr/>
          </p:nvSpPr>
          <p:spPr>
            <a:xfrm>
              <a:off x="3777139" y="3431429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8" name="자유형: 도형 167">
              <a:extLst>
                <a:ext uri="{FF2B5EF4-FFF2-40B4-BE49-F238E27FC236}">
                  <a16:creationId xmlns:a16="http://schemas.microsoft.com/office/drawing/2014/main" id="{65B9939E-E456-405F-8173-5012929196E0}"/>
                </a:ext>
              </a:extLst>
            </p:cNvPr>
            <p:cNvSpPr/>
            <p:nvPr/>
          </p:nvSpPr>
          <p:spPr>
            <a:xfrm>
              <a:off x="4575668" y="3431429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69" name="자유형: 도형 168">
              <a:extLst>
                <a:ext uri="{FF2B5EF4-FFF2-40B4-BE49-F238E27FC236}">
                  <a16:creationId xmlns:a16="http://schemas.microsoft.com/office/drawing/2014/main" id="{9A532BDA-7BD7-4FEE-AF32-D3A6522CC9E6}"/>
                </a:ext>
              </a:extLst>
            </p:cNvPr>
            <p:cNvSpPr/>
            <p:nvPr/>
          </p:nvSpPr>
          <p:spPr>
            <a:xfrm>
              <a:off x="5580395" y="3431429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0" name="자유형: 도형 169">
              <a:extLst>
                <a:ext uri="{FF2B5EF4-FFF2-40B4-BE49-F238E27FC236}">
                  <a16:creationId xmlns:a16="http://schemas.microsoft.com/office/drawing/2014/main" id="{2B44C610-8A19-4307-A984-6D595EFF7C30}"/>
                </a:ext>
              </a:extLst>
            </p:cNvPr>
            <p:cNvSpPr/>
            <p:nvPr/>
          </p:nvSpPr>
          <p:spPr>
            <a:xfrm>
              <a:off x="1147409" y="3691846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1" name="자유형: 도형 170">
              <a:extLst>
                <a:ext uri="{FF2B5EF4-FFF2-40B4-BE49-F238E27FC236}">
                  <a16:creationId xmlns:a16="http://schemas.microsoft.com/office/drawing/2014/main" id="{ACB96D4E-4C2D-4168-900C-307C20EE0ABC}"/>
                </a:ext>
              </a:extLst>
            </p:cNvPr>
            <p:cNvSpPr/>
            <p:nvPr/>
          </p:nvSpPr>
          <p:spPr>
            <a:xfrm>
              <a:off x="2890719" y="3691846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2" name="자유형: 도형 171">
              <a:extLst>
                <a:ext uri="{FF2B5EF4-FFF2-40B4-BE49-F238E27FC236}">
                  <a16:creationId xmlns:a16="http://schemas.microsoft.com/office/drawing/2014/main" id="{E48D6DB4-50D1-4C9E-8B56-7F8F65148D85}"/>
                </a:ext>
              </a:extLst>
            </p:cNvPr>
            <p:cNvSpPr/>
            <p:nvPr/>
          </p:nvSpPr>
          <p:spPr>
            <a:xfrm>
              <a:off x="3777139" y="3691846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3" name="자유형: 도형 172">
              <a:extLst>
                <a:ext uri="{FF2B5EF4-FFF2-40B4-BE49-F238E27FC236}">
                  <a16:creationId xmlns:a16="http://schemas.microsoft.com/office/drawing/2014/main" id="{3FC246B3-5C4D-4D87-BBDF-EC51C31A7657}"/>
                </a:ext>
              </a:extLst>
            </p:cNvPr>
            <p:cNvSpPr/>
            <p:nvPr/>
          </p:nvSpPr>
          <p:spPr>
            <a:xfrm>
              <a:off x="4575668" y="3691846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653B0BC6-97F1-4E2B-919E-69BE7C55356F}"/>
                </a:ext>
              </a:extLst>
            </p:cNvPr>
            <p:cNvSpPr/>
            <p:nvPr/>
          </p:nvSpPr>
          <p:spPr>
            <a:xfrm>
              <a:off x="5580395" y="3691846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5" name="자유형: 도형 174">
              <a:extLst>
                <a:ext uri="{FF2B5EF4-FFF2-40B4-BE49-F238E27FC236}">
                  <a16:creationId xmlns:a16="http://schemas.microsoft.com/office/drawing/2014/main" id="{51F7DFB9-F290-4DB0-8293-AA497CC7C7C9}"/>
                </a:ext>
              </a:extLst>
            </p:cNvPr>
            <p:cNvSpPr/>
            <p:nvPr/>
          </p:nvSpPr>
          <p:spPr>
            <a:xfrm>
              <a:off x="1147409" y="3952263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6" name="자유형: 도형 175">
              <a:extLst>
                <a:ext uri="{FF2B5EF4-FFF2-40B4-BE49-F238E27FC236}">
                  <a16:creationId xmlns:a16="http://schemas.microsoft.com/office/drawing/2014/main" id="{8394CA6B-7F01-4EA4-9581-B9E34751F225}"/>
                </a:ext>
              </a:extLst>
            </p:cNvPr>
            <p:cNvSpPr/>
            <p:nvPr/>
          </p:nvSpPr>
          <p:spPr>
            <a:xfrm>
              <a:off x="2890719" y="3952263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7" name="자유형: 도형 176">
              <a:extLst>
                <a:ext uri="{FF2B5EF4-FFF2-40B4-BE49-F238E27FC236}">
                  <a16:creationId xmlns:a16="http://schemas.microsoft.com/office/drawing/2014/main" id="{F56E0A73-C646-45A3-AF99-375DDD55C894}"/>
                </a:ext>
              </a:extLst>
            </p:cNvPr>
            <p:cNvSpPr/>
            <p:nvPr/>
          </p:nvSpPr>
          <p:spPr>
            <a:xfrm>
              <a:off x="3777139" y="3952263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8" name="자유형: 도형 177">
              <a:extLst>
                <a:ext uri="{FF2B5EF4-FFF2-40B4-BE49-F238E27FC236}">
                  <a16:creationId xmlns:a16="http://schemas.microsoft.com/office/drawing/2014/main" id="{453A0010-71EE-497A-A72F-5308E9924307}"/>
                </a:ext>
              </a:extLst>
            </p:cNvPr>
            <p:cNvSpPr/>
            <p:nvPr/>
          </p:nvSpPr>
          <p:spPr>
            <a:xfrm>
              <a:off x="4575668" y="3952263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9" name="자유형: 도형 178">
              <a:extLst>
                <a:ext uri="{FF2B5EF4-FFF2-40B4-BE49-F238E27FC236}">
                  <a16:creationId xmlns:a16="http://schemas.microsoft.com/office/drawing/2014/main" id="{34FE514F-ACA6-4E10-9EE1-310CB445950B}"/>
                </a:ext>
              </a:extLst>
            </p:cNvPr>
            <p:cNvSpPr/>
            <p:nvPr/>
          </p:nvSpPr>
          <p:spPr>
            <a:xfrm>
              <a:off x="5580395" y="3952263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0" name="자유형: 도형 179">
              <a:extLst>
                <a:ext uri="{FF2B5EF4-FFF2-40B4-BE49-F238E27FC236}">
                  <a16:creationId xmlns:a16="http://schemas.microsoft.com/office/drawing/2014/main" id="{F183D3A5-D174-4AB4-BA83-42E18DCB8305}"/>
                </a:ext>
              </a:extLst>
            </p:cNvPr>
            <p:cNvSpPr/>
            <p:nvPr/>
          </p:nvSpPr>
          <p:spPr>
            <a:xfrm>
              <a:off x="1147409" y="4212679"/>
              <a:ext cx="1743309" cy="380286"/>
            </a:xfrm>
            <a:custGeom>
              <a:avLst/>
              <a:gdLst>
                <a:gd name="connsiteX0" fmla="*/ 0 w 1743309"/>
                <a:gd name="connsiteY0" fmla="*/ 0 h 380286"/>
                <a:gd name="connsiteX1" fmla="*/ 1743310 w 1743309"/>
                <a:gd name="connsiteY1" fmla="*/ 0 h 380286"/>
                <a:gd name="connsiteX2" fmla="*/ 1743310 w 1743309"/>
                <a:gd name="connsiteY2" fmla="*/ 380287 h 380286"/>
                <a:gd name="connsiteX3" fmla="*/ 0 w 174330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380286">
                  <a:moveTo>
                    <a:pt x="0" y="0"/>
                  </a:moveTo>
                  <a:lnTo>
                    <a:pt x="1743310" y="0"/>
                  </a:lnTo>
                  <a:lnTo>
                    <a:pt x="1743310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1" name="자유형: 도형 180">
              <a:extLst>
                <a:ext uri="{FF2B5EF4-FFF2-40B4-BE49-F238E27FC236}">
                  <a16:creationId xmlns:a16="http://schemas.microsoft.com/office/drawing/2014/main" id="{E3212F8F-0D55-432E-A658-021396AE7733}"/>
                </a:ext>
              </a:extLst>
            </p:cNvPr>
            <p:cNvSpPr/>
            <p:nvPr/>
          </p:nvSpPr>
          <p:spPr>
            <a:xfrm>
              <a:off x="2890719" y="4212679"/>
              <a:ext cx="886419" cy="380286"/>
            </a:xfrm>
            <a:custGeom>
              <a:avLst/>
              <a:gdLst>
                <a:gd name="connsiteX0" fmla="*/ 0 w 886419"/>
                <a:gd name="connsiteY0" fmla="*/ 0 h 380286"/>
                <a:gd name="connsiteX1" fmla="*/ 886420 w 886419"/>
                <a:gd name="connsiteY1" fmla="*/ 0 h 380286"/>
                <a:gd name="connsiteX2" fmla="*/ 886420 w 886419"/>
                <a:gd name="connsiteY2" fmla="*/ 380287 h 380286"/>
                <a:gd name="connsiteX3" fmla="*/ 0 w 88641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380286">
                  <a:moveTo>
                    <a:pt x="0" y="0"/>
                  </a:moveTo>
                  <a:lnTo>
                    <a:pt x="886420" y="0"/>
                  </a:lnTo>
                  <a:lnTo>
                    <a:pt x="886420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2" name="자유형: 도형 181">
              <a:extLst>
                <a:ext uri="{FF2B5EF4-FFF2-40B4-BE49-F238E27FC236}">
                  <a16:creationId xmlns:a16="http://schemas.microsoft.com/office/drawing/2014/main" id="{7FCB6F4F-7EEC-47E7-8664-19063CA68C17}"/>
                </a:ext>
              </a:extLst>
            </p:cNvPr>
            <p:cNvSpPr/>
            <p:nvPr/>
          </p:nvSpPr>
          <p:spPr>
            <a:xfrm>
              <a:off x="3777139" y="4212679"/>
              <a:ext cx="798529" cy="380286"/>
            </a:xfrm>
            <a:custGeom>
              <a:avLst/>
              <a:gdLst>
                <a:gd name="connsiteX0" fmla="*/ 0 w 798529"/>
                <a:gd name="connsiteY0" fmla="*/ 0 h 380286"/>
                <a:gd name="connsiteX1" fmla="*/ 798529 w 798529"/>
                <a:gd name="connsiteY1" fmla="*/ 0 h 380286"/>
                <a:gd name="connsiteX2" fmla="*/ 798529 w 798529"/>
                <a:gd name="connsiteY2" fmla="*/ 380287 h 380286"/>
                <a:gd name="connsiteX3" fmla="*/ 0 w 79852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380286">
                  <a:moveTo>
                    <a:pt x="0" y="0"/>
                  </a:moveTo>
                  <a:lnTo>
                    <a:pt x="798529" y="0"/>
                  </a:lnTo>
                  <a:lnTo>
                    <a:pt x="798529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3" name="자유형: 도형 182">
              <a:extLst>
                <a:ext uri="{FF2B5EF4-FFF2-40B4-BE49-F238E27FC236}">
                  <a16:creationId xmlns:a16="http://schemas.microsoft.com/office/drawing/2014/main" id="{9D64D376-4DF1-44A6-9009-32AB64A812B7}"/>
                </a:ext>
              </a:extLst>
            </p:cNvPr>
            <p:cNvSpPr/>
            <p:nvPr/>
          </p:nvSpPr>
          <p:spPr>
            <a:xfrm>
              <a:off x="4575668" y="4212679"/>
              <a:ext cx="1004727" cy="380286"/>
            </a:xfrm>
            <a:custGeom>
              <a:avLst/>
              <a:gdLst>
                <a:gd name="connsiteX0" fmla="*/ 0 w 1004727"/>
                <a:gd name="connsiteY0" fmla="*/ 0 h 380286"/>
                <a:gd name="connsiteX1" fmla="*/ 1004727 w 1004727"/>
                <a:gd name="connsiteY1" fmla="*/ 0 h 380286"/>
                <a:gd name="connsiteX2" fmla="*/ 1004727 w 1004727"/>
                <a:gd name="connsiteY2" fmla="*/ 380287 h 380286"/>
                <a:gd name="connsiteX3" fmla="*/ 0 w 1004727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380286">
                  <a:moveTo>
                    <a:pt x="0" y="0"/>
                  </a:moveTo>
                  <a:lnTo>
                    <a:pt x="1004727" y="0"/>
                  </a:lnTo>
                  <a:lnTo>
                    <a:pt x="1004727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4" name="자유형: 도형 183">
              <a:extLst>
                <a:ext uri="{FF2B5EF4-FFF2-40B4-BE49-F238E27FC236}">
                  <a16:creationId xmlns:a16="http://schemas.microsoft.com/office/drawing/2014/main" id="{E806233E-23CC-4DA6-B3FD-1502764BD1C9}"/>
                </a:ext>
              </a:extLst>
            </p:cNvPr>
            <p:cNvSpPr/>
            <p:nvPr/>
          </p:nvSpPr>
          <p:spPr>
            <a:xfrm>
              <a:off x="5580395" y="4212679"/>
              <a:ext cx="472409" cy="380286"/>
            </a:xfrm>
            <a:custGeom>
              <a:avLst/>
              <a:gdLst>
                <a:gd name="connsiteX0" fmla="*/ 0 w 472409"/>
                <a:gd name="connsiteY0" fmla="*/ 0 h 380286"/>
                <a:gd name="connsiteX1" fmla="*/ 472409 w 472409"/>
                <a:gd name="connsiteY1" fmla="*/ 0 h 380286"/>
                <a:gd name="connsiteX2" fmla="*/ 472409 w 472409"/>
                <a:gd name="connsiteY2" fmla="*/ 380287 h 380286"/>
                <a:gd name="connsiteX3" fmla="*/ 0 w 47240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380286">
                  <a:moveTo>
                    <a:pt x="0" y="0"/>
                  </a:moveTo>
                  <a:lnTo>
                    <a:pt x="472409" y="0"/>
                  </a:lnTo>
                  <a:lnTo>
                    <a:pt x="472409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5" name="자유형: 도형 184">
              <a:extLst>
                <a:ext uri="{FF2B5EF4-FFF2-40B4-BE49-F238E27FC236}">
                  <a16:creationId xmlns:a16="http://schemas.microsoft.com/office/drawing/2014/main" id="{E142B326-546A-4A43-AEFD-45DB6B6BC2E4}"/>
                </a:ext>
              </a:extLst>
            </p:cNvPr>
            <p:cNvSpPr/>
            <p:nvPr/>
          </p:nvSpPr>
          <p:spPr>
            <a:xfrm>
              <a:off x="1147409" y="4592966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EE081D95-8F3B-4242-90B5-804BB5D69E25}"/>
                </a:ext>
              </a:extLst>
            </p:cNvPr>
            <p:cNvSpPr/>
            <p:nvPr/>
          </p:nvSpPr>
          <p:spPr>
            <a:xfrm>
              <a:off x="2890719" y="4592966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7" name="자유형: 도형 186">
              <a:extLst>
                <a:ext uri="{FF2B5EF4-FFF2-40B4-BE49-F238E27FC236}">
                  <a16:creationId xmlns:a16="http://schemas.microsoft.com/office/drawing/2014/main" id="{B5FB2506-89E1-41BE-987A-366B43DAA880}"/>
                </a:ext>
              </a:extLst>
            </p:cNvPr>
            <p:cNvSpPr/>
            <p:nvPr/>
          </p:nvSpPr>
          <p:spPr>
            <a:xfrm>
              <a:off x="3777139" y="4592966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8" name="자유형: 도형 187">
              <a:extLst>
                <a:ext uri="{FF2B5EF4-FFF2-40B4-BE49-F238E27FC236}">
                  <a16:creationId xmlns:a16="http://schemas.microsoft.com/office/drawing/2014/main" id="{20511C24-450B-4E1E-92C1-D29955613D7D}"/>
                </a:ext>
              </a:extLst>
            </p:cNvPr>
            <p:cNvSpPr/>
            <p:nvPr/>
          </p:nvSpPr>
          <p:spPr>
            <a:xfrm>
              <a:off x="4575668" y="4592966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9" name="자유형: 도형 188">
              <a:extLst>
                <a:ext uri="{FF2B5EF4-FFF2-40B4-BE49-F238E27FC236}">
                  <a16:creationId xmlns:a16="http://schemas.microsoft.com/office/drawing/2014/main" id="{07FBA162-AD3B-4B06-80BC-6B8A1E47E893}"/>
                </a:ext>
              </a:extLst>
            </p:cNvPr>
            <p:cNvSpPr/>
            <p:nvPr/>
          </p:nvSpPr>
          <p:spPr>
            <a:xfrm>
              <a:off x="5580395" y="4592966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549AB6EE-886F-408E-B86B-7DA9FE383DCA}"/>
                </a:ext>
              </a:extLst>
            </p:cNvPr>
            <p:cNvSpPr/>
            <p:nvPr/>
          </p:nvSpPr>
          <p:spPr>
            <a:xfrm>
              <a:off x="1147409" y="4853383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1" name="자유형: 도형 190">
              <a:extLst>
                <a:ext uri="{FF2B5EF4-FFF2-40B4-BE49-F238E27FC236}">
                  <a16:creationId xmlns:a16="http://schemas.microsoft.com/office/drawing/2014/main" id="{9A7C71A6-4108-4D6A-B1D4-C61B873A9481}"/>
                </a:ext>
              </a:extLst>
            </p:cNvPr>
            <p:cNvSpPr/>
            <p:nvPr/>
          </p:nvSpPr>
          <p:spPr>
            <a:xfrm>
              <a:off x="2890719" y="4853383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2" name="자유형: 도형 191">
              <a:extLst>
                <a:ext uri="{FF2B5EF4-FFF2-40B4-BE49-F238E27FC236}">
                  <a16:creationId xmlns:a16="http://schemas.microsoft.com/office/drawing/2014/main" id="{3834522F-E201-48AA-82B7-31484F161150}"/>
                </a:ext>
              </a:extLst>
            </p:cNvPr>
            <p:cNvSpPr/>
            <p:nvPr/>
          </p:nvSpPr>
          <p:spPr>
            <a:xfrm>
              <a:off x="3777139" y="4853383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3" name="자유형: 도형 192">
              <a:extLst>
                <a:ext uri="{FF2B5EF4-FFF2-40B4-BE49-F238E27FC236}">
                  <a16:creationId xmlns:a16="http://schemas.microsoft.com/office/drawing/2014/main" id="{913FA2BF-7E33-4A9B-A2F8-26C231CC6113}"/>
                </a:ext>
              </a:extLst>
            </p:cNvPr>
            <p:cNvSpPr/>
            <p:nvPr/>
          </p:nvSpPr>
          <p:spPr>
            <a:xfrm>
              <a:off x="4575668" y="4853383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4" name="자유형: 도형 193">
              <a:extLst>
                <a:ext uri="{FF2B5EF4-FFF2-40B4-BE49-F238E27FC236}">
                  <a16:creationId xmlns:a16="http://schemas.microsoft.com/office/drawing/2014/main" id="{5B4781E8-D0F5-4B24-A899-0149446B023D}"/>
                </a:ext>
              </a:extLst>
            </p:cNvPr>
            <p:cNvSpPr/>
            <p:nvPr/>
          </p:nvSpPr>
          <p:spPr>
            <a:xfrm>
              <a:off x="5580395" y="4853383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5" name="자유형: 도형 194">
              <a:extLst>
                <a:ext uri="{FF2B5EF4-FFF2-40B4-BE49-F238E27FC236}">
                  <a16:creationId xmlns:a16="http://schemas.microsoft.com/office/drawing/2014/main" id="{D1E2688C-F87B-4730-90FC-3F7EEFCC5B56}"/>
                </a:ext>
              </a:extLst>
            </p:cNvPr>
            <p:cNvSpPr/>
            <p:nvPr/>
          </p:nvSpPr>
          <p:spPr>
            <a:xfrm>
              <a:off x="1147409" y="5113800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6" name="자유형: 도형 195">
              <a:extLst>
                <a:ext uri="{FF2B5EF4-FFF2-40B4-BE49-F238E27FC236}">
                  <a16:creationId xmlns:a16="http://schemas.microsoft.com/office/drawing/2014/main" id="{B72DF8AE-8303-4045-8ED0-206633761021}"/>
                </a:ext>
              </a:extLst>
            </p:cNvPr>
            <p:cNvSpPr/>
            <p:nvPr/>
          </p:nvSpPr>
          <p:spPr>
            <a:xfrm>
              <a:off x="2890719" y="5113800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7" name="자유형: 도형 196">
              <a:extLst>
                <a:ext uri="{FF2B5EF4-FFF2-40B4-BE49-F238E27FC236}">
                  <a16:creationId xmlns:a16="http://schemas.microsoft.com/office/drawing/2014/main" id="{A9F95BB7-A206-479A-A8A6-F62BCAD4072B}"/>
                </a:ext>
              </a:extLst>
            </p:cNvPr>
            <p:cNvSpPr/>
            <p:nvPr/>
          </p:nvSpPr>
          <p:spPr>
            <a:xfrm>
              <a:off x="3777139" y="5113800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8" name="자유형: 도형 197">
              <a:extLst>
                <a:ext uri="{FF2B5EF4-FFF2-40B4-BE49-F238E27FC236}">
                  <a16:creationId xmlns:a16="http://schemas.microsoft.com/office/drawing/2014/main" id="{B70DBAA5-504A-46C7-9867-E91C52872270}"/>
                </a:ext>
              </a:extLst>
            </p:cNvPr>
            <p:cNvSpPr/>
            <p:nvPr/>
          </p:nvSpPr>
          <p:spPr>
            <a:xfrm>
              <a:off x="4575668" y="5113800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99" name="자유형: 도형 198">
              <a:extLst>
                <a:ext uri="{FF2B5EF4-FFF2-40B4-BE49-F238E27FC236}">
                  <a16:creationId xmlns:a16="http://schemas.microsoft.com/office/drawing/2014/main" id="{FEDBA396-632F-41C5-98F7-D17D5B43A347}"/>
                </a:ext>
              </a:extLst>
            </p:cNvPr>
            <p:cNvSpPr/>
            <p:nvPr/>
          </p:nvSpPr>
          <p:spPr>
            <a:xfrm>
              <a:off x="5580395" y="5113800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0" name="자유형: 도형 199">
              <a:extLst>
                <a:ext uri="{FF2B5EF4-FFF2-40B4-BE49-F238E27FC236}">
                  <a16:creationId xmlns:a16="http://schemas.microsoft.com/office/drawing/2014/main" id="{D89FF555-7670-4848-9496-5189238902FE}"/>
                </a:ext>
              </a:extLst>
            </p:cNvPr>
            <p:cNvSpPr/>
            <p:nvPr/>
          </p:nvSpPr>
          <p:spPr>
            <a:xfrm>
              <a:off x="1147409" y="5374216"/>
              <a:ext cx="1743309" cy="507031"/>
            </a:xfrm>
            <a:custGeom>
              <a:avLst/>
              <a:gdLst>
                <a:gd name="connsiteX0" fmla="*/ 0 w 1743309"/>
                <a:gd name="connsiteY0" fmla="*/ 0 h 507031"/>
                <a:gd name="connsiteX1" fmla="*/ 1743310 w 1743309"/>
                <a:gd name="connsiteY1" fmla="*/ 0 h 507031"/>
                <a:gd name="connsiteX2" fmla="*/ 1743310 w 1743309"/>
                <a:gd name="connsiteY2" fmla="*/ 507031 h 507031"/>
                <a:gd name="connsiteX3" fmla="*/ 0 w 1743309"/>
                <a:gd name="connsiteY3" fmla="*/ 507031 h 50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507031">
                  <a:moveTo>
                    <a:pt x="0" y="0"/>
                  </a:moveTo>
                  <a:lnTo>
                    <a:pt x="1743310" y="0"/>
                  </a:lnTo>
                  <a:lnTo>
                    <a:pt x="1743310" y="507031"/>
                  </a:lnTo>
                  <a:lnTo>
                    <a:pt x="0" y="507031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1" name="자유형: 도형 200">
              <a:extLst>
                <a:ext uri="{FF2B5EF4-FFF2-40B4-BE49-F238E27FC236}">
                  <a16:creationId xmlns:a16="http://schemas.microsoft.com/office/drawing/2014/main" id="{69828457-C7DF-4D7E-82B9-F0BB7AEC9378}"/>
                </a:ext>
              </a:extLst>
            </p:cNvPr>
            <p:cNvSpPr/>
            <p:nvPr/>
          </p:nvSpPr>
          <p:spPr>
            <a:xfrm>
              <a:off x="2890719" y="5374216"/>
              <a:ext cx="886419" cy="507031"/>
            </a:xfrm>
            <a:custGeom>
              <a:avLst/>
              <a:gdLst>
                <a:gd name="connsiteX0" fmla="*/ 0 w 886419"/>
                <a:gd name="connsiteY0" fmla="*/ 0 h 507031"/>
                <a:gd name="connsiteX1" fmla="*/ 886420 w 886419"/>
                <a:gd name="connsiteY1" fmla="*/ 0 h 507031"/>
                <a:gd name="connsiteX2" fmla="*/ 886420 w 886419"/>
                <a:gd name="connsiteY2" fmla="*/ 507031 h 507031"/>
                <a:gd name="connsiteX3" fmla="*/ 0 w 886419"/>
                <a:gd name="connsiteY3" fmla="*/ 507031 h 50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507031">
                  <a:moveTo>
                    <a:pt x="0" y="0"/>
                  </a:moveTo>
                  <a:lnTo>
                    <a:pt x="886420" y="0"/>
                  </a:lnTo>
                  <a:lnTo>
                    <a:pt x="886420" y="507031"/>
                  </a:lnTo>
                  <a:lnTo>
                    <a:pt x="0" y="507031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2" name="자유형: 도형 201">
              <a:extLst>
                <a:ext uri="{FF2B5EF4-FFF2-40B4-BE49-F238E27FC236}">
                  <a16:creationId xmlns:a16="http://schemas.microsoft.com/office/drawing/2014/main" id="{2CD58D03-96B7-4367-88D6-4938092E5A77}"/>
                </a:ext>
              </a:extLst>
            </p:cNvPr>
            <p:cNvSpPr/>
            <p:nvPr/>
          </p:nvSpPr>
          <p:spPr>
            <a:xfrm>
              <a:off x="3777139" y="5374216"/>
              <a:ext cx="798529" cy="507031"/>
            </a:xfrm>
            <a:custGeom>
              <a:avLst/>
              <a:gdLst>
                <a:gd name="connsiteX0" fmla="*/ 0 w 798529"/>
                <a:gd name="connsiteY0" fmla="*/ 0 h 507031"/>
                <a:gd name="connsiteX1" fmla="*/ 798529 w 798529"/>
                <a:gd name="connsiteY1" fmla="*/ 0 h 507031"/>
                <a:gd name="connsiteX2" fmla="*/ 798529 w 798529"/>
                <a:gd name="connsiteY2" fmla="*/ 507031 h 507031"/>
                <a:gd name="connsiteX3" fmla="*/ 0 w 798529"/>
                <a:gd name="connsiteY3" fmla="*/ 507031 h 50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507031">
                  <a:moveTo>
                    <a:pt x="0" y="0"/>
                  </a:moveTo>
                  <a:lnTo>
                    <a:pt x="798529" y="0"/>
                  </a:lnTo>
                  <a:lnTo>
                    <a:pt x="798529" y="507031"/>
                  </a:lnTo>
                  <a:lnTo>
                    <a:pt x="0" y="507031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3" name="자유형: 도형 202">
              <a:extLst>
                <a:ext uri="{FF2B5EF4-FFF2-40B4-BE49-F238E27FC236}">
                  <a16:creationId xmlns:a16="http://schemas.microsoft.com/office/drawing/2014/main" id="{C7BBA70B-C233-4968-8BB1-7E2863ED877C}"/>
                </a:ext>
              </a:extLst>
            </p:cNvPr>
            <p:cNvSpPr/>
            <p:nvPr/>
          </p:nvSpPr>
          <p:spPr>
            <a:xfrm>
              <a:off x="4575668" y="5374216"/>
              <a:ext cx="1004727" cy="507031"/>
            </a:xfrm>
            <a:custGeom>
              <a:avLst/>
              <a:gdLst>
                <a:gd name="connsiteX0" fmla="*/ 0 w 1004727"/>
                <a:gd name="connsiteY0" fmla="*/ 0 h 507031"/>
                <a:gd name="connsiteX1" fmla="*/ 1004727 w 1004727"/>
                <a:gd name="connsiteY1" fmla="*/ 0 h 507031"/>
                <a:gd name="connsiteX2" fmla="*/ 1004727 w 1004727"/>
                <a:gd name="connsiteY2" fmla="*/ 507031 h 507031"/>
                <a:gd name="connsiteX3" fmla="*/ 0 w 1004727"/>
                <a:gd name="connsiteY3" fmla="*/ 507031 h 50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507031">
                  <a:moveTo>
                    <a:pt x="0" y="0"/>
                  </a:moveTo>
                  <a:lnTo>
                    <a:pt x="1004727" y="0"/>
                  </a:lnTo>
                  <a:lnTo>
                    <a:pt x="1004727" y="507031"/>
                  </a:lnTo>
                  <a:lnTo>
                    <a:pt x="0" y="507031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4" name="자유형: 도형 203">
              <a:extLst>
                <a:ext uri="{FF2B5EF4-FFF2-40B4-BE49-F238E27FC236}">
                  <a16:creationId xmlns:a16="http://schemas.microsoft.com/office/drawing/2014/main" id="{29672B2B-DF8B-42DB-AAD4-533601CAA703}"/>
                </a:ext>
              </a:extLst>
            </p:cNvPr>
            <p:cNvSpPr/>
            <p:nvPr/>
          </p:nvSpPr>
          <p:spPr>
            <a:xfrm>
              <a:off x="5580395" y="5374216"/>
              <a:ext cx="472409" cy="507031"/>
            </a:xfrm>
            <a:custGeom>
              <a:avLst/>
              <a:gdLst>
                <a:gd name="connsiteX0" fmla="*/ 0 w 472409"/>
                <a:gd name="connsiteY0" fmla="*/ 0 h 507031"/>
                <a:gd name="connsiteX1" fmla="*/ 472409 w 472409"/>
                <a:gd name="connsiteY1" fmla="*/ 0 h 507031"/>
                <a:gd name="connsiteX2" fmla="*/ 472409 w 472409"/>
                <a:gd name="connsiteY2" fmla="*/ 507031 h 507031"/>
                <a:gd name="connsiteX3" fmla="*/ 0 w 472409"/>
                <a:gd name="connsiteY3" fmla="*/ 507031 h 507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507031">
                  <a:moveTo>
                    <a:pt x="0" y="0"/>
                  </a:moveTo>
                  <a:lnTo>
                    <a:pt x="472409" y="0"/>
                  </a:lnTo>
                  <a:lnTo>
                    <a:pt x="472409" y="507031"/>
                  </a:lnTo>
                  <a:lnTo>
                    <a:pt x="0" y="507031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5" name="자유형: 도형 204">
              <a:extLst>
                <a:ext uri="{FF2B5EF4-FFF2-40B4-BE49-F238E27FC236}">
                  <a16:creationId xmlns:a16="http://schemas.microsoft.com/office/drawing/2014/main" id="{49A77536-52C0-44F5-8CD3-A17D0B0F8A36}"/>
                </a:ext>
              </a:extLst>
            </p:cNvPr>
            <p:cNvSpPr/>
            <p:nvPr/>
          </p:nvSpPr>
          <p:spPr>
            <a:xfrm>
              <a:off x="1147409" y="5881248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6" name="자유형: 도형 205">
              <a:extLst>
                <a:ext uri="{FF2B5EF4-FFF2-40B4-BE49-F238E27FC236}">
                  <a16:creationId xmlns:a16="http://schemas.microsoft.com/office/drawing/2014/main" id="{40E622BE-301C-4D5B-9542-4BD74C09C7B9}"/>
                </a:ext>
              </a:extLst>
            </p:cNvPr>
            <p:cNvSpPr/>
            <p:nvPr/>
          </p:nvSpPr>
          <p:spPr>
            <a:xfrm>
              <a:off x="2890719" y="5881248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7" name="자유형: 도형 206">
              <a:extLst>
                <a:ext uri="{FF2B5EF4-FFF2-40B4-BE49-F238E27FC236}">
                  <a16:creationId xmlns:a16="http://schemas.microsoft.com/office/drawing/2014/main" id="{A490A04F-334C-4213-90AB-C6304C30F3FD}"/>
                </a:ext>
              </a:extLst>
            </p:cNvPr>
            <p:cNvSpPr/>
            <p:nvPr/>
          </p:nvSpPr>
          <p:spPr>
            <a:xfrm>
              <a:off x="3777139" y="5881248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679DA2E8-30AC-4F21-AED9-910958A79926}"/>
                </a:ext>
              </a:extLst>
            </p:cNvPr>
            <p:cNvSpPr/>
            <p:nvPr/>
          </p:nvSpPr>
          <p:spPr>
            <a:xfrm>
              <a:off x="4575668" y="5881248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9" name="자유형: 도형 208">
              <a:extLst>
                <a:ext uri="{FF2B5EF4-FFF2-40B4-BE49-F238E27FC236}">
                  <a16:creationId xmlns:a16="http://schemas.microsoft.com/office/drawing/2014/main" id="{985886B1-F1A8-43A7-9EBF-BC308BC5AE92}"/>
                </a:ext>
              </a:extLst>
            </p:cNvPr>
            <p:cNvSpPr/>
            <p:nvPr/>
          </p:nvSpPr>
          <p:spPr>
            <a:xfrm>
              <a:off x="5580395" y="5881248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0" name="자유형: 도형 209">
              <a:extLst>
                <a:ext uri="{FF2B5EF4-FFF2-40B4-BE49-F238E27FC236}">
                  <a16:creationId xmlns:a16="http://schemas.microsoft.com/office/drawing/2014/main" id="{39CB131C-3310-4615-ABF3-DD069ADC9797}"/>
                </a:ext>
              </a:extLst>
            </p:cNvPr>
            <p:cNvSpPr/>
            <p:nvPr/>
          </p:nvSpPr>
          <p:spPr>
            <a:xfrm>
              <a:off x="1147409" y="6141665"/>
              <a:ext cx="1743309" cy="380286"/>
            </a:xfrm>
            <a:custGeom>
              <a:avLst/>
              <a:gdLst>
                <a:gd name="connsiteX0" fmla="*/ 0 w 1743309"/>
                <a:gd name="connsiteY0" fmla="*/ 0 h 380286"/>
                <a:gd name="connsiteX1" fmla="*/ 1743310 w 1743309"/>
                <a:gd name="connsiteY1" fmla="*/ 0 h 380286"/>
                <a:gd name="connsiteX2" fmla="*/ 1743310 w 1743309"/>
                <a:gd name="connsiteY2" fmla="*/ 380287 h 380286"/>
                <a:gd name="connsiteX3" fmla="*/ 0 w 174330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380286">
                  <a:moveTo>
                    <a:pt x="0" y="0"/>
                  </a:moveTo>
                  <a:lnTo>
                    <a:pt x="1743310" y="0"/>
                  </a:lnTo>
                  <a:lnTo>
                    <a:pt x="1743310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1" name="자유형: 도형 210">
              <a:extLst>
                <a:ext uri="{FF2B5EF4-FFF2-40B4-BE49-F238E27FC236}">
                  <a16:creationId xmlns:a16="http://schemas.microsoft.com/office/drawing/2014/main" id="{3A0626CB-3B31-4827-A277-476BF2D53590}"/>
                </a:ext>
              </a:extLst>
            </p:cNvPr>
            <p:cNvSpPr/>
            <p:nvPr/>
          </p:nvSpPr>
          <p:spPr>
            <a:xfrm>
              <a:off x="2890719" y="6141665"/>
              <a:ext cx="886419" cy="380286"/>
            </a:xfrm>
            <a:custGeom>
              <a:avLst/>
              <a:gdLst>
                <a:gd name="connsiteX0" fmla="*/ 0 w 886419"/>
                <a:gd name="connsiteY0" fmla="*/ 0 h 380286"/>
                <a:gd name="connsiteX1" fmla="*/ 886420 w 886419"/>
                <a:gd name="connsiteY1" fmla="*/ 0 h 380286"/>
                <a:gd name="connsiteX2" fmla="*/ 886420 w 886419"/>
                <a:gd name="connsiteY2" fmla="*/ 380287 h 380286"/>
                <a:gd name="connsiteX3" fmla="*/ 0 w 88641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380286">
                  <a:moveTo>
                    <a:pt x="0" y="0"/>
                  </a:moveTo>
                  <a:lnTo>
                    <a:pt x="886420" y="0"/>
                  </a:lnTo>
                  <a:lnTo>
                    <a:pt x="886420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C8C97E42-7490-44F2-9F89-075D3D4DF4DC}"/>
                </a:ext>
              </a:extLst>
            </p:cNvPr>
            <p:cNvSpPr/>
            <p:nvPr/>
          </p:nvSpPr>
          <p:spPr>
            <a:xfrm>
              <a:off x="3777139" y="6141665"/>
              <a:ext cx="798529" cy="380286"/>
            </a:xfrm>
            <a:custGeom>
              <a:avLst/>
              <a:gdLst>
                <a:gd name="connsiteX0" fmla="*/ 0 w 798529"/>
                <a:gd name="connsiteY0" fmla="*/ 0 h 380286"/>
                <a:gd name="connsiteX1" fmla="*/ 798529 w 798529"/>
                <a:gd name="connsiteY1" fmla="*/ 0 h 380286"/>
                <a:gd name="connsiteX2" fmla="*/ 798529 w 798529"/>
                <a:gd name="connsiteY2" fmla="*/ 380287 h 380286"/>
                <a:gd name="connsiteX3" fmla="*/ 0 w 79852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380286">
                  <a:moveTo>
                    <a:pt x="0" y="0"/>
                  </a:moveTo>
                  <a:lnTo>
                    <a:pt x="798529" y="0"/>
                  </a:lnTo>
                  <a:lnTo>
                    <a:pt x="798529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3" name="자유형: 도형 212">
              <a:extLst>
                <a:ext uri="{FF2B5EF4-FFF2-40B4-BE49-F238E27FC236}">
                  <a16:creationId xmlns:a16="http://schemas.microsoft.com/office/drawing/2014/main" id="{88D46777-CB2D-4CEA-9554-BED795DFA6E3}"/>
                </a:ext>
              </a:extLst>
            </p:cNvPr>
            <p:cNvSpPr/>
            <p:nvPr/>
          </p:nvSpPr>
          <p:spPr>
            <a:xfrm>
              <a:off x="4575668" y="6141665"/>
              <a:ext cx="1004727" cy="380286"/>
            </a:xfrm>
            <a:custGeom>
              <a:avLst/>
              <a:gdLst>
                <a:gd name="connsiteX0" fmla="*/ 0 w 1004727"/>
                <a:gd name="connsiteY0" fmla="*/ 0 h 380286"/>
                <a:gd name="connsiteX1" fmla="*/ 1004727 w 1004727"/>
                <a:gd name="connsiteY1" fmla="*/ 0 h 380286"/>
                <a:gd name="connsiteX2" fmla="*/ 1004727 w 1004727"/>
                <a:gd name="connsiteY2" fmla="*/ 380287 h 380286"/>
                <a:gd name="connsiteX3" fmla="*/ 0 w 1004727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380286">
                  <a:moveTo>
                    <a:pt x="0" y="0"/>
                  </a:moveTo>
                  <a:lnTo>
                    <a:pt x="1004727" y="0"/>
                  </a:lnTo>
                  <a:lnTo>
                    <a:pt x="1004727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4" name="자유형: 도형 213">
              <a:extLst>
                <a:ext uri="{FF2B5EF4-FFF2-40B4-BE49-F238E27FC236}">
                  <a16:creationId xmlns:a16="http://schemas.microsoft.com/office/drawing/2014/main" id="{F7ABEB0E-0D51-4635-BE93-C6C457616E33}"/>
                </a:ext>
              </a:extLst>
            </p:cNvPr>
            <p:cNvSpPr/>
            <p:nvPr/>
          </p:nvSpPr>
          <p:spPr>
            <a:xfrm>
              <a:off x="5580395" y="6141665"/>
              <a:ext cx="472409" cy="380286"/>
            </a:xfrm>
            <a:custGeom>
              <a:avLst/>
              <a:gdLst>
                <a:gd name="connsiteX0" fmla="*/ 0 w 472409"/>
                <a:gd name="connsiteY0" fmla="*/ 0 h 380286"/>
                <a:gd name="connsiteX1" fmla="*/ 472409 w 472409"/>
                <a:gd name="connsiteY1" fmla="*/ 0 h 380286"/>
                <a:gd name="connsiteX2" fmla="*/ 472409 w 472409"/>
                <a:gd name="connsiteY2" fmla="*/ 380287 h 380286"/>
                <a:gd name="connsiteX3" fmla="*/ 0 w 472409"/>
                <a:gd name="connsiteY3" fmla="*/ 380287 h 38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380286">
                  <a:moveTo>
                    <a:pt x="0" y="0"/>
                  </a:moveTo>
                  <a:lnTo>
                    <a:pt x="472409" y="0"/>
                  </a:lnTo>
                  <a:lnTo>
                    <a:pt x="472409" y="380287"/>
                  </a:lnTo>
                  <a:lnTo>
                    <a:pt x="0" y="38028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5" name="자유형: 도형 214">
              <a:extLst>
                <a:ext uri="{FF2B5EF4-FFF2-40B4-BE49-F238E27FC236}">
                  <a16:creationId xmlns:a16="http://schemas.microsoft.com/office/drawing/2014/main" id="{1B869519-21BD-4F74-836D-E49D451084AB}"/>
                </a:ext>
              </a:extLst>
            </p:cNvPr>
            <p:cNvSpPr/>
            <p:nvPr/>
          </p:nvSpPr>
          <p:spPr>
            <a:xfrm>
              <a:off x="1147409" y="6521951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6" name="자유형: 도형 215">
              <a:extLst>
                <a:ext uri="{FF2B5EF4-FFF2-40B4-BE49-F238E27FC236}">
                  <a16:creationId xmlns:a16="http://schemas.microsoft.com/office/drawing/2014/main" id="{3803C0D7-E8FF-4F52-A3DE-59F93ED09731}"/>
                </a:ext>
              </a:extLst>
            </p:cNvPr>
            <p:cNvSpPr/>
            <p:nvPr/>
          </p:nvSpPr>
          <p:spPr>
            <a:xfrm>
              <a:off x="2890719" y="6521951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352B2562-28EE-418C-ADF5-1C0703ED7E8C}"/>
                </a:ext>
              </a:extLst>
            </p:cNvPr>
            <p:cNvSpPr/>
            <p:nvPr/>
          </p:nvSpPr>
          <p:spPr>
            <a:xfrm>
              <a:off x="3777139" y="6521951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8" name="자유형: 도형 217">
              <a:extLst>
                <a:ext uri="{FF2B5EF4-FFF2-40B4-BE49-F238E27FC236}">
                  <a16:creationId xmlns:a16="http://schemas.microsoft.com/office/drawing/2014/main" id="{1856924C-9940-4A87-856E-E8B8E3FA41DC}"/>
                </a:ext>
              </a:extLst>
            </p:cNvPr>
            <p:cNvSpPr/>
            <p:nvPr/>
          </p:nvSpPr>
          <p:spPr>
            <a:xfrm>
              <a:off x="4575668" y="6521951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96139210-3065-4484-B102-AAE844221A4A}"/>
                </a:ext>
              </a:extLst>
            </p:cNvPr>
            <p:cNvSpPr/>
            <p:nvPr/>
          </p:nvSpPr>
          <p:spPr>
            <a:xfrm>
              <a:off x="5580395" y="6521951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82409193-7647-41BD-9EDF-BDAB9D13F106}"/>
                </a:ext>
              </a:extLst>
            </p:cNvPr>
            <p:cNvSpPr/>
            <p:nvPr/>
          </p:nvSpPr>
          <p:spPr>
            <a:xfrm>
              <a:off x="1147409" y="6782368"/>
              <a:ext cx="1743309" cy="260417"/>
            </a:xfrm>
            <a:custGeom>
              <a:avLst/>
              <a:gdLst>
                <a:gd name="connsiteX0" fmla="*/ 0 w 1743309"/>
                <a:gd name="connsiteY0" fmla="*/ 0 h 260417"/>
                <a:gd name="connsiteX1" fmla="*/ 1743310 w 1743309"/>
                <a:gd name="connsiteY1" fmla="*/ 0 h 260417"/>
                <a:gd name="connsiteX2" fmla="*/ 1743310 w 1743309"/>
                <a:gd name="connsiteY2" fmla="*/ 260417 h 260417"/>
                <a:gd name="connsiteX3" fmla="*/ 0 w 1743309"/>
                <a:gd name="connsiteY3" fmla="*/ 260417 h 26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7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1" name="자유형: 도형 220">
              <a:extLst>
                <a:ext uri="{FF2B5EF4-FFF2-40B4-BE49-F238E27FC236}">
                  <a16:creationId xmlns:a16="http://schemas.microsoft.com/office/drawing/2014/main" id="{D1A3C3B6-9F8D-4702-AF3E-B1354352774B}"/>
                </a:ext>
              </a:extLst>
            </p:cNvPr>
            <p:cNvSpPr/>
            <p:nvPr/>
          </p:nvSpPr>
          <p:spPr>
            <a:xfrm>
              <a:off x="2890719" y="6782368"/>
              <a:ext cx="886419" cy="260417"/>
            </a:xfrm>
            <a:custGeom>
              <a:avLst/>
              <a:gdLst>
                <a:gd name="connsiteX0" fmla="*/ 0 w 886419"/>
                <a:gd name="connsiteY0" fmla="*/ 0 h 260417"/>
                <a:gd name="connsiteX1" fmla="*/ 886420 w 886419"/>
                <a:gd name="connsiteY1" fmla="*/ 0 h 260417"/>
                <a:gd name="connsiteX2" fmla="*/ 886420 w 886419"/>
                <a:gd name="connsiteY2" fmla="*/ 260417 h 260417"/>
                <a:gd name="connsiteX3" fmla="*/ 0 w 886419"/>
                <a:gd name="connsiteY3" fmla="*/ 260417 h 26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7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2" name="자유형: 도형 221">
              <a:extLst>
                <a:ext uri="{FF2B5EF4-FFF2-40B4-BE49-F238E27FC236}">
                  <a16:creationId xmlns:a16="http://schemas.microsoft.com/office/drawing/2014/main" id="{B1D6A0C6-DCC2-4C6F-BD37-1972B1891A4C}"/>
                </a:ext>
              </a:extLst>
            </p:cNvPr>
            <p:cNvSpPr/>
            <p:nvPr/>
          </p:nvSpPr>
          <p:spPr>
            <a:xfrm>
              <a:off x="3777139" y="6782368"/>
              <a:ext cx="798529" cy="260417"/>
            </a:xfrm>
            <a:custGeom>
              <a:avLst/>
              <a:gdLst>
                <a:gd name="connsiteX0" fmla="*/ 0 w 798529"/>
                <a:gd name="connsiteY0" fmla="*/ 0 h 260417"/>
                <a:gd name="connsiteX1" fmla="*/ 798529 w 798529"/>
                <a:gd name="connsiteY1" fmla="*/ 0 h 260417"/>
                <a:gd name="connsiteX2" fmla="*/ 798529 w 798529"/>
                <a:gd name="connsiteY2" fmla="*/ 260417 h 260417"/>
                <a:gd name="connsiteX3" fmla="*/ 0 w 798529"/>
                <a:gd name="connsiteY3" fmla="*/ 260417 h 26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7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3" name="자유형: 도형 222">
              <a:extLst>
                <a:ext uri="{FF2B5EF4-FFF2-40B4-BE49-F238E27FC236}">
                  <a16:creationId xmlns:a16="http://schemas.microsoft.com/office/drawing/2014/main" id="{15B88F26-017D-4BCB-8DB4-7FA0B045A4C4}"/>
                </a:ext>
              </a:extLst>
            </p:cNvPr>
            <p:cNvSpPr/>
            <p:nvPr/>
          </p:nvSpPr>
          <p:spPr>
            <a:xfrm>
              <a:off x="4575668" y="6782368"/>
              <a:ext cx="1004727" cy="260417"/>
            </a:xfrm>
            <a:custGeom>
              <a:avLst/>
              <a:gdLst>
                <a:gd name="connsiteX0" fmla="*/ 0 w 1004727"/>
                <a:gd name="connsiteY0" fmla="*/ 0 h 260417"/>
                <a:gd name="connsiteX1" fmla="*/ 1004727 w 1004727"/>
                <a:gd name="connsiteY1" fmla="*/ 0 h 260417"/>
                <a:gd name="connsiteX2" fmla="*/ 1004727 w 1004727"/>
                <a:gd name="connsiteY2" fmla="*/ 260417 h 260417"/>
                <a:gd name="connsiteX3" fmla="*/ 0 w 1004727"/>
                <a:gd name="connsiteY3" fmla="*/ 260417 h 26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7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4" name="자유형: 도형 223">
              <a:extLst>
                <a:ext uri="{FF2B5EF4-FFF2-40B4-BE49-F238E27FC236}">
                  <a16:creationId xmlns:a16="http://schemas.microsoft.com/office/drawing/2014/main" id="{4A97A86E-CACB-4556-B484-0B5CDC62207A}"/>
                </a:ext>
              </a:extLst>
            </p:cNvPr>
            <p:cNvSpPr/>
            <p:nvPr/>
          </p:nvSpPr>
          <p:spPr>
            <a:xfrm>
              <a:off x="5580395" y="6782368"/>
              <a:ext cx="472409" cy="260417"/>
            </a:xfrm>
            <a:custGeom>
              <a:avLst/>
              <a:gdLst>
                <a:gd name="connsiteX0" fmla="*/ 0 w 472409"/>
                <a:gd name="connsiteY0" fmla="*/ 0 h 260417"/>
                <a:gd name="connsiteX1" fmla="*/ 472409 w 472409"/>
                <a:gd name="connsiteY1" fmla="*/ 0 h 260417"/>
                <a:gd name="connsiteX2" fmla="*/ 472409 w 472409"/>
                <a:gd name="connsiteY2" fmla="*/ 260417 h 260417"/>
                <a:gd name="connsiteX3" fmla="*/ 0 w 472409"/>
                <a:gd name="connsiteY3" fmla="*/ 260417 h 26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7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5" name="자유형: 도형 224">
              <a:extLst>
                <a:ext uri="{FF2B5EF4-FFF2-40B4-BE49-F238E27FC236}">
                  <a16:creationId xmlns:a16="http://schemas.microsoft.com/office/drawing/2014/main" id="{EDBA7A58-EB70-462A-BD84-3449572CD28B}"/>
                </a:ext>
              </a:extLst>
            </p:cNvPr>
            <p:cNvSpPr/>
            <p:nvPr/>
          </p:nvSpPr>
          <p:spPr>
            <a:xfrm>
              <a:off x="1147409" y="7042785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6" name="자유형: 도형 225">
              <a:extLst>
                <a:ext uri="{FF2B5EF4-FFF2-40B4-BE49-F238E27FC236}">
                  <a16:creationId xmlns:a16="http://schemas.microsoft.com/office/drawing/2014/main" id="{63D965B0-E216-4E3B-8725-4621335F05AD}"/>
                </a:ext>
              </a:extLst>
            </p:cNvPr>
            <p:cNvSpPr/>
            <p:nvPr/>
          </p:nvSpPr>
          <p:spPr>
            <a:xfrm>
              <a:off x="2890719" y="7042785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7" name="자유형: 도형 226">
              <a:extLst>
                <a:ext uri="{FF2B5EF4-FFF2-40B4-BE49-F238E27FC236}">
                  <a16:creationId xmlns:a16="http://schemas.microsoft.com/office/drawing/2014/main" id="{5778FE1C-8F5D-432B-AE39-394023CD3E9E}"/>
                </a:ext>
              </a:extLst>
            </p:cNvPr>
            <p:cNvSpPr/>
            <p:nvPr/>
          </p:nvSpPr>
          <p:spPr>
            <a:xfrm>
              <a:off x="3777139" y="7042785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8" name="자유형: 도형 227">
              <a:extLst>
                <a:ext uri="{FF2B5EF4-FFF2-40B4-BE49-F238E27FC236}">
                  <a16:creationId xmlns:a16="http://schemas.microsoft.com/office/drawing/2014/main" id="{F4C39EF4-4CA6-4364-9D72-3A05437ED635}"/>
                </a:ext>
              </a:extLst>
            </p:cNvPr>
            <p:cNvSpPr/>
            <p:nvPr/>
          </p:nvSpPr>
          <p:spPr>
            <a:xfrm>
              <a:off x="4575668" y="7042785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29" name="자유형: 도형 228">
              <a:extLst>
                <a:ext uri="{FF2B5EF4-FFF2-40B4-BE49-F238E27FC236}">
                  <a16:creationId xmlns:a16="http://schemas.microsoft.com/office/drawing/2014/main" id="{89784151-16D5-46A1-A4D3-B8845206D91F}"/>
                </a:ext>
              </a:extLst>
            </p:cNvPr>
            <p:cNvSpPr/>
            <p:nvPr/>
          </p:nvSpPr>
          <p:spPr>
            <a:xfrm>
              <a:off x="5580395" y="7042785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DDC09199-5244-4F49-A63A-1E587953D3E7}"/>
                </a:ext>
              </a:extLst>
            </p:cNvPr>
            <p:cNvSpPr/>
            <p:nvPr/>
          </p:nvSpPr>
          <p:spPr>
            <a:xfrm>
              <a:off x="1147409" y="7303202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1" name="자유형: 도형 230">
              <a:extLst>
                <a:ext uri="{FF2B5EF4-FFF2-40B4-BE49-F238E27FC236}">
                  <a16:creationId xmlns:a16="http://schemas.microsoft.com/office/drawing/2014/main" id="{3AF97AED-FE86-4FD5-8687-171B946ED1C3}"/>
                </a:ext>
              </a:extLst>
            </p:cNvPr>
            <p:cNvSpPr/>
            <p:nvPr/>
          </p:nvSpPr>
          <p:spPr>
            <a:xfrm>
              <a:off x="2890719" y="7303202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2" name="자유형: 도형 231">
              <a:extLst>
                <a:ext uri="{FF2B5EF4-FFF2-40B4-BE49-F238E27FC236}">
                  <a16:creationId xmlns:a16="http://schemas.microsoft.com/office/drawing/2014/main" id="{FC527132-10DF-43D2-9F6C-C4825A313DCE}"/>
                </a:ext>
              </a:extLst>
            </p:cNvPr>
            <p:cNvSpPr/>
            <p:nvPr/>
          </p:nvSpPr>
          <p:spPr>
            <a:xfrm>
              <a:off x="3777139" y="7303202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A1D7F76A-D011-4843-A61D-928E19F4DA34}"/>
                </a:ext>
              </a:extLst>
            </p:cNvPr>
            <p:cNvSpPr/>
            <p:nvPr/>
          </p:nvSpPr>
          <p:spPr>
            <a:xfrm>
              <a:off x="4575668" y="7303202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4" name="자유형: 도형 233">
              <a:extLst>
                <a:ext uri="{FF2B5EF4-FFF2-40B4-BE49-F238E27FC236}">
                  <a16:creationId xmlns:a16="http://schemas.microsoft.com/office/drawing/2014/main" id="{F181A534-DDE4-4E9E-AD40-2B5A72FE56AA}"/>
                </a:ext>
              </a:extLst>
            </p:cNvPr>
            <p:cNvSpPr/>
            <p:nvPr/>
          </p:nvSpPr>
          <p:spPr>
            <a:xfrm>
              <a:off x="5580395" y="7303202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5" name="자유형: 도형 234">
              <a:extLst>
                <a:ext uri="{FF2B5EF4-FFF2-40B4-BE49-F238E27FC236}">
                  <a16:creationId xmlns:a16="http://schemas.microsoft.com/office/drawing/2014/main" id="{542A91CC-D5BD-4CD0-9A92-3B641CD8BAE9}"/>
                </a:ext>
              </a:extLst>
            </p:cNvPr>
            <p:cNvSpPr/>
            <p:nvPr/>
          </p:nvSpPr>
          <p:spPr>
            <a:xfrm>
              <a:off x="1147409" y="7563619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D9B9D4EC-0C9A-4E90-9322-77F5840B68C5}"/>
                </a:ext>
              </a:extLst>
            </p:cNvPr>
            <p:cNvSpPr/>
            <p:nvPr/>
          </p:nvSpPr>
          <p:spPr>
            <a:xfrm>
              <a:off x="2890719" y="7563619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7" name="자유형: 도형 236">
              <a:extLst>
                <a:ext uri="{FF2B5EF4-FFF2-40B4-BE49-F238E27FC236}">
                  <a16:creationId xmlns:a16="http://schemas.microsoft.com/office/drawing/2014/main" id="{27B022AB-5386-41C4-B670-36BA23D806F7}"/>
                </a:ext>
              </a:extLst>
            </p:cNvPr>
            <p:cNvSpPr/>
            <p:nvPr/>
          </p:nvSpPr>
          <p:spPr>
            <a:xfrm>
              <a:off x="3777139" y="7563619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8" name="자유형: 도형 237">
              <a:extLst>
                <a:ext uri="{FF2B5EF4-FFF2-40B4-BE49-F238E27FC236}">
                  <a16:creationId xmlns:a16="http://schemas.microsoft.com/office/drawing/2014/main" id="{3AAA14D7-79B3-4E21-B5A3-EB6A84306331}"/>
                </a:ext>
              </a:extLst>
            </p:cNvPr>
            <p:cNvSpPr/>
            <p:nvPr/>
          </p:nvSpPr>
          <p:spPr>
            <a:xfrm>
              <a:off x="4575668" y="7563619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39" name="자유형: 도형 238">
              <a:extLst>
                <a:ext uri="{FF2B5EF4-FFF2-40B4-BE49-F238E27FC236}">
                  <a16:creationId xmlns:a16="http://schemas.microsoft.com/office/drawing/2014/main" id="{07800F62-4C8E-4023-B599-0D20CA18D025}"/>
                </a:ext>
              </a:extLst>
            </p:cNvPr>
            <p:cNvSpPr/>
            <p:nvPr/>
          </p:nvSpPr>
          <p:spPr>
            <a:xfrm>
              <a:off x="5580395" y="7563619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0" name="자유형: 도형 239">
              <a:extLst>
                <a:ext uri="{FF2B5EF4-FFF2-40B4-BE49-F238E27FC236}">
                  <a16:creationId xmlns:a16="http://schemas.microsoft.com/office/drawing/2014/main" id="{1E05ADE1-FF2B-4621-AB11-124F8B185B78}"/>
                </a:ext>
              </a:extLst>
            </p:cNvPr>
            <p:cNvSpPr/>
            <p:nvPr/>
          </p:nvSpPr>
          <p:spPr>
            <a:xfrm>
              <a:off x="1147409" y="7824035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1" name="자유형: 도형 240">
              <a:extLst>
                <a:ext uri="{FF2B5EF4-FFF2-40B4-BE49-F238E27FC236}">
                  <a16:creationId xmlns:a16="http://schemas.microsoft.com/office/drawing/2014/main" id="{F0FD785B-91FD-4648-BE36-EBBBEBC96FE6}"/>
                </a:ext>
              </a:extLst>
            </p:cNvPr>
            <p:cNvSpPr/>
            <p:nvPr/>
          </p:nvSpPr>
          <p:spPr>
            <a:xfrm>
              <a:off x="2890719" y="7824035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2" name="자유형: 도형 241">
              <a:extLst>
                <a:ext uri="{FF2B5EF4-FFF2-40B4-BE49-F238E27FC236}">
                  <a16:creationId xmlns:a16="http://schemas.microsoft.com/office/drawing/2014/main" id="{6635CC54-A59B-4503-915C-BFC4FAAE94A6}"/>
                </a:ext>
              </a:extLst>
            </p:cNvPr>
            <p:cNvSpPr/>
            <p:nvPr/>
          </p:nvSpPr>
          <p:spPr>
            <a:xfrm>
              <a:off x="3777139" y="7824035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3" name="자유형: 도형 242">
              <a:extLst>
                <a:ext uri="{FF2B5EF4-FFF2-40B4-BE49-F238E27FC236}">
                  <a16:creationId xmlns:a16="http://schemas.microsoft.com/office/drawing/2014/main" id="{F6FA7507-9DDB-4229-A7F5-37B7D8F848D6}"/>
                </a:ext>
              </a:extLst>
            </p:cNvPr>
            <p:cNvSpPr/>
            <p:nvPr/>
          </p:nvSpPr>
          <p:spPr>
            <a:xfrm>
              <a:off x="4575668" y="7824035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367F8C94-5452-4566-9C78-E9F38B6481F4}"/>
                </a:ext>
              </a:extLst>
            </p:cNvPr>
            <p:cNvSpPr/>
            <p:nvPr/>
          </p:nvSpPr>
          <p:spPr>
            <a:xfrm>
              <a:off x="5580395" y="7824035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5" name="자유형: 도형 244">
              <a:extLst>
                <a:ext uri="{FF2B5EF4-FFF2-40B4-BE49-F238E27FC236}">
                  <a16:creationId xmlns:a16="http://schemas.microsoft.com/office/drawing/2014/main" id="{9E303092-A659-4616-A287-2D1BA92C6F8E}"/>
                </a:ext>
              </a:extLst>
            </p:cNvPr>
            <p:cNvSpPr/>
            <p:nvPr/>
          </p:nvSpPr>
          <p:spPr>
            <a:xfrm>
              <a:off x="1147409" y="8084452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6" name="자유형: 도형 245">
              <a:extLst>
                <a:ext uri="{FF2B5EF4-FFF2-40B4-BE49-F238E27FC236}">
                  <a16:creationId xmlns:a16="http://schemas.microsoft.com/office/drawing/2014/main" id="{AFD9D957-0F8C-4B7A-B2A9-242FD33D9D60}"/>
                </a:ext>
              </a:extLst>
            </p:cNvPr>
            <p:cNvSpPr/>
            <p:nvPr/>
          </p:nvSpPr>
          <p:spPr>
            <a:xfrm>
              <a:off x="2890719" y="8084452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7" name="자유형: 도형 246">
              <a:extLst>
                <a:ext uri="{FF2B5EF4-FFF2-40B4-BE49-F238E27FC236}">
                  <a16:creationId xmlns:a16="http://schemas.microsoft.com/office/drawing/2014/main" id="{EC18A3CF-8ABF-4BB9-9CD6-169D55126B92}"/>
                </a:ext>
              </a:extLst>
            </p:cNvPr>
            <p:cNvSpPr/>
            <p:nvPr/>
          </p:nvSpPr>
          <p:spPr>
            <a:xfrm>
              <a:off x="3777139" y="8084452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8" name="자유형: 도형 247">
              <a:extLst>
                <a:ext uri="{FF2B5EF4-FFF2-40B4-BE49-F238E27FC236}">
                  <a16:creationId xmlns:a16="http://schemas.microsoft.com/office/drawing/2014/main" id="{804FEC2D-F753-4790-B1E7-DC256EAA6650}"/>
                </a:ext>
              </a:extLst>
            </p:cNvPr>
            <p:cNvSpPr/>
            <p:nvPr/>
          </p:nvSpPr>
          <p:spPr>
            <a:xfrm>
              <a:off x="4575668" y="8084452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49" name="자유형: 도형 248">
              <a:extLst>
                <a:ext uri="{FF2B5EF4-FFF2-40B4-BE49-F238E27FC236}">
                  <a16:creationId xmlns:a16="http://schemas.microsoft.com/office/drawing/2014/main" id="{3BC01CD1-210F-4139-8A24-F864D9DD5967}"/>
                </a:ext>
              </a:extLst>
            </p:cNvPr>
            <p:cNvSpPr/>
            <p:nvPr/>
          </p:nvSpPr>
          <p:spPr>
            <a:xfrm>
              <a:off x="5580395" y="8084452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0" name="자유형: 도형 249">
              <a:extLst>
                <a:ext uri="{FF2B5EF4-FFF2-40B4-BE49-F238E27FC236}">
                  <a16:creationId xmlns:a16="http://schemas.microsoft.com/office/drawing/2014/main" id="{EAD76DC3-7131-44E4-A481-F6C0455E026B}"/>
                </a:ext>
              </a:extLst>
            </p:cNvPr>
            <p:cNvSpPr/>
            <p:nvPr/>
          </p:nvSpPr>
          <p:spPr>
            <a:xfrm>
              <a:off x="1147409" y="8344869"/>
              <a:ext cx="1743309" cy="260416"/>
            </a:xfrm>
            <a:custGeom>
              <a:avLst/>
              <a:gdLst>
                <a:gd name="connsiteX0" fmla="*/ 0 w 1743309"/>
                <a:gd name="connsiteY0" fmla="*/ 0 h 260416"/>
                <a:gd name="connsiteX1" fmla="*/ 1743310 w 1743309"/>
                <a:gd name="connsiteY1" fmla="*/ 0 h 260416"/>
                <a:gd name="connsiteX2" fmla="*/ 1743310 w 1743309"/>
                <a:gd name="connsiteY2" fmla="*/ 260417 h 260416"/>
                <a:gd name="connsiteX3" fmla="*/ 0 w 17433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43309" h="260416">
                  <a:moveTo>
                    <a:pt x="0" y="0"/>
                  </a:moveTo>
                  <a:lnTo>
                    <a:pt x="1743310" y="0"/>
                  </a:lnTo>
                  <a:lnTo>
                    <a:pt x="174331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2F2F2">
                <a:alpha val="50000"/>
              </a:srgbClr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F0928350-BD8A-4EE4-A166-2FE7D44A5774}"/>
                </a:ext>
              </a:extLst>
            </p:cNvPr>
            <p:cNvSpPr/>
            <p:nvPr/>
          </p:nvSpPr>
          <p:spPr>
            <a:xfrm>
              <a:off x="2890719" y="8344869"/>
              <a:ext cx="886419" cy="260416"/>
            </a:xfrm>
            <a:custGeom>
              <a:avLst/>
              <a:gdLst>
                <a:gd name="connsiteX0" fmla="*/ 0 w 886419"/>
                <a:gd name="connsiteY0" fmla="*/ 0 h 260416"/>
                <a:gd name="connsiteX1" fmla="*/ 886420 w 886419"/>
                <a:gd name="connsiteY1" fmla="*/ 0 h 260416"/>
                <a:gd name="connsiteX2" fmla="*/ 886420 w 886419"/>
                <a:gd name="connsiteY2" fmla="*/ 260417 h 260416"/>
                <a:gd name="connsiteX3" fmla="*/ 0 w 88641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6419" h="260416">
                  <a:moveTo>
                    <a:pt x="0" y="0"/>
                  </a:moveTo>
                  <a:lnTo>
                    <a:pt x="886420" y="0"/>
                  </a:lnTo>
                  <a:lnTo>
                    <a:pt x="886420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2" name="자유형: 도형 251">
              <a:extLst>
                <a:ext uri="{FF2B5EF4-FFF2-40B4-BE49-F238E27FC236}">
                  <a16:creationId xmlns:a16="http://schemas.microsoft.com/office/drawing/2014/main" id="{DE352447-0C57-4CC5-B64C-C5363F2D8EF4}"/>
                </a:ext>
              </a:extLst>
            </p:cNvPr>
            <p:cNvSpPr/>
            <p:nvPr/>
          </p:nvSpPr>
          <p:spPr>
            <a:xfrm>
              <a:off x="3777139" y="8344869"/>
              <a:ext cx="798529" cy="260416"/>
            </a:xfrm>
            <a:custGeom>
              <a:avLst/>
              <a:gdLst>
                <a:gd name="connsiteX0" fmla="*/ 0 w 798529"/>
                <a:gd name="connsiteY0" fmla="*/ 0 h 260416"/>
                <a:gd name="connsiteX1" fmla="*/ 798529 w 798529"/>
                <a:gd name="connsiteY1" fmla="*/ 0 h 260416"/>
                <a:gd name="connsiteX2" fmla="*/ 798529 w 798529"/>
                <a:gd name="connsiteY2" fmla="*/ 260417 h 260416"/>
                <a:gd name="connsiteX3" fmla="*/ 0 w 79852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260416">
                  <a:moveTo>
                    <a:pt x="0" y="0"/>
                  </a:moveTo>
                  <a:lnTo>
                    <a:pt x="798529" y="0"/>
                  </a:lnTo>
                  <a:lnTo>
                    <a:pt x="79852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3" name="자유형: 도형 252">
              <a:extLst>
                <a:ext uri="{FF2B5EF4-FFF2-40B4-BE49-F238E27FC236}">
                  <a16:creationId xmlns:a16="http://schemas.microsoft.com/office/drawing/2014/main" id="{B340624B-CC21-4674-B8DC-0095ABFA3378}"/>
                </a:ext>
              </a:extLst>
            </p:cNvPr>
            <p:cNvSpPr/>
            <p:nvPr/>
          </p:nvSpPr>
          <p:spPr>
            <a:xfrm>
              <a:off x="4575668" y="8344869"/>
              <a:ext cx="1004727" cy="260416"/>
            </a:xfrm>
            <a:custGeom>
              <a:avLst/>
              <a:gdLst>
                <a:gd name="connsiteX0" fmla="*/ 0 w 1004727"/>
                <a:gd name="connsiteY0" fmla="*/ 0 h 260416"/>
                <a:gd name="connsiteX1" fmla="*/ 1004727 w 1004727"/>
                <a:gd name="connsiteY1" fmla="*/ 0 h 260416"/>
                <a:gd name="connsiteX2" fmla="*/ 1004727 w 1004727"/>
                <a:gd name="connsiteY2" fmla="*/ 260417 h 260416"/>
                <a:gd name="connsiteX3" fmla="*/ 0 w 1004727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260416">
                  <a:moveTo>
                    <a:pt x="0" y="0"/>
                  </a:moveTo>
                  <a:lnTo>
                    <a:pt x="1004727" y="0"/>
                  </a:lnTo>
                  <a:lnTo>
                    <a:pt x="1004727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4" name="자유형: 도형 253">
              <a:extLst>
                <a:ext uri="{FF2B5EF4-FFF2-40B4-BE49-F238E27FC236}">
                  <a16:creationId xmlns:a16="http://schemas.microsoft.com/office/drawing/2014/main" id="{9E01220B-5E2B-4D56-9C29-51817845ED85}"/>
                </a:ext>
              </a:extLst>
            </p:cNvPr>
            <p:cNvSpPr/>
            <p:nvPr/>
          </p:nvSpPr>
          <p:spPr>
            <a:xfrm>
              <a:off x="5580395" y="8344869"/>
              <a:ext cx="472409" cy="260416"/>
            </a:xfrm>
            <a:custGeom>
              <a:avLst/>
              <a:gdLst>
                <a:gd name="connsiteX0" fmla="*/ 0 w 472409"/>
                <a:gd name="connsiteY0" fmla="*/ 0 h 260416"/>
                <a:gd name="connsiteX1" fmla="*/ 472409 w 472409"/>
                <a:gd name="connsiteY1" fmla="*/ 0 h 260416"/>
                <a:gd name="connsiteX2" fmla="*/ 472409 w 472409"/>
                <a:gd name="connsiteY2" fmla="*/ 260417 h 260416"/>
                <a:gd name="connsiteX3" fmla="*/ 0 w 472409"/>
                <a:gd name="connsiteY3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260416">
                  <a:moveTo>
                    <a:pt x="0" y="0"/>
                  </a:moveTo>
                  <a:lnTo>
                    <a:pt x="472409" y="0"/>
                  </a:lnTo>
                  <a:lnTo>
                    <a:pt x="472409" y="260417"/>
                  </a:lnTo>
                  <a:lnTo>
                    <a:pt x="0" y="260417"/>
                  </a:lnTo>
                  <a:close/>
                </a:path>
              </a:pathLst>
            </a:custGeom>
            <a:solidFill>
              <a:srgbClr val="FFFFFF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5" name="자유형: 도형 254">
              <a:extLst>
                <a:ext uri="{FF2B5EF4-FFF2-40B4-BE49-F238E27FC236}">
                  <a16:creationId xmlns:a16="http://schemas.microsoft.com/office/drawing/2014/main" id="{8F966D9A-3422-4526-85C9-A2D56D90E174}"/>
                </a:ext>
              </a:extLst>
            </p:cNvPr>
            <p:cNvSpPr/>
            <p:nvPr/>
          </p:nvSpPr>
          <p:spPr>
            <a:xfrm>
              <a:off x="854911" y="8605286"/>
              <a:ext cx="2922228" cy="130208"/>
            </a:xfrm>
            <a:custGeom>
              <a:avLst/>
              <a:gdLst>
                <a:gd name="connsiteX0" fmla="*/ 0 w 2922228"/>
                <a:gd name="connsiteY0" fmla="*/ 0 h 130208"/>
                <a:gd name="connsiteX1" fmla="*/ 2922228 w 2922228"/>
                <a:gd name="connsiteY1" fmla="*/ 0 h 130208"/>
                <a:gd name="connsiteX2" fmla="*/ 2922228 w 2922228"/>
                <a:gd name="connsiteY2" fmla="*/ 130208 h 130208"/>
                <a:gd name="connsiteX3" fmla="*/ 0 w 2922228"/>
                <a:gd name="connsiteY3" fmla="*/ 130208 h 13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2228" h="130208">
                  <a:moveTo>
                    <a:pt x="0" y="0"/>
                  </a:moveTo>
                  <a:lnTo>
                    <a:pt x="2922228" y="0"/>
                  </a:lnTo>
                  <a:lnTo>
                    <a:pt x="2922228" y="130208"/>
                  </a:lnTo>
                  <a:lnTo>
                    <a:pt x="0" y="130208"/>
                  </a:lnTo>
                  <a:close/>
                </a:path>
              </a:pathLst>
            </a:custGeom>
            <a:solidFill>
              <a:srgbClr val="E4D9EB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6" name="자유형: 도형 255">
              <a:extLst>
                <a:ext uri="{FF2B5EF4-FFF2-40B4-BE49-F238E27FC236}">
                  <a16:creationId xmlns:a16="http://schemas.microsoft.com/office/drawing/2014/main" id="{B887BD72-1DC2-4FAF-ACF7-2173FBF5DA48}"/>
                </a:ext>
              </a:extLst>
            </p:cNvPr>
            <p:cNvSpPr/>
            <p:nvPr/>
          </p:nvSpPr>
          <p:spPr>
            <a:xfrm>
              <a:off x="3777139" y="8605286"/>
              <a:ext cx="798529" cy="130208"/>
            </a:xfrm>
            <a:custGeom>
              <a:avLst/>
              <a:gdLst>
                <a:gd name="connsiteX0" fmla="*/ 0 w 798529"/>
                <a:gd name="connsiteY0" fmla="*/ 0 h 130208"/>
                <a:gd name="connsiteX1" fmla="*/ 798529 w 798529"/>
                <a:gd name="connsiteY1" fmla="*/ 0 h 130208"/>
                <a:gd name="connsiteX2" fmla="*/ 798529 w 798529"/>
                <a:gd name="connsiteY2" fmla="*/ 130208 h 130208"/>
                <a:gd name="connsiteX3" fmla="*/ 0 w 798529"/>
                <a:gd name="connsiteY3" fmla="*/ 130208 h 13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8529" h="130208">
                  <a:moveTo>
                    <a:pt x="0" y="0"/>
                  </a:moveTo>
                  <a:lnTo>
                    <a:pt x="798529" y="0"/>
                  </a:lnTo>
                  <a:lnTo>
                    <a:pt x="798529" y="130208"/>
                  </a:lnTo>
                  <a:lnTo>
                    <a:pt x="0" y="130208"/>
                  </a:lnTo>
                  <a:close/>
                </a:path>
              </a:pathLst>
            </a:custGeom>
            <a:solidFill>
              <a:srgbClr val="E4D9EB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7" name="자유형: 도형 256">
              <a:extLst>
                <a:ext uri="{FF2B5EF4-FFF2-40B4-BE49-F238E27FC236}">
                  <a16:creationId xmlns:a16="http://schemas.microsoft.com/office/drawing/2014/main" id="{3CEF3C45-18CA-4361-B7FF-17E8D814B976}"/>
                </a:ext>
              </a:extLst>
            </p:cNvPr>
            <p:cNvSpPr/>
            <p:nvPr/>
          </p:nvSpPr>
          <p:spPr>
            <a:xfrm>
              <a:off x="4575668" y="8605286"/>
              <a:ext cx="1004727" cy="130208"/>
            </a:xfrm>
            <a:custGeom>
              <a:avLst/>
              <a:gdLst>
                <a:gd name="connsiteX0" fmla="*/ 0 w 1004727"/>
                <a:gd name="connsiteY0" fmla="*/ 0 h 130208"/>
                <a:gd name="connsiteX1" fmla="*/ 1004727 w 1004727"/>
                <a:gd name="connsiteY1" fmla="*/ 0 h 130208"/>
                <a:gd name="connsiteX2" fmla="*/ 1004727 w 1004727"/>
                <a:gd name="connsiteY2" fmla="*/ 130208 h 130208"/>
                <a:gd name="connsiteX3" fmla="*/ 0 w 1004727"/>
                <a:gd name="connsiteY3" fmla="*/ 130208 h 13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4727" h="130208">
                  <a:moveTo>
                    <a:pt x="0" y="0"/>
                  </a:moveTo>
                  <a:lnTo>
                    <a:pt x="1004727" y="0"/>
                  </a:lnTo>
                  <a:lnTo>
                    <a:pt x="1004727" y="130208"/>
                  </a:lnTo>
                  <a:lnTo>
                    <a:pt x="0" y="130208"/>
                  </a:lnTo>
                  <a:close/>
                </a:path>
              </a:pathLst>
            </a:custGeom>
            <a:solidFill>
              <a:srgbClr val="E4D9EB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C62CD0EB-D70D-49CD-BC06-44F17E3C9C0D}"/>
                </a:ext>
              </a:extLst>
            </p:cNvPr>
            <p:cNvSpPr/>
            <p:nvPr/>
          </p:nvSpPr>
          <p:spPr>
            <a:xfrm>
              <a:off x="5580395" y="8605286"/>
              <a:ext cx="472409" cy="130208"/>
            </a:xfrm>
            <a:custGeom>
              <a:avLst/>
              <a:gdLst>
                <a:gd name="connsiteX0" fmla="*/ 0 w 472409"/>
                <a:gd name="connsiteY0" fmla="*/ 0 h 130208"/>
                <a:gd name="connsiteX1" fmla="*/ 472409 w 472409"/>
                <a:gd name="connsiteY1" fmla="*/ 0 h 130208"/>
                <a:gd name="connsiteX2" fmla="*/ 472409 w 472409"/>
                <a:gd name="connsiteY2" fmla="*/ 130208 h 130208"/>
                <a:gd name="connsiteX3" fmla="*/ 0 w 472409"/>
                <a:gd name="connsiteY3" fmla="*/ 130208 h 13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409" h="130208">
                  <a:moveTo>
                    <a:pt x="0" y="0"/>
                  </a:moveTo>
                  <a:lnTo>
                    <a:pt x="472409" y="0"/>
                  </a:lnTo>
                  <a:lnTo>
                    <a:pt x="472409" y="130208"/>
                  </a:lnTo>
                  <a:lnTo>
                    <a:pt x="0" y="130208"/>
                  </a:lnTo>
                  <a:close/>
                </a:path>
              </a:pathLst>
            </a:custGeom>
            <a:solidFill>
              <a:srgbClr val="E4D9EB"/>
            </a:solidFill>
            <a:ln w="13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59" name="자유형: 도형 258">
              <a:extLst>
                <a:ext uri="{FF2B5EF4-FFF2-40B4-BE49-F238E27FC236}">
                  <a16:creationId xmlns:a16="http://schemas.microsoft.com/office/drawing/2014/main" id="{CC47D6FF-AECD-4C2B-A719-1681DD4F6BF3}"/>
                </a:ext>
              </a:extLst>
            </p:cNvPr>
            <p:cNvSpPr/>
            <p:nvPr/>
          </p:nvSpPr>
          <p:spPr>
            <a:xfrm>
              <a:off x="1147409" y="2644762"/>
              <a:ext cx="13020" cy="2208620"/>
            </a:xfrm>
            <a:custGeom>
              <a:avLst/>
              <a:gdLst>
                <a:gd name="connsiteX0" fmla="*/ 0 w 13020"/>
                <a:gd name="connsiteY0" fmla="*/ 0 h 2208620"/>
                <a:gd name="connsiteX1" fmla="*/ 0 w 13020"/>
                <a:gd name="connsiteY1" fmla="*/ 2208621 h 220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208620">
                  <a:moveTo>
                    <a:pt x="0" y="0"/>
                  </a:moveTo>
                  <a:lnTo>
                    <a:pt x="0" y="2208621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0" name="자유형: 도형 259">
              <a:extLst>
                <a:ext uri="{FF2B5EF4-FFF2-40B4-BE49-F238E27FC236}">
                  <a16:creationId xmlns:a16="http://schemas.microsoft.com/office/drawing/2014/main" id="{B7B4C6DF-4819-48D5-9633-3B1109FE8875}"/>
                </a:ext>
              </a:extLst>
            </p:cNvPr>
            <p:cNvSpPr/>
            <p:nvPr/>
          </p:nvSpPr>
          <p:spPr>
            <a:xfrm>
              <a:off x="1147409" y="4853383"/>
              <a:ext cx="13020" cy="520833"/>
            </a:xfrm>
            <a:custGeom>
              <a:avLst/>
              <a:gdLst>
                <a:gd name="connsiteX0" fmla="*/ 0 w 13020"/>
                <a:gd name="connsiteY0" fmla="*/ 0 h 520833"/>
                <a:gd name="connsiteX1" fmla="*/ 0 w 13020"/>
                <a:gd name="connsiteY1" fmla="*/ 520834 h 5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520833">
                  <a:moveTo>
                    <a:pt x="0" y="0"/>
                  </a:moveTo>
                  <a:lnTo>
                    <a:pt x="0" y="520834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1" name="자유형: 도형 260">
              <a:extLst>
                <a:ext uri="{FF2B5EF4-FFF2-40B4-BE49-F238E27FC236}">
                  <a16:creationId xmlns:a16="http://schemas.microsoft.com/office/drawing/2014/main" id="{5C7E4AC5-4680-4388-BB79-60ADBF4C723B}"/>
                </a:ext>
              </a:extLst>
            </p:cNvPr>
            <p:cNvSpPr/>
            <p:nvPr/>
          </p:nvSpPr>
          <p:spPr>
            <a:xfrm>
              <a:off x="1147409" y="5374216"/>
              <a:ext cx="13020" cy="1928985"/>
            </a:xfrm>
            <a:custGeom>
              <a:avLst/>
              <a:gdLst>
                <a:gd name="connsiteX0" fmla="*/ 0 w 13020"/>
                <a:gd name="connsiteY0" fmla="*/ 0 h 1928985"/>
                <a:gd name="connsiteX1" fmla="*/ 0 w 13020"/>
                <a:gd name="connsiteY1" fmla="*/ 1928986 h 192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928985">
                  <a:moveTo>
                    <a:pt x="0" y="0"/>
                  </a:moveTo>
                  <a:lnTo>
                    <a:pt x="0" y="1928986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21C174F0-B5E3-4632-8F6A-F036B9BD1113}"/>
                </a:ext>
              </a:extLst>
            </p:cNvPr>
            <p:cNvSpPr/>
            <p:nvPr/>
          </p:nvSpPr>
          <p:spPr>
            <a:xfrm>
              <a:off x="1147409" y="7303202"/>
              <a:ext cx="13020" cy="260416"/>
            </a:xfrm>
            <a:custGeom>
              <a:avLst/>
              <a:gdLst>
                <a:gd name="connsiteX0" fmla="*/ 0 w 13020"/>
                <a:gd name="connsiteY0" fmla="*/ 0 h 260416"/>
                <a:gd name="connsiteX1" fmla="*/ 0 w 13020"/>
                <a:gd name="connsiteY1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60416">
                  <a:moveTo>
                    <a:pt x="0" y="0"/>
                  </a:moveTo>
                  <a:lnTo>
                    <a:pt x="0" y="260417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3" name="자유형: 도형 262">
              <a:extLst>
                <a:ext uri="{FF2B5EF4-FFF2-40B4-BE49-F238E27FC236}">
                  <a16:creationId xmlns:a16="http://schemas.microsoft.com/office/drawing/2014/main" id="{A0E56D54-06AB-469E-84BC-257C21468898}"/>
                </a:ext>
              </a:extLst>
            </p:cNvPr>
            <p:cNvSpPr/>
            <p:nvPr/>
          </p:nvSpPr>
          <p:spPr>
            <a:xfrm>
              <a:off x="1147409" y="7563619"/>
              <a:ext cx="13020" cy="1044375"/>
            </a:xfrm>
            <a:custGeom>
              <a:avLst/>
              <a:gdLst>
                <a:gd name="connsiteX0" fmla="*/ 0 w 13020"/>
                <a:gd name="connsiteY0" fmla="*/ 0 h 1044375"/>
                <a:gd name="connsiteX1" fmla="*/ 0 w 13020"/>
                <a:gd name="connsiteY1" fmla="*/ 1044376 h 10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044375">
                  <a:moveTo>
                    <a:pt x="0" y="0"/>
                  </a:moveTo>
                  <a:lnTo>
                    <a:pt x="0" y="1044376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4" name="자유형: 도형 263">
              <a:extLst>
                <a:ext uri="{FF2B5EF4-FFF2-40B4-BE49-F238E27FC236}">
                  <a16:creationId xmlns:a16="http://schemas.microsoft.com/office/drawing/2014/main" id="{77735743-BB0F-44FF-8DA8-EB5FF18D0C37}"/>
                </a:ext>
              </a:extLst>
            </p:cNvPr>
            <p:cNvSpPr/>
            <p:nvPr/>
          </p:nvSpPr>
          <p:spPr>
            <a:xfrm>
              <a:off x="2890719" y="2644762"/>
              <a:ext cx="13020" cy="2208620"/>
            </a:xfrm>
            <a:custGeom>
              <a:avLst/>
              <a:gdLst>
                <a:gd name="connsiteX0" fmla="*/ 0 w 13020"/>
                <a:gd name="connsiteY0" fmla="*/ 0 h 2208620"/>
                <a:gd name="connsiteX1" fmla="*/ 0 w 13020"/>
                <a:gd name="connsiteY1" fmla="*/ 2208621 h 220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208620">
                  <a:moveTo>
                    <a:pt x="0" y="0"/>
                  </a:moveTo>
                  <a:lnTo>
                    <a:pt x="0" y="2208621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5" name="자유형: 도형 264">
              <a:extLst>
                <a:ext uri="{FF2B5EF4-FFF2-40B4-BE49-F238E27FC236}">
                  <a16:creationId xmlns:a16="http://schemas.microsoft.com/office/drawing/2014/main" id="{CF266743-2F74-4F37-BAD7-E464AE80C2AE}"/>
                </a:ext>
              </a:extLst>
            </p:cNvPr>
            <p:cNvSpPr/>
            <p:nvPr/>
          </p:nvSpPr>
          <p:spPr>
            <a:xfrm>
              <a:off x="2890719" y="4853383"/>
              <a:ext cx="13020" cy="520833"/>
            </a:xfrm>
            <a:custGeom>
              <a:avLst/>
              <a:gdLst>
                <a:gd name="connsiteX0" fmla="*/ 0 w 13020"/>
                <a:gd name="connsiteY0" fmla="*/ 0 h 520833"/>
                <a:gd name="connsiteX1" fmla="*/ 0 w 13020"/>
                <a:gd name="connsiteY1" fmla="*/ 520834 h 5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520833">
                  <a:moveTo>
                    <a:pt x="0" y="0"/>
                  </a:moveTo>
                  <a:lnTo>
                    <a:pt x="0" y="520834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A29FFCD6-99C6-4F32-BA85-A63872A381E7}"/>
                </a:ext>
              </a:extLst>
            </p:cNvPr>
            <p:cNvSpPr/>
            <p:nvPr/>
          </p:nvSpPr>
          <p:spPr>
            <a:xfrm>
              <a:off x="2890719" y="5374216"/>
              <a:ext cx="13020" cy="1928985"/>
            </a:xfrm>
            <a:custGeom>
              <a:avLst/>
              <a:gdLst>
                <a:gd name="connsiteX0" fmla="*/ 0 w 13020"/>
                <a:gd name="connsiteY0" fmla="*/ 0 h 1928985"/>
                <a:gd name="connsiteX1" fmla="*/ 0 w 13020"/>
                <a:gd name="connsiteY1" fmla="*/ 1928986 h 192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928985">
                  <a:moveTo>
                    <a:pt x="0" y="0"/>
                  </a:moveTo>
                  <a:lnTo>
                    <a:pt x="0" y="1928986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7" name="자유형: 도형 266">
              <a:extLst>
                <a:ext uri="{FF2B5EF4-FFF2-40B4-BE49-F238E27FC236}">
                  <a16:creationId xmlns:a16="http://schemas.microsoft.com/office/drawing/2014/main" id="{80C2D052-0D91-4E81-9D30-D6FB583A496D}"/>
                </a:ext>
              </a:extLst>
            </p:cNvPr>
            <p:cNvSpPr/>
            <p:nvPr/>
          </p:nvSpPr>
          <p:spPr>
            <a:xfrm>
              <a:off x="2890719" y="7303202"/>
              <a:ext cx="13020" cy="260416"/>
            </a:xfrm>
            <a:custGeom>
              <a:avLst/>
              <a:gdLst>
                <a:gd name="connsiteX0" fmla="*/ 0 w 13020"/>
                <a:gd name="connsiteY0" fmla="*/ 0 h 260416"/>
                <a:gd name="connsiteX1" fmla="*/ 0 w 13020"/>
                <a:gd name="connsiteY1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60416">
                  <a:moveTo>
                    <a:pt x="0" y="0"/>
                  </a:moveTo>
                  <a:lnTo>
                    <a:pt x="0" y="260417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8" name="자유형: 도형 267">
              <a:extLst>
                <a:ext uri="{FF2B5EF4-FFF2-40B4-BE49-F238E27FC236}">
                  <a16:creationId xmlns:a16="http://schemas.microsoft.com/office/drawing/2014/main" id="{10DD09AB-EC4D-4D05-838E-6DBFCAC33668}"/>
                </a:ext>
              </a:extLst>
            </p:cNvPr>
            <p:cNvSpPr/>
            <p:nvPr/>
          </p:nvSpPr>
          <p:spPr>
            <a:xfrm>
              <a:off x="2890719" y="7563619"/>
              <a:ext cx="13020" cy="1044375"/>
            </a:xfrm>
            <a:custGeom>
              <a:avLst/>
              <a:gdLst>
                <a:gd name="connsiteX0" fmla="*/ 0 w 13020"/>
                <a:gd name="connsiteY0" fmla="*/ 0 h 1044375"/>
                <a:gd name="connsiteX1" fmla="*/ 0 w 13020"/>
                <a:gd name="connsiteY1" fmla="*/ 1044376 h 104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044375">
                  <a:moveTo>
                    <a:pt x="0" y="0"/>
                  </a:moveTo>
                  <a:lnTo>
                    <a:pt x="0" y="1044376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69" name="자유형: 도형 268">
              <a:extLst>
                <a:ext uri="{FF2B5EF4-FFF2-40B4-BE49-F238E27FC236}">
                  <a16:creationId xmlns:a16="http://schemas.microsoft.com/office/drawing/2014/main" id="{F3B7A2B5-2DE5-4044-9249-C9265EBDE0DC}"/>
                </a:ext>
              </a:extLst>
            </p:cNvPr>
            <p:cNvSpPr/>
            <p:nvPr/>
          </p:nvSpPr>
          <p:spPr>
            <a:xfrm>
              <a:off x="3777139" y="2644762"/>
              <a:ext cx="13020" cy="2208620"/>
            </a:xfrm>
            <a:custGeom>
              <a:avLst/>
              <a:gdLst>
                <a:gd name="connsiteX0" fmla="*/ 0 w 13020"/>
                <a:gd name="connsiteY0" fmla="*/ 0 h 2208620"/>
                <a:gd name="connsiteX1" fmla="*/ 0 w 13020"/>
                <a:gd name="connsiteY1" fmla="*/ 2208621 h 220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208620">
                  <a:moveTo>
                    <a:pt x="0" y="0"/>
                  </a:moveTo>
                  <a:lnTo>
                    <a:pt x="0" y="2208621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0" name="자유형: 도형 269">
              <a:extLst>
                <a:ext uri="{FF2B5EF4-FFF2-40B4-BE49-F238E27FC236}">
                  <a16:creationId xmlns:a16="http://schemas.microsoft.com/office/drawing/2014/main" id="{DB5DA6A0-9981-42FA-94BE-E1D2BCCFCD24}"/>
                </a:ext>
              </a:extLst>
            </p:cNvPr>
            <p:cNvSpPr/>
            <p:nvPr/>
          </p:nvSpPr>
          <p:spPr>
            <a:xfrm>
              <a:off x="3777139" y="4853383"/>
              <a:ext cx="13020" cy="520833"/>
            </a:xfrm>
            <a:custGeom>
              <a:avLst/>
              <a:gdLst>
                <a:gd name="connsiteX0" fmla="*/ 0 w 13020"/>
                <a:gd name="connsiteY0" fmla="*/ 0 h 520833"/>
                <a:gd name="connsiteX1" fmla="*/ 0 w 13020"/>
                <a:gd name="connsiteY1" fmla="*/ 520834 h 5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520833">
                  <a:moveTo>
                    <a:pt x="0" y="0"/>
                  </a:moveTo>
                  <a:lnTo>
                    <a:pt x="0" y="520834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1" name="자유형: 도형 270">
              <a:extLst>
                <a:ext uri="{FF2B5EF4-FFF2-40B4-BE49-F238E27FC236}">
                  <a16:creationId xmlns:a16="http://schemas.microsoft.com/office/drawing/2014/main" id="{22994E8E-62E5-4D67-8CB8-9E82375F3DFC}"/>
                </a:ext>
              </a:extLst>
            </p:cNvPr>
            <p:cNvSpPr/>
            <p:nvPr/>
          </p:nvSpPr>
          <p:spPr>
            <a:xfrm>
              <a:off x="3777139" y="5374216"/>
              <a:ext cx="13020" cy="1928985"/>
            </a:xfrm>
            <a:custGeom>
              <a:avLst/>
              <a:gdLst>
                <a:gd name="connsiteX0" fmla="*/ 0 w 13020"/>
                <a:gd name="connsiteY0" fmla="*/ 0 h 1928985"/>
                <a:gd name="connsiteX1" fmla="*/ 0 w 13020"/>
                <a:gd name="connsiteY1" fmla="*/ 1928986 h 192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928985">
                  <a:moveTo>
                    <a:pt x="0" y="0"/>
                  </a:moveTo>
                  <a:lnTo>
                    <a:pt x="0" y="1928986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2" name="자유형: 도형 271">
              <a:extLst>
                <a:ext uri="{FF2B5EF4-FFF2-40B4-BE49-F238E27FC236}">
                  <a16:creationId xmlns:a16="http://schemas.microsoft.com/office/drawing/2014/main" id="{25B75F76-2C79-4EF9-9CC4-D5D78C65F644}"/>
                </a:ext>
              </a:extLst>
            </p:cNvPr>
            <p:cNvSpPr/>
            <p:nvPr/>
          </p:nvSpPr>
          <p:spPr>
            <a:xfrm>
              <a:off x="3777139" y="7303202"/>
              <a:ext cx="13020" cy="260416"/>
            </a:xfrm>
            <a:custGeom>
              <a:avLst/>
              <a:gdLst>
                <a:gd name="connsiteX0" fmla="*/ 0 w 13020"/>
                <a:gd name="connsiteY0" fmla="*/ 0 h 260416"/>
                <a:gd name="connsiteX1" fmla="*/ 0 w 13020"/>
                <a:gd name="connsiteY1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60416">
                  <a:moveTo>
                    <a:pt x="0" y="0"/>
                  </a:moveTo>
                  <a:lnTo>
                    <a:pt x="0" y="260417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3" name="자유형: 도형 272">
              <a:extLst>
                <a:ext uri="{FF2B5EF4-FFF2-40B4-BE49-F238E27FC236}">
                  <a16:creationId xmlns:a16="http://schemas.microsoft.com/office/drawing/2014/main" id="{BDFBA8E6-D043-424C-8DBB-EE1B3C6CC7DA}"/>
                </a:ext>
              </a:extLst>
            </p:cNvPr>
            <p:cNvSpPr/>
            <p:nvPr/>
          </p:nvSpPr>
          <p:spPr>
            <a:xfrm>
              <a:off x="3777139" y="7563619"/>
              <a:ext cx="13020" cy="1177291"/>
            </a:xfrm>
            <a:custGeom>
              <a:avLst/>
              <a:gdLst>
                <a:gd name="connsiteX0" fmla="*/ 0 w 13020"/>
                <a:gd name="connsiteY0" fmla="*/ 0 h 1177291"/>
                <a:gd name="connsiteX1" fmla="*/ 0 w 13020"/>
                <a:gd name="connsiteY1" fmla="*/ 1177292 h 117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177291">
                  <a:moveTo>
                    <a:pt x="0" y="0"/>
                  </a:moveTo>
                  <a:lnTo>
                    <a:pt x="0" y="1177292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4" name="자유형: 도형 273">
              <a:extLst>
                <a:ext uri="{FF2B5EF4-FFF2-40B4-BE49-F238E27FC236}">
                  <a16:creationId xmlns:a16="http://schemas.microsoft.com/office/drawing/2014/main" id="{8075CF70-1428-4F4D-9598-5079C0EEC915}"/>
                </a:ext>
              </a:extLst>
            </p:cNvPr>
            <p:cNvSpPr/>
            <p:nvPr/>
          </p:nvSpPr>
          <p:spPr>
            <a:xfrm>
              <a:off x="4575668" y="2644762"/>
              <a:ext cx="13020" cy="2208620"/>
            </a:xfrm>
            <a:custGeom>
              <a:avLst/>
              <a:gdLst>
                <a:gd name="connsiteX0" fmla="*/ 0 w 13020"/>
                <a:gd name="connsiteY0" fmla="*/ 0 h 2208620"/>
                <a:gd name="connsiteX1" fmla="*/ 0 w 13020"/>
                <a:gd name="connsiteY1" fmla="*/ 2208621 h 220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208620">
                  <a:moveTo>
                    <a:pt x="0" y="0"/>
                  </a:moveTo>
                  <a:lnTo>
                    <a:pt x="0" y="2208621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5" name="자유형: 도형 274">
              <a:extLst>
                <a:ext uri="{FF2B5EF4-FFF2-40B4-BE49-F238E27FC236}">
                  <a16:creationId xmlns:a16="http://schemas.microsoft.com/office/drawing/2014/main" id="{ADD39CF7-B1BE-4B69-B3D2-0E61308A3AF4}"/>
                </a:ext>
              </a:extLst>
            </p:cNvPr>
            <p:cNvSpPr/>
            <p:nvPr/>
          </p:nvSpPr>
          <p:spPr>
            <a:xfrm>
              <a:off x="4575668" y="4853383"/>
              <a:ext cx="13020" cy="520833"/>
            </a:xfrm>
            <a:custGeom>
              <a:avLst/>
              <a:gdLst>
                <a:gd name="connsiteX0" fmla="*/ 0 w 13020"/>
                <a:gd name="connsiteY0" fmla="*/ 0 h 520833"/>
                <a:gd name="connsiteX1" fmla="*/ 0 w 13020"/>
                <a:gd name="connsiteY1" fmla="*/ 520834 h 5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520833">
                  <a:moveTo>
                    <a:pt x="0" y="0"/>
                  </a:moveTo>
                  <a:lnTo>
                    <a:pt x="0" y="520834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6" name="자유형: 도형 275">
              <a:extLst>
                <a:ext uri="{FF2B5EF4-FFF2-40B4-BE49-F238E27FC236}">
                  <a16:creationId xmlns:a16="http://schemas.microsoft.com/office/drawing/2014/main" id="{9D048A0C-A002-4F55-9DA4-350463D228E0}"/>
                </a:ext>
              </a:extLst>
            </p:cNvPr>
            <p:cNvSpPr/>
            <p:nvPr/>
          </p:nvSpPr>
          <p:spPr>
            <a:xfrm>
              <a:off x="4575668" y="5374216"/>
              <a:ext cx="13020" cy="1928985"/>
            </a:xfrm>
            <a:custGeom>
              <a:avLst/>
              <a:gdLst>
                <a:gd name="connsiteX0" fmla="*/ 0 w 13020"/>
                <a:gd name="connsiteY0" fmla="*/ 0 h 1928985"/>
                <a:gd name="connsiteX1" fmla="*/ 0 w 13020"/>
                <a:gd name="connsiteY1" fmla="*/ 1928986 h 192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928985">
                  <a:moveTo>
                    <a:pt x="0" y="0"/>
                  </a:moveTo>
                  <a:lnTo>
                    <a:pt x="0" y="1928986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7" name="자유형: 도형 276">
              <a:extLst>
                <a:ext uri="{FF2B5EF4-FFF2-40B4-BE49-F238E27FC236}">
                  <a16:creationId xmlns:a16="http://schemas.microsoft.com/office/drawing/2014/main" id="{1820B159-3024-4841-8B27-FD3F5F6C0761}"/>
                </a:ext>
              </a:extLst>
            </p:cNvPr>
            <p:cNvSpPr/>
            <p:nvPr/>
          </p:nvSpPr>
          <p:spPr>
            <a:xfrm>
              <a:off x="4575668" y="7303202"/>
              <a:ext cx="13020" cy="260416"/>
            </a:xfrm>
            <a:custGeom>
              <a:avLst/>
              <a:gdLst>
                <a:gd name="connsiteX0" fmla="*/ 0 w 13020"/>
                <a:gd name="connsiteY0" fmla="*/ 0 h 260416"/>
                <a:gd name="connsiteX1" fmla="*/ 0 w 13020"/>
                <a:gd name="connsiteY1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60416">
                  <a:moveTo>
                    <a:pt x="0" y="0"/>
                  </a:moveTo>
                  <a:lnTo>
                    <a:pt x="0" y="260417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8" name="자유형: 도형 277">
              <a:extLst>
                <a:ext uri="{FF2B5EF4-FFF2-40B4-BE49-F238E27FC236}">
                  <a16:creationId xmlns:a16="http://schemas.microsoft.com/office/drawing/2014/main" id="{15853121-818D-4D84-A8CF-B14F20D727D4}"/>
                </a:ext>
              </a:extLst>
            </p:cNvPr>
            <p:cNvSpPr/>
            <p:nvPr/>
          </p:nvSpPr>
          <p:spPr>
            <a:xfrm>
              <a:off x="4575668" y="7563619"/>
              <a:ext cx="13020" cy="1177291"/>
            </a:xfrm>
            <a:custGeom>
              <a:avLst/>
              <a:gdLst>
                <a:gd name="connsiteX0" fmla="*/ 0 w 13020"/>
                <a:gd name="connsiteY0" fmla="*/ 0 h 1177291"/>
                <a:gd name="connsiteX1" fmla="*/ 0 w 13020"/>
                <a:gd name="connsiteY1" fmla="*/ 1177292 h 117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177291">
                  <a:moveTo>
                    <a:pt x="0" y="0"/>
                  </a:moveTo>
                  <a:lnTo>
                    <a:pt x="0" y="1177292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79" name="자유형: 도형 278">
              <a:extLst>
                <a:ext uri="{FF2B5EF4-FFF2-40B4-BE49-F238E27FC236}">
                  <a16:creationId xmlns:a16="http://schemas.microsoft.com/office/drawing/2014/main" id="{5FFA38E9-1400-4B6A-BD41-DE64629279E4}"/>
                </a:ext>
              </a:extLst>
            </p:cNvPr>
            <p:cNvSpPr/>
            <p:nvPr/>
          </p:nvSpPr>
          <p:spPr>
            <a:xfrm>
              <a:off x="5580395" y="2644762"/>
              <a:ext cx="13020" cy="2208620"/>
            </a:xfrm>
            <a:custGeom>
              <a:avLst/>
              <a:gdLst>
                <a:gd name="connsiteX0" fmla="*/ 0 w 13020"/>
                <a:gd name="connsiteY0" fmla="*/ 0 h 2208620"/>
                <a:gd name="connsiteX1" fmla="*/ 0 w 13020"/>
                <a:gd name="connsiteY1" fmla="*/ 2208621 h 2208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208620">
                  <a:moveTo>
                    <a:pt x="0" y="0"/>
                  </a:moveTo>
                  <a:lnTo>
                    <a:pt x="0" y="2208621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26191788-23E2-46D7-90A8-61092B7912CF}"/>
                </a:ext>
              </a:extLst>
            </p:cNvPr>
            <p:cNvSpPr/>
            <p:nvPr/>
          </p:nvSpPr>
          <p:spPr>
            <a:xfrm>
              <a:off x="5580395" y="4853383"/>
              <a:ext cx="13020" cy="520833"/>
            </a:xfrm>
            <a:custGeom>
              <a:avLst/>
              <a:gdLst>
                <a:gd name="connsiteX0" fmla="*/ 0 w 13020"/>
                <a:gd name="connsiteY0" fmla="*/ 0 h 520833"/>
                <a:gd name="connsiteX1" fmla="*/ 0 w 13020"/>
                <a:gd name="connsiteY1" fmla="*/ 520834 h 5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520833">
                  <a:moveTo>
                    <a:pt x="0" y="0"/>
                  </a:moveTo>
                  <a:lnTo>
                    <a:pt x="0" y="520834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1" name="자유형: 도형 280">
              <a:extLst>
                <a:ext uri="{FF2B5EF4-FFF2-40B4-BE49-F238E27FC236}">
                  <a16:creationId xmlns:a16="http://schemas.microsoft.com/office/drawing/2014/main" id="{9F6A0DB5-AA2D-4D2D-889A-8C79E8AEEE64}"/>
                </a:ext>
              </a:extLst>
            </p:cNvPr>
            <p:cNvSpPr/>
            <p:nvPr/>
          </p:nvSpPr>
          <p:spPr>
            <a:xfrm>
              <a:off x="5580395" y="5374216"/>
              <a:ext cx="13020" cy="1928985"/>
            </a:xfrm>
            <a:custGeom>
              <a:avLst/>
              <a:gdLst>
                <a:gd name="connsiteX0" fmla="*/ 0 w 13020"/>
                <a:gd name="connsiteY0" fmla="*/ 0 h 1928985"/>
                <a:gd name="connsiteX1" fmla="*/ 0 w 13020"/>
                <a:gd name="connsiteY1" fmla="*/ 1928986 h 192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928985">
                  <a:moveTo>
                    <a:pt x="0" y="0"/>
                  </a:moveTo>
                  <a:lnTo>
                    <a:pt x="0" y="1928986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2" name="자유형: 도형 281">
              <a:extLst>
                <a:ext uri="{FF2B5EF4-FFF2-40B4-BE49-F238E27FC236}">
                  <a16:creationId xmlns:a16="http://schemas.microsoft.com/office/drawing/2014/main" id="{2B699B77-3E9B-4AFF-A890-5703D45BAC5F}"/>
                </a:ext>
              </a:extLst>
            </p:cNvPr>
            <p:cNvSpPr/>
            <p:nvPr/>
          </p:nvSpPr>
          <p:spPr>
            <a:xfrm>
              <a:off x="5580395" y="7303202"/>
              <a:ext cx="13020" cy="260416"/>
            </a:xfrm>
            <a:custGeom>
              <a:avLst/>
              <a:gdLst>
                <a:gd name="connsiteX0" fmla="*/ 0 w 13020"/>
                <a:gd name="connsiteY0" fmla="*/ 0 h 260416"/>
                <a:gd name="connsiteX1" fmla="*/ 0 w 13020"/>
                <a:gd name="connsiteY1" fmla="*/ 260417 h 2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260416">
                  <a:moveTo>
                    <a:pt x="0" y="0"/>
                  </a:moveTo>
                  <a:lnTo>
                    <a:pt x="0" y="260417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3" name="자유형: 도형 282">
              <a:extLst>
                <a:ext uri="{FF2B5EF4-FFF2-40B4-BE49-F238E27FC236}">
                  <a16:creationId xmlns:a16="http://schemas.microsoft.com/office/drawing/2014/main" id="{9C0BCF34-C2ED-4862-89C6-E55F8DDEC2DB}"/>
                </a:ext>
              </a:extLst>
            </p:cNvPr>
            <p:cNvSpPr/>
            <p:nvPr/>
          </p:nvSpPr>
          <p:spPr>
            <a:xfrm>
              <a:off x="5580395" y="7563619"/>
              <a:ext cx="13020" cy="1177291"/>
            </a:xfrm>
            <a:custGeom>
              <a:avLst/>
              <a:gdLst>
                <a:gd name="connsiteX0" fmla="*/ 0 w 13020"/>
                <a:gd name="connsiteY0" fmla="*/ 0 h 1177291"/>
                <a:gd name="connsiteX1" fmla="*/ 0 w 13020"/>
                <a:gd name="connsiteY1" fmla="*/ 1177292 h 117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20" h="1177291">
                  <a:moveTo>
                    <a:pt x="0" y="0"/>
                  </a:moveTo>
                  <a:lnTo>
                    <a:pt x="0" y="1177292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4" name="자유형: 도형 283">
              <a:extLst>
                <a:ext uri="{FF2B5EF4-FFF2-40B4-BE49-F238E27FC236}">
                  <a16:creationId xmlns:a16="http://schemas.microsoft.com/office/drawing/2014/main" id="{63750F7D-E9B2-41C4-8327-EAC209F20B53}"/>
                </a:ext>
              </a:extLst>
            </p:cNvPr>
            <p:cNvSpPr/>
            <p:nvPr/>
          </p:nvSpPr>
          <p:spPr>
            <a:xfrm>
              <a:off x="854911" y="2910596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10848" cap="flat">
              <a:solidFill>
                <a:srgbClr val="A6A6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5" name="자유형: 도형 284">
              <a:extLst>
                <a:ext uri="{FF2B5EF4-FFF2-40B4-BE49-F238E27FC236}">
                  <a16:creationId xmlns:a16="http://schemas.microsoft.com/office/drawing/2014/main" id="{52C832B5-3C53-4EA3-A106-017C40D5E9E0}"/>
                </a:ext>
              </a:extLst>
            </p:cNvPr>
            <p:cNvSpPr/>
            <p:nvPr/>
          </p:nvSpPr>
          <p:spPr>
            <a:xfrm>
              <a:off x="854911" y="3171012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6" name="자유형: 도형 285">
              <a:extLst>
                <a:ext uri="{FF2B5EF4-FFF2-40B4-BE49-F238E27FC236}">
                  <a16:creationId xmlns:a16="http://schemas.microsoft.com/office/drawing/2014/main" id="{BE9571F1-C6BE-45FB-9D2B-14175E883BC3}"/>
                </a:ext>
              </a:extLst>
            </p:cNvPr>
            <p:cNvSpPr/>
            <p:nvPr/>
          </p:nvSpPr>
          <p:spPr>
            <a:xfrm>
              <a:off x="854911" y="3431429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7" name="자유형: 도형 286">
              <a:extLst>
                <a:ext uri="{FF2B5EF4-FFF2-40B4-BE49-F238E27FC236}">
                  <a16:creationId xmlns:a16="http://schemas.microsoft.com/office/drawing/2014/main" id="{DAB3AF8D-B7B9-4F64-AD38-8E39D978B54E}"/>
                </a:ext>
              </a:extLst>
            </p:cNvPr>
            <p:cNvSpPr/>
            <p:nvPr/>
          </p:nvSpPr>
          <p:spPr>
            <a:xfrm>
              <a:off x="854911" y="3691846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8" name="자유형: 도형 287">
              <a:extLst>
                <a:ext uri="{FF2B5EF4-FFF2-40B4-BE49-F238E27FC236}">
                  <a16:creationId xmlns:a16="http://schemas.microsoft.com/office/drawing/2014/main" id="{C72EEFA9-1BA5-4D25-86E2-B076F3EE0085}"/>
                </a:ext>
              </a:extLst>
            </p:cNvPr>
            <p:cNvSpPr/>
            <p:nvPr/>
          </p:nvSpPr>
          <p:spPr>
            <a:xfrm>
              <a:off x="854911" y="3952263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89" name="자유형: 도형 288">
              <a:extLst>
                <a:ext uri="{FF2B5EF4-FFF2-40B4-BE49-F238E27FC236}">
                  <a16:creationId xmlns:a16="http://schemas.microsoft.com/office/drawing/2014/main" id="{1FC64DE4-8F5D-4485-AED0-D7DC5055CC6A}"/>
                </a:ext>
              </a:extLst>
            </p:cNvPr>
            <p:cNvSpPr/>
            <p:nvPr/>
          </p:nvSpPr>
          <p:spPr>
            <a:xfrm>
              <a:off x="854911" y="4212679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0" name="자유형: 도형 289">
              <a:extLst>
                <a:ext uri="{FF2B5EF4-FFF2-40B4-BE49-F238E27FC236}">
                  <a16:creationId xmlns:a16="http://schemas.microsoft.com/office/drawing/2014/main" id="{4C575AFB-2B64-4CB9-9029-A3AF6661D97E}"/>
                </a:ext>
              </a:extLst>
            </p:cNvPr>
            <p:cNvSpPr/>
            <p:nvPr/>
          </p:nvSpPr>
          <p:spPr>
            <a:xfrm>
              <a:off x="854911" y="4592966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1" name="자유형: 도형 290">
              <a:extLst>
                <a:ext uri="{FF2B5EF4-FFF2-40B4-BE49-F238E27FC236}">
                  <a16:creationId xmlns:a16="http://schemas.microsoft.com/office/drawing/2014/main" id="{2554DC55-ACAE-444D-BA64-F937BC838953}"/>
                </a:ext>
              </a:extLst>
            </p:cNvPr>
            <p:cNvSpPr/>
            <p:nvPr/>
          </p:nvSpPr>
          <p:spPr>
            <a:xfrm>
              <a:off x="854911" y="4853383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2" name="자유형: 도형 291">
              <a:extLst>
                <a:ext uri="{FF2B5EF4-FFF2-40B4-BE49-F238E27FC236}">
                  <a16:creationId xmlns:a16="http://schemas.microsoft.com/office/drawing/2014/main" id="{7C213EA0-C5FB-4F4A-984C-B95FDE7B0CCF}"/>
                </a:ext>
              </a:extLst>
            </p:cNvPr>
            <p:cNvSpPr/>
            <p:nvPr/>
          </p:nvSpPr>
          <p:spPr>
            <a:xfrm>
              <a:off x="854911" y="5113800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3" name="자유형: 도형 292">
              <a:extLst>
                <a:ext uri="{FF2B5EF4-FFF2-40B4-BE49-F238E27FC236}">
                  <a16:creationId xmlns:a16="http://schemas.microsoft.com/office/drawing/2014/main" id="{5C1AA34C-4983-4672-ADAF-023C6DE9D91B}"/>
                </a:ext>
              </a:extLst>
            </p:cNvPr>
            <p:cNvSpPr/>
            <p:nvPr/>
          </p:nvSpPr>
          <p:spPr>
            <a:xfrm>
              <a:off x="854911" y="5374216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4" name="자유형: 도형 293">
              <a:extLst>
                <a:ext uri="{FF2B5EF4-FFF2-40B4-BE49-F238E27FC236}">
                  <a16:creationId xmlns:a16="http://schemas.microsoft.com/office/drawing/2014/main" id="{EB3C7CB6-A6E2-44AD-B251-BBBCCBCB10C9}"/>
                </a:ext>
              </a:extLst>
            </p:cNvPr>
            <p:cNvSpPr/>
            <p:nvPr/>
          </p:nvSpPr>
          <p:spPr>
            <a:xfrm>
              <a:off x="854911" y="5881248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5" name="자유형: 도형 294">
              <a:extLst>
                <a:ext uri="{FF2B5EF4-FFF2-40B4-BE49-F238E27FC236}">
                  <a16:creationId xmlns:a16="http://schemas.microsoft.com/office/drawing/2014/main" id="{538FC9E7-F807-4B7E-B9CD-45FF0564F0A3}"/>
                </a:ext>
              </a:extLst>
            </p:cNvPr>
            <p:cNvSpPr/>
            <p:nvPr/>
          </p:nvSpPr>
          <p:spPr>
            <a:xfrm>
              <a:off x="854911" y="6141665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6" name="자유형: 도형 295">
              <a:extLst>
                <a:ext uri="{FF2B5EF4-FFF2-40B4-BE49-F238E27FC236}">
                  <a16:creationId xmlns:a16="http://schemas.microsoft.com/office/drawing/2014/main" id="{AFBCEE5D-1CCF-4E7E-8F94-A18106AC6063}"/>
                </a:ext>
              </a:extLst>
            </p:cNvPr>
            <p:cNvSpPr/>
            <p:nvPr/>
          </p:nvSpPr>
          <p:spPr>
            <a:xfrm>
              <a:off x="854911" y="6521951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F8761927-A416-4C64-BD6C-74CBAB9313A3}"/>
                </a:ext>
              </a:extLst>
            </p:cNvPr>
            <p:cNvSpPr/>
            <p:nvPr/>
          </p:nvSpPr>
          <p:spPr>
            <a:xfrm>
              <a:off x="854911" y="6782368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8" name="자유형: 도형 297">
              <a:extLst>
                <a:ext uri="{FF2B5EF4-FFF2-40B4-BE49-F238E27FC236}">
                  <a16:creationId xmlns:a16="http://schemas.microsoft.com/office/drawing/2014/main" id="{C04451C3-C29C-49F6-B692-971B310D3E9A}"/>
                </a:ext>
              </a:extLst>
            </p:cNvPr>
            <p:cNvSpPr/>
            <p:nvPr/>
          </p:nvSpPr>
          <p:spPr>
            <a:xfrm>
              <a:off x="854911" y="7042785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99" name="자유형: 도형 298">
              <a:extLst>
                <a:ext uri="{FF2B5EF4-FFF2-40B4-BE49-F238E27FC236}">
                  <a16:creationId xmlns:a16="http://schemas.microsoft.com/office/drawing/2014/main" id="{C4ECAAC7-12F2-4786-8B7C-72A5D54CCCF3}"/>
                </a:ext>
              </a:extLst>
            </p:cNvPr>
            <p:cNvSpPr/>
            <p:nvPr/>
          </p:nvSpPr>
          <p:spPr>
            <a:xfrm>
              <a:off x="854911" y="7303202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0" name="자유형: 도형 299">
              <a:extLst>
                <a:ext uri="{FF2B5EF4-FFF2-40B4-BE49-F238E27FC236}">
                  <a16:creationId xmlns:a16="http://schemas.microsoft.com/office/drawing/2014/main" id="{91C91432-00A5-41A6-AEF1-5BB8DA65E8F5}"/>
                </a:ext>
              </a:extLst>
            </p:cNvPr>
            <p:cNvSpPr/>
            <p:nvPr/>
          </p:nvSpPr>
          <p:spPr>
            <a:xfrm>
              <a:off x="854911" y="7563619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1" name="자유형: 도형 300">
              <a:extLst>
                <a:ext uri="{FF2B5EF4-FFF2-40B4-BE49-F238E27FC236}">
                  <a16:creationId xmlns:a16="http://schemas.microsoft.com/office/drawing/2014/main" id="{EAC0A8A7-2891-43A4-8DC5-5676DB3CA844}"/>
                </a:ext>
              </a:extLst>
            </p:cNvPr>
            <p:cNvSpPr/>
            <p:nvPr/>
          </p:nvSpPr>
          <p:spPr>
            <a:xfrm>
              <a:off x="854911" y="7824035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2" name="자유형: 도형 301">
              <a:extLst>
                <a:ext uri="{FF2B5EF4-FFF2-40B4-BE49-F238E27FC236}">
                  <a16:creationId xmlns:a16="http://schemas.microsoft.com/office/drawing/2014/main" id="{832332E2-3CEE-4DF4-94CB-A1A17E789BCB}"/>
                </a:ext>
              </a:extLst>
            </p:cNvPr>
            <p:cNvSpPr/>
            <p:nvPr/>
          </p:nvSpPr>
          <p:spPr>
            <a:xfrm>
              <a:off x="854911" y="8084452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3" name="자유형: 도형 302">
              <a:extLst>
                <a:ext uri="{FF2B5EF4-FFF2-40B4-BE49-F238E27FC236}">
                  <a16:creationId xmlns:a16="http://schemas.microsoft.com/office/drawing/2014/main" id="{46B6065D-5DD0-4080-BCA2-FD81C02D3356}"/>
                </a:ext>
              </a:extLst>
            </p:cNvPr>
            <p:cNvSpPr/>
            <p:nvPr/>
          </p:nvSpPr>
          <p:spPr>
            <a:xfrm>
              <a:off x="854911" y="8344869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4" name="자유형: 도형 303">
              <a:extLst>
                <a:ext uri="{FF2B5EF4-FFF2-40B4-BE49-F238E27FC236}">
                  <a16:creationId xmlns:a16="http://schemas.microsoft.com/office/drawing/2014/main" id="{CBB86CD6-4A4C-4532-A825-91EC4B4F7642}"/>
                </a:ext>
              </a:extLst>
            </p:cNvPr>
            <p:cNvSpPr/>
            <p:nvPr/>
          </p:nvSpPr>
          <p:spPr>
            <a:xfrm>
              <a:off x="854911" y="8605286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5424" cap="flat">
              <a:solidFill>
                <a:srgbClr val="BFBFBF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5" name="자유형: 도형 304">
              <a:extLst>
                <a:ext uri="{FF2B5EF4-FFF2-40B4-BE49-F238E27FC236}">
                  <a16:creationId xmlns:a16="http://schemas.microsoft.com/office/drawing/2014/main" id="{475085AA-1BE5-4528-8BA4-981CE83C9F6E}"/>
                </a:ext>
              </a:extLst>
            </p:cNvPr>
            <p:cNvSpPr/>
            <p:nvPr/>
          </p:nvSpPr>
          <p:spPr>
            <a:xfrm>
              <a:off x="854911" y="2650179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10848" cap="flat">
              <a:solidFill>
                <a:srgbClr val="A6A6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6" name="자유형: 도형 305">
              <a:extLst>
                <a:ext uri="{FF2B5EF4-FFF2-40B4-BE49-F238E27FC236}">
                  <a16:creationId xmlns:a16="http://schemas.microsoft.com/office/drawing/2014/main" id="{690154EC-6910-4427-9526-7E46662D9D63}"/>
                </a:ext>
              </a:extLst>
            </p:cNvPr>
            <p:cNvSpPr/>
            <p:nvPr/>
          </p:nvSpPr>
          <p:spPr>
            <a:xfrm>
              <a:off x="854911" y="8735494"/>
              <a:ext cx="5197893" cy="13020"/>
            </a:xfrm>
            <a:custGeom>
              <a:avLst/>
              <a:gdLst>
                <a:gd name="connsiteX0" fmla="*/ 0 w 5197893"/>
                <a:gd name="connsiteY0" fmla="*/ 0 h 13020"/>
                <a:gd name="connsiteX1" fmla="*/ 5197894 w 5197893"/>
                <a:gd name="connsiteY1" fmla="*/ 0 h 1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197893" h="13020">
                  <a:moveTo>
                    <a:pt x="0" y="0"/>
                  </a:moveTo>
                  <a:lnTo>
                    <a:pt x="5197894" y="0"/>
                  </a:lnTo>
                </a:path>
              </a:pathLst>
            </a:custGeom>
            <a:noFill/>
            <a:ln w="10848" cap="flat">
              <a:solidFill>
                <a:srgbClr val="A6A6A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7" name="자유형: 도형 306">
              <a:extLst>
                <a:ext uri="{FF2B5EF4-FFF2-40B4-BE49-F238E27FC236}">
                  <a16:creationId xmlns:a16="http://schemas.microsoft.com/office/drawing/2014/main" id="{49B695EB-A158-4931-82B1-AC562717096C}"/>
                </a:ext>
              </a:extLst>
            </p:cNvPr>
            <p:cNvSpPr/>
            <p:nvPr/>
          </p:nvSpPr>
          <p:spPr>
            <a:xfrm>
              <a:off x="912154" y="2674971"/>
              <a:ext cx="168020" cy="92708"/>
            </a:xfrm>
            <a:custGeom>
              <a:avLst/>
              <a:gdLst>
                <a:gd name="connsiteX0" fmla="*/ 103333 w 168020"/>
                <a:gd name="connsiteY0" fmla="*/ 63750 h 92708"/>
                <a:gd name="connsiteX1" fmla="*/ 115208 w 168020"/>
                <a:gd name="connsiteY1" fmla="*/ 63750 h 92708"/>
                <a:gd name="connsiteX2" fmla="*/ 115208 w 168020"/>
                <a:gd name="connsiteY2" fmla="*/ 81562 h 92708"/>
                <a:gd name="connsiteX3" fmla="*/ 168021 w 168020"/>
                <a:gd name="connsiteY3" fmla="*/ 81562 h 92708"/>
                <a:gd name="connsiteX4" fmla="*/ 168021 w 168020"/>
                <a:gd name="connsiteY4" fmla="*/ 91563 h 92708"/>
                <a:gd name="connsiteX5" fmla="*/ 106146 w 168020"/>
                <a:gd name="connsiteY5" fmla="*/ 91563 h 92708"/>
                <a:gd name="connsiteX6" fmla="*/ 103906 w 168020"/>
                <a:gd name="connsiteY6" fmla="*/ 90937 h 92708"/>
                <a:gd name="connsiteX7" fmla="*/ 103333 w 168020"/>
                <a:gd name="connsiteY7" fmla="*/ 88646 h 92708"/>
                <a:gd name="connsiteX8" fmla="*/ 12396 w 168020"/>
                <a:gd name="connsiteY8" fmla="*/ 52083 h 92708"/>
                <a:gd name="connsiteX9" fmla="*/ 72188 w 168020"/>
                <a:gd name="connsiteY9" fmla="*/ 52083 h 92708"/>
                <a:gd name="connsiteX10" fmla="*/ 74427 w 168020"/>
                <a:gd name="connsiteY10" fmla="*/ 52760 h 92708"/>
                <a:gd name="connsiteX11" fmla="*/ 75104 w 168020"/>
                <a:gd name="connsiteY11" fmla="*/ 55000 h 92708"/>
                <a:gd name="connsiteX12" fmla="*/ 75104 w 168020"/>
                <a:gd name="connsiteY12" fmla="*/ 73542 h 92708"/>
                <a:gd name="connsiteX13" fmla="*/ 74427 w 168020"/>
                <a:gd name="connsiteY13" fmla="*/ 75833 h 92708"/>
                <a:gd name="connsiteX14" fmla="*/ 72188 w 168020"/>
                <a:gd name="connsiteY14" fmla="*/ 76458 h 92708"/>
                <a:gd name="connsiteX15" fmla="*/ 25000 w 168020"/>
                <a:gd name="connsiteY15" fmla="*/ 76458 h 92708"/>
                <a:gd name="connsiteX16" fmla="*/ 25000 w 168020"/>
                <a:gd name="connsiteY16" fmla="*/ 83542 h 92708"/>
                <a:gd name="connsiteX17" fmla="*/ 77083 w 168020"/>
                <a:gd name="connsiteY17" fmla="*/ 83542 h 92708"/>
                <a:gd name="connsiteX18" fmla="*/ 77083 w 168020"/>
                <a:gd name="connsiteY18" fmla="*/ 92708 h 92708"/>
                <a:gd name="connsiteX19" fmla="*/ 15313 w 168020"/>
                <a:gd name="connsiteY19" fmla="*/ 92708 h 92708"/>
                <a:gd name="connsiteX20" fmla="*/ 13021 w 168020"/>
                <a:gd name="connsiteY20" fmla="*/ 92083 h 92708"/>
                <a:gd name="connsiteX21" fmla="*/ 12396 w 168020"/>
                <a:gd name="connsiteY21" fmla="*/ 89792 h 92708"/>
                <a:gd name="connsiteX22" fmla="*/ 12396 w 168020"/>
                <a:gd name="connsiteY22" fmla="*/ 71146 h 92708"/>
                <a:gd name="connsiteX23" fmla="*/ 13021 w 168020"/>
                <a:gd name="connsiteY23" fmla="*/ 68906 h 92708"/>
                <a:gd name="connsiteX24" fmla="*/ 15313 w 168020"/>
                <a:gd name="connsiteY24" fmla="*/ 68229 h 92708"/>
                <a:gd name="connsiteX25" fmla="*/ 62708 w 168020"/>
                <a:gd name="connsiteY25" fmla="*/ 68229 h 92708"/>
                <a:gd name="connsiteX26" fmla="*/ 62708 w 168020"/>
                <a:gd name="connsiteY26" fmla="*/ 61250 h 92708"/>
                <a:gd name="connsiteX27" fmla="*/ 12396 w 168020"/>
                <a:gd name="connsiteY27" fmla="*/ 61250 h 92708"/>
                <a:gd name="connsiteX28" fmla="*/ 24479 w 168020"/>
                <a:gd name="connsiteY28" fmla="*/ 10937 h 92708"/>
                <a:gd name="connsiteX29" fmla="*/ 15260 w 168020"/>
                <a:gd name="connsiteY29" fmla="*/ 14531 h 92708"/>
                <a:gd name="connsiteX30" fmla="*/ 11875 w 168020"/>
                <a:gd name="connsiteY30" fmla="*/ 23646 h 92708"/>
                <a:gd name="connsiteX31" fmla="*/ 15260 w 168020"/>
                <a:gd name="connsiteY31" fmla="*/ 32760 h 92708"/>
                <a:gd name="connsiteX32" fmla="*/ 24479 w 168020"/>
                <a:gd name="connsiteY32" fmla="*/ 36458 h 92708"/>
                <a:gd name="connsiteX33" fmla="*/ 33646 w 168020"/>
                <a:gd name="connsiteY33" fmla="*/ 32760 h 92708"/>
                <a:gd name="connsiteX34" fmla="*/ 37083 w 168020"/>
                <a:gd name="connsiteY34" fmla="*/ 23646 h 92708"/>
                <a:gd name="connsiteX35" fmla="*/ 33646 w 168020"/>
                <a:gd name="connsiteY35" fmla="*/ 14531 h 92708"/>
                <a:gd name="connsiteX36" fmla="*/ 24479 w 168020"/>
                <a:gd name="connsiteY36" fmla="*/ 10937 h 92708"/>
                <a:gd name="connsiteX37" fmla="*/ 93646 w 168020"/>
                <a:gd name="connsiteY37" fmla="*/ 3125 h 92708"/>
                <a:gd name="connsiteX38" fmla="*/ 132500 w 168020"/>
                <a:gd name="connsiteY38" fmla="*/ 3125 h 92708"/>
                <a:gd name="connsiteX39" fmla="*/ 134740 w 168020"/>
                <a:gd name="connsiteY39" fmla="*/ 3802 h 92708"/>
                <a:gd name="connsiteX40" fmla="*/ 135417 w 168020"/>
                <a:gd name="connsiteY40" fmla="*/ 6042 h 92708"/>
                <a:gd name="connsiteX41" fmla="*/ 135417 w 168020"/>
                <a:gd name="connsiteY41" fmla="*/ 31771 h 92708"/>
                <a:gd name="connsiteX42" fmla="*/ 134740 w 168020"/>
                <a:gd name="connsiteY42" fmla="*/ 34062 h 92708"/>
                <a:gd name="connsiteX43" fmla="*/ 132500 w 168020"/>
                <a:gd name="connsiteY43" fmla="*/ 34688 h 92708"/>
                <a:gd name="connsiteX44" fmla="*/ 105313 w 168020"/>
                <a:gd name="connsiteY44" fmla="*/ 34688 h 92708"/>
                <a:gd name="connsiteX45" fmla="*/ 105313 w 168020"/>
                <a:gd name="connsiteY45" fmla="*/ 46667 h 92708"/>
                <a:gd name="connsiteX46" fmla="*/ 116458 w 168020"/>
                <a:gd name="connsiteY46" fmla="*/ 46667 h 92708"/>
                <a:gd name="connsiteX47" fmla="*/ 123333 w 168020"/>
                <a:gd name="connsiteY47" fmla="*/ 46406 h 92708"/>
                <a:gd name="connsiteX48" fmla="*/ 131146 w 168020"/>
                <a:gd name="connsiteY48" fmla="*/ 45729 h 92708"/>
                <a:gd name="connsiteX49" fmla="*/ 138854 w 168020"/>
                <a:gd name="connsiteY49" fmla="*/ 44896 h 92708"/>
                <a:gd name="connsiteX50" fmla="*/ 145417 w 168020"/>
                <a:gd name="connsiteY50" fmla="*/ 43854 h 92708"/>
                <a:gd name="connsiteX51" fmla="*/ 145417 w 168020"/>
                <a:gd name="connsiteY51" fmla="*/ 53542 h 92708"/>
                <a:gd name="connsiteX52" fmla="*/ 138854 w 168020"/>
                <a:gd name="connsiteY52" fmla="*/ 54531 h 92708"/>
                <a:gd name="connsiteX53" fmla="*/ 130625 w 168020"/>
                <a:gd name="connsiteY53" fmla="*/ 55313 h 92708"/>
                <a:gd name="connsiteX54" fmla="*/ 121458 w 168020"/>
                <a:gd name="connsiteY54" fmla="*/ 56042 h 92708"/>
                <a:gd name="connsiteX55" fmla="*/ 112396 w 168020"/>
                <a:gd name="connsiteY55" fmla="*/ 56354 h 92708"/>
                <a:gd name="connsiteX56" fmla="*/ 108750 w 168020"/>
                <a:gd name="connsiteY56" fmla="*/ 56406 h 92708"/>
                <a:gd name="connsiteX57" fmla="*/ 103646 w 168020"/>
                <a:gd name="connsiteY57" fmla="*/ 56458 h 92708"/>
                <a:gd name="connsiteX58" fmla="*/ 98854 w 168020"/>
                <a:gd name="connsiteY58" fmla="*/ 56458 h 92708"/>
                <a:gd name="connsiteX59" fmla="*/ 96563 w 168020"/>
                <a:gd name="connsiteY59" fmla="*/ 56458 h 92708"/>
                <a:gd name="connsiteX60" fmla="*/ 94271 w 168020"/>
                <a:gd name="connsiteY60" fmla="*/ 55833 h 92708"/>
                <a:gd name="connsiteX61" fmla="*/ 93646 w 168020"/>
                <a:gd name="connsiteY61" fmla="*/ 53542 h 92708"/>
                <a:gd name="connsiteX62" fmla="*/ 93646 w 168020"/>
                <a:gd name="connsiteY62" fmla="*/ 28229 h 92708"/>
                <a:gd name="connsiteX63" fmla="*/ 94271 w 168020"/>
                <a:gd name="connsiteY63" fmla="*/ 25990 h 92708"/>
                <a:gd name="connsiteX64" fmla="*/ 96563 w 168020"/>
                <a:gd name="connsiteY64" fmla="*/ 25313 h 92708"/>
                <a:gd name="connsiteX65" fmla="*/ 123854 w 168020"/>
                <a:gd name="connsiteY65" fmla="*/ 25313 h 92708"/>
                <a:gd name="connsiteX66" fmla="*/ 123854 w 168020"/>
                <a:gd name="connsiteY66" fmla="*/ 12917 h 92708"/>
                <a:gd name="connsiteX67" fmla="*/ 93646 w 168020"/>
                <a:gd name="connsiteY67" fmla="*/ 12917 h 92708"/>
                <a:gd name="connsiteX68" fmla="*/ 24479 w 168020"/>
                <a:gd name="connsiteY68" fmla="*/ 937 h 92708"/>
                <a:gd name="connsiteX69" fmla="*/ 34427 w 168020"/>
                <a:gd name="connsiteY69" fmla="*/ 2708 h 92708"/>
                <a:gd name="connsiteX70" fmla="*/ 42188 w 168020"/>
                <a:gd name="connsiteY70" fmla="*/ 7500 h 92708"/>
                <a:gd name="connsiteX71" fmla="*/ 47135 w 168020"/>
                <a:gd name="connsiteY71" fmla="*/ 14687 h 92708"/>
                <a:gd name="connsiteX72" fmla="*/ 48958 w 168020"/>
                <a:gd name="connsiteY72" fmla="*/ 23542 h 92708"/>
                <a:gd name="connsiteX73" fmla="*/ 47135 w 168020"/>
                <a:gd name="connsiteY73" fmla="*/ 32708 h 92708"/>
                <a:gd name="connsiteX74" fmla="*/ 42188 w 168020"/>
                <a:gd name="connsiteY74" fmla="*/ 39896 h 92708"/>
                <a:gd name="connsiteX75" fmla="*/ 34427 w 168020"/>
                <a:gd name="connsiteY75" fmla="*/ 44635 h 92708"/>
                <a:gd name="connsiteX76" fmla="*/ 24479 w 168020"/>
                <a:gd name="connsiteY76" fmla="*/ 46354 h 92708"/>
                <a:gd name="connsiteX77" fmla="*/ 14635 w 168020"/>
                <a:gd name="connsiteY77" fmla="*/ 44635 h 92708"/>
                <a:gd name="connsiteX78" fmla="*/ 6875 w 168020"/>
                <a:gd name="connsiteY78" fmla="*/ 39896 h 92708"/>
                <a:gd name="connsiteX79" fmla="*/ 1823 w 168020"/>
                <a:gd name="connsiteY79" fmla="*/ 32708 h 92708"/>
                <a:gd name="connsiteX80" fmla="*/ 0 w 168020"/>
                <a:gd name="connsiteY80" fmla="*/ 23542 h 92708"/>
                <a:gd name="connsiteX81" fmla="*/ 1823 w 168020"/>
                <a:gd name="connsiteY81" fmla="*/ 14687 h 92708"/>
                <a:gd name="connsiteX82" fmla="*/ 6875 w 168020"/>
                <a:gd name="connsiteY82" fmla="*/ 7500 h 92708"/>
                <a:gd name="connsiteX83" fmla="*/ 14635 w 168020"/>
                <a:gd name="connsiteY83" fmla="*/ 2708 h 92708"/>
                <a:gd name="connsiteX84" fmla="*/ 24479 w 168020"/>
                <a:gd name="connsiteY84" fmla="*/ 937 h 92708"/>
                <a:gd name="connsiteX85" fmla="*/ 154271 w 168020"/>
                <a:gd name="connsiteY85" fmla="*/ 104 h 92708"/>
                <a:gd name="connsiteX86" fmla="*/ 166146 w 168020"/>
                <a:gd name="connsiteY86" fmla="*/ 104 h 92708"/>
                <a:gd name="connsiteX87" fmla="*/ 166146 w 168020"/>
                <a:gd name="connsiteY87" fmla="*/ 68333 h 92708"/>
                <a:gd name="connsiteX88" fmla="*/ 154375 w 168020"/>
                <a:gd name="connsiteY88" fmla="*/ 68333 h 92708"/>
                <a:gd name="connsiteX89" fmla="*/ 154375 w 168020"/>
                <a:gd name="connsiteY89" fmla="*/ 38854 h 92708"/>
                <a:gd name="connsiteX90" fmla="*/ 139583 w 168020"/>
                <a:gd name="connsiteY90" fmla="*/ 38854 h 92708"/>
                <a:gd name="connsiteX91" fmla="*/ 139583 w 168020"/>
                <a:gd name="connsiteY91" fmla="*/ 29271 h 92708"/>
                <a:gd name="connsiteX92" fmla="*/ 154375 w 168020"/>
                <a:gd name="connsiteY92" fmla="*/ 29271 h 92708"/>
                <a:gd name="connsiteX93" fmla="*/ 154375 w 168020"/>
                <a:gd name="connsiteY93" fmla="*/ 20625 h 92708"/>
                <a:gd name="connsiteX94" fmla="*/ 139583 w 168020"/>
                <a:gd name="connsiteY94" fmla="*/ 20625 h 92708"/>
                <a:gd name="connsiteX95" fmla="*/ 139583 w 168020"/>
                <a:gd name="connsiteY95" fmla="*/ 11146 h 92708"/>
                <a:gd name="connsiteX96" fmla="*/ 154271 w 168020"/>
                <a:gd name="connsiteY96" fmla="*/ 11146 h 92708"/>
                <a:gd name="connsiteX97" fmla="*/ 63542 w 168020"/>
                <a:gd name="connsiteY97" fmla="*/ 0 h 92708"/>
                <a:gd name="connsiteX98" fmla="*/ 75313 w 168020"/>
                <a:gd name="connsiteY98" fmla="*/ 0 h 92708"/>
                <a:gd name="connsiteX99" fmla="*/ 75313 w 168020"/>
                <a:gd name="connsiteY99" fmla="*/ 48229 h 92708"/>
                <a:gd name="connsiteX100" fmla="*/ 63542 w 168020"/>
                <a:gd name="connsiteY100" fmla="*/ 48229 h 92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168020" h="92708">
                  <a:moveTo>
                    <a:pt x="103333" y="63750"/>
                  </a:moveTo>
                  <a:lnTo>
                    <a:pt x="115208" y="63750"/>
                  </a:lnTo>
                  <a:lnTo>
                    <a:pt x="115208" y="81562"/>
                  </a:lnTo>
                  <a:lnTo>
                    <a:pt x="168021" y="81562"/>
                  </a:lnTo>
                  <a:lnTo>
                    <a:pt x="168021" y="91563"/>
                  </a:lnTo>
                  <a:lnTo>
                    <a:pt x="106146" y="91563"/>
                  </a:lnTo>
                  <a:cubicBezTo>
                    <a:pt x="105034" y="91563"/>
                    <a:pt x="104288" y="91354"/>
                    <a:pt x="103906" y="90937"/>
                  </a:cubicBezTo>
                  <a:cubicBezTo>
                    <a:pt x="103524" y="90521"/>
                    <a:pt x="103333" y="89766"/>
                    <a:pt x="103333" y="88646"/>
                  </a:cubicBezTo>
                  <a:close/>
                  <a:moveTo>
                    <a:pt x="12396" y="52083"/>
                  </a:moveTo>
                  <a:lnTo>
                    <a:pt x="72188" y="52083"/>
                  </a:lnTo>
                  <a:cubicBezTo>
                    <a:pt x="73229" y="52083"/>
                    <a:pt x="73975" y="52318"/>
                    <a:pt x="74427" y="52760"/>
                  </a:cubicBezTo>
                  <a:cubicBezTo>
                    <a:pt x="74878" y="53216"/>
                    <a:pt x="75104" y="53958"/>
                    <a:pt x="75104" y="55000"/>
                  </a:cubicBezTo>
                  <a:lnTo>
                    <a:pt x="75104" y="73542"/>
                  </a:lnTo>
                  <a:cubicBezTo>
                    <a:pt x="75104" y="74661"/>
                    <a:pt x="74878" y="75417"/>
                    <a:pt x="74427" y="75833"/>
                  </a:cubicBezTo>
                  <a:cubicBezTo>
                    <a:pt x="73975" y="76250"/>
                    <a:pt x="73229" y="76458"/>
                    <a:pt x="72188" y="76458"/>
                  </a:cubicBezTo>
                  <a:lnTo>
                    <a:pt x="25000" y="76458"/>
                  </a:lnTo>
                  <a:lnTo>
                    <a:pt x="25000" y="83542"/>
                  </a:lnTo>
                  <a:lnTo>
                    <a:pt x="77083" y="83542"/>
                  </a:lnTo>
                  <a:lnTo>
                    <a:pt x="77083" y="92708"/>
                  </a:lnTo>
                  <a:lnTo>
                    <a:pt x="15313" y="92708"/>
                  </a:lnTo>
                  <a:cubicBezTo>
                    <a:pt x="14201" y="92708"/>
                    <a:pt x="13438" y="92500"/>
                    <a:pt x="13021" y="92083"/>
                  </a:cubicBezTo>
                  <a:cubicBezTo>
                    <a:pt x="12604" y="91667"/>
                    <a:pt x="12396" y="90911"/>
                    <a:pt x="12396" y="89792"/>
                  </a:cubicBezTo>
                  <a:lnTo>
                    <a:pt x="12396" y="71146"/>
                  </a:lnTo>
                  <a:cubicBezTo>
                    <a:pt x="12396" y="70104"/>
                    <a:pt x="12604" y="69362"/>
                    <a:pt x="13021" y="68906"/>
                  </a:cubicBezTo>
                  <a:cubicBezTo>
                    <a:pt x="13438" y="68464"/>
                    <a:pt x="14201" y="68229"/>
                    <a:pt x="15313" y="68229"/>
                  </a:cubicBezTo>
                  <a:lnTo>
                    <a:pt x="62708" y="68229"/>
                  </a:lnTo>
                  <a:lnTo>
                    <a:pt x="62708" y="61250"/>
                  </a:lnTo>
                  <a:lnTo>
                    <a:pt x="12396" y="61250"/>
                  </a:lnTo>
                  <a:close/>
                  <a:moveTo>
                    <a:pt x="24479" y="10937"/>
                  </a:moveTo>
                  <a:cubicBezTo>
                    <a:pt x="20590" y="10937"/>
                    <a:pt x="17517" y="12135"/>
                    <a:pt x="15260" y="14531"/>
                  </a:cubicBezTo>
                  <a:cubicBezTo>
                    <a:pt x="13003" y="16927"/>
                    <a:pt x="11875" y="19974"/>
                    <a:pt x="11875" y="23646"/>
                  </a:cubicBezTo>
                  <a:cubicBezTo>
                    <a:pt x="11875" y="27266"/>
                    <a:pt x="13003" y="30299"/>
                    <a:pt x="15260" y="32760"/>
                  </a:cubicBezTo>
                  <a:cubicBezTo>
                    <a:pt x="17517" y="35234"/>
                    <a:pt x="20590" y="36458"/>
                    <a:pt x="24479" y="36458"/>
                  </a:cubicBezTo>
                  <a:cubicBezTo>
                    <a:pt x="28298" y="36458"/>
                    <a:pt x="31354" y="35234"/>
                    <a:pt x="33646" y="32760"/>
                  </a:cubicBezTo>
                  <a:cubicBezTo>
                    <a:pt x="35938" y="30299"/>
                    <a:pt x="37083" y="27266"/>
                    <a:pt x="37083" y="23646"/>
                  </a:cubicBezTo>
                  <a:cubicBezTo>
                    <a:pt x="37083" y="19974"/>
                    <a:pt x="35938" y="16927"/>
                    <a:pt x="33646" y="14531"/>
                  </a:cubicBezTo>
                  <a:cubicBezTo>
                    <a:pt x="31354" y="12135"/>
                    <a:pt x="28298" y="10937"/>
                    <a:pt x="24479" y="10937"/>
                  </a:cubicBezTo>
                  <a:close/>
                  <a:moveTo>
                    <a:pt x="93646" y="3125"/>
                  </a:moveTo>
                  <a:lnTo>
                    <a:pt x="132500" y="3125"/>
                  </a:lnTo>
                  <a:cubicBezTo>
                    <a:pt x="133542" y="3125"/>
                    <a:pt x="134288" y="3359"/>
                    <a:pt x="134740" y="3802"/>
                  </a:cubicBezTo>
                  <a:cubicBezTo>
                    <a:pt x="135190" y="4258"/>
                    <a:pt x="135417" y="5000"/>
                    <a:pt x="135417" y="6042"/>
                  </a:cubicBezTo>
                  <a:lnTo>
                    <a:pt x="135417" y="31771"/>
                  </a:lnTo>
                  <a:cubicBezTo>
                    <a:pt x="135417" y="32891"/>
                    <a:pt x="135190" y="33646"/>
                    <a:pt x="134740" y="34062"/>
                  </a:cubicBezTo>
                  <a:cubicBezTo>
                    <a:pt x="134288" y="34479"/>
                    <a:pt x="133542" y="34688"/>
                    <a:pt x="132500" y="34688"/>
                  </a:cubicBezTo>
                  <a:lnTo>
                    <a:pt x="105313" y="34688"/>
                  </a:lnTo>
                  <a:lnTo>
                    <a:pt x="105313" y="46667"/>
                  </a:lnTo>
                  <a:lnTo>
                    <a:pt x="116458" y="46667"/>
                  </a:lnTo>
                  <a:cubicBezTo>
                    <a:pt x="118471" y="46667"/>
                    <a:pt x="120763" y="46589"/>
                    <a:pt x="123333" y="46406"/>
                  </a:cubicBezTo>
                  <a:cubicBezTo>
                    <a:pt x="125902" y="46237"/>
                    <a:pt x="128507" y="46016"/>
                    <a:pt x="131146" y="45729"/>
                  </a:cubicBezTo>
                  <a:cubicBezTo>
                    <a:pt x="133784" y="45521"/>
                    <a:pt x="136354" y="45247"/>
                    <a:pt x="138854" y="44896"/>
                  </a:cubicBezTo>
                  <a:cubicBezTo>
                    <a:pt x="141354" y="44557"/>
                    <a:pt x="143542" y="44206"/>
                    <a:pt x="145417" y="43854"/>
                  </a:cubicBezTo>
                  <a:lnTo>
                    <a:pt x="145417" y="53542"/>
                  </a:lnTo>
                  <a:cubicBezTo>
                    <a:pt x="143611" y="53893"/>
                    <a:pt x="141423" y="54219"/>
                    <a:pt x="138854" y="54531"/>
                  </a:cubicBezTo>
                  <a:cubicBezTo>
                    <a:pt x="136284" y="54844"/>
                    <a:pt x="133542" y="55104"/>
                    <a:pt x="130625" y="55313"/>
                  </a:cubicBezTo>
                  <a:cubicBezTo>
                    <a:pt x="127638" y="55599"/>
                    <a:pt x="124583" y="55833"/>
                    <a:pt x="121458" y="56042"/>
                  </a:cubicBezTo>
                  <a:cubicBezTo>
                    <a:pt x="118333" y="56250"/>
                    <a:pt x="115313" y="56354"/>
                    <a:pt x="112396" y="56354"/>
                  </a:cubicBezTo>
                  <a:cubicBezTo>
                    <a:pt x="111632" y="56354"/>
                    <a:pt x="110417" y="56380"/>
                    <a:pt x="108750" y="56406"/>
                  </a:cubicBezTo>
                  <a:cubicBezTo>
                    <a:pt x="107083" y="56445"/>
                    <a:pt x="105382" y="56458"/>
                    <a:pt x="103646" y="56458"/>
                  </a:cubicBezTo>
                  <a:cubicBezTo>
                    <a:pt x="101840" y="56458"/>
                    <a:pt x="100242" y="56458"/>
                    <a:pt x="98854" y="56458"/>
                  </a:cubicBezTo>
                  <a:cubicBezTo>
                    <a:pt x="97465" y="56458"/>
                    <a:pt x="96701" y="56458"/>
                    <a:pt x="96563" y="56458"/>
                  </a:cubicBezTo>
                  <a:cubicBezTo>
                    <a:pt x="95451" y="56458"/>
                    <a:pt x="94688" y="56250"/>
                    <a:pt x="94271" y="55833"/>
                  </a:cubicBezTo>
                  <a:cubicBezTo>
                    <a:pt x="93854" y="55417"/>
                    <a:pt x="93646" y="54661"/>
                    <a:pt x="93646" y="53542"/>
                  </a:cubicBezTo>
                  <a:lnTo>
                    <a:pt x="93646" y="28229"/>
                  </a:lnTo>
                  <a:cubicBezTo>
                    <a:pt x="93646" y="27187"/>
                    <a:pt x="93854" y="26445"/>
                    <a:pt x="94271" y="25990"/>
                  </a:cubicBezTo>
                  <a:cubicBezTo>
                    <a:pt x="94688" y="25547"/>
                    <a:pt x="95451" y="25313"/>
                    <a:pt x="96563" y="25313"/>
                  </a:cubicBezTo>
                  <a:lnTo>
                    <a:pt x="123854" y="25313"/>
                  </a:lnTo>
                  <a:lnTo>
                    <a:pt x="123854" y="12917"/>
                  </a:lnTo>
                  <a:lnTo>
                    <a:pt x="93646" y="12917"/>
                  </a:lnTo>
                  <a:close/>
                  <a:moveTo>
                    <a:pt x="24479" y="937"/>
                  </a:moveTo>
                  <a:cubicBezTo>
                    <a:pt x="28090" y="937"/>
                    <a:pt x="31406" y="1536"/>
                    <a:pt x="34427" y="2708"/>
                  </a:cubicBezTo>
                  <a:cubicBezTo>
                    <a:pt x="37448" y="3893"/>
                    <a:pt x="40034" y="5495"/>
                    <a:pt x="42188" y="7500"/>
                  </a:cubicBezTo>
                  <a:cubicBezTo>
                    <a:pt x="44271" y="9518"/>
                    <a:pt x="45919" y="11914"/>
                    <a:pt x="47135" y="14687"/>
                  </a:cubicBezTo>
                  <a:cubicBezTo>
                    <a:pt x="48350" y="17474"/>
                    <a:pt x="48958" y="20417"/>
                    <a:pt x="48958" y="23542"/>
                  </a:cubicBezTo>
                  <a:cubicBezTo>
                    <a:pt x="48958" y="26875"/>
                    <a:pt x="48350" y="29935"/>
                    <a:pt x="47135" y="32708"/>
                  </a:cubicBezTo>
                  <a:cubicBezTo>
                    <a:pt x="45919" y="35495"/>
                    <a:pt x="44271" y="37890"/>
                    <a:pt x="42188" y="39896"/>
                  </a:cubicBezTo>
                  <a:cubicBezTo>
                    <a:pt x="40034" y="41914"/>
                    <a:pt x="37448" y="43490"/>
                    <a:pt x="34427" y="44635"/>
                  </a:cubicBezTo>
                  <a:cubicBezTo>
                    <a:pt x="31406" y="45781"/>
                    <a:pt x="28090" y="46354"/>
                    <a:pt x="24479" y="46354"/>
                  </a:cubicBezTo>
                  <a:cubicBezTo>
                    <a:pt x="20938" y="46354"/>
                    <a:pt x="17656" y="45781"/>
                    <a:pt x="14635" y="44635"/>
                  </a:cubicBezTo>
                  <a:cubicBezTo>
                    <a:pt x="11615" y="43490"/>
                    <a:pt x="9027" y="41914"/>
                    <a:pt x="6875" y="39896"/>
                  </a:cubicBezTo>
                  <a:cubicBezTo>
                    <a:pt x="4721" y="37890"/>
                    <a:pt x="3038" y="35495"/>
                    <a:pt x="1823" y="32708"/>
                  </a:cubicBezTo>
                  <a:cubicBezTo>
                    <a:pt x="607" y="29935"/>
                    <a:pt x="0" y="26875"/>
                    <a:pt x="0" y="23542"/>
                  </a:cubicBezTo>
                  <a:cubicBezTo>
                    <a:pt x="0" y="20417"/>
                    <a:pt x="607" y="17474"/>
                    <a:pt x="1823" y="14687"/>
                  </a:cubicBezTo>
                  <a:cubicBezTo>
                    <a:pt x="3038" y="11914"/>
                    <a:pt x="4721" y="9518"/>
                    <a:pt x="6875" y="7500"/>
                  </a:cubicBezTo>
                  <a:cubicBezTo>
                    <a:pt x="9027" y="5495"/>
                    <a:pt x="11615" y="3893"/>
                    <a:pt x="14635" y="2708"/>
                  </a:cubicBezTo>
                  <a:cubicBezTo>
                    <a:pt x="17656" y="1536"/>
                    <a:pt x="20938" y="937"/>
                    <a:pt x="24479" y="937"/>
                  </a:cubicBezTo>
                  <a:close/>
                  <a:moveTo>
                    <a:pt x="154271" y="104"/>
                  </a:moveTo>
                  <a:lnTo>
                    <a:pt x="166146" y="104"/>
                  </a:lnTo>
                  <a:lnTo>
                    <a:pt x="166146" y="68333"/>
                  </a:lnTo>
                  <a:lnTo>
                    <a:pt x="154375" y="68333"/>
                  </a:lnTo>
                  <a:lnTo>
                    <a:pt x="154375" y="38854"/>
                  </a:lnTo>
                  <a:lnTo>
                    <a:pt x="139583" y="38854"/>
                  </a:lnTo>
                  <a:lnTo>
                    <a:pt x="139583" y="29271"/>
                  </a:lnTo>
                  <a:lnTo>
                    <a:pt x="154375" y="29271"/>
                  </a:lnTo>
                  <a:lnTo>
                    <a:pt x="154375" y="20625"/>
                  </a:lnTo>
                  <a:lnTo>
                    <a:pt x="139583" y="20625"/>
                  </a:lnTo>
                  <a:lnTo>
                    <a:pt x="139583" y="11146"/>
                  </a:lnTo>
                  <a:lnTo>
                    <a:pt x="154271" y="11146"/>
                  </a:lnTo>
                  <a:close/>
                  <a:moveTo>
                    <a:pt x="63542" y="0"/>
                  </a:moveTo>
                  <a:lnTo>
                    <a:pt x="75313" y="0"/>
                  </a:lnTo>
                  <a:lnTo>
                    <a:pt x="75313" y="48229"/>
                  </a:lnTo>
                  <a:lnTo>
                    <a:pt x="63542" y="4822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362BEDCE-067A-4664-BC26-F5DF56D9399F}"/>
                </a:ext>
              </a:extLst>
            </p:cNvPr>
            <p:cNvSpPr txBox="1"/>
            <p:nvPr/>
          </p:nvSpPr>
          <p:spPr>
            <a:xfrm>
              <a:off x="820714" y="2606204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일련</a:t>
              </a:r>
            </a:p>
          </p:txBody>
        </p:sp>
        <p:sp>
          <p:nvSpPr>
            <p:cNvPr id="309" name="자유형: 도형 308">
              <a:extLst>
                <a:ext uri="{FF2B5EF4-FFF2-40B4-BE49-F238E27FC236}">
                  <a16:creationId xmlns:a16="http://schemas.microsoft.com/office/drawing/2014/main" id="{68AA9CD9-9918-4E35-A352-36EA60BFC72A}"/>
                </a:ext>
              </a:extLst>
            </p:cNvPr>
            <p:cNvSpPr/>
            <p:nvPr/>
          </p:nvSpPr>
          <p:spPr>
            <a:xfrm>
              <a:off x="915071" y="2805283"/>
              <a:ext cx="170625" cy="91458"/>
            </a:xfrm>
            <a:custGeom>
              <a:avLst/>
              <a:gdLst>
                <a:gd name="connsiteX0" fmla="*/ 9583 w 170625"/>
                <a:gd name="connsiteY0" fmla="*/ 60208 h 91458"/>
                <a:gd name="connsiteX1" fmla="*/ 21458 w 170625"/>
                <a:gd name="connsiteY1" fmla="*/ 60208 h 91458"/>
                <a:gd name="connsiteX2" fmla="*/ 21458 w 170625"/>
                <a:gd name="connsiteY2" fmla="*/ 81458 h 91458"/>
                <a:gd name="connsiteX3" fmla="*/ 74271 w 170625"/>
                <a:gd name="connsiteY3" fmla="*/ 81458 h 91458"/>
                <a:gd name="connsiteX4" fmla="*/ 74271 w 170625"/>
                <a:gd name="connsiteY4" fmla="*/ 91458 h 91458"/>
                <a:gd name="connsiteX5" fmla="*/ 12396 w 170625"/>
                <a:gd name="connsiteY5" fmla="*/ 91458 h 91458"/>
                <a:gd name="connsiteX6" fmla="*/ 10156 w 170625"/>
                <a:gd name="connsiteY6" fmla="*/ 90833 h 91458"/>
                <a:gd name="connsiteX7" fmla="*/ 9583 w 170625"/>
                <a:gd name="connsiteY7" fmla="*/ 88542 h 91458"/>
                <a:gd name="connsiteX8" fmla="*/ 127604 w 170625"/>
                <a:gd name="connsiteY8" fmla="*/ 40625 h 91458"/>
                <a:gd name="connsiteX9" fmla="*/ 115104 w 170625"/>
                <a:gd name="connsiteY9" fmla="*/ 42500 h 91458"/>
                <a:gd name="connsiteX10" fmla="*/ 110833 w 170625"/>
                <a:gd name="connsiteY10" fmla="*/ 48021 h 91458"/>
                <a:gd name="connsiteX11" fmla="*/ 115052 w 170625"/>
                <a:gd name="connsiteY11" fmla="*/ 53438 h 91458"/>
                <a:gd name="connsiteX12" fmla="*/ 127604 w 170625"/>
                <a:gd name="connsiteY12" fmla="*/ 55313 h 91458"/>
                <a:gd name="connsiteX13" fmla="*/ 140104 w 170625"/>
                <a:gd name="connsiteY13" fmla="*/ 53438 h 91458"/>
                <a:gd name="connsiteX14" fmla="*/ 144375 w 170625"/>
                <a:gd name="connsiteY14" fmla="*/ 48021 h 91458"/>
                <a:gd name="connsiteX15" fmla="*/ 140052 w 170625"/>
                <a:gd name="connsiteY15" fmla="*/ 42500 h 91458"/>
                <a:gd name="connsiteX16" fmla="*/ 127604 w 170625"/>
                <a:gd name="connsiteY16" fmla="*/ 40625 h 91458"/>
                <a:gd name="connsiteX17" fmla="*/ 127604 w 170625"/>
                <a:gd name="connsiteY17" fmla="*/ 31771 h 91458"/>
                <a:gd name="connsiteX18" fmla="*/ 149844 w 170625"/>
                <a:gd name="connsiteY18" fmla="*/ 36042 h 91458"/>
                <a:gd name="connsiteX19" fmla="*/ 158229 w 170625"/>
                <a:gd name="connsiteY19" fmla="*/ 48021 h 91458"/>
                <a:gd name="connsiteX20" fmla="*/ 151406 w 170625"/>
                <a:gd name="connsiteY20" fmla="*/ 58802 h 91458"/>
                <a:gd name="connsiteX21" fmla="*/ 133438 w 170625"/>
                <a:gd name="connsiteY21" fmla="*/ 63958 h 91458"/>
                <a:gd name="connsiteX22" fmla="*/ 133438 w 170625"/>
                <a:gd name="connsiteY22" fmla="*/ 73125 h 91458"/>
                <a:gd name="connsiteX23" fmla="*/ 170625 w 170625"/>
                <a:gd name="connsiteY23" fmla="*/ 73125 h 91458"/>
                <a:gd name="connsiteX24" fmla="*/ 170625 w 170625"/>
                <a:gd name="connsiteY24" fmla="*/ 83125 h 91458"/>
                <a:gd name="connsiteX25" fmla="*/ 84479 w 170625"/>
                <a:gd name="connsiteY25" fmla="*/ 83125 h 91458"/>
                <a:gd name="connsiteX26" fmla="*/ 84479 w 170625"/>
                <a:gd name="connsiteY26" fmla="*/ 73125 h 91458"/>
                <a:gd name="connsiteX27" fmla="*/ 121146 w 170625"/>
                <a:gd name="connsiteY27" fmla="*/ 73125 h 91458"/>
                <a:gd name="connsiteX28" fmla="*/ 121146 w 170625"/>
                <a:gd name="connsiteY28" fmla="*/ 63854 h 91458"/>
                <a:gd name="connsiteX29" fmla="*/ 103594 w 170625"/>
                <a:gd name="connsiteY29" fmla="*/ 58750 h 91458"/>
                <a:gd name="connsiteX30" fmla="*/ 96979 w 170625"/>
                <a:gd name="connsiteY30" fmla="*/ 48021 h 91458"/>
                <a:gd name="connsiteX31" fmla="*/ 105313 w 170625"/>
                <a:gd name="connsiteY31" fmla="*/ 36042 h 91458"/>
                <a:gd name="connsiteX32" fmla="*/ 127604 w 170625"/>
                <a:gd name="connsiteY32" fmla="*/ 31771 h 91458"/>
                <a:gd name="connsiteX33" fmla="*/ 11667 w 170625"/>
                <a:gd name="connsiteY33" fmla="*/ 27292 h 91458"/>
                <a:gd name="connsiteX34" fmla="*/ 11667 w 170625"/>
                <a:gd name="connsiteY34" fmla="*/ 41042 h 91458"/>
                <a:gd name="connsiteX35" fmla="*/ 32500 w 170625"/>
                <a:gd name="connsiteY35" fmla="*/ 41042 h 91458"/>
                <a:gd name="connsiteX36" fmla="*/ 32500 w 170625"/>
                <a:gd name="connsiteY36" fmla="*/ 27292 h 91458"/>
                <a:gd name="connsiteX37" fmla="*/ 91354 w 170625"/>
                <a:gd name="connsiteY37" fmla="*/ 17812 h 91458"/>
                <a:gd name="connsiteX38" fmla="*/ 163438 w 170625"/>
                <a:gd name="connsiteY38" fmla="*/ 17812 h 91458"/>
                <a:gd name="connsiteX39" fmla="*/ 163438 w 170625"/>
                <a:gd name="connsiteY39" fmla="*/ 27604 h 91458"/>
                <a:gd name="connsiteX40" fmla="*/ 91354 w 170625"/>
                <a:gd name="connsiteY40" fmla="*/ 27604 h 91458"/>
                <a:gd name="connsiteX41" fmla="*/ 107604 w 170625"/>
                <a:gd name="connsiteY41" fmla="*/ 1667 h 91458"/>
                <a:gd name="connsiteX42" fmla="*/ 147083 w 170625"/>
                <a:gd name="connsiteY42" fmla="*/ 1667 h 91458"/>
                <a:gd name="connsiteX43" fmla="*/ 147083 w 170625"/>
                <a:gd name="connsiteY43" fmla="*/ 11146 h 91458"/>
                <a:gd name="connsiteX44" fmla="*/ 107604 w 170625"/>
                <a:gd name="connsiteY44" fmla="*/ 11146 h 91458"/>
                <a:gd name="connsiteX45" fmla="*/ 60521 w 170625"/>
                <a:gd name="connsiteY45" fmla="*/ 0 h 91458"/>
                <a:gd name="connsiteX46" fmla="*/ 72292 w 170625"/>
                <a:gd name="connsiteY46" fmla="*/ 0 h 91458"/>
                <a:gd name="connsiteX47" fmla="*/ 72292 w 170625"/>
                <a:gd name="connsiteY47" fmla="*/ 68437 h 91458"/>
                <a:gd name="connsiteX48" fmla="*/ 60521 w 170625"/>
                <a:gd name="connsiteY48" fmla="*/ 68437 h 91458"/>
                <a:gd name="connsiteX49" fmla="*/ 60521 w 170625"/>
                <a:gd name="connsiteY49" fmla="*/ 31042 h 91458"/>
                <a:gd name="connsiteX50" fmla="*/ 44063 w 170625"/>
                <a:gd name="connsiteY50" fmla="*/ 31042 h 91458"/>
                <a:gd name="connsiteX51" fmla="*/ 44063 w 170625"/>
                <a:gd name="connsiteY51" fmla="*/ 48021 h 91458"/>
                <a:gd name="connsiteX52" fmla="*/ 43385 w 170625"/>
                <a:gd name="connsiteY52" fmla="*/ 50313 h 91458"/>
                <a:gd name="connsiteX53" fmla="*/ 41146 w 170625"/>
                <a:gd name="connsiteY53" fmla="*/ 50938 h 91458"/>
                <a:gd name="connsiteX54" fmla="*/ 2812 w 170625"/>
                <a:gd name="connsiteY54" fmla="*/ 50938 h 91458"/>
                <a:gd name="connsiteX55" fmla="*/ 573 w 170625"/>
                <a:gd name="connsiteY55" fmla="*/ 50313 h 91458"/>
                <a:gd name="connsiteX56" fmla="*/ 0 w 170625"/>
                <a:gd name="connsiteY56" fmla="*/ 48021 h 91458"/>
                <a:gd name="connsiteX57" fmla="*/ 0 w 170625"/>
                <a:gd name="connsiteY57" fmla="*/ 2813 h 91458"/>
                <a:gd name="connsiteX58" fmla="*/ 11667 w 170625"/>
                <a:gd name="connsiteY58" fmla="*/ 2813 h 91458"/>
                <a:gd name="connsiteX59" fmla="*/ 11667 w 170625"/>
                <a:gd name="connsiteY59" fmla="*/ 17396 h 91458"/>
                <a:gd name="connsiteX60" fmla="*/ 32500 w 170625"/>
                <a:gd name="connsiteY60" fmla="*/ 17396 h 91458"/>
                <a:gd name="connsiteX61" fmla="*/ 32500 w 170625"/>
                <a:gd name="connsiteY61" fmla="*/ 2813 h 91458"/>
                <a:gd name="connsiteX62" fmla="*/ 44063 w 170625"/>
                <a:gd name="connsiteY62" fmla="*/ 2813 h 91458"/>
                <a:gd name="connsiteX63" fmla="*/ 44063 w 170625"/>
                <a:gd name="connsiteY63" fmla="*/ 20938 h 91458"/>
                <a:gd name="connsiteX64" fmla="*/ 60521 w 170625"/>
                <a:gd name="connsiteY64" fmla="*/ 20938 h 9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70625" h="91458">
                  <a:moveTo>
                    <a:pt x="9583" y="60208"/>
                  </a:moveTo>
                  <a:lnTo>
                    <a:pt x="21458" y="60208"/>
                  </a:lnTo>
                  <a:lnTo>
                    <a:pt x="21458" y="81458"/>
                  </a:lnTo>
                  <a:lnTo>
                    <a:pt x="74271" y="81458"/>
                  </a:lnTo>
                  <a:lnTo>
                    <a:pt x="74271" y="91458"/>
                  </a:lnTo>
                  <a:lnTo>
                    <a:pt x="12396" y="91458"/>
                  </a:lnTo>
                  <a:cubicBezTo>
                    <a:pt x="11284" y="91458"/>
                    <a:pt x="10538" y="91250"/>
                    <a:pt x="10156" y="90833"/>
                  </a:cubicBezTo>
                  <a:cubicBezTo>
                    <a:pt x="9773" y="90417"/>
                    <a:pt x="9583" y="89662"/>
                    <a:pt x="9583" y="88542"/>
                  </a:cubicBezTo>
                  <a:close/>
                  <a:moveTo>
                    <a:pt x="127604" y="40625"/>
                  </a:moveTo>
                  <a:cubicBezTo>
                    <a:pt x="122117" y="40625"/>
                    <a:pt x="117951" y="41250"/>
                    <a:pt x="115104" y="42500"/>
                  </a:cubicBezTo>
                  <a:cubicBezTo>
                    <a:pt x="112257" y="43750"/>
                    <a:pt x="110833" y="45599"/>
                    <a:pt x="110833" y="48021"/>
                  </a:cubicBezTo>
                  <a:cubicBezTo>
                    <a:pt x="110833" y="50391"/>
                    <a:pt x="112240" y="52187"/>
                    <a:pt x="115052" y="53438"/>
                  </a:cubicBezTo>
                  <a:cubicBezTo>
                    <a:pt x="117865" y="54687"/>
                    <a:pt x="122048" y="55313"/>
                    <a:pt x="127604" y="55313"/>
                  </a:cubicBezTo>
                  <a:cubicBezTo>
                    <a:pt x="133090" y="55313"/>
                    <a:pt x="137257" y="54687"/>
                    <a:pt x="140104" y="53438"/>
                  </a:cubicBezTo>
                  <a:cubicBezTo>
                    <a:pt x="142951" y="52187"/>
                    <a:pt x="144375" y="50391"/>
                    <a:pt x="144375" y="48021"/>
                  </a:cubicBezTo>
                  <a:cubicBezTo>
                    <a:pt x="144375" y="45599"/>
                    <a:pt x="142934" y="43750"/>
                    <a:pt x="140052" y="42500"/>
                  </a:cubicBezTo>
                  <a:cubicBezTo>
                    <a:pt x="137169" y="41250"/>
                    <a:pt x="133021" y="40625"/>
                    <a:pt x="127604" y="40625"/>
                  </a:cubicBezTo>
                  <a:close/>
                  <a:moveTo>
                    <a:pt x="127604" y="31771"/>
                  </a:moveTo>
                  <a:cubicBezTo>
                    <a:pt x="136840" y="31771"/>
                    <a:pt x="144253" y="33203"/>
                    <a:pt x="149844" y="36042"/>
                  </a:cubicBezTo>
                  <a:cubicBezTo>
                    <a:pt x="155434" y="38893"/>
                    <a:pt x="158229" y="42891"/>
                    <a:pt x="158229" y="48021"/>
                  </a:cubicBezTo>
                  <a:cubicBezTo>
                    <a:pt x="158229" y="52396"/>
                    <a:pt x="155954" y="55990"/>
                    <a:pt x="151406" y="58802"/>
                  </a:cubicBezTo>
                  <a:cubicBezTo>
                    <a:pt x="146857" y="61615"/>
                    <a:pt x="140867" y="63333"/>
                    <a:pt x="133438" y="63958"/>
                  </a:cubicBezTo>
                  <a:lnTo>
                    <a:pt x="133438" y="73125"/>
                  </a:lnTo>
                  <a:lnTo>
                    <a:pt x="170625" y="73125"/>
                  </a:lnTo>
                  <a:lnTo>
                    <a:pt x="170625" y="83125"/>
                  </a:lnTo>
                  <a:lnTo>
                    <a:pt x="84479" y="83125"/>
                  </a:lnTo>
                  <a:lnTo>
                    <a:pt x="84479" y="73125"/>
                  </a:lnTo>
                  <a:lnTo>
                    <a:pt x="121146" y="73125"/>
                  </a:lnTo>
                  <a:lnTo>
                    <a:pt x="121146" y="63854"/>
                  </a:lnTo>
                  <a:cubicBezTo>
                    <a:pt x="113854" y="63229"/>
                    <a:pt x="108003" y="61536"/>
                    <a:pt x="103594" y="58750"/>
                  </a:cubicBezTo>
                  <a:cubicBezTo>
                    <a:pt x="99184" y="55977"/>
                    <a:pt x="96979" y="52396"/>
                    <a:pt x="96979" y="48021"/>
                  </a:cubicBezTo>
                  <a:cubicBezTo>
                    <a:pt x="96979" y="42891"/>
                    <a:pt x="99757" y="38893"/>
                    <a:pt x="105313" y="36042"/>
                  </a:cubicBezTo>
                  <a:cubicBezTo>
                    <a:pt x="110867" y="33203"/>
                    <a:pt x="118298" y="31771"/>
                    <a:pt x="127604" y="31771"/>
                  </a:cubicBezTo>
                  <a:close/>
                  <a:moveTo>
                    <a:pt x="11667" y="27292"/>
                  </a:moveTo>
                  <a:lnTo>
                    <a:pt x="11667" y="41042"/>
                  </a:lnTo>
                  <a:lnTo>
                    <a:pt x="32500" y="41042"/>
                  </a:lnTo>
                  <a:lnTo>
                    <a:pt x="32500" y="27292"/>
                  </a:lnTo>
                  <a:close/>
                  <a:moveTo>
                    <a:pt x="91354" y="17812"/>
                  </a:moveTo>
                  <a:lnTo>
                    <a:pt x="163438" y="17812"/>
                  </a:lnTo>
                  <a:lnTo>
                    <a:pt x="163438" y="27604"/>
                  </a:lnTo>
                  <a:lnTo>
                    <a:pt x="91354" y="27604"/>
                  </a:lnTo>
                  <a:close/>
                  <a:moveTo>
                    <a:pt x="107604" y="1667"/>
                  </a:moveTo>
                  <a:lnTo>
                    <a:pt x="147083" y="1667"/>
                  </a:lnTo>
                  <a:lnTo>
                    <a:pt x="147083" y="11146"/>
                  </a:lnTo>
                  <a:lnTo>
                    <a:pt x="107604" y="11146"/>
                  </a:lnTo>
                  <a:close/>
                  <a:moveTo>
                    <a:pt x="60521" y="0"/>
                  </a:moveTo>
                  <a:lnTo>
                    <a:pt x="72292" y="0"/>
                  </a:lnTo>
                  <a:lnTo>
                    <a:pt x="72292" y="68437"/>
                  </a:lnTo>
                  <a:lnTo>
                    <a:pt x="60521" y="68437"/>
                  </a:lnTo>
                  <a:lnTo>
                    <a:pt x="60521" y="31042"/>
                  </a:lnTo>
                  <a:lnTo>
                    <a:pt x="44063" y="31042"/>
                  </a:lnTo>
                  <a:lnTo>
                    <a:pt x="44063" y="48021"/>
                  </a:lnTo>
                  <a:cubicBezTo>
                    <a:pt x="44063" y="49141"/>
                    <a:pt x="43836" y="49896"/>
                    <a:pt x="43385" y="50313"/>
                  </a:cubicBezTo>
                  <a:cubicBezTo>
                    <a:pt x="42934" y="50729"/>
                    <a:pt x="42187" y="50938"/>
                    <a:pt x="41146" y="50938"/>
                  </a:cubicBezTo>
                  <a:lnTo>
                    <a:pt x="2812" y="50938"/>
                  </a:lnTo>
                  <a:cubicBezTo>
                    <a:pt x="1701" y="50938"/>
                    <a:pt x="954" y="50729"/>
                    <a:pt x="573" y="50313"/>
                  </a:cubicBezTo>
                  <a:cubicBezTo>
                    <a:pt x="190" y="49896"/>
                    <a:pt x="0" y="49141"/>
                    <a:pt x="0" y="48021"/>
                  </a:cubicBezTo>
                  <a:lnTo>
                    <a:pt x="0" y="2813"/>
                  </a:lnTo>
                  <a:lnTo>
                    <a:pt x="11667" y="2813"/>
                  </a:lnTo>
                  <a:lnTo>
                    <a:pt x="11667" y="17396"/>
                  </a:lnTo>
                  <a:lnTo>
                    <a:pt x="32500" y="17396"/>
                  </a:lnTo>
                  <a:lnTo>
                    <a:pt x="32500" y="2813"/>
                  </a:lnTo>
                  <a:lnTo>
                    <a:pt x="44063" y="2813"/>
                  </a:lnTo>
                  <a:lnTo>
                    <a:pt x="44063" y="20938"/>
                  </a:lnTo>
                  <a:lnTo>
                    <a:pt x="60521" y="20938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9E8F32C0-A012-419D-8CD0-4BE26007D7CB}"/>
                </a:ext>
              </a:extLst>
            </p:cNvPr>
            <p:cNvSpPr txBox="1"/>
            <p:nvPr/>
          </p:nvSpPr>
          <p:spPr>
            <a:xfrm>
              <a:off x="823631" y="2735422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번호</a:t>
              </a:r>
            </a:p>
          </p:txBody>
        </p:sp>
        <p:sp>
          <p:nvSpPr>
            <p:cNvPr id="311" name="자유형: 도형 310">
              <a:extLst>
                <a:ext uri="{FF2B5EF4-FFF2-40B4-BE49-F238E27FC236}">
                  <a16:creationId xmlns:a16="http://schemas.microsoft.com/office/drawing/2014/main" id="{F93BB6FE-C1FE-4C34-9D8F-8890A395E43E}"/>
                </a:ext>
              </a:extLst>
            </p:cNvPr>
            <p:cNvSpPr/>
            <p:nvPr/>
          </p:nvSpPr>
          <p:spPr>
            <a:xfrm>
              <a:off x="1844208" y="2740179"/>
              <a:ext cx="91041" cy="93229"/>
            </a:xfrm>
            <a:custGeom>
              <a:avLst/>
              <a:gdLst>
                <a:gd name="connsiteX0" fmla="*/ 24987 w 91041"/>
                <a:gd name="connsiteY0" fmla="*/ 3438 h 93229"/>
                <a:gd name="connsiteX1" fmla="*/ 37279 w 91041"/>
                <a:gd name="connsiteY1" fmla="*/ 3438 h 93229"/>
                <a:gd name="connsiteX2" fmla="*/ 37279 w 91041"/>
                <a:gd name="connsiteY2" fmla="*/ 24063 h 93229"/>
                <a:gd name="connsiteX3" fmla="*/ 43229 w 91041"/>
                <a:gd name="connsiteY3" fmla="*/ 48125 h 93229"/>
                <a:gd name="connsiteX4" fmla="*/ 61341 w 91041"/>
                <a:gd name="connsiteY4" fmla="*/ 65937 h 93229"/>
                <a:gd name="connsiteX5" fmla="*/ 52604 w 91041"/>
                <a:gd name="connsiteY5" fmla="*/ 73854 h 93229"/>
                <a:gd name="connsiteX6" fmla="*/ 40104 w 91041"/>
                <a:gd name="connsiteY6" fmla="*/ 62813 h 93229"/>
                <a:gd name="connsiteX7" fmla="*/ 31250 w 91041"/>
                <a:gd name="connsiteY7" fmla="*/ 49479 h 93229"/>
                <a:gd name="connsiteX8" fmla="*/ 27917 w 91041"/>
                <a:gd name="connsiteY8" fmla="*/ 56510 h 93229"/>
                <a:gd name="connsiteX9" fmla="*/ 22799 w 91041"/>
                <a:gd name="connsiteY9" fmla="*/ 63542 h 93229"/>
                <a:gd name="connsiteX10" fmla="*/ 16497 w 91041"/>
                <a:gd name="connsiteY10" fmla="*/ 70208 h 93229"/>
                <a:gd name="connsiteX11" fmla="*/ 9583 w 91041"/>
                <a:gd name="connsiteY11" fmla="*/ 75938 h 93229"/>
                <a:gd name="connsiteX12" fmla="*/ 0 w 91041"/>
                <a:gd name="connsiteY12" fmla="*/ 68229 h 93229"/>
                <a:gd name="connsiteX13" fmla="*/ 18841 w 91041"/>
                <a:gd name="connsiteY13" fmla="*/ 48698 h 93229"/>
                <a:gd name="connsiteX14" fmla="*/ 24987 w 91041"/>
                <a:gd name="connsiteY14" fmla="*/ 23438 h 93229"/>
                <a:gd name="connsiteX15" fmla="*/ 66563 w 91041"/>
                <a:gd name="connsiteY15" fmla="*/ 0 h 93229"/>
                <a:gd name="connsiteX16" fmla="*/ 78229 w 91041"/>
                <a:gd name="connsiteY16" fmla="*/ 0 h 93229"/>
                <a:gd name="connsiteX17" fmla="*/ 78229 w 91041"/>
                <a:gd name="connsiteY17" fmla="*/ 35104 h 93229"/>
                <a:gd name="connsiteX18" fmla="*/ 91042 w 91041"/>
                <a:gd name="connsiteY18" fmla="*/ 35104 h 93229"/>
                <a:gd name="connsiteX19" fmla="*/ 91042 w 91041"/>
                <a:gd name="connsiteY19" fmla="*/ 45625 h 93229"/>
                <a:gd name="connsiteX20" fmla="*/ 78229 w 91041"/>
                <a:gd name="connsiteY20" fmla="*/ 45625 h 93229"/>
                <a:gd name="connsiteX21" fmla="*/ 78229 w 91041"/>
                <a:gd name="connsiteY21" fmla="*/ 93229 h 93229"/>
                <a:gd name="connsiteX22" fmla="*/ 66563 w 91041"/>
                <a:gd name="connsiteY22" fmla="*/ 93229 h 9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041" h="93229">
                  <a:moveTo>
                    <a:pt x="24987" y="3438"/>
                  </a:moveTo>
                  <a:lnTo>
                    <a:pt x="37279" y="3438"/>
                  </a:lnTo>
                  <a:lnTo>
                    <a:pt x="37279" y="24063"/>
                  </a:lnTo>
                  <a:cubicBezTo>
                    <a:pt x="37279" y="33229"/>
                    <a:pt x="39258" y="41250"/>
                    <a:pt x="43229" y="48125"/>
                  </a:cubicBezTo>
                  <a:cubicBezTo>
                    <a:pt x="47188" y="55000"/>
                    <a:pt x="53229" y="60937"/>
                    <a:pt x="61341" y="65937"/>
                  </a:cubicBezTo>
                  <a:lnTo>
                    <a:pt x="52604" y="73854"/>
                  </a:lnTo>
                  <a:cubicBezTo>
                    <a:pt x="48151" y="70807"/>
                    <a:pt x="43984" y="67122"/>
                    <a:pt x="40104" y="62813"/>
                  </a:cubicBezTo>
                  <a:cubicBezTo>
                    <a:pt x="36211" y="58516"/>
                    <a:pt x="33255" y="54062"/>
                    <a:pt x="31250" y="49479"/>
                  </a:cubicBezTo>
                  <a:cubicBezTo>
                    <a:pt x="30482" y="51771"/>
                    <a:pt x="29375" y="54115"/>
                    <a:pt x="27917" y="56510"/>
                  </a:cubicBezTo>
                  <a:cubicBezTo>
                    <a:pt x="26445" y="58906"/>
                    <a:pt x="24753" y="61250"/>
                    <a:pt x="22799" y="63542"/>
                  </a:cubicBezTo>
                  <a:cubicBezTo>
                    <a:pt x="20859" y="65833"/>
                    <a:pt x="18763" y="68060"/>
                    <a:pt x="16497" y="70208"/>
                  </a:cubicBezTo>
                  <a:cubicBezTo>
                    <a:pt x="14245" y="72370"/>
                    <a:pt x="11940" y="74271"/>
                    <a:pt x="9583" y="75938"/>
                  </a:cubicBezTo>
                  <a:lnTo>
                    <a:pt x="0" y="68229"/>
                  </a:lnTo>
                  <a:cubicBezTo>
                    <a:pt x="8529" y="62891"/>
                    <a:pt x="14818" y="56380"/>
                    <a:pt x="18841" y="48698"/>
                  </a:cubicBezTo>
                  <a:cubicBezTo>
                    <a:pt x="22878" y="41029"/>
                    <a:pt x="24922" y="32604"/>
                    <a:pt x="24987" y="23438"/>
                  </a:cubicBezTo>
                  <a:close/>
                  <a:moveTo>
                    <a:pt x="66563" y="0"/>
                  </a:moveTo>
                  <a:lnTo>
                    <a:pt x="78229" y="0"/>
                  </a:lnTo>
                  <a:lnTo>
                    <a:pt x="78229" y="35104"/>
                  </a:lnTo>
                  <a:lnTo>
                    <a:pt x="91042" y="35104"/>
                  </a:lnTo>
                  <a:lnTo>
                    <a:pt x="91042" y="45625"/>
                  </a:lnTo>
                  <a:lnTo>
                    <a:pt x="78229" y="45625"/>
                  </a:lnTo>
                  <a:lnTo>
                    <a:pt x="78229" y="93229"/>
                  </a:lnTo>
                  <a:lnTo>
                    <a:pt x="66563" y="9322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192AFF33-01AC-4306-8754-97D34DDF4DE4}"/>
                </a:ext>
              </a:extLst>
            </p:cNvPr>
            <p:cNvSpPr txBox="1"/>
            <p:nvPr/>
          </p:nvSpPr>
          <p:spPr>
            <a:xfrm>
              <a:off x="1752768" y="2671868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사</a:t>
              </a:r>
            </a:p>
          </p:txBody>
        </p:sp>
        <p:sp>
          <p:nvSpPr>
            <p:cNvPr id="313" name="자유형: 도형 312">
              <a:extLst>
                <a:ext uri="{FF2B5EF4-FFF2-40B4-BE49-F238E27FC236}">
                  <a16:creationId xmlns:a16="http://schemas.microsoft.com/office/drawing/2014/main" id="{3DFC84B5-BB89-4D17-8379-8943A7AABCDB}"/>
                </a:ext>
              </a:extLst>
            </p:cNvPr>
            <p:cNvSpPr/>
            <p:nvPr/>
          </p:nvSpPr>
          <p:spPr>
            <a:xfrm>
              <a:off x="1977007" y="2740179"/>
              <a:ext cx="75416" cy="92291"/>
            </a:xfrm>
            <a:custGeom>
              <a:avLst/>
              <a:gdLst>
                <a:gd name="connsiteX0" fmla="*/ 24479 w 75416"/>
                <a:gd name="connsiteY0" fmla="*/ 72604 h 92291"/>
                <a:gd name="connsiteX1" fmla="*/ 24479 w 75416"/>
                <a:gd name="connsiteY1" fmla="*/ 82813 h 92291"/>
                <a:gd name="connsiteX2" fmla="*/ 63750 w 75416"/>
                <a:gd name="connsiteY2" fmla="*/ 82813 h 92291"/>
                <a:gd name="connsiteX3" fmla="*/ 63750 w 75416"/>
                <a:gd name="connsiteY3" fmla="*/ 72604 h 92291"/>
                <a:gd name="connsiteX4" fmla="*/ 12917 w 75416"/>
                <a:gd name="connsiteY4" fmla="*/ 53229 h 92291"/>
                <a:gd name="connsiteX5" fmla="*/ 24479 w 75416"/>
                <a:gd name="connsiteY5" fmla="*/ 53229 h 92291"/>
                <a:gd name="connsiteX6" fmla="*/ 24479 w 75416"/>
                <a:gd name="connsiteY6" fmla="*/ 63125 h 92291"/>
                <a:gd name="connsiteX7" fmla="*/ 63750 w 75416"/>
                <a:gd name="connsiteY7" fmla="*/ 63125 h 92291"/>
                <a:gd name="connsiteX8" fmla="*/ 63750 w 75416"/>
                <a:gd name="connsiteY8" fmla="*/ 53229 h 92291"/>
                <a:gd name="connsiteX9" fmla="*/ 75312 w 75416"/>
                <a:gd name="connsiteY9" fmla="*/ 53229 h 92291"/>
                <a:gd name="connsiteX10" fmla="*/ 75312 w 75416"/>
                <a:gd name="connsiteY10" fmla="*/ 89375 h 92291"/>
                <a:gd name="connsiteX11" fmla="*/ 74635 w 75416"/>
                <a:gd name="connsiteY11" fmla="*/ 91667 h 92291"/>
                <a:gd name="connsiteX12" fmla="*/ 72396 w 75416"/>
                <a:gd name="connsiteY12" fmla="*/ 92292 h 92291"/>
                <a:gd name="connsiteX13" fmla="*/ 15833 w 75416"/>
                <a:gd name="connsiteY13" fmla="*/ 92292 h 92291"/>
                <a:gd name="connsiteX14" fmla="*/ 13542 w 75416"/>
                <a:gd name="connsiteY14" fmla="*/ 91667 h 92291"/>
                <a:gd name="connsiteX15" fmla="*/ 12917 w 75416"/>
                <a:gd name="connsiteY15" fmla="*/ 89375 h 92291"/>
                <a:gd name="connsiteX16" fmla="*/ 24167 w 75416"/>
                <a:gd name="connsiteY16" fmla="*/ 10625 h 92291"/>
                <a:gd name="connsiteX17" fmla="*/ 14948 w 75416"/>
                <a:gd name="connsiteY17" fmla="*/ 14479 h 92291"/>
                <a:gd name="connsiteX18" fmla="*/ 11771 w 75416"/>
                <a:gd name="connsiteY18" fmla="*/ 23958 h 92291"/>
                <a:gd name="connsiteX19" fmla="*/ 14948 w 75416"/>
                <a:gd name="connsiteY19" fmla="*/ 33385 h 92291"/>
                <a:gd name="connsiteX20" fmla="*/ 24167 w 75416"/>
                <a:gd name="connsiteY20" fmla="*/ 37396 h 92291"/>
                <a:gd name="connsiteX21" fmla="*/ 33333 w 75416"/>
                <a:gd name="connsiteY21" fmla="*/ 33385 h 92291"/>
                <a:gd name="connsiteX22" fmla="*/ 36563 w 75416"/>
                <a:gd name="connsiteY22" fmla="*/ 23958 h 92291"/>
                <a:gd name="connsiteX23" fmla="*/ 33333 w 75416"/>
                <a:gd name="connsiteY23" fmla="*/ 14531 h 92291"/>
                <a:gd name="connsiteX24" fmla="*/ 24167 w 75416"/>
                <a:gd name="connsiteY24" fmla="*/ 10625 h 92291"/>
                <a:gd name="connsiteX25" fmla="*/ 63750 w 75416"/>
                <a:gd name="connsiteY25" fmla="*/ 0 h 92291"/>
                <a:gd name="connsiteX26" fmla="*/ 75417 w 75416"/>
                <a:gd name="connsiteY26" fmla="*/ 0 h 92291"/>
                <a:gd name="connsiteX27" fmla="*/ 75417 w 75416"/>
                <a:gd name="connsiteY27" fmla="*/ 49687 h 92291"/>
                <a:gd name="connsiteX28" fmla="*/ 63750 w 75416"/>
                <a:gd name="connsiteY28" fmla="*/ 49687 h 92291"/>
                <a:gd name="connsiteX29" fmla="*/ 63750 w 75416"/>
                <a:gd name="connsiteY29" fmla="*/ 29375 h 92291"/>
                <a:gd name="connsiteX30" fmla="*/ 47812 w 75416"/>
                <a:gd name="connsiteY30" fmla="*/ 29375 h 92291"/>
                <a:gd name="connsiteX31" fmla="*/ 39844 w 75416"/>
                <a:gd name="connsiteY31" fmla="*/ 42188 h 92291"/>
                <a:gd name="connsiteX32" fmla="*/ 24167 w 75416"/>
                <a:gd name="connsiteY32" fmla="*/ 47187 h 92291"/>
                <a:gd name="connsiteX33" fmla="*/ 14271 w 75416"/>
                <a:gd name="connsiteY33" fmla="*/ 45417 h 92291"/>
                <a:gd name="connsiteX34" fmla="*/ 6667 w 75416"/>
                <a:gd name="connsiteY34" fmla="*/ 40521 h 92291"/>
                <a:gd name="connsiteX35" fmla="*/ 1719 w 75416"/>
                <a:gd name="connsiteY35" fmla="*/ 33177 h 92291"/>
                <a:gd name="connsiteX36" fmla="*/ 0 w 75416"/>
                <a:gd name="connsiteY36" fmla="*/ 23958 h 92291"/>
                <a:gd name="connsiteX37" fmla="*/ 1719 w 75416"/>
                <a:gd name="connsiteY37" fmla="*/ 14948 h 92291"/>
                <a:gd name="connsiteX38" fmla="*/ 6667 w 75416"/>
                <a:gd name="connsiteY38" fmla="*/ 7604 h 92291"/>
                <a:gd name="connsiteX39" fmla="*/ 14271 w 75416"/>
                <a:gd name="connsiteY39" fmla="*/ 2604 h 92291"/>
                <a:gd name="connsiteX40" fmla="*/ 24167 w 75416"/>
                <a:gd name="connsiteY40" fmla="*/ 729 h 92291"/>
                <a:gd name="connsiteX41" fmla="*/ 40156 w 75416"/>
                <a:gd name="connsiteY41" fmla="*/ 6094 h 92291"/>
                <a:gd name="connsiteX42" fmla="*/ 48021 w 75416"/>
                <a:gd name="connsiteY42" fmla="*/ 19375 h 92291"/>
                <a:gd name="connsiteX43" fmla="*/ 63750 w 75416"/>
                <a:gd name="connsiteY43" fmla="*/ 19375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75416" h="92291">
                  <a:moveTo>
                    <a:pt x="24479" y="72604"/>
                  </a:moveTo>
                  <a:lnTo>
                    <a:pt x="24479" y="82813"/>
                  </a:lnTo>
                  <a:lnTo>
                    <a:pt x="63750" y="82813"/>
                  </a:lnTo>
                  <a:lnTo>
                    <a:pt x="63750" y="72604"/>
                  </a:lnTo>
                  <a:close/>
                  <a:moveTo>
                    <a:pt x="12917" y="53229"/>
                  </a:moveTo>
                  <a:lnTo>
                    <a:pt x="24479" y="53229"/>
                  </a:lnTo>
                  <a:lnTo>
                    <a:pt x="24479" y="63125"/>
                  </a:lnTo>
                  <a:lnTo>
                    <a:pt x="63750" y="63125"/>
                  </a:lnTo>
                  <a:lnTo>
                    <a:pt x="63750" y="53229"/>
                  </a:lnTo>
                  <a:lnTo>
                    <a:pt x="75312" y="53229"/>
                  </a:lnTo>
                  <a:lnTo>
                    <a:pt x="75312" y="89375"/>
                  </a:lnTo>
                  <a:cubicBezTo>
                    <a:pt x="75312" y="90495"/>
                    <a:pt x="75091" y="91250"/>
                    <a:pt x="74635" y="91667"/>
                  </a:cubicBezTo>
                  <a:cubicBezTo>
                    <a:pt x="74180" y="92083"/>
                    <a:pt x="73438" y="92292"/>
                    <a:pt x="72396" y="92292"/>
                  </a:cubicBezTo>
                  <a:lnTo>
                    <a:pt x="15833" y="92292"/>
                  </a:lnTo>
                  <a:cubicBezTo>
                    <a:pt x="14727" y="92292"/>
                    <a:pt x="13958" y="92083"/>
                    <a:pt x="13542" y="91667"/>
                  </a:cubicBezTo>
                  <a:cubicBezTo>
                    <a:pt x="13125" y="91250"/>
                    <a:pt x="12917" y="90495"/>
                    <a:pt x="12917" y="89375"/>
                  </a:cubicBezTo>
                  <a:close/>
                  <a:moveTo>
                    <a:pt x="24167" y="10625"/>
                  </a:moveTo>
                  <a:cubicBezTo>
                    <a:pt x="20143" y="10625"/>
                    <a:pt x="17070" y="11914"/>
                    <a:pt x="14948" y="14479"/>
                  </a:cubicBezTo>
                  <a:cubicBezTo>
                    <a:pt x="12826" y="17057"/>
                    <a:pt x="11771" y="20208"/>
                    <a:pt x="11771" y="23958"/>
                  </a:cubicBezTo>
                  <a:cubicBezTo>
                    <a:pt x="11771" y="27578"/>
                    <a:pt x="12826" y="30716"/>
                    <a:pt x="14948" y="33385"/>
                  </a:cubicBezTo>
                  <a:cubicBezTo>
                    <a:pt x="17070" y="36068"/>
                    <a:pt x="20143" y="37396"/>
                    <a:pt x="24167" y="37396"/>
                  </a:cubicBezTo>
                  <a:cubicBezTo>
                    <a:pt x="28125" y="37396"/>
                    <a:pt x="31185" y="36068"/>
                    <a:pt x="33333" y="33385"/>
                  </a:cubicBezTo>
                  <a:cubicBezTo>
                    <a:pt x="35482" y="30716"/>
                    <a:pt x="36563" y="27578"/>
                    <a:pt x="36563" y="23958"/>
                  </a:cubicBezTo>
                  <a:cubicBezTo>
                    <a:pt x="36563" y="20286"/>
                    <a:pt x="35482" y="17135"/>
                    <a:pt x="33333" y="14531"/>
                  </a:cubicBezTo>
                  <a:cubicBezTo>
                    <a:pt x="31185" y="11927"/>
                    <a:pt x="28125" y="10625"/>
                    <a:pt x="24167" y="10625"/>
                  </a:cubicBezTo>
                  <a:close/>
                  <a:moveTo>
                    <a:pt x="63750" y="0"/>
                  </a:moveTo>
                  <a:lnTo>
                    <a:pt x="75417" y="0"/>
                  </a:lnTo>
                  <a:lnTo>
                    <a:pt x="75417" y="49687"/>
                  </a:lnTo>
                  <a:lnTo>
                    <a:pt x="63750" y="49687"/>
                  </a:lnTo>
                  <a:lnTo>
                    <a:pt x="63750" y="29375"/>
                  </a:lnTo>
                  <a:lnTo>
                    <a:pt x="47812" y="29375"/>
                  </a:lnTo>
                  <a:cubicBezTo>
                    <a:pt x="46706" y="34583"/>
                    <a:pt x="44049" y="38854"/>
                    <a:pt x="39844" y="42188"/>
                  </a:cubicBezTo>
                  <a:cubicBezTo>
                    <a:pt x="35638" y="45521"/>
                    <a:pt x="30417" y="47187"/>
                    <a:pt x="24167" y="47187"/>
                  </a:cubicBezTo>
                  <a:cubicBezTo>
                    <a:pt x="20560" y="47187"/>
                    <a:pt x="17253" y="46602"/>
                    <a:pt x="14271" y="45417"/>
                  </a:cubicBezTo>
                  <a:cubicBezTo>
                    <a:pt x="11289" y="44245"/>
                    <a:pt x="8750" y="42604"/>
                    <a:pt x="6667" y="40521"/>
                  </a:cubicBezTo>
                  <a:cubicBezTo>
                    <a:pt x="4518" y="38437"/>
                    <a:pt x="2865" y="35990"/>
                    <a:pt x="1719" y="33177"/>
                  </a:cubicBezTo>
                  <a:cubicBezTo>
                    <a:pt x="573" y="30365"/>
                    <a:pt x="0" y="27292"/>
                    <a:pt x="0" y="23958"/>
                  </a:cubicBezTo>
                  <a:cubicBezTo>
                    <a:pt x="0" y="20768"/>
                    <a:pt x="573" y="17760"/>
                    <a:pt x="1719" y="14948"/>
                  </a:cubicBezTo>
                  <a:cubicBezTo>
                    <a:pt x="2865" y="12136"/>
                    <a:pt x="4518" y="9688"/>
                    <a:pt x="6667" y="7604"/>
                  </a:cubicBezTo>
                  <a:cubicBezTo>
                    <a:pt x="8750" y="5521"/>
                    <a:pt x="11289" y="3854"/>
                    <a:pt x="14271" y="2604"/>
                  </a:cubicBezTo>
                  <a:cubicBezTo>
                    <a:pt x="17253" y="1354"/>
                    <a:pt x="20560" y="729"/>
                    <a:pt x="24167" y="729"/>
                  </a:cubicBezTo>
                  <a:cubicBezTo>
                    <a:pt x="30625" y="729"/>
                    <a:pt x="35951" y="2526"/>
                    <a:pt x="40156" y="6094"/>
                  </a:cubicBezTo>
                  <a:cubicBezTo>
                    <a:pt x="44362" y="9674"/>
                    <a:pt x="46979" y="14101"/>
                    <a:pt x="48021" y="19375"/>
                  </a:cubicBezTo>
                  <a:lnTo>
                    <a:pt x="63750" y="19375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A0CC5B61-F812-4325-85F2-F1C7E1F3E9E5}"/>
                </a:ext>
              </a:extLst>
            </p:cNvPr>
            <p:cNvSpPr txBox="1"/>
            <p:nvPr/>
          </p:nvSpPr>
          <p:spPr>
            <a:xfrm>
              <a:off x="1885567" y="2671047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업</a:t>
              </a:r>
            </a:p>
          </p:txBody>
        </p:sp>
        <p:sp>
          <p:nvSpPr>
            <p:cNvPr id="315" name="자유형: 도형 314">
              <a:extLst>
                <a:ext uri="{FF2B5EF4-FFF2-40B4-BE49-F238E27FC236}">
                  <a16:creationId xmlns:a16="http://schemas.microsoft.com/office/drawing/2014/main" id="{574838DD-7F52-499C-9298-17FBAD9928B6}"/>
                </a:ext>
              </a:extLst>
            </p:cNvPr>
            <p:cNvSpPr/>
            <p:nvPr/>
          </p:nvSpPr>
          <p:spPr>
            <a:xfrm>
              <a:off x="2106695" y="2740179"/>
              <a:ext cx="73007" cy="94895"/>
            </a:xfrm>
            <a:custGeom>
              <a:avLst/>
              <a:gdLst>
                <a:gd name="connsiteX0" fmla="*/ 39792 w 73007"/>
                <a:gd name="connsiteY0" fmla="*/ 64896 h 94895"/>
                <a:gd name="connsiteX1" fmla="*/ 25000 w 73007"/>
                <a:gd name="connsiteY1" fmla="*/ 67604 h 94895"/>
                <a:gd name="connsiteX2" fmla="*/ 19271 w 73007"/>
                <a:gd name="connsiteY2" fmla="*/ 75104 h 94895"/>
                <a:gd name="connsiteX3" fmla="*/ 25052 w 73007"/>
                <a:gd name="connsiteY3" fmla="*/ 82865 h 94895"/>
                <a:gd name="connsiteX4" fmla="*/ 39792 w 73007"/>
                <a:gd name="connsiteY4" fmla="*/ 85729 h 94895"/>
                <a:gd name="connsiteX5" fmla="*/ 54635 w 73007"/>
                <a:gd name="connsiteY5" fmla="*/ 82813 h 94895"/>
                <a:gd name="connsiteX6" fmla="*/ 60312 w 73007"/>
                <a:gd name="connsiteY6" fmla="*/ 75104 h 94895"/>
                <a:gd name="connsiteX7" fmla="*/ 54687 w 73007"/>
                <a:gd name="connsiteY7" fmla="*/ 67552 h 94895"/>
                <a:gd name="connsiteX8" fmla="*/ 39792 w 73007"/>
                <a:gd name="connsiteY8" fmla="*/ 64896 h 94895"/>
                <a:gd name="connsiteX9" fmla="*/ 39792 w 73007"/>
                <a:gd name="connsiteY9" fmla="*/ 55625 h 94895"/>
                <a:gd name="connsiteX10" fmla="*/ 52956 w 73007"/>
                <a:gd name="connsiteY10" fmla="*/ 56979 h 94895"/>
                <a:gd name="connsiteX11" fmla="*/ 63542 w 73007"/>
                <a:gd name="connsiteY11" fmla="*/ 60833 h 94895"/>
                <a:gd name="connsiteX12" fmla="*/ 70469 w 73007"/>
                <a:gd name="connsiteY12" fmla="*/ 66979 h 94895"/>
                <a:gd name="connsiteX13" fmla="*/ 73008 w 73007"/>
                <a:gd name="connsiteY13" fmla="*/ 75312 h 94895"/>
                <a:gd name="connsiteX14" fmla="*/ 70469 w 73007"/>
                <a:gd name="connsiteY14" fmla="*/ 83750 h 94895"/>
                <a:gd name="connsiteX15" fmla="*/ 63542 w 73007"/>
                <a:gd name="connsiteY15" fmla="*/ 89896 h 94895"/>
                <a:gd name="connsiteX16" fmla="*/ 52956 w 73007"/>
                <a:gd name="connsiteY16" fmla="*/ 93646 h 94895"/>
                <a:gd name="connsiteX17" fmla="*/ 39687 w 73007"/>
                <a:gd name="connsiteY17" fmla="*/ 94896 h 94895"/>
                <a:gd name="connsiteX18" fmla="*/ 26458 w 73007"/>
                <a:gd name="connsiteY18" fmla="*/ 93646 h 94895"/>
                <a:gd name="connsiteX19" fmla="*/ 16029 w 73007"/>
                <a:gd name="connsiteY19" fmla="*/ 89896 h 94895"/>
                <a:gd name="connsiteX20" fmla="*/ 9115 w 73007"/>
                <a:gd name="connsiteY20" fmla="*/ 83750 h 94895"/>
                <a:gd name="connsiteX21" fmla="*/ 6654 w 73007"/>
                <a:gd name="connsiteY21" fmla="*/ 75312 h 94895"/>
                <a:gd name="connsiteX22" fmla="*/ 9219 w 73007"/>
                <a:gd name="connsiteY22" fmla="*/ 67083 h 94895"/>
                <a:gd name="connsiteX23" fmla="*/ 16237 w 73007"/>
                <a:gd name="connsiteY23" fmla="*/ 60833 h 94895"/>
                <a:gd name="connsiteX24" fmla="*/ 26771 w 73007"/>
                <a:gd name="connsiteY24" fmla="*/ 56979 h 94895"/>
                <a:gd name="connsiteX25" fmla="*/ 39792 w 73007"/>
                <a:gd name="connsiteY25" fmla="*/ 55625 h 94895"/>
                <a:gd name="connsiteX26" fmla="*/ 43646 w 73007"/>
                <a:gd name="connsiteY26" fmla="*/ 21250 h 94895"/>
                <a:gd name="connsiteX27" fmla="*/ 43646 w 73007"/>
                <a:gd name="connsiteY27" fmla="*/ 30208 h 94895"/>
                <a:gd name="connsiteX28" fmla="*/ 60521 w 73007"/>
                <a:gd name="connsiteY28" fmla="*/ 30104 h 94895"/>
                <a:gd name="connsiteX29" fmla="*/ 60521 w 73007"/>
                <a:gd name="connsiteY29" fmla="*/ 21250 h 94895"/>
                <a:gd name="connsiteX30" fmla="*/ 11458 w 73007"/>
                <a:gd name="connsiteY30" fmla="*/ 13646 h 94895"/>
                <a:gd name="connsiteX31" fmla="*/ 11458 w 73007"/>
                <a:gd name="connsiteY31" fmla="*/ 38021 h 94895"/>
                <a:gd name="connsiteX32" fmla="*/ 32083 w 73007"/>
                <a:gd name="connsiteY32" fmla="*/ 38021 h 94895"/>
                <a:gd name="connsiteX33" fmla="*/ 32083 w 73007"/>
                <a:gd name="connsiteY33" fmla="*/ 13646 h 94895"/>
                <a:gd name="connsiteX34" fmla="*/ 60521 w 73007"/>
                <a:gd name="connsiteY34" fmla="*/ 0 h 94895"/>
                <a:gd name="connsiteX35" fmla="*/ 72188 w 73007"/>
                <a:gd name="connsiteY35" fmla="*/ 0 h 94895"/>
                <a:gd name="connsiteX36" fmla="*/ 72188 w 73007"/>
                <a:gd name="connsiteY36" fmla="*/ 56146 h 94895"/>
                <a:gd name="connsiteX37" fmla="*/ 60521 w 73007"/>
                <a:gd name="connsiteY37" fmla="*/ 56146 h 94895"/>
                <a:gd name="connsiteX38" fmla="*/ 60521 w 73007"/>
                <a:gd name="connsiteY38" fmla="*/ 39792 h 94895"/>
                <a:gd name="connsiteX39" fmla="*/ 43646 w 73007"/>
                <a:gd name="connsiteY39" fmla="*/ 39792 h 94895"/>
                <a:gd name="connsiteX40" fmla="*/ 43646 w 73007"/>
                <a:gd name="connsiteY40" fmla="*/ 45000 h 94895"/>
                <a:gd name="connsiteX41" fmla="*/ 42969 w 73007"/>
                <a:gd name="connsiteY41" fmla="*/ 47292 h 94895"/>
                <a:gd name="connsiteX42" fmla="*/ 40729 w 73007"/>
                <a:gd name="connsiteY42" fmla="*/ 47917 h 94895"/>
                <a:gd name="connsiteX43" fmla="*/ 2812 w 73007"/>
                <a:gd name="connsiteY43" fmla="*/ 47917 h 94895"/>
                <a:gd name="connsiteX44" fmla="*/ 573 w 73007"/>
                <a:gd name="connsiteY44" fmla="*/ 47344 h 94895"/>
                <a:gd name="connsiteX45" fmla="*/ 0 w 73007"/>
                <a:gd name="connsiteY45" fmla="*/ 45104 h 94895"/>
                <a:gd name="connsiteX46" fmla="*/ 0 w 73007"/>
                <a:gd name="connsiteY46" fmla="*/ 6667 h 94895"/>
                <a:gd name="connsiteX47" fmla="*/ 625 w 73007"/>
                <a:gd name="connsiteY47" fmla="*/ 4427 h 94895"/>
                <a:gd name="connsiteX48" fmla="*/ 2917 w 73007"/>
                <a:gd name="connsiteY48" fmla="*/ 3750 h 94895"/>
                <a:gd name="connsiteX49" fmla="*/ 40729 w 73007"/>
                <a:gd name="connsiteY49" fmla="*/ 3750 h 94895"/>
                <a:gd name="connsiteX50" fmla="*/ 42969 w 73007"/>
                <a:gd name="connsiteY50" fmla="*/ 4427 h 94895"/>
                <a:gd name="connsiteX51" fmla="*/ 43646 w 73007"/>
                <a:gd name="connsiteY51" fmla="*/ 6667 h 94895"/>
                <a:gd name="connsiteX52" fmla="*/ 43646 w 73007"/>
                <a:gd name="connsiteY52" fmla="*/ 11667 h 94895"/>
                <a:gd name="connsiteX53" fmla="*/ 60521 w 73007"/>
                <a:gd name="connsiteY53" fmla="*/ 11667 h 94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3007" h="94895">
                  <a:moveTo>
                    <a:pt x="39792" y="64896"/>
                  </a:moveTo>
                  <a:cubicBezTo>
                    <a:pt x="33750" y="64896"/>
                    <a:pt x="28815" y="65807"/>
                    <a:pt x="25000" y="67604"/>
                  </a:cubicBezTo>
                  <a:cubicBezTo>
                    <a:pt x="21172" y="69414"/>
                    <a:pt x="19271" y="71914"/>
                    <a:pt x="19271" y="75104"/>
                  </a:cubicBezTo>
                  <a:cubicBezTo>
                    <a:pt x="19271" y="78372"/>
                    <a:pt x="21198" y="80964"/>
                    <a:pt x="25052" y="82865"/>
                  </a:cubicBezTo>
                  <a:cubicBezTo>
                    <a:pt x="28893" y="84779"/>
                    <a:pt x="33815" y="85729"/>
                    <a:pt x="39792" y="85729"/>
                  </a:cubicBezTo>
                  <a:cubicBezTo>
                    <a:pt x="45898" y="85729"/>
                    <a:pt x="50846" y="84766"/>
                    <a:pt x="54635" y="82813"/>
                  </a:cubicBezTo>
                  <a:cubicBezTo>
                    <a:pt x="58411" y="80872"/>
                    <a:pt x="60312" y="78307"/>
                    <a:pt x="60312" y="75104"/>
                  </a:cubicBezTo>
                  <a:cubicBezTo>
                    <a:pt x="60312" y="71849"/>
                    <a:pt x="58438" y="69323"/>
                    <a:pt x="54687" y="67552"/>
                  </a:cubicBezTo>
                  <a:cubicBezTo>
                    <a:pt x="50938" y="65781"/>
                    <a:pt x="45964" y="64896"/>
                    <a:pt x="39792" y="64896"/>
                  </a:cubicBezTo>
                  <a:close/>
                  <a:moveTo>
                    <a:pt x="39792" y="55625"/>
                  </a:moveTo>
                  <a:cubicBezTo>
                    <a:pt x="44505" y="55625"/>
                    <a:pt x="48906" y="56081"/>
                    <a:pt x="52956" y="56979"/>
                  </a:cubicBezTo>
                  <a:cubicBezTo>
                    <a:pt x="57031" y="57891"/>
                    <a:pt x="60547" y="59167"/>
                    <a:pt x="63542" y="60833"/>
                  </a:cubicBezTo>
                  <a:cubicBezTo>
                    <a:pt x="66458" y="62500"/>
                    <a:pt x="68763" y="64557"/>
                    <a:pt x="70469" y="66979"/>
                  </a:cubicBezTo>
                  <a:cubicBezTo>
                    <a:pt x="72161" y="69414"/>
                    <a:pt x="73008" y="72188"/>
                    <a:pt x="73008" y="75312"/>
                  </a:cubicBezTo>
                  <a:cubicBezTo>
                    <a:pt x="73008" y="78516"/>
                    <a:pt x="72161" y="81328"/>
                    <a:pt x="70469" y="83750"/>
                  </a:cubicBezTo>
                  <a:cubicBezTo>
                    <a:pt x="68763" y="86185"/>
                    <a:pt x="66458" y="88229"/>
                    <a:pt x="63542" y="89896"/>
                  </a:cubicBezTo>
                  <a:cubicBezTo>
                    <a:pt x="60547" y="91563"/>
                    <a:pt x="57031" y="92813"/>
                    <a:pt x="52956" y="93646"/>
                  </a:cubicBezTo>
                  <a:cubicBezTo>
                    <a:pt x="48906" y="94479"/>
                    <a:pt x="44479" y="94896"/>
                    <a:pt x="39687" y="94896"/>
                  </a:cubicBezTo>
                  <a:cubicBezTo>
                    <a:pt x="34896" y="94896"/>
                    <a:pt x="30482" y="94479"/>
                    <a:pt x="26458" y="93646"/>
                  </a:cubicBezTo>
                  <a:cubicBezTo>
                    <a:pt x="22422" y="92813"/>
                    <a:pt x="18945" y="91563"/>
                    <a:pt x="16029" y="89896"/>
                  </a:cubicBezTo>
                  <a:cubicBezTo>
                    <a:pt x="13047" y="88229"/>
                    <a:pt x="10742" y="86185"/>
                    <a:pt x="9115" y="83750"/>
                  </a:cubicBezTo>
                  <a:cubicBezTo>
                    <a:pt x="7474" y="81328"/>
                    <a:pt x="6654" y="78516"/>
                    <a:pt x="6654" y="75312"/>
                  </a:cubicBezTo>
                  <a:cubicBezTo>
                    <a:pt x="6654" y="72266"/>
                    <a:pt x="7513" y="69518"/>
                    <a:pt x="9219" y="67083"/>
                  </a:cubicBezTo>
                  <a:cubicBezTo>
                    <a:pt x="10911" y="64662"/>
                    <a:pt x="13255" y="62578"/>
                    <a:pt x="16237" y="60833"/>
                  </a:cubicBezTo>
                  <a:cubicBezTo>
                    <a:pt x="19232" y="59167"/>
                    <a:pt x="22734" y="57891"/>
                    <a:pt x="26771" y="56979"/>
                  </a:cubicBezTo>
                  <a:cubicBezTo>
                    <a:pt x="30794" y="56081"/>
                    <a:pt x="35130" y="55625"/>
                    <a:pt x="39792" y="55625"/>
                  </a:cubicBezTo>
                  <a:close/>
                  <a:moveTo>
                    <a:pt x="43646" y="21250"/>
                  </a:moveTo>
                  <a:lnTo>
                    <a:pt x="43646" y="30208"/>
                  </a:lnTo>
                  <a:lnTo>
                    <a:pt x="60521" y="30104"/>
                  </a:lnTo>
                  <a:lnTo>
                    <a:pt x="60521" y="21250"/>
                  </a:lnTo>
                  <a:close/>
                  <a:moveTo>
                    <a:pt x="11458" y="13646"/>
                  </a:moveTo>
                  <a:lnTo>
                    <a:pt x="11458" y="38021"/>
                  </a:lnTo>
                  <a:lnTo>
                    <a:pt x="32083" y="38021"/>
                  </a:lnTo>
                  <a:lnTo>
                    <a:pt x="32083" y="13646"/>
                  </a:lnTo>
                  <a:close/>
                  <a:moveTo>
                    <a:pt x="60521" y="0"/>
                  </a:moveTo>
                  <a:lnTo>
                    <a:pt x="72188" y="0"/>
                  </a:lnTo>
                  <a:lnTo>
                    <a:pt x="72188" y="56146"/>
                  </a:lnTo>
                  <a:lnTo>
                    <a:pt x="60521" y="56146"/>
                  </a:lnTo>
                  <a:lnTo>
                    <a:pt x="60521" y="39792"/>
                  </a:lnTo>
                  <a:lnTo>
                    <a:pt x="43646" y="39792"/>
                  </a:lnTo>
                  <a:lnTo>
                    <a:pt x="43646" y="45000"/>
                  </a:lnTo>
                  <a:cubicBezTo>
                    <a:pt x="43646" y="46120"/>
                    <a:pt x="43411" y="46875"/>
                    <a:pt x="42969" y="47292"/>
                  </a:cubicBezTo>
                  <a:cubicBezTo>
                    <a:pt x="42513" y="47708"/>
                    <a:pt x="41771" y="47917"/>
                    <a:pt x="40729" y="47917"/>
                  </a:cubicBezTo>
                  <a:lnTo>
                    <a:pt x="2812" y="47917"/>
                  </a:lnTo>
                  <a:cubicBezTo>
                    <a:pt x="1693" y="47917"/>
                    <a:pt x="950" y="47734"/>
                    <a:pt x="573" y="47344"/>
                  </a:cubicBezTo>
                  <a:cubicBezTo>
                    <a:pt x="182" y="46966"/>
                    <a:pt x="0" y="46224"/>
                    <a:pt x="0" y="45104"/>
                  </a:cubicBezTo>
                  <a:lnTo>
                    <a:pt x="0" y="6667"/>
                  </a:lnTo>
                  <a:cubicBezTo>
                    <a:pt x="0" y="5625"/>
                    <a:pt x="208" y="4883"/>
                    <a:pt x="625" y="4427"/>
                  </a:cubicBezTo>
                  <a:cubicBezTo>
                    <a:pt x="1029" y="3984"/>
                    <a:pt x="1797" y="3750"/>
                    <a:pt x="2917" y="3750"/>
                  </a:cubicBezTo>
                  <a:lnTo>
                    <a:pt x="40729" y="3750"/>
                  </a:lnTo>
                  <a:cubicBezTo>
                    <a:pt x="41771" y="3750"/>
                    <a:pt x="42513" y="3984"/>
                    <a:pt x="42969" y="4427"/>
                  </a:cubicBezTo>
                  <a:cubicBezTo>
                    <a:pt x="43411" y="4883"/>
                    <a:pt x="43646" y="5625"/>
                    <a:pt x="43646" y="6667"/>
                  </a:cubicBezTo>
                  <a:lnTo>
                    <a:pt x="43646" y="11667"/>
                  </a:lnTo>
                  <a:lnTo>
                    <a:pt x="60521" y="11667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FCF2F20C-4E43-49A4-9B29-389678F01DA0}"/>
                </a:ext>
              </a:extLst>
            </p:cNvPr>
            <p:cNvSpPr txBox="1"/>
            <p:nvPr/>
          </p:nvSpPr>
          <p:spPr>
            <a:xfrm>
              <a:off x="2015255" y="2673326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명</a:t>
              </a:r>
            </a:p>
          </p:txBody>
        </p:sp>
        <p:sp>
          <p:nvSpPr>
            <p:cNvPr id="317" name="자유형: 도형 316">
              <a:extLst>
                <a:ext uri="{FF2B5EF4-FFF2-40B4-BE49-F238E27FC236}">
                  <a16:creationId xmlns:a16="http://schemas.microsoft.com/office/drawing/2014/main" id="{DA976C19-DDD9-4A64-AED6-475E7D6CB009}"/>
                </a:ext>
              </a:extLst>
            </p:cNvPr>
            <p:cNvSpPr/>
            <p:nvPr/>
          </p:nvSpPr>
          <p:spPr>
            <a:xfrm>
              <a:off x="3142789" y="2740075"/>
              <a:ext cx="378541" cy="93333"/>
            </a:xfrm>
            <a:custGeom>
              <a:avLst/>
              <a:gdLst>
                <a:gd name="connsiteX0" fmla="*/ 122292 w 378541"/>
                <a:gd name="connsiteY0" fmla="*/ 72708 h 93333"/>
                <a:gd name="connsiteX1" fmla="*/ 122292 w 378541"/>
                <a:gd name="connsiteY1" fmla="*/ 82917 h 93333"/>
                <a:gd name="connsiteX2" fmla="*/ 161563 w 378541"/>
                <a:gd name="connsiteY2" fmla="*/ 82917 h 93333"/>
                <a:gd name="connsiteX3" fmla="*/ 161563 w 378541"/>
                <a:gd name="connsiteY3" fmla="*/ 72708 h 93333"/>
                <a:gd name="connsiteX4" fmla="*/ 305625 w 378541"/>
                <a:gd name="connsiteY4" fmla="*/ 61354 h 93333"/>
                <a:gd name="connsiteX5" fmla="*/ 317708 w 378541"/>
                <a:gd name="connsiteY5" fmla="*/ 61354 h 93333"/>
                <a:gd name="connsiteX6" fmla="*/ 317708 w 378541"/>
                <a:gd name="connsiteY6" fmla="*/ 81562 h 93333"/>
                <a:gd name="connsiteX7" fmla="*/ 368959 w 378541"/>
                <a:gd name="connsiteY7" fmla="*/ 81562 h 93333"/>
                <a:gd name="connsiteX8" fmla="*/ 368959 w 378541"/>
                <a:gd name="connsiteY8" fmla="*/ 91563 h 93333"/>
                <a:gd name="connsiteX9" fmla="*/ 308438 w 378541"/>
                <a:gd name="connsiteY9" fmla="*/ 91563 h 93333"/>
                <a:gd name="connsiteX10" fmla="*/ 306198 w 378541"/>
                <a:gd name="connsiteY10" fmla="*/ 90937 h 93333"/>
                <a:gd name="connsiteX11" fmla="*/ 305625 w 378541"/>
                <a:gd name="connsiteY11" fmla="*/ 88646 h 93333"/>
                <a:gd name="connsiteX12" fmla="*/ 110729 w 378541"/>
                <a:gd name="connsiteY12" fmla="*/ 53333 h 93333"/>
                <a:gd name="connsiteX13" fmla="*/ 122292 w 378541"/>
                <a:gd name="connsiteY13" fmla="*/ 53333 h 93333"/>
                <a:gd name="connsiteX14" fmla="*/ 122292 w 378541"/>
                <a:gd name="connsiteY14" fmla="*/ 63229 h 93333"/>
                <a:gd name="connsiteX15" fmla="*/ 161563 w 378541"/>
                <a:gd name="connsiteY15" fmla="*/ 63229 h 93333"/>
                <a:gd name="connsiteX16" fmla="*/ 161563 w 378541"/>
                <a:gd name="connsiteY16" fmla="*/ 53333 h 93333"/>
                <a:gd name="connsiteX17" fmla="*/ 173125 w 378541"/>
                <a:gd name="connsiteY17" fmla="*/ 53333 h 93333"/>
                <a:gd name="connsiteX18" fmla="*/ 173125 w 378541"/>
                <a:gd name="connsiteY18" fmla="*/ 89479 h 93333"/>
                <a:gd name="connsiteX19" fmla="*/ 172448 w 378541"/>
                <a:gd name="connsiteY19" fmla="*/ 91771 h 93333"/>
                <a:gd name="connsiteX20" fmla="*/ 170209 w 378541"/>
                <a:gd name="connsiteY20" fmla="*/ 92396 h 93333"/>
                <a:gd name="connsiteX21" fmla="*/ 113646 w 378541"/>
                <a:gd name="connsiteY21" fmla="*/ 92396 h 93333"/>
                <a:gd name="connsiteX22" fmla="*/ 111354 w 378541"/>
                <a:gd name="connsiteY22" fmla="*/ 91771 h 93333"/>
                <a:gd name="connsiteX23" fmla="*/ 110729 w 378541"/>
                <a:gd name="connsiteY23" fmla="*/ 89479 h 93333"/>
                <a:gd name="connsiteX24" fmla="*/ 121979 w 378541"/>
                <a:gd name="connsiteY24" fmla="*/ 10729 h 93333"/>
                <a:gd name="connsiteX25" fmla="*/ 112761 w 378541"/>
                <a:gd name="connsiteY25" fmla="*/ 14583 h 93333"/>
                <a:gd name="connsiteX26" fmla="*/ 109583 w 378541"/>
                <a:gd name="connsiteY26" fmla="*/ 24062 h 93333"/>
                <a:gd name="connsiteX27" fmla="*/ 112761 w 378541"/>
                <a:gd name="connsiteY27" fmla="*/ 33489 h 93333"/>
                <a:gd name="connsiteX28" fmla="*/ 121979 w 378541"/>
                <a:gd name="connsiteY28" fmla="*/ 37500 h 93333"/>
                <a:gd name="connsiteX29" fmla="*/ 131146 w 378541"/>
                <a:gd name="connsiteY29" fmla="*/ 33489 h 93333"/>
                <a:gd name="connsiteX30" fmla="*/ 134375 w 378541"/>
                <a:gd name="connsiteY30" fmla="*/ 24062 h 93333"/>
                <a:gd name="connsiteX31" fmla="*/ 131146 w 378541"/>
                <a:gd name="connsiteY31" fmla="*/ 14635 h 93333"/>
                <a:gd name="connsiteX32" fmla="*/ 121979 w 378541"/>
                <a:gd name="connsiteY32" fmla="*/ 10729 h 93333"/>
                <a:gd name="connsiteX33" fmla="*/ 206458 w 378541"/>
                <a:gd name="connsiteY33" fmla="*/ 5417 h 93333"/>
                <a:gd name="connsiteX34" fmla="*/ 247604 w 378541"/>
                <a:gd name="connsiteY34" fmla="*/ 5417 h 93333"/>
                <a:gd name="connsiteX35" fmla="*/ 249844 w 378541"/>
                <a:gd name="connsiteY35" fmla="*/ 6094 h 93333"/>
                <a:gd name="connsiteX36" fmla="*/ 250521 w 378541"/>
                <a:gd name="connsiteY36" fmla="*/ 8333 h 93333"/>
                <a:gd name="connsiteX37" fmla="*/ 239740 w 378541"/>
                <a:gd name="connsiteY37" fmla="*/ 46979 h 93333"/>
                <a:gd name="connsiteX38" fmla="*/ 211250 w 378541"/>
                <a:gd name="connsiteY38" fmla="*/ 75938 h 93333"/>
                <a:gd name="connsiteX39" fmla="*/ 201354 w 378541"/>
                <a:gd name="connsiteY39" fmla="*/ 68125 h 93333"/>
                <a:gd name="connsiteX40" fmla="*/ 227240 w 378541"/>
                <a:gd name="connsiteY40" fmla="*/ 45833 h 93333"/>
                <a:gd name="connsiteX41" fmla="*/ 237396 w 378541"/>
                <a:gd name="connsiteY41" fmla="*/ 15417 h 93333"/>
                <a:gd name="connsiteX42" fmla="*/ 206458 w 378541"/>
                <a:gd name="connsiteY42" fmla="*/ 15417 h 93333"/>
                <a:gd name="connsiteX43" fmla="*/ 296667 w 378541"/>
                <a:gd name="connsiteY43" fmla="*/ 3854 h 93333"/>
                <a:gd name="connsiteX44" fmla="*/ 337500 w 378541"/>
                <a:gd name="connsiteY44" fmla="*/ 3854 h 93333"/>
                <a:gd name="connsiteX45" fmla="*/ 339740 w 378541"/>
                <a:gd name="connsiteY45" fmla="*/ 4531 h 93333"/>
                <a:gd name="connsiteX46" fmla="*/ 340417 w 378541"/>
                <a:gd name="connsiteY46" fmla="*/ 6771 h 93333"/>
                <a:gd name="connsiteX47" fmla="*/ 328438 w 378541"/>
                <a:gd name="connsiteY47" fmla="*/ 38333 h 93333"/>
                <a:gd name="connsiteX48" fmla="*/ 298334 w 378541"/>
                <a:gd name="connsiteY48" fmla="*/ 58125 h 93333"/>
                <a:gd name="connsiteX49" fmla="*/ 290938 w 378541"/>
                <a:gd name="connsiteY49" fmla="*/ 49375 h 93333"/>
                <a:gd name="connsiteX50" fmla="*/ 316302 w 378541"/>
                <a:gd name="connsiteY50" fmla="*/ 35469 h 93333"/>
                <a:gd name="connsiteX51" fmla="*/ 327500 w 378541"/>
                <a:gd name="connsiteY51" fmla="*/ 13854 h 93333"/>
                <a:gd name="connsiteX52" fmla="*/ 296667 w 378541"/>
                <a:gd name="connsiteY52" fmla="*/ 13854 h 93333"/>
                <a:gd name="connsiteX53" fmla="*/ 25000 w 378541"/>
                <a:gd name="connsiteY53" fmla="*/ 3542 h 93333"/>
                <a:gd name="connsiteX54" fmla="*/ 37292 w 378541"/>
                <a:gd name="connsiteY54" fmla="*/ 3542 h 93333"/>
                <a:gd name="connsiteX55" fmla="*/ 37292 w 378541"/>
                <a:gd name="connsiteY55" fmla="*/ 24167 h 93333"/>
                <a:gd name="connsiteX56" fmla="*/ 43229 w 378541"/>
                <a:gd name="connsiteY56" fmla="*/ 48229 h 93333"/>
                <a:gd name="connsiteX57" fmla="*/ 61354 w 378541"/>
                <a:gd name="connsiteY57" fmla="*/ 66042 h 93333"/>
                <a:gd name="connsiteX58" fmla="*/ 52604 w 378541"/>
                <a:gd name="connsiteY58" fmla="*/ 73958 h 93333"/>
                <a:gd name="connsiteX59" fmla="*/ 40104 w 378541"/>
                <a:gd name="connsiteY59" fmla="*/ 62917 h 93333"/>
                <a:gd name="connsiteX60" fmla="*/ 31250 w 378541"/>
                <a:gd name="connsiteY60" fmla="*/ 49583 h 93333"/>
                <a:gd name="connsiteX61" fmla="*/ 27917 w 378541"/>
                <a:gd name="connsiteY61" fmla="*/ 56615 h 93333"/>
                <a:gd name="connsiteX62" fmla="*/ 22812 w 378541"/>
                <a:gd name="connsiteY62" fmla="*/ 63646 h 93333"/>
                <a:gd name="connsiteX63" fmla="*/ 16510 w 378541"/>
                <a:gd name="connsiteY63" fmla="*/ 70312 h 93333"/>
                <a:gd name="connsiteX64" fmla="*/ 9583 w 378541"/>
                <a:gd name="connsiteY64" fmla="*/ 76042 h 93333"/>
                <a:gd name="connsiteX65" fmla="*/ 0 w 378541"/>
                <a:gd name="connsiteY65" fmla="*/ 68333 h 93333"/>
                <a:gd name="connsiteX66" fmla="*/ 18854 w 378541"/>
                <a:gd name="connsiteY66" fmla="*/ 48802 h 93333"/>
                <a:gd name="connsiteX67" fmla="*/ 25000 w 378541"/>
                <a:gd name="connsiteY67" fmla="*/ 23542 h 93333"/>
                <a:gd name="connsiteX68" fmla="*/ 266459 w 378541"/>
                <a:gd name="connsiteY68" fmla="*/ 104 h 93333"/>
                <a:gd name="connsiteX69" fmla="*/ 278229 w 378541"/>
                <a:gd name="connsiteY69" fmla="*/ 104 h 93333"/>
                <a:gd name="connsiteX70" fmla="*/ 278229 w 378541"/>
                <a:gd name="connsiteY70" fmla="*/ 93333 h 93333"/>
                <a:gd name="connsiteX71" fmla="*/ 266459 w 378541"/>
                <a:gd name="connsiteY71" fmla="*/ 93333 h 93333"/>
                <a:gd name="connsiteX72" fmla="*/ 161563 w 378541"/>
                <a:gd name="connsiteY72" fmla="*/ 104 h 93333"/>
                <a:gd name="connsiteX73" fmla="*/ 173229 w 378541"/>
                <a:gd name="connsiteY73" fmla="*/ 104 h 93333"/>
                <a:gd name="connsiteX74" fmla="*/ 173229 w 378541"/>
                <a:gd name="connsiteY74" fmla="*/ 49792 h 93333"/>
                <a:gd name="connsiteX75" fmla="*/ 161563 w 378541"/>
                <a:gd name="connsiteY75" fmla="*/ 49792 h 93333"/>
                <a:gd name="connsiteX76" fmla="*/ 161563 w 378541"/>
                <a:gd name="connsiteY76" fmla="*/ 29479 h 93333"/>
                <a:gd name="connsiteX77" fmla="*/ 145625 w 378541"/>
                <a:gd name="connsiteY77" fmla="*/ 29479 h 93333"/>
                <a:gd name="connsiteX78" fmla="*/ 137656 w 378541"/>
                <a:gd name="connsiteY78" fmla="*/ 42292 h 93333"/>
                <a:gd name="connsiteX79" fmla="*/ 121979 w 378541"/>
                <a:gd name="connsiteY79" fmla="*/ 47292 h 93333"/>
                <a:gd name="connsiteX80" fmla="*/ 112083 w 378541"/>
                <a:gd name="connsiteY80" fmla="*/ 45521 h 93333"/>
                <a:gd name="connsiteX81" fmla="*/ 104479 w 378541"/>
                <a:gd name="connsiteY81" fmla="*/ 40625 h 93333"/>
                <a:gd name="connsiteX82" fmla="*/ 99531 w 378541"/>
                <a:gd name="connsiteY82" fmla="*/ 33281 h 93333"/>
                <a:gd name="connsiteX83" fmla="*/ 97812 w 378541"/>
                <a:gd name="connsiteY83" fmla="*/ 24062 h 93333"/>
                <a:gd name="connsiteX84" fmla="*/ 99531 w 378541"/>
                <a:gd name="connsiteY84" fmla="*/ 15052 h 93333"/>
                <a:gd name="connsiteX85" fmla="*/ 104479 w 378541"/>
                <a:gd name="connsiteY85" fmla="*/ 7708 h 93333"/>
                <a:gd name="connsiteX86" fmla="*/ 112083 w 378541"/>
                <a:gd name="connsiteY86" fmla="*/ 2708 h 93333"/>
                <a:gd name="connsiteX87" fmla="*/ 121979 w 378541"/>
                <a:gd name="connsiteY87" fmla="*/ 833 h 93333"/>
                <a:gd name="connsiteX88" fmla="*/ 137969 w 378541"/>
                <a:gd name="connsiteY88" fmla="*/ 6198 h 93333"/>
                <a:gd name="connsiteX89" fmla="*/ 145833 w 378541"/>
                <a:gd name="connsiteY89" fmla="*/ 19479 h 93333"/>
                <a:gd name="connsiteX90" fmla="*/ 161563 w 378541"/>
                <a:gd name="connsiteY90" fmla="*/ 19479 h 93333"/>
                <a:gd name="connsiteX91" fmla="*/ 66563 w 378541"/>
                <a:gd name="connsiteY91" fmla="*/ 104 h 93333"/>
                <a:gd name="connsiteX92" fmla="*/ 78229 w 378541"/>
                <a:gd name="connsiteY92" fmla="*/ 104 h 93333"/>
                <a:gd name="connsiteX93" fmla="*/ 78229 w 378541"/>
                <a:gd name="connsiteY93" fmla="*/ 35208 h 93333"/>
                <a:gd name="connsiteX94" fmla="*/ 91042 w 378541"/>
                <a:gd name="connsiteY94" fmla="*/ 35208 h 93333"/>
                <a:gd name="connsiteX95" fmla="*/ 91042 w 378541"/>
                <a:gd name="connsiteY95" fmla="*/ 45729 h 93333"/>
                <a:gd name="connsiteX96" fmla="*/ 78229 w 378541"/>
                <a:gd name="connsiteY96" fmla="*/ 45729 h 93333"/>
                <a:gd name="connsiteX97" fmla="*/ 78229 w 378541"/>
                <a:gd name="connsiteY97" fmla="*/ 93333 h 93333"/>
                <a:gd name="connsiteX98" fmla="*/ 66563 w 378541"/>
                <a:gd name="connsiteY98" fmla="*/ 93333 h 93333"/>
                <a:gd name="connsiteX99" fmla="*/ 354583 w 378541"/>
                <a:gd name="connsiteY99" fmla="*/ 0 h 93333"/>
                <a:gd name="connsiteX100" fmla="*/ 366354 w 378541"/>
                <a:gd name="connsiteY100" fmla="*/ 0 h 93333"/>
                <a:gd name="connsiteX101" fmla="*/ 366354 w 378541"/>
                <a:gd name="connsiteY101" fmla="*/ 26875 h 93333"/>
                <a:gd name="connsiteX102" fmla="*/ 378542 w 378541"/>
                <a:gd name="connsiteY102" fmla="*/ 26875 h 93333"/>
                <a:gd name="connsiteX103" fmla="*/ 378542 w 378541"/>
                <a:gd name="connsiteY103" fmla="*/ 36875 h 93333"/>
                <a:gd name="connsiteX104" fmla="*/ 366354 w 378541"/>
                <a:gd name="connsiteY104" fmla="*/ 36875 h 93333"/>
                <a:gd name="connsiteX105" fmla="*/ 366354 w 378541"/>
                <a:gd name="connsiteY105" fmla="*/ 67187 h 93333"/>
                <a:gd name="connsiteX106" fmla="*/ 354583 w 378541"/>
                <a:gd name="connsiteY106" fmla="*/ 67187 h 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378541" h="93333">
                  <a:moveTo>
                    <a:pt x="122292" y="72708"/>
                  </a:moveTo>
                  <a:lnTo>
                    <a:pt x="122292" y="82917"/>
                  </a:lnTo>
                  <a:lnTo>
                    <a:pt x="161563" y="82917"/>
                  </a:lnTo>
                  <a:lnTo>
                    <a:pt x="161563" y="72708"/>
                  </a:lnTo>
                  <a:close/>
                  <a:moveTo>
                    <a:pt x="305625" y="61354"/>
                  </a:moveTo>
                  <a:lnTo>
                    <a:pt x="317708" y="61354"/>
                  </a:lnTo>
                  <a:lnTo>
                    <a:pt x="317708" y="81562"/>
                  </a:lnTo>
                  <a:lnTo>
                    <a:pt x="368959" y="81562"/>
                  </a:lnTo>
                  <a:lnTo>
                    <a:pt x="368959" y="91563"/>
                  </a:lnTo>
                  <a:lnTo>
                    <a:pt x="308438" y="91563"/>
                  </a:lnTo>
                  <a:cubicBezTo>
                    <a:pt x="307331" y="91563"/>
                    <a:pt x="306589" y="91354"/>
                    <a:pt x="306198" y="90937"/>
                  </a:cubicBezTo>
                  <a:cubicBezTo>
                    <a:pt x="305820" y="90521"/>
                    <a:pt x="305625" y="89766"/>
                    <a:pt x="305625" y="88646"/>
                  </a:cubicBezTo>
                  <a:close/>
                  <a:moveTo>
                    <a:pt x="110729" y="53333"/>
                  </a:moveTo>
                  <a:lnTo>
                    <a:pt x="122292" y="53333"/>
                  </a:lnTo>
                  <a:lnTo>
                    <a:pt x="122292" y="63229"/>
                  </a:lnTo>
                  <a:lnTo>
                    <a:pt x="161563" y="63229"/>
                  </a:lnTo>
                  <a:lnTo>
                    <a:pt x="161563" y="53333"/>
                  </a:lnTo>
                  <a:lnTo>
                    <a:pt x="173125" y="53333"/>
                  </a:lnTo>
                  <a:lnTo>
                    <a:pt x="173125" y="89479"/>
                  </a:lnTo>
                  <a:cubicBezTo>
                    <a:pt x="173125" y="90599"/>
                    <a:pt x="172904" y="91354"/>
                    <a:pt x="172448" y="91771"/>
                  </a:cubicBezTo>
                  <a:cubicBezTo>
                    <a:pt x="172005" y="92188"/>
                    <a:pt x="171250" y="92396"/>
                    <a:pt x="170209" y="92396"/>
                  </a:cubicBezTo>
                  <a:lnTo>
                    <a:pt x="113646" y="92396"/>
                  </a:lnTo>
                  <a:cubicBezTo>
                    <a:pt x="112539" y="92396"/>
                    <a:pt x="111771" y="92188"/>
                    <a:pt x="111354" y="91771"/>
                  </a:cubicBezTo>
                  <a:cubicBezTo>
                    <a:pt x="110938" y="91354"/>
                    <a:pt x="110729" y="90599"/>
                    <a:pt x="110729" y="89479"/>
                  </a:cubicBezTo>
                  <a:close/>
                  <a:moveTo>
                    <a:pt x="121979" y="10729"/>
                  </a:moveTo>
                  <a:cubicBezTo>
                    <a:pt x="117956" y="10729"/>
                    <a:pt x="114883" y="12018"/>
                    <a:pt x="112761" y="14583"/>
                  </a:cubicBezTo>
                  <a:cubicBezTo>
                    <a:pt x="110651" y="17161"/>
                    <a:pt x="109583" y="20312"/>
                    <a:pt x="109583" y="24062"/>
                  </a:cubicBezTo>
                  <a:cubicBezTo>
                    <a:pt x="109583" y="27682"/>
                    <a:pt x="110651" y="30820"/>
                    <a:pt x="112761" y="33489"/>
                  </a:cubicBezTo>
                  <a:cubicBezTo>
                    <a:pt x="114883" y="36172"/>
                    <a:pt x="117956" y="37500"/>
                    <a:pt x="121979" y="37500"/>
                  </a:cubicBezTo>
                  <a:cubicBezTo>
                    <a:pt x="125938" y="37500"/>
                    <a:pt x="128997" y="36172"/>
                    <a:pt x="131146" y="33489"/>
                  </a:cubicBezTo>
                  <a:cubicBezTo>
                    <a:pt x="133307" y="30820"/>
                    <a:pt x="134375" y="27682"/>
                    <a:pt x="134375" y="24062"/>
                  </a:cubicBezTo>
                  <a:cubicBezTo>
                    <a:pt x="134375" y="20391"/>
                    <a:pt x="133307" y="17239"/>
                    <a:pt x="131146" y="14635"/>
                  </a:cubicBezTo>
                  <a:cubicBezTo>
                    <a:pt x="128997" y="12031"/>
                    <a:pt x="125938" y="10729"/>
                    <a:pt x="121979" y="10729"/>
                  </a:cubicBezTo>
                  <a:close/>
                  <a:moveTo>
                    <a:pt x="206458" y="5417"/>
                  </a:moveTo>
                  <a:lnTo>
                    <a:pt x="247604" y="5417"/>
                  </a:lnTo>
                  <a:cubicBezTo>
                    <a:pt x="248646" y="5417"/>
                    <a:pt x="249401" y="5651"/>
                    <a:pt x="249844" y="6094"/>
                  </a:cubicBezTo>
                  <a:cubicBezTo>
                    <a:pt x="250300" y="6549"/>
                    <a:pt x="250521" y="7292"/>
                    <a:pt x="250521" y="8333"/>
                  </a:cubicBezTo>
                  <a:cubicBezTo>
                    <a:pt x="249688" y="22708"/>
                    <a:pt x="246094" y="35599"/>
                    <a:pt x="239740" y="46979"/>
                  </a:cubicBezTo>
                  <a:cubicBezTo>
                    <a:pt x="233385" y="58372"/>
                    <a:pt x="223893" y="68021"/>
                    <a:pt x="211250" y="75938"/>
                  </a:cubicBezTo>
                  <a:lnTo>
                    <a:pt x="201354" y="68125"/>
                  </a:lnTo>
                  <a:cubicBezTo>
                    <a:pt x="212604" y="62083"/>
                    <a:pt x="221237" y="54661"/>
                    <a:pt x="227240" y="45833"/>
                  </a:cubicBezTo>
                  <a:cubicBezTo>
                    <a:pt x="233255" y="37018"/>
                    <a:pt x="236641" y="26875"/>
                    <a:pt x="237396" y="15417"/>
                  </a:cubicBezTo>
                  <a:lnTo>
                    <a:pt x="206458" y="15417"/>
                  </a:lnTo>
                  <a:close/>
                  <a:moveTo>
                    <a:pt x="296667" y="3854"/>
                  </a:moveTo>
                  <a:lnTo>
                    <a:pt x="337500" y="3854"/>
                  </a:lnTo>
                  <a:cubicBezTo>
                    <a:pt x="338542" y="3854"/>
                    <a:pt x="339297" y="4088"/>
                    <a:pt x="339740" y="4531"/>
                  </a:cubicBezTo>
                  <a:cubicBezTo>
                    <a:pt x="340195" y="4987"/>
                    <a:pt x="340417" y="5729"/>
                    <a:pt x="340417" y="6771"/>
                  </a:cubicBezTo>
                  <a:cubicBezTo>
                    <a:pt x="339375" y="19271"/>
                    <a:pt x="335391" y="29792"/>
                    <a:pt x="328438" y="38333"/>
                  </a:cubicBezTo>
                  <a:cubicBezTo>
                    <a:pt x="321498" y="46875"/>
                    <a:pt x="311458" y="53477"/>
                    <a:pt x="298334" y="58125"/>
                  </a:cubicBezTo>
                  <a:lnTo>
                    <a:pt x="290938" y="49375"/>
                  </a:lnTo>
                  <a:cubicBezTo>
                    <a:pt x="301771" y="46042"/>
                    <a:pt x="310235" y="41406"/>
                    <a:pt x="316302" y="35469"/>
                  </a:cubicBezTo>
                  <a:cubicBezTo>
                    <a:pt x="322383" y="29531"/>
                    <a:pt x="326120" y="22331"/>
                    <a:pt x="327500" y="13854"/>
                  </a:cubicBezTo>
                  <a:lnTo>
                    <a:pt x="296667" y="13854"/>
                  </a:lnTo>
                  <a:close/>
                  <a:moveTo>
                    <a:pt x="25000" y="3542"/>
                  </a:moveTo>
                  <a:lnTo>
                    <a:pt x="37292" y="3542"/>
                  </a:lnTo>
                  <a:lnTo>
                    <a:pt x="37292" y="24167"/>
                  </a:lnTo>
                  <a:cubicBezTo>
                    <a:pt x="37292" y="33333"/>
                    <a:pt x="39271" y="41354"/>
                    <a:pt x="43229" y="48229"/>
                  </a:cubicBezTo>
                  <a:cubicBezTo>
                    <a:pt x="47187" y="55104"/>
                    <a:pt x="53229" y="61042"/>
                    <a:pt x="61354" y="66042"/>
                  </a:cubicBezTo>
                  <a:lnTo>
                    <a:pt x="52604" y="73958"/>
                  </a:lnTo>
                  <a:cubicBezTo>
                    <a:pt x="48164" y="70911"/>
                    <a:pt x="43997" y="67227"/>
                    <a:pt x="40104" y="62917"/>
                  </a:cubicBezTo>
                  <a:cubicBezTo>
                    <a:pt x="36224" y="58620"/>
                    <a:pt x="33268" y="54167"/>
                    <a:pt x="31250" y="49583"/>
                  </a:cubicBezTo>
                  <a:cubicBezTo>
                    <a:pt x="30495" y="51875"/>
                    <a:pt x="29375" y="54219"/>
                    <a:pt x="27917" y="56615"/>
                  </a:cubicBezTo>
                  <a:cubicBezTo>
                    <a:pt x="26458" y="59010"/>
                    <a:pt x="24766" y="61354"/>
                    <a:pt x="22812" y="63646"/>
                  </a:cubicBezTo>
                  <a:cubicBezTo>
                    <a:pt x="20872" y="65937"/>
                    <a:pt x="18776" y="68164"/>
                    <a:pt x="16510" y="70312"/>
                  </a:cubicBezTo>
                  <a:cubicBezTo>
                    <a:pt x="14258" y="72474"/>
                    <a:pt x="11953" y="74375"/>
                    <a:pt x="9583" y="76042"/>
                  </a:cubicBezTo>
                  <a:lnTo>
                    <a:pt x="0" y="68333"/>
                  </a:lnTo>
                  <a:cubicBezTo>
                    <a:pt x="8542" y="62995"/>
                    <a:pt x="14831" y="56484"/>
                    <a:pt x="18854" y="48802"/>
                  </a:cubicBezTo>
                  <a:cubicBezTo>
                    <a:pt x="22891" y="41133"/>
                    <a:pt x="24935" y="32708"/>
                    <a:pt x="25000" y="23542"/>
                  </a:cubicBezTo>
                  <a:close/>
                  <a:moveTo>
                    <a:pt x="266459" y="104"/>
                  </a:moveTo>
                  <a:lnTo>
                    <a:pt x="278229" y="104"/>
                  </a:lnTo>
                  <a:lnTo>
                    <a:pt x="278229" y="93333"/>
                  </a:lnTo>
                  <a:lnTo>
                    <a:pt x="266459" y="93333"/>
                  </a:lnTo>
                  <a:close/>
                  <a:moveTo>
                    <a:pt x="161563" y="104"/>
                  </a:moveTo>
                  <a:lnTo>
                    <a:pt x="173229" y="104"/>
                  </a:lnTo>
                  <a:lnTo>
                    <a:pt x="173229" y="49792"/>
                  </a:lnTo>
                  <a:lnTo>
                    <a:pt x="161563" y="49792"/>
                  </a:lnTo>
                  <a:lnTo>
                    <a:pt x="161563" y="29479"/>
                  </a:lnTo>
                  <a:lnTo>
                    <a:pt x="145625" y="29479"/>
                  </a:lnTo>
                  <a:cubicBezTo>
                    <a:pt x="144518" y="34688"/>
                    <a:pt x="141862" y="38958"/>
                    <a:pt x="137656" y="42292"/>
                  </a:cubicBezTo>
                  <a:cubicBezTo>
                    <a:pt x="133464" y="45625"/>
                    <a:pt x="128229" y="47292"/>
                    <a:pt x="121979" y="47292"/>
                  </a:cubicBezTo>
                  <a:cubicBezTo>
                    <a:pt x="118373" y="47292"/>
                    <a:pt x="115078" y="46706"/>
                    <a:pt x="112083" y="45521"/>
                  </a:cubicBezTo>
                  <a:cubicBezTo>
                    <a:pt x="109102" y="44349"/>
                    <a:pt x="106563" y="42708"/>
                    <a:pt x="104479" y="40625"/>
                  </a:cubicBezTo>
                  <a:cubicBezTo>
                    <a:pt x="102331" y="38542"/>
                    <a:pt x="100677" y="36094"/>
                    <a:pt x="99531" y="33281"/>
                  </a:cubicBezTo>
                  <a:cubicBezTo>
                    <a:pt x="98385" y="30469"/>
                    <a:pt x="97812" y="27396"/>
                    <a:pt x="97812" y="24062"/>
                  </a:cubicBezTo>
                  <a:cubicBezTo>
                    <a:pt x="97812" y="20872"/>
                    <a:pt x="98385" y="17865"/>
                    <a:pt x="99531" y="15052"/>
                  </a:cubicBezTo>
                  <a:cubicBezTo>
                    <a:pt x="100677" y="12240"/>
                    <a:pt x="102331" y="9792"/>
                    <a:pt x="104479" y="7708"/>
                  </a:cubicBezTo>
                  <a:cubicBezTo>
                    <a:pt x="106563" y="5625"/>
                    <a:pt x="109102" y="3958"/>
                    <a:pt x="112083" y="2708"/>
                  </a:cubicBezTo>
                  <a:cubicBezTo>
                    <a:pt x="115078" y="1458"/>
                    <a:pt x="118373" y="833"/>
                    <a:pt x="121979" y="833"/>
                  </a:cubicBezTo>
                  <a:cubicBezTo>
                    <a:pt x="128438" y="833"/>
                    <a:pt x="133776" y="2630"/>
                    <a:pt x="137969" y="6198"/>
                  </a:cubicBezTo>
                  <a:cubicBezTo>
                    <a:pt x="142175" y="9779"/>
                    <a:pt x="144792" y="14206"/>
                    <a:pt x="145833" y="19479"/>
                  </a:cubicBezTo>
                  <a:lnTo>
                    <a:pt x="161563" y="19479"/>
                  </a:lnTo>
                  <a:close/>
                  <a:moveTo>
                    <a:pt x="66563" y="104"/>
                  </a:moveTo>
                  <a:lnTo>
                    <a:pt x="78229" y="104"/>
                  </a:lnTo>
                  <a:lnTo>
                    <a:pt x="78229" y="35208"/>
                  </a:lnTo>
                  <a:lnTo>
                    <a:pt x="91042" y="35208"/>
                  </a:lnTo>
                  <a:lnTo>
                    <a:pt x="91042" y="45729"/>
                  </a:lnTo>
                  <a:lnTo>
                    <a:pt x="78229" y="45729"/>
                  </a:lnTo>
                  <a:lnTo>
                    <a:pt x="78229" y="93333"/>
                  </a:lnTo>
                  <a:lnTo>
                    <a:pt x="66563" y="93333"/>
                  </a:lnTo>
                  <a:close/>
                  <a:moveTo>
                    <a:pt x="354583" y="0"/>
                  </a:moveTo>
                  <a:lnTo>
                    <a:pt x="366354" y="0"/>
                  </a:lnTo>
                  <a:lnTo>
                    <a:pt x="366354" y="26875"/>
                  </a:lnTo>
                  <a:lnTo>
                    <a:pt x="378542" y="26875"/>
                  </a:lnTo>
                  <a:lnTo>
                    <a:pt x="378542" y="36875"/>
                  </a:lnTo>
                  <a:lnTo>
                    <a:pt x="366354" y="36875"/>
                  </a:lnTo>
                  <a:lnTo>
                    <a:pt x="366354" y="67187"/>
                  </a:lnTo>
                  <a:lnTo>
                    <a:pt x="354583" y="67187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18" name="TextBox 317">
              <a:extLst>
                <a:ext uri="{FF2B5EF4-FFF2-40B4-BE49-F238E27FC236}">
                  <a16:creationId xmlns:a16="http://schemas.microsoft.com/office/drawing/2014/main" id="{E8252959-9512-408A-97F6-E55F279FA59C}"/>
                </a:ext>
              </a:extLst>
            </p:cNvPr>
            <p:cNvSpPr txBox="1"/>
            <p:nvPr/>
          </p:nvSpPr>
          <p:spPr>
            <a:xfrm>
              <a:off x="3051349" y="2671855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사업기간</a:t>
              </a:r>
            </a:p>
          </p:txBody>
        </p:sp>
        <p:sp>
          <p:nvSpPr>
            <p:cNvPr id="319" name="자유형: 도형 318">
              <a:extLst>
                <a:ext uri="{FF2B5EF4-FFF2-40B4-BE49-F238E27FC236}">
                  <a16:creationId xmlns:a16="http://schemas.microsoft.com/office/drawing/2014/main" id="{EC025D13-FDB9-4AD5-841B-7C8892168986}"/>
                </a:ext>
              </a:extLst>
            </p:cNvPr>
            <p:cNvSpPr/>
            <p:nvPr/>
          </p:nvSpPr>
          <p:spPr>
            <a:xfrm>
              <a:off x="3988727" y="2675075"/>
              <a:ext cx="366666" cy="93749"/>
            </a:xfrm>
            <a:custGeom>
              <a:avLst/>
              <a:gdLst>
                <a:gd name="connsiteX0" fmla="*/ 218125 w 366666"/>
                <a:gd name="connsiteY0" fmla="*/ 65625 h 93749"/>
                <a:gd name="connsiteX1" fmla="*/ 218125 w 366666"/>
                <a:gd name="connsiteY1" fmla="*/ 82187 h 93749"/>
                <a:gd name="connsiteX2" fmla="*/ 258646 w 366666"/>
                <a:gd name="connsiteY2" fmla="*/ 82187 h 93749"/>
                <a:gd name="connsiteX3" fmla="*/ 258646 w 366666"/>
                <a:gd name="connsiteY3" fmla="*/ 65625 h 93749"/>
                <a:gd name="connsiteX4" fmla="*/ 103438 w 366666"/>
                <a:gd name="connsiteY4" fmla="*/ 59583 h 93749"/>
                <a:gd name="connsiteX5" fmla="*/ 163646 w 366666"/>
                <a:gd name="connsiteY5" fmla="*/ 59583 h 93749"/>
                <a:gd name="connsiteX6" fmla="*/ 165885 w 366666"/>
                <a:gd name="connsiteY6" fmla="*/ 60261 h 93749"/>
                <a:gd name="connsiteX7" fmla="*/ 166562 w 366666"/>
                <a:gd name="connsiteY7" fmla="*/ 62500 h 93749"/>
                <a:gd name="connsiteX8" fmla="*/ 166562 w 366666"/>
                <a:gd name="connsiteY8" fmla="*/ 93646 h 93749"/>
                <a:gd name="connsiteX9" fmla="*/ 154792 w 366666"/>
                <a:gd name="connsiteY9" fmla="*/ 93646 h 93749"/>
                <a:gd name="connsiteX10" fmla="*/ 154792 w 366666"/>
                <a:gd name="connsiteY10" fmla="*/ 69583 h 93749"/>
                <a:gd name="connsiteX11" fmla="*/ 103438 w 366666"/>
                <a:gd name="connsiteY11" fmla="*/ 69583 h 93749"/>
                <a:gd name="connsiteX12" fmla="*/ 300938 w 366666"/>
                <a:gd name="connsiteY12" fmla="*/ 59167 h 93749"/>
                <a:gd name="connsiteX13" fmla="*/ 363646 w 366666"/>
                <a:gd name="connsiteY13" fmla="*/ 59167 h 93749"/>
                <a:gd name="connsiteX14" fmla="*/ 365886 w 366666"/>
                <a:gd name="connsiteY14" fmla="*/ 59844 h 93749"/>
                <a:gd name="connsiteX15" fmla="*/ 366563 w 366666"/>
                <a:gd name="connsiteY15" fmla="*/ 62083 h 93749"/>
                <a:gd name="connsiteX16" fmla="*/ 366563 w 366666"/>
                <a:gd name="connsiteY16" fmla="*/ 93750 h 93749"/>
                <a:gd name="connsiteX17" fmla="*/ 354792 w 366666"/>
                <a:gd name="connsiteY17" fmla="*/ 93750 h 93749"/>
                <a:gd name="connsiteX18" fmla="*/ 354792 w 366666"/>
                <a:gd name="connsiteY18" fmla="*/ 69063 h 93749"/>
                <a:gd name="connsiteX19" fmla="*/ 300938 w 366666"/>
                <a:gd name="connsiteY19" fmla="*/ 69063 h 93749"/>
                <a:gd name="connsiteX20" fmla="*/ 209271 w 366666"/>
                <a:gd name="connsiteY20" fmla="*/ 55833 h 93749"/>
                <a:gd name="connsiteX21" fmla="*/ 267396 w 366666"/>
                <a:gd name="connsiteY21" fmla="*/ 55833 h 93749"/>
                <a:gd name="connsiteX22" fmla="*/ 269636 w 366666"/>
                <a:gd name="connsiteY22" fmla="*/ 56510 h 93749"/>
                <a:gd name="connsiteX23" fmla="*/ 270313 w 366666"/>
                <a:gd name="connsiteY23" fmla="*/ 58750 h 93749"/>
                <a:gd name="connsiteX24" fmla="*/ 270313 w 366666"/>
                <a:gd name="connsiteY24" fmla="*/ 89167 h 93749"/>
                <a:gd name="connsiteX25" fmla="*/ 269636 w 366666"/>
                <a:gd name="connsiteY25" fmla="*/ 91458 h 93749"/>
                <a:gd name="connsiteX26" fmla="*/ 267396 w 366666"/>
                <a:gd name="connsiteY26" fmla="*/ 92083 h 93749"/>
                <a:gd name="connsiteX27" fmla="*/ 209271 w 366666"/>
                <a:gd name="connsiteY27" fmla="*/ 92083 h 93749"/>
                <a:gd name="connsiteX28" fmla="*/ 206979 w 366666"/>
                <a:gd name="connsiteY28" fmla="*/ 91458 h 93749"/>
                <a:gd name="connsiteX29" fmla="*/ 206354 w 366666"/>
                <a:gd name="connsiteY29" fmla="*/ 89167 h 93749"/>
                <a:gd name="connsiteX30" fmla="*/ 206354 w 366666"/>
                <a:gd name="connsiteY30" fmla="*/ 58750 h 93749"/>
                <a:gd name="connsiteX31" fmla="*/ 206979 w 366666"/>
                <a:gd name="connsiteY31" fmla="*/ 56510 h 93749"/>
                <a:gd name="connsiteX32" fmla="*/ 209271 w 366666"/>
                <a:gd name="connsiteY32" fmla="*/ 55833 h 93749"/>
                <a:gd name="connsiteX33" fmla="*/ 308958 w 366666"/>
                <a:gd name="connsiteY33" fmla="*/ 12083 h 93749"/>
                <a:gd name="connsiteX34" fmla="*/ 301302 w 366666"/>
                <a:gd name="connsiteY34" fmla="*/ 16094 h 93749"/>
                <a:gd name="connsiteX35" fmla="*/ 298646 w 366666"/>
                <a:gd name="connsiteY35" fmla="*/ 25833 h 93749"/>
                <a:gd name="connsiteX36" fmla="*/ 301302 w 366666"/>
                <a:gd name="connsiteY36" fmla="*/ 35729 h 93749"/>
                <a:gd name="connsiteX37" fmla="*/ 308958 w 366666"/>
                <a:gd name="connsiteY37" fmla="*/ 39792 h 93749"/>
                <a:gd name="connsiteX38" fmla="*/ 316563 w 366666"/>
                <a:gd name="connsiteY38" fmla="*/ 35729 h 93749"/>
                <a:gd name="connsiteX39" fmla="*/ 319271 w 366666"/>
                <a:gd name="connsiteY39" fmla="*/ 25833 h 93749"/>
                <a:gd name="connsiteX40" fmla="*/ 316615 w 366666"/>
                <a:gd name="connsiteY40" fmla="*/ 16094 h 93749"/>
                <a:gd name="connsiteX41" fmla="*/ 308958 w 366666"/>
                <a:gd name="connsiteY41" fmla="*/ 12083 h 93749"/>
                <a:gd name="connsiteX42" fmla="*/ 118334 w 366666"/>
                <a:gd name="connsiteY42" fmla="*/ 11250 h 93749"/>
                <a:gd name="connsiteX43" fmla="*/ 108698 w 366666"/>
                <a:gd name="connsiteY43" fmla="*/ 15260 h 93749"/>
                <a:gd name="connsiteX44" fmla="*/ 105313 w 366666"/>
                <a:gd name="connsiteY44" fmla="*/ 25417 h 93749"/>
                <a:gd name="connsiteX45" fmla="*/ 108698 w 366666"/>
                <a:gd name="connsiteY45" fmla="*/ 35625 h 93749"/>
                <a:gd name="connsiteX46" fmla="*/ 118334 w 366666"/>
                <a:gd name="connsiteY46" fmla="*/ 39792 h 93749"/>
                <a:gd name="connsiteX47" fmla="*/ 127969 w 366666"/>
                <a:gd name="connsiteY47" fmla="*/ 35625 h 93749"/>
                <a:gd name="connsiteX48" fmla="*/ 131354 w 366666"/>
                <a:gd name="connsiteY48" fmla="*/ 25417 h 93749"/>
                <a:gd name="connsiteX49" fmla="*/ 127969 w 366666"/>
                <a:gd name="connsiteY49" fmla="*/ 15260 h 93749"/>
                <a:gd name="connsiteX50" fmla="*/ 118334 w 366666"/>
                <a:gd name="connsiteY50" fmla="*/ 11250 h 93749"/>
                <a:gd name="connsiteX51" fmla="*/ 204688 w 366666"/>
                <a:gd name="connsiteY51" fmla="*/ 2396 h 93749"/>
                <a:gd name="connsiteX52" fmla="*/ 269584 w 366666"/>
                <a:gd name="connsiteY52" fmla="*/ 2396 h 93749"/>
                <a:gd name="connsiteX53" fmla="*/ 271823 w 366666"/>
                <a:gd name="connsiteY53" fmla="*/ 3073 h 93749"/>
                <a:gd name="connsiteX54" fmla="*/ 272500 w 366666"/>
                <a:gd name="connsiteY54" fmla="*/ 5313 h 93749"/>
                <a:gd name="connsiteX55" fmla="*/ 271823 w 366666"/>
                <a:gd name="connsiteY55" fmla="*/ 12448 h 93749"/>
                <a:gd name="connsiteX56" fmla="*/ 270729 w 366666"/>
                <a:gd name="connsiteY56" fmla="*/ 20417 h 93749"/>
                <a:gd name="connsiteX57" fmla="*/ 269323 w 366666"/>
                <a:gd name="connsiteY57" fmla="*/ 28542 h 93749"/>
                <a:gd name="connsiteX58" fmla="*/ 267813 w 366666"/>
                <a:gd name="connsiteY58" fmla="*/ 36042 h 93749"/>
                <a:gd name="connsiteX59" fmla="*/ 281354 w 366666"/>
                <a:gd name="connsiteY59" fmla="*/ 36042 h 93749"/>
                <a:gd name="connsiteX60" fmla="*/ 281354 w 366666"/>
                <a:gd name="connsiteY60" fmla="*/ 46042 h 93749"/>
                <a:gd name="connsiteX61" fmla="*/ 195417 w 366666"/>
                <a:gd name="connsiteY61" fmla="*/ 46042 h 93749"/>
                <a:gd name="connsiteX62" fmla="*/ 195417 w 366666"/>
                <a:gd name="connsiteY62" fmla="*/ 36042 h 93749"/>
                <a:gd name="connsiteX63" fmla="*/ 256458 w 366666"/>
                <a:gd name="connsiteY63" fmla="*/ 36042 h 93749"/>
                <a:gd name="connsiteX64" fmla="*/ 257760 w 366666"/>
                <a:gd name="connsiteY64" fmla="*/ 29948 h 93749"/>
                <a:gd name="connsiteX65" fmla="*/ 258854 w 366666"/>
                <a:gd name="connsiteY65" fmla="*/ 23438 h 93749"/>
                <a:gd name="connsiteX66" fmla="*/ 259688 w 366666"/>
                <a:gd name="connsiteY66" fmla="*/ 17240 h 93749"/>
                <a:gd name="connsiteX67" fmla="*/ 260000 w 366666"/>
                <a:gd name="connsiteY67" fmla="*/ 12292 h 93749"/>
                <a:gd name="connsiteX68" fmla="*/ 204688 w 366666"/>
                <a:gd name="connsiteY68" fmla="*/ 12292 h 93749"/>
                <a:gd name="connsiteX69" fmla="*/ 308958 w 366666"/>
                <a:gd name="connsiteY69" fmla="*/ 2187 h 93749"/>
                <a:gd name="connsiteX70" fmla="*/ 317969 w 366666"/>
                <a:gd name="connsiteY70" fmla="*/ 4062 h 93749"/>
                <a:gd name="connsiteX71" fmla="*/ 324792 w 366666"/>
                <a:gd name="connsiteY71" fmla="*/ 9167 h 93749"/>
                <a:gd name="connsiteX72" fmla="*/ 329115 w 366666"/>
                <a:gd name="connsiteY72" fmla="*/ 16719 h 93749"/>
                <a:gd name="connsiteX73" fmla="*/ 330625 w 366666"/>
                <a:gd name="connsiteY73" fmla="*/ 25833 h 93749"/>
                <a:gd name="connsiteX74" fmla="*/ 329115 w 366666"/>
                <a:gd name="connsiteY74" fmla="*/ 35052 h 93749"/>
                <a:gd name="connsiteX75" fmla="*/ 324792 w 366666"/>
                <a:gd name="connsiteY75" fmla="*/ 42604 h 93749"/>
                <a:gd name="connsiteX76" fmla="*/ 317969 w 366666"/>
                <a:gd name="connsiteY76" fmla="*/ 47812 h 93749"/>
                <a:gd name="connsiteX77" fmla="*/ 308958 w 366666"/>
                <a:gd name="connsiteY77" fmla="*/ 49687 h 93749"/>
                <a:gd name="connsiteX78" fmla="*/ 299844 w 366666"/>
                <a:gd name="connsiteY78" fmla="*/ 47812 h 93749"/>
                <a:gd name="connsiteX79" fmla="*/ 293021 w 366666"/>
                <a:gd name="connsiteY79" fmla="*/ 42604 h 93749"/>
                <a:gd name="connsiteX80" fmla="*/ 288854 w 366666"/>
                <a:gd name="connsiteY80" fmla="*/ 35052 h 93749"/>
                <a:gd name="connsiteX81" fmla="*/ 287396 w 366666"/>
                <a:gd name="connsiteY81" fmla="*/ 25833 h 93749"/>
                <a:gd name="connsiteX82" fmla="*/ 288802 w 366666"/>
                <a:gd name="connsiteY82" fmla="*/ 16719 h 93749"/>
                <a:gd name="connsiteX83" fmla="*/ 293021 w 366666"/>
                <a:gd name="connsiteY83" fmla="*/ 9167 h 93749"/>
                <a:gd name="connsiteX84" fmla="*/ 299740 w 366666"/>
                <a:gd name="connsiteY84" fmla="*/ 4062 h 93749"/>
                <a:gd name="connsiteX85" fmla="*/ 308958 w 366666"/>
                <a:gd name="connsiteY85" fmla="*/ 2187 h 93749"/>
                <a:gd name="connsiteX86" fmla="*/ 50625 w 366666"/>
                <a:gd name="connsiteY86" fmla="*/ 1562 h 93749"/>
                <a:gd name="connsiteX87" fmla="*/ 62083 w 366666"/>
                <a:gd name="connsiteY87" fmla="*/ 1562 h 93749"/>
                <a:gd name="connsiteX88" fmla="*/ 62083 w 366666"/>
                <a:gd name="connsiteY88" fmla="*/ 88854 h 93749"/>
                <a:gd name="connsiteX89" fmla="*/ 50625 w 366666"/>
                <a:gd name="connsiteY89" fmla="*/ 88854 h 93749"/>
                <a:gd name="connsiteX90" fmla="*/ 50625 w 366666"/>
                <a:gd name="connsiteY90" fmla="*/ 54583 h 93749"/>
                <a:gd name="connsiteX91" fmla="*/ 36146 w 366666"/>
                <a:gd name="connsiteY91" fmla="*/ 54583 h 93749"/>
                <a:gd name="connsiteX92" fmla="*/ 36146 w 366666"/>
                <a:gd name="connsiteY92" fmla="*/ 44375 h 93749"/>
                <a:gd name="connsiteX93" fmla="*/ 50625 w 366666"/>
                <a:gd name="connsiteY93" fmla="*/ 44375 h 93749"/>
                <a:gd name="connsiteX94" fmla="*/ 50625 w 366666"/>
                <a:gd name="connsiteY94" fmla="*/ 29375 h 93749"/>
                <a:gd name="connsiteX95" fmla="*/ 37812 w 366666"/>
                <a:gd name="connsiteY95" fmla="*/ 29375 h 93749"/>
                <a:gd name="connsiteX96" fmla="*/ 28281 w 366666"/>
                <a:gd name="connsiteY96" fmla="*/ 54635 h 93749"/>
                <a:gd name="connsiteX97" fmla="*/ 10312 w 366666"/>
                <a:gd name="connsiteY97" fmla="*/ 74375 h 93749"/>
                <a:gd name="connsiteX98" fmla="*/ 0 w 366666"/>
                <a:gd name="connsiteY98" fmla="*/ 67396 h 93749"/>
                <a:gd name="connsiteX99" fmla="*/ 20781 w 366666"/>
                <a:gd name="connsiteY99" fmla="*/ 45156 h 93749"/>
                <a:gd name="connsiteX100" fmla="*/ 27812 w 366666"/>
                <a:gd name="connsiteY100" fmla="*/ 15937 h 93749"/>
                <a:gd name="connsiteX101" fmla="*/ 5000 w 366666"/>
                <a:gd name="connsiteY101" fmla="*/ 15937 h 93749"/>
                <a:gd name="connsiteX102" fmla="*/ 5000 w 366666"/>
                <a:gd name="connsiteY102" fmla="*/ 6146 h 93749"/>
                <a:gd name="connsiteX103" fmla="*/ 37083 w 366666"/>
                <a:gd name="connsiteY103" fmla="*/ 6146 h 93749"/>
                <a:gd name="connsiteX104" fmla="*/ 39323 w 366666"/>
                <a:gd name="connsiteY104" fmla="*/ 6823 h 93749"/>
                <a:gd name="connsiteX105" fmla="*/ 40000 w 366666"/>
                <a:gd name="connsiteY105" fmla="*/ 9062 h 93749"/>
                <a:gd name="connsiteX106" fmla="*/ 39740 w 366666"/>
                <a:gd name="connsiteY106" fmla="*/ 14219 h 93749"/>
                <a:gd name="connsiteX107" fmla="*/ 39375 w 366666"/>
                <a:gd name="connsiteY107" fmla="*/ 19167 h 93749"/>
                <a:gd name="connsiteX108" fmla="*/ 50625 w 366666"/>
                <a:gd name="connsiteY108" fmla="*/ 19167 h 93749"/>
                <a:gd name="connsiteX109" fmla="*/ 118334 w 366666"/>
                <a:gd name="connsiteY109" fmla="*/ 1250 h 93749"/>
                <a:gd name="connsiteX110" fmla="*/ 128437 w 366666"/>
                <a:gd name="connsiteY110" fmla="*/ 3125 h 93749"/>
                <a:gd name="connsiteX111" fmla="*/ 136354 w 366666"/>
                <a:gd name="connsiteY111" fmla="*/ 8229 h 93749"/>
                <a:gd name="connsiteX112" fmla="*/ 141406 w 366666"/>
                <a:gd name="connsiteY112" fmla="*/ 15885 h 93749"/>
                <a:gd name="connsiteX113" fmla="*/ 143229 w 366666"/>
                <a:gd name="connsiteY113" fmla="*/ 25417 h 93749"/>
                <a:gd name="connsiteX114" fmla="*/ 141406 w 366666"/>
                <a:gd name="connsiteY114" fmla="*/ 35156 h 93749"/>
                <a:gd name="connsiteX115" fmla="*/ 136354 w 366666"/>
                <a:gd name="connsiteY115" fmla="*/ 42812 h 93749"/>
                <a:gd name="connsiteX116" fmla="*/ 128437 w 366666"/>
                <a:gd name="connsiteY116" fmla="*/ 47865 h 93749"/>
                <a:gd name="connsiteX117" fmla="*/ 118334 w 366666"/>
                <a:gd name="connsiteY117" fmla="*/ 49687 h 93749"/>
                <a:gd name="connsiteX118" fmla="*/ 108125 w 366666"/>
                <a:gd name="connsiteY118" fmla="*/ 47865 h 93749"/>
                <a:gd name="connsiteX119" fmla="*/ 100208 w 366666"/>
                <a:gd name="connsiteY119" fmla="*/ 42812 h 93749"/>
                <a:gd name="connsiteX120" fmla="*/ 95209 w 366666"/>
                <a:gd name="connsiteY120" fmla="*/ 35156 h 93749"/>
                <a:gd name="connsiteX121" fmla="*/ 93437 w 366666"/>
                <a:gd name="connsiteY121" fmla="*/ 25417 h 93749"/>
                <a:gd name="connsiteX122" fmla="*/ 95209 w 366666"/>
                <a:gd name="connsiteY122" fmla="*/ 15885 h 93749"/>
                <a:gd name="connsiteX123" fmla="*/ 100208 w 366666"/>
                <a:gd name="connsiteY123" fmla="*/ 8229 h 93749"/>
                <a:gd name="connsiteX124" fmla="*/ 108125 w 366666"/>
                <a:gd name="connsiteY124" fmla="*/ 3125 h 93749"/>
                <a:gd name="connsiteX125" fmla="*/ 118334 w 366666"/>
                <a:gd name="connsiteY125" fmla="*/ 1250 h 93749"/>
                <a:gd name="connsiteX126" fmla="*/ 355209 w 366666"/>
                <a:gd name="connsiteY126" fmla="*/ 0 h 93749"/>
                <a:gd name="connsiteX127" fmla="*/ 366667 w 366666"/>
                <a:gd name="connsiteY127" fmla="*/ 0 h 93749"/>
                <a:gd name="connsiteX128" fmla="*/ 366667 w 366666"/>
                <a:gd name="connsiteY128" fmla="*/ 55521 h 93749"/>
                <a:gd name="connsiteX129" fmla="*/ 355209 w 366666"/>
                <a:gd name="connsiteY129" fmla="*/ 55521 h 93749"/>
                <a:gd name="connsiteX130" fmla="*/ 355209 w 366666"/>
                <a:gd name="connsiteY130" fmla="*/ 29271 h 93749"/>
                <a:gd name="connsiteX131" fmla="*/ 347188 w 366666"/>
                <a:gd name="connsiteY131" fmla="*/ 29271 h 93749"/>
                <a:gd name="connsiteX132" fmla="*/ 347188 w 366666"/>
                <a:gd name="connsiteY132" fmla="*/ 55521 h 93749"/>
                <a:gd name="connsiteX133" fmla="*/ 335833 w 366666"/>
                <a:gd name="connsiteY133" fmla="*/ 55521 h 93749"/>
                <a:gd name="connsiteX134" fmla="*/ 335833 w 366666"/>
                <a:gd name="connsiteY134" fmla="*/ 1458 h 93749"/>
                <a:gd name="connsiteX135" fmla="*/ 347188 w 366666"/>
                <a:gd name="connsiteY135" fmla="*/ 1458 h 93749"/>
                <a:gd name="connsiteX136" fmla="*/ 347188 w 366666"/>
                <a:gd name="connsiteY136" fmla="*/ 18438 h 93749"/>
                <a:gd name="connsiteX137" fmla="*/ 355209 w 366666"/>
                <a:gd name="connsiteY137" fmla="*/ 18438 h 93749"/>
                <a:gd name="connsiteX138" fmla="*/ 154688 w 366666"/>
                <a:gd name="connsiteY138" fmla="*/ 0 h 93749"/>
                <a:gd name="connsiteX139" fmla="*/ 166458 w 366666"/>
                <a:gd name="connsiteY139" fmla="*/ 0 h 93749"/>
                <a:gd name="connsiteX140" fmla="*/ 166458 w 366666"/>
                <a:gd name="connsiteY140" fmla="*/ 10000 h 93749"/>
                <a:gd name="connsiteX141" fmla="*/ 178333 w 366666"/>
                <a:gd name="connsiteY141" fmla="*/ 10000 h 93749"/>
                <a:gd name="connsiteX142" fmla="*/ 178333 w 366666"/>
                <a:gd name="connsiteY142" fmla="*/ 19896 h 93749"/>
                <a:gd name="connsiteX143" fmla="*/ 166458 w 366666"/>
                <a:gd name="connsiteY143" fmla="*/ 19896 h 93749"/>
                <a:gd name="connsiteX144" fmla="*/ 166458 w 366666"/>
                <a:gd name="connsiteY144" fmla="*/ 30417 h 93749"/>
                <a:gd name="connsiteX145" fmla="*/ 178333 w 366666"/>
                <a:gd name="connsiteY145" fmla="*/ 30417 h 93749"/>
                <a:gd name="connsiteX146" fmla="*/ 178333 w 366666"/>
                <a:gd name="connsiteY146" fmla="*/ 40208 h 93749"/>
                <a:gd name="connsiteX147" fmla="*/ 166458 w 366666"/>
                <a:gd name="connsiteY147" fmla="*/ 40208 h 93749"/>
                <a:gd name="connsiteX148" fmla="*/ 166458 w 366666"/>
                <a:gd name="connsiteY148" fmla="*/ 55625 h 93749"/>
                <a:gd name="connsiteX149" fmla="*/ 154688 w 366666"/>
                <a:gd name="connsiteY149" fmla="*/ 55625 h 93749"/>
                <a:gd name="connsiteX150" fmla="*/ 68854 w 366666"/>
                <a:gd name="connsiteY150" fmla="*/ 0 h 93749"/>
                <a:gd name="connsiteX151" fmla="*/ 80313 w 366666"/>
                <a:gd name="connsiteY151" fmla="*/ 0 h 93749"/>
                <a:gd name="connsiteX152" fmla="*/ 80313 w 366666"/>
                <a:gd name="connsiteY152" fmla="*/ 93229 h 93749"/>
                <a:gd name="connsiteX153" fmla="*/ 68854 w 366666"/>
                <a:gd name="connsiteY153" fmla="*/ 93229 h 93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</a:cxnLst>
              <a:rect l="l" t="t" r="r" b="b"/>
              <a:pathLst>
                <a:path w="366666" h="93749">
                  <a:moveTo>
                    <a:pt x="218125" y="65625"/>
                  </a:moveTo>
                  <a:lnTo>
                    <a:pt x="218125" y="82187"/>
                  </a:lnTo>
                  <a:lnTo>
                    <a:pt x="258646" y="82187"/>
                  </a:lnTo>
                  <a:lnTo>
                    <a:pt x="258646" y="65625"/>
                  </a:lnTo>
                  <a:close/>
                  <a:moveTo>
                    <a:pt x="103438" y="59583"/>
                  </a:moveTo>
                  <a:lnTo>
                    <a:pt x="163646" y="59583"/>
                  </a:lnTo>
                  <a:cubicBezTo>
                    <a:pt x="164688" y="59583"/>
                    <a:pt x="165443" y="59818"/>
                    <a:pt x="165885" y="60261"/>
                  </a:cubicBezTo>
                  <a:cubicBezTo>
                    <a:pt x="166341" y="60716"/>
                    <a:pt x="166562" y="61458"/>
                    <a:pt x="166562" y="62500"/>
                  </a:cubicBezTo>
                  <a:lnTo>
                    <a:pt x="166562" y="93646"/>
                  </a:lnTo>
                  <a:lnTo>
                    <a:pt x="154792" y="93646"/>
                  </a:lnTo>
                  <a:lnTo>
                    <a:pt x="154792" y="69583"/>
                  </a:lnTo>
                  <a:lnTo>
                    <a:pt x="103438" y="69583"/>
                  </a:lnTo>
                  <a:close/>
                  <a:moveTo>
                    <a:pt x="300938" y="59167"/>
                  </a:moveTo>
                  <a:lnTo>
                    <a:pt x="363646" y="59167"/>
                  </a:lnTo>
                  <a:cubicBezTo>
                    <a:pt x="364688" y="59167"/>
                    <a:pt x="365443" y="59401"/>
                    <a:pt x="365886" y="59844"/>
                  </a:cubicBezTo>
                  <a:cubicBezTo>
                    <a:pt x="366341" y="60299"/>
                    <a:pt x="366563" y="61042"/>
                    <a:pt x="366563" y="62083"/>
                  </a:cubicBezTo>
                  <a:lnTo>
                    <a:pt x="366563" y="93750"/>
                  </a:lnTo>
                  <a:lnTo>
                    <a:pt x="354792" y="93750"/>
                  </a:lnTo>
                  <a:lnTo>
                    <a:pt x="354792" y="69063"/>
                  </a:lnTo>
                  <a:lnTo>
                    <a:pt x="300938" y="69063"/>
                  </a:lnTo>
                  <a:close/>
                  <a:moveTo>
                    <a:pt x="209271" y="55833"/>
                  </a:moveTo>
                  <a:lnTo>
                    <a:pt x="267396" y="55833"/>
                  </a:lnTo>
                  <a:cubicBezTo>
                    <a:pt x="268438" y="55833"/>
                    <a:pt x="269193" y="56068"/>
                    <a:pt x="269636" y="56510"/>
                  </a:cubicBezTo>
                  <a:cubicBezTo>
                    <a:pt x="270091" y="56966"/>
                    <a:pt x="270313" y="57708"/>
                    <a:pt x="270313" y="58750"/>
                  </a:cubicBezTo>
                  <a:lnTo>
                    <a:pt x="270313" y="89167"/>
                  </a:lnTo>
                  <a:cubicBezTo>
                    <a:pt x="270313" y="90287"/>
                    <a:pt x="270091" y="91042"/>
                    <a:pt x="269636" y="91458"/>
                  </a:cubicBezTo>
                  <a:cubicBezTo>
                    <a:pt x="269193" y="91875"/>
                    <a:pt x="268438" y="92083"/>
                    <a:pt x="267396" y="92083"/>
                  </a:cubicBezTo>
                  <a:lnTo>
                    <a:pt x="209271" y="92083"/>
                  </a:lnTo>
                  <a:cubicBezTo>
                    <a:pt x="208164" y="92083"/>
                    <a:pt x="207396" y="91875"/>
                    <a:pt x="206979" y="91458"/>
                  </a:cubicBezTo>
                  <a:cubicBezTo>
                    <a:pt x="206562" y="91042"/>
                    <a:pt x="206354" y="90287"/>
                    <a:pt x="206354" y="89167"/>
                  </a:cubicBezTo>
                  <a:lnTo>
                    <a:pt x="206354" y="58750"/>
                  </a:lnTo>
                  <a:cubicBezTo>
                    <a:pt x="206354" y="57708"/>
                    <a:pt x="206562" y="56966"/>
                    <a:pt x="206979" y="56510"/>
                  </a:cubicBezTo>
                  <a:cubicBezTo>
                    <a:pt x="207396" y="56068"/>
                    <a:pt x="208164" y="55833"/>
                    <a:pt x="209271" y="55833"/>
                  </a:cubicBezTo>
                  <a:close/>
                  <a:moveTo>
                    <a:pt x="308958" y="12083"/>
                  </a:moveTo>
                  <a:cubicBezTo>
                    <a:pt x="305625" y="12083"/>
                    <a:pt x="303073" y="13425"/>
                    <a:pt x="301302" y="16094"/>
                  </a:cubicBezTo>
                  <a:cubicBezTo>
                    <a:pt x="299531" y="18776"/>
                    <a:pt x="298646" y="22018"/>
                    <a:pt x="298646" y="25833"/>
                  </a:cubicBezTo>
                  <a:cubicBezTo>
                    <a:pt x="298646" y="29727"/>
                    <a:pt x="299531" y="33021"/>
                    <a:pt x="301302" y="35729"/>
                  </a:cubicBezTo>
                  <a:cubicBezTo>
                    <a:pt x="303073" y="38437"/>
                    <a:pt x="305625" y="39792"/>
                    <a:pt x="308958" y="39792"/>
                  </a:cubicBezTo>
                  <a:cubicBezTo>
                    <a:pt x="312227" y="39792"/>
                    <a:pt x="314766" y="38437"/>
                    <a:pt x="316563" y="35729"/>
                  </a:cubicBezTo>
                  <a:cubicBezTo>
                    <a:pt x="318372" y="33021"/>
                    <a:pt x="319271" y="29727"/>
                    <a:pt x="319271" y="25833"/>
                  </a:cubicBezTo>
                  <a:cubicBezTo>
                    <a:pt x="319271" y="22018"/>
                    <a:pt x="318386" y="18776"/>
                    <a:pt x="316615" y="16094"/>
                  </a:cubicBezTo>
                  <a:cubicBezTo>
                    <a:pt x="314844" y="13425"/>
                    <a:pt x="312292" y="12083"/>
                    <a:pt x="308958" y="12083"/>
                  </a:cubicBezTo>
                  <a:close/>
                  <a:moveTo>
                    <a:pt x="118334" y="11250"/>
                  </a:moveTo>
                  <a:cubicBezTo>
                    <a:pt x="114167" y="11250"/>
                    <a:pt x="110964" y="12591"/>
                    <a:pt x="108698" y="15260"/>
                  </a:cubicBezTo>
                  <a:cubicBezTo>
                    <a:pt x="106445" y="17943"/>
                    <a:pt x="105313" y="21328"/>
                    <a:pt x="105313" y="25417"/>
                  </a:cubicBezTo>
                  <a:cubicBezTo>
                    <a:pt x="105313" y="29453"/>
                    <a:pt x="106445" y="32852"/>
                    <a:pt x="108698" y="35625"/>
                  </a:cubicBezTo>
                  <a:cubicBezTo>
                    <a:pt x="110964" y="38411"/>
                    <a:pt x="114167" y="39792"/>
                    <a:pt x="118334" y="39792"/>
                  </a:cubicBezTo>
                  <a:cubicBezTo>
                    <a:pt x="122500" y="39792"/>
                    <a:pt x="125716" y="38411"/>
                    <a:pt x="127969" y="35625"/>
                  </a:cubicBezTo>
                  <a:cubicBezTo>
                    <a:pt x="130234" y="32852"/>
                    <a:pt x="131354" y="29453"/>
                    <a:pt x="131354" y="25417"/>
                  </a:cubicBezTo>
                  <a:cubicBezTo>
                    <a:pt x="131354" y="21328"/>
                    <a:pt x="130234" y="17943"/>
                    <a:pt x="127969" y="15260"/>
                  </a:cubicBezTo>
                  <a:cubicBezTo>
                    <a:pt x="125716" y="12591"/>
                    <a:pt x="122500" y="11250"/>
                    <a:pt x="118334" y="11250"/>
                  </a:cubicBezTo>
                  <a:close/>
                  <a:moveTo>
                    <a:pt x="204688" y="2396"/>
                  </a:moveTo>
                  <a:lnTo>
                    <a:pt x="269584" y="2396"/>
                  </a:lnTo>
                  <a:cubicBezTo>
                    <a:pt x="270625" y="2396"/>
                    <a:pt x="271380" y="2630"/>
                    <a:pt x="271823" y="3073"/>
                  </a:cubicBezTo>
                  <a:cubicBezTo>
                    <a:pt x="272279" y="3529"/>
                    <a:pt x="272500" y="4271"/>
                    <a:pt x="272500" y="5313"/>
                  </a:cubicBezTo>
                  <a:cubicBezTo>
                    <a:pt x="272370" y="7474"/>
                    <a:pt x="272135" y="9844"/>
                    <a:pt x="271823" y="12448"/>
                  </a:cubicBezTo>
                  <a:cubicBezTo>
                    <a:pt x="271510" y="15052"/>
                    <a:pt x="271146" y="17708"/>
                    <a:pt x="270729" y="20417"/>
                  </a:cubicBezTo>
                  <a:cubicBezTo>
                    <a:pt x="270313" y="23125"/>
                    <a:pt x="269844" y="25833"/>
                    <a:pt x="269323" y="28542"/>
                  </a:cubicBezTo>
                  <a:cubicBezTo>
                    <a:pt x="268802" y="31250"/>
                    <a:pt x="268307" y="33750"/>
                    <a:pt x="267813" y="36042"/>
                  </a:cubicBezTo>
                  <a:lnTo>
                    <a:pt x="281354" y="36042"/>
                  </a:lnTo>
                  <a:lnTo>
                    <a:pt x="281354" y="46042"/>
                  </a:lnTo>
                  <a:lnTo>
                    <a:pt x="195417" y="46042"/>
                  </a:lnTo>
                  <a:lnTo>
                    <a:pt x="195417" y="36042"/>
                  </a:lnTo>
                  <a:lnTo>
                    <a:pt x="256458" y="36042"/>
                  </a:lnTo>
                  <a:cubicBezTo>
                    <a:pt x="256875" y="34167"/>
                    <a:pt x="257318" y="32135"/>
                    <a:pt x="257760" y="29948"/>
                  </a:cubicBezTo>
                  <a:cubicBezTo>
                    <a:pt x="258216" y="27760"/>
                    <a:pt x="258581" y="25599"/>
                    <a:pt x="258854" y="23438"/>
                  </a:cubicBezTo>
                  <a:cubicBezTo>
                    <a:pt x="259206" y="21224"/>
                    <a:pt x="259479" y="19154"/>
                    <a:pt x="259688" y="17240"/>
                  </a:cubicBezTo>
                  <a:cubicBezTo>
                    <a:pt x="259896" y="15338"/>
                    <a:pt x="260000" y="13685"/>
                    <a:pt x="260000" y="12292"/>
                  </a:cubicBezTo>
                  <a:lnTo>
                    <a:pt x="204688" y="12292"/>
                  </a:lnTo>
                  <a:close/>
                  <a:moveTo>
                    <a:pt x="308958" y="2187"/>
                  </a:moveTo>
                  <a:cubicBezTo>
                    <a:pt x="312292" y="2187"/>
                    <a:pt x="315300" y="2813"/>
                    <a:pt x="317969" y="4062"/>
                  </a:cubicBezTo>
                  <a:cubicBezTo>
                    <a:pt x="320651" y="5313"/>
                    <a:pt x="322917" y="7018"/>
                    <a:pt x="324792" y="9167"/>
                  </a:cubicBezTo>
                  <a:cubicBezTo>
                    <a:pt x="326667" y="11328"/>
                    <a:pt x="328112" y="13841"/>
                    <a:pt x="329115" y="16719"/>
                  </a:cubicBezTo>
                  <a:cubicBezTo>
                    <a:pt x="330130" y="19609"/>
                    <a:pt x="330625" y="22643"/>
                    <a:pt x="330625" y="25833"/>
                  </a:cubicBezTo>
                  <a:cubicBezTo>
                    <a:pt x="330625" y="29102"/>
                    <a:pt x="330130" y="32174"/>
                    <a:pt x="329115" y="35052"/>
                  </a:cubicBezTo>
                  <a:cubicBezTo>
                    <a:pt x="328112" y="37943"/>
                    <a:pt x="326667" y="40456"/>
                    <a:pt x="324792" y="42604"/>
                  </a:cubicBezTo>
                  <a:cubicBezTo>
                    <a:pt x="322917" y="44831"/>
                    <a:pt x="320651" y="46563"/>
                    <a:pt x="317969" y="47812"/>
                  </a:cubicBezTo>
                  <a:cubicBezTo>
                    <a:pt x="315300" y="49063"/>
                    <a:pt x="312292" y="49687"/>
                    <a:pt x="308958" y="49687"/>
                  </a:cubicBezTo>
                  <a:cubicBezTo>
                    <a:pt x="305560" y="49687"/>
                    <a:pt x="302526" y="49063"/>
                    <a:pt x="299844" y="47812"/>
                  </a:cubicBezTo>
                  <a:cubicBezTo>
                    <a:pt x="297175" y="46563"/>
                    <a:pt x="294896" y="44831"/>
                    <a:pt x="293021" y="42604"/>
                  </a:cubicBezTo>
                  <a:cubicBezTo>
                    <a:pt x="291224" y="40456"/>
                    <a:pt x="289831" y="37943"/>
                    <a:pt x="288854" y="35052"/>
                  </a:cubicBezTo>
                  <a:cubicBezTo>
                    <a:pt x="287891" y="32174"/>
                    <a:pt x="287396" y="29102"/>
                    <a:pt x="287396" y="25833"/>
                  </a:cubicBezTo>
                  <a:cubicBezTo>
                    <a:pt x="287396" y="22643"/>
                    <a:pt x="287865" y="19609"/>
                    <a:pt x="288802" y="16719"/>
                  </a:cubicBezTo>
                  <a:cubicBezTo>
                    <a:pt x="289740" y="13841"/>
                    <a:pt x="291146" y="11328"/>
                    <a:pt x="293021" y="9167"/>
                  </a:cubicBezTo>
                  <a:cubicBezTo>
                    <a:pt x="294831" y="7018"/>
                    <a:pt x="297071" y="5313"/>
                    <a:pt x="299740" y="4062"/>
                  </a:cubicBezTo>
                  <a:cubicBezTo>
                    <a:pt x="302422" y="2813"/>
                    <a:pt x="305495" y="2187"/>
                    <a:pt x="308958" y="2187"/>
                  </a:cubicBezTo>
                  <a:close/>
                  <a:moveTo>
                    <a:pt x="50625" y="1562"/>
                  </a:moveTo>
                  <a:lnTo>
                    <a:pt x="62083" y="1562"/>
                  </a:lnTo>
                  <a:lnTo>
                    <a:pt x="62083" y="88854"/>
                  </a:lnTo>
                  <a:lnTo>
                    <a:pt x="50625" y="88854"/>
                  </a:lnTo>
                  <a:lnTo>
                    <a:pt x="50625" y="54583"/>
                  </a:lnTo>
                  <a:lnTo>
                    <a:pt x="36146" y="54583"/>
                  </a:lnTo>
                  <a:lnTo>
                    <a:pt x="36146" y="44375"/>
                  </a:lnTo>
                  <a:lnTo>
                    <a:pt x="50625" y="44375"/>
                  </a:lnTo>
                  <a:lnTo>
                    <a:pt x="50625" y="29375"/>
                  </a:lnTo>
                  <a:lnTo>
                    <a:pt x="37812" y="29375"/>
                  </a:lnTo>
                  <a:cubicBezTo>
                    <a:pt x="35938" y="38685"/>
                    <a:pt x="32760" y="47109"/>
                    <a:pt x="28281" y="54635"/>
                  </a:cubicBezTo>
                  <a:cubicBezTo>
                    <a:pt x="23802" y="62174"/>
                    <a:pt x="17813" y="68750"/>
                    <a:pt x="10312" y="74375"/>
                  </a:cubicBezTo>
                  <a:lnTo>
                    <a:pt x="0" y="67396"/>
                  </a:lnTo>
                  <a:cubicBezTo>
                    <a:pt x="9375" y="61146"/>
                    <a:pt x="16302" y="53737"/>
                    <a:pt x="20781" y="45156"/>
                  </a:cubicBezTo>
                  <a:cubicBezTo>
                    <a:pt x="25260" y="36589"/>
                    <a:pt x="27604" y="26849"/>
                    <a:pt x="27812" y="15937"/>
                  </a:cubicBezTo>
                  <a:lnTo>
                    <a:pt x="5000" y="15937"/>
                  </a:lnTo>
                  <a:lnTo>
                    <a:pt x="5000" y="6146"/>
                  </a:lnTo>
                  <a:lnTo>
                    <a:pt x="37083" y="6146"/>
                  </a:lnTo>
                  <a:cubicBezTo>
                    <a:pt x="38125" y="6146"/>
                    <a:pt x="38880" y="6380"/>
                    <a:pt x="39323" y="6823"/>
                  </a:cubicBezTo>
                  <a:cubicBezTo>
                    <a:pt x="39779" y="7279"/>
                    <a:pt x="40000" y="8021"/>
                    <a:pt x="40000" y="9062"/>
                  </a:cubicBezTo>
                  <a:cubicBezTo>
                    <a:pt x="39935" y="10807"/>
                    <a:pt x="39844" y="12526"/>
                    <a:pt x="39740" y="14219"/>
                  </a:cubicBezTo>
                  <a:cubicBezTo>
                    <a:pt x="39636" y="15925"/>
                    <a:pt x="39518" y="17578"/>
                    <a:pt x="39375" y="19167"/>
                  </a:cubicBezTo>
                  <a:lnTo>
                    <a:pt x="50625" y="19167"/>
                  </a:lnTo>
                  <a:close/>
                  <a:moveTo>
                    <a:pt x="118334" y="1250"/>
                  </a:moveTo>
                  <a:cubicBezTo>
                    <a:pt x="122018" y="1250"/>
                    <a:pt x="125391" y="1875"/>
                    <a:pt x="128437" y="3125"/>
                  </a:cubicBezTo>
                  <a:cubicBezTo>
                    <a:pt x="131497" y="4375"/>
                    <a:pt x="134141" y="6081"/>
                    <a:pt x="136354" y="8229"/>
                  </a:cubicBezTo>
                  <a:cubicBezTo>
                    <a:pt x="138516" y="10391"/>
                    <a:pt x="140195" y="12943"/>
                    <a:pt x="141406" y="15885"/>
                  </a:cubicBezTo>
                  <a:cubicBezTo>
                    <a:pt x="142630" y="18841"/>
                    <a:pt x="143229" y="22018"/>
                    <a:pt x="143229" y="25417"/>
                  </a:cubicBezTo>
                  <a:cubicBezTo>
                    <a:pt x="143229" y="28958"/>
                    <a:pt x="142630" y="32214"/>
                    <a:pt x="141406" y="35156"/>
                  </a:cubicBezTo>
                  <a:cubicBezTo>
                    <a:pt x="140195" y="38112"/>
                    <a:pt x="138516" y="40664"/>
                    <a:pt x="136354" y="42812"/>
                  </a:cubicBezTo>
                  <a:cubicBezTo>
                    <a:pt x="134141" y="44974"/>
                    <a:pt x="131497" y="46654"/>
                    <a:pt x="128437" y="47865"/>
                  </a:cubicBezTo>
                  <a:cubicBezTo>
                    <a:pt x="125391" y="49089"/>
                    <a:pt x="122018" y="49687"/>
                    <a:pt x="118334" y="49687"/>
                  </a:cubicBezTo>
                  <a:cubicBezTo>
                    <a:pt x="114583" y="49687"/>
                    <a:pt x="111185" y="49089"/>
                    <a:pt x="108125" y="47865"/>
                  </a:cubicBezTo>
                  <a:cubicBezTo>
                    <a:pt x="105078" y="46654"/>
                    <a:pt x="102435" y="44974"/>
                    <a:pt x="100208" y="42812"/>
                  </a:cubicBezTo>
                  <a:cubicBezTo>
                    <a:pt x="98060" y="40664"/>
                    <a:pt x="96393" y="38112"/>
                    <a:pt x="95209" y="35156"/>
                  </a:cubicBezTo>
                  <a:cubicBezTo>
                    <a:pt x="94036" y="32214"/>
                    <a:pt x="93437" y="28958"/>
                    <a:pt x="93437" y="25417"/>
                  </a:cubicBezTo>
                  <a:cubicBezTo>
                    <a:pt x="93437" y="22018"/>
                    <a:pt x="94036" y="18841"/>
                    <a:pt x="95209" y="15885"/>
                  </a:cubicBezTo>
                  <a:cubicBezTo>
                    <a:pt x="96393" y="12943"/>
                    <a:pt x="98060" y="10391"/>
                    <a:pt x="100208" y="8229"/>
                  </a:cubicBezTo>
                  <a:cubicBezTo>
                    <a:pt x="102435" y="6081"/>
                    <a:pt x="105078" y="4375"/>
                    <a:pt x="108125" y="3125"/>
                  </a:cubicBezTo>
                  <a:cubicBezTo>
                    <a:pt x="111185" y="1875"/>
                    <a:pt x="114583" y="1250"/>
                    <a:pt x="118334" y="1250"/>
                  </a:cubicBezTo>
                  <a:close/>
                  <a:moveTo>
                    <a:pt x="355209" y="0"/>
                  </a:moveTo>
                  <a:lnTo>
                    <a:pt x="366667" y="0"/>
                  </a:lnTo>
                  <a:lnTo>
                    <a:pt x="366667" y="55521"/>
                  </a:lnTo>
                  <a:lnTo>
                    <a:pt x="355209" y="55521"/>
                  </a:lnTo>
                  <a:lnTo>
                    <a:pt x="355209" y="29271"/>
                  </a:lnTo>
                  <a:lnTo>
                    <a:pt x="347188" y="29271"/>
                  </a:lnTo>
                  <a:lnTo>
                    <a:pt x="347188" y="55521"/>
                  </a:lnTo>
                  <a:lnTo>
                    <a:pt x="335833" y="55521"/>
                  </a:lnTo>
                  <a:lnTo>
                    <a:pt x="335833" y="1458"/>
                  </a:lnTo>
                  <a:lnTo>
                    <a:pt x="347188" y="1458"/>
                  </a:lnTo>
                  <a:lnTo>
                    <a:pt x="347188" y="18438"/>
                  </a:lnTo>
                  <a:lnTo>
                    <a:pt x="355209" y="18438"/>
                  </a:lnTo>
                  <a:close/>
                  <a:moveTo>
                    <a:pt x="154688" y="0"/>
                  </a:moveTo>
                  <a:lnTo>
                    <a:pt x="166458" y="0"/>
                  </a:lnTo>
                  <a:lnTo>
                    <a:pt x="166458" y="10000"/>
                  </a:lnTo>
                  <a:lnTo>
                    <a:pt x="178333" y="10000"/>
                  </a:lnTo>
                  <a:lnTo>
                    <a:pt x="178333" y="19896"/>
                  </a:lnTo>
                  <a:lnTo>
                    <a:pt x="166458" y="19896"/>
                  </a:lnTo>
                  <a:lnTo>
                    <a:pt x="166458" y="30417"/>
                  </a:lnTo>
                  <a:lnTo>
                    <a:pt x="178333" y="30417"/>
                  </a:lnTo>
                  <a:lnTo>
                    <a:pt x="178333" y="40208"/>
                  </a:lnTo>
                  <a:lnTo>
                    <a:pt x="166458" y="40208"/>
                  </a:lnTo>
                  <a:lnTo>
                    <a:pt x="166458" y="55625"/>
                  </a:lnTo>
                  <a:lnTo>
                    <a:pt x="154688" y="55625"/>
                  </a:lnTo>
                  <a:close/>
                  <a:moveTo>
                    <a:pt x="68854" y="0"/>
                  </a:moveTo>
                  <a:lnTo>
                    <a:pt x="80313" y="0"/>
                  </a:lnTo>
                  <a:lnTo>
                    <a:pt x="80313" y="93229"/>
                  </a:lnTo>
                  <a:lnTo>
                    <a:pt x="68854" y="9322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CB90B9A8-CD76-427C-BF79-9E846FB20295}"/>
                </a:ext>
              </a:extLst>
            </p:cNvPr>
            <p:cNvSpPr txBox="1"/>
            <p:nvPr/>
          </p:nvSpPr>
          <p:spPr>
            <a:xfrm>
              <a:off x="3897287" y="2607219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계약금액</a:t>
              </a:r>
            </a:p>
          </p:txBody>
        </p:sp>
        <p:sp>
          <p:nvSpPr>
            <p:cNvPr id="321" name="자유형: 도형 320">
              <a:extLst>
                <a:ext uri="{FF2B5EF4-FFF2-40B4-BE49-F238E27FC236}">
                  <a16:creationId xmlns:a16="http://schemas.microsoft.com/office/drawing/2014/main" id="{CC8F5DD6-61E2-4652-BC86-A818893BD9B8}"/>
                </a:ext>
              </a:extLst>
            </p:cNvPr>
            <p:cNvSpPr/>
            <p:nvPr/>
          </p:nvSpPr>
          <p:spPr>
            <a:xfrm>
              <a:off x="3951201" y="2801637"/>
              <a:ext cx="223749" cy="99583"/>
            </a:xfrm>
            <a:custGeom>
              <a:avLst/>
              <a:gdLst>
                <a:gd name="connsiteX0" fmla="*/ 135313 w 223749"/>
                <a:gd name="connsiteY0" fmla="*/ 22604 h 99583"/>
                <a:gd name="connsiteX1" fmla="*/ 133750 w 223749"/>
                <a:gd name="connsiteY1" fmla="*/ 27604 h 99583"/>
                <a:gd name="connsiteX2" fmla="*/ 123333 w 223749"/>
                <a:gd name="connsiteY2" fmla="*/ 56667 h 99583"/>
                <a:gd name="connsiteX3" fmla="*/ 147292 w 223749"/>
                <a:gd name="connsiteY3" fmla="*/ 56667 h 99583"/>
                <a:gd name="connsiteX4" fmla="*/ 136875 w 223749"/>
                <a:gd name="connsiteY4" fmla="*/ 27604 h 99583"/>
                <a:gd name="connsiteX5" fmla="*/ 165937 w 223749"/>
                <a:gd name="connsiteY5" fmla="*/ 8021 h 99583"/>
                <a:gd name="connsiteX6" fmla="*/ 223750 w 223749"/>
                <a:gd name="connsiteY6" fmla="*/ 8021 h 99583"/>
                <a:gd name="connsiteX7" fmla="*/ 223750 w 223749"/>
                <a:gd name="connsiteY7" fmla="*/ 17917 h 99583"/>
                <a:gd name="connsiteX8" fmla="*/ 200729 w 223749"/>
                <a:gd name="connsiteY8" fmla="*/ 17917 h 99583"/>
                <a:gd name="connsiteX9" fmla="*/ 200729 w 223749"/>
                <a:gd name="connsiteY9" fmla="*/ 86771 h 99583"/>
                <a:gd name="connsiteX10" fmla="*/ 189167 w 223749"/>
                <a:gd name="connsiteY10" fmla="*/ 86771 h 99583"/>
                <a:gd name="connsiteX11" fmla="*/ 189167 w 223749"/>
                <a:gd name="connsiteY11" fmla="*/ 17917 h 99583"/>
                <a:gd name="connsiteX12" fmla="*/ 165937 w 223749"/>
                <a:gd name="connsiteY12" fmla="*/ 17917 h 99583"/>
                <a:gd name="connsiteX13" fmla="*/ 131354 w 223749"/>
                <a:gd name="connsiteY13" fmla="*/ 8021 h 99583"/>
                <a:gd name="connsiteX14" fmla="*/ 139167 w 223749"/>
                <a:gd name="connsiteY14" fmla="*/ 8021 h 99583"/>
                <a:gd name="connsiteX15" fmla="*/ 140833 w 223749"/>
                <a:gd name="connsiteY15" fmla="*/ 8646 h 99583"/>
                <a:gd name="connsiteX16" fmla="*/ 141875 w 223749"/>
                <a:gd name="connsiteY16" fmla="*/ 10208 h 99583"/>
                <a:gd name="connsiteX17" fmla="*/ 170521 w 223749"/>
                <a:gd name="connsiteY17" fmla="*/ 86771 h 99583"/>
                <a:gd name="connsiteX18" fmla="*/ 158229 w 223749"/>
                <a:gd name="connsiteY18" fmla="*/ 86771 h 99583"/>
                <a:gd name="connsiteX19" fmla="*/ 150833 w 223749"/>
                <a:gd name="connsiteY19" fmla="*/ 66563 h 99583"/>
                <a:gd name="connsiteX20" fmla="*/ 119791 w 223749"/>
                <a:gd name="connsiteY20" fmla="*/ 66563 h 99583"/>
                <a:gd name="connsiteX21" fmla="*/ 112396 w 223749"/>
                <a:gd name="connsiteY21" fmla="*/ 86771 h 99583"/>
                <a:gd name="connsiteX22" fmla="*/ 100104 w 223749"/>
                <a:gd name="connsiteY22" fmla="*/ 86771 h 99583"/>
                <a:gd name="connsiteX23" fmla="*/ 128750 w 223749"/>
                <a:gd name="connsiteY23" fmla="*/ 10208 h 99583"/>
                <a:gd name="connsiteX24" fmla="*/ 129740 w 223749"/>
                <a:gd name="connsiteY24" fmla="*/ 8646 h 99583"/>
                <a:gd name="connsiteX25" fmla="*/ 131354 w 223749"/>
                <a:gd name="connsiteY25" fmla="*/ 8021 h 99583"/>
                <a:gd name="connsiteX26" fmla="*/ 34375 w 223749"/>
                <a:gd name="connsiteY26" fmla="*/ 8021 h 99583"/>
                <a:gd name="connsiteX27" fmla="*/ 47187 w 223749"/>
                <a:gd name="connsiteY27" fmla="*/ 8021 h 99583"/>
                <a:gd name="connsiteX28" fmla="*/ 68021 w 223749"/>
                <a:gd name="connsiteY28" fmla="*/ 69792 h 99583"/>
                <a:gd name="connsiteX29" fmla="*/ 88854 w 223749"/>
                <a:gd name="connsiteY29" fmla="*/ 8021 h 99583"/>
                <a:gd name="connsiteX30" fmla="*/ 101667 w 223749"/>
                <a:gd name="connsiteY30" fmla="*/ 8021 h 99583"/>
                <a:gd name="connsiteX31" fmla="*/ 74687 w 223749"/>
                <a:gd name="connsiteY31" fmla="*/ 84375 h 99583"/>
                <a:gd name="connsiteX32" fmla="*/ 73646 w 223749"/>
                <a:gd name="connsiteY32" fmla="*/ 86094 h 99583"/>
                <a:gd name="connsiteX33" fmla="*/ 71875 w 223749"/>
                <a:gd name="connsiteY33" fmla="*/ 86771 h 99583"/>
                <a:gd name="connsiteX34" fmla="*/ 64166 w 223749"/>
                <a:gd name="connsiteY34" fmla="*/ 86771 h 99583"/>
                <a:gd name="connsiteX35" fmla="*/ 62344 w 223749"/>
                <a:gd name="connsiteY35" fmla="*/ 86094 h 99583"/>
                <a:gd name="connsiteX36" fmla="*/ 61354 w 223749"/>
                <a:gd name="connsiteY36" fmla="*/ 84375 h 99583"/>
                <a:gd name="connsiteX37" fmla="*/ 20729 w 223749"/>
                <a:gd name="connsiteY37" fmla="*/ 0 h 99583"/>
                <a:gd name="connsiteX38" fmla="*/ 30000 w 223749"/>
                <a:gd name="connsiteY38" fmla="*/ 0 h 99583"/>
                <a:gd name="connsiteX39" fmla="*/ 16302 w 223749"/>
                <a:gd name="connsiteY39" fmla="*/ 25781 h 99583"/>
                <a:gd name="connsiteX40" fmla="*/ 12812 w 223749"/>
                <a:gd name="connsiteY40" fmla="*/ 49792 h 99583"/>
                <a:gd name="connsiteX41" fmla="*/ 16302 w 223749"/>
                <a:gd name="connsiteY41" fmla="*/ 73906 h 99583"/>
                <a:gd name="connsiteX42" fmla="*/ 30000 w 223749"/>
                <a:gd name="connsiteY42" fmla="*/ 99583 h 99583"/>
                <a:gd name="connsiteX43" fmla="*/ 20729 w 223749"/>
                <a:gd name="connsiteY43" fmla="*/ 99583 h 99583"/>
                <a:gd name="connsiteX44" fmla="*/ 11771 w 223749"/>
                <a:gd name="connsiteY44" fmla="*/ 89375 h 99583"/>
                <a:gd name="connsiteX45" fmla="*/ 5312 w 223749"/>
                <a:gd name="connsiteY45" fmla="*/ 77083 h 99583"/>
                <a:gd name="connsiteX46" fmla="*/ 1302 w 223749"/>
                <a:gd name="connsiteY46" fmla="*/ 63698 h 99583"/>
                <a:gd name="connsiteX47" fmla="*/ 0 w 223749"/>
                <a:gd name="connsiteY47" fmla="*/ 49792 h 99583"/>
                <a:gd name="connsiteX48" fmla="*/ 1302 w 223749"/>
                <a:gd name="connsiteY48" fmla="*/ 35989 h 99583"/>
                <a:gd name="connsiteX49" fmla="*/ 5312 w 223749"/>
                <a:gd name="connsiteY49" fmla="*/ 22604 h 99583"/>
                <a:gd name="connsiteX50" fmla="*/ 11771 w 223749"/>
                <a:gd name="connsiteY50" fmla="*/ 10312 h 99583"/>
                <a:gd name="connsiteX51" fmla="*/ 20729 w 223749"/>
                <a:gd name="connsiteY51" fmla="*/ 0 h 9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23749" h="99583">
                  <a:moveTo>
                    <a:pt x="135313" y="22604"/>
                  </a:moveTo>
                  <a:lnTo>
                    <a:pt x="133750" y="27604"/>
                  </a:lnTo>
                  <a:lnTo>
                    <a:pt x="123333" y="56667"/>
                  </a:lnTo>
                  <a:lnTo>
                    <a:pt x="147292" y="56667"/>
                  </a:lnTo>
                  <a:lnTo>
                    <a:pt x="136875" y="27604"/>
                  </a:lnTo>
                  <a:close/>
                  <a:moveTo>
                    <a:pt x="165937" y="8021"/>
                  </a:moveTo>
                  <a:lnTo>
                    <a:pt x="223750" y="8021"/>
                  </a:lnTo>
                  <a:lnTo>
                    <a:pt x="223750" y="17917"/>
                  </a:lnTo>
                  <a:lnTo>
                    <a:pt x="200729" y="17917"/>
                  </a:lnTo>
                  <a:lnTo>
                    <a:pt x="200729" y="86771"/>
                  </a:lnTo>
                  <a:lnTo>
                    <a:pt x="189167" y="86771"/>
                  </a:lnTo>
                  <a:lnTo>
                    <a:pt x="189167" y="17917"/>
                  </a:lnTo>
                  <a:lnTo>
                    <a:pt x="165937" y="17917"/>
                  </a:lnTo>
                  <a:close/>
                  <a:moveTo>
                    <a:pt x="131354" y="8021"/>
                  </a:moveTo>
                  <a:lnTo>
                    <a:pt x="139167" y="8021"/>
                  </a:lnTo>
                  <a:cubicBezTo>
                    <a:pt x="139792" y="8021"/>
                    <a:pt x="140338" y="8229"/>
                    <a:pt x="140833" y="8646"/>
                  </a:cubicBezTo>
                  <a:cubicBezTo>
                    <a:pt x="141315" y="9062"/>
                    <a:pt x="141666" y="9583"/>
                    <a:pt x="141875" y="10208"/>
                  </a:cubicBezTo>
                  <a:lnTo>
                    <a:pt x="170521" y="86771"/>
                  </a:lnTo>
                  <a:lnTo>
                    <a:pt x="158229" y="86771"/>
                  </a:lnTo>
                  <a:lnTo>
                    <a:pt x="150833" y="66563"/>
                  </a:lnTo>
                  <a:lnTo>
                    <a:pt x="119791" y="66563"/>
                  </a:lnTo>
                  <a:lnTo>
                    <a:pt x="112396" y="86771"/>
                  </a:lnTo>
                  <a:lnTo>
                    <a:pt x="100104" y="86771"/>
                  </a:lnTo>
                  <a:lnTo>
                    <a:pt x="128750" y="10208"/>
                  </a:lnTo>
                  <a:cubicBezTo>
                    <a:pt x="128958" y="9583"/>
                    <a:pt x="129284" y="9062"/>
                    <a:pt x="129740" y="8646"/>
                  </a:cubicBezTo>
                  <a:cubicBezTo>
                    <a:pt x="130182" y="8229"/>
                    <a:pt x="130729" y="8021"/>
                    <a:pt x="131354" y="8021"/>
                  </a:cubicBezTo>
                  <a:close/>
                  <a:moveTo>
                    <a:pt x="34375" y="8021"/>
                  </a:moveTo>
                  <a:lnTo>
                    <a:pt x="47187" y="8021"/>
                  </a:lnTo>
                  <a:lnTo>
                    <a:pt x="68021" y="69792"/>
                  </a:lnTo>
                  <a:lnTo>
                    <a:pt x="88854" y="8021"/>
                  </a:lnTo>
                  <a:lnTo>
                    <a:pt x="101667" y="8021"/>
                  </a:lnTo>
                  <a:lnTo>
                    <a:pt x="74687" y="84375"/>
                  </a:lnTo>
                  <a:cubicBezTo>
                    <a:pt x="74401" y="85078"/>
                    <a:pt x="74062" y="85651"/>
                    <a:pt x="73646" y="86094"/>
                  </a:cubicBezTo>
                  <a:cubicBezTo>
                    <a:pt x="73229" y="86550"/>
                    <a:pt x="72630" y="86771"/>
                    <a:pt x="71875" y="86771"/>
                  </a:cubicBezTo>
                  <a:lnTo>
                    <a:pt x="64166" y="86771"/>
                  </a:lnTo>
                  <a:cubicBezTo>
                    <a:pt x="63398" y="86771"/>
                    <a:pt x="62786" y="86550"/>
                    <a:pt x="62344" y="86094"/>
                  </a:cubicBezTo>
                  <a:cubicBezTo>
                    <a:pt x="61888" y="85651"/>
                    <a:pt x="61562" y="85078"/>
                    <a:pt x="61354" y="84375"/>
                  </a:cubicBezTo>
                  <a:close/>
                  <a:moveTo>
                    <a:pt x="20729" y="0"/>
                  </a:moveTo>
                  <a:lnTo>
                    <a:pt x="30000" y="0"/>
                  </a:lnTo>
                  <a:cubicBezTo>
                    <a:pt x="23190" y="8828"/>
                    <a:pt x="18620" y="17422"/>
                    <a:pt x="16302" y="25781"/>
                  </a:cubicBezTo>
                  <a:cubicBezTo>
                    <a:pt x="13971" y="34154"/>
                    <a:pt x="12812" y="42161"/>
                    <a:pt x="12812" y="49792"/>
                  </a:cubicBezTo>
                  <a:cubicBezTo>
                    <a:pt x="12812" y="57500"/>
                    <a:pt x="13971" y="65547"/>
                    <a:pt x="16302" y="73906"/>
                  </a:cubicBezTo>
                  <a:cubicBezTo>
                    <a:pt x="18620" y="82279"/>
                    <a:pt x="23190" y="90833"/>
                    <a:pt x="30000" y="99583"/>
                  </a:cubicBezTo>
                  <a:lnTo>
                    <a:pt x="20729" y="99583"/>
                  </a:lnTo>
                  <a:cubicBezTo>
                    <a:pt x="17318" y="96602"/>
                    <a:pt x="14336" y="93203"/>
                    <a:pt x="11771" y="89375"/>
                  </a:cubicBezTo>
                  <a:cubicBezTo>
                    <a:pt x="9193" y="85560"/>
                    <a:pt x="7044" y="81458"/>
                    <a:pt x="5312" y="77083"/>
                  </a:cubicBezTo>
                  <a:cubicBezTo>
                    <a:pt x="3502" y="72786"/>
                    <a:pt x="2161" y="68320"/>
                    <a:pt x="1302" y="63698"/>
                  </a:cubicBezTo>
                  <a:cubicBezTo>
                    <a:pt x="430" y="59088"/>
                    <a:pt x="0" y="54453"/>
                    <a:pt x="0" y="49792"/>
                  </a:cubicBezTo>
                  <a:cubicBezTo>
                    <a:pt x="0" y="45208"/>
                    <a:pt x="430" y="40612"/>
                    <a:pt x="1302" y="35989"/>
                  </a:cubicBezTo>
                  <a:cubicBezTo>
                    <a:pt x="2161" y="31380"/>
                    <a:pt x="3502" y="26914"/>
                    <a:pt x="5312" y="22604"/>
                  </a:cubicBezTo>
                  <a:cubicBezTo>
                    <a:pt x="7044" y="18229"/>
                    <a:pt x="9193" y="14141"/>
                    <a:pt x="11771" y="10312"/>
                  </a:cubicBezTo>
                  <a:cubicBezTo>
                    <a:pt x="14336" y="6497"/>
                    <a:pt x="17318" y="3060"/>
                    <a:pt x="20729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432AF331-E1C5-43A2-8CFF-930E4FACF063}"/>
                </a:ext>
              </a:extLst>
            </p:cNvPr>
            <p:cNvSpPr txBox="1"/>
            <p:nvPr/>
          </p:nvSpPr>
          <p:spPr>
            <a:xfrm>
              <a:off x="3859761" y="2751907"/>
              <a:ext cx="391213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(VAT</a:t>
              </a:r>
            </a:p>
          </p:txBody>
        </p:sp>
        <p:sp>
          <p:nvSpPr>
            <p:cNvPr id="323" name="자유형: 도형 322">
              <a:extLst>
                <a:ext uri="{FF2B5EF4-FFF2-40B4-BE49-F238E27FC236}">
                  <a16:creationId xmlns:a16="http://schemas.microsoft.com/office/drawing/2014/main" id="{D03D5AB4-DDCE-4AEB-BBE6-D1FEFA73B0BB}"/>
                </a:ext>
              </a:extLst>
            </p:cNvPr>
            <p:cNvSpPr/>
            <p:nvPr/>
          </p:nvSpPr>
          <p:spPr>
            <a:xfrm>
              <a:off x="4183336" y="2804866"/>
              <a:ext cx="180104" cy="92604"/>
            </a:xfrm>
            <a:custGeom>
              <a:avLst/>
              <a:gdLst>
                <a:gd name="connsiteX0" fmla="*/ 118959 w 180104"/>
                <a:gd name="connsiteY0" fmla="*/ 70625 h 92604"/>
                <a:gd name="connsiteX1" fmla="*/ 118959 w 180104"/>
                <a:gd name="connsiteY1" fmla="*/ 83125 h 92604"/>
                <a:gd name="connsiteX2" fmla="*/ 156355 w 180104"/>
                <a:gd name="connsiteY2" fmla="*/ 83125 h 92604"/>
                <a:gd name="connsiteX3" fmla="*/ 156355 w 180104"/>
                <a:gd name="connsiteY3" fmla="*/ 70625 h 92604"/>
                <a:gd name="connsiteX4" fmla="*/ 110105 w 180104"/>
                <a:gd name="connsiteY4" fmla="*/ 61250 h 92604"/>
                <a:gd name="connsiteX5" fmla="*/ 165105 w 180104"/>
                <a:gd name="connsiteY5" fmla="*/ 61250 h 92604"/>
                <a:gd name="connsiteX6" fmla="*/ 167344 w 180104"/>
                <a:gd name="connsiteY6" fmla="*/ 61927 h 92604"/>
                <a:gd name="connsiteX7" fmla="*/ 168021 w 180104"/>
                <a:gd name="connsiteY7" fmla="*/ 64167 h 92604"/>
                <a:gd name="connsiteX8" fmla="*/ 168021 w 180104"/>
                <a:gd name="connsiteY8" fmla="*/ 89688 h 92604"/>
                <a:gd name="connsiteX9" fmla="*/ 167344 w 180104"/>
                <a:gd name="connsiteY9" fmla="*/ 91979 h 92604"/>
                <a:gd name="connsiteX10" fmla="*/ 165105 w 180104"/>
                <a:gd name="connsiteY10" fmla="*/ 92604 h 92604"/>
                <a:gd name="connsiteX11" fmla="*/ 110105 w 180104"/>
                <a:gd name="connsiteY11" fmla="*/ 92604 h 92604"/>
                <a:gd name="connsiteX12" fmla="*/ 107813 w 180104"/>
                <a:gd name="connsiteY12" fmla="*/ 91979 h 92604"/>
                <a:gd name="connsiteX13" fmla="*/ 107188 w 180104"/>
                <a:gd name="connsiteY13" fmla="*/ 89688 h 92604"/>
                <a:gd name="connsiteX14" fmla="*/ 107188 w 180104"/>
                <a:gd name="connsiteY14" fmla="*/ 64167 h 92604"/>
                <a:gd name="connsiteX15" fmla="*/ 107813 w 180104"/>
                <a:gd name="connsiteY15" fmla="*/ 61927 h 92604"/>
                <a:gd name="connsiteX16" fmla="*/ 110105 w 180104"/>
                <a:gd name="connsiteY16" fmla="*/ 61250 h 92604"/>
                <a:gd name="connsiteX17" fmla="*/ 121667 w 180104"/>
                <a:gd name="connsiteY17" fmla="*/ 33958 h 92604"/>
                <a:gd name="connsiteX18" fmla="*/ 112813 w 180104"/>
                <a:gd name="connsiteY18" fmla="*/ 35729 h 92604"/>
                <a:gd name="connsiteX19" fmla="*/ 109479 w 180104"/>
                <a:gd name="connsiteY19" fmla="*/ 40625 h 92604"/>
                <a:gd name="connsiteX20" fmla="*/ 112813 w 180104"/>
                <a:gd name="connsiteY20" fmla="*/ 45573 h 92604"/>
                <a:gd name="connsiteX21" fmla="*/ 121667 w 180104"/>
                <a:gd name="connsiteY21" fmla="*/ 47083 h 92604"/>
                <a:gd name="connsiteX22" fmla="*/ 130469 w 180104"/>
                <a:gd name="connsiteY22" fmla="*/ 45573 h 92604"/>
                <a:gd name="connsiteX23" fmla="*/ 133855 w 180104"/>
                <a:gd name="connsiteY23" fmla="*/ 40625 h 92604"/>
                <a:gd name="connsiteX24" fmla="*/ 130469 w 180104"/>
                <a:gd name="connsiteY24" fmla="*/ 35729 h 92604"/>
                <a:gd name="connsiteX25" fmla="*/ 121667 w 180104"/>
                <a:gd name="connsiteY25" fmla="*/ 33958 h 92604"/>
                <a:gd name="connsiteX26" fmla="*/ 121667 w 180104"/>
                <a:gd name="connsiteY26" fmla="*/ 26042 h 92604"/>
                <a:gd name="connsiteX27" fmla="*/ 139635 w 180104"/>
                <a:gd name="connsiteY27" fmla="*/ 30313 h 92604"/>
                <a:gd name="connsiteX28" fmla="*/ 145938 w 180104"/>
                <a:gd name="connsiteY28" fmla="*/ 40625 h 92604"/>
                <a:gd name="connsiteX29" fmla="*/ 139583 w 180104"/>
                <a:gd name="connsiteY29" fmla="*/ 50990 h 92604"/>
                <a:gd name="connsiteX30" fmla="*/ 121667 w 180104"/>
                <a:gd name="connsiteY30" fmla="*/ 55313 h 92604"/>
                <a:gd name="connsiteX31" fmla="*/ 103698 w 180104"/>
                <a:gd name="connsiteY31" fmla="*/ 50990 h 92604"/>
                <a:gd name="connsiteX32" fmla="*/ 97396 w 180104"/>
                <a:gd name="connsiteY32" fmla="*/ 40625 h 92604"/>
                <a:gd name="connsiteX33" fmla="*/ 103646 w 180104"/>
                <a:gd name="connsiteY33" fmla="*/ 30313 h 92604"/>
                <a:gd name="connsiteX34" fmla="*/ 121667 w 180104"/>
                <a:gd name="connsiteY34" fmla="*/ 26042 h 92604"/>
                <a:gd name="connsiteX35" fmla="*/ 30938 w 180104"/>
                <a:gd name="connsiteY35" fmla="*/ 14583 h 92604"/>
                <a:gd name="connsiteX36" fmla="*/ 31250 w 180104"/>
                <a:gd name="connsiteY36" fmla="*/ 43646 h 92604"/>
                <a:gd name="connsiteX37" fmla="*/ 54688 w 180104"/>
                <a:gd name="connsiteY37" fmla="*/ 43646 h 92604"/>
                <a:gd name="connsiteX38" fmla="*/ 54896 w 180104"/>
                <a:gd name="connsiteY38" fmla="*/ 14583 h 92604"/>
                <a:gd name="connsiteX39" fmla="*/ 94479 w 180104"/>
                <a:gd name="connsiteY39" fmla="*/ 13854 h 92604"/>
                <a:gd name="connsiteX40" fmla="*/ 148958 w 180104"/>
                <a:gd name="connsiteY40" fmla="*/ 13854 h 92604"/>
                <a:gd name="connsiteX41" fmla="*/ 148958 w 180104"/>
                <a:gd name="connsiteY41" fmla="*/ 22292 h 92604"/>
                <a:gd name="connsiteX42" fmla="*/ 94479 w 180104"/>
                <a:gd name="connsiteY42" fmla="*/ 22292 h 92604"/>
                <a:gd name="connsiteX43" fmla="*/ 9063 w 180104"/>
                <a:gd name="connsiteY43" fmla="*/ 4583 h 92604"/>
                <a:gd name="connsiteX44" fmla="*/ 76875 w 180104"/>
                <a:gd name="connsiteY44" fmla="*/ 4583 h 92604"/>
                <a:gd name="connsiteX45" fmla="*/ 76875 w 180104"/>
                <a:gd name="connsiteY45" fmla="*/ 14583 h 92604"/>
                <a:gd name="connsiteX46" fmla="*/ 66563 w 180104"/>
                <a:gd name="connsiteY46" fmla="*/ 14583 h 92604"/>
                <a:gd name="connsiteX47" fmla="*/ 66354 w 180104"/>
                <a:gd name="connsiteY47" fmla="*/ 43646 h 92604"/>
                <a:gd name="connsiteX48" fmla="*/ 78959 w 180104"/>
                <a:gd name="connsiteY48" fmla="*/ 43646 h 92604"/>
                <a:gd name="connsiteX49" fmla="*/ 78959 w 180104"/>
                <a:gd name="connsiteY49" fmla="*/ 53646 h 92604"/>
                <a:gd name="connsiteX50" fmla="*/ 49063 w 180104"/>
                <a:gd name="connsiteY50" fmla="*/ 53646 h 92604"/>
                <a:gd name="connsiteX51" fmla="*/ 49063 w 180104"/>
                <a:gd name="connsiteY51" fmla="*/ 73229 h 92604"/>
                <a:gd name="connsiteX52" fmla="*/ 86146 w 180104"/>
                <a:gd name="connsiteY52" fmla="*/ 73229 h 92604"/>
                <a:gd name="connsiteX53" fmla="*/ 86146 w 180104"/>
                <a:gd name="connsiteY53" fmla="*/ 83229 h 92604"/>
                <a:gd name="connsiteX54" fmla="*/ 0 w 180104"/>
                <a:gd name="connsiteY54" fmla="*/ 83229 h 92604"/>
                <a:gd name="connsiteX55" fmla="*/ 0 w 180104"/>
                <a:gd name="connsiteY55" fmla="*/ 73229 h 92604"/>
                <a:gd name="connsiteX56" fmla="*/ 36875 w 180104"/>
                <a:gd name="connsiteY56" fmla="*/ 73229 h 92604"/>
                <a:gd name="connsiteX57" fmla="*/ 36875 w 180104"/>
                <a:gd name="connsiteY57" fmla="*/ 53646 h 92604"/>
                <a:gd name="connsiteX58" fmla="*/ 7083 w 180104"/>
                <a:gd name="connsiteY58" fmla="*/ 53646 h 92604"/>
                <a:gd name="connsiteX59" fmla="*/ 7083 w 180104"/>
                <a:gd name="connsiteY59" fmla="*/ 43646 h 92604"/>
                <a:gd name="connsiteX60" fmla="*/ 19271 w 180104"/>
                <a:gd name="connsiteY60" fmla="*/ 43646 h 92604"/>
                <a:gd name="connsiteX61" fmla="*/ 19063 w 180104"/>
                <a:gd name="connsiteY61" fmla="*/ 14583 h 92604"/>
                <a:gd name="connsiteX62" fmla="*/ 9063 w 180104"/>
                <a:gd name="connsiteY62" fmla="*/ 14583 h 92604"/>
                <a:gd name="connsiteX63" fmla="*/ 156250 w 180104"/>
                <a:gd name="connsiteY63" fmla="*/ 417 h 92604"/>
                <a:gd name="connsiteX64" fmla="*/ 168021 w 180104"/>
                <a:gd name="connsiteY64" fmla="*/ 417 h 92604"/>
                <a:gd name="connsiteX65" fmla="*/ 168021 w 180104"/>
                <a:gd name="connsiteY65" fmla="*/ 23854 h 92604"/>
                <a:gd name="connsiteX66" fmla="*/ 180104 w 180104"/>
                <a:gd name="connsiteY66" fmla="*/ 23854 h 92604"/>
                <a:gd name="connsiteX67" fmla="*/ 180104 w 180104"/>
                <a:gd name="connsiteY67" fmla="*/ 33958 h 92604"/>
                <a:gd name="connsiteX68" fmla="*/ 168021 w 180104"/>
                <a:gd name="connsiteY68" fmla="*/ 33958 h 92604"/>
                <a:gd name="connsiteX69" fmla="*/ 168021 w 180104"/>
                <a:gd name="connsiteY69" fmla="*/ 57396 h 92604"/>
                <a:gd name="connsiteX70" fmla="*/ 156250 w 180104"/>
                <a:gd name="connsiteY70" fmla="*/ 57396 h 92604"/>
                <a:gd name="connsiteX71" fmla="*/ 106979 w 180104"/>
                <a:gd name="connsiteY71" fmla="*/ 0 h 92604"/>
                <a:gd name="connsiteX72" fmla="*/ 136042 w 180104"/>
                <a:gd name="connsiteY72" fmla="*/ 0 h 92604"/>
                <a:gd name="connsiteX73" fmla="*/ 136042 w 180104"/>
                <a:gd name="connsiteY73" fmla="*/ 8646 h 92604"/>
                <a:gd name="connsiteX74" fmla="*/ 106979 w 180104"/>
                <a:gd name="connsiteY74" fmla="*/ 8646 h 9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80104" h="92604">
                  <a:moveTo>
                    <a:pt x="118959" y="70625"/>
                  </a:moveTo>
                  <a:lnTo>
                    <a:pt x="118959" y="83125"/>
                  </a:lnTo>
                  <a:lnTo>
                    <a:pt x="156355" y="83125"/>
                  </a:lnTo>
                  <a:lnTo>
                    <a:pt x="156355" y="70625"/>
                  </a:lnTo>
                  <a:close/>
                  <a:moveTo>
                    <a:pt x="110105" y="61250"/>
                  </a:moveTo>
                  <a:lnTo>
                    <a:pt x="165105" y="61250"/>
                  </a:lnTo>
                  <a:cubicBezTo>
                    <a:pt x="166146" y="61250"/>
                    <a:pt x="166901" y="61484"/>
                    <a:pt x="167344" y="61927"/>
                  </a:cubicBezTo>
                  <a:cubicBezTo>
                    <a:pt x="167800" y="62383"/>
                    <a:pt x="168021" y="63125"/>
                    <a:pt x="168021" y="64167"/>
                  </a:cubicBezTo>
                  <a:lnTo>
                    <a:pt x="168021" y="89688"/>
                  </a:lnTo>
                  <a:cubicBezTo>
                    <a:pt x="168021" y="90807"/>
                    <a:pt x="167800" y="91563"/>
                    <a:pt x="167344" y="91979"/>
                  </a:cubicBezTo>
                  <a:cubicBezTo>
                    <a:pt x="166901" y="92396"/>
                    <a:pt x="166146" y="92604"/>
                    <a:pt x="165105" y="92604"/>
                  </a:cubicBezTo>
                  <a:lnTo>
                    <a:pt x="110105" y="92604"/>
                  </a:lnTo>
                  <a:cubicBezTo>
                    <a:pt x="108997" y="92604"/>
                    <a:pt x="108229" y="92396"/>
                    <a:pt x="107813" y="91979"/>
                  </a:cubicBezTo>
                  <a:cubicBezTo>
                    <a:pt x="107396" y="91563"/>
                    <a:pt x="107188" y="90807"/>
                    <a:pt x="107188" y="89688"/>
                  </a:cubicBezTo>
                  <a:lnTo>
                    <a:pt x="107188" y="64167"/>
                  </a:lnTo>
                  <a:cubicBezTo>
                    <a:pt x="107188" y="63125"/>
                    <a:pt x="107396" y="62383"/>
                    <a:pt x="107813" y="61927"/>
                  </a:cubicBezTo>
                  <a:cubicBezTo>
                    <a:pt x="108229" y="61484"/>
                    <a:pt x="108997" y="61250"/>
                    <a:pt x="110105" y="61250"/>
                  </a:cubicBezTo>
                  <a:close/>
                  <a:moveTo>
                    <a:pt x="121667" y="33958"/>
                  </a:moveTo>
                  <a:cubicBezTo>
                    <a:pt x="117995" y="33958"/>
                    <a:pt x="115039" y="34557"/>
                    <a:pt x="112813" y="35729"/>
                  </a:cubicBezTo>
                  <a:cubicBezTo>
                    <a:pt x="110599" y="36914"/>
                    <a:pt x="109479" y="38542"/>
                    <a:pt x="109479" y="40625"/>
                  </a:cubicBezTo>
                  <a:cubicBezTo>
                    <a:pt x="109479" y="42917"/>
                    <a:pt x="110599" y="44570"/>
                    <a:pt x="112813" y="45573"/>
                  </a:cubicBezTo>
                  <a:cubicBezTo>
                    <a:pt x="115039" y="46589"/>
                    <a:pt x="117995" y="47083"/>
                    <a:pt x="121667" y="47083"/>
                  </a:cubicBezTo>
                  <a:cubicBezTo>
                    <a:pt x="125287" y="47083"/>
                    <a:pt x="128216" y="46589"/>
                    <a:pt x="130469" y="45573"/>
                  </a:cubicBezTo>
                  <a:cubicBezTo>
                    <a:pt x="132734" y="44570"/>
                    <a:pt x="133855" y="42917"/>
                    <a:pt x="133855" y="40625"/>
                  </a:cubicBezTo>
                  <a:cubicBezTo>
                    <a:pt x="133855" y="38542"/>
                    <a:pt x="132734" y="36914"/>
                    <a:pt x="130469" y="35729"/>
                  </a:cubicBezTo>
                  <a:cubicBezTo>
                    <a:pt x="128216" y="34557"/>
                    <a:pt x="125287" y="33958"/>
                    <a:pt x="121667" y="33958"/>
                  </a:cubicBezTo>
                  <a:close/>
                  <a:moveTo>
                    <a:pt x="121667" y="26042"/>
                  </a:moveTo>
                  <a:cubicBezTo>
                    <a:pt x="129453" y="26042"/>
                    <a:pt x="135443" y="27474"/>
                    <a:pt x="139635" y="30313"/>
                  </a:cubicBezTo>
                  <a:cubicBezTo>
                    <a:pt x="143842" y="33164"/>
                    <a:pt x="145938" y="36602"/>
                    <a:pt x="145938" y="40625"/>
                  </a:cubicBezTo>
                  <a:cubicBezTo>
                    <a:pt x="145938" y="44661"/>
                    <a:pt x="143828" y="48112"/>
                    <a:pt x="139583" y="50990"/>
                  </a:cubicBezTo>
                  <a:cubicBezTo>
                    <a:pt x="135352" y="53880"/>
                    <a:pt x="129375" y="55313"/>
                    <a:pt x="121667" y="55313"/>
                  </a:cubicBezTo>
                  <a:cubicBezTo>
                    <a:pt x="113893" y="55313"/>
                    <a:pt x="107904" y="53880"/>
                    <a:pt x="103698" y="50990"/>
                  </a:cubicBezTo>
                  <a:cubicBezTo>
                    <a:pt x="99506" y="48112"/>
                    <a:pt x="97396" y="44661"/>
                    <a:pt x="97396" y="40625"/>
                  </a:cubicBezTo>
                  <a:cubicBezTo>
                    <a:pt x="97396" y="36602"/>
                    <a:pt x="99479" y="33164"/>
                    <a:pt x="103646" y="30313"/>
                  </a:cubicBezTo>
                  <a:cubicBezTo>
                    <a:pt x="107813" y="27474"/>
                    <a:pt x="113828" y="26042"/>
                    <a:pt x="121667" y="26042"/>
                  </a:cubicBezTo>
                  <a:close/>
                  <a:moveTo>
                    <a:pt x="30938" y="14583"/>
                  </a:moveTo>
                  <a:lnTo>
                    <a:pt x="31250" y="43646"/>
                  </a:lnTo>
                  <a:lnTo>
                    <a:pt x="54688" y="43646"/>
                  </a:lnTo>
                  <a:lnTo>
                    <a:pt x="54896" y="14583"/>
                  </a:lnTo>
                  <a:close/>
                  <a:moveTo>
                    <a:pt x="94479" y="13854"/>
                  </a:moveTo>
                  <a:lnTo>
                    <a:pt x="148958" y="13854"/>
                  </a:lnTo>
                  <a:lnTo>
                    <a:pt x="148958" y="22292"/>
                  </a:lnTo>
                  <a:lnTo>
                    <a:pt x="94479" y="22292"/>
                  </a:lnTo>
                  <a:close/>
                  <a:moveTo>
                    <a:pt x="9063" y="4583"/>
                  </a:moveTo>
                  <a:lnTo>
                    <a:pt x="76875" y="4583"/>
                  </a:lnTo>
                  <a:lnTo>
                    <a:pt x="76875" y="14583"/>
                  </a:lnTo>
                  <a:lnTo>
                    <a:pt x="66563" y="14583"/>
                  </a:lnTo>
                  <a:lnTo>
                    <a:pt x="66354" y="43646"/>
                  </a:lnTo>
                  <a:lnTo>
                    <a:pt x="78959" y="43646"/>
                  </a:lnTo>
                  <a:lnTo>
                    <a:pt x="78959" y="53646"/>
                  </a:lnTo>
                  <a:lnTo>
                    <a:pt x="49063" y="53646"/>
                  </a:lnTo>
                  <a:lnTo>
                    <a:pt x="49063" y="73229"/>
                  </a:lnTo>
                  <a:lnTo>
                    <a:pt x="86146" y="73229"/>
                  </a:lnTo>
                  <a:lnTo>
                    <a:pt x="86146" y="83229"/>
                  </a:lnTo>
                  <a:lnTo>
                    <a:pt x="0" y="83229"/>
                  </a:lnTo>
                  <a:lnTo>
                    <a:pt x="0" y="73229"/>
                  </a:lnTo>
                  <a:lnTo>
                    <a:pt x="36875" y="73229"/>
                  </a:lnTo>
                  <a:lnTo>
                    <a:pt x="36875" y="53646"/>
                  </a:lnTo>
                  <a:lnTo>
                    <a:pt x="7083" y="53646"/>
                  </a:lnTo>
                  <a:lnTo>
                    <a:pt x="7083" y="43646"/>
                  </a:lnTo>
                  <a:lnTo>
                    <a:pt x="19271" y="43646"/>
                  </a:lnTo>
                  <a:lnTo>
                    <a:pt x="19063" y="14583"/>
                  </a:lnTo>
                  <a:lnTo>
                    <a:pt x="9063" y="14583"/>
                  </a:lnTo>
                  <a:close/>
                  <a:moveTo>
                    <a:pt x="156250" y="417"/>
                  </a:moveTo>
                  <a:lnTo>
                    <a:pt x="168021" y="417"/>
                  </a:lnTo>
                  <a:lnTo>
                    <a:pt x="168021" y="23854"/>
                  </a:lnTo>
                  <a:lnTo>
                    <a:pt x="180104" y="23854"/>
                  </a:lnTo>
                  <a:lnTo>
                    <a:pt x="180104" y="33958"/>
                  </a:lnTo>
                  <a:lnTo>
                    <a:pt x="168021" y="33958"/>
                  </a:lnTo>
                  <a:lnTo>
                    <a:pt x="168021" y="57396"/>
                  </a:lnTo>
                  <a:lnTo>
                    <a:pt x="156250" y="57396"/>
                  </a:lnTo>
                  <a:close/>
                  <a:moveTo>
                    <a:pt x="106979" y="0"/>
                  </a:moveTo>
                  <a:lnTo>
                    <a:pt x="136042" y="0"/>
                  </a:lnTo>
                  <a:lnTo>
                    <a:pt x="136042" y="8646"/>
                  </a:lnTo>
                  <a:lnTo>
                    <a:pt x="106979" y="8646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D93C1B72-2F9B-4A0E-8B5C-A22137DED21D}"/>
                </a:ext>
              </a:extLst>
            </p:cNvPr>
            <p:cNvSpPr txBox="1"/>
            <p:nvPr/>
          </p:nvSpPr>
          <p:spPr>
            <a:xfrm>
              <a:off x="4091896" y="2736008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포함</a:t>
              </a:r>
            </a:p>
          </p:txBody>
        </p:sp>
        <p:sp>
          <p:nvSpPr>
            <p:cNvPr id="325" name="자유형: 도형 324">
              <a:extLst>
                <a:ext uri="{FF2B5EF4-FFF2-40B4-BE49-F238E27FC236}">
                  <a16:creationId xmlns:a16="http://schemas.microsoft.com/office/drawing/2014/main" id="{57ECEC20-EBE3-47F8-B510-610A141C1B14}"/>
                </a:ext>
              </a:extLst>
            </p:cNvPr>
            <p:cNvSpPr/>
            <p:nvPr/>
          </p:nvSpPr>
          <p:spPr>
            <a:xfrm>
              <a:off x="4370004" y="2801637"/>
              <a:ext cx="29999" cy="99583"/>
            </a:xfrm>
            <a:custGeom>
              <a:avLst/>
              <a:gdLst>
                <a:gd name="connsiteX0" fmla="*/ 0 w 29999"/>
                <a:gd name="connsiteY0" fmla="*/ 0 h 99583"/>
                <a:gd name="connsiteX1" fmla="*/ 9271 w 29999"/>
                <a:gd name="connsiteY1" fmla="*/ 0 h 99583"/>
                <a:gd name="connsiteX2" fmla="*/ 18125 w 29999"/>
                <a:gd name="connsiteY2" fmla="*/ 10312 h 99583"/>
                <a:gd name="connsiteX3" fmla="*/ 24583 w 29999"/>
                <a:gd name="connsiteY3" fmla="*/ 22604 h 99583"/>
                <a:gd name="connsiteX4" fmla="*/ 28646 w 29999"/>
                <a:gd name="connsiteY4" fmla="*/ 35989 h 99583"/>
                <a:gd name="connsiteX5" fmla="*/ 30000 w 29999"/>
                <a:gd name="connsiteY5" fmla="*/ 49792 h 99583"/>
                <a:gd name="connsiteX6" fmla="*/ 28646 w 29999"/>
                <a:gd name="connsiteY6" fmla="*/ 63698 h 99583"/>
                <a:gd name="connsiteX7" fmla="*/ 24583 w 29999"/>
                <a:gd name="connsiteY7" fmla="*/ 77083 h 99583"/>
                <a:gd name="connsiteX8" fmla="*/ 18125 w 29999"/>
                <a:gd name="connsiteY8" fmla="*/ 89375 h 99583"/>
                <a:gd name="connsiteX9" fmla="*/ 9271 w 29999"/>
                <a:gd name="connsiteY9" fmla="*/ 99583 h 99583"/>
                <a:gd name="connsiteX10" fmla="*/ 0 w 29999"/>
                <a:gd name="connsiteY10" fmla="*/ 99583 h 99583"/>
                <a:gd name="connsiteX11" fmla="*/ 13645 w 29999"/>
                <a:gd name="connsiteY11" fmla="*/ 73906 h 99583"/>
                <a:gd name="connsiteX12" fmla="*/ 17187 w 29999"/>
                <a:gd name="connsiteY12" fmla="*/ 49792 h 99583"/>
                <a:gd name="connsiteX13" fmla="*/ 13645 w 29999"/>
                <a:gd name="connsiteY13" fmla="*/ 25781 h 99583"/>
                <a:gd name="connsiteX14" fmla="*/ 0 w 29999"/>
                <a:gd name="connsiteY14" fmla="*/ 0 h 9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999" h="99583">
                  <a:moveTo>
                    <a:pt x="0" y="0"/>
                  </a:moveTo>
                  <a:lnTo>
                    <a:pt x="9271" y="0"/>
                  </a:lnTo>
                  <a:cubicBezTo>
                    <a:pt x="12604" y="3060"/>
                    <a:pt x="15547" y="6497"/>
                    <a:pt x="18125" y="10312"/>
                  </a:cubicBezTo>
                  <a:cubicBezTo>
                    <a:pt x="20690" y="14141"/>
                    <a:pt x="22839" y="18229"/>
                    <a:pt x="24583" y="22604"/>
                  </a:cubicBezTo>
                  <a:cubicBezTo>
                    <a:pt x="26380" y="26914"/>
                    <a:pt x="27734" y="31380"/>
                    <a:pt x="28646" y="35989"/>
                  </a:cubicBezTo>
                  <a:cubicBezTo>
                    <a:pt x="29544" y="40612"/>
                    <a:pt x="30000" y="45208"/>
                    <a:pt x="30000" y="49792"/>
                  </a:cubicBezTo>
                  <a:cubicBezTo>
                    <a:pt x="30000" y="54453"/>
                    <a:pt x="29544" y="59088"/>
                    <a:pt x="28646" y="63698"/>
                  </a:cubicBezTo>
                  <a:cubicBezTo>
                    <a:pt x="27734" y="68320"/>
                    <a:pt x="26380" y="72786"/>
                    <a:pt x="24583" y="77083"/>
                  </a:cubicBezTo>
                  <a:cubicBezTo>
                    <a:pt x="22839" y="81458"/>
                    <a:pt x="20690" y="85560"/>
                    <a:pt x="18125" y="89375"/>
                  </a:cubicBezTo>
                  <a:cubicBezTo>
                    <a:pt x="15547" y="93203"/>
                    <a:pt x="12604" y="96602"/>
                    <a:pt x="9271" y="99583"/>
                  </a:cubicBezTo>
                  <a:lnTo>
                    <a:pt x="0" y="99583"/>
                  </a:lnTo>
                  <a:cubicBezTo>
                    <a:pt x="6732" y="90833"/>
                    <a:pt x="11276" y="82279"/>
                    <a:pt x="13645" y="73906"/>
                  </a:cubicBezTo>
                  <a:cubicBezTo>
                    <a:pt x="16002" y="65547"/>
                    <a:pt x="17187" y="57500"/>
                    <a:pt x="17187" y="49792"/>
                  </a:cubicBezTo>
                  <a:cubicBezTo>
                    <a:pt x="17187" y="42161"/>
                    <a:pt x="16002" y="34154"/>
                    <a:pt x="13645" y="25781"/>
                  </a:cubicBezTo>
                  <a:cubicBezTo>
                    <a:pt x="11276" y="17422"/>
                    <a:pt x="6732" y="8828"/>
                    <a:pt x="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F2E9FCC0-CF80-4065-AA2D-4D7C4F2C39A1}"/>
                </a:ext>
              </a:extLst>
            </p:cNvPr>
            <p:cNvSpPr txBox="1"/>
            <p:nvPr/>
          </p:nvSpPr>
          <p:spPr>
            <a:xfrm>
              <a:off x="4278564" y="2751907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327" name="자유형: 도형 326">
              <a:extLst>
                <a:ext uri="{FF2B5EF4-FFF2-40B4-BE49-F238E27FC236}">
                  <a16:creationId xmlns:a16="http://schemas.microsoft.com/office/drawing/2014/main" id="{637EF8BF-B764-4B5F-A8F5-D1A25583E743}"/>
                </a:ext>
              </a:extLst>
            </p:cNvPr>
            <p:cNvSpPr/>
            <p:nvPr/>
          </p:nvSpPr>
          <p:spPr>
            <a:xfrm>
              <a:off x="4942803" y="2740179"/>
              <a:ext cx="271354" cy="93229"/>
            </a:xfrm>
            <a:custGeom>
              <a:avLst/>
              <a:gdLst>
                <a:gd name="connsiteX0" fmla="*/ 86250 w 271354"/>
                <a:gd name="connsiteY0" fmla="*/ 51979 h 93229"/>
                <a:gd name="connsiteX1" fmla="*/ 172188 w 271354"/>
                <a:gd name="connsiteY1" fmla="*/ 51979 h 93229"/>
                <a:gd name="connsiteX2" fmla="*/ 172188 w 271354"/>
                <a:gd name="connsiteY2" fmla="*/ 61875 h 93229"/>
                <a:gd name="connsiteX3" fmla="*/ 135521 w 271354"/>
                <a:gd name="connsiteY3" fmla="*/ 61875 h 93229"/>
                <a:gd name="connsiteX4" fmla="*/ 135521 w 271354"/>
                <a:gd name="connsiteY4" fmla="*/ 93229 h 93229"/>
                <a:gd name="connsiteX5" fmla="*/ 123541 w 271354"/>
                <a:gd name="connsiteY5" fmla="*/ 93229 h 93229"/>
                <a:gd name="connsiteX6" fmla="*/ 123541 w 271354"/>
                <a:gd name="connsiteY6" fmla="*/ 61875 h 93229"/>
                <a:gd name="connsiteX7" fmla="*/ 86250 w 271354"/>
                <a:gd name="connsiteY7" fmla="*/ 61875 h 93229"/>
                <a:gd name="connsiteX8" fmla="*/ 9896 w 271354"/>
                <a:gd name="connsiteY8" fmla="*/ 51771 h 93229"/>
                <a:gd name="connsiteX9" fmla="*/ 67916 w 271354"/>
                <a:gd name="connsiteY9" fmla="*/ 51771 h 93229"/>
                <a:gd name="connsiteX10" fmla="*/ 70156 w 271354"/>
                <a:gd name="connsiteY10" fmla="*/ 52448 h 93229"/>
                <a:gd name="connsiteX11" fmla="*/ 70833 w 271354"/>
                <a:gd name="connsiteY11" fmla="*/ 54687 h 93229"/>
                <a:gd name="connsiteX12" fmla="*/ 70833 w 271354"/>
                <a:gd name="connsiteY12" fmla="*/ 73125 h 93229"/>
                <a:gd name="connsiteX13" fmla="*/ 70156 w 271354"/>
                <a:gd name="connsiteY13" fmla="*/ 75417 h 93229"/>
                <a:gd name="connsiteX14" fmla="*/ 67916 w 271354"/>
                <a:gd name="connsiteY14" fmla="*/ 76042 h 93229"/>
                <a:gd name="connsiteX15" fmla="*/ 22500 w 271354"/>
                <a:gd name="connsiteY15" fmla="*/ 76042 h 93229"/>
                <a:gd name="connsiteX16" fmla="*/ 22500 w 271354"/>
                <a:gd name="connsiteY16" fmla="*/ 83438 h 93229"/>
                <a:gd name="connsiteX17" fmla="*/ 72916 w 271354"/>
                <a:gd name="connsiteY17" fmla="*/ 83438 h 93229"/>
                <a:gd name="connsiteX18" fmla="*/ 72916 w 271354"/>
                <a:gd name="connsiteY18" fmla="*/ 92604 h 93229"/>
                <a:gd name="connsiteX19" fmla="*/ 12812 w 271354"/>
                <a:gd name="connsiteY19" fmla="*/ 92604 h 93229"/>
                <a:gd name="connsiteX20" fmla="*/ 10521 w 271354"/>
                <a:gd name="connsiteY20" fmla="*/ 91979 h 93229"/>
                <a:gd name="connsiteX21" fmla="*/ 9896 w 271354"/>
                <a:gd name="connsiteY21" fmla="*/ 89688 h 93229"/>
                <a:gd name="connsiteX22" fmla="*/ 9896 w 271354"/>
                <a:gd name="connsiteY22" fmla="*/ 70729 h 93229"/>
                <a:gd name="connsiteX23" fmla="*/ 10521 w 271354"/>
                <a:gd name="connsiteY23" fmla="*/ 68490 h 93229"/>
                <a:gd name="connsiteX24" fmla="*/ 12812 w 271354"/>
                <a:gd name="connsiteY24" fmla="*/ 67812 h 93229"/>
                <a:gd name="connsiteX25" fmla="*/ 58333 w 271354"/>
                <a:gd name="connsiteY25" fmla="*/ 67812 h 93229"/>
                <a:gd name="connsiteX26" fmla="*/ 58333 w 271354"/>
                <a:gd name="connsiteY26" fmla="*/ 60937 h 93229"/>
                <a:gd name="connsiteX27" fmla="*/ 9896 w 271354"/>
                <a:gd name="connsiteY27" fmla="*/ 60937 h 93229"/>
                <a:gd name="connsiteX28" fmla="*/ 11771 w 271354"/>
                <a:gd name="connsiteY28" fmla="*/ 24271 h 93229"/>
                <a:gd name="connsiteX29" fmla="*/ 11771 w 271354"/>
                <a:gd name="connsiteY29" fmla="*/ 35313 h 93229"/>
                <a:gd name="connsiteX30" fmla="*/ 32916 w 271354"/>
                <a:gd name="connsiteY30" fmla="*/ 35313 h 93229"/>
                <a:gd name="connsiteX31" fmla="*/ 32916 w 271354"/>
                <a:gd name="connsiteY31" fmla="*/ 24271 h 93229"/>
                <a:gd name="connsiteX32" fmla="*/ 196666 w 271354"/>
                <a:gd name="connsiteY32" fmla="*/ 18438 h 93229"/>
                <a:gd name="connsiteX33" fmla="*/ 247396 w 271354"/>
                <a:gd name="connsiteY33" fmla="*/ 18438 h 93229"/>
                <a:gd name="connsiteX34" fmla="*/ 247396 w 271354"/>
                <a:gd name="connsiteY34" fmla="*/ 28438 h 93229"/>
                <a:gd name="connsiteX35" fmla="*/ 228437 w 271354"/>
                <a:gd name="connsiteY35" fmla="*/ 28438 h 93229"/>
                <a:gd name="connsiteX36" fmla="*/ 228437 w 271354"/>
                <a:gd name="connsiteY36" fmla="*/ 32292 h 93229"/>
                <a:gd name="connsiteX37" fmla="*/ 234375 w 271354"/>
                <a:gd name="connsiteY37" fmla="*/ 51719 h 93229"/>
                <a:gd name="connsiteX38" fmla="*/ 250625 w 271354"/>
                <a:gd name="connsiteY38" fmla="*/ 66042 h 93229"/>
                <a:gd name="connsiteX39" fmla="*/ 242500 w 271354"/>
                <a:gd name="connsiteY39" fmla="*/ 74167 h 93229"/>
                <a:gd name="connsiteX40" fmla="*/ 230104 w 271354"/>
                <a:gd name="connsiteY40" fmla="*/ 63958 h 93229"/>
                <a:gd name="connsiteX41" fmla="*/ 222188 w 271354"/>
                <a:gd name="connsiteY41" fmla="*/ 52292 h 93229"/>
                <a:gd name="connsiteX42" fmla="*/ 214271 w 271354"/>
                <a:gd name="connsiteY42" fmla="*/ 64427 h 93229"/>
                <a:gd name="connsiteX43" fmla="*/ 200833 w 271354"/>
                <a:gd name="connsiteY43" fmla="*/ 76354 h 93229"/>
                <a:gd name="connsiteX44" fmla="*/ 191354 w 271354"/>
                <a:gd name="connsiteY44" fmla="*/ 68333 h 93229"/>
                <a:gd name="connsiteX45" fmla="*/ 209115 w 271354"/>
                <a:gd name="connsiteY45" fmla="*/ 52760 h 93229"/>
                <a:gd name="connsiteX46" fmla="*/ 215625 w 271354"/>
                <a:gd name="connsiteY46" fmla="*/ 32292 h 93229"/>
                <a:gd name="connsiteX47" fmla="*/ 215625 w 271354"/>
                <a:gd name="connsiteY47" fmla="*/ 28438 h 93229"/>
                <a:gd name="connsiteX48" fmla="*/ 196666 w 271354"/>
                <a:gd name="connsiteY48" fmla="*/ 28438 h 93229"/>
                <a:gd name="connsiteX49" fmla="*/ 95833 w 271354"/>
                <a:gd name="connsiteY49" fmla="*/ 2917 h 93229"/>
                <a:gd name="connsiteX50" fmla="*/ 162396 w 271354"/>
                <a:gd name="connsiteY50" fmla="*/ 2917 h 93229"/>
                <a:gd name="connsiteX51" fmla="*/ 162396 w 271354"/>
                <a:gd name="connsiteY51" fmla="*/ 12812 h 93229"/>
                <a:gd name="connsiteX52" fmla="*/ 135833 w 271354"/>
                <a:gd name="connsiteY52" fmla="*/ 12812 h 93229"/>
                <a:gd name="connsiteX53" fmla="*/ 139740 w 271354"/>
                <a:gd name="connsiteY53" fmla="*/ 20781 h 93229"/>
                <a:gd name="connsiteX54" fmla="*/ 147187 w 271354"/>
                <a:gd name="connsiteY54" fmla="*/ 27187 h 93229"/>
                <a:gd name="connsiteX55" fmla="*/ 157135 w 271354"/>
                <a:gd name="connsiteY55" fmla="*/ 32083 h 93229"/>
                <a:gd name="connsiteX56" fmla="*/ 168750 w 271354"/>
                <a:gd name="connsiteY56" fmla="*/ 35417 h 93229"/>
                <a:gd name="connsiteX57" fmla="*/ 161458 w 271354"/>
                <a:gd name="connsiteY57" fmla="*/ 43750 h 93229"/>
                <a:gd name="connsiteX58" fmla="*/ 152396 w 271354"/>
                <a:gd name="connsiteY58" fmla="*/ 41042 h 93229"/>
                <a:gd name="connsiteX59" fmla="*/ 143437 w 271354"/>
                <a:gd name="connsiteY59" fmla="*/ 36979 h 93229"/>
                <a:gd name="connsiteX60" fmla="*/ 135365 w 271354"/>
                <a:gd name="connsiteY60" fmla="*/ 31615 h 93229"/>
                <a:gd name="connsiteX61" fmla="*/ 129167 w 271354"/>
                <a:gd name="connsiteY61" fmla="*/ 24792 h 93229"/>
                <a:gd name="connsiteX62" fmla="*/ 116771 w 271354"/>
                <a:gd name="connsiteY62" fmla="*/ 36094 h 93229"/>
                <a:gd name="connsiteX63" fmla="*/ 97187 w 271354"/>
                <a:gd name="connsiteY63" fmla="*/ 43750 h 93229"/>
                <a:gd name="connsiteX64" fmla="*/ 89167 w 271354"/>
                <a:gd name="connsiteY64" fmla="*/ 35208 h 93229"/>
                <a:gd name="connsiteX65" fmla="*/ 100989 w 271354"/>
                <a:gd name="connsiteY65" fmla="*/ 31875 h 93229"/>
                <a:gd name="connsiteX66" fmla="*/ 110937 w 271354"/>
                <a:gd name="connsiteY66" fmla="*/ 27187 h 93229"/>
                <a:gd name="connsiteX67" fmla="*/ 118385 w 271354"/>
                <a:gd name="connsiteY67" fmla="*/ 20833 h 93229"/>
                <a:gd name="connsiteX68" fmla="*/ 122396 w 271354"/>
                <a:gd name="connsiteY68" fmla="*/ 12812 h 93229"/>
                <a:gd name="connsiteX69" fmla="*/ 95833 w 271354"/>
                <a:gd name="connsiteY69" fmla="*/ 12812 h 93229"/>
                <a:gd name="connsiteX70" fmla="*/ 0 w 271354"/>
                <a:gd name="connsiteY70" fmla="*/ 2500 h 93229"/>
                <a:gd name="connsiteX71" fmla="*/ 11771 w 271354"/>
                <a:gd name="connsiteY71" fmla="*/ 2500 h 93229"/>
                <a:gd name="connsiteX72" fmla="*/ 11771 w 271354"/>
                <a:gd name="connsiteY72" fmla="*/ 14792 h 93229"/>
                <a:gd name="connsiteX73" fmla="*/ 32916 w 271354"/>
                <a:gd name="connsiteY73" fmla="*/ 14792 h 93229"/>
                <a:gd name="connsiteX74" fmla="*/ 32916 w 271354"/>
                <a:gd name="connsiteY74" fmla="*/ 2500 h 93229"/>
                <a:gd name="connsiteX75" fmla="*/ 44375 w 271354"/>
                <a:gd name="connsiteY75" fmla="*/ 2500 h 93229"/>
                <a:gd name="connsiteX76" fmla="*/ 44375 w 271354"/>
                <a:gd name="connsiteY76" fmla="*/ 41979 h 93229"/>
                <a:gd name="connsiteX77" fmla="*/ 43698 w 271354"/>
                <a:gd name="connsiteY77" fmla="*/ 44271 h 93229"/>
                <a:gd name="connsiteX78" fmla="*/ 41458 w 271354"/>
                <a:gd name="connsiteY78" fmla="*/ 44896 h 93229"/>
                <a:gd name="connsiteX79" fmla="*/ 2812 w 271354"/>
                <a:gd name="connsiteY79" fmla="*/ 44896 h 93229"/>
                <a:gd name="connsiteX80" fmla="*/ 573 w 271354"/>
                <a:gd name="connsiteY80" fmla="*/ 44271 h 93229"/>
                <a:gd name="connsiteX81" fmla="*/ 0 w 271354"/>
                <a:gd name="connsiteY81" fmla="*/ 41979 h 93229"/>
                <a:gd name="connsiteX82" fmla="*/ 207500 w 271354"/>
                <a:gd name="connsiteY82" fmla="*/ 1250 h 93229"/>
                <a:gd name="connsiteX83" fmla="*/ 236458 w 271354"/>
                <a:gd name="connsiteY83" fmla="*/ 1250 h 93229"/>
                <a:gd name="connsiteX84" fmla="*/ 236458 w 271354"/>
                <a:gd name="connsiteY84" fmla="*/ 10833 h 93229"/>
                <a:gd name="connsiteX85" fmla="*/ 207500 w 271354"/>
                <a:gd name="connsiteY85" fmla="*/ 10833 h 93229"/>
                <a:gd name="connsiteX86" fmla="*/ 259479 w 271354"/>
                <a:gd name="connsiteY86" fmla="*/ 0 h 93229"/>
                <a:gd name="connsiteX87" fmla="*/ 271354 w 271354"/>
                <a:gd name="connsiteY87" fmla="*/ 0 h 93229"/>
                <a:gd name="connsiteX88" fmla="*/ 271354 w 271354"/>
                <a:gd name="connsiteY88" fmla="*/ 93229 h 93229"/>
                <a:gd name="connsiteX89" fmla="*/ 259479 w 271354"/>
                <a:gd name="connsiteY89" fmla="*/ 93229 h 93229"/>
                <a:gd name="connsiteX90" fmla="*/ 259479 w 271354"/>
                <a:gd name="connsiteY90" fmla="*/ 46875 h 93229"/>
                <a:gd name="connsiteX91" fmla="*/ 242292 w 271354"/>
                <a:gd name="connsiteY91" fmla="*/ 46875 h 93229"/>
                <a:gd name="connsiteX92" fmla="*/ 242292 w 271354"/>
                <a:gd name="connsiteY92" fmla="*/ 36875 h 93229"/>
                <a:gd name="connsiteX93" fmla="*/ 259479 w 271354"/>
                <a:gd name="connsiteY93" fmla="*/ 36875 h 93229"/>
                <a:gd name="connsiteX94" fmla="*/ 59062 w 271354"/>
                <a:gd name="connsiteY94" fmla="*/ 0 h 93229"/>
                <a:gd name="connsiteX95" fmla="*/ 70938 w 271354"/>
                <a:gd name="connsiteY95" fmla="*/ 0 h 93229"/>
                <a:gd name="connsiteX96" fmla="*/ 70938 w 271354"/>
                <a:gd name="connsiteY96" fmla="*/ 16875 h 93229"/>
                <a:gd name="connsiteX97" fmla="*/ 82812 w 271354"/>
                <a:gd name="connsiteY97" fmla="*/ 16875 h 93229"/>
                <a:gd name="connsiteX98" fmla="*/ 82812 w 271354"/>
                <a:gd name="connsiteY98" fmla="*/ 26875 h 93229"/>
                <a:gd name="connsiteX99" fmla="*/ 70938 w 271354"/>
                <a:gd name="connsiteY99" fmla="*/ 26875 h 93229"/>
                <a:gd name="connsiteX100" fmla="*/ 70938 w 271354"/>
                <a:gd name="connsiteY100" fmla="*/ 48229 h 93229"/>
                <a:gd name="connsiteX101" fmla="*/ 59062 w 271354"/>
                <a:gd name="connsiteY101" fmla="*/ 48229 h 9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271354" h="93229">
                  <a:moveTo>
                    <a:pt x="86250" y="51979"/>
                  </a:moveTo>
                  <a:lnTo>
                    <a:pt x="172188" y="51979"/>
                  </a:lnTo>
                  <a:lnTo>
                    <a:pt x="172188" y="61875"/>
                  </a:lnTo>
                  <a:lnTo>
                    <a:pt x="135521" y="61875"/>
                  </a:lnTo>
                  <a:lnTo>
                    <a:pt x="135521" y="93229"/>
                  </a:lnTo>
                  <a:lnTo>
                    <a:pt x="123541" y="93229"/>
                  </a:lnTo>
                  <a:lnTo>
                    <a:pt x="123541" y="61875"/>
                  </a:lnTo>
                  <a:lnTo>
                    <a:pt x="86250" y="61875"/>
                  </a:lnTo>
                  <a:close/>
                  <a:moveTo>
                    <a:pt x="9896" y="51771"/>
                  </a:moveTo>
                  <a:lnTo>
                    <a:pt x="67916" y="51771"/>
                  </a:lnTo>
                  <a:cubicBezTo>
                    <a:pt x="68958" y="51771"/>
                    <a:pt x="69701" y="52005"/>
                    <a:pt x="70156" y="52448"/>
                  </a:cubicBezTo>
                  <a:cubicBezTo>
                    <a:pt x="70612" y="52904"/>
                    <a:pt x="70833" y="53646"/>
                    <a:pt x="70833" y="54687"/>
                  </a:cubicBezTo>
                  <a:lnTo>
                    <a:pt x="70833" y="73125"/>
                  </a:lnTo>
                  <a:cubicBezTo>
                    <a:pt x="70833" y="74245"/>
                    <a:pt x="70612" y="75000"/>
                    <a:pt x="70156" y="75417"/>
                  </a:cubicBezTo>
                  <a:cubicBezTo>
                    <a:pt x="69701" y="75833"/>
                    <a:pt x="68958" y="76042"/>
                    <a:pt x="67916" y="76042"/>
                  </a:cubicBezTo>
                  <a:lnTo>
                    <a:pt x="22500" y="76042"/>
                  </a:lnTo>
                  <a:lnTo>
                    <a:pt x="22500" y="83438"/>
                  </a:lnTo>
                  <a:lnTo>
                    <a:pt x="72916" y="83438"/>
                  </a:lnTo>
                  <a:lnTo>
                    <a:pt x="72916" y="92604"/>
                  </a:lnTo>
                  <a:lnTo>
                    <a:pt x="12812" y="92604"/>
                  </a:lnTo>
                  <a:cubicBezTo>
                    <a:pt x="11706" y="92604"/>
                    <a:pt x="10937" y="92396"/>
                    <a:pt x="10521" y="91979"/>
                  </a:cubicBezTo>
                  <a:cubicBezTo>
                    <a:pt x="10104" y="91563"/>
                    <a:pt x="9896" y="90807"/>
                    <a:pt x="9896" y="89688"/>
                  </a:cubicBezTo>
                  <a:lnTo>
                    <a:pt x="9896" y="70729"/>
                  </a:lnTo>
                  <a:cubicBezTo>
                    <a:pt x="9896" y="69688"/>
                    <a:pt x="10104" y="68945"/>
                    <a:pt x="10521" y="68490"/>
                  </a:cubicBezTo>
                  <a:cubicBezTo>
                    <a:pt x="10937" y="68047"/>
                    <a:pt x="11706" y="67812"/>
                    <a:pt x="12812" y="67812"/>
                  </a:cubicBezTo>
                  <a:lnTo>
                    <a:pt x="58333" y="67812"/>
                  </a:lnTo>
                  <a:lnTo>
                    <a:pt x="58333" y="60937"/>
                  </a:lnTo>
                  <a:lnTo>
                    <a:pt x="9896" y="60937"/>
                  </a:lnTo>
                  <a:close/>
                  <a:moveTo>
                    <a:pt x="11771" y="24271"/>
                  </a:moveTo>
                  <a:lnTo>
                    <a:pt x="11771" y="35313"/>
                  </a:lnTo>
                  <a:lnTo>
                    <a:pt x="32916" y="35313"/>
                  </a:lnTo>
                  <a:lnTo>
                    <a:pt x="32916" y="24271"/>
                  </a:lnTo>
                  <a:close/>
                  <a:moveTo>
                    <a:pt x="196666" y="18438"/>
                  </a:moveTo>
                  <a:lnTo>
                    <a:pt x="247396" y="18438"/>
                  </a:lnTo>
                  <a:lnTo>
                    <a:pt x="247396" y="28438"/>
                  </a:lnTo>
                  <a:lnTo>
                    <a:pt x="228437" y="28438"/>
                  </a:lnTo>
                  <a:lnTo>
                    <a:pt x="228437" y="32292"/>
                  </a:lnTo>
                  <a:cubicBezTo>
                    <a:pt x="228437" y="39167"/>
                    <a:pt x="230417" y="45651"/>
                    <a:pt x="234375" y="51719"/>
                  </a:cubicBezTo>
                  <a:cubicBezTo>
                    <a:pt x="238333" y="57799"/>
                    <a:pt x="243750" y="62578"/>
                    <a:pt x="250625" y="66042"/>
                  </a:cubicBezTo>
                  <a:lnTo>
                    <a:pt x="242500" y="74167"/>
                  </a:lnTo>
                  <a:cubicBezTo>
                    <a:pt x="237643" y="71042"/>
                    <a:pt x="233503" y="67643"/>
                    <a:pt x="230104" y="63958"/>
                  </a:cubicBezTo>
                  <a:cubicBezTo>
                    <a:pt x="226706" y="60287"/>
                    <a:pt x="224062" y="56393"/>
                    <a:pt x="222188" y="52292"/>
                  </a:cubicBezTo>
                  <a:cubicBezTo>
                    <a:pt x="220456" y="56328"/>
                    <a:pt x="217813" y="60365"/>
                    <a:pt x="214271" y="64427"/>
                  </a:cubicBezTo>
                  <a:cubicBezTo>
                    <a:pt x="210729" y="68490"/>
                    <a:pt x="206250" y="72474"/>
                    <a:pt x="200833" y="76354"/>
                  </a:cubicBezTo>
                  <a:lnTo>
                    <a:pt x="191354" y="68333"/>
                  </a:lnTo>
                  <a:cubicBezTo>
                    <a:pt x="198919" y="63958"/>
                    <a:pt x="204844" y="58776"/>
                    <a:pt x="209115" y="52760"/>
                  </a:cubicBezTo>
                  <a:cubicBezTo>
                    <a:pt x="213386" y="46758"/>
                    <a:pt x="215560" y="39935"/>
                    <a:pt x="215625" y="32292"/>
                  </a:cubicBezTo>
                  <a:lnTo>
                    <a:pt x="215625" y="28438"/>
                  </a:lnTo>
                  <a:lnTo>
                    <a:pt x="196666" y="28438"/>
                  </a:lnTo>
                  <a:close/>
                  <a:moveTo>
                    <a:pt x="95833" y="2917"/>
                  </a:moveTo>
                  <a:lnTo>
                    <a:pt x="162396" y="2917"/>
                  </a:lnTo>
                  <a:lnTo>
                    <a:pt x="162396" y="12812"/>
                  </a:lnTo>
                  <a:lnTo>
                    <a:pt x="135833" y="12812"/>
                  </a:lnTo>
                  <a:cubicBezTo>
                    <a:pt x="136458" y="15729"/>
                    <a:pt x="137760" y="18385"/>
                    <a:pt x="139740" y="20781"/>
                  </a:cubicBezTo>
                  <a:cubicBezTo>
                    <a:pt x="141719" y="23177"/>
                    <a:pt x="144206" y="25313"/>
                    <a:pt x="147187" y="27187"/>
                  </a:cubicBezTo>
                  <a:cubicBezTo>
                    <a:pt x="150104" y="29062"/>
                    <a:pt x="153424" y="30703"/>
                    <a:pt x="157135" y="32083"/>
                  </a:cubicBezTo>
                  <a:cubicBezTo>
                    <a:pt x="160846" y="33477"/>
                    <a:pt x="164727" y="34583"/>
                    <a:pt x="168750" y="35417"/>
                  </a:cubicBezTo>
                  <a:lnTo>
                    <a:pt x="161458" y="43750"/>
                  </a:lnTo>
                  <a:cubicBezTo>
                    <a:pt x="158542" y="43060"/>
                    <a:pt x="155521" y="42162"/>
                    <a:pt x="152396" y="41042"/>
                  </a:cubicBezTo>
                  <a:cubicBezTo>
                    <a:pt x="149271" y="39935"/>
                    <a:pt x="146289" y="38581"/>
                    <a:pt x="143437" y="36979"/>
                  </a:cubicBezTo>
                  <a:cubicBezTo>
                    <a:pt x="140521" y="35456"/>
                    <a:pt x="137825" y="33672"/>
                    <a:pt x="135365" y="31615"/>
                  </a:cubicBezTo>
                  <a:cubicBezTo>
                    <a:pt x="132904" y="29570"/>
                    <a:pt x="130833" y="27292"/>
                    <a:pt x="129167" y="24792"/>
                  </a:cubicBezTo>
                  <a:cubicBezTo>
                    <a:pt x="126250" y="29102"/>
                    <a:pt x="122122" y="32865"/>
                    <a:pt x="116771" y="36094"/>
                  </a:cubicBezTo>
                  <a:cubicBezTo>
                    <a:pt x="111419" y="39323"/>
                    <a:pt x="104896" y="41875"/>
                    <a:pt x="97187" y="43750"/>
                  </a:cubicBezTo>
                  <a:lnTo>
                    <a:pt x="89167" y="35208"/>
                  </a:lnTo>
                  <a:cubicBezTo>
                    <a:pt x="93333" y="34310"/>
                    <a:pt x="97278" y="33203"/>
                    <a:pt x="100989" y="31875"/>
                  </a:cubicBezTo>
                  <a:cubicBezTo>
                    <a:pt x="104700" y="30560"/>
                    <a:pt x="108021" y="28997"/>
                    <a:pt x="110937" y="27187"/>
                  </a:cubicBezTo>
                  <a:cubicBezTo>
                    <a:pt x="113919" y="25313"/>
                    <a:pt x="116406" y="23203"/>
                    <a:pt x="118385" y="20833"/>
                  </a:cubicBezTo>
                  <a:cubicBezTo>
                    <a:pt x="120364" y="18477"/>
                    <a:pt x="121706" y="15807"/>
                    <a:pt x="122396" y="12812"/>
                  </a:cubicBezTo>
                  <a:lnTo>
                    <a:pt x="95833" y="12812"/>
                  </a:lnTo>
                  <a:close/>
                  <a:moveTo>
                    <a:pt x="0" y="2500"/>
                  </a:moveTo>
                  <a:lnTo>
                    <a:pt x="11771" y="2500"/>
                  </a:lnTo>
                  <a:lnTo>
                    <a:pt x="11771" y="14792"/>
                  </a:lnTo>
                  <a:lnTo>
                    <a:pt x="32916" y="14792"/>
                  </a:lnTo>
                  <a:lnTo>
                    <a:pt x="32916" y="2500"/>
                  </a:lnTo>
                  <a:lnTo>
                    <a:pt x="44375" y="2500"/>
                  </a:lnTo>
                  <a:lnTo>
                    <a:pt x="44375" y="41979"/>
                  </a:lnTo>
                  <a:cubicBezTo>
                    <a:pt x="44375" y="43099"/>
                    <a:pt x="44154" y="43854"/>
                    <a:pt x="43698" y="44271"/>
                  </a:cubicBezTo>
                  <a:cubicBezTo>
                    <a:pt x="43242" y="44688"/>
                    <a:pt x="42500" y="44896"/>
                    <a:pt x="41458" y="44896"/>
                  </a:cubicBezTo>
                  <a:lnTo>
                    <a:pt x="2812" y="44896"/>
                  </a:lnTo>
                  <a:cubicBezTo>
                    <a:pt x="1705" y="44896"/>
                    <a:pt x="950" y="44688"/>
                    <a:pt x="573" y="44271"/>
                  </a:cubicBezTo>
                  <a:cubicBezTo>
                    <a:pt x="195" y="43854"/>
                    <a:pt x="0" y="43099"/>
                    <a:pt x="0" y="41979"/>
                  </a:cubicBezTo>
                  <a:close/>
                  <a:moveTo>
                    <a:pt x="207500" y="1250"/>
                  </a:moveTo>
                  <a:lnTo>
                    <a:pt x="236458" y="1250"/>
                  </a:lnTo>
                  <a:lnTo>
                    <a:pt x="236458" y="10833"/>
                  </a:lnTo>
                  <a:lnTo>
                    <a:pt x="207500" y="10833"/>
                  </a:lnTo>
                  <a:close/>
                  <a:moveTo>
                    <a:pt x="259479" y="0"/>
                  </a:moveTo>
                  <a:lnTo>
                    <a:pt x="271354" y="0"/>
                  </a:lnTo>
                  <a:lnTo>
                    <a:pt x="271354" y="93229"/>
                  </a:lnTo>
                  <a:lnTo>
                    <a:pt x="259479" y="93229"/>
                  </a:lnTo>
                  <a:lnTo>
                    <a:pt x="259479" y="46875"/>
                  </a:lnTo>
                  <a:lnTo>
                    <a:pt x="242292" y="46875"/>
                  </a:lnTo>
                  <a:lnTo>
                    <a:pt x="242292" y="36875"/>
                  </a:lnTo>
                  <a:lnTo>
                    <a:pt x="259479" y="36875"/>
                  </a:lnTo>
                  <a:close/>
                  <a:moveTo>
                    <a:pt x="59062" y="0"/>
                  </a:moveTo>
                  <a:lnTo>
                    <a:pt x="70938" y="0"/>
                  </a:lnTo>
                  <a:lnTo>
                    <a:pt x="70938" y="16875"/>
                  </a:lnTo>
                  <a:lnTo>
                    <a:pt x="82812" y="16875"/>
                  </a:lnTo>
                  <a:lnTo>
                    <a:pt x="82812" y="26875"/>
                  </a:lnTo>
                  <a:lnTo>
                    <a:pt x="70938" y="26875"/>
                  </a:lnTo>
                  <a:lnTo>
                    <a:pt x="70938" y="48229"/>
                  </a:lnTo>
                  <a:lnTo>
                    <a:pt x="59062" y="4822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04ED7769-C31D-4E79-B348-AA5ED1156ED7}"/>
                </a:ext>
              </a:extLst>
            </p:cNvPr>
            <p:cNvSpPr txBox="1"/>
            <p:nvPr/>
          </p:nvSpPr>
          <p:spPr>
            <a:xfrm>
              <a:off x="4851363" y="2671868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발주처</a:t>
              </a:r>
            </a:p>
          </p:txBody>
        </p:sp>
        <p:sp>
          <p:nvSpPr>
            <p:cNvPr id="329" name="자유형: 도형 328">
              <a:extLst>
                <a:ext uri="{FF2B5EF4-FFF2-40B4-BE49-F238E27FC236}">
                  <a16:creationId xmlns:a16="http://schemas.microsoft.com/office/drawing/2014/main" id="{8C17EC8C-8D3E-47B5-8F66-41FB3F2030D5}"/>
                </a:ext>
              </a:extLst>
            </p:cNvPr>
            <p:cNvSpPr/>
            <p:nvPr/>
          </p:nvSpPr>
          <p:spPr>
            <a:xfrm>
              <a:off x="5731345" y="2740179"/>
              <a:ext cx="169791" cy="93229"/>
            </a:xfrm>
            <a:custGeom>
              <a:avLst/>
              <a:gdLst>
                <a:gd name="connsiteX0" fmla="*/ 113854 w 169791"/>
                <a:gd name="connsiteY0" fmla="*/ 38229 h 93229"/>
                <a:gd name="connsiteX1" fmla="*/ 125833 w 169791"/>
                <a:gd name="connsiteY1" fmla="*/ 38229 h 93229"/>
                <a:gd name="connsiteX2" fmla="*/ 125833 w 169791"/>
                <a:gd name="connsiteY2" fmla="*/ 72917 h 93229"/>
                <a:gd name="connsiteX3" fmla="*/ 169791 w 169791"/>
                <a:gd name="connsiteY3" fmla="*/ 72917 h 93229"/>
                <a:gd name="connsiteX4" fmla="*/ 169791 w 169791"/>
                <a:gd name="connsiteY4" fmla="*/ 82917 h 93229"/>
                <a:gd name="connsiteX5" fmla="*/ 83646 w 169791"/>
                <a:gd name="connsiteY5" fmla="*/ 82917 h 93229"/>
                <a:gd name="connsiteX6" fmla="*/ 83646 w 169791"/>
                <a:gd name="connsiteY6" fmla="*/ 72917 h 93229"/>
                <a:gd name="connsiteX7" fmla="*/ 113854 w 169791"/>
                <a:gd name="connsiteY7" fmla="*/ 72917 h 93229"/>
                <a:gd name="connsiteX8" fmla="*/ 11563 w 169791"/>
                <a:gd name="connsiteY8" fmla="*/ 36979 h 93229"/>
                <a:gd name="connsiteX9" fmla="*/ 11563 w 169791"/>
                <a:gd name="connsiteY9" fmla="*/ 60937 h 93229"/>
                <a:gd name="connsiteX10" fmla="*/ 32500 w 169791"/>
                <a:gd name="connsiteY10" fmla="*/ 60937 h 93229"/>
                <a:gd name="connsiteX11" fmla="*/ 32500 w 169791"/>
                <a:gd name="connsiteY11" fmla="*/ 36979 h 93229"/>
                <a:gd name="connsiteX12" fmla="*/ 92708 w 169791"/>
                <a:gd name="connsiteY12" fmla="*/ 5104 h 93229"/>
                <a:gd name="connsiteX13" fmla="*/ 156562 w 169791"/>
                <a:gd name="connsiteY13" fmla="*/ 5104 h 93229"/>
                <a:gd name="connsiteX14" fmla="*/ 158802 w 169791"/>
                <a:gd name="connsiteY14" fmla="*/ 5781 h 93229"/>
                <a:gd name="connsiteX15" fmla="*/ 159479 w 169791"/>
                <a:gd name="connsiteY15" fmla="*/ 8021 h 93229"/>
                <a:gd name="connsiteX16" fmla="*/ 158490 w 169791"/>
                <a:gd name="connsiteY16" fmla="*/ 20521 h 93229"/>
                <a:gd name="connsiteX17" fmla="*/ 157083 w 169791"/>
                <a:gd name="connsiteY17" fmla="*/ 34062 h 93229"/>
                <a:gd name="connsiteX18" fmla="*/ 155364 w 169791"/>
                <a:gd name="connsiteY18" fmla="*/ 47865 h 93229"/>
                <a:gd name="connsiteX19" fmla="*/ 153333 w 169791"/>
                <a:gd name="connsiteY19" fmla="*/ 60729 h 93229"/>
                <a:gd name="connsiteX20" fmla="*/ 141667 w 169791"/>
                <a:gd name="connsiteY20" fmla="*/ 60729 h 93229"/>
                <a:gd name="connsiteX21" fmla="*/ 145104 w 169791"/>
                <a:gd name="connsiteY21" fmla="*/ 37813 h 93229"/>
                <a:gd name="connsiteX22" fmla="*/ 146875 w 169791"/>
                <a:gd name="connsiteY22" fmla="*/ 15000 h 93229"/>
                <a:gd name="connsiteX23" fmla="*/ 92708 w 169791"/>
                <a:gd name="connsiteY23" fmla="*/ 15000 h 93229"/>
                <a:gd name="connsiteX24" fmla="*/ 0 w 169791"/>
                <a:gd name="connsiteY24" fmla="*/ 4583 h 93229"/>
                <a:gd name="connsiteX25" fmla="*/ 11563 w 169791"/>
                <a:gd name="connsiteY25" fmla="*/ 4583 h 93229"/>
                <a:gd name="connsiteX26" fmla="*/ 11563 w 169791"/>
                <a:gd name="connsiteY26" fmla="*/ 26875 h 93229"/>
                <a:gd name="connsiteX27" fmla="*/ 32500 w 169791"/>
                <a:gd name="connsiteY27" fmla="*/ 26875 h 93229"/>
                <a:gd name="connsiteX28" fmla="*/ 32500 w 169791"/>
                <a:gd name="connsiteY28" fmla="*/ 4583 h 93229"/>
                <a:gd name="connsiteX29" fmla="*/ 44167 w 169791"/>
                <a:gd name="connsiteY29" fmla="*/ 4583 h 93229"/>
                <a:gd name="connsiteX30" fmla="*/ 44167 w 169791"/>
                <a:gd name="connsiteY30" fmla="*/ 67917 h 93229"/>
                <a:gd name="connsiteX31" fmla="*/ 43490 w 169791"/>
                <a:gd name="connsiteY31" fmla="*/ 70208 h 93229"/>
                <a:gd name="connsiteX32" fmla="*/ 41250 w 169791"/>
                <a:gd name="connsiteY32" fmla="*/ 70833 h 93229"/>
                <a:gd name="connsiteX33" fmla="*/ 2813 w 169791"/>
                <a:gd name="connsiteY33" fmla="*/ 70833 h 93229"/>
                <a:gd name="connsiteX34" fmla="*/ 573 w 169791"/>
                <a:gd name="connsiteY34" fmla="*/ 70208 h 93229"/>
                <a:gd name="connsiteX35" fmla="*/ 0 w 169791"/>
                <a:gd name="connsiteY35" fmla="*/ 67917 h 93229"/>
                <a:gd name="connsiteX36" fmla="*/ 59583 w 169791"/>
                <a:gd name="connsiteY36" fmla="*/ 0 h 93229"/>
                <a:gd name="connsiteX37" fmla="*/ 71354 w 169791"/>
                <a:gd name="connsiteY37" fmla="*/ 0 h 93229"/>
                <a:gd name="connsiteX38" fmla="*/ 71354 w 169791"/>
                <a:gd name="connsiteY38" fmla="*/ 93229 h 93229"/>
                <a:gd name="connsiteX39" fmla="*/ 59583 w 169791"/>
                <a:gd name="connsiteY39" fmla="*/ 93229 h 93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9791" h="93229">
                  <a:moveTo>
                    <a:pt x="113854" y="38229"/>
                  </a:moveTo>
                  <a:lnTo>
                    <a:pt x="125833" y="38229"/>
                  </a:lnTo>
                  <a:lnTo>
                    <a:pt x="125833" y="72917"/>
                  </a:lnTo>
                  <a:lnTo>
                    <a:pt x="169791" y="72917"/>
                  </a:lnTo>
                  <a:lnTo>
                    <a:pt x="169791" y="82917"/>
                  </a:lnTo>
                  <a:lnTo>
                    <a:pt x="83646" y="82917"/>
                  </a:lnTo>
                  <a:lnTo>
                    <a:pt x="83646" y="72917"/>
                  </a:lnTo>
                  <a:lnTo>
                    <a:pt x="113854" y="72917"/>
                  </a:lnTo>
                  <a:close/>
                  <a:moveTo>
                    <a:pt x="11563" y="36979"/>
                  </a:moveTo>
                  <a:lnTo>
                    <a:pt x="11563" y="60937"/>
                  </a:lnTo>
                  <a:lnTo>
                    <a:pt x="32500" y="60937"/>
                  </a:lnTo>
                  <a:lnTo>
                    <a:pt x="32500" y="36979"/>
                  </a:lnTo>
                  <a:close/>
                  <a:moveTo>
                    <a:pt x="92708" y="5104"/>
                  </a:moveTo>
                  <a:lnTo>
                    <a:pt x="156562" y="5104"/>
                  </a:lnTo>
                  <a:cubicBezTo>
                    <a:pt x="157604" y="5104"/>
                    <a:pt x="158346" y="5339"/>
                    <a:pt x="158802" y="5781"/>
                  </a:cubicBezTo>
                  <a:cubicBezTo>
                    <a:pt x="159245" y="6237"/>
                    <a:pt x="159479" y="6979"/>
                    <a:pt x="159479" y="8021"/>
                  </a:cubicBezTo>
                  <a:cubicBezTo>
                    <a:pt x="159193" y="11914"/>
                    <a:pt x="158867" y="16081"/>
                    <a:pt x="158490" y="20521"/>
                  </a:cubicBezTo>
                  <a:cubicBezTo>
                    <a:pt x="158099" y="24974"/>
                    <a:pt x="157630" y="29479"/>
                    <a:pt x="157083" y="34062"/>
                  </a:cubicBezTo>
                  <a:cubicBezTo>
                    <a:pt x="156589" y="38724"/>
                    <a:pt x="156016" y="43320"/>
                    <a:pt x="155364" y="47865"/>
                  </a:cubicBezTo>
                  <a:cubicBezTo>
                    <a:pt x="154700" y="52422"/>
                    <a:pt x="154023" y="56706"/>
                    <a:pt x="153333" y="60729"/>
                  </a:cubicBezTo>
                  <a:lnTo>
                    <a:pt x="141667" y="60729"/>
                  </a:lnTo>
                  <a:cubicBezTo>
                    <a:pt x="142982" y="53372"/>
                    <a:pt x="144128" y="45729"/>
                    <a:pt x="145104" y="37813"/>
                  </a:cubicBezTo>
                  <a:cubicBezTo>
                    <a:pt x="146068" y="29896"/>
                    <a:pt x="146666" y="22292"/>
                    <a:pt x="146875" y="15000"/>
                  </a:cubicBezTo>
                  <a:lnTo>
                    <a:pt x="92708" y="15000"/>
                  </a:lnTo>
                  <a:close/>
                  <a:moveTo>
                    <a:pt x="0" y="4583"/>
                  </a:moveTo>
                  <a:lnTo>
                    <a:pt x="11563" y="4583"/>
                  </a:lnTo>
                  <a:lnTo>
                    <a:pt x="11563" y="26875"/>
                  </a:lnTo>
                  <a:lnTo>
                    <a:pt x="32500" y="26875"/>
                  </a:lnTo>
                  <a:lnTo>
                    <a:pt x="32500" y="4583"/>
                  </a:lnTo>
                  <a:lnTo>
                    <a:pt x="44167" y="4583"/>
                  </a:lnTo>
                  <a:lnTo>
                    <a:pt x="44167" y="67917"/>
                  </a:lnTo>
                  <a:cubicBezTo>
                    <a:pt x="44167" y="69037"/>
                    <a:pt x="43932" y="69792"/>
                    <a:pt x="43490" y="70208"/>
                  </a:cubicBezTo>
                  <a:cubicBezTo>
                    <a:pt x="43034" y="70625"/>
                    <a:pt x="42292" y="70833"/>
                    <a:pt x="41250" y="70833"/>
                  </a:cubicBezTo>
                  <a:lnTo>
                    <a:pt x="2813" y="70833"/>
                  </a:lnTo>
                  <a:cubicBezTo>
                    <a:pt x="1693" y="70833"/>
                    <a:pt x="950" y="70625"/>
                    <a:pt x="573" y="70208"/>
                  </a:cubicBezTo>
                  <a:cubicBezTo>
                    <a:pt x="182" y="69792"/>
                    <a:pt x="0" y="69037"/>
                    <a:pt x="0" y="67917"/>
                  </a:cubicBezTo>
                  <a:close/>
                  <a:moveTo>
                    <a:pt x="59583" y="0"/>
                  </a:moveTo>
                  <a:lnTo>
                    <a:pt x="71354" y="0"/>
                  </a:lnTo>
                  <a:lnTo>
                    <a:pt x="71354" y="93229"/>
                  </a:lnTo>
                  <a:lnTo>
                    <a:pt x="59583" y="9322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45F4C7B9-CCA0-4BBD-96E3-66F094CBB232}"/>
                </a:ext>
              </a:extLst>
            </p:cNvPr>
            <p:cNvSpPr txBox="1"/>
            <p:nvPr/>
          </p:nvSpPr>
          <p:spPr>
            <a:xfrm>
              <a:off x="5639905" y="2671868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비고</a:t>
              </a:r>
            </a:p>
          </p:txBody>
        </p:sp>
        <p:sp>
          <p:nvSpPr>
            <p:cNvPr id="331" name="자유형: 도형 330">
              <a:extLst>
                <a:ext uri="{FF2B5EF4-FFF2-40B4-BE49-F238E27FC236}">
                  <a16:creationId xmlns:a16="http://schemas.microsoft.com/office/drawing/2014/main" id="{F2E80F3F-D08A-4DD9-9F88-E083547BBB62}"/>
                </a:ext>
              </a:extLst>
            </p:cNvPr>
            <p:cNvSpPr/>
            <p:nvPr/>
          </p:nvSpPr>
          <p:spPr>
            <a:xfrm>
              <a:off x="982413" y="3007158"/>
              <a:ext cx="24479" cy="76041"/>
            </a:xfrm>
            <a:custGeom>
              <a:avLst/>
              <a:gdLst>
                <a:gd name="connsiteX0" fmla="*/ 16563 w 24479"/>
                <a:gd name="connsiteY0" fmla="*/ 0 h 76041"/>
                <a:gd name="connsiteX1" fmla="*/ 22500 w 24479"/>
                <a:gd name="connsiteY1" fmla="*/ 0 h 76041"/>
                <a:gd name="connsiteX2" fmla="*/ 24063 w 24479"/>
                <a:gd name="connsiteY2" fmla="*/ 417 h 76041"/>
                <a:gd name="connsiteX3" fmla="*/ 24479 w 24479"/>
                <a:gd name="connsiteY3" fmla="*/ 1979 h 76041"/>
                <a:gd name="connsiteX4" fmla="*/ 24479 w 24479"/>
                <a:gd name="connsiteY4" fmla="*/ 76042 h 76041"/>
                <a:gd name="connsiteX5" fmla="*/ 16250 w 24479"/>
                <a:gd name="connsiteY5" fmla="*/ 76042 h 76041"/>
                <a:gd name="connsiteX6" fmla="*/ 16250 w 24479"/>
                <a:gd name="connsiteY6" fmla="*/ 8958 h 76041"/>
                <a:gd name="connsiteX7" fmla="*/ 9219 w 24479"/>
                <a:gd name="connsiteY7" fmla="*/ 14740 h 76041"/>
                <a:gd name="connsiteX8" fmla="*/ 0 w 24479"/>
                <a:gd name="connsiteY8" fmla="*/ 20000 h 76041"/>
                <a:gd name="connsiteX9" fmla="*/ 0 w 24479"/>
                <a:gd name="connsiteY9" fmla="*/ 12083 h 76041"/>
                <a:gd name="connsiteX10" fmla="*/ 8646 w 24479"/>
                <a:gd name="connsiteY10" fmla="*/ 6979 h 76041"/>
                <a:gd name="connsiteX11" fmla="*/ 16563 w 24479"/>
                <a:gd name="connsiteY11" fmla="*/ 0 h 76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479" h="76041">
                  <a:moveTo>
                    <a:pt x="16563" y="0"/>
                  </a:moveTo>
                  <a:lnTo>
                    <a:pt x="22500" y="0"/>
                  </a:lnTo>
                  <a:cubicBezTo>
                    <a:pt x="23264" y="0"/>
                    <a:pt x="23785" y="143"/>
                    <a:pt x="24063" y="417"/>
                  </a:cubicBezTo>
                  <a:cubicBezTo>
                    <a:pt x="24340" y="703"/>
                    <a:pt x="24479" y="1224"/>
                    <a:pt x="24479" y="1979"/>
                  </a:cubicBezTo>
                  <a:lnTo>
                    <a:pt x="24479" y="76042"/>
                  </a:lnTo>
                  <a:lnTo>
                    <a:pt x="16250" y="76042"/>
                  </a:lnTo>
                  <a:lnTo>
                    <a:pt x="16250" y="8958"/>
                  </a:lnTo>
                  <a:cubicBezTo>
                    <a:pt x="14375" y="10977"/>
                    <a:pt x="12031" y="12904"/>
                    <a:pt x="9219" y="14740"/>
                  </a:cubicBezTo>
                  <a:cubicBezTo>
                    <a:pt x="6406" y="16589"/>
                    <a:pt x="3333" y="18333"/>
                    <a:pt x="0" y="20000"/>
                  </a:cubicBezTo>
                  <a:lnTo>
                    <a:pt x="0" y="12083"/>
                  </a:lnTo>
                  <a:cubicBezTo>
                    <a:pt x="2986" y="10768"/>
                    <a:pt x="5869" y="9062"/>
                    <a:pt x="8646" y="6979"/>
                  </a:cubicBezTo>
                  <a:cubicBezTo>
                    <a:pt x="11423" y="4896"/>
                    <a:pt x="14063" y="2578"/>
                    <a:pt x="1656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0FF3E030-41CF-4994-87A0-60662BD0A0A1}"/>
                </a:ext>
              </a:extLst>
            </p:cNvPr>
            <p:cNvSpPr txBox="1"/>
            <p:nvPr/>
          </p:nvSpPr>
          <p:spPr>
            <a:xfrm>
              <a:off x="890973" y="2962870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</a:t>
              </a:r>
            </a:p>
          </p:txBody>
        </p:sp>
        <p:grpSp>
          <p:nvGrpSpPr>
            <p:cNvPr id="333" name="그래픽 5">
              <a:extLst>
                <a:ext uri="{FF2B5EF4-FFF2-40B4-BE49-F238E27FC236}">
                  <a16:creationId xmlns:a16="http://schemas.microsoft.com/office/drawing/2014/main" id="{64418C6B-B400-4C95-A3A3-9E5500C95468}"/>
                </a:ext>
              </a:extLst>
            </p:cNvPr>
            <p:cNvGrpSpPr/>
            <p:nvPr/>
          </p:nvGrpSpPr>
          <p:grpSpPr>
            <a:xfrm>
              <a:off x="1213821" y="2938929"/>
              <a:ext cx="231562" cy="84023"/>
              <a:chOff x="1213821" y="2938929"/>
              <a:chExt cx="231562" cy="84023"/>
            </a:xfrm>
          </p:grpSpPr>
          <p:sp>
            <p:nvSpPr>
              <p:cNvPr id="334" name="자유형: 도형 333">
                <a:extLst>
                  <a:ext uri="{FF2B5EF4-FFF2-40B4-BE49-F238E27FC236}">
                    <a16:creationId xmlns:a16="http://schemas.microsoft.com/office/drawing/2014/main" id="{50A37049-E6C8-436C-9A50-71A02ABC0ADA}"/>
                  </a:ext>
                </a:extLst>
              </p:cNvPr>
              <p:cNvSpPr/>
              <p:nvPr/>
            </p:nvSpPr>
            <p:spPr>
              <a:xfrm>
                <a:off x="1213821" y="2938929"/>
                <a:ext cx="231562" cy="81145"/>
              </a:xfrm>
              <a:custGeom>
                <a:avLst/>
                <a:gdLst>
                  <a:gd name="connsiteX0" fmla="*/ 89583 w 231562"/>
                  <a:gd name="connsiteY0" fmla="*/ 7187 h 81145"/>
                  <a:gd name="connsiteX1" fmla="*/ 80781 w 231562"/>
                  <a:gd name="connsiteY1" fmla="*/ 10833 h 81145"/>
                  <a:gd name="connsiteX2" fmla="*/ 76042 w 231562"/>
                  <a:gd name="connsiteY2" fmla="*/ 19583 h 81145"/>
                  <a:gd name="connsiteX3" fmla="*/ 74010 w 231562"/>
                  <a:gd name="connsiteY3" fmla="*/ 30573 h 81145"/>
                  <a:gd name="connsiteX4" fmla="*/ 73646 w 231562"/>
                  <a:gd name="connsiteY4" fmla="*/ 40729 h 81145"/>
                  <a:gd name="connsiteX5" fmla="*/ 74010 w 231562"/>
                  <a:gd name="connsiteY5" fmla="*/ 50781 h 81145"/>
                  <a:gd name="connsiteX6" fmla="*/ 76042 w 231562"/>
                  <a:gd name="connsiteY6" fmla="*/ 61667 h 81145"/>
                  <a:gd name="connsiteX7" fmla="*/ 80781 w 231562"/>
                  <a:gd name="connsiteY7" fmla="*/ 70312 h 81145"/>
                  <a:gd name="connsiteX8" fmla="*/ 89583 w 231562"/>
                  <a:gd name="connsiteY8" fmla="*/ 73854 h 81145"/>
                  <a:gd name="connsiteX9" fmla="*/ 98542 w 231562"/>
                  <a:gd name="connsiteY9" fmla="*/ 70312 h 81145"/>
                  <a:gd name="connsiteX10" fmla="*/ 103542 w 231562"/>
                  <a:gd name="connsiteY10" fmla="*/ 61667 h 81145"/>
                  <a:gd name="connsiteX11" fmla="*/ 105833 w 231562"/>
                  <a:gd name="connsiteY11" fmla="*/ 50781 h 81145"/>
                  <a:gd name="connsiteX12" fmla="*/ 106354 w 231562"/>
                  <a:gd name="connsiteY12" fmla="*/ 40729 h 81145"/>
                  <a:gd name="connsiteX13" fmla="*/ 105833 w 231562"/>
                  <a:gd name="connsiteY13" fmla="*/ 30573 h 81145"/>
                  <a:gd name="connsiteX14" fmla="*/ 103542 w 231562"/>
                  <a:gd name="connsiteY14" fmla="*/ 19583 h 81145"/>
                  <a:gd name="connsiteX15" fmla="*/ 98542 w 231562"/>
                  <a:gd name="connsiteY15" fmla="*/ 10833 h 81145"/>
                  <a:gd name="connsiteX16" fmla="*/ 89583 w 231562"/>
                  <a:gd name="connsiteY16" fmla="*/ 7187 h 81145"/>
                  <a:gd name="connsiteX17" fmla="*/ 187917 w 231562"/>
                  <a:gd name="connsiteY17" fmla="*/ 3125 h 81145"/>
                  <a:gd name="connsiteX18" fmla="*/ 227604 w 231562"/>
                  <a:gd name="connsiteY18" fmla="*/ 3125 h 81145"/>
                  <a:gd name="connsiteX19" fmla="*/ 227604 w 231562"/>
                  <a:gd name="connsiteY19" fmla="*/ 10208 h 81145"/>
                  <a:gd name="connsiteX20" fmla="*/ 194271 w 231562"/>
                  <a:gd name="connsiteY20" fmla="*/ 10208 h 81145"/>
                  <a:gd name="connsiteX21" fmla="*/ 192813 w 231562"/>
                  <a:gd name="connsiteY21" fmla="*/ 35833 h 81145"/>
                  <a:gd name="connsiteX22" fmla="*/ 199636 w 231562"/>
                  <a:gd name="connsiteY22" fmla="*/ 30781 h 81145"/>
                  <a:gd name="connsiteX23" fmla="*/ 209688 w 231562"/>
                  <a:gd name="connsiteY23" fmla="*/ 28958 h 81145"/>
                  <a:gd name="connsiteX24" fmla="*/ 218125 w 231562"/>
                  <a:gd name="connsiteY24" fmla="*/ 30573 h 81145"/>
                  <a:gd name="connsiteX25" fmla="*/ 225104 w 231562"/>
                  <a:gd name="connsiteY25" fmla="*/ 35416 h 81145"/>
                  <a:gd name="connsiteX26" fmla="*/ 229792 w 231562"/>
                  <a:gd name="connsiteY26" fmla="*/ 43490 h 81145"/>
                  <a:gd name="connsiteX27" fmla="*/ 231563 w 231562"/>
                  <a:gd name="connsiteY27" fmla="*/ 54896 h 81145"/>
                  <a:gd name="connsiteX28" fmla="*/ 229844 w 231562"/>
                  <a:gd name="connsiteY28" fmla="*/ 65417 h 81145"/>
                  <a:gd name="connsiteX29" fmla="*/ 225000 w 231562"/>
                  <a:gd name="connsiteY29" fmla="*/ 73646 h 81145"/>
                  <a:gd name="connsiteX30" fmla="*/ 217344 w 231562"/>
                  <a:gd name="connsiteY30" fmla="*/ 79010 h 81145"/>
                  <a:gd name="connsiteX31" fmla="*/ 207500 w 231562"/>
                  <a:gd name="connsiteY31" fmla="*/ 80937 h 81145"/>
                  <a:gd name="connsiteX32" fmla="*/ 190833 w 231562"/>
                  <a:gd name="connsiteY32" fmla="*/ 75729 h 81145"/>
                  <a:gd name="connsiteX33" fmla="*/ 183542 w 231562"/>
                  <a:gd name="connsiteY33" fmla="*/ 60625 h 81145"/>
                  <a:gd name="connsiteX34" fmla="*/ 191771 w 231562"/>
                  <a:gd name="connsiteY34" fmla="*/ 60625 h 81145"/>
                  <a:gd name="connsiteX35" fmla="*/ 197083 w 231562"/>
                  <a:gd name="connsiteY35" fmla="*/ 70469 h 81145"/>
                  <a:gd name="connsiteX36" fmla="*/ 207813 w 231562"/>
                  <a:gd name="connsiteY36" fmla="*/ 73958 h 81145"/>
                  <a:gd name="connsiteX37" fmla="*/ 218802 w 231562"/>
                  <a:gd name="connsiteY37" fmla="*/ 68854 h 81145"/>
                  <a:gd name="connsiteX38" fmla="*/ 223229 w 231562"/>
                  <a:gd name="connsiteY38" fmla="*/ 55000 h 81145"/>
                  <a:gd name="connsiteX39" fmla="*/ 218854 w 231562"/>
                  <a:gd name="connsiteY39" fmla="*/ 40625 h 81145"/>
                  <a:gd name="connsiteX40" fmla="*/ 207917 w 231562"/>
                  <a:gd name="connsiteY40" fmla="*/ 35833 h 81145"/>
                  <a:gd name="connsiteX41" fmla="*/ 198750 w 231562"/>
                  <a:gd name="connsiteY41" fmla="*/ 38490 h 81145"/>
                  <a:gd name="connsiteX42" fmla="*/ 193542 w 231562"/>
                  <a:gd name="connsiteY42" fmla="*/ 45729 h 81145"/>
                  <a:gd name="connsiteX43" fmla="*/ 193229 w 231562"/>
                  <a:gd name="connsiteY43" fmla="*/ 46562 h 81145"/>
                  <a:gd name="connsiteX44" fmla="*/ 192917 w 231562"/>
                  <a:gd name="connsiteY44" fmla="*/ 47083 h 81145"/>
                  <a:gd name="connsiteX45" fmla="*/ 192344 w 231562"/>
                  <a:gd name="connsiteY45" fmla="*/ 47396 h 81145"/>
                  <a:gd name="connsiteX46" fmla="*/ 191458 w 231562"/>
                  <a:gd name="connsiteY46" fmla="*/ 47500 h 81145"/>
                  <a:gd name="connsiteX47" fmla="*/ 186458 w 231562"/>
                  <a:gd name="connsiteY47" fmla="*/ 47500 h 81145"/>
                  <a:gd name="connsiteX48" fmla="*/ 185313 w 231562"/>
                  <a:gd name="connsiteY48" fmla="*/ 47239 h 81145"/>
                  <a:gd name="connsiteX49" fmla="*/ 185104 w 231562"/>
                  <a:gd name="connsiteY49" fmla="*/ 45938 h 81145"/>
                  <a:gd name="connsiteX50" fmla="*/ 186250 w 231562"/>
                  <a:gd name="connsiteY50" fmla="*/ 5104 h 81145"/>
                  <a:gd name="connsiteX51" fmla="*/ 186615 w 231562"/>
                  <a:gd name="connsiteY51" fmla="*/ 3542 h 81145"/>
                  <a:gd name="connsiteX52" fmla="*/ 187917 w 231562"/>
                  <a:gd name="connsiteY52" fmla="*/ 3125 h 81145"/>
                  <a:gd name="connsiteX53" fmla="*/ 140208 w 231562"/>
                  <a:gd name="connsiteY53" fmla="*/ 1354 h 81145"/>
                  <a:gd name="connsiteX54" fmla="*/ 156250 w 231562"/>
                  <a:gd name="connsiteY54" fmla="*/ 6458 h 81145"/>
                  <a:gd name="connsiteX55" fmla="*/ 162708 w 231562"/>
                  <a:gd name="connsiteY55" fmla="*/ 21458 h 81145"/>
                  <a:gd name="connsiteX56" fmla="*/ 158594 w 231562"/>
                  <a:gd name="connsiteY56" fmla="*/ 35312 h 81145"/>
                  <a:gd name="connsiteX57" fmla="*/ 148750 w 231562"/>
                  <a:gd name="connsiteY57" fmla="*/ 49271 h 81145"/>
                  <a:gd name="connsiteX58" fmla="*/ 136875 w 231562"/>
                  <a:gd name="connsiteY58" fmla="*/ 61979 h 81145"/>
                  <a:gd name="connsiteX59" fmla="*/ 126667 w 231562"/>
                  <a:gd name="connsiteY59" fmla="*/ 71979 h 81145"/>
                  <a:gd name="connsiteX60" fmla="*/ 164375 w 231562"/>
                  <a:gd name="connsiteY60" fmla="*/ 71979 h 81145"/>
                  <a:gd name="connsiteX61" fmla="*/ 164375 w 231562"/>
                  <a:gd name="connsiteY61" fmla="*/ 79167 h 81145"/>
                  <a:gd name="connsiteX62" fmla="*/ 118646 w 231562"/>
                  <a:gd name="connsiteY62" fmla="*/ 79167 h 81145"/>
                  <a:gd name="connsiteX63" fmla="*/ 117448 w 231562"/>
                  <a:gd name="connsiteY63" fmla="*/ 78854 h 81145"/>
                  <a:gd name="connsiteX64" fmla="*/ 117188 w 231562"/>
                  <a:gd name="connsiteY64" fmla="*/ 77604 h 81145"/>
                  <a:gd name="connsiteX65" fmla="*/ 117188 w 231562"/>
                  <a:gd name="connsiteY65" fmla="*/ 71354 h 81145"/>
                  <a:gd name="connsiteX66" fmla="*/ 121510 w 231562"/>
                  <a:gd name="connsiteY66" fmla="*/ 67187 h 81145"/>
                  <a:gd name="connsiteX67" fmla="*/ 127083 w 231562"/>
                  <a:gd name="connsiteY67" fmla="*/ 61667 h 81145"/>
                  <a:gd name="connsiteX68" fmla="*/ 133125 w 231562"/>
                  <a:gd name="connsiteY68" fmla="*/ 55208 h 81145"/>
                  <a:gd name="connsiteX69" fmla="*/ 139271 w 231562"/>
                  <a:gd name="connsiteY69" fmla="*/ 48125 h 81145"/>
                  <a:gd name="connsiteX70" fmla="*/ 145000 w 231562"/>
                  <a:gd name="connsiteY70" fmla="*/ 40990 h 81145"/>
                  <a:gd name="connsiteX71" fmla="*/ 149688 w 231562"/>
                  <a:gd name="connsiteY71" fmla="*/ 34062 h 81145"/>
                  <a:gd name="connsiteX72" fmla="*/ 152969 w 231562"/>
                  <a:gd name="connsiteY72" fmla="*/ 27604 h 81145"/>
                  <a:gd name="connsiteX73" fmla="*/ 154167 w 231562"/>
                  <a:gd name="connsiteY73" fmla="*/ 22083 h 81145"/>
                  <a:gd name="connsiteX74" fmla="*/ 150208 w 231562"/>
                  <a:gd name="connsiteY74" fmla="*/ 11927 h 81145"/>
                  <a:gd name="connsiteX75" fmla="*/ 140000 w 231562"/>
                  <a:gd name="connsiteY75" fmla="*/ 8542 h 81145"/>
                  <a:gd name="connsiteX76" fmla="*/ 130156 w 231562"/>
                  <a:gd name="connsiteY76" fmla="*/ 12708 h 81145"/>
                  <a:gd name="connsiteX77" fmla="*/ 126354 w 231562"/>
                  <a:gd name="connsiteY77" fmla="*/ 23542 h 81145"/>
                  <a:gd name="connsiteX78" fmla="*/ 117813 w 231562"/>
                  <a:gd name="connsiteY78" fmla="*/ 23542 h 81145"/>
                  <a:gd name="connsiteX79" fmla="*/ 119479 w 231562"/>
                  <a:gd name="connsiteY79" fmla="*/ 14427 h 81145"/>
                  <a:gd name="connsiteX80" fmla="*/ 124167 w 231562"/>
                  <a:gd name="connsiteY80" fmla="*/ 7396 h 81145"/>
                  <a:gd name="connsiteX81" fmla="*/ 131302 w 231562"/>
                  <a:gd name="connsiteY81" fmla="*/ 2917 h 81145"/>
                  <a:gd name="connsiteX82" fmla="*/ 140208 w 231562"/>
                  <a:gd name="connsiteY82" fmla="*/ 1354 h 81145"/>
                  <a:gd name="connsiteX83" fmla="*/ 23021 w 231562"/>
                  <a:gd name="connsiteY83" fmla="*/ 1354 h 81145"/>
                  <a:gd name="connsiteX84" fmla="*/ 39063 w 231562"/>
                  <a:gd name="connsiteY84" fmla="*/ 6458 h 81145"/>
                  <a:gd name="connsiteX85" fmla="*/ 45521 w 231562"/>
                  <a:gd name="connsiteY85" fmla="*/ 21458 h 81145"/>
                  <a:gd name="connsiteX86" fmla="*/ 41406 w 231562"/>
                  <a:gd name="connsiteY86" fmla="*/ 35312 h 81145"/>
                  <a:gd name="connsiteX87" fmla="*/ 31563 w 231562"/>
                  <a:gd name="connsiteY87" fmla="*/ 49271 h 81145"/>
                  <a:gd name="connsiteX88" fmla="*/ 19688 w 231562"/>
                  <a:gd name="connsiteY88" fmla="*/ 61979 h 81145"/>
                  <a:gd name="connsiteX89" fmla="*/ 9479 w 231562"/>
                  <a:gd name="connsiteY89" fmla="*/ 71979 h 81145"/>
                  <a:gd name="connsiteX90" fmla="*/ 47188 w 231562"/>
                  <a:gd name="connsiteY90" fmla="*/ 71979 h 81145"/>
                  <a:gd name="connsiteX91" fmla="*/ 47188 w 231562"/>
                  <a:gd name="connsiteY91" fmla="*/ 79167 h 81145"/>
                  <a:gd name="connsiteX92" fmla="*/ 1458 w 231562"/>
                  <a:gd name="connsiteY92" fmla="*/ 79167 h 81145"/>
                  <a:gd name="connsiteX93" fmla="*/ 260 w 231562"/>
                  <a:gd name="connsiteY93" fmla="*/ 78854 h 81145"/>
                  <a:gd name="connsiteX94" fmla="*/ 0 w 231562"/>
                  <a:gd name="connsiteY94" fmla="*/ 77604 h 81145"/>
                  <a:gd name="connsiteX95" fmla="*/ 0 w 231562"/>
                  <a:gd name="connsiteY95" fmla="*/ 71354 h 81145"/>
                  <a:gd name="connsiteX96" fmla="*/ 4323 w 231562"/>
                  <a:gd name="connsiteY96" fmla="*/ 67187 h 81145"/>
                  <a:gd name="connsiteX97" fmla="*/ 9896 w 231562"/>
                  <a:gd name="connsiteY97" fmla="*/ 61667 h 81145"/>
                  <a:gd name="connsiteX98" fmla="*/ 15937 w 231562"/>
                  <a:gd name="connsiteY98" fmla="*/ 55208 h 81145"/>
                  <a:gd name="connsiteX99" fmla="*/ 22083 w 231562"/>
                  <a:gd name="connsiteY99" fmla="*/ 48125 h 81145"/>
                  <a:gd name="connsiteX100" fmla="*/ 27812 w 231562"/>
                  <a:gd name="connsiteY100" fmla="*/ 40990 h 81145"/>
                  <a:gd name="connsiteX101" fmla="*/ 32500 w 231562"/>
                  <a:gd name="connsiteY101" fmla="*/ 34062 h 81145"/>
                  <a:gd name="connsiteX102" fmla="*/ 35781 w 231562"/>
                  <a:gd name="connsiteY102" fmla="*/ 27604 h 81145"/>
                  <a:gd name="connsiteX103" fmla="*/ 36979 w 231562"/>
                  <a:gd name="connsiteY103" fmla="*/ 22083 h 81145"/>
                  <a:gd name="connsiteX104" fmla="*/ 33021 w 231562"/>
                  <a:gd name="connsiteY104" fmla="*/ 11927 h 81145"/>
                  <a:gd name="connsiteX105" fmla="*/ 22812 w 231562"/>
                  <a:gd name="connsiteY105" fmla="*/ 8542 h 81145"/>
                  <a:gd name="connsiteX106" fmla="*/ 12969 w 231562"/>
                  <a:gd name="connsiteY106" fmla="*/ 12708 h 81145"/>
                  <a:gd name="connsiteX107" fmla="*/ 9167 w 231562"/>
                  <a:gd name="connsiteY107" fmla="*/ 23542 h 81145"/>
                  <a:gd name="connsiteX108" fmla="*/ 625 w 231562"/>
                  <a:gd name="connsiteY108" fmla="*/ 23542 h 81145"/>
                  <a:gd name="connsiteX109" fmla="*/ 2292 w 231562"/>
                  <a:gd name="connsiteY109" fmla="*/ 14427 h 81145"/>
                  <a:gd name="connsiteX110" fmla="*/ 6979 w 231562"/>
                  <a:gd name="connsiteY110" fmla="*/ 7396 h 81145"/>
                  <a:gd name="connsiteX111" fmla="*/ 14115 w 231562"/>
                  <a:gd name="connsiteY111" fmla="*/ 2917 h 81145"/>
                  <a:gd name="connsiteX112" fmla="*/ 23021 w 231562"/>
                  <a:gd name="connsiteY112" fmla="*/ 1354 h 81145"/>
                  <a:gd name="connsiteX113" fmla="*/ 89583 w 231562"/>
                  <a:gd name="connsiteY113" fmla="*/ 0 h 81145"/>
                  <a:gd name="connsiteX114" fmla="*/ 102344 w 231562"/>
                  <a:gd name="connsiteY114" fmla="*/ 3646 h 81145"/>
                  <a:gd name="connsiteX115" fmla="*/ 110104 w 231562"/>
                  <a:gd name="connsiteY115" fmla="*/ 13021 h 81145"/>
                  <a:gd name="connsiteX116" fmla="*/ 113958 w 231562"/>
                  <a:gd name="connsiteY116" fmla="*/ 26146 h 81145"/>
                  <a:gd name="connsiteX117" fmla="*/ 115000 w 231562"/>
                  <a:gd name="connsiteY117" fmla="*/ 40729 h 81145"/>
                  <a:gd name="connsiteX118" fmla="*/ 113958 w 231562"/>
                  <a:gd name="connsiteY118" fmla="*/ 55312 h 81145"/>
                  <a:gd name="connsiteX119" fmla="*/ 110104 w 231562"/>
                  <a:gd name="connsiteY119" fmla="*/ 68333 h 81145"/>
                  <a:gd name="connsiteX120" fmla="*/ 102344 w 231562"/>
                  <a:gd name="connsiteY120" fmla="*/ 77604 h 81145"/>
                  <a:gd name="connsiteX121" fmla="*/ 89583 w 231562"/>
                  <a:gd name="connsiteY121" fmla="*/ 81146 h 81145"/>
                  <a:gd name="connsiteX122" fmla="*/ 77031 w 231562"/>
                  <a:gd name="connsiteY122" fmla="*/ 77604 h 81145"/>
                  <a:gd name="connsiteX123" fmla="*/ 69583 w 231562"/>
                  <a:gd name="connsiteY123" fmla="*/ 68333 h 81145"/>
                  <a:gd name="connsiteX124" fmla="*/ 65938 w 231562"/>
                  <a:gd name="connsiteY124" fmla="*/ 55312 h 81145"/>
                  <a:gd name="connsiteX125" fmla="*/ 65000 w 231562"/>
                  <a:gd name="connsiteY125" fmla="*/ 40729 h 81145"/>
                  <a:gd name="connsiteX126" fmla="*/ 65938 w 231562"/>
                  <a:gd name="connsiteY126" fmla="*/ 26146 h 81145"/>
                  <a:gd name="connsiteX127" fmla="*/ 69583 w 231562"/>
                  <a:gd name="connsiteY127" fmla="*/ 13021 h 81145"/>
                  <a:gd name="connsiteX128" fmla="*/ 77031 w 231562"/>
                  <a:gd name="connsiteY128" fmla="*/ 3646 h 81145"/>
                  <a:gd name="connsiteX129" fmla="*/ 89583 w 231562"/>
                  <a:gd name="connsiteY129" fmla="*/ 0 h 81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</a:cxnLst>
                <a:rect l="l" t="t" r="r" b="b"/>
                <a:pathLst>
                  <a:path w="231562" h="81145">
                    <a:moveTo>
                      <a:pt x="89583" y="7187"/>
                    </a:moveTo>
                    <a:cubicBezTo>
                      <a:pt x="85833" y="7187"/>
                      <a:pt x="82900" y="8411"/>
                      <a:pt x="80781" y="10833"/>
                    </a:cubicBezTo>
                    <a:cubicBezTo>
                      <a:pt x="78664" y="13268"/>
                      <a:pt x="77083" y="16185"/>
                      <a:pt x="76042" y="19583"/>
                    </a:cubicBezTo>
                    <a:cubicBezTo>
                      <a:pt x="74931" y="23060"/>
                      <a:pt x="74254" y="26719"/>
                      <a:pt x="74010" y="30573"/>
                    </a:cubicBezTo>
                    <a:cubicBezTo>
                      <a:pt x="73768" y="34427"/>
                      <a:pt x="73646" y="37812"/>
                      <a:pt x="73646" y="40729"/>
                    </a:cubicBezTo>
                    <a:cubicBezTo>
                      <a:pt x="73646" y="43646"/>
                      <a:pt x="73768" y="47005"/>
                      <a:pt x="74010" y="50781"/>
                    </a:cubicBezTo>
                    <a:cubicBezTo>
                      <a:pt x="74254" y="54570"/>
                      <a:pt x="74931" y="58203"/>
                      <a:pt x="76042" y="61667"/>
                    </a:cubicBezTo>
                    <a:cubicBezTo>
                      <a:pt x="77083" y="65078"/>
                      <a:pt x="78664" y="67956"/>
                      <a:pt x="80781" y="70312"/>
                    </a:cubicBezTo>
                    <a:cubicBezTo>
                      <a:pt x="82900" y="72682"/>
                      <a:pt x="85833" y="73854"/>
                      <a:pt x="89583" y="73854"/>
                    </a:cubicBezTo>
                    <a:cubicBezTo>
                      <a:pt x="93333" y="73854"/>
                      <a:pt x="96320" y="72682"/>
                      <a:pt x="98542" y="70312"/>
                    </a:cubicBezTo>
                    <a:cubicBezTo>
                      <a:pt x="100764" y="67956"/>
                      <a:pt x="102431" y="65078"/>
                      <a:pt x="103542" y="61667"/>
                    </a:cubicBezTo>
                    <a:cubicBezTo>
                      <a:pt x="104723" y="58203"/>
                      <a:pt x="105487" y="54570"/>
                      <a:pt x="105833" y="50781"/>
                    </a:cubicBezTo>
                    <a:cubicBezTo>
                      <a:pt x="106181" y="47005"/>
                      <a:pt x="106354" y="43646"/>
                      <a:pt x="106354" y="40729"/>
                    </a:cubicBezTo>
                    <a:cubicBezTo>
                      <a:pt x="106354" y="37812"/>
                      <a:pt x="106181" y="34427"/>
                      <a:pt x="105833" y="30573"/>
                    </a:cubicBezTo>
                    <a:cubicBezTo>
                      <a:pt x="105487" y="26719"/>
                      <a:pt x="104723" y="23060"/>
                      <a:pt x="103542" y="19583"/>
                    </a:cubicBezTo>
                    <a:cubicBezTo>
                      <a:pt x="102431" y="16185"/>
                      <a:pt x="100764" y="13268"/>
                      <a:pt x="98542" y="10833"/>
                    </a:cubicBezTo>
                    <a:cubicBezTo>
                      <a:pt x="96320" y="8411"/>
                      <a:pt x="93333" y="7187"/>
                      <a:pt x="89583" y="7187"/>
                    </a:cubicBezTo>
                    <a:close/>
                    <a:moveTo>
                      <a:pt x="187917" y="3125"/>
                    </a:moveTo>
                    <a:lnTo>
                      <a:pt x="227604" y="3125"/>
                    </a:lnTo>
                    <a:lnTo>
                      <a:pt x="227604" y="10208"/>
                    </a:lnTo>
                    <a:lnTo>
                      <a:pt x="194271" y="10208"/>
                    </a:lnTo>
                    <a:lnTo>
                      <a:pt x="192813" y="35833"/>
                    </a:lnTo>
                    <a:cubicBezTo>
                      <a:pt x="194410" y="33685"/>
                      <a:pt x="196685" y="32005"/>
                      <a:pt x="199636" y="30781"/>
                    </a:cubicBezTo>
                    <a:cubicBezTo>
                      <a:pt x="202587" y="29570"/>
                      <a:pt x="205938" y="28958"/>
                      <a:pt x="209688" y="28958"/>
                    </a:cubicBezTo>
                    <a:cubicBezTo>
                      <a:pt x="212675" y="28958"/>
                      <a:pt x="215487" y="29505"/>
                      <a:pt x="218125" y="30573"/>
                    </a:cubicBezTo>
                    <a:cubicBezTo>
                      <a:pt x="220764" y="31654"/>
                      <a:pt x="223091" y="33268"/>
                      <a:pt x="225104" y="35416"/>
                    </a:cubicBezTo>
                    <a:cubicBezTo>
                      <a:pt x="227050" y="37578"/>
                      <a:pt x="228612" y="40260"/>
                      <a:pt x="229792" y="43490"/>
                    </a:cubicBezTo>
                    <a:cubicBezTo>
                      <a:pt x="230973" y="46719"/>
                      <a:pt x="231563" y="50521"/>
                      <a:pt x="231563" y="54896"/>
                    </a:cubicBezTo>
                    <a:cubicBezTo>
                      <a:pt x="231563" y="58724"/>
                      <a:pt x="230990" y="62226"/>
                      <a:pt x="229844" y="65417"/>
                    </a:cubicBezTo>
                    <a:cubicBezTo>
                      <a:pt x="228698" y="68620"/>
                      <a:pt x="227083" y="71354"/>
                      <a:pt x="225000" y="73646"/>
                    </a:cubicBezTo>
                    <a:cubicBezTo>
                      <a:pt x="222848" y="75937"/>
                      <a:pt x="220296" y="77734"/>
                      <a:pt x="217344" y="79010"/>
                    </a:cubicBezTo>
                    <a:cubicBezTo>
                      <a:pt x="214393" y="80299"/>
                      <a:pt x="211112" y="80937"/>
                      <a:pt x="207500" y="80937"/>
                    </a:cubicBezTo>
                    <a:cubicBezTo>
                      <a:pt x="200904" y="80937"/>
                      <a:pt x="195348" y="79206"/>
                      <a:pt x="190833" y="75729"/>
                    </a:cubicBezTo>
                    <a:cubicBezTo>
                      <a:pt x="186320" y="72265"/>
                      <a:pt x="183889" y="67227"/>
                      <a:pt x="183542" y="60625"/>
                    </a:cubicBezTo>
                    <a:lnTo>
                      <a:pt x="191771" y="60625"/>
                    </a:lnTo>
                    <a:cubicBezTo>
                      <a:pt x="192396" y="64870"/>
                      <a:pt x="194167" y="68151"/>
                      <a:pt x="197083" y="70469"/>
                    </a:cubicBezTo>
                    <a:cubicBezTo>
                      <a:pt x="200000" y="72799"/>
                      <a:pt x="203577" y="73958"/>
                      <a:pt x="207813" y="73958"/>
                    </a:cubicBezTo>
                    <a:cubicBezTo>
                      <a:pt x="212188" y="73958"/>
                      <a:pt x="215852" y="72265"/>
                      <a:pt x="218802" y="68854"/>
                    </a:cubicBezTo>
                    <a:cubicBezTo>
                      <a:pt x="221754" y="65456"/>
                      <a:pt x="223229" y="60833"/>
                      <a:pt x="223229" y="55000"/>
                    </a:cubicBezTo>
                    <a:cubicBezTo>
                      <a:pt x="223229" y="48620"/>
                      <a:pt x="221771" y="43828"/>
                      <a:pt x="218854" y="40625"/>
                    </a:cubicBezTo>
                    <a:cubicBezTo>
                      <a:pt x="215938" y="37435"/>
                      <a:pt x="212292" y="35833"/>
                      <a:pt x="207917" y="35833"/>
                    </a:cubicBezTo>
                    <a:cubicBezTo>
                      <a:pt x="204445" y="35833"/>
                      <a:pt x="201389" y="36719"/>
                      <a:pt x="198750" y="38490"/>
                    </a:cubicBezTo>
                    <a:cubicBezTo>
                      <a:pt x="196112" y="40260"/>
                      <a:pt x="194375" y="42682"/>
                      <a:pt x="193542" y="45729"/>
                    </a:cubicBezTo>
                    <a:cubicBezTo>
                      <a:pt x="193404" y="46081"/>
                      <a:pt x="193300" y="46354"/>
                      <a:pt x="193229" y="46562"/>
                    </a:cubicBezTo>
                    <a:cubicBezTo>
                      <a:pt x="193160" y="46771"/>
                      <a:pt x="193056" y="46953"/>
                      <a:pt x="192917" y="47083"/>
                    </a:cubicBezTo>
                    <a:cubicBezTo>
                      <a:pt x="192779" y="47227"/>
                      <a:pt x="192587" y="47331"/>
                      <a:pt x="192344" y="47396"/>
                    </a:cubicBezTo>
                    <a:cubicBezTo>
                      <a:pt x="192102" y="47474"/>
                      <a:pt x="191806" y="47500"/>
                      <a:pt x="191458" y="47500"/>
                    </a:cubicBezTo>
                    <a:lnTo>
                      <a:pt x="186458" y="47500"/>
                    </a:lnTo>
                    <a:cubicBezTo>
                      <a:pt x="185833" y="47500"/>
                      <a:pt x="185452" y="47422"/>
                      <a:pt x="185313" y="47239"/>
                    </a:cubicBezTo>
                    <a:cubicBezTo>
                      <a:pt x="185175" y="47070"/>
                      <a:pt x="185104" y="46640"/>
                      <a:pt x="185104" y="45938"/>
                    </a:cubicBezTo>
                    <a:lnTo>
                      <a:pt x="186250" y="5104"/>
                    </a:lnTo>
                    <a:cubicBezTo>
                      <a:pt x="186250" y="4349"/>
                      <a:pt x="186373" y="3828"/>
                      <a:pt x="186615" y="3542"/>
                    </a:cubicBezTo>
                    <a:cubicBezTo>
                      <a:pt x="186858" y="3268"/>
                      <a:pt x="187292" y="3125"/>
                      <a:pt x="187917" y="3125"/>
                    </a:cubicBezTo>
                    <a:close/>
                    <a:moveTo>
                      <a:pt x="140208" y="1354"/>
                    </a:moveTo>
                    <a:cubicBezTo>
                      <a:pt x="146598" y="1354"/>
                      <a:pt x="151945" y="3060"/>
                      <a:pt x="156250" y="6458"/>
                    </a:cubicBezTo>
                    <a:cubicBezTo>
                      <a:pt x="160556" y="9870"/>
                      <a:pt x="162708" y="14870"/>
                      <a:pt x="162708" y="21458"/>
                    </a:cubicBezTo>
                    <a:cubicBezTo>
                      <a:pt x="162708" y="25911"/>
                      <a:pt x="161337" y="30521"/>
                      <a:pt x="158594" y="35312"/>
                    </a:cubicBezTo>
                    <a:cubicBezTo>
                      <a:pt x="155852" y="40104"/>
                      <a:pt x="152570" y="44765"/>
                      <a:pt x="148750" y="49271"/>
                    </a:cubicBezTo>
                    <a:cubicBezTo>
                      <a:pt x="144931" y="53789"/>
                      <a:pt x="140973" y="58021"/>
                      <a:pt x="136875" y="61979"/>
                    </a:cubicBezTo>
                    <a:cubicBezTo>
                      <a:pt x="132779" y="65937"/>
                      <a:pt x="129375" y="69271"/>
                      <a:pt x="126667" y="71979"/>
                    </a:cubicBezTo>
                    <a:lnTo>
                      <a:pt x="164375" y="71979"/>
                    </a:lnTo>
                    <a:lnTo>
                      <a:pt x="164375" y="79167"/>
                    </a:lnTo>
                    <a:lnTo>
                      <a:pt x="118646" y="79167"/>
                    </a:lnTo>
                    <a:cubicBezTo>
                      <a:pt x="118021" y="79167"/>
                      <a:pt x="117622" y="79062"/>
                      <a:pt x="117448" y="78854"/>
                    </a:cubicBezTo>
                    <a:cubicBezTo>
                      <a:pt x="117275" y="78646"/>
                      <a:pt x="117188" y="78229"/>
                      <a:pt x="117188" y="77604"/>
                    </a:cubicBezTo>
                    <a:lnTo>
                      <a:pt x="117188" y="71354"/>
                    </a:lnTo>
                    <a:cubicBezTo>
                      <a:pt x="118369" y="70247"/>
                      <a:pt x="119810" y="68854"/>
                      <a:pt x="121510" y="67187"/>
                    </a:cubicBezTo>
                    <a:cubicBezTo>
                      <a:pt x="123212" y="65521"/>
                      <a:pt x="125070" y="63685"/>
                      <a:pt x="127083" y="61667"/>
                    </a:cubicBezTo>
                    <a:cubicBezTo>
                      <a:pt x="129029" y="59661"/>
                      <a:pt x="131042" y="57500"/>
                      <a:pt x="133125" y="55208"/>
                    </a:cubicBezTo>
                    <a:cubicBezTo>
                      <a:pt x="135208" y="52917"/>
                      <a:pt x="137258" y="50560"/>
                      <a:pt x="139271" y="48125"/>
                    </a:cubicBezTo>
                    <a:cubicBezTo>
                      <a:pt x="141285" y="45768"/>
                      <a:pt x="143195" y="43385"/>
                      <a:pt x="145000" y="40990"/>
                    </a:cubicBezTo>
                    <a:cubicBezTo>
                      <a:pt x="146806" y="38594"/>
                      <a:pt x="148369" y="36289"/>
                      <a:pt x="149688" y="34062"/>
                    </a:cubicBezTo>
                    <a:cubicBezTo>
                      <a:pt x="151077" y="31771"/>
                      <a:pt x="152171" y="29622"/>
                      <a:pt x="152969" y="27604"/>
                    </a:cubicBezTo>
                    <a:cubicBezTo>
                      <a:pt x="153768" y="25599"/>
                      <a:pt x="154167" y="23750"/>
                      <a:pt x="154167" y="22083"/>
                    </a:cubicBezTo>
                    <a:cubicBezTo>
                      <a:pt x="154167" y="17578"/>
                      <a:pt x="152848" y="14193"/>
                      <a:pt x="150208" y="11927"/>
                    </a:cubicBezTo>
                    <a:cubicBezTo>
                      <a:pt x="147570" y="9674"/>
                      <a:pt x="144167" y="8542"/>
                      <a:pt x="140000" y="8542"/>
                    </a:cubicBezTo>
                    <a:cubicBezTo>
                      <a:pt x="135973" y="8542"/>
                      <a:pt x="132691" y="9935"/>
                      <a:pt x="130156" y="12708"/>
                    </a:cubicBezTo>
                    <a:cubicBezTo>
                      <a:pt x="127622" y="15495"/>
                      <a:pt x="126354" y="19102"/>
                      <a:pt x="126354" y="23542"/>
                    </a:cubicBezTo>
                    <a:lnTo>
                      <a:pt x="117813" y="23542"/>
                    </a:lnTo>
                    <a:cubicBezTo>
                      <a:pt x="117813" y="20208"/>
                      <a:pt x="118369" y="17174"/>
                      <a:pt x="119479" y="14427"/>
                    </a:cubicBezTo>
                    <a:cubicBezTo>
                      <a:pt x="120591" y="11693"/>
                      <a:pt x="122154" y="9349"/>
                      <a:pt x="124167" y="7396"/>
                    </a:cubicBezTo>
                    <a:cubicBezTo>
                      <a:pt x="126181" y="5456"/>
                      <a:pt x="128560" y="3958"/>
                      <a:pt x="131302" y="2917"/>
                    </a:cubicBezTo>
                    <a:cubicBezTo>
                      <a:pt x="134046" y="1875"/>
                      <a:pt x="137014" y="1354"/>
                      <a:pt x="140208" y="1354"/>
                    </a:cubicBezTo>
                    <a:close/>
                    <a:moveTo>
                      <a:pt x="23021" y="1354"/>
                    </a:moveTo>
                    <a:cubicBezTo>
                      <a:pt x="29410" y="1354"/>
                      <a:pt x="34758" y="3060"/>
                      <a:pt x="39063" y="6458"/>
                    </a:cubicBezTo>
                    <a:cubicBezTo>
                      <a:pt x="43369" y="9870"/>
                      <a:pt x="45521" y="14870"/>
                      <a:pt x="45521" y="21458"/>
                    </a:cubicBezTo>
                    <a:cubicBezTo>
                      <a:pt x="45521" y="25911"/>
                      <a:pt x="44150" y="30521"/>
                      <a:pt x="41406" y="35312"/>
                    </a:cubicBezTo>
                    <a:cubicBezTo>
                      <a:pt x="38664" y="40104"/>
                      <a:pt x="35383" y="44765"/>
                      <a:pt x="31563" y="49271"/>
                    </a:cubicBezTo>
                    <a:cubicBezTo>
                      <a:pt x="27743" y="53789"/>
                      <a:pt x="23785" y="58021"/>
                      <a:pt x="19688" y="61979"/>
                    </a:cubicBezTo>
                    <a:cubicBezTo>
                      <a:pt x="15591" y="65937"/>
                      <a:pt x="12188" y="69271"/>
                      <a:pt x="9479" y="71979"/>
                    </a:cubicBezTo>
                    <a:lnTo>
                      <a:pt x="47188" y="71979"/>
                    </a:lnTo>
                    <a:lnTo>
                      <a:pt x="47188" y="79167"/>
                    </a:lnTo>
                    <a:lnTo>
                      <a:pt x="1458" y="79167"/>
                    </a:lnTo>
                    <a:cubicBezTo>
                      <a:pt x="833" y="79167"/>
                      <a:pt x="435" y="79062"/>
                      <a:pt x="260" y="78854"/>
                    </a:cubicBezTo>
                    <a:cubicBezTo>
                      <a:pt x="87" y="78646"/>
                      <a:pt x="0" y="78229"/>
                      <a:pt x="0" y="77604"/>
                    </a:cubicBezTo>
                    <a:lnTo>
                      <a:pt x="0" y="71354"/>
                    </a:lnTo>
                    <a:cubicBezTo>
                      <a:pt x="1181" y="70247"/>
                      <a:pt x="2622" y="68854"/>
                      <a:pt x="4323" y="67187"/>
                    </a:cubicBezTo>
                    <a:cubicBezTo>
                      <a:pt x="6025" y="65521"/>
                      <a:pt x="7883" y="63685"/>
                      <a:pt x="9896" y="61667"/>
                    </a:cubicBezTo>
                    <a:cubicBezTo>
                      <a:pt x="11841" y="59661"/>
                      <a:pt x="13854" y="57500"/>
                      <a:pt x="15937" y="55208"/>
                    </a:cubicBezTo>
                    <a:cubicBezTo>
                      <a:pt x="18021" y="52917"/>
                      <a:pt x="20070" y="50560"/>
                      <a:pt x="22083" y="48125"/>
                    </a:cubicBezTo>
                    <a:cubicBezTo>
                      <a:pt x="24098" y="45768"/>
                      <a:pt x="26008" y="43385"/>
                      <a:pt x="27812" y="40990"/>
                    </a:cubicBezTo>
                    <a:cubicBezTo>
                      <a:pt x="29619" y="38594"/>
                      <a:pt x="31181" y="36289"/>
                      <a:pt x="32500" y="34062"/>
                    </a:cubicBezTo>
                    <a:cubicBezTo>
                      <a:pt x="33889" y="31771"/>
                      <a:pt x="34983" y="29622"/>
                      <a:pt x="35781" y="27604"/>
                    </a:cubicBezTo>
                    <a:cubicBezTo>
                      <a:pt x="36581" y="25599"/>
                      <a:pt x="36979" y="23750"/>
                      <a:pt x="36979" y="22083"/>
                    </a:cubicBezTo>
                    <a:cubicBezTo>
                      <a:pt x="36979" y="17578"/>
                      <a:pt x="35660" y="14193"/>
                      <a:pt x="33021" y="11927"/>
                    </a:cubicBezTo>
                    <a:cubicBezTo>
                      <a:pt x="30383" y="9674"/>
                      <a:pt x="26979" y="8542"/>
                      <a:pt x="22812" y="8542"/>
                    </a:cubicBezTo>
                    <a:cubicBezTo>
                      <a:pt x="18785" y="8542"/>
                      <a:pt x="15504" y="9935"/>
                      <a:pt x="12969" y="12708"/>
                    </a:cubicBezTo>
                    <a:cubicBezTo>
                      <a:pt x="10435" y="15495"/>
                      <a:pt x="9167" y="19102"/>
                      <a:pt x="9167" y="23542"/>
                    </a:cubicBezTo>
                    <a:lnTo>
                      <a:pt x="625" y="23542"/>
                    </a:lnTo>
                    <a:cubicBezTo>
                      <a:pt x="625" y="20208"/>
                      <a:pt x="1181" y="17174"/>
                      <a:pt x="2292" y="14427"/>
                    </a:cubicBezTo>
                    <a:cubicBezTo>
                      <a:pt x="3404" y="11693"/>
                      <a:pt x="4966" y="9349"/>
                      <a:pt x="6979" y="7396"/>
                    </a:cubicBezTo>
                    <a:cubicBezTo>
                      <a:pt x="8994" y="5456"/>
                      <a:pt x="11372" y="3958"/>
                      <a:pt x="14115" y="2917"/>
                    </a:cubicBezTo>
                    <a:cubicBezTo>
                      <a:pt x="16858" y="1875"/>
                      <a:pt x="19827" y="1354"/>
                      <a:pt x="23021" y="1354"/>
                    </a:cubicBezTo>
                    <a:close/>
                    <a:moveTo>
                      <a:pt x="89583" y="0"/>
                    </a:moveTo>
                    <a:cubicBezTo>
                      <a:pt x="94792" y="0"/>
                      <a:pt x="99046" y="1224"/>
                      <a:pt x="102344" y="3646"/>
                    </a:cubicBezTo>
                    <a:cubicBezTo>
                      <a:pt x="105643" y="6081"/>
                      <a:pt x="108229" y="9206"/>
                      <a:pt x="110104" y="13021"/>
                    </a:cubicBezTo>
                    <a:cubicBezTo>
                      <a:pt x="111979" y="16914"/>
                      <a:pt x="113264" y="21289"/>
                      <a:pt x="113958" y="26146"/>
                    </a:cubicBezTo>
                    <a:cubicBezTo>
                      <a:pt x="114654" y="31015"/>
                      <a:pt x="115000" y="35872"/>
                      <a:pt x="115000" y="40729"/>
                    </a:cubicBezTo>
                    <a:cubicBezTo>
                      <a:pt x="115000" y="45664"/>
                      <a:pt x="114654" y="50521"/>
                      <a:pt x="113958" y="55312"/>
                    </a:cubicBezTo>
                    <a:cubicBezTo>
                      <a:pt x="113264" y="60104"/>
                      <a:pt x="111979" y="64453"/>
                      <a:pt x="110104" y="68333"/>
                    </a:cubicBezTo>
                    <a:cubicBezTo>
                      <a:pt x="108229" y="72161"/>
                      <a:pt x="105643" y="75247"/>
                      <a:pt x="102344" y="77604"/>
                    </a:cubicBezTo>
                    <a:cubicBezTo>
                      <a:pt x="99046" y="79974"/>
                      <a:pt x="94792" y="81146"/>
                      <a:pt x="89583" y="81146"/>
                    </a:cubicBezTo>
                    <a:cubicBezTo>
                      <a:pt x="84445" y="81146"/>
                      <a:pt x="80260" y="79974"/>
                      <a:pt x="77031" y="77604"/>
                    </a:cubicBezTo>
                    <a:cubicBezTo>
                      <a:pt x="73802" y="75247"/>
                      <a:pt x="71320" y="72161"/>
                      <a:pt x="69583" y="68333"/>
                    </a:cubicBezTo>
                    <a:cubicBezTo>
                      <a:pt x="67779" y="64453"/>
                      <a:pt x="66563" y="60104"/>
                      <a:pt x="65938" y="55312"/>
                    </a:cubicBezTo>
                    <a:cubicBezTo>
                      <a:pt x="65313" y="50521"/>
                      <a:pt x="65000" y="45664"/>
                      <a:pt x="65000" y="40729"/>
                    </a:cubicBezTo>
                    <a:cubicBezTo>
                      <a:pt x="65000" y="35872"/>
                      <a:pt x="65313" y="31015"/>
                      <a:pt x="65938" y="26146"/>
                    </a:cubicBezTo>
                    <a:cubicBezTo>
                      <a:pt x="66563" y="21289"/>
                      <a:pt x="67779" y="16914"/>
                      <a:pt x="69583" y="13021"/>
                    </a:cubicBezTo>
                    <a:cubicBezTo>
                      <a:pt x="71320" y="9206"/>
                      <a:pt x="73802" y="6081"/>
                      <a:pt x="77031" y="3646"/>
                    </a:cubicBezTo>
                    <a:cubicBezTo>
                      <a:pt x="80260" y="1224"/>
                      <a:pt x="84445" y="0"/>
                      <a:pt x="8958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9EF9379F-03D9-4C21-9B0C-2DBA3ED9A4F1}"/>
                  </a:ext>
                </a:extLst>
              </p:cNvPr>
              <p:cNvSpPr txBox="1"/>
              <p:nvPr/>
            </p:nvSpPr>
            <p:spPr>
              <a:xfrm>
                <a:off x="1122381" y="2899107"/>
                <a:ext cx="339130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2025</a:t>
                </a:r>
              </a:p>
            </p:txBody>
          </p:sp>
        </p:grpSp>
        <p:sp>
          <p:nvSpPr>
            <p:cNvPr id="336" name="자유형: 도형 335">
              <a:extLst>
                <a:ext uri="{FF2B5EF4-FFF2-40B4-BE49-F238E27FC236}">
                  <a16:creationId xmlns:a16="http://schemas.microsoft.com/office/drawing/2014/main" id="{4478013A-1218-4A60-B05B-5510BB9713EC}"/>
                </a:ext>
              </a:extLst>
            </p:cNvPr>
            <p:cNvSpPr/>
            <p:nvPr/>
          </p:nvSpPr>
          <p:spPr>
            <a:xfrm>
              <a:off x="1462753" y="2936012"/>
              <a:ext cx="71562" cy="90416"/>
            </a:xfrm>
            <a:custGeom>
              <a:avLst/>
              <a:gdLst>
                <a:gd name="connsiteX0" fmla="*/ 9583 w 71562"/>
                <a:gd name="connsiteY0" fmla="*/ 62188 h 90416"/>
                <a:gd name="connsiteX1" fmla="*/ 17917 w 71562"/>
                <a:gd name="connsiteY1" fmla="*/ 62188 h 90416"/>
                <a:gd name="connsiteX2" fmla="*/ 17917 w 71562"/>
                <a:gd name="connsiteY2" fmla="*/ 83333 h 90416"/>
                <a:gd name="connsiteX3" fmla="*/ 71563 w 71562"/>
                <a:gd name="connsiteY3" fmla="*/ 83333 h 90416"/>
                <a:gd name="connsiteX4" fmla="*/ 71563 w 71562"/>
                <a:gd name="connsiteY4" fmla="*/ 90417 h 90416"/>
                <a:gd name="connsiteX5" fmla="*/ 11771 w 71562"/>
                <a:gd name="connsiteY5" fmla="*/ 90417 h 90416"/>
                <a:gd name="connsiteX6" fmla="*/ 10052 w 71562"/>
                <a:gd name="connsiteY6" fmla="*/ 89948 h 90416"/>
                <a:gd name="connsiteX7" fmla="*/ 9583 w 71562"/>
                <a:gd name="connsiteY7" fmla="*/ 88229 h 90416"/>
                <a:gd name="connsiteX8" fmla="*/ 0 w 71562"/>
                <a:gd name="connsiteY8" fmla="*/ 2604 h 90416"/>
                <a:gd name="connsiteX9" fmla="*/ 8125 w 71562"/>
                <a:gd name="connsiteY9" fmla="*/ 2604 h 90416"/>
                <a:gd name="connsiteX10" fmla="*/ 8125 w 71562"/>
                <a:gd name="connsiteY10" fmla="*/ 43854 h 90416"/>
                <a:gd name="connsiteX11" fmla="*/ 15208 w 71562"/>
                <a:gd name="connsiteY11" fmla="*/ 43854 h 90416"/>
                <a:gd name="connsiteX12" fmla="*/ 25990 w 71562"/>
                <a:gd name="connsiteY12" fmla="*/ 43542 h 90416"/>
                <a:gd name="connsiteX13" fmla="*/ 36875 w 71562"/>
                <a:gd name="connsiteY13" fmla="*/ 42709 h 90416"/>
                <a:gd name="connsiteX14" fmla="*/ 46302 w 71562"/>
                <a:gd name="connsiteY14" fmla="*/ 41615 h 90416"/>
                <a:gd name="connsiteX15" fmla="*/ 52708 w 71562"/>
                <a:gd name="connsiteY15" fmla="*/ 40417 h 90416"/>
                <a:gd name="connsiteX16" fmla="*/ 52708 w 71562"/>
                <a:gd name="connsiteY16" fmla="*/ 47396 h 90416"/>
                <a:gd name="connsiteX17" fmla="*/ 46042 w 71562"/>
                <a:gd name="connsiteY17" fmla="*/ 48750 h 90416"/>
                <a:gd name="connsiteX18" fmla="*/ 36667 w 71562"/>
                <a:gd name="connsiteY18" fmla="*/ 50000 h 90416"/>
                <a:gd name="connsiteX19" fmla="*/ 25573 w 71562"/>
                <a:gd name="connsiteY19" fmla="*/ 50886 h 90416"/>
                <a:gd name="connsiteX20" fmla="*/ 13750 w 71562"/>
                <a:gd name="connsiteY20" fmla="*/ 51250 h 90416"/>
                <a:gd name="connsiteX21" fmla="*/ 2188 w 71562"/>
                <a:gd name="connsiteY21" fmla="*/ 51250 h 90416"/>
                <a:gd name="connsiteX22" fmla="*/ 469 w 71562"/>
                <a:gd name="connsiteY22" fmla="*/ 50781 h 90416"/>
                <a:gd name="connsiteX23" fmla="*/ 0 w 71562"/>
                <a:gd name="connsiteY23" fmla="*/ 49063 h 90416"/>
                <a:gd name="connsiteX24" fmla="*/ 61146 w 71562"/>
                <a:gd name="connsiteY24" fmla="*/ 0 h 90416"/>
                <a:gd name="connsiteX25" fmla="*/ 69271 w 71562"/>
                <a:gd name="connsiteY25" fmla="*/ 0 h 90416"/>
                <a:gd name="connsiteX26" fmla="*/ 69271 w 71562"/>
                <a:gd name="connsiteY26" fmla="*/ 67709 h 90416"/>
                <a:gd name="connsiteX27" fmla="*/ 61250 w 71562"/>
                <a:gd name="connsiteY27" fmla="*/ 67709 h 90416"/>
                <a:gd name="connsiteX28" fmla="*/ 61250 w 71562"/>
                <a:gd name="connsiteY28" fmla="*/ 32083 h 90416"/>
                <a:gd name="connsiteX29" fmla="*/ 36250 w 71562"/>
                <a:gd name="connsiteY29" fmla="*/ 32083 h 90416"/>
                <a:gd name="connsiteX30" fmla="*/ 36250 w 71562"/>
                <a:gd name="connsiteY30" fmla="*/ 25417 h 90416"/>
                <a:gd name="connsiteX31" fmla="*/ 61250 w 71562"/>
                <a:gd name="connsiteY31" fmla="*/ 25417 h 90416"/>
                <a:gd name="connsiteX32" fmla="*/ 61250 w 71562"/>
                <a:gd name="connsiteY32" fmla="*/ 15417 h 90416"/>
                <a:gd name="connsiteX33" fmla="*/ 36250 w 71562"/>
                <a:gd name="connsiteY33" fmla="*/ 15417 h 90416"/>
                <a:gd name="connsiteX34" fmla="*/ 36250 w 71562"/>
                <a:gd name="connsiteY34" fmla="*/ 8750 h 90416"/>
                <a:gd name="connsiteX35" fmla="*/ 61146 w 71562"/>
                <a:gd name="connsiteY35" fmla="*/ 8750 h 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1562" h="90416">
                  <a:moveTo>
                    <a:pt x="9583" y="62188"/>
                  </a:moveTo>
                  <a:lnTo>
                    <a:pt x="17917" y="62188"/>
                  </a:lnTo>
                  <a:lnTo>
                    <a:pt x="17917" y="83333"/>
                  </a:lnTo>
                  <a:lnTo>
                    <a:pt x="71563" y="83333"/>
                  </a:lnTo>
                  <a:lnTo>
                    <a:pt x="71563" y="90417"/>
                  </a:lnTo>
                  <a:lnTo>
                    <a:pt x="11771" y="90417"/>
                  </a:lnTo>
                  <a:cubicBezTo>
                    <a:pt x="10938" y="90417"/>
                    <a:pt x="10365" y="90261"/>
                    <a:pt x="10052" y="89948"/>
                  </a:cubicBezTo>
                  <a:cubicBezTo>
                    <a:pt x="9740" y="89635"/>
                    <a:pt x="9583" y="89063"/>
                    <a:pt x="9583" y="88229"/>
                  </a:cubicBez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43854"/>
                  </a:lnTo>
                  <a:lnTo>
                    <a:pt x="15208" y="43854"/>
                  </a:lnTo>
                  <a:cubicBezTo>
                    <a:pt x="18612" y="43854"/>
                    <a:pt x="22206" y="43750"/>
                    <a:pt x="25990" y="43542"/>
                  </a:cubicBezTo>
                  <a:cubicBezTo>
                    <a:pt x="29775" y="43333"/>
                    <a:pt x="33404" y="43060"/>
                    <a:pt x="36875" y="42709"/>
                  </a:cubicBezTo>
                  <a:cubicBezTo>
                    <a:pt x="40348" y="42370"/>
                    <a:pt x="43490" y="42005"/>
                    <a:pt x="46302" y="41615"/>
                  </a:cubicBezTo>
                  <a:cubicBezTo>
                    <a:pt x="49115" y="41237"/>
                    <a:pt x="51250" y="40833"/>
                    <a:pt x="52708" y="40417"/>
                  </a:cubicBezTo>
                  <a:lnTo>
                    <a:pt x="52708" y="47396"/>
                  </a:lnTo>
                  <a:cubicBezTo>
                    <a:pt x="51042" y="47813"/>
                    <a:pt x="48820" y="48268"/>
                    <a:pt x="46042" y="48750"/>
                  </a:cubicBezTo>
                  <a:cubicBezTo>
                    <a:pt x="43264" y="49245"/>
                    <a:pt x="40139" y="49662"/>
                    <a:pt x="36667" y="50000"/>
                  </a:cubicBezTo>
                  <a:cubicBezTo>
                    <a:pt x="33195" y="50352"/>
                    <a:pt x="29497" y="50651"/>
                    <a:pt x="25573" y="50886"/>
                  </a:cubicBezTo>
                  <a:cubicBezTo>
                    <a:pt x="21650" y="51133"/>
                    <a:pt x="17708" y="51250"/>
                    <a:pt x="13750" y="51250"/>
                  </a:cubicBezTo>
                  <a:lnTo>
                    <a:pt x="2188" y="51250"/>
                  </a:lnTo>
                  <a:cubicBezTo>
                    <a:pt x="1354" y="51250"/>
                    <a:pt x="781" y="51094"/>
                    <a:pt x="469" y="50781"/>
                  </a:cubicBezTo>
                  <a:cubicBezTo>
                    <a:pt x="156" y="50469"/>
                    <a:pt x="0" y="49896"/>
                    <a:pt x="0" y="49063"/>
                  </a:cubicBezTo>
                  <a:close/>
                  <a:moveTo>
                    <a:pt x="61146" y="0"/>
                  </a:moveTo>
                  <a:lnTo>
                    <a:pt x="69271" y="0"/>
                  </a:lnTo>
                  <a:lnTo>
                    <a:pt x="69271" y="67709"/>
                  </a:lnTo>
                  <a:lnTo>
                    <a:pt x="61250" y="67709"/>
                  </a:lnTo>
                  <a:lnTo>
                    <a:pt x="61250" y="32083"/>
                  </a:lnTo>
                  <a:lnTo>
                    <a:pt x="36250" y="32083"/>
                  </a:lnTo>
                  <a:lnTo>
                    <a:pt x="36250" y="25417"/>
                  </a:lnTo>
                  <a:lnTo>
                    <a:pt x="61250" y="25417"/>
                  </a:lnTo>
                  <a:lnTo>
                    <a:pt x="61250" y="15417"/>
                  </a:lnTo>
                  <a:lnTo>
                    <a:pt x="36250" y="15417"/>
                  </a:lnTo>
                  <a:lnTo>
                    <a:pt x="36250" y="8750"/>
                  </a:lnTo>
                  <a:lnTo>
                    <a:pt x="61146" y="8750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2151D66B-E928-44DB-9A74-7A7E6C69877E}"/>
                </a:ext>
              </a:extLst>
            </p:cNvPr>
            <p:cNvSpPr txBox="1"/>
            <p:nvPr/>
          </p:nvSpPr>
          <p:spPr>
            <a:xfrm>
              <a:off x="1371313" y="2865240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년</a:t>
              </a:r>
            </a:p>
          </p:txBody>
        </p:sp>
        <p:sp>
          <p:nvSpPr>
            <p:cNvPr id="338" name="자유형: 도형 337">
              <a:extLst>
                <a:ext uri="{FF2B5EF4-FFF2-40B4-BE49-F238E27FC236}">
                  <a16:creationId xmlns:a16="http://schemas.microsoft.com/office/drawing/2014/main" id="{3BFB48F9-E855-4E83-A37E-851666E6E301}"/>
                </a:ext>
              </a:extLst>
            </p:cNvPr>
            <p:cNvSpPr/>
            <p:nvPr/>
          </p:nvSpPr>
          <p:spPr>
            <a:xfrm>
              <a:off x="1582226" y="2935491"/>
              <a:ext cx="835419" cy="93437"/>
            </a:xfrm>
            <a:custGeom>
              <a:avLst/>
              <a:gdLst>
                <a:gd name="connsiteX0" fmla="*/ 116146 w 835419"/>
                <a:gd name="connsiteY0" fmla="*/ 72500 h 93437"/>
                <a:gd name="connsiteX1" fmla="*/ 116146 w 835419"/>
                <a:gd name="connsiteY1" fmla="*/ 85104 h 93437"/>
                <a:gd name="connsiteX2" fmla="*/ 159375 w 835419"/>
                <a:gd name="connsiteY2" fmla="*/ 85104 h 93437"/>
                <a:gd name="connsiteX3" fmla="*/ 159375 w 835419"/>
                <a:gd name="connsiteY3" fmla="*/ 72500 h 93437"/>
                <a:gd name="connsiteX4" fmla="*/ 773024 w 835419"/>
                <a:gd name="connsiteY4" fmla="*/ 67708 h 93437"/>
                <a:gd name="connsiteX5" fmla="*/ 781566 w 835419"/>
                <a:gd name="connsiteY5" fmla="*/ 67708 h 93437"/>
                <a:gd name="connsiteX6" fmla="*/ 781566 w 835419"/>
                <a:gd name="connsiteY6" fmla="*/ 83854 h 93437"/>
                <a:gd name="connsiteX7" fmla="*/ 835420 w 835419"/>
                <a:gd name="connsiteY7" fmla="*/ 83854 h 93437"/>
                <a:gd name="connsiteX8" fmla="*/ 835420 w 835419"/>
                <a:gd name="connsiteY8" fmla="*/ 90937 h 93437"/>
                <a:gd name="connsiteX9" fmla="*/ 775211 w 835419"/>
                <a:gd name="connsiteY9" fmla="*/ 90937 h 93437"/>
                <a:gd name="connsiteX10" fmla="*/ 773492 w 835419"/>
                <a:gd name="connsiteY10" fmla="*/ 90469 h 93437"/>
                <a:gd name="connsiteX11" fmla="*/ 773024 w 835419"/>
                <a:gd name="connsiteY11" fmla="*/ 88750 h 93437"/>
                <a:gd name="connsiteX12" fmla="*/ 487399 w 835419"/>
                <a:gd name="connsiteY12" fmla="*/ 61354 h 93437"/>
                <a:gd name="connsiteX13" fmla="*/ 495836 w 835419"/>
                <a:gd name="connsiteY13" fmla="*/ 61354 h 93437"/>
                <a:gd name="connsiteX14" fmla="*/ 495836 w 835419"/>
                <a:gd name="connsiteY14" fmla="*/ 83854 h 93437"/>
                <a:gd name="connsiteX15" fmla="*/ 549690 w 835419"/>
                <a:gd name="connsiteY15" fmla="*/ 83854 h 93437"/>
                <a:gd name="connsiteX16" fmla="*/ 549690 w 835419"/>
                <a:gd name="connsiteY16" fmla="*/ 90937 h 93437"/>
                <a:gd name="connsiteX17" fmla="*/ 489586 w 835419"/>
                <a:gd name="connsiteY17" fmla="*/ 90937 h 93437"/>
                <a:gd name="connsiteX18" fmla="*/ 487867 w 835419"/>
                <a:gd name="connsiteY18" fmla="*/ 90469 h 93437"/>
                <a:gd name="connsiteX19" fmla="*/ 487399 w 835419"/>
                <a:gd name="connsiteY19" fmla="*/ 88750 h 93437"/>
                <a:gd name="connsiteX20" fmla="*/ 393232 w 835419"/>
                <a:gd name="connsiteY20" fmla="*/ 60937 h 93437"/>
                <a:gd name="connsiteX21" fmla="*/ 401565 w 835419"/>
                <a:gd name="connsiteY21" fmla="*/ 60937 h 93437"/>
                <a:gd name="connsiteX22" fmla="*/ 401565 w 835419"/>
                <a:gd name="connsiteY22" fmla="*/ 83854 h 93437"/>
                <a:gd name="connsiteX23" fmla="*/ 454274 w 835419"/>
                <a:gd name="connsiteY23" fmla="*/ 83854 h 93437"/>
                <a:gd name="connsiteX24" fmla="*/ 454274 w 835419"/>
                <a:gd name="connsiteY24" fmla="*/ 90937 h 93437"/>
                <a:gd name="connsiteX25" fmla="*/ 395419 w 835419"/>
                <a:gd name="connsiteY25" fmla="*/ 90937 h 93437"/>
                <a:gd name="connsiteX26" fmla="*/ 393701 w 835419"/>
                <a:gd name="connsiteY26" fmla="*/ 90469 h 93437"/>
                <a:gd name="connsiteX27" fmla="*/ 393232 w 835419"/>
                <a:gd name="connsiteY27" fmla="*/ 88750 h 93437"/>
                <a:gd name="connsiteX28" fmla="*/ 590003 w 835419"/>
                <a:gd name="connsiteY28" fmla="*/ 60833 h 93437"/>
                <a:gd name="connsiteX29" fmla="*/ 598440 w 835419"/>
                <a:gd name="connsiteY29" fmla="*/ 60833 h 93437"/>
                <a:gd name="connsiteX30" fmla="*/ 598440 w 835419"/>
                <a:gd name="connsiteY30" fmla="*/ 83854 h 93437"/>
                <a:gd name="connsiteX31" fmla="*/ 652399 w 835419"/>
                <a:gd name="connsiteY31" fmla="*/ 83854 h 93437"/>
                <a:gd name="connsiteX32" fmla="*/ 652399 w 835419"/>
                <a:gd name="connsiteY32" fmla="*/ 90937 h 93437"/>
                <a:gd name="connsiteX33" fmla="*/ 592190 w 835419"/>
                <a:gd name="connsiteY33" fmla="*/ 90937 h 93437"/>
                <a:gd name="connsiteX34" fmla="*/ 590472 w 835419"/>
                <a:gd name="connsiteY34" fmla="*/ 90469 h 93437"/>
                <a:gd name="connsiteX35" fmla="*/ 590003 w 835419"/>
                <a:gd name="connsiteY35" fmla="*/ 88750 h 93437"/>
                <a:gd name="connsiteX36" fmla="*/ 302294 w 835419"/>
                <a:gd name="connsiteY36" fmla="*/ 59583 h 93437"/>
                <a:gd name="connsiteX37" fmla="*/ 310628 w 835419"/>
                <a:gd name="connsiteY37" fmla="*/ 59583 h 93437"/>
                <a:gd name="connsiteX38" fmla="*/ 310628 w 835419"/>
                <a:gd name="connsiteY38" fmla="*/ 83854 h 93437"/>
                <a:gd name="connsiteX39" fmla="*/ 363440 w 835419"/>
                <a:gd name="connsiteY39" fmla="*/ 83854 h 93437"/>
                <a:gd name="connsiteX40" fmla="*/ 363440 w 835419"/>
                <a:gd name="connsiteY40" fmla="*/ 90937 h 93437"/>
                <a:gd name="connsiteX41" fmla="*/ 304482 w 835419"/>
                <a:gd name="connsiteY41" fmla="*/ 90937 h 93437"/>
                <a:gd name="connsiteX42" fmla="*/ 302763 w 835419"/>
                <a:gd name="connsiteY42" fmla="*/ 90469 h 93437"/>
                <a:gd name="connsiteX43" fmla="*/ 302294 w 835419"/>
                <a:gd name="connsiteY43" fmla="*/ 88750 h 93437"/>
                <a:gd name="connsiteX44" fmla="*/ 159375 w 835419"/>
                <a:gd name="connsiteY44" fmla="*/ 55625 h 93437"/>
                <a:gd name="connsiteX45" fmla="*/ 167604 w 835419"/>
                <a:gd name="connsiteY45" fmla="*/ 55625 h 93437"/>
                <a:gd name="connsiteX46" fmla="*/ 167604 w 835419"/>
                <a:gd name="connsiteY46" fmla="*/ 89688 h 93437"/>
                <a:gd name="connsiteX47" fmla="*/ 167135 w 835419"/>
                <a:gd name="connsiteY47" fmla="*/ 91406 h 93437"/>
                <a:gd name="connsiteX48" fmla="*/ 165417 w 835419"/>
                <a:gd name="connsiteY48" fmla="*/ 91875 h 93437"/>
                <a:gd name="connsiteX49" fmla="*/ 110000 w 835419"/>
                <a:gd name="connsiteY49" fmla="*/ 91875 h 93437"/>
                <a:gd name="connsiteX50" fmla="*/ 108281 w 835419"/>
                <a:gd name="connsiteY50" fmla="*/ 91406 h 93437"/>
                <a:gd name="connsiteX51" fmla="*/ 107813 w 835419"/>
                <a:gd name="connsiteY51" fmla="*/ 89688 h 93437"/>
                <a:gd name="connsiteX52" fmla="*/ 107813 w 835419"/>
                <a:gd name="connsiteY52" fmla="*/ 56146 h 93437"/>
                <a:gd name="connsiteX53" fmla="*/ 116146 w 835419"/>
                <a:gd name="connsiteY53" fmla="*/ 56146 h 93437"/>
                <a:gd name="connsiteX54" fmla="*/ 116146 w 835419"/>
                <a:gd name="connsiteY54" fmla="*/ 65833 h 93437"/>
                <a:gd name="connsiteX55" fmla="*/ 159375 w 835419"/>
                <a:gd name="connsiteY55" fmla="*/ 65833 h 93437"/>
                <a:gd name="connsiteX56" fmla="*/ 821565 w 835419"/>
                <a:gd name="connsiteY56" fmla="*/ 38542 h 93437"/>
                <a:gd name="connsiteX57" fmla="*/ 821565 w 835419"/>
                <a:gd name="connsiteY57" fmla="*/ 45521 h 93437"/>
                <a:gd name="connsiteX58" fmla="*/ 814742 w 835419"/>
                <a:gd name="connsiteY58" fmla="*/ 46458 h 93437"/>
                <a:gd name="connsiteX59" fmla="*/ 806149 w 835419"/>
                <a:gd name="connsiteY59" fmla="*/ 47187 h 93437"/>
                <a:gd name="connsiteX60" fmla="*/ 796670 w 835419"/>
                <a:gd name="connsiteY60" fmla="*/ 47708 h 93437"/>
                <a:gd name="connsiteX61" fmla="*/ 787295 w 835419"/>
                <a:gd name="connsiteY61" fmla="*/ 47917 h 93437"/>
                <a:gd name="connsiteX62" fmla="*/ 787295 w 835419"/>
                <a:gd name="connsiteY62" fmla="*/ 62813 h 93437"/>
                <a:gd name="connsiteX63" fmla="*/ 779066 w 835419"/>
                <a:gd name="connsiteY63" fmla="*/ 62813 h 93437"/>
                <a:gd name="connsiteX64" fmla="*/ 779066 w 835419"/>
                <a:gd name="connsiteY64" fmla="*/ 48125 h 93437"/>
                <a:gd name="connsiteX65" fmla="*/ 758024 w 835419"/>
                <a:gd name="connsiteY65" fmla="*/ 48125 h 93437"/>
                <a:gd name="connsiteX66" fmla="*/ 758024 w 835419"/>
                <a:gd name="connsiteY66" fmla="*/ 41146 h 93437"/>
                <a:gd name="connsiteX67" fmla="*/ 785732 w 835419"/>
                <a:gd name="connsiteY67" fmla="*/ 41146 h 93437"/>
                <a:gd name="connsiteX68" fmla="*/ 794586 w 835419"/>
                <a:gd name="connsiteY68" fmla="*/ 40937 h 93437"/>
                <a:gd name="connsiteX69" fmla="*/ 804899 w 835419"/>
                <a:gd name="connsiteY69" fmla="*/ 40312 h 93437"/>
                <a:gd name="connsiteX70" fmla="*/ 814534 w 835419"/>
                <a:gd name="connsiteY70" fmla="*/ 39479 h 93437"/>
                <a:gd name="connsiteX71" fmla="*/ 821565 w 835419"/>
                <a:gd name="connsiteY71" fmla="*/ 38542 h 93437"/>
                <a:gd name="connsiteX72" fmla="*/ 623753 w 835419"/>
                <a:gd name="connsiteY72" fmla="*/ 18333 h 93437"/>
                <a:gd name="connsiteX73" fmla="*/ 624586 w 835419"/>
                <a:gd name="connsiteY73" fmla="*/ 22187 h 93437"/>
                <a:gd name="connsiteX74" fmla="*/ 624899 w 835419"/>
                <a:gd name="connsiteY74" fmla="*/ 26250 h 93437"/>
                <a:gd name="connsiteX75" fmla="*/ 624638 w 835419"/>
                <a:gd name="connsiteY75" fmla="*/ 29531 h 93437"/>
                <a:gd name="connsiteX76" fmla="*/ 624065 w 835419"/>
                <a:gd name="connsiteY76" fmla="*/ 32708 h 93437"/>
                <a:gd name="connsiteX77" fmla="*/ 641774 w 835419"/>
                <a:gd name="connsiteY77" fmla="*/ 32708 h 93437"/>
                <a:gd name="connsiteX78" fmla="*/ 641774 w 835419"/>
                <a:gd name="connsiteY78" fmla="*/ 18333 h 93437"/>
                <a:gd name="connsiteX79" fmla="*/ 404482 w 835419"/>
                <a:gd name="connsiteY79" fmla="*/ 9062 h 93437"/>
                <a:gd name="connsiteX80" fmla="*/ 392815 w 835419"/>
                <a:gd name="connsiteY80" fmla="*/ 14167 h 93437"/>
                <a:gd name="connsiteX81" fmla="*/ 388649 w 835419"/>
                <a:gd name="connsiteY81" fmla="*/ 26458 h 93437"/>
                <a:gd name="connsiteX82" fmla="*/ 392815 w 835419"/>
                <a:gd name="connsiteY82" fmla="*/ 38646 h 93437"/>
                <a:gd name="connsiteX83" fmla="*/ 404482 w 835419"/>
                <a:gd name="connsiteY83" fmla="*/ 43646 h 93437"/>
                <a:gd name="connsiteX84" fmla="*/ 416097 w 835419"/>
                <a:gd name="connsiteY84" fmla="*/ 38646 h 93437"/>
                <a:gd name="connsiteX85" fmla="*/ 420211 w 835419"/>
                <a:gd name="connsiteY85" fmla="*/ 26458 h 93437"/>
                <a:gd name="connsiteX86" fmla="*/ 416097 w 835419"/>
                <a:gd name="connsiteY86" fmla="*/ 14167 h 93437"/>
                <a:gd name="connsiteX87" fmla="*/ 404482 w 835419"/>
                <a:gd name="connsiteY87" fmla="*/ 9062 h 93437"/>
                <a:gd name="connsiteX88" fmla="*/ 600524 w 835419"/>
                <a:gd name="connsiteY88" fmla="*/ 8854 h 93437"/>
                <a:gd name="connsiteX89" fmla="*/ 588857 w 835419"/>
                <a:gd name="connsiteY89" fmla="*/ 13958 h 93437"/>
                <a:gd name="connsiteX90" fmla="*/ 584690 w 835419"/>
                <a:gd name="connsiteY90" fmla="*/ 26250 h 93437"/>
                <a:gd name="connsiteX91" fmla="*/ 588857 w 835419"/>
                <a:gd name="connsiteY91" fmla="*/ 38437 h 93437"/>
                <a:gd name="connsiteX92" fmla="*/ 600524 w 835419"/>
                <a:gd name="connsiteY92" fmla="*/ 43437 h 93437"/>
                <a:gd name="connsiteX93" fmla="*/ 612190 w 835419"/>
                <a:gd name="connsiteY93" fmla="*/ 38437 h 93437"/>
                <a:gd name="connsiteX94" fmla="*/ 616357 w 835419"/>
                <a:gd name="connsiteY94" fmla="*/ 26250 h 93437"/>
                <a:gd name="connsiteX95" fmla="*/ 612190 w 835419"/>
                <a:gd name="connsiteY95" fmla="*/ 13958 h 93437"/>
                <a:gd name="connsiteX96" fmla="*/ 600524 w 835419"/>
                <a:gd name="connsiteY96" fmla="*/ 8854 h 93437"/>
                <a:gd name="connsiteX97" fmla="*/ 787920 w 835419"/>
                <a:gd name="connsiteY97" fmla="*/ 7083 h 93437"/>
                <a:gd name="connsiteX98" fmla="*/ 776409 w 835419"/>
                <a:gd name="connsiteY98" fmla="*/ 10208 h 93437"/>
                <a:gd name="connsiteX99" fmla="*/ 773232 w 835419"/>
                <a:gd name="connsiteY99" fmla="*/ 17708 h 93437"/>
                <a:gd name="connsiteX100" fmla="*/ 776461 w 835419"/>
                <a:gd name="connsiteY100" fmla="*/ 25052 h 93437"/>
                <a:gd name="connsiteX101" fmla="*/ 787920 w 835419"/>
                <a:gd name="connsiteY101" fmla="*/ 27917 h 93437"/>
                <a:gd name="connsiteX102" fmla="*/ 799326 w 835419"/>
                <a:gd name="connsiteY102" fmla="*/ 25052 h 93437"/>
                <a:gd name="connsiteX103" fmla="*/ 802607 w 835419"/>
                <a:gd name="connsiteY103" fmla="*/ 17708 h 93437"/>
                <a:gd name="connsiteX104" fmla="*/ 799378 w 835419"/>
                <a:gd name="connsiteY104" fmla="*/ 10156 h 93437"/>
                <a:gd name="connsiteX105" fmla="*/ 787920 w 835419"/>
                <a:gd name="connsiteY105" fmla="*/ 7083 h 93437"/>
                <a:gd name="connsiteX106" fmla="*/ 201146 w 835419"/>
                <a:gd name="connsiteY106" fmla="*/ 6667 h 93437"/>
                <a:gd name="connsiteX107" fmla="*/ 239583 w 835419"/>
                <a:gd name="connsiteY107" fmla="*/ 6667 h 93437"/>
                <a:gd name="connsiteX108" fmla="*/ 239583 w 835419"/>
                <a:gd name="connsiteY108" fmla="*/ 13646 h 93437"/>
                <a:gd name="connsiteX109" fmla="*/ 224688 w 835419"/>
                <a:gd name="connsiteY109" fmla="*/ 13646 h 93437"/>
                <a:gd name="connsiteX110" fmla="*/ 224688 w 835419"/>
                <a:gd name="connsiteY110" fmla="*/ 21354 h 93437"/>
                <a:gd name="connsiteX111" fmla="*/ 228906 w 835419"/>
                <a:gd name="connsiteY111" fmla="*/ 48073 h 93437"/>
                <a:gd name="connsiteX112" fmla="*/ 244063 w 835419"/>
                <a:gd name="connsiteY112" fmla="*/ 65625 h 93437"/>
                <a:gd name="connsiteX113" fmla="*/ 237917 w 835419"/>
                <a:gd name="connsiteY113" fmla="*/ 71250 h 93437"/>
                <a:gd name="connsiteX114" fmla="*/ 227865 w 835419"/>
                <a:gd name="connsiteY114" fmla="*/ 61510 h 93437"/>
                <a:gd name="connsiteX115" fmla="*/ 220313 w 835419"/>
                <a:gd name="connsiteY115" fmla="*/ 46771 h 93437"/>
                <a:gd name="connsiteX116" fmla="*/ 217240 w 835419"/>
                <a:gd name="connsiteY116" fmla="*/ 54896 h 93437"/>
                <a:gd name="connsiteX117" fmla="*/ 212813 w 835419"/>
                <a:gd name="connsiteY117" fmla="*/ 62604 h 93437"/>
                <a:gd name="connsiteX118" fmla="*/ 207240 w 835419"/>
                <a:gd name="connsiteY118" fmla="*/ 69427 h 93437"/>
                <a:gd name="connsiteX119" fmla="*/ 201250 w 835419"/>
                <a:gd name="connsiteY119" fmla="*/ 74792 h 93437"/>
                <a:gd name="connsiteX120" fmla="*/ 194063 w 835419"/>
                <a:gd name="connsiteY120" fmla="*/ 69583 h 93437"/>
                <a:gd name="connsiteX121" fmla="*/ 210938 w 835419"/>
                <a:gd name="connsiteY121" fmla="*/ 50469 h 93437"/>
                <a:gd name="connsiteX122" fmla="*/ 216354 w 835419"/>
                <a:gd name="connsiteY122" fmla="*/ 21563 h 93437"/>
                <a:gd name="connsiteX123" fmla="*/ 216354 w 835419"/>
                <a:gd name="connsiteY123" fmla="*/ 13646 h 93437"/>
                <a:gd name="connsiteX124" fmla="*/ 201146 w 835419"/>
                <a:gd name="connsiteY124" fmla="*/ 13646 h 93437"/>
                <a:gd name="connsiteX125" fmla="*/ 475732 w 835419"/>
                <a:gd name="connsiteY125" fmla="*/ 4792 h 93437"/>
                <a:gd name="connsiteX126" fmla="*/ 520732 w 835419"/>
                <a:gd name="connsiteY126" fmla="*/ 4792 h 93437"/>
                <a:gd name="connsiteX127" fmla="*/ 520732 w 835419"/>
                <a:gd name="connsiteY127" fmla="*/ 11771 h 93437"/>
                <a:gd name="connsiteX128" fmla="*/ 502503 w 835419"/>
                <a:gd name="connsiteY128" fmla="*/ 11771 h 93437"/>
                <a:gd name="connsiteX129" fmla="*/ 502503 w 835419"/>
                <a:gd name="connsiteY129" fmla="*/ 17500 h 93437"/>
                <a:gd name="connsiteX130" fmla="*/ 504222 w 835419"/>
                <a:gd name="connsiteY130" fmla="*/ 27135 h 93437"/>
                <a:gd name="connsiteX131" fmla="*/ 508753 w 835419"/>
                <a:gd name="connsiteY131" fmla="*/ 35104 h 93437"/>
                <a:gd name="connsiteX132" fmla="*/ 516982 w 835419"/>
                <a:gd name="connsiteY132" fmla="*/ 43021 h 93437"/>
                <a:gd name="connsiteX133" fmla="*/ 526461 w 835419"/>
                <a:gd name="connsiteY133" fmla="*/ 47812 h 93437"/>
                <a:gd name="connsiteX134" fmla="*/ 523440 w 835419"/>
                <a:gd name="connsiteY134" fmla="*/ 51042 h 93437"/>
                <a:gd name="connsiteX135" fmla="*/ 521045 w 835419"/>
                <a:gd name="connsiteY135" fmla="*/ 54062 h 93437"/>
                <a:gd name="connsiteX136" fmla="*/ 514951 w 835419"/>
                <a:gd name="connsiteY136" fmla="*/ 50677 h 93437"/>
                <a:gd name="connsiteX137" fmla="*/ 508545 w 835419"/>
                <a:gd name="connsiteY137" fmla="*/ 45729 h 93437"/>
                <a:gd name="connsiteX138" fmla="*/ 502867 w 835419"/>
                <a:gd name="connsiteY138" fmla="*/ 40052 h 93437"/>
                <a:gd name="connsiteX139" fmla="*/ 498336 w 835419"/>
                <a:gd name="connsiteY139" fmla="*/ 33125 h 93437"/>
                <a:gd name="connsiteX140" fmla="*/ 494638 w 835419"/>
                <a:gd name="connsiteY140" fmla="*/ 40469 h 93437"/>
                <a:gd name="connsiteX141" fmla="*/ 489586 w 835419"/>
                <a:gd name="connsiteY141" fmla="*/ 46771 h 93437"/>
                <a:gd name="connsiteX142" fmla="*/ 482867 w 835419"/>
                <a:gd name="connsiteY142" fmla="*/ 52344 h 93437"/>
                <a:gd name="connsiteX143" fmla="*/ 475524 w 835419"/>
                <a:gd name="connsiteY143" fmla="*/ 56771 h 93437"/>
                <a:gd name="connsiteX144" fmla="*/ 472555 w 835419"/>
                <a:gd name="connsiteY144" fmla="*/ 53958 h 93437"/>
                <a:gd name="connsiteX145" fmla="*/ 469169 w 835419"/>
                <a:gd name="connsiteY145" fmla="*/ 51042 h 93437"/>
                <a:gd name="connsiteX146" fmla="*/ 479742 w 835419"/>
                <a:gd name="connsiteY146" fmla="*/ 44896 h 93437"/>
                <a:gd name="connsiteX147" fmla="*/ 488232 w 835419"/>
                <a:gd name="connsiteY147" fmla="*/ 36146 h 93437"/>
                <a:gd name="connsiteX148" fmla="*/ 492555 w 835419"/>
                <a:gd name="connsiteY148" fmla="*/ 27604 h 93437"/>
                <a:gd name="connsiteX149" fmla="*/ 494169 w 835419"/>
                <a:gd name="connsiteY149" fmla="*/ 17396 h 93437"/>
                <a:gd name="connsiteX150" fmla="*/ 494169 w 835419"/>
                <a:gd name="connsiteY150" fmla="*/ 11771 h 93437"/>
                <a:gd name="connsiteX151" fmla="*/ 475732 w 835419"/>
                <a:gd name="connsiteY151" fmla="*/ 11771 h 93437"/>
                <a:gd name="connsiteX152" fmla="*/ 97812 w 835419"/>
                <a:gd name="connsiteY152" fmla="*/ 4062 h 93437"/>
                <a:gd name="connsiteX153" fmla="*/ 137708 w 835419"/>
                <a:gd name="connsiteY153" fmla="*/ 4062 h 93437"/>
                <a:gd name="connsiteX154" fmla="*/ 139427 w 835419"/>
                <a:gd name="connsiteY154" fmla="*/ 4531 h 93437"/>
                <a:gd name="connsiteX155" fmla="*/ 139896 w 835419"/>
                <a:gd name="connsiteY155" fmla="*/ 6250 h 93437"/>
                <a:gd name="connsiteX156" fmla="*/ 139896 w 835419"/>
                <a:gd name="connsiteY156" fmla="*/ 27187 h 93437"/>
                <a:gd name="connsiteX157" fmla="*/ 139427 w 835419"/>
                <a:gd name="connsiteY157" fmla="*/ 28906 h 93437"/>
                <a:gd name="connsiteX158" fmla="*/ 137708 w 835419"/>
                <a:gd name="connsiteY158" fmla="*/ 29375 h 93437"/>
                <a:gd name="connsiteX159" fmla="*/ 105833 w 835419"/>
                <a:gd name="connsiteY159" fmla="*/ 29375 h 93437"/>
                <a:gd name="connsiteX160" fmla="*/ 105833 w 835419"/>
                <a:gd name="connsiteY160" fmla="*/ 41042 h 93437"/>
                <a:gd name="connsiteX161" fmla="*/ 115938 w 835419"/>
                <a:gd name="connsiteY161" fmla="*/ 41042 h 93437"/>
                <a:gd name="connsiteX162" fmla="*/ 127240 w 835419"/>
                <a:gd name="connsiteY162" fmla="*/ 40781 h 93437"/>
                <a:gd name="connsiteX163" fmla="*/ 138125 w 835419"/>
                <a:gd name="connsiteY163" fmla="*/ 40104 h 93437"/>
                <a:gd name="connsiteX164" fmla="*/ 147448 w 835419"/>
                <a:gd name="connsiteY164" fmla="*/ 39063 h 93437"/>
                <a:gd name="connsiteX165" fmla="*/ 154479 w 835419"/>
                <a:gd name="connsiteY165" fmla="*/ 37917 h 93437"/>
                <a:gd name="connsiteX166" fmla="*/ 154479 w 835419"/>
                <a:gd name="connsiteY166" fmla="*/ 44688 h 93437"/>
                <a:gd name="connsiteX167" fmla="*/ 146875 w 835419"/>
                <a:gd name="connsiteY167" fmla="*/ 45938 h 93437"/>
                <a:gd name="connsiteX168" fmla="*/ 136875 w 835419"/>
                <a:gd name="connsiteY168" fmla="*/ 47083 h 93437"/>
                <a:gd name="connsiteX169" fmla="*/ 125208 w 835419"/>
                <a:gd name="connsiteY169" fmla="*/ 47917 h 93437"/>
                <a:gd name="connsiteX170" fmla="*/ 113021 w 835419"/>
                <a:gd name="connsiteY170" fmla="*/ 48229 h 93437"/>
                <a:gd name="connsiteX171" fmla="*/ 100000 w 835419"/>
                <a:gd name="connsiteY171" fmla="*/ 48229 h 93437"/>
                <a:gd name="connsiteX172" fmla="*/ 98281 w 835419"/>
                <a:gd name="connsiteY172" fmla="*/ 47760 h 93437"/>
                <a:gd name="connsiteX173" fmla="*/ 97812 w 835419"/>
                <a:gd name="connsiteY173" fmla="*/ 46042 h 93437"/>
                <a:gd name="connsiteX174" fmla="*/ 97812 w 835419"/>
                <a:gd name="connsiteY174" fmla="*/ 24792 h 93437"/>
                <a:gd name="connsiteX175" fmla="*/ 98281 w 835419"/>
                <a:gd name="connsiteY175" fmla="*/ 23073 h 93437"/>
                <a:gd name="connsiteX176" fmla="*/ 100000 w 835419"/>
                <a:gd name="connsiteY176" fmla="*/ 22604 h 93437"/>
                <a:gd name="connsiteX177" fmla="*/ 131875 w 835419"/>
                <a:gd name="connsiteY177" fmla="*/ 22604 h 93437"/>
                <a:gd name="connsiteX178" fmla="*/ 131875 w 835419"/>
                <a:gd name="connsiteY178" fmla="*/ 11042 h 93437"/>
                <a:gd name="connsiteX179" fmla="*/ 97812 w 835419"/>
                <a:gd name="connsiteY179" fmla="*/ 11042 h 93437"/>
                <a:gd name="connsiteX180" fmla="*/ 673753 w 835419"/>
                <a:gd name="connsiteY180" fmla="*/ 3854 h 93437"/>
                <a:gd name="connsiteX181" fmla="*/ 736357 w 835419"/>
                <a:gd name="connsiteY181" fmla="*/ 3854 h 93437"/>
                <a:gd name="connsiteX182" fmla="*/ 738076 w 835419"/>
                <a:gd name="connsiteY182" fmla="*/ 4323 h 93437"/>
                <a:gd name="connsiteX183" fmla="*/ 738545 w 835419"/>
                <a:gd name="connsiteY183" fmla="*/ 6042 h 93437"/>
                <a:gd name="connsiteX184" fmla="*/ 737711 w 835419"/>
                <a:gd name="connsiteY184" fmla="*/ 15573 h 93437"/>
                <a:gd name="connsiteX185" fmla="*/ 736565 w 835419"/>
                <a:gd name="connsiteY185" fmla="*/ 26042 h 93437"/>
                <a:gd name="connsiteX186" fmla="*/ 735159 w 835419"/>
                <a:gd name="connsiteY186" fmla="*/ 36198 h 93437"/>
                <a:gd name="connsiteX187" fmla="*/ 733649 w 835419"/>
                <a:gd name="connsiteY187" fmla="*/ 44896 h 93437"/>
                <a:gd name="connsiteX188" fmla="*/ 748649 w 835419"/>
                <a:gd name="connsiteY188" fmla="*/ 44896 h 93437"/>
                <a:gd name="connsiteX189" fmla="*/ 748649 w 835419"/>
                <a:gd name="connsiteY189" fmla="*/ 51979 h 93437"/>
                <a:gd name="connsiteX190" fmla="*/ 709586 w 835419"/>
                <a:gd name="connsiteY190" fmla="*/ 51979 h 93437"/>
                <a:gd name="connsiteX191" fmla="*/ 709586 w 835419"/>
                <a:gd name="connsiteY191" fmla="*/ 92917 h 93437"/>
                <a:gd name="connsiteX192" fmla="*/ 701253 w 835419"/>
                <a:gd name="connsiteY192" fmla="*/ 92917 h 93437"/>
                <a:gd name="connsiteX193" fmla="*/ 701253 w 835419"/>
                <a:gd name="connsiteY193" fmla="*/ 51979 h 93437"/>
                <a:gd name="connsiteX194" fmla="*/ 663857 w 835419"/>
                <a:gd name="connsiteY194" fmla="*/ 51979 h 93437"/>
                <a:gd name="connsiteX195" fmla="*/ 663857 w 835419"/>
                <a:gd name="connsiteY195" fmla="*/ 44896 h 93437"/>
                <a:gd name="connsiteX196" fmla="*/ 725420 w 835419"/>
                <a:gd name="connsiteY196" fmla="*/ 44896 h 93437"/>
                <a:gd name="connsiteX197" fmla="*/ 726878 w 835419"/>
                <a:gd name="connsiteY197" fmla="*/ 36823 h 93437"/>
                <a:gd name="connsiteX198" fmla="*/ 728232 w 835419"/>
                <a:gd name="connsiteY198" fmla="*/ 28021 h 93437"/>
                <a:gd name="connsiteX199" fmla="*/ 729222 w 835419"/>
                <a:gd name="connsiteY199" fmla="*/ 19167 h 93437"/>
                <a:gd name="connsiteX200" fmla="*/ 729899 w 835419"/>
                <a:gd name="connsiteY200" fmla="*/ 10937 h 93437"/>
                <a:gd name="connsiteX201" fmla="*/ 673753 w 835419"/>
                <a:gd name="connsiteY201" fmla="*/ 10937 h 93437"/>
                <a:gd name="connsiteX202" fmla="*/ 9896 w 835419"/>
                <a:gd name="connsiteY202" fmla="*/ 3229 h 93437"/>
                <a:gd name="connsiteX203" fmla="*/ 72708 w 835419"/>
                <a:gd name="connsiteY203" fmla="*/ 3229 h 93437"/>
                <a:gd name="connsiteX204" fmla="*/ 74427 w 835419"/>
                <a:gd name="connsiteY204" fmla="*/ 3698 h 93437"/>
                <a:gd name="connsiteX205" fmla="*/ 74896 w 835419"/>
                <a:gd name="connsiteY205" fmla="*/ 5417 h 93437"/>
                <a:gd name="connsiteX206" fmla="*/ 74219 w 835419"/>
                <a:gd name="connsiteY206" fmla="*/ 12760 h 93437"/>
                <a:gd name="connsiteX207" fmla="*/ 73229 w 835419"/>
                <a:gd name="connsiteY207" fmla="*/ 21042 h 93437"/>
                <a:gd name="connsiteX208" fmla="*/ 71927 w 835419"/>
                <a:gd name="connsiteY208" fmla="*/ 29323 h 93437"/>
                <a:gd name="connsiteX209" fmla="*/ 70625 w 835419"/>
                <a:gd name="connsiteY209" fmla="*/ 36771 h 93437"/>
                <a:gd name="connsiteX210" fmla="*/ 84479 w 835419"/>
                <a:gd name="connsiteY210" fmla="*/ 36771 h 93437"/>
                <a:gd name="connsiteX211" fmla="*/ 84479 w 835419"/>
                <a:gd name="connsiteY211" fmla="*/ 43854 h 93437"/>
                <a:gd name="connsiteX212" fmla="*/ 45104 w 835419"/>
                <a:gd name="connsiteY212" fmla="*/ 43854 h 93437"/>
                <a:gd name="connsiteX213" fmla="*/ 45104 w 835419"/>
                <a:gd name="connsiteY213" fmla="*/ 61146 h 93437"/>
                <a:gd name="connsiteX214" fmla="*/ 71042 w 835419"/>
                <a:gd name="connsiteY214" fmla="*/ 61146 h 93437"/>
                <a:gd name="connsiteX215" fmla="*/ 72760 w 835419"/>
                <a:gd name="connsiteY215" fmla="*/ 61615 h 93437"/>
                <a:gd name="connsiteX216" fmla="*/ 73229 w 835419"/>
                <a:gd name="connsiteY216" fmla="*/ 63333 h 93437"/>
                <a:gd name="connsiteX217" fmla="*/ 73229 w 835419"/>
                <a:gd name="connsiteY217" fmla="*/ 93437 h 93437"/>
                <a:gd name="connsiteX218" fmla="*/ 64792 w 835419"/>
                <a:gd name="connsiteY218" fmla="*/ 93437 h 93437"/>
                <a:gd name="connsiteX219" fmla="*/ 64792 w 835419"/>
                <a:gd name="connsiteY219" fmla="*/ 68333 h 93437"/>
                <a:gd name="connsiteX220" fmla="*/ 10000 w 835419"/>
                <a:gd name="connsiteY220" fmla="*/ 68333 h 93437"/>
                <a:gd name="connsiteX221" fmla="*/ 10000 w 835419"/>
                <a:gd name="connsiteY221" fmla="*/ 61146 h 93437"/>
                <a:gd name="connsiteX222" fmla="*/ 36667 w 835419"/>
                <a:gd name="connsiteY222" fmla="*/ 61146 h 93437"/>
                <a:gd name="connsiteX223" fmla="*/ 36667 w 835419"/>
                <a:gd name="connsiteY223" fmla="*/ 43854 h 93437"/>
                <a:gd name="connsiteX224" fmla="*/ 0 w 835419"/>
                <a:gd name="connsiteY224" fmla="*/ 43854 h 93437"/>
                <a:gd name="connsiteX225" fmla="*/ 0 w 835419"/>
                <a:gd name="connsiteY225" fmla="*/ 36771 h 93437"/>
                <a:gd name="connsiteX226" fmla="*/ 62813 w 835419"/>
                <a:gd name="connsiteY226" fmla="*/ 36771 h 93437"/>
                <a:gd name="connsiteX227" fmla="*/ 63906 w 835419"/>
                <a:gd name="connsiteY227" fmla="*/ 30365 h 93437"/>
                <a:gd name="connsiteX228" fmla="*/ 65000 w 835419"/>
                <a:gd name="connsiteY228" fmla="*/ 23125 h 93437"/>
                <a:gd name="connsiteX229" fmla="*/ 65833 w 835419"/>
                <a:gd name="connsiteY229" fmla="*/ 16198 h 93437"/>
                <a:gd name="connsiteX230" fmla="*/ 66354 w 835419"/>
                <a:gd name="connsiteY230" fmla="*/ 10313 h 93437"/>
                <a:gd name="connsiteX231" fmla="*/ 9896 w 835419"/>
                <a:gd name="connsiteY231" fmla="*/ 10313 h 93437"/>
                <a:gd name="connsiteX232" fmla="*/ 292711 w 835419"/>
                <a:gd name="connsiteY232" fmla="*/ 3125 h 93437"/>
                <a:gd name="connsiteX233" fmla="*/ 300836 w 835419"/>
                <a:gd name="connsiteY233" fmla="*/ 3125 h 93437"/>
                <a:gd name="connsiteX234" fmla="*/ 300836 w 835419"/>
                <a:gd name="connsiteY234" fmla="*/ 41354 h 93437"/>
                <a:gd name="connsiteX235" fmla="*/ 310107 w 835419"/>
                <a:gd name="connsiteY235" fmla="*/ 41354 h 93437"/>
                <a:gd name="connsiteX236" fmla="*/ 320888 w 835419"/>
                <a:gd name="connsiteY236" fmla="*/ 41042 h 93437"/>
                <a:gd name="connsiteX237" fmla="*/ 331774 w 835419"/>
                <a:gd name="connsiteY237" fmla="*/ 40208 h 93437"/>
                <a:gd name="connsiteX238" fmla="*/ 341253 w 835419"/>
                <a:gd name="connsiteY238" fmla="*/ 39115 h 93437"/>
                <a:gd name="connsiteX239" fmla="*/ 347711 w 835419"/>
                <a:gd name="connsiteY239" fmla="*/ 37917 h 93437"/>
                <a:gd name="connsiteX240" fmla="*/ 347711 w 835419"/>
                <a:gd name="connsiteY240" fmla="*/ 44896 h 93437"/>
                <a:gd name="connsiteX241" fmla="*/ 341044 w 835419"/>
                <a:gd name="connsiteY241" fmla="*/ 46250 h 93437"/>
                <a:gd name="connsiteX242" fmla="*/ 331565 w 835419"/>
                <a:gd name="connsiteY242" fmla="*/ 47500 h 93437"/>
                <a:gd name="connsiteX243" fmla="*/ 320472 w 835419"/>
                <a:gd name="connsiteY243" fmla="*/ 48385 h 93437"/>
                <a:gd name="connsiteX244" fmla="*/ 308649 w 835419"/>
                <a:gd name="connsiteY244" fmla="*/ 48750 h 93437"/>
                <a:gd name="connsiteX245" fmla="*/ 294899 w 835419"/>
                <a:gd name="connsiteY245" fmla="*/ 48750 h 93437"/>
                <a:gd name="connsiteX246" fmla="*/ 293180 w 835419"/>
                <a:gd name="connsiteY246" fmla="*/ 48281 h 93437"/>
                <a:gd name="connsiteX247" fmla="*/ 292711 w 835419"/>
                <a:gd name="connsiteY247" fmla="*/ 46563 h 93437"/>
                <a:gd name="connsiteX248" fmla="*/ 404482 w 835419"/>
                <a:gd name="connsiteY248" fmla="*/ 1667 h 93437"/>
                <a:gd name="connsiteX249" fmla="*/ 414222 w 835419"/>
                <a:gd name="connsiteY249" fmla="*/ 3646 h 93437"/>
                <a:gd name="connsiteX250" fmla="*/ 421878 w 835419"/>
                <a:gd name="connsiteY250" fmla="*/ 8958 h 93437"/>
                <a:gd name="connsiteX251" fmla="*/ 426930 w 835419"/>
                <a:gd name="connsiteY251" fmla="*/ 16875 h 93437"/>
                <a:gd name="connsiteX252" fmla="*/ 428753 w 835419"/>
                <a:gd name="connsiteY252" fmla="*/ 26458 h 93437"/>
                <a:gd name="connsiteX253" fmla="*/ 426930 w 835419"/>
                <a:gd name="connsiteY253" fmla="*/ 36042 h 93437"/>
                <a:gd name="connsiteX254" fmla="*/ 421878 w 835419"/>
                <a:gd name="connsiteY254" fmla="*/ 43854 h 93437"/>
                <a:gd name="connsiteX255" fmla="*/ 414222 w 835419"/>
                <a:gd name="connsiteY255" fmla="*/ 49219 h 93437"/>
                <a:gd name="connsiteX256" fmla="*/ 404482 w 835419"/>
                <a:gd name="connsiteY256" fmla="*/ 51146 h 93437"/>
                <a:gd name="connsiteX257" fmla="*/ 394586 w 835419"/>
                <a:gd name="connsiteY257" fmla="*/ 49219 h 93437"/>
                <a:gd name="connsiteX258" fmla="*/ 386878 w 835419"/>
                <a:gd name="connsiteY258" fmla="*/ 43854 h 93437"/>
                <a:gd name="connsiteX259" fmla="*/ 381878 w 835419"/>
                <a:gd name="connsiteY259" fmla="*/ 36042 h 93437"/>
                <a:gd name="connsiteX260" fmla="*/ 380107 w 835419"/>
                <a:gd name="connsiteY260" fmla="*/ 26458 h 93437"/>
                <a:gd name="connsiteX261" fmla="*/ 381878 w 835419"/>
                <a:gd name="connsiteY261" fmla="*/ 16875 h 93437"/>
                <a:gd name="connsiteX262" fmla="*/ 386878 w 835419"/>
                <a:gd name="connsiteY262" fmla="*/ 8958 h 93437"/>
                <a:gd name="connsiteX263" fmla="*/ 394586 w 835419"/>
                <a:gd name="connsiteY263" fmla="*/ 3646 h 93437"/>
                <a:gd name="connsiteX264" fmla="*/ 404482 w 835419"/>
                <a:gd name="connsiteY264" fmla="*/ 1667 h 93437"/>
                <a:gd name="connsiteX265" fmla="*/ 825420 w 835419"/>
                <a:gd name="connsiteY265" fmla="*/ 625 h 93437"/>
                <a:gd name="connsiteX266" fmla="*/ 833440 w 835419"/>
                <a:gd name="connsiteY266" fmla="*/ 625 h 93437"/>
                <a:gd name="connsiteX267" fmla="*/ 833440 w 835419"/>
                <a:gd name="connsiteY267" fmla="*/ 70938 h 93437"/>
                <a:gd name="connsiteX268" fmla="*/ 825420 w 835419"/>
                <a:gd name="connsiteY268" fmla="*/ 70938 h 93437"/>
                <a:gd name="connsiteX269" fmla="*/ 825420 w 835419"/>
                <a:gd name="connsiteY269" fmla="*/ 61979 h 93437"/>
                <a:gd name="connsiteX270" fmla="*/ 803545 w 835419"/>
                <a:gd name="connsiteY270" fmla="*/ 61979 h 93437"/>
                <a:gd name="connsiteX271" fmla="*/ 803545 w 835419"/>
                <a:gd name="connsiteY271" fmla="*/ 55313 h 93437"/>
                <a:gd name="connsiteX272" fmla="*/ 825420 w 835419"/>
                <a:gd name="connsiteY272" fmla="*/ 55313 h 93437"/>
                <a:gd name="connsiteX273" fmla="*/ 641774 w 835419"/>
                <a:gd name="connsiteY273" fmla="*/ 521 h 93437"/>
                <a:gd name="connsiteX274" fmla="*/ 649899 w 835419"/>
                <a:gd name="connsiteY274" fmla="*/ 521 h 93437"/>
                <a:gd name="connsiteX275" fmla="*/ 649899 w 835419"/>
                <a:gd name="connsiteY275" fmla="*/ 68333 h 93437"/>
                <a:gd name="connsiteX276" fmla="*/ 641774 w 835419"/>
                <a:gd name="connsiteY276" fmla="*/ 68333 h 93437"/>
                <a:gd name="connsiteX277" fmla="*/ 641774 w 835419"/>
                <a:gd name="connsiteY277" fmla="*/ 39688 h 93437"/>
                <a:gd name="connsiteX278" fmla="*/ 621149 w 835419"/>
                <a:gd name="connsiteY278" fmla="*/ 39688 h 93437"/>
                <a:gd name="connsiteX279" fmla="*/ 612659 w 835419"/>
                <a:gd name="connsiteY279" fmla="*/ 47865 h 93437"/>
                <a:gd name="connsiteX280" fmla="*/ 600524 w 835419"/>
                <a:gd name="connsiteY280" fmla="*/ 50938 h 93437"/>
                <a:gd name="connsiteX281" fmla="*/ 590628 w 835419"/>
                <a:gd name="connsiteY281" fmla="*/ 49011 h 93437"/>
                <a:gd name="connsiteX282" fmla="*/ 583024 w 835419"/>
                <a:gd name="connsiteY282" fmla="*/ 43646 h 93437"/>
                <a:gd name="connsiteX283" fmla="*/ 578024 w 835419"/>
                <a:gd name="connsiteY283" fmla="*/ 35833 h 93437"/>
                <a:gd name="connsiteX284" fmla="*/ 576253 w 835419"/>
                <a:gd name="connsiteY284" fmla="*/ 26250 h 93437"/>
                <a:gd name="connsiteX285" fmla="*/ 578024 w 835419"/>
                <a:gd name="connsiteY285" fmla="*/ 16667 h 93437"/>
                <a:gd name="connsiteX286" fmla="*/ 583024 w 835419"/>
                <a:gd name="connsiteY286" fmla="*/ 8750 h 93437"/>
                <a:gd name="connsiteX287" fmla="*/ 590628 w 835419"/>
                <a:gd name="connsiteY287" fmla="*/ 3438 h 93437"/>
                <a:gd name="connsiteX288" fmla="*/ 600524 w 835419"/>
                <a:gd name="connsiteY288" fmla="*/ 1458 h 93437"/>
                <a:gd name="connsiteX289" fmla="*/ 611878 w 835419"/>
                <a:gd name="connsiteY289" fmla="*/ 4167 h 93437"/>
                <a:gd name="connsiteX290" fmla="*/ 620211 w 835419"/>
                <a:gd name="connsiteY290" fmla="*/ 11354 h 93437"/>
                <a:gd name="connsiteX291" fmla="*/ 641774 w 835419"/>
                <a:gd name="connsiteY291" fmla="*/ 11354 h 93437"/>
                <a:gd name="connsiteX292" fmla="*/ 538961 w 835419"/>
                <a:gd name="connsiteY292" fmla="*/ 521 h 93437"/>
                <a:gd name="connsiteX293" fmla="*/ 547086 w 835419"/>
                <a:gd name="connsiteY293" fmla="*/ 521 h 93437"/>
                <a:gd name="connsiteX294" fmla="*/ 547086 w 835419"/>
                <a:gd name="connsiteY294" fmla="*/ 68229 h 93437"/>
                <a:gd name="connsiteX295" fmla="*/ 538961 w 835419"/>
                <a:gd name="connsiteY295" fmla="*/ 68229 h 93437"/>
                <a:gd name="connsiteX296" fmla="*/ 538961 w 835419"/>
                <a:gd name="connsiteY296" fmla="*/ 29583 h 93437"/>
                <a:gd name="connsiteX297" fmla="*/ 519690 w 835419"/>
                <a:gd name="connsiteY297" fmla="*/ 29583 h 93437"/>
                <a:gd name="connsiteX298" fmla="*/ 519690 w 835419"/>
                <a:gd name="connsiteY298" fmla="*/ 22292 h 93437"/>
                <a:gd name="connsiteX299" fmla="*/ 538961 w 835419"/>
                <a:gd name="connsiteY299" fmla="*/ 22292 h 93437"/>
                <a:gd name="connsiteX300" fmla="*/ 443232 w 835419"/>
                <a:gd name="connsiteY300" fmla="*/ 521 h 93437"/>
                <a:gd name="connsiteX301" fmla="*/ 451253 w 835419"/>
                <a:gd name="connsiteY301" fmla="*/ 521 h 93437"/>
                <a:gd name="connsiteX302" fmla="*/ 451253 w 835419"/>
                <a:gd name="connsiteY302" fmla="*/ 23333 h 93437"/>
                <a:gd name="connsiteX303" fmla="*/ 463961 w 835419"/>
                <a:gd name="connsiteY303" fmla="*/ 23333 h 93437"/>
                <a:gd name="connsiteX304" fmla="*/ 463961 w 835419"/>
                <a:gd name="connsiteY304" fmla="*/ 30625 h 93437"/>
                <a:gd name="connsiteX305" fmla="*/ 451253 w 835419"/>
                <a:gd name="connsiteY305" fmla="*/ 30625 h 93437"/>
                <a:gd name="connsiteX306" fmla="*/ 451253 w 835419"/>
                <a:gd name="connsiteY306" fmla="*/ 68437 h 93437"/>
                <a:gd name="connsiteX307" fmla="*/ 443232 w 835419"/>
                <a:gd name="connsiteY307" fmla="*/ 68437 h 93437"/>
                <a:gd name="connsiteX308" fmla="*/ 352190 w 835419"/>
                <a:gd name="connsiteY308" fmla="*/ 521 h 93437"/>
                <a:gd name="connsiteX309" fmla="*/ 360315 w 835419"/>
                <a:gd name="connsiteY309" fmla="*/ 521 h 93437"/>
                <a:gd name="connsiteX310" fmla="*/ 360315 w 835419"/>
                <a:gd name="connsiteY310" fmla="*/ 23333 h 93437"/>
                <a:gd name="connsiteX311" fmla="*/ 372919 w 835419"/>
                <a:gd name="connsiteY311" fmla="*/ 23333 h 93437"/>
                <a:gd name="connsiteX312" fmla="*/ 372919 w 835419"/>
                <a:gd name="connsiteY312" fmla="*/ 30521 h 93437"/>
                <a:gd name="connsiteX313" fmla="*/ 360315 w 835419"/>
                <a:gd name="connsiteY313" fmla="*/ 30521 h 93437"/>
                <a:gd name="connsiteX314" fmla="*/ 360315 w 835419"/>
                <a:gd name="connsiteY314" fmla="*/ 67917 h 93437"/>
                <a:gd name="connsiteX315" fmla="*/ 352190 w 835419"/>
                <a:gd name="connsiteY315" fmla="*/ 67917 h 93437"/>
                <a:gd name="connsiteX316" fmla="*/ 267919 w 835419"/>
                <a:gd name="connsiteY316" fmla="*/ 521 h 93437"/>
                <a:gd name="connsiteX317" fmla="*/ 275836 w 835419"/>
                <a:gd name="connsiteY317" fmla="*/ 521 h 93437"/>
                <a:gd name="connsiteX318" fmla="*/ 275836 w 835419"/>
                <a:gd name="connsiteY318" fmla="*/ 92813 h 93437"/>
                <a:gd name="connsiteX319" fmla="*/ 267919 w 835419"/>
                <a:gd name="connsiteY319" fmla="*/ 92813 h 93437"/>
                <a:gd name="connsiteX320" fmla="*/ 267919 w 835419"/>
                <a:gd name="connsiteY320" fmla="*/ 41979 h 93437"/>
                <a:gd name="connsiteX321" fmla="*/ 256044 w 835419"/>
                <a:gd name="connsiteY321" fmla="*/ 41979 h 93437"/>
                <a:gd name="connsiteX322" fmla="*/ 256044 w 835419"/>
                <a:gd name="connsiteY322" fmla="*/ 88438 h 93437"/>
                <a:gd name="connsiteX323" fmla="*/ 248021 w 835419"/>
                <a:gd name="connsiteY323" fmla="*/ 88438 h 93437"/>
                <a:gd name="connsiteX324" fmla="*/ 248021 w 835419"/>
                <a:gd name="connsiteY324" fmla="*/ 2083 h 93437"/>
                <a:gd name="connsiteX325" fmla="*/ 256044 w 835419"/>
                <a:gd name="connsiteY325" fmla="*/ 2083 h 93437"/>
                <a:gd name="connsiteX326" fmla="*/ 256044 w 835419"/>
                <a:gd name="connsiteY326" fmla="*/ 34062 h 93437"/>
                <a:gd name="connsiteX327" fmla="*/ 267919 w 835419"/>
                <a:gd name="connsiteY327" fmla="*/ 34062 h 93437"/>
                <a:gd name="connsiteX328" fmla="*/ 159479 w 835419"/>
                <a:gd name="connsiteY328" fmla="*/ 521 h 93437"/>
                <a:gd name="connsiteX329" fmla="*/ 167604 w 835419"/>
                <a:gd name="connsiteY329" fmla="*/ 521 h 93437"/>
                <a:gd name="connsiteX330" fmla="*/ 167604 w 835419"/>
                <a:gd name="connsiteY330" fmla="*/ 50729 h 93437"/>
                <a:gd name="connsiteX331" fmla="*/ 159479 w 835419"/>
                <a:gd name="connsiteY331" fmla="*/ 50729 h 93437"/>
                <a:gd name="connsiteX332" fmla="*/ 787920 w 835419"/>
                <a:gd name="connsiteY332" fmla="*/ 0 h 93437"/>
                <a:gd name="connsiteX333" fmla="*/ 805003 w 835419"/>
                <a:gd name="connsiteY333" fmla="*/ 5104 h 93437"/>
                <a:gd name="connsiteX334" fmla="*/ 810941 w 835419"/>
                <a:gd name="connsiteY334" fmla="*/ 17708 h 93437"/>
                <a:gd name="connsiteX335" fmla="*/ 804951 w 835419"/>
                <a:gd name="connsiteY335" fmla="*/ 30208 h 93437"/>
                <a:gd name="connsiteX336" fmla="*/ 787920 w 835419"/>
                <a:gd name="connsiteY336" fmla="*/ 34896 h 93437"/>
                <a:gd name="connsiteX337" fmla="*/ 770940 w 835419"/>
                <a:gd name="connsiteY337" fmla="*/ 30052 h 93437"/>
                <a:gd name="connsiteX338" fmla="*/ 765107 w 835419"/>
                <a:gd name="connsiteY338" fmla="*/ 17708 h 93437"/>
                <a:gd name="connsiteX339" fmla="*/ 770888 w 835419"/>
                <a:gd name="connsiteY339" fmla="*/ 5261 h 93437"/>
                <a:gd name="connsiteX340" fmla="*/ 787920 w 835419"/>
                <a:gd name="connsiteY340" fmla="*/ 0 h 9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</a:cxnLst>
              <a:rect l="l" t="t" r="r" b="b"/>
              <a:pathLst>
                <a:path w="835419" h="93437">
                  <a:moveTo>
                    <a:pt x="116146" y="72500"/>
                  </a:moveTo>
                  <a:lnTo>
                    <a:pt x="116146" y="85104"/>
                  </a:lnTo>
                  <a:lnTo>
                    <a:pt x="159375" y="85104"/>
                  </a:lnTo>
                  <a:lnTo>
                    <a:pt x="159375" y="72500"/>
                  </a:lnTo>
                  <a:close/>
                  <a:moveTo>
                    <a:pt x="773024" y="67708"/>
                  </a:moveTo>
                  <a:lnTo>
                    <a:pt x="781566" y="67708"/>
                  </a:lnTo>
                  <a:lnTo>
                    <a:pt x="781566" y="83854"/>
                  </a:lnTo>
                  <a:lnTo>
                    <a:pt x="835420" y="83854"/>
                  </a:lnTo>
                  <a:lnTo>
                    <a:pt x="835420" y="90937"/>
                  </a:lnTo>
                  <a:lnTo>
                    <a:pt x="775211" y="90937"/>
                  </a:lnTo>
                  <a:cubicBezTo>
                    <a:pt x="774378" y="90937"/>
                    <a:pt x="773805" y="90781"/>
                    <a:pt x="773492" y="90469"/>
                  </a:cubicBezTo>
                  <a:cubicBezTo>
                    <a:pt x="773180" y="90156"/>
                    <a:pt x="773024" y="89583"/>
                    <a:pt x="773024" y="88750"/>
                  </a:cubicBezTo>
                  <a:close/>
                  <a:moveTo>
                    <a:pt x="487399" y="61354"/>
                  </a:moveTo>
                  <a:lnTo>
                    <a:pt x="495836" y="61354"/>
                  </a:lnTo>
                  <a:lnTo>
                    <a:pt x="495836" y="83854"/>
                  </a:lnTo>
                  <a:lnTo>
                    <a:pt x="549690" y="83854"/>
                  </a:lnTo>
                  <a:lnTo>
                    <a:pt x="549690" y="90937"/>
                  </a:lnTo>
                  <a:lnTo>
                    <a:pt x="489586" y="90937"/>
                  </a:lnTo>
                  <a:cubicBezTo>
                    <a:pt x="488753" y="90937"/>
                    <a:pt x="488180" y="90781"/>
                    <a:pt x="487867" y="90469"/>
                  </a:cubicBezTo>
                  <a:cubicBezTo>
                    <a:pt x="487555" y="90156"/>
                    <a:pt x="487399" y="89583"/>
                    <a:pt x="487399" y="88750"/>
                  </a:cubicBezTo>
                  <a:close/>
                  <a:moveTo>
                    <a:pt x="393232" y="60937"/>
                  </a:moveTo>
                  <a:lnTo>
                    <a:pt x="401565" y="60937"/>
                  </a:lnTo>
                  <a:lnTo>
                    <a:pt x="401565" y="83854"/>
                  </a:lnTo>
                  <a:lnTo>
                    <a:pt x="454274" y="83854"/>
                  </a:lnTo>
                  <a:lnTo>
                    <a:pt x="454274" y="90937"/>
                  </a:lnTo>
                  <a:lnTo>
                    <a:pt x="395419" y="90937"/>
                  </a:lnTo>
                  <a:cubicBezTo>
                    <a:pt x="394586" y="90937"/>
                    <a:pt x="394013" y="90781"/>
                    <a:pt x="393701" y="90469"/>
                  </a:cubicBezTo>
                  <a:cubicBezTo>
                    <a:pt x="393388" y="90156"/>
                    <a:pt x="393232" y="89583"/>
                    <a:pt x="393232" y="88750"/>
                  </a:cubicBezTo>
                  <a:close/>
                  <a:moveTo>
                    <a:pt x="590003" y="60833"/>
                  </a:moveTo>
                  <a:lnTo>
                    <a:pt x="598440" y="60833"/>
                  </a:lnTo>
                  <a:lnTo>
                    <a:pt x="598440" y="83854"/>
                  </a:lnTo>
                  <a:lnTo>
                    <a:pt x="652399" y="83854"/>
                  </a:lnTo>
                  <a:lnTo>
                    <a:pt x="652399" y="90937"/>
                  </a:lnTo>
                  <a:lnTo>
                    <a:pt x="592190" y="90937"/>
                  </a:lnTo>
                  <a:cubicBezTo>
                    <a:pt x="591357" y="90937"/>
                    <a:pt x="590784" y="90781"/>
                    <a:pt x="590472" y="90469"/>
                  </a:cubicBezTo>
                  <a:cubicBezTo>
                    <a:pt x="590159" y="90156"/>
                    <a:pt x="590003" y="89583"/>
                    <a:pt x="590003" y="88750"/>
                  </a:cubicBezTo>
                  <a:close/>
                  <a:moveTo>
                    <a:pt x="302294" y="59583"/>
                  </a:moveTo>
                  <a:lnTo>
                    <a:pt x="310628" y="59583"/>
                  </a:lnTo>
                  <a:lnTo>
                    <a:pt x="310628" y="83854"/>
                  </a:lnTo>
                  <a:lnTo>
                    <a:pt x="363440" y="83854"/>
                  </a:lnTo>
                  <a:lnTo>
                    <a:pt x="363440" y="90937"/>
                  </a:lnTo>
                  <a:lnTo>
                    <a:pt x="304482" y="90937"/>
                  </a:lnTo>
                  <a:cubicBezTo>
                    <a:pt x="303649" y="90937"/>
                    <a:pt x="303076" y="90781"/>
                    <a:pt x="302763" y="90469"/>
                  </a:cubicBezTo>
                  <a:cubicBezTo>
                    <a:pt x="302451" y="90156"/>
                    <a:pt x="302294" y="89583"/>
                    <a:pt x="302294" y="88750"/>
                  </a:cubicBezTo>
                  <a:close/>
                  <a:moveTo>
                    <a:pt x="159375" y="55625"/>
                  </a:moveTo>
                  <a:lnTo>
                    <a:pt x="167604" y="55625"/>
                  </a:lnTo>
                  <a:lnTo>
                    <a:pt x="167604" y="89688"/>
                  </a:lnTo>
                  <a:cubicBezTo>
                    <a:pt x="167604" y="90521"/>
                    <a:pt x="167448" y="91094"/>
                    <a:pt x="167135" y="91406"/>
                  </a:cubicBezTo>
                  <a:cubicBezTo>
                    <a:pt x="166823" y="91719"/>
                    <a:pt x="166250" y="91875"/>
                    <a:pt x="165417" y="91875"/>
                  </a:cubicBezTo>
                  <a:lnTo>
                    <a:pt x="110000" y="91875"/>
                  </a:lnTo>
                  <a:cubicBezTo>
                    <a:pt x="109167" y="91875"/>
                    <a:pt x="108594" y="91719"/>
                    <a:pt x="108281" y="91406"/>
                  </a:cubicBezTo>
                  <a:cubicBezTo>
                    <a:pt x="107969" y="91094"/>
                    <a:pt x="107813" y="90521"/>
                    <a:pt x="107813" y="89688"/>
                  </a:cubicBezTo>
                  <a:lnTo>
                    <a:pt x="107813" y="56146"/>
                  </a:lnTo>
                  <a:lnTo>
                    <a:pt x="116146" y="56146"/>
                  </a:lnTo>
                  <a:lnTo>
                    <a:pt x="116146" y="65833"/>
                  </a:lnTo>
                  <a:lnTo>
                    <a:pt x="159375" y="65833"/>
                  </a:lnTo>
                  <a:close/>
                  <a:moveTo>
                    <a:pt x="821565" y="38542"/>
                  </a:moveTo>
                  <a:lnTo>
                    <a:pt x="821565" y="45521"/>
                  </a:lnTo>
                  <a:cubicBezTo>
                    <a:pt x="819690" y="45872"/>
                    <a:pt x="817412" y="46185"/>
                    <a:pt x="814742" y="46458"/>
                  </a:cubicBezTo>
                  <a:cubicBezTo>
                    <a:pt x="812073" y="46745"/>
                    <a:pt x="809209" y="46979"/>
                    <a:pt x="806149" y="47187"/>
                  </a:cubicBezTo>
                  <a:cubicBezTo>
                    <a:pt x="803089" y="47396"/>
                    <a:pt x="799925" y="47578"/>
                    <a:pt x="796670" y="47708"/>
                  </a:cubicBezTo>
                  <a:cubicBezTo>
                    <a:pt x="793401" y="47852"/>
                    <a:pt x="790276" y="47917"/>
                    <a:pt x="787295" y="47917"/>
                  </a:cubicBezTo>
                  <a:lnTo>
                    <a:pt x="787295" y="62813"/>
                  </a:lnTo>
                  <a:lnTo>
                    <a:pt x="779066" y="62813"/>
                  </a:lnTo>
                  <a:lnTo>
                    <a:pt x="779066" y="48125"/>
                  </a:lnTo>
                  <a:lnTo>
                    <a:pt x="758024" y="48125"/>
                  </a:lnTo>
                  <a:lnTo>
                    <a:pt x="758024" y="41146"/>
                  </a:lnTo>
                  <a:lnTo>
                    <a:pt x="785732" y="41146"/>
                  </a:lnTo>
                  <a:cubicBezTo>
                    <a:pt x="788232" y="41146"/>
                    <a:pt x="791175" y="41081"/>
                    <a:pt x="794586" y="40937"/>
                  </a:cubicBezTo>
                  <a:cubicBezTo>
                    <a:pt x="797985" y="40807"/>
                    <a:pt x="801422" y="40599"/>
                    <a:pt x="804899" y="40312"/>
                  </a:cubicBezTo>
                  <a:cubicBezTo>
                    <a:pt x="808297" y="40039"/>
                    <a:pt x="811514" y="39766"/>
                    <a:pt x="814534" y="39479"/>
                  </a:cubicBezTo>
                  <a:cubicBezTo>
                    <a:pt x="817555" y="39206"/>
                    <a:pt x="819899" y="38893"/>
                    <a:pt x="821565" y="38542"/>
                  </a:cubicBezTo>
                  <a:close/>
                  <a:moveTo>
                    <a:pt x="623753" y="18333"/>
                  </a:moveTo>
                  <a:cubicBezTo>
                    <a:pt x="624091" y="19583"/>
                    <a:pt x="624378" y="20872"/>
                    <a:pt x="624586" y="22187"/>
                  </a:cubicBezTo>
                  <a:cubicBezTo>
                    <a:pt x="624795" y="23516"/>
                    <a:pt x="624899" y="24870"/>
                    <a:pt x="624899" y="26250"/>
                  </a:cubicBezTo>
                  <a:cubicBezTo>
                    <a:pt x="624899" y="27370"/>
                    <a:pt x="624808" y="28464"/>
                    <a:pt x="624638" y="29531"/>
                  </a:cubicBezTo>
                  <a:cubicBezTo>
                    <a:pt x="624456" y="30612"/>
                    <a:pt x="624274" y="31667"/>
                    <a:pt x="624065" y="32708"/>
                  </a:cubicBezTo>
                  <a:lnTo>
                    <a:pt x="641774" y="32708"/>
                  </a:lnTo>
                  <a:lnTo>
                    <a:pt x="641774" y="18333"/>
                  </a:lnTo>
                  <a:close/>
                  <a:moveTo>
                    <a:pt x="404482" y="9062"/>
                  </a:moveTo>
                  <a:cubicBezTo>
                    <a:pt x="399482" y="9062"/>
                    <a:pt x="395589" y="10768"/>
                    <a:pt x="392815" y="14167"/>
                  </a:cubicBezTo>
                  <a:cubicBezTo>
                    <a:pt x="390029" y="17578"/>
                    <a:pt x="388649" y="21667"/>
                    <a:pt x="388649" y="26458"/>
                  </a:cubicBezTo>
                  <a:cubicBezTo>
                    <a:pt x="388649" y="31250"/>
                    <a:pt x="390029" y="35313"/>
                    <a:pt x="392815" y="38646"/>
                  </a:cubicBezTo>
                  <a:cubicBezTo>
                    <a:pt x="395589" y="41979"/>
                    <a:pt x="399482" y="43646"/>
                    <a:pt x="404482" y="43646"/>
                  </a:cubicBezTo>
                  <a:cubicBezTo>
                    <a:pt x="409482" y="43646"/>
                    <a:pt x="413349" y="41979"/>
                    <a:pt x="416097" y="38646"/>
                  </a:cubicBezTo>
                  <a:cubicBezTo>
                    <a:pt x="418831" y="35313"/>
                    <a:pt x="420211" y="31250"/>
                    <a:pt x="420211" y="26458"/>
                  </a:cubicBezTo>
                  <a:cubicBezTo>
                    <a:pt x="420211" y="21667"/>
                    <a:pt x="418831" y="17578"/>
                    <a:pt x="416097" y="14167"/>
                  </a:cubicBezTo>
                  <a:cubicBezTo>
                    <a:pt x="413349" y="10768"/>
                    <a:pt x="409482" y="9062"/>
                    <a:pt x="404482" y="9062"/>
                  </a:cubicBezTo>
                  <a:close/>
                  <a:moveTo>
                    <a:pt x="600524" y="8854"/>
                  </a:moveTo>
                  <a:cubicBezTo>
                    <a:pt x="595524" y="8854"/>
                    <a:pt x="591630" y="10560"/>
                    <a:pt x="588857" y="13958"/>
                  </a:cubicBezTo>
                  <a:cubicBezTo>
                    <a:pt x="586071" y="17370"/>
                    <a:pt x="584690" y="21458"/>
                    <a:pt x="584690" y="26250"/>
                  </a:cubicBezTo>
                  <a:cubicBezTo>
                    <a:pt x="584690" y="31042"/>
                    <a:pt x="586071" y="35104"/>
                    <a:pt x="588857" y="38437"/>
                  </a:cubicBezTo>
                  <a:cubicBezTo>
                    <a:pt x="591630" y="41771"/>
                    <a:pt x="595524" y="43437"/>
                    <a:pt x="600524" y="43437"/>
                  </a:cubicBezTo>
                  <a:cubicBezTo>
                    <a:pt x="605524" y="43437"/>
                    <a:pt x="609404" y="41771"/>
                    <a:pt x="612190" y="38437"/>
                  </a:cubicBezTo>
                  <a:cubicBezTo>
                    <a:pt x="614964" y="35104"/>
                    <a:pt x="616357" y="31042"/>
                    <a:pt x="616357" y="26250"/>
                  </a:cubicBezTo>
                  <a:cubicBezTo>
                    <a:pt x="616357" y="21458"/>
                    <a:pt x="614964" y="17370"/>
                    <a:pt x="612190" y="13958"/>
                  </a:cubicBezTo>
                  <a:cubicBezTo>
                    <a:pt x="609404" y="10560"/>
                    <a:pt x="605524" y="8854"/>
                    <a:pt x="600524" y="8854"/>
                  </a:cubicBezTo>
                  <a:close/>
                  <a:moveTo>
                    <a:pt x="787920" y="7083"/>
                  </a:moveTo>
                  <a:cubicBezTo>
                    <a:pt x="782360" y="7083"/>
                    <a:pt x="778519" y="8125"/>
                    <a:pt x="776409" y="10208"/>
                  </a:cubicBezTo>
                  <a:cubicBezTo>
                    <a:pt x="774287" y="12292"/>
                    <a:pt x="773232" y="14792"/>
                    <a:pt x="773232" y="17708"/>
                  </a:cubicBezTo>
                  <a:cubicBezTo>
                    <a:pt x="773232" y="20703"/>
                    <a:pt x="774300" y="23151"/>
                    <a:pt x="776461" y="25052"/>
                  </a:cubicBezTo>
                  <a:cubicBezTo>
                    <a:pt x="778610" y="26966"/>
                    <a:pt x="782438" y="27917"/>
                    <a:pt x="787920" y="27917"/>
                  </a:cubicBezTo>
                  <a:cubicBezTo>
                    <a:pt x="793336" y="27917"/>
                    <a:pt x="797138" y="26966"/>
                    <a:pt x="799326" y="25052"/>
                  </a:cubicBezTo>
                  <a:cubicBezTo>
                    <a:pt x="801513" y="23151"/>
                    <a:pt x="802607" y="20703"/>
                    <a:pt x="802607" y="17708"/>
                  </a:cubicBezTo>
                  <a:cubicBezTo>
                    <a:pt x="802607" y="14727"/>
                    <a:pt x="801526" y="12214"/>
                    <a:pt x="799378" y="10156"/>
                  </a:cubicBezTo>
                  <a:cubicBezTo>
                    <a:pt x="797230" y="8112"/>
                    <a:pt x="793401" y="7083"/>
                    <a:pt x="787920" y="7083"/>
                  </a:cubicBezTo>
                  <a:close/>
                  <a:moveTo>
                    <a:pt x="201146" y="6667"/>
                  </a:moveTo>
                  <a:lnTo>
                    <a:pt x="239583" y="6667"/>
                  </a:lnTo>
                  <a:lnTo>
                    <a:pt x="239583" y="13646"/>
                  </a:lnTo>
                  <a:lnTo>
                    <a:pt x="224688" y="13646"/>
                  </a:lnTo>
                  <a:lnTo>
                    <a:pt x="224688" y="21354"/>
                  </a:lnTo>
                  <a:cubicBezTo>
                    <a:pt x="224688" y="31849"/>
                    <a:pt x="226094" y="40755"/>
                    <a:pt x="228906" y="48073"/>
                  </a:cubicBezTo>
                  <a:cubicBezTo>
                    <a:pt x="231719" y="55404"/>
                    <a:pt x="236771" y="61250"/>
                    <a:pt x="244063" y="65625"/>
                  </a:cubicBezTo>
                  <a:lnTo>
                    <a:pt x="237917" y="71250"/>
                  </a:lnTo>
                  <a:cubicBezTo>
                    <a:pt x="234583" y="69037"/>
                    <a:pt x="231233" y="65781"/>
                    <a:pt x="227865" y="61510"/>
                  </a:cubicBezTo>
                  <a:cubicBezTo>
                    <a:pt x="224497" y="57240"/>
                    <a:pt x="221979" y="52331"/>
                    <a:pt x="220313" y="46771"/>
                  </a:cubicBezTo>
                  <a:cubicBezTo>
                    <a:pt x="219550" y="49479"/>
                    <a:pt x="218525" y="52187"/>
                    <a:pt x="217240" y="54896"/>
                  </a:cubicBezTo>
                  <a:cubicBezTo>
                    <a:pt x="215956" y="57604"/>
                    <a:pt x="214479" y="60182"/>
                    <a:pt x="212813" y="62604"/>
                  </a:cubicBezTo>
                  <a:cubicBezTo>
                    <a:pt x="211077" y="65039"/>
                    <a:pt x="209219" y="67318"/>
                    <a:pt x="207240" y="69427"/>
                  </a:cubicBezTo>
                  <a:cubicBezTo>
                    <a:pt x="205261" y="71549"/>
                    <a:pt x="203264" y="73333"/>
                    <a:pt x="201250" y="74792"/>
                  </a:cubicBezTo>
                  <a:lnTo>
                    <a:pt x="194063" y="69583"/>
                  </a:lnTo>
                  <a:cubicBezTo>
                    <a:pt x="201702" y="64453"/>
                    <a:pt x="207327" y="58073"/>
                    <a:pt x="210938" y="50469"/>
                  </a:cubicBezTo>
                  <a:cubicBezTo>
                    <a:pt x="214550" y="42865"/>
                    <a:pt x="216354" y="33229"/>
                    <a:pt x="216354" y="21563"/>
                  </a:cubicBezTo>
                  <a:lnTo>
                    <a:pt x="216354" y="13646"/>
                  </a:lnTo>
                  <a:lnTo>
                    <a:pt x="201146" y="13646"/>
                  </a:lnTo>
                  <a:close/>
                  <a:moveTo>
                    <a:pt x="475732" y="4792"/>
                  </a:moveTo>
                  <a:lnTo>
                    <a:pt x="520732" y="4792"/>
                  </a:lnTo>
                  <a:lnTo>
                    <a:pt x="520732" y="11771"/>
                  </a:lnTo>
                  <a:lnTo>
                    <a:pt x="502503" y="11771"/>
                  </a:lnTo>
                  <a:lnTo>
                    <a:pt x="502503" y="17500"/>
                  </a:lnTo>
                  <a:cubicBezTo>
                    <a:pt x="502503" y="20977"/>
                    <a:pt x="503076" y="24193"/>
                    <a:pt x="504222" y="27135"/>
                  </a:cubicBezTo>
                  <a:cubicBezTo>
                    <a:pt x="505367" y="30091"/>
                    <a:pt x="506878" y="32747"/>
                    <a:pt x="508753" y="35104"/>
                  </a:cubicBezTo>
                  <a:cubicBezTo>
                    <a:pt x="511045" y="38229"/>
                    <a:pt x="513779" y="40873"/>
                    <a:pt x="516982" y="43021"/>
                  </a:cubicBezTo>
                  <a:cubicBezTo>
                    <a:pt x="520172" y="45182"/>
                    <a:pt x="523336" y="46771"/>
                    <a:pt x="526461" y="47812"/>
                  </a:cubicBezTo>
                  <a:cubicBezTo>
                    <a:pt x="525485" y="48789"/>
                    <a:pt x="524482" y="49870"/>
                    <a:pt x="523440" y="51042"/>
                  </a:cubicBezTo>
                  <a:cubicBezTo>
                    <a:pt x="522399" y="52227"/>
                    <a:pt x="521591" y="53229"/>
                    <a:pt x="521045" y="54062"/>
                  </a:cubicBezTo>
                  <a:cubicBezTo>
                    <a:pt x="519170" y="53229"/>
                    <a:pt x="517138" y="52109"/>
                    <a:pt x="514951" y="50677"/>
                  </a:cubicBezTo>
                  <a:cubicBezTo>
                    <a:pt x="512763" y="49258"/>
                    <a:pt x="510628" y="47604"/>
                    <a:pt x="508545" y="45729"/>
                  </a:cubicBezTo>
                  <a:cubicBezTo>
                    <a:pt x="506526" y="44063"/>
                    <a:pt x="504638" y="42174"/>
                    <a:pt x="502867" y="40052"/>
                  </a:cubicBezTo>
                  <a:cubicBezTo>
                    <a:pt x="501097" y="37943"/>
                    <a:pt x="499586" y="35625"/>
                    <a:pt x="498336" y="33125"/>
                  </a:cubicBezTo>
                  <a:cubicBezTo>
                    <a:pt x="497360" y="35768"/>
                    <a:pt x="496123" y="38216"/>
                    <a:pt x="494638" y="40469"/>
                  </a:cubicBezTo>
                  <a:cubicBezTo>
                    <a:pt x="493141" y="42734"/>
                    <a:pt x="491461" y="44831"/>
                    <a:pt x="489586" y="46771"/>
                  </a:cubicBezTo>
                  <a:cubicBezTo>
                    <a:pt x="487503" y="48789"/>
                    <a:pt x="485263" y="50651"/>
                    <a:pt x="482867" y="52344"/>
                  </a:cubicBezTo>
                  <a:cubicBezTo>
                    <a:pt x="480472" y="54050"/>
                    <a:pt x="478024" y="55521"/>
                    <a:pt x="475524" y="56771"/>
                  </a:cubicBezTo>
                  <a:cubicBezTo>
                    <a:pt x="474899" y="56081"/>
                    <a:pt x="473909" y="55143"/>
                    <a:pt x="472555" y="53958"/>
                  </a:cubicBezTo>
                  <a:cubicBezTo>
                    <a:pt x="471201" y="52786"/>
                    <a:pt x="470068" y="51810"/>
                    <a:pt x="469169" y="51042"/>
                  </a:cubicBezTo>
                  <a:cubicBezTo>
                    <a:pt x="472854" y="49453"/>
                    <a:pt x="476370" y="47396"/>
                    <a:pt x="479742" y="44896"/>
                  </a:cubicBezTo>
                  <a:cubicBezTo>
                    <a:pt x="483102" y="42396"/>
                    <a:pt x="485940" y="39479"/>
                    <a:pt x="488232" y="36146"/>
                  </a:cubicBezTo>
                  <a:cubicBezTo>
                    <a:pt x="490029" y="33581"/>
                    <a:pt x="491474" y="30729"/>
                    <a:pt x="492555" y="27604"/>
                  </a:cubicBezTo>
                  <a:cubicBezTo>
                    <a:pt x="493623" y="24479"/>
                    <a:pt x="494169" y="21081"/>
                    <a:pt x="494169" y="17396"/>
                  </a:cubicBezTo>
                  <a:lnTo>
                    <a:pt x="494169" y="11771"/>
                  </a:lnTo>
                  <a:lnTo>
                    <a:pt x="475732" y="11771"/>
                  </a:lnTo>
                  <a:close/>
                  <a:moveTo>
                    <a:pt x="97812" y="4062"/>
                  </a:moveTo>
                  <a:lnTo>
                    <a:pt x="137708" y="4062"/>
                  </a:lnTo>
                  <a:cubicBezTo>
                    <a:pt x="138542" y="4062"/>
                    <a:pt x="139115" y="4219"/>
                    <a:pt x="139427" y="4531"/>
                  </a:cubicBezTo>
                  <a:cubicBezTo>
                    <a:pt x="139740" y="4844"/>
                    <a:pt x="139896" y="5417"/>
                    <a:pt x="139896" y="6250"/>
                  </a:cubicBezTo>
                  <a:lnTo>
                    <a:pt x="139896" y="27187"/>
                  </a:lnTo>
                  <a:cubicBezTo>
                    <a:pt x="139896" y="28021"/>
                    <a:pt x="139740" y="28594"/>
                    <a:pt x="139427" y="28906"/>
                  </a:cubicBezTo>
                  <a:cubicBezTo>
                    <a:pt x="139115" y="29219"/>
                    <a:pt x="138542" y="29375"/>
                    <a:pt x="137708" y="29375"/>
                  </a:cubicBezTo>
                  <a:lnTo>
                    <a:pt x="105833" y="29375"/>
                  </a:lnTo>
                  <a:lnTo>
                    <a:pt x="105833" y="41042"/>
                  </a:lnTo>
                  <a:lnTo>
                    <a:pt x="115938" y="41042"/>
                  </a:lnTo>
                  <a:cubicBezTo>
                    <a:pt x="119687" y="41042"/>
                    <a:pt x="123456" y="40964"/>
                    <a:pt x="127240" y="40781"/>
                  </a:cubicBezTo>
                  <a:cubicBezTo>
                    <a:pt x="131025" y="40612"/>
                    <a:pt x="134654" y="40391"/>
                    <a:pt x="138125" y="40104"/>
                  </a:cubicBezTo>
                  <a:cubicBezTo>
                    <a:pt x="141529" y="39766"/>
                    <a:pt x="144635" y="39414"/>
                    <a:pt x="147448" y="39063"/>
                  </a:cubicBezTo>
                  <a:cubicBezTo>
                    <a:pt x="150260" y="38724"/>
                    <a:pt x="152604" y="38333"/>
                    <a:pt x="154479" y="37917"/>
                  </a:cubicBezTo>
                  <a:lnTo>
                    <a:pt x="154479" y="44688"/>
                  </a:lnTo>
                  <a:cubicBezTo>
                    <a:pt x="152466" y="45104"/>
                    <a:pt x="149931" y="45521"/>
                    <a:pt x="146875" y="45938"/>
                  </a:cubicBezTo>
                  <a:cubicBezTo>
                    <a:pt x="143820" y="46354"/>
                    <a:pt x="140487" y="46745"/>
                    <a:pt x="136875" y="47083"/>
                  </a:cubicBezTo>
                  <a:cubicBezTo>
                    <a:pt x="133195" y="47435"/>
                    <a:pt x="129306" y="47708"/>
                    <a:pt x="125208" y="47917"/>
                  </a:cubicBezTo>
                  <a:cubicBezTo>
                    <a:pt x="121112" y="48125"/>
                    <a:pt x="117049" y="48229"/>
                    <a:pt x="113021" y="48229"/>
                  </a:cubicBezTo>
                  <a:lnTo>
                    <a:pt x="100000" y="48229"/>
                  </a:lnTo>
                  <a:cubicBezTo>
                    <a:pt x="99167" y="48229"/>
                    <a:pt x="98594" y="48073"/>
                    <a:pt x="98281" y="47760"/>
                  </a:cubicBezTo>
                  <a:cubicBezTo>
                    <a:pt x="97969" y="47448"/>
                    <a:pt x="97812" y="46875"/>
                    <a:pt x="97812" y="46042"/>
                  </a:cubicBezTo>
                  <a:lnTo>
                    <a:pt x="97812" y="24792"/>
                  </a:lnTo>
                  <a:cubicBezTo>
                    <a:pt x="97812" y="23958"/>
                    <a:pt x="97969" y="23385"/>
                    <a:pt x="98281" y="23073"/>
                  </a:cubicBezTo>
                  <a:cubicBezTo>
                    <a:pt x="98594" y="22760"/>
                    <a:pt x="99167" y="22604"/>
                    <a:pt x="100000" y="22604"/>
                  </a:cubicBezTo>
                  <a:lnTo>
                    <a:pt x="131875" y="22604"/>
                  </a:lnTo>
                  <a:lnTo>
                    <a:pt x="131875" y="11042"/>
                  </a:lnTo>
                  <a:lnTo>
                    <a:pt x="97812" y="11042"/>
                  </a:lnTo>
                  <a:close/>
                  <a:moveTo>
                    <a:pt x="673753" y="3854"/>
                  </a:moveTo>
                  <a:lnTo>
                    <a:pt x="736357" y="3854"/>
                  </a:lnTo>
                  <a:cubicBezTo>
                    <a:pt x="737190" y="3854"/>
                    <a:pt x="737763" y="4010"/>
                    <a:pt x="738076" y="4323"/>
                  </a:cubicBezTo>
                  <a:cubicBezTo>
                    <a:pt x="738388" y="4635"/>
                    <a:pt x="738545" y="5208"/>
                    <a:pt x="738545" y="6042"/>
                  </a:cubicBezTo>
                  <a:cubicBezTo>
                    <a:pt x="738336" y="8958"/>
                    <a:pt x="738050" y="12136"/>
                    <a:pt x="737711" y="15573"/>
                  </a:cubicBezTo>
                  <a:cubicBezTo>
                    <a:pt x="737360" y="19011"/>
                    <a:pt x="736982" y="22500"/>
                    <a:pt x="736565" y="26042"/>
                  </a:cubicBezTo>
                  <a:cubicBezTo>
                    <a:pt x="736149" y="29518"/>
                    <a:pt x="735680" y="32904"/>
                    <a:pt x="735159" y="36198"/>
                  </a:cubicBezTo>
                  <a:cubicBezTo>
                    <a:pt x="734638" y="39505"/>
                    <a:pt x="734131" y="42396"/>
                    <a:pt x="733649" y="44896"/>
                  </a:cubicBezTo>
                  <a:lnTo>
                    <a:pt x="748649" y="44896"/>
                  </a:lnTo>
                  <a:lnTo>
                    <a:pt x="748649" y="51979"/>
                  </a:lnTo>
                  <a:lnTo>
                    <a:pt x="709586" y="51979"/>
                  </a:lnTo>
                  <a:lnTo>
                    <a:pt x="709586" y="92917"/>
                  </a:lnTo>
                  <a:lnTo>
                    <a:pt x="701253" y="92917"/>
                  </a:lnTo>
                  <a:lnTo>
                    <a:pt x="701253" y="51979"/>
                  </a:lnTo>
                  <a:lnTo>
                    <a:pt x="663857" y="51979"/>
                  </a:lnTo>
                  <a:lnTo>
                    <a:pt x="663857" y="44896"/>
                  </a:lnTo>
                  <a:lnTo>
                    <a:pt x="725420" y="44896"/>
                  </a:lnTo>
                  <a:cubicBezTo>
                    <a:pt x="725901" y="42396"/>
                    <a:pt x="726396" y="39714"/>
                    <a:pt x="726878" y="36823"/>
                  </a:cubicBezTo>
                  <a:cubicBezTo>
                    <a:pt x="727360" y="33945"/>
                    <a:pt x="727815" y="31016"/>
                    <a:pt x="728232" y="28021"/>
                  </a:cubicBezTo>
                  <a:cubicBezTo>
                    <a:pt x="728571" y="25039"/>
                    <a:pt x="728909" y="22083"/>
                    <a:pt x="729222" y="19167"/>
                  </a:cubicBezTo>
                  <a:cubicBezTo>
                    <a:pt x="729534" y="16250"/>
                    <a:pt x="729756" y="13516"/>
                    <a:pt x="729899" y="10937"/>
                  </a:cubicBezTo>
                  <a:lnTo>
                    <a:pt x="673753" y="10937"/>
                  </a:lnTo>
                  <a:close/>
                  <a:moveTo>
                    <a:pt x="9896" y="3229"/>
                  </a:moveTo>
                  <a:lnTo>
                    <a:pt x="72708" y="3229"/>
                  </a:lnTo>
                  <a:cubicBezTo>
                    <a:pt x="73542" y="3229"/>
                    <a:pt x="74115" y="3385"/>
                    <a:pt x="74427" y="3698"/>
                  </a:cubicBezTo>
                  <a:cubicBezTo>
                    <a:pt x="74740" y="4010"/>
                    <a:pt x="74896" y="4583"/>
                    <a:pt x="74896" y="5417"/>
                  </a:cubicBezTo>
                  <a:cubicBezTo>
                    <a:pt x="74758" y="7643"/>
                    <a:pt x="74531" y="10091"/>
                    <a:pt x="74219" y="12760"/>
                  </a:cubicBezTo>
                  <a:cubicBezTo>
                    <a:pt x="73906" y="15443"/>
                    <a:pt x="73577" y="18203"/>
                    <a:pt x="73229" y="21042"/>
                  </a:cubicBezTo>
                  <a:cubicBezTo>
                    <a:pt x="72812" y="23828"/>
                    <a:pt x="72379" y="26589"/>
                    <a:pt x="71927" y="29323"/>
                  </a:cubicBezTo>
                  <a:cubicBezTo>
                    <a:pt x="71477" y="32070"/>
                    <a:pt x="71042" y="34557"/>
                    <a:pt x="70625" y="36771"/>
                  </a:cubicBezTo>
                  <a:lnTo>
                    <a:pt x="84479" y="36771"/>
                  </a:lnTo>
                  <a:lnTo>
                    <a:pt x="84479" y="43854"/>
                  </a:lnTo>
                  <a:lnTo>
                    <a:pt x="45104" y="43854"/>
                  </a:lnTo>
                  <a:lnTo>
                    <a:pt x="45104" y="61146"/>
                  </a:lnTo>
                  <a:lnTo>
                    <a:pt x="71042" y="61146"/>
                  </a:lnTo>
                  <a:cubicBezTo>
                    <a:pt x="71875" y="61146"/>
                    <a:pt x="72448" y="61302"/>
                    <a:pt x="72760" y="61615"/>
                  </a:cubicBezTo>
                  <a:cubicBezTo>
                    <a:pt x="73073" y="61927"/>
                    <a:pt x="73229" y="62500"/>
                    <a:pt x="73229" y="63333"/>
                  </a:cubicBezTo>
                  <a:lnTo>
                    <a:pt x="73229" y="93437"/>
                  </a:lnTo>
                  <a:lnTo>
                    <a:pt x="64792" y="93437"/>
                  </a:lnTo>
                  <a:lnTo>
                    <a:pt x="64792" y="68333"/>
                  </a:lnTo>
                  <a:lnTo>
                    <a:pt x="10000" y="68333"/>
                  </a:lnTo>
                  <a:lnTo>
                    <a:pt x="10000" y="61146"/>
                  </a:lnTo>
                  <a:lnTo>
                    <a:pt x="36667" y="61146"/>
                  </a:lnTo>
                  <a:lnTo>
                    <a:pt x="36667" y="43854"/>
                  </a:lnTo>
                  <a:lnTo>
                    <a:pt x="0" y="43854"/>
                  </a:lnTo>
                  <a:lnTo>
                    <a:pt x="0" y="36771"/>
                  </a:lnTo>
                  <a:lnTo>
                    <a:pt x="62813" y="36771"/>
                  </a:lnTo>
                  <a:cubicBezTo>
                    <a:pt x="63160" y="34896"/>
                    <a:pt x="63525" y="32761"/>
                    <a:pt x="63906" y="30365"/>
                  </a:cubicBezTo>
                  <a:cubicBezTo>
                    <a:pt x="64289" y="27969"/>
                    <a:pt x="64654" y="25560"/>
                    <a:pt x="65000" y="23125"/>
                  </a:cubicBezTo>
                  <a:cubicBezTo>
                    <a:pt x="65348" y="20768"/>
                    <a:pt x="65625" y="18464"/>
                    <a:pt x="65833" y="16198"/>
                  </a:cubicBezTo>
                  <a:cubicBezTo>
                    <a:pt x="66042" y="13945"/>
                    <a:pt x="66216" y="11979"/>
                    <a:pt x="66354" y="10313"/>
                  </a:cubicBezTo>
                  <a:lnTo>
                    <a:pt x="9896" y="10313"/>
                  </a:lnTo>
                  <a:close/>
                  <a:moveTo>
                    <a:pt x="292711" y="3125"/>
                  </a:moveTo>
                  <a:lnTo>
                    <a:pt x="300836" y="3125"/>
                  </a:lnTo>
                  <a:lnTo>
                    <a:pt x="300836" y="41354"/>
                  </a:lnTo>
                  <a:lnTo>
                    <a:pt x="310107" y="41354"/>
                  </a:lnTo>
                  <a:cubicBezTo>
                    <a:pt x="313505" y="41354"/>
                    <a:pt x="317099" y="41250"/>
                    <a:pt x="320888" y="41042"/>
                  </a:cubicBezTo>
                  <a:cubicBezTo>
                    <a:pt x="324664" y="40833"/>
                    <a:pt x="328297" y="40560"/>
                    <a:pt x="331774" y="40208"/>
                  </a:cubicBezTo>
                  <a:cubicBezTo>
                    <a:pt x="335237" y="39870"/>
                    <a:pt x="338401" y="39505"/>
                    <a:pt x="341253" y="39115"/>
                  </a:cubicBezTo>
                  <a:cubicBezTo>
                    <a:pt x="344104" y="38737"/>
                    <a:pt x="346253" y="38333"/>
                    <a:pt x="347711" y="37917"/>
                  </a:cubicBezTo>
                  <a:lnTo>
                    <a:pt x="347711" y="44896"/>
                  </a:lnTo>
                  <a:cubicBezTo>
                    <a:pt x="346044" y="45312"/>
                    <a:pt x="343818" y="45768"/>
                    <a:pt x="341044" y="46250"/>
                  </a:cubicBezTo>
                  <a:cubicBezTo>
                    <a:pt x="338258" y="46745"/>
                    <a:pt x="335107" y="47161"/>
                    <a:pt x="331565" y="47500"/>
                  </a:cubicBezTo>
                  <a:cubicBezTo>
                    <a:pt x="328089" y="47852"/>
                    <a:pt x="324391" y="48151"/>
                    <a:pt x="320472" y="48385"/>
                  </a:cubicBezTo>
                  <a:cubicBezTo>
                    <a:pt x="316539" y="48633"/>
                    <a:pt x="312607" y="48750"/>
                    <a:pt x="308649" y="48750"/>
                  </a:cubicBezTo>
                  <a:lnTo>
                    <a:pt x="294899" y="48750"/>
                  </a:lnTo>
                  <a:cubicBezTo>
                    <a:pt x="294065" y="48750"/>
                    <a:pt x="293492" y="48594"/>
                    <a:pt x="293180" y="48281"/>
                  </a:cubicBezTo>
                  <a:cubicBezTo>
                    <a:pt x="292867" y="47969"/>
                    <a:pt x="292711" y="47396"/>
                    <a:pt x="292711" y="46563"/>
                  </a:cubicBezTo>
                  <a:close/>
                  <a:moveTo>
                    <a:pt x="404482" y="1667"/>
                  </a:moveTo>
                  <a:cubicBezTo>
                    <a:pt x="408024" y="1667"/>
                    <a:pt x="411266" y="2331"/>
                    <a:pt x="414222" y="3646"/>
                  </a:cubicBezTo>
                  <a:cubicBezTo>
                    <a:pt x="417164" y="4974"/>
                    <a:pt x="419716" y="6745"/>
                    <a:pt x="421878" y="8958"/>
                  </a:cubicBezTo>
                  <a:cubicBezTo>
                    <a:pt x="424026" y="11250"/>
                    <a:pt x="425706" y="13893"/>
                    <a:pt x="426930" y="16875"/>
                  </a:cubicBezTo>
                  <a:cubicBezTo>
                    <a:pt x="428141" y="19870"/>
                    <a:pt x="428753" y="23060"/>
                    <a:pt x="428753" y="26458"/>
                  </a:cubicBezTo>
                  <a:cubicBezTo>
                    <a:pt x="428753" y="29870"/>
                    <a:pt x="428141" y="33060"/>
                    <a:pt x="426930" y="36042"/>
                  </a:cubicBezTo>
                  <a:cubicBezTo>
                    <a:pt x="425706" y="39036"/>
                    <a:pt x="424026" y="41641"/>
                    <a:pt x="421878" y="43854"/>
                  </a:cubicBezTo>
                  <a:cubicBezTo>
                    <a:pt x="419716" y="46146"/>
                    <a:pt x="417164" y="47943"/>
                    <a:pt x="414222" y="49219"/>
                  </a:cubicBezTo>
                  <a:cubicBezTo>
                    <a:pt x="411266" y="50508"/>
                    <a:pt x="408024" y="51146"/>
                    <a:pt x="404482" y="51146"/>
                  </a:cubicBezTo>
                  <a:cubicBezTo>
                    <a:pt x="400862" y="51146"/>
                    <a:pt x="397568" y="50508"/>
                    <a:pt x="394586" y="49219"/>
                  </a:cubicBezTo>
                  <a:cubicBezTo>
                    <a:pt x="391591" y="47943"/>
                    <a:pt x="389026" y="46146"/>
                    <a:pt x="386878" y="43854"/>
                  </a:cubicBezTo>
                  <a:cubicBezTo>
                    <a:pt x="384716" y="41641"/>
                    <a:pt x="383050" y="39036"/>
                    <a:pt x="381878" y="36042"/>
                  </a:cubicBezTo>
                  <a:cubicBezTo>
                    <a:pt x="380693" y="33060"/>
                    <a:pt x="380107" y="29870"/>
                    <a:pt x="380107" y="26458"/>
                  </a:cubicBezTo>
                  <a:cubicBezTo>
                    <a:pt x="380107" y="23060"/>
                    <a:pt x="380693" y="19870"/>
                    <a:pt x="381878" y="16875"/>
                  </a:cubicBezTo>
                  <a:cubicBezTo>
                    <a:pt x="383050" y="13893"/>
                    <a:pt x="384716" y="11250"/>
                    <a:pt x="386878" y="8958"/>
                  </a:cubicBezTo>
                  <a:cubicBezTo>
                    <a:pt x="389026" y="6745"/>
                    <a:pt x="391591" y="4974"/>
                    <a:pt x="394586" y="3646"/>
                  </a:cubicBezTo>
                  <a:cubicBezTo>
                    <a:pt x="397568" y="2331"/>
                    <a:pt x="400862" y="1667"/>
                    <a:pt x="404482" y="1667"/>
                  </a:cubicBezTo>
                  <a:close/>
                  <a:moveTo>
                    <a:pt x="825420" y="625"/>
                  </a:moveTo>
                  <a:lnTo>
                    <a:pt x="833440" y="625"/>
                  </a:lnTo>
                  <a:lnTo>
                    <a:pt x="833440" y="70938"/>
                  </a:lnTo>
                  <a:lnTo>
                    <a:pt x="825420" y="70938"/>
                  </a:lnTo>
                  <a:lnTo>
                    <a:pt x="825420" y="61979"/>
                  </a:lnTo>
                  <a:lnTo>
                    <a:pt x="803545" y="61979"/>
                  </a:lnTo>
                  <a:lnTo>
                    <a:pt x="803545" y="55313"/>
                  </a:lnTo>
                  <a:lnTo>
                    <a:pt x="825420" y="55313"/>
                  </a:lnTo>
                  <a:close/>
                  <a:moveTo>
                    <a:pt x="641774" y="521"/>
                  </a:moveTo>
                  <a:lnTo>
                    <a:pt x="649899" y="521"/>
                  </a:lnTo>
                  <a:lnTo>
                    <a:pt x="649899" y="68333"/>
                  </a:lnTo>
                  <a:lnTo>
                    <a:pt x="641774" y="68333"/>
                  </a:lnTo>
                  <a:lnTo>
                    <a:pt x="641774" y="39688"/>
                  </a:lnTo>
                  <a:lnTo>
                    <a:pt x="621149" y="39688"/>
                  </a:lnTo>
                  <a:cubicBezTo>
                    <a:pt x="619065" y="43099"/>
                    <a:pt x="616227" y="45820"/>
                    <a:pt x="612659" y="47865"/>
                  </a:cubicBezTo>
                  <a:cubicBezTo>
                    <a:pt x="609078" y="49922"/>
                    <a:pt x="605029" y="50938"/>
                    <a:pt x="600524" y="50938"/>
                  </a:cubicBezTo>
                  <a:cubicBezTo>
                    <a:pt x="596917" y="50938"/>
                    <a:pt x="593610" y="50300"/>
                    <a:pt x="590628" y="49011"/>
                  </a:cubicBezTo>
                  <a:cubicBezTo>
                    <a:pt x="587633" y="47734"/>
                    <a:pt x="585107" y="45938"/>
                    <a:pt x="583024" y="43646"/>
                  </a:cubicBezTo>
                  <a:cubicBezTo>
                    <a:pt x="580862" y="41432"/>
                    <a:pt x="579196" y="38828"/>
                    <a:pt x="578024" y="35833"/>
                  </a:cubicBezTo>
                  <a:cubicBezTo>
                    <a:pt x="576839" y="32852"/>
                    <a:pt x="576253" y="29661"/>
                    <a:pt x="576253" y="26250"/>
                  </a:cubicBezTo>
                  <a:cubicBezTo>
                    <a:pt x="576253" y="22852"/>
                    <a:pt x="576839" y="19661"/>
                    <a:pt x="578024" y="16667"/>
                  </a:cubicBezTo>
                  <a:cubicBezTo>
                    <a:pt x="579196" y="13685"/>
                    <a:pt x="580862" y="11042"/>
                    <a:pt x="583024" y="8750"/>
                  </a:cubicBezTo>
                  <a:cubicBezTo>
                    <a:pt x="585107" y="6536"/>
                    <a:pt x="587633" y="4766"/>
                    <a:pt x="590628" y="3438"/>
                  </a:cubicBezTo>
                  <a:cubicBezTo>
                    <a:pt x="593610" y="2122"/>
                    <a:pt x="596917" y="1458"/>
                    <a:pt x="600524" y="1458"/>
                  </a:cubicBezTo>
                  <a:cubicBezTo>
                    <a:pt x="604690" y="1458"/>
                    <a:pt x="608479" y="2370"/>
                    <a:pt x="611878" y="4167"/>
                  </a:cubicBezTo>
                  <a:cubicBezTo>
                    <a:pt x="615276" y="5977"/>
                    <a:pt x="618050" y="8372"/>
                    <a:pt x="620211" y="11354"/>
                  </a:cubicBezTo>
                  <a:lnTo>
                    <a:pt x="641774" y="11354"/>
                  </a:lnTo>
                  <a:close/>
                  <a:moveTo>
                    <a:pt x="538961" y="521"/>
                  </a:moveTo>
                  <a:lnTo>
                    <a:pt x="547086" y="521"/>
                  </a:lnTo>
                  <a:lnTo>
                    <a:pt x="547086" y="68229"/>
                  </a:lnTo>
                  <a:lnTo>
                    <a:pt x="538961" y="68229"/>
                  </a:lnTo>
                  <a:lnTo>
                    <a:pt x="538961" y="29583"/>
                  </a:lnTo>
                  <a:lnTo>
                    <a:pt x="519690" y="29583"/>
                  </a:lnTo>
                  <a:lnTo>
                    <a:pt x="519690" y="22292"/>
                  </a:lnTo>
                  <a:lnTo>
                    <a:pt x="538961" y="22292"/>
                  </a:lnTo>
                  <a:close/>
                  <a:moveTo>
                    <a:pt x="443232" y="521"/>
                  </a:moveTo>
                  <a:lnTo>
                    <a:pt x="451253" y="521"/>
                  </a:lnTo>
                  <a:lnTo>
                    <a:pt x="451253" y="23333"/>
                  </a:lnTo>
                  <a:lnTo>
                    <a:pt x="463961" y="23333"/>
                  </a:lnTo>
                  <a:lnTo>
                    <a:pt x="463961" y="30625"/>
                  </a:lnTo>
                  <a:lnTo>
                    <a:pt x="451253" y="30625"/>
                  </a:lnTo>
                  <a:lnTo>
                    <a:pt x="451253" y="68437"/>
                  </a:lnTo>
                  <a:lnTo>
                    <a:pt x="443232" y="68437"/>
                  </a:lnTo>
                  <a:close/>
                  <a:moveTo>
                    <a:pt x="352190" y="521"/>
                  </a:moveTo>
                  <a:lnTo>
                    <a:pt x="360315" y="521"/>
                  </a:lnTo>
                  <a:lnTo>
                    <a:pt x="360315" y="23333"/>
                  </a:lnTo>
                  <a:lnTo>
                    <a:pt x="372919" y="23333"/>
                  </a:lnTo>
                  <a:lnTo>
                    <a:pt x="372919" y="30521"/>
                  </a:lnTo>
                  <a:lnTo>
                    <a:pt x="360315" y="30521"/>
                  </a:lnTo>
                  <a:lnTo>
                    <a:pt x="360315" y="67917"/>
                  </a:lnTo>
                  <a:lnTo>
                    <a:pt x="352190" y="67917"/>
                  </a:lnTo>
                  <a:close/>
                  <a:moveTo>
                    <a:pt x="267919" y="521"/>
                  </a:moveTo>
                  <a:lnTo>
                    <a:pt x="275836" y="521"/>
                  </a:lnTo>
                  <a:lnTo>
                    <a:pt x="275836" y="92813"/>
                  </a:lnTo>
                  <a:lnTo>
                    <a:pt x="267919" y="92813"/>
                  </a:lnTo>
                  <a:lnTo>
                    <a:pt x="267919" y="41979"/>
                  </a:lnTo>
                  <a:lnTo>
                    <a:pt x="256044" y="41979"/>
                  </a:lnTo>
                  <a:lnTo>
                    <a:pt x="256044" y="88438"/>
                  </a:lnTo>
                  <a:lnTo>
                    <a:pt x="248021" y="88438"/>
                  </a:lnTo>
                  <a:lnTo>
                    <a:pt x="248021" y="2083"/>
                  </a:lnTo>
                  <a:lnTo>
                    <a:pt x="256044" y="2083"/>
                  </a:lnTo>
                  <a:lnTo>
                    <a:pt x="256044" y="34062"/>
                  </a:lnTo>
                  <a:lnTo>
                    <a:pt x="267919" y="34062"/>
                  </a:lnTo>
                  <a:close/>
                  <a:moveTo>
                    <a:pt x="159479" y="521"/>
                  </a:moveTo>
                  <a:lnTo>
                    <a:pt x="167604" y="521"/>
                  </a:lnTo>
                  <a:lnTo>
                    <a:pt x="167604" y="50729"/>
                  </a:lnTo>
                  <a:lnTo>
                    <a:pt x="159479" y="50729"/>
                  </a:lnTo>
                  <a:close/>
                  <a:moveTo>
                    <a:pt x="787920" y="0"/>
                  </a:moveTo>
                  <a:cubicBezTo>
                    <a:pt x="795342" y="0"/>
                    <a:pt x="801045" y="1706"/>
                    <a:pt x="805003" y="5104"/>
                  </a:cubicBezTo>
                  <a:cubicBezTo>
                    <a:pt x="808961" y="8516"/>
                    <a:pt x="810941" y="12708"/>
                    <a:pt x="810941" y="17708"/>
                  </a:cubicBezTo>
                  <a:cubicBezTo>
                    <a:pt x="810941" y="22917"/>
                    <a:pt x="808935" y="27083"/>
                    <a:pt x="804951" y="30208"/>
                  </a:cubicBezTo>
                  <a:cubicBezTo>
                    <a:pt x="800954" y="33333"/>
                    <a:pt x="795276" y="34896"/>
                    <a:pt x="787920" y="34896"/>
                  </a:cubicBezTo>
                  <a:cubicBezTo>
                    <a:pt x="780485" y="34896"/>
                    <a:pt x="774834" y="33281"/>
                    <a:pt x="770940" y="30052"/>
                  </a:cubicBezTo>
                  <a:cubicBezTo>
                    <a:pt x="767047" y="26823"/>
                    <a:pt x="765107" y="22708"/>
                    <a:pt x="765107" y="17708"/>
                  </a:cubicBezTo>
                  <a:cubicBezTo>
                    <a:pt x="765107" y="12917"/>
                    <a:pt x="767034" y="8776"/>
                    <a:pt x="770888" y="5261"/>
                  </a:cubicBezTo>
                  <a:cubicBezTo>
                    <a:pt x="774743" y="1758"/>
                    <a:pt x="780420" y="0"/>
                    <a:pt x="78792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45B44D07-0084-4A53-B414-1B77D78187F0}"/>
                </a:ext>
              </a:extLst>
            </p:cNvPr>
            <p:cNvSpPr txBox="1"/>
            <p:nvPr/>
          </p:nvSpPr>
          <p:spPr>
            <a:xfrm>
              <a:off x="1490786" y="2867363"/>
              <a:ext cx="1003192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국립재난안전연구원</a:t>
              </a:r>
            </a:p>
          </p:txBody>
        </p:sp>
        <p:grpSp>
          <p:nvGrpSpPr>
            <p:cNvPr id="340" name="그래픽 5">
              <a:extLst>
                <a:ext uri="{FF2B5EF4-FFF2-40B4-BE49-F238E27FC236}">
                  <a16:creationId xmlns:a16="http://schemas.microsoft.com/office/drawing/2014/main" id="{0CA92F4E-149C-4A29-9896-8FE610F8C38D}"/>
                </a:ext>
              </a:extLst>
            </p:cNvPr>
            <p:cNvGrpSpPr/>
            <p:nvPr/>
          </p:nvGrpSpPr>
          <p:grpSpPr>
            <a:xfrm>
              <a:off x="1210696" y="3044176"/>
              <a:ext cx="554583" cy="130208"/>
              <a:chOff x="1210696" y="3044176"/>
              <a:chExt cx="554583" cy="130208"/>
            </a:xfrm>
          </p:grpSpPr>
          <p:sp>
            <p:nvSpPr>
              <p:cNvPr id="341" name="자유형: 도형 340">
                <a:extLst>
                  <a:ext uri="{FF2B5EF4-FFF2-40B4-BE49-F238E27FC236}">
                    <a16:creationId xmlns:a16="http://schemas.microsoft.com/office/drawing/2014/main" id="{EA9F9CC1-D5EE-40E6-BFF5-23202A780880}"/>
                  </a:ext>
                </a:extLst>
              </p:cNvPr>
              <p:cNvSpPr/>
              <p:nvPr/>
            </p:nvSpPr>
            <p:spPr>
              <a:xfrm>
                <a:off x="1210696" y="3066221"/>
                <a:ext cx="554583" cy="93854"/>
              </a:xfrm>
              <a:custGeom>
                <a:avLst/>
                <a:gdLst>
                  <a:gd name="connsiteX0" fmla="*/ 245000 w 554583"/>
                  <a:gd name="connsiteY0" fmla="*/ 63229 h 93854"/>
                  <a:gd name="connsiteX1" fmla="*/ 236094 w 554583"/>
                  <a:gd name="connsiteY1" fmla="*/ 64063 h 93854"/>
                  <a:gd name="connsiteX2" fmla="*/ 228854 w 554583"/>
                  <a:gd name="connsiteY2" fmla="*/ 66458 h 93854"/>
                  <a:gd name="connsiteX3" fmla="*/ 224115 w 554583"/>
                  <a:gd name="connsiteY3" fmla="*/ 70156 h 93854"/>
                  <a:gd name="connsiteX4" fmla="*/ 222396 w 554583"/>
                  <a:gd name="connsiteY4" fmla="*/ 75208 h 93854"/>
                  <a:gd name="connsiteX5" fmla="*/ 224115 w 554583"/>
                  <a:gd name="connsiteY5" fmla="*/ 80313 h 93854"/>
                  <a:gd name="connsiteX6" fmla="*/ 228959 w 554583"/>
                  <a:gd name="connsiteY6" fmla="*/ 84167 h 93854"/>
                  <a:gd name="connsiteX7" fmla="*/ 236094 w 554583"/>
                  <a:gd name="connsiteY7" fmla="*/ 86563 h 93854"/>
                  <a:gd name="connsiteX8" fmla="*/ 245000 w 554583"/>
                  <a:gd name="connsiteY8" fmla="*/ 87396 h 93854"/>
                  <a:gd name="connsiteX9" fmla="*/ 254063 w 554583"/>
                  <a:gd name="connsiteY9" fmla="*/ 86563 h 93854"/>
                  <a:gd name="connsiteX10" fmla="*/ 261354 w 554583"/>
                  <a:gd name="connsiteY10" fmla="*/ 84167 h 93854"/>
                  <a:gd name="connsiteX11" fmla="*/ 266146 w 554583"/>
                  <a:gd name="connsiteY11" fmla="*/ 80365 h 93854"/>
                  <a:gd name="connsiteX12" fmla="*/ 267917 w 554583"/>
                  <a:gd name="connsiteY12" fmla="*/ 75313 h 93854"/>
                  <a:gd name="connsiteX13" fmla="*/ 261406 w 554583"/>
                  <a:gd name="connsiteY13" fmla="*/ 66458 h 93854"/>
                  <a:gd name="connsiteX14" fmla="*/ 245000 w 554583"/>
                  <a:gd name="connsiteY14" fmla="*/ 63229 h 93854"/>
                  <a:gd name="connsiteX15" fmla="*/ 395938 w 554583"/>
                  <a:gd name="connsiteY15" fmla="*/ 60313 h 93854"/>
                  <a:gd name="connsiteX16" fmla="*/ 404375 w 554583"/>
                  <a:gd name="connsiteY16" fmla="*/ 60313 h 93854"/>
                  <a:gd name="connsiteX17" fmla="*/ 404375 w 554583"/>
                  <a:gd name="connsiteY17" fmla="*/ 83333 h 93854"/>
                  <a:gd name="connsiteX18" fmla="*/ 458334 w 554583"/>
                  <a:gd name="connsiteY18" fmla="*/ 83333 h 93854"/>
                  <a:gd name="connsiteX19" fmla="*/ 458334 w 554583"/>
                  <a:gd name="connsiteY19" fmla="*/ 90417 h 93854"/>
                  <a:gd name="connsiteX20" fmla="*/ 398125 w 554583"/>
                  <a:gd name="connsiteY20" fmla="*/ 90417 h 93854"/>
                  <a:gd name="connsiteX21" fmla="*/ 396407 w 554583"/>
                  <a:gd name="connsiteY21" fmla="*/ 89948 h 93854"/>
                  <a:gd name="connsiteX22" fmla="*/ 395938 w 554583"/>
                  <a:gd name="connsiteY22" fmla="*/ 88229 h 93854"/>
                  <a:gd name="connsiteX23" fmla="*/ 108229 w 554583"/>
                  <a:gd name="connsiteY23" fmla="*/ 59063 h 93854"/>
                  <a:gd name="connsiteX24" fmla="*/ 116563 w 554583"/>
                  <a:gd name="connsiteY24" fmla="*/ 59063 h 93854"/>
                  <a:gd name="connsiteX25" fmla="*/ 116563 w 554583"/>
                  <a:gd name="connsiteY25" fmla="*/ 83333 h 93854"/>
                  <a:gd name="connsiteX26" fmla="*/ 169375 w 554583"/>
                  <a:gd name="connsiteY26" fmla="*/ 83333 h 93854"/>
                  <a:gd name="connsiteX27" fmla="*/ 169375 w 554583"/>
                  <a:gd name="connsiteY27" fmla="*/ 90417 h 93854"/>
                  <a:gd name="connsiteX28" fmla="*/ 110417 w 554583"/>
                  <a:gd name="connsiteY28" fmla="*/ 90417 h 93854"/>
                  <a:gd name="connsiteX29" fmla="*/ 108698 w 554583"/>
                  <a:gd name="connsiteY29" fmla="*/ 89948 h 93854"/>
                  <a:gd name="connsiteX30" fmla="*/ 108229 w 554583"/>
                  <a:gd name="connsiteY30" fmla="*/ 88229 h 93854"/>
                  <a:gd name="connsiteX31" fmla="*/ 245000 w 554583"/>
                  <a:gd name="connsiteY31" fmla="*/ 56459 h 93854"/>
                  <a:gd name="connsiteX32" fmla="*/ 267969 w 554583"/>
                  <a:gd name="connsiteY32" fmla="*/ 61615 h 93854"/>
                  <a:gd name="connsiteX33" fmla="*/ 276563 w 554583"/>
                  <a:gd name="connsiteY33" fmla="*/ 75208 h 93854"/>
                  <a:gd name="connsiteX34" fmla="*/ 267969 w 554583"/>
                  <a:gd name="connsiteY34" fmla="*/ 88854 h 93854"/>
                  <a:gd name="connsiteX35" fmla="*/ 245000 w 554583"/>
                  <a:gd name="connsiteY35" fmla="*/ 93854 h 93854"/>
                  <a:gd name="connsiteX36" fmla="*/ 232031 w 554583"/>
                  <a:gd name="connsiteY36" fmla="*/ 92552 h 93854"/>
                  <a:gd name="connsiteX37" fmla="*/ 222188 w 554583"/>
                  <a:gd name="connsiteY37" fmla="*/ 88854 h 93854"/>
                  <a:gd name="connsiteX38" fmla="*/ 215833 w 554583"/>
                  <a:gd name="connsiteY38" fmla="*/ 82969 h 93854"/>
                  <a:gd name="connsiteX39" fmla="*/ 213646 w 554583"/>
                  <a:gd name="connsiteY39" fmla="*/ 75208 h 93854"/>
                  <a:gd name="connsiteX40" fmla="*/ 215886 w 554583"/>
                  <a:gd name="connsiteY40" fmla="*/ 67552 h 93854"/>
                  <a:gd name="connsiteX41" fmla="*/ 222292 w 554583"/>
                  <a:gd name="connsiteY41" fmla="*/ 61667 h 93854"/>
                  <a:gd name="connsiteX42" fmla="*/ 232188 w 554583"/>
                  <a:gd name="connsiteY42" fmla="*/ 57813 h 93854"/>
                  <a:gd name="connsiteX43" fmla="*/ 245000 w 554583"/>
                  <a:gd name="connsiteY43" fmla="*/ 56459 h 93854"/>
                  <a:gd name="connsiteX44" fmla="*/ 307292 w 554583"/>
                  <a:gd name="connsiteY44" fmla="*/ 26875 h 93854"/>
                  <a:gd name="connsiteX45" fmla="*/ 307292 w 554583"/>
                  <a:gd name="connsiteY45" fmla="*/ 45938 h 93854"/>
                  <a:gd name="connsiteX46" fmla="*/ 352500 w 554583"/>
                  <a:gd name="connsiteY46" fmla="*/ 45938 h 93854"/>
                  <a:gd name="connsiteX47" fmla="*/ 352500 w 554583"/>
                  <a:gd name="connsiteY47" fmla="*/ 26875 h 93854"/>
                  <a:gd name="connsiteX48" fmla="*/ 429688 w 554583"/>
                  <a:gd name="connsiteY48" fmla="*/ 17813 h 93854"/>
                  <a:gd name="connsiteX49" fmla="*/ 430521 w 554583"/>
                  <a:gd name="connsiteY49" fmla="*/ 21667 h 93854"/>
                  <a:gd name="connsiteX50" fmla="*/ 430834 w 554583"/>
                  <a:gd name="connsiteY50" fmla="*/ 25729 h 93854"/>
                  <a:gd name="connsiteX51" fmla="*/ 430573 w 554583"/>
                  <a:gd name="connsiteY51" fmla="*/ 29011 h 93854"/>
                  <a:gd name="connsiteX52" fmla="*/ 430000 w 554583"/>
                  <a:gd name="connsiteY52" fmla="*/ 32188 h 93854"/>
                  <a:gd name="connsiteX53" fmla="*/ 447709 w 554583"/>
                  <a:gd name="connsiteY53" fmla="*/ 32188 h 93854"/>
                  <a:gd name="connsiteX54" fmla="*/ 447709 w 554583"/>
                  <a:gd name="connsiteY54" fmla="*/ 17813 h 93854"/>
                  <a:gd name="connsiteX55" fmla="*/ 406459 w 554583"/>
                  <a:gd name="connsiteY55" fmla="*/ 8333 h 93854"/>
                  <a:gd name="connsiteX56" fmla="*/ 394792 w 554583"/>
                  <a:gd name="connsiteY56" fmla="*/ 13438 h 93854"/>
                  <a:gd name="connsiteX57" fmla="*/ 390625 w 554583"/>
                  <a:gd name="connsiteY57" fmla="*/ 25729 h 93854"/>
                  <a:gd name="connsiteX58" fmla="*/ 394792 w 554583"/>
                  <a:gd name="connsiteY58" fmla="*/ 37917 h 93854"/>
                  <a:gd name="connsiteX59" fmla="*/ 406459 w 554583"/>
                  <a:gd name="connsiteY59" fmla="*/ 42917 h 93854"/>
                  <a:gd name="connsiteX60" fmla="*/ 418125 w 554583"/>
                  <a:gd name="connsiteY60" fmla="*/ 37917 h 93854"/>
                  <a:gd name="connsiteX61" fmla="*/ 422292 w 554583"/>
                  <a:gd name="connsiteY61" fmla="*/ 25729 h 93854"/>
                  <a:gd name="connsiteX62" fmla="*/ 418125 w 554583"/>
                  <a:gd name="connsiteY62" fmla="*/ 13438 h 93854"/>
                  <a:gd name="connsiteX63" fmla="*/ 406459 w 554583"/>
                  <a:gd name="connsiteY63" fmla="*/ 8333 h 93854"/>
                  <a:gd name="connsiteX64" fmla="*/ 7083 w 554583"/>
                  <a:gd name="connsiteY64" fmla="*/ 6146 h 93854"/>
                  <a:gd name="connsiteX65" fmla="*/ 45521 w 554583"/>
                  <a:gd name="connsiteY65" fmla="*/ 6146 h 93854"/>
                  <a:gd name="connsiteX66" fmla="*/ 45521 w 554583"/>
                  <a:gd name="connsiteY66" fmla="*/ 13125 h 93854"/>
                  <a:gd name="connsiteX67" fmla="*/ 30625 w 554583"/>
                  <a:gd name="connsiteY67" fmla="*/ 13125 h 93854"/>
                  <a:gd name="connsiteX68" fmla="*/ 30625 w 554583"/>
                  <a:gd name="connsiteY68" fmla="*/ 20833 h 93854"/>
                  <a:gd name="connsiteX69" fmla="*/ 34844 w 554583"/>
                  <a:gd name="connsiteY69" fmla="*/ 47552 h 93854"/>
                  <a:gd name="connsiteX70" fmla="*/ 50000 w 554583"/>
                  <a:gd name="connsiteY70" fmla="*/ 65104 h 93854"/>
                  <a:gd name="connsiteX71" fmla="*/ 43854 w 554583"/>
                  <a:gd name="connsiteY71" fmla="*/ 70729 h 93854"/>
                  <a:gd name="connsiteX72" fmla="*/ 33802 w 554583"/>
                  <a:gd name="connsiteY72" fmla="*/ 60990 h 93854"/>
                  <a:gd name="connsiteX73" fmla="*/ 26250 w 554583"/>
                  <a:gd name="connsiteY73" fmla="*/ 46250 h 93854"/>
                  <a:gd name="connsiteX74" fmla="*/ 23177 w 554583"/>
                  <a:gd name="connsiteY74" fmla="*/ 54375 h 93854"/>
                  <a:gd name="connsiteX75" fmla="*/ 18750 w 554583"/>
                  <a:gd name="connsiteY75" fmla="*/ 62083 h 93854"/>
                  <a:gd name="connsiteX76" fmla="*/ 13177 w 554583"/>
                  <a:gd name="connsiteY76" fmla="*/ 68906 h 93854"/>
                  <a:gd name="connsiteX77" fmla="*/ 7188 w 554583"/>
                  <a:gd name="connsiteY77" fmla="*/ 74271 h 93854"/>
                  <a:gd name="connsiteX78" fmla="*/ 0 w 554583"/>
                  <a:gd name="connsiteY78" fmla="*/ 69063 h 93854"/>
                  <a:gd name="connsiteX79" fmla="*/ 16875 w 554583"/>
                  <a:gd name="connsiteY79" fmla="*/ 49948 h 93854"/>
                  <a:gd name="connsiteX80" fmla="*/ 22292 w 554583"/>
                  <a:gd name="connsiteY80" fmla="*/ 21042 h 93854"/>
                  <a:gd name="connsiteX81" fmla="*/ 22292 w 554583"/>
                  <a:gd name="connsiteY81" fmla="*/ 13125 h 93854"/>
                  <a:gd name="connsiteX82" fmla="*/ 7083 w 554583"/>
                  <a:gd name="connsiteY82" fmla="*/ 13125 h 93854"/>
                  <a:gd name="connsiteX83" fmla="*/ 203438 w 554583"/>
                  <a:gd name="connsiteY83" fmla="*/ 4271 h 93854"/>
                  <a:gd name="connsiteX84" fmla="*/ 248542 w 554583"/>
                  <a:gd name="connsiteY84" fmla="*/ 4271 h 93854"/>
                  <a:gd name="connsiteX85" fmla="*/ 248542 w 554583"/>
                  <a:gd name="connsiteY85" fmla="*/ 11250 h 93854"/>
                  <a:gd name="connsiteX86" fmla="*/ 230417 w 554583"/>
                  <a:gd name="connsiteY86" fmla="*/ 11250 h 93854"/>
                  <a:gd name="connsiteX87" fmla="*/ 230417 w 554583"/>
                  <a:gd name="connsiteY87" fmla="*/ 15000 h 93854"/>
                  <a:gd name="connsiteX88" fmla="*/ 232396 w 554583"/>
                  <a:gd name="connsiteY88" fmla="*/ 25417 h 93854"/>
                  <a:gd name="connsiteX89" fmla="*/ 237708 w 554583"/>
                  <a:gd name="connsiteY89" fmla="*/ 33854 h 93854"/>
                  <a:gd name="connsiteX90" fmla="*/ 245313 w 554583"/>
                  <a:gd name="connsiteY90" fmla="*/ 40156 h 93854"/>
                  <a:gd name="connsiteX91" fmla="*/ 254271 w 554583"/>
                  <a:gd name="connsiteY91" fmla="*/ 44271 h 93854"/>
                  <a:gd name="connsiteX92" fmla="*/ 249063 w 554583"/>
                  <a:gd name="connsiteY92" fmla="*/ 50313 h 93854"/>
                  <a:gd name="connsiteX93" fmla="*/ 243125 w 554583"/>
                  <a:gd name="connsiteY93" fmla="*/ 47240 h 93854"/>
                  <a:gd name="connsiteX94" fmla="*/ 236771 w 554583"/>
                  <a:gd name="connsiteY94" fmla="*/ 42813 h 93854"/>
                  <a:gd name="connsiteX95" fmla="*/ 230833 w 554583"/>
                  <a:gd name="connsiteY95" fmla="*/ 37188 h 93854"/>
                  <a:gd name="connsiteX96" fmla="*/ 226146 w 554583"/>
                  <a:gd name="connsiteY96" fmla="*/ 30313 h 93854"/>
                  <a:gd name="connsiteX97" fmla="*/ 217292 w 554583"/>
                  <a:gd name="connsiteY97" fmla="*/ 43490 h 93854"/>
                  <a:gd name="connsiteX98" fmla="*/ 203229 w 554583"/>
                  <a:gd name="connsiteY98" fmla="*/ 53125 h 93854"/>
                  <a:gd name="connsiteX99" fmla="*/ 197083 w 554583"/>
                  <a:gd name="connsiteY99" fmla="*/ 47604 h 93854"/>
                  <a:gd name="connsiteX100" fmla="*/ 206563 w 554583"/>
                  <a:gd name="connsiteY100" fmla="*/ 42552 h 93854"/>
                  <a:gd name="connsiteX101" fmla="*/ 214375 w 554583"/>
                  <a:gd name="connsiteY101" fmla="*/ 35313 h 93854"/>
                  <a:gd name="connsiteX102" fmla="*/ 219740 w 554583"/>
                  <a:gd name="connsiteY102" fmla="*/ 26146 h 93854"/>
                  <a:gd name="connsiteX103" fmla="*/ 221771 w 554583"/>
                  <a:gd name="connsiteY103" fmla="*/ 14792 h 93854"/>
                  <a:gd name="connsiteX104" fmla="*/ 221771 w 554583"/>
                  <a:gd name="connsiteY104" fmla="*/ 11250 h 93854"/>
                  <a:gd name="connsiteX105" fmla="*/ 203438 w 554583"/>
                  <a:gd name="connsiteY105" fmla="*/ 11250 h 93854"/>
                  <a:gd name="connsiteX106" fmla="*/ 299063 w 554583"/>
                  <a:gd name="connsiteY106" fmla="*/ 3750 h 93854"/>
                  <a:gd name="connsiteX107" fmla="*/ 307292 w 554583"/>
                  <a:gd name="connsiteY107" fmla="*/ 3750 h 93854"/>
                  <a:gd name="connsiteX108" fmla="*/ 307292 w 554583"/>
                  <a:gd name="connsiteY108" fmla="*/ 19896 h 93854"/>
                  <a:gd name="connsiteX109" fmla="*/ 352500 w 554583"/>
                  <a:gd name="connsiteY109" fmla="*/ 19896 h 93854"/>
                  <a:gd name="connsiteX110" fmla="*/ 352500 w 554583"/>
                  <a:gd name="connsiteY110" fmla="*/ 3750 h 93854"/>
                  <a:gd name="connsiteX111" fmla="*/ 360729 w 554583"/>
                  <a:gd name="connsiteY111" fmla="*/ 3750 h 93854"/>
                  <a:gd name="connsiteX112" fmla="*/ 360729 w 554583"/>
                  <a:gd name="connsiteY112" fmla="*/ 50938 h 93854"/>
                  <a:gd name="connsiteX113" fmla="*/ 360261 w 554583"/>
                  <a:gd name="connsiteY113" fmla="*/ 52656 h 93854"/>
                  <a:gd name="connsiteX114" fmla="*/ 358542 w 554583"/>
                  <a:gd name="connsiteY114" fmla="*/ 53125 h 93854"/>
                  <a:gd name="connsiteX115" fmla="*/ 334063 w 554583"/>
                  <a:gd name="connsiteY115" fmla="*/ 53125 h 93854"/>
                  <a:gd name="connsiteX116" fmla="*/ 334063 w 554583"/>
                  <a:gd name="connsiteY116" fmla="*/ 73542 h 93854"/>
                  <a:gd name="connsiteX117" fmla="*/ 372292 w 554583"/>
                  <a:gd name="connsiteY117" fmla="*/ 73542 h 93854"/>
                  <a:gd name="connsiteX118" fmla="*/ 372292 w 554583"/>
                  <a:gd name="connsiteY118" fmla="*/ 80729 h 93854"/>
                  <a:gd name="connsiteX119" fmla="*/ 287500 w 554583"/>
                  <a:gd name="connsiteY119" fmla="*/ 80729 h 93854"/>
                  <a:gd name="connsiteX120" fmla="*/ 287500 w 554583"/>
                  <a:gd name="connsiteY120" fmla="*/ 73542 h 93854"/>
                  <a:gd name="connsiteX121" fmla="*/ 325521 w 554583"/>
                  <a:gd name="connsiteY121" fmla="*/ 73542 h 93854"/>
                  <a:gd name="connsiteX122" fmla="*/ 325521 w 554583"/>
                  <a:gd name="connsiteY122" fmla="*/ 53125 h 93854"/>
                  <a:gd name="connsiteX123" fmla="*/ 301250 w 554583"/>
                  <a:gd name="connsiteY123" fmla="*/ 53125 h 93854"/>
                  <a:gd name="connsiteX124" fmla="*/ 299531 w 554583"/>
                  <a:gd name="connsiteY124" fmla="*/ 52656 h 93854"/>
                  <a:gd name="connsiteX125" fmla="*/ 299063 w 554583"/>
                  <a:gd name="connsiteY125" fmla="*/ 50938 h 93854"/>
                  <a:gd name="connsiteX126" fmla="*/ 479688 w 554583"/>
                  <a:gd name="connsiteY126" fmla="*/ 3333 h 93854"/>
                  <a:gd name="connsiteX127" fmla="*/ 542292 w 554583"/>
                  <a:gd name="connsiteY127" fmla="*/ 3333 h 93854"/>
                  <a:gd name="connsiteX128" fmla="*/ 544011 w 554583"/>
                  <a:gd name="connsiteY128" fmla="*/ 3802 h 93854"/>
                  <a:gd name="connsiteX129" fmla="*/ 544479 w 554583"/>
                  <a:gd name="connsiteY129" fmla="*/ 5521 h 93854"/>
                  <a:gd name="connsiteX130" fmla="*/ 543646 w 554583"/>
                  <a:gd name="connsiteY130" fmla="*/ 15052 h 93854"/>
                  <a:gd name="connsiteX131" fmla="*/ 542500 w 554583"/>
                  <a:gd name="connsiteY131" fmla="*/ 25521 h 93854"/>
                  <a:gd name="connsiteX132" fmla="*/ 541094 w 554583"/>
                  <a:gd name="connsiteY132" fmla="*/ 35677 h 93854"/>
                  <a:gd name="connsiteX133" fmla="*/ 539584 w 554583"/>
                  <a:gd name="connsiteY133" fmla="*/ 44375 h 93854"/>
                  <a:gd name="connsiteX134" fmla="*/ 554584 w 554583"/>
                  <a:gd name="connsiteY134" fmla="*/ 44375 h 93854"/>
                  <a:gd name="connsiteX135" fmla="*/ 554584 w 554583"/>
                  <a:gd name="connsiteY135" fmla="*/ 51459 h 93854"/>
                  <a:gd name="connsiteX136" fmla="*/ 515521 w 554583"/>
                  <a:gd name="connsiteY136" fmla="*/ 51459 h 93854"/>
                  <a:gd name="connsiteX137" fmla="*/ 515521 w 554583"/>
                  <a:gd name="connsiteY137" fmla="*/ 92396 h 93854"/>
                  <a:gd name="connsiteX138" fmla="*/ 507188 w 554583"/>
                  <a:gd name="connsiteY138" fmla="*/ 92396 h 93854"/>
                  <a:gd name="connsiteX139" fmla="*/ 507188 w 554583"/>
                  <a:gd name="connsiteY139" fmla="*/ 51459 h 93854"/>
                  <a:gd name="connsiteX140" fmla="*/ 469792 w 554583"/>
                  <a:gd name="connsiteY140" fmla="*/ 51459 h 93854"/>
                  <a:gd name="connsiteX141" fmla="*/ 469792 w 554583"/>
                  <a:gd name="connsiteY141" fmla="*/ 44375 h 93854"/>
                  <a:gd name="connsiteX142" fmla="*/ 531355 w 554583"/>
                  <a:gd name="connsiteY142" fmla="*/ 44375 h 93854"/>
                  <a:gd name="connsiteX143" fmla="*/ 532813 w 554583"/>
                  <a:gd name="connsiteY143" fmla="*/ 36302 h 93854"/>
                  <a:gd name="connsiteX144" fmla="*/ 534167 w 554583"/>
                  <a:gd name="connsiteY144" fmla="*/ 27500 h 93854"/>
                  <a:gd name="connsiteX145" fmla="*/ 535157 w 554583"/>
                  <a:gd name="connsiteY145" fmla="*/ 18646 h 93854"/>
                  <a:gd name="connsiteX146" fmla="*/ 535834 w 554583"/>
                  <a:gd name="connsiteY146" fmla="*/ 10417 h 93854"/>
                  <a:gd name="connsiteX147" fmla="*/ 479688 w 554583"/>
                  <a:gd name="connsiteY147" fmla="*/ 10417 h 93854"/>
                  <a:gd name="connsiteX148" fmla="*/ 98646 w 554583"/>
                  <a:gd name="connsiteY148" fmla="*/ 2604 h 93854"/>
                  <a:gd name="connsiteX149" fmla="*/ 106771 w 554583"/>
                  <a:gd name="connsiteY149" fmla="*/ 2604 h 93854"/>
                  <a:gd name="connsiteX150" fmla="*/ 106771 w 554583"/>
                  <a:gd name="connsiteY150" fmla="*/ 40833 h 93854"/>
                  <a:gd name="connsiteX151" fmla="*/ 116042 w 554583"/>
                  <a:gd name="connsiteY151" fmla="*/ 40833 h 93854"/>
                  <a:gd name="connsiteX152" fmla="*/ 126823 w 554583"/>
                  <a:gd name="connsiteY152" fmla="*/ 40521 h 93854"/>
                  <a:gd name="connsiteX153" fmla="*/ 137708 w 554583"/>
                  <a:gd name="connsiteY153" fmla="*/ 39688 h 93854"/>
                  <a:gd name="connsiteX154" fmla="*/ 147188 w 554583"/>
                  <a:gd name="connsiteY154" fmla="*/ 38594 h 93854"/>
                  <a:gd name="connsiteX155" fmla="*/ 153646 w 554583"/>
                  <a:gd name="connsiteY155" fmla="*/ 37396 h 93854"/>
                  <a:gd name="connsiteX156" fmla="*/ 153646 w 554583"/>
                  <a:gd name="connsiteY156" fmla="*/ 44375 h 93854"/>
                  <a:gd name="connsiteX157" fmla="*/ 146979 w 554583"/>
                  <a:gd name="connsiteY157" fmla="*/ 45729 h 93854"/>
                  <a:gd name="connsiteX158" fmla="*/ 137500 w 554583"/>
                  <a:gd name="connsiteY158" fmla="*/ 46979 h 93854"/>
                  <a:gd name="connsiteX159" fmla="*/ 126406 w 554583"/>
                  <a:gd name="connsiteY159" fmla="*/ 47865 h 93854"/>
                  <a:gd name="connsiteX160" fmla="*/ 114583 w 554583"/>
                  <a:gd name="connsiteY160" fmla="*/ 48229 h 93854"/>
                  <a:gd name="connsiteX161" fmla="*/ 100833 w 554583"/>
                  <a:gd name="connsiteY161" fmla="*/ 48229 h 93854"/>
                  <a:gd name="connsiteX162" fmla="*/ 99115 w 554583"/>
                  <a:gd name="connsiteY162" fmla="*/ 47760 h 93854"/>
                  <a:gd name="connsiteX163" fmla="*/ 98646 w 554583"/>
                  <a:gd name="connsiteY163" fmla="*/ 46042 h 93854"/>
                  <a:gd name="connsiteX164" fmla="*/ 447709 w 554583"/>
                  <a:gd name="connsiteY164" fmla="*/ 0 h 93854"/>
                  <a:gd name="connsiteX165" fmla="*/ 455834 w 554583"/>
                  <a:gd name="connsiteY165" fmla="*/ 0 h 93854"/>
                  <a:gd name="connsiteX166" fmla="*/ 455834 w 554583"/>
                  <a:gd name="connsiteY166" fmla="*/ 67813 h 93854"/>
                  <a:gd name="connsiteX167" fmla="*/ 447709 w 554583"/>
                  <a:gd name="connsiteY167" fmla="*/ 67813 h 93854"/>
                  <a:gd name="connsiteX168" fmla="*/ 447709 w 554583"/>
                  <a:gd name="connsiteY168" fmla="*/ 39167 h 93854"/>
                  <a:gd name="connsiteX169" fmla="*/ 427084 w 554583"/>
                  <a:gd name="connsiteY169" fmla="*/ 39167 h 93854"/>
                  <a:gd name="connsiteX170" fmla="*/ 418594 w 554583"/>
                  <a:gd name="connsiteY170" fmla="*/ 47344 h 93854"/>
                  <a:gd name="connsiteX171" fmla="*/ 406459 w 554583"/>
                  <a:gd name="connsiteY171" fmla="*/ 50417 h 93854"/>
                  <a:gd name="connsiteX172" fmla="*/ 396563 w 554583"/>
                  <a:gd name="connsiteY172" fmla="*/ 48490 h 93854"/>
                  <a:gd name="connsiteX173" fmla="*/ 388959 w 554583"/>
                  <a:gd name="connsiteY173" fmla="*/ 43125 h 93854"/>
                  <a:gd name="connsiteX174" fmla="*/ 383959 w 554583"/>
                  <a:gd name="connsiteY174" fmla="*/ 35313 h 93854"/>
                  <a:gd name="connsiteX175" fmla="*/ 382188 w 554583"/>
                  <a:gd name="connsiteY175" fmla="*/ 25729 h 93854"/>
                  <a:gd name="connsiteX176" fmla="*/ 383959 w 554583"/>
                  <a:gd name="connsiteY176" fmla="*/ 16146 h 93854"/>
                  <a:gd name="connsiteX177" fmla="*/ 388959 w 554583"/>
                  <a:gd name="connsiteY177" fmla="*/ 8229 h 93854"/>
                  <a:gd name="connsiteX178" fmla="*/ 396563 w 554583"/>
                  <a:gd name="connsiteY178" fmla="*/ 2917 h 93854"/>
                  <a:gd name="connsiteX179" fmla="*/ 406459 w 554583"/>
                  <a:gd name="connsiteY179" fmla="*/ 938 h 93854"/>
                  <a:gd name="connsiteX180" fmla="*/ 417813 w 554583"/>
                  <a:gd name="connsiteY180" fmla="*/ 3646 h 93854"/>
                  <a:gd name="connsiteX181" fmla="*/ 426146 w 554583"/>
                  <a:gd name="connsiteY181" fmla="*/ 10833 h 93854"/>
                  <a:gd name="connsiteX182" fmla="*/ 447709 w 554583"/>
                  <a:gd name="connsiteY182" fmla="*/ 10833 h 93854"/>
                  <a:gd name="connsiteX183" fmla="*/ 266771 w 554583"/>
                  <a:gd name="connsiteY183" fmla="*/ 0 h 93854"/>
                  <a:gd name="connsiteX184" fmla="*/ 274896 w 554583"/>
                  <a:gd name="connsiteY184" fmla="*/ 0 h 93854"/>
                  <a:gd name="connsiteX185" fmla="*/ 274896 w 554583"/>
                  <a:gd name="connsiteY185" fmla="*/ 55938 h 93854"/>
                  <a:gd name="connsiteX186" fmla="*/ 266771 w 554583"/>
                  <a:gd name="connsiteY186" fmla="*/ 55938 h 93854"/>
                  <a:gd name="connsiteX187" fmla="*/ 266771 w 554583"/>
                  <a:gd name="connsiteY187" fmla="*/ 27917 h 93854"/>
                  <a:gd name="connsiteX188" fmla="*/ 247604 w 554583"/>
                  <a:gd name="connsiteY188" fmla="*/ 27917 h 93854"/>
                  <a:gd name="connsiteX189" fmla="*/ 247604 w 554583"/>
                  <a:gd name="connsiteY189" fmla="*/ 21042 h 93854"/>
                  <a:gd name="connsiteX190" fmla="*/ 266771 w 554583"/>
                  <a:gd name="connsiteY190" fmla="*/ 21042 h 93854"/>
                  <a:gd name="connsiteX191" fmla="*/ 158125 w 554583"/>
                  <a:gd name="connsiteY191" fmla="*/ 0 h 93854"/>
                  <a:gd name="connsiteX192" fmla="*/ 166250 w 554583"/>
                  <a:gd name="connsiteY192" fmla="*/ 0 h 93854"/>
                  <a:gd name="connsiteX193" fmla="*/ 166250 w 554583"/>
                  <a:gd name="connsiteY193" fmla="*/ 22813 h 93854"/>
                  <a:gd name="connsiteX194" fmla="*/ 178854 w 554583"/>
                  <a:gd name="connsiteY194" fmla="*/ 22813 h 93854"/>
                  <a:gd name="connsiteX195" fmla="*/ 178854 w 554583"/>
                  <a:gd name="connsiteY195" fmla="*/ 30000 h 93854"/>
                  <a:gd name="connsiteX196" fmla="*/ 166250 w 554583"/>
                  <a:gd name="connsiteY196" fmla="*/ 30000 h 93854"/>
                  <a:gd name="connsiteX197" fmla="*/ 166250 w 554583"/>
                  <a:gd name="connsiteY197" fmla="*/ 67396 h 93854"/>
                  <a:gd name="connsiteX198" fmla="*/ 158125 w 554583"/>
                  <a:gd name="connsiteY198" fmla="*/ 67396 h 93854"/>
                  <a:gd name="connsiteX199" fmla="*/ 73854 w 554583"/>
                  <a:gd name="connsiteY199" fmla="*/ 0 h 93854"/>
                  <a:gd name="connsiteX200" fmla="*/ 81771 w 554583"/>
                  <a:gd name="connsiteY200" fmla="*/ 0 h 93854"/>
                  <a:gd name="connsiteX201" fmla="*/ 81771 w 554583"/>
                  <a:gd name="connsiteY201" fmla="*/ 92292 h 93854"/>
                  <a:gd name="connsiteX202" fmla="*/ 73854 w 554583"/>
                  <a:gd name="connsiteY202" fmla="*/ 92292 h 93854"/>
                  <a:gd name="connsiteX203" fmla="*/ 73854 w 554583"/>
                  <a:gd name="connsiteY203" fmla="*/ 41458 h 93854"/>
                  <a:gd name="connsiteX204" fmla="*/ 61979 w 554583"/>
                  <a:gd name="connsiteY204" fmla="*/ 41458 h 93854"/>
                  <a:gd name="connsiteX205" fmla="*/ 61979 w 554583"/>
                  <a:gd name="connsiteY205" fmla="*/ 87917 h 93854"/>
                  <a:gd name="connsiteX206" fmla="*/ 53958 w 554583"/>
                  <a:gd name="connsiteY206" fmla="*/ 87917 h 93854"/>
                  <a:gd name="connsiteX207" fmla="*/ 53958 w 554583"/>
                  <a:gd name="connsiteY207" fmla="*/ 1563 h 93854"/>
                  <a:gd name="connsiteX208" fmla="*/ 61979 w 554583"/>
                  <a:gd name="connsiteY208" fmla="*/ 1563 h 93854"/>
                  <a:gd name="connsiteX209" fmla="*/ 61979 w 554583"/>
                  <a:gd name="connsiteY209" fmla="*/ 33542 h 93854"/>
                  <a:gd name="connsiteX210" fmla="*/ 73854 w 554583"/>
                  <a:gd name="connsiteY210" fmla="*/ 33542 h 93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</a:cxnLst>
                <a:rect l="l" t="t" r="r" b="b"/>
                <a:pathLst>
                  <a:path w="554583" h="93854">
                    <a:moveTo>
                      <a:pt x="245000" y="63229"/>
                    </a:moveTo>
                    <a:cubicBezTo>
                      <a:pt x="241806" y="63229"/>
                      <a:pt x="238837" y="63516"/>
                      <a:pt x="236094" y="64063"/>
                    </a:cubicBezTo>
                    <a:cubicBezTo>
                      <a:pt x="233352" y="64623"/>
                      <a:pt x="230938" y="65417"/>
                      <a:pt x="228854" y="66458"/>
                    </a:cubicBezTo>
                    <a:cubicBezTo>
                      <a:pt x="226841" y="67435"/>
                      <a:pt x="225261" y="68672"/>
                      <a:pt x="224115" y="70156"/>
                    </a:cubicBezTo>
                    <a:cubicBezTo>
                      <a:pt x="222969" y="71654"/>
                      <a:pt x="222396" y="73333"/>
                      <a:pt x="222396" y="75208"/>
                    </a:cubicBezTo>
                    <a:cubicBezTo>
                      <a:pt x="222396" y="77084"/>
                      <a:pt x="222969" y="78789"/>
                      <a:pt x="224115" y="80313"/>
                    </a:cubicBezTo>
                    <a:cubicBezTo>
                      <a:pt x="225261" y="81849"/>
                      <a:pt x="226875" y="83125"/>
                      <a:pt x="228959" y="84167"/>
                    </a:cubicBezTo>
                    <a:cubicBezTo>
                      <a:pt x="230973" y="85208"/>
                      <a:pt x="233352" y="86016"/>
                      <a:pt x="236094" y="86563"/>
                    </a:cubicBezTo>
                    <a:cubicBezTo>
                      <a:pt x="238837" y="87123"/>
                      <a:pt x="241806" y="87396"/>
                      <a:pt x="245000" y="87396"/>
                    </a:cubicBezTo>
                    <a:cubicBezTo>
                      <a:pt x="248264" y="87396"/>
                      <a:pt x="251285" y="87123"/>
                      <a:pt x="254063" y="86563"/>
                    </a:cubicBezTo>
                    <a:cubicBezTo>
                      <a:pt x="256841" y="86016"/>
                      <a:pt x="259271" y="85208"/>
                      <a:pt x="261354" y="84167"/>
                    </a:cubicBezTo>
                    <a:cubicBezTo>
                      <a:pt x="263369" y="83125"/>
                      <a:pt x="264966" y="81862"/>
                      <a:pt x="266146" y="80365"/>
                    </a:cubicBezTo>
                    <a:cubicBezTo>
                      <a:pt x="267327" y="78880"/>
                      <a:pt x="267917" y="77188"/>
                      <a:pt x="267917" y="75313"/>
                    </a:cubicBezTo>
                    <a:cubicBezTo>
                      <a:pt x="267917" y="71563"/>
                      <a:pt x="265748" y="68620"/>
                      <a:pt x="261406" y="66458"/>
                    </a:cubicBezTo>
                    <a:cubicBezTo>
                      <a:pt x="257067" y="64310"/>
                      <a:pt x="251598" y="63229"/>
                      <a:pt x="245000" y="63229"/>
                    </a:cubicBezTo>
                    <a:close/>
                    <a:moveTo>
                      <a:pt x="395938" y="60313"/>
                    </a:moveTo>
                    <a:lnTo>
                      <a:pt x="404375" y="60313"/>
                    </a:lnTo>
                    <a:lnTo>
                      <a:pt x="404375" y="83333"/>
                    </a:lnTo>
                    <a:lnTo>
                      <a:pt x="458334" y="83333"/>
                    </a:lnTo>
                    <a:lnTo>
                      <a:pt x="458334" y="90417"/>
                    </a:lnTo>
                    <a:lnTo>
                      <a:pt x="398125" y="90417"/>
                    </a:lnTo>
                    <a:cubicBezTo>
                      <a:pt x="397292" y="90417"/>
                      <a:pt x="396719" y="90261"/>
                      <a:pt x="396407" y="89948"/>
                    </a:cubicBezTo>
                    <a:cubicBezTo>
                      <a:pt x="396094" y="89635"/>
                      <a:pt x="395938" y="89063"/>
                      <a:pt x="395938" y="88229"/>
                    </a:cubicBezTo>
                    <a:close/>
                    <a:moveTo>
                      <a:pt x="108229" y="59063"/>
                    </a:moveTo>
                    <a:lnTo>
                      <a:pt x="116563" y="59063"/>
                    </a:lnTo>
                    <a:lnTo>
                      <a:pt x="116563" y="83333"/>
                    </a:lnTo>
                    <a:lnTo>
                      <a:pt x="169375" y="83333"/>
                    </a:lnTo>
                    <a:lnTo>
                      <a:pt x="169375" y="90417"/>
                    </a:lnTo>
                    <a:lnTo>
                      <a:pt x="110417" y="90417"/>
                    </a:lnTo>
                    <a:cubicBezTo>
                      <a:pt x="109583" y="90417"/>
                      <a:pt x="109010" y="90261"/>
                      <a:pt x="108698" y="89948"/>
                    </a:cubicBezTo>
                    <a:cubicBezTo>
                      <a:pt x="108385" y="89635"/>
                      <a:pt x="108229" y="89063"/>
                      <a:pt x="108229" y="88229"/>
                    </a:cubicBezTo>
                    <a:close/>
                    <a:moveTo>
                      <a:pt x="245000" y="56459"/>
                    </a:moveTo>
                    <a:cubicBezTo>
                      <a:pt x="254583" y="56459"/>
                      <a:pt x="262240" y="58177"/>
                      <a:pt x="267969" y="61615"/>
                    </a:cubicBezTo>
                    <a:cubicBezTo>
                      <a:pt x="273698" y="65052"/>
                      <a:pt x="276563" y="69583"/>
                      <a:pt x="276563" y="75208"/>
                    </a:cubicBezTo>
                    <a:cubicBezTo>
                      <a:pt x="276563" y="80977"/>
                      <a:pt x="273698" y="85521"/>
                      <a:pt x="267969" y="88854"/>
                    </a:cubicBezTo>
                    <a:cubicBezTo>
                      <a:pt x="262240" y="92188"/>
                      <a:pt x="254583" y="93854"/>
                      <a:pt x="245000" y="93854"/>
                    </a:cubicBezTo>
                    <a:cubicBezTo>
                      <a:pt x="240208" y="93854"/>
                      <a:pt x="235886" y="93425"/>
                      <a:pt x="232031" y="92552"/>
                    </a:cubicBezTo>
                    <a:cubicBezTo>
                      <a:pt x="228177" y="91693"/>
                      <a:pt x="224896" y="90456"/>
                      <a:pt x="222188" y="88854"/>
                    </a:cubicBezTo>
                    <a:cubicBezTo>
                      <a:pt x="219410" y="87266"/>
                      <a:pt x="217292" y="85300"/>
                      <a:pt x="215833" y="82969"/>
                    </a:cubicBezTo>
                    <a:cubicBezTo>
                      <a:pt x="214375" y="80651"/>
                      <a:pt x="213646" y="78060"/>
                      <a:pt x="213646" y="75208"/>
                    </a:cubicBezTo>
                    <a:cubicBezTo>
                      <a:pt x="213646" y="72435"/>
                      <a:pt x="214393" y="69883"/>
                      <a:pt x="215886" y="67552"/>
                    </a:cubicBezTo>
                    <a:cubicBezTo>
                      <a:pt x="217379" y="65235"/>
                      <a:pt x="219514" y="63268"/>
                      <a:pt x="222292" y="61667"/>
                    </a:cubicBezTo>
                    <a:cubicBezTo>
                      <a:pt x="225070" y="60000"/>
                      <a:pt x="228369" y="58724"/>
                      <a:pt x="232188" y="57813"/>
                    </a:cubicBezTo>
                    <a:cubicBezTo>
                      <a:pt x="236008" y="56914"/>
                      <a:pt x="240279" y="56459"/>
                      <a:pt x="245000" y="56459"/>
                    </a:cubicBezTo>
                    <a:close/>
                    <a:moveTo>
                      <a:pt x="307292" y="26875"/>
                    </a:moveTo>
                    <a:lnTo>
                      <a:pt x="307292" y="45938"/>
                    </a:lnTo>
                    <a:lnTo>
                      <a:pt x="352500" y="45938"/>
                    </a:lnTo>
                    <a:lnTo>
                      <a:pt x="352500" y="26875"/>
                    </a:lnTo>
                    <a:close/>
                    <a:moveTo>
                      <a:pt x="429688" y="17813"/>
                    </a:moveTo>
                    <a:cubicBezTo>
                      <a:pt x="430035" y="19063"/>
                      <a:pt x="430313" y="20352"/>
                      <a:pt x="430521" y="21667"/>
                    </a:cubicBezTo>
                    <a:cubicBezTo>
                      <a:pt x="430729" y="22995"/>
                      <a:pt x="430834" y="24349"/>
                      <a:pt x="430834" y="25729"/>
                    </a:cubicBezTo>
                    <a:cubicBezTo>
                      <a:pt x="430834" y="26849"/>
                      <a:pt x="430748" y="27943"/>
                      <a:pt x="430573" y="29011"/>
                    </a:cubicBezTo>
                    <a:cubicBezTo>
                      <a:pt x="430400" y="30091"/>
                      <a:pt x="430209" y="31146"/>
                      <a:pt x="430000" y="32188"/>
                    </a:cubicBezTo>
                    <a:lnTo>
                      <a:pt x="447709" y="32188"/>
                    </a:lnTo>
                    <a:lnTo>
                      <a:pt x="447709" y="17813"/>
                    </a:lnTo>
                    <a:close/>
                    <a:moveTo>
                      <a:pt x="406459" y="8333"/>
                    </a:moveTo>
                    <a:cubicBezTo>
                      <a:pt x="401459" y="8333"/>
                      <a:pt x="397571" y="10039"/>
                      <a:pt x="394792" y="13438"/>
                    </a:cubicBezTo>
                    <a:cubicBezTo>
                      <a:pt x="392015" y="16849"/>
                      <a:pt x="390625" y="20938"/>
                      <a:pt x="390625" y="25729"/>
                    </a:cubicBezTo>
                    <a:cubicBezTo>
                      <a:pt x="390625" y="30521"/>
                      <a:pt x="392015" y="34583"/>
                      <a:pt x="394792" y="37917"/>
                    </a:cubicBezTo>
                    <a:cubicBezTo>
                      <a:pt x="397571" y="41250"/>
                      <a:pt x="401459" y="42917"/>
                      <a:pt x="406459" y="42917"/>
                    </a:cubicBezTo>
                    <a:cubicBezTo>
                      <a:pt x="411459" y="42917"/>
                      <a:pt x="415348" y="41250"/>
                      <a:pt x="418125" y="37917"/>
                    </a:cubicBezTo>
                    <a:cubicBezTo>
                      <a:pt x="420904" y="34583"/>
                      <a:pt x="422292" y="30521"/>
                      <a:pt x="422292" y="25729"/>
                    </a:cubicBezTo>
                    <a:cubicBezTo>
                      <a:pt x="422292" y="20938"/>
                      <a:pt x="420904" y="16849"/>
                      <a:pt x="418125" y="13438"/>
                    </a:cubicBezTo>
                    <a:cubicBezTo>
                      <a:pt x="415348" y="10039"/>
                      <a:pt x="411459" y="8333"/>
                      <a:pt x="406459" y="8333"/>
                    </a:cubicBezTo>
                    <a:close/>
                    <a:moveTo>
                      <a:pt x="7083" y="6146"/>
                    </a:moveTo>
                    <a:lnTo>
                      <a:pt x="45521" y="6146"/>
                    </a:lnTo>
                    <a:lnTo>
                      <a:pt x="45521" y="13125"/>
                    </a:lnTo>
                    <a:lnTo>
                      <a:pt x="30625" y="13125"/>
                    </a:lnTo>
                    <a:lnTo>
                      <a:pt x="30625" y="20833"/>
                    </a:lnTo>
                    <a:cubicBezTo>
                      <a:pt x="30625" y="31328"/>
                      <a:pt x="32031" y="40235"/>
                      <a:pt x="34844" y="47552"/>
                    </a:cubicBezTo>
                    <a:cubicBezTo>
                      <a:pt x="37656" y="54883"/>
                      <a:pt x="42708" y="60729"/>
                      <a:pt x="50000" y="65104"/>
                    </a:cubicBezTo>
                    <a:lnTo>
                      <a:pt x="43854" y="70729"/>
                    </a:lnTo>
                    <a:cubicBezTo>
                      <a:pt x="40521" y="68516"/>
                      <a:pt x="37171" y="65261"/>
                      <a:pt x="33802" y="60990"/>
                    </a:cubicBezTo>
                    <a:cubicBezTo>
                      <a:pt x="30435" y="56719"/>
                      <a:pt x="27917" y="51810"/>
                      <a:pt x="26250" y="46250"/>
                    </a:cubicBezTo>
                    <a:cubicBezTo>
                      <a:pt x="25487" y="48958"/>
                      <a:pt x="24462" y="51667"/>
                      <a:pt x="23177" y="54375"/>
                    </a:cubicBezTo>
                    <a:cubicBezTo>
                      <a:pt x="21893" y="57083"/>
                      <a:pt x="20417" y="59661"/>
                      <a:pt x="18750" y="62083"/>
                    </a:cubicBezTo>
                    <a:cubicBezTo>
                      <a:pt x="17014" y="64518"/>
                      <a:pt x="15156" y="66797"/>
                      <a:pt x="13177" y="68906"/>
                    </a:cubicBezTo>
                    <a:cubicBezTo>
                      <a:pt x="11198" y="71029"/>
                      <a:pt x="9202" y="72813"/>
                      <a:pt x="7188" y="74271"/>
                    </a:cubicBezTo>
                    <a:lnTo>
                      <a:pt x="0" y="69063"/>
                    </a:lnTo>
                    <a:cubicBezTo>
                      <a:pt x="7639" y="63932"/>
                      <a:pt x="13264" y="57552"/>
                      <a:pt x="16875" y="49948"/>
                    </a:cubicBezTo>
                    <a:cubicBezTo>
                      <a:pt x="20487" y="42344"/>
                      <a:pt x="22292" y="32708"/>
                      <a:pt x="22292" y="21042"/>
                    </a:cubicBezTo>
                    <a:lnTo>
                      <a:pt x="22292" y="13125"/>
                    </a:lnTo>
                    <a:lnTo>
                      <a:pt x="7083" y="13125"/>
                    </a:lnTo>
                    <a:close/>
                    <a:moveTo>
                      <a:pt x="203438" y="4271"/>
                    </a:moveTo>
                    <a:lnTo>
                      <a:pt x="248542" y="4271"/>
                    </a:lnTo>
                    <a:lnTo>
                      <a:pt x="248542" y="11250"/>
                    </a:lnTo>
                    <a:lnTo>
                      <a:pt x="230417" y="11250"/>
                    </a:lnTo>
                    <a:lnTo>
                      <a:pt x="230417" y="15000"/>
                    </a:lnTo>
                    <a:cubicBezTo>
                      <a:pt x="230417" y="18828"/>
                      <a:pt x="231077" y="22292"/>
                      <a:pt x="232396" y="25417"/>
                    </a:cubicBezTo>
                    <a:cubicBezTo>
                      <a:pt x="233716" y="28542"/>
                      <a:pt x="235487" y="31354"/>
                      <a:pt x="237708" y="33854"/>
                    </a:cubicBezTo>
                    <a:cubicBezTo>
                      <a:pt x="239931" y="36289"/>
                      <a:pt x="242466" y="38386"/>
                      <a:pt x="245313" y="40156"/>
                    </a:cubicBezTo>
                    <a:cubicBezTo>
                      <a:pt x="248160" y="41927"/>
                      <a:pt x="251146" y="43307"/>
                      <a:pt x="254271" y="44271"/>
                    </a:cubicBezTo>
                    <a:lnTo>
                      <a:pt x="249063" y="50313"/>
                    </a:lnTo>
                    <a:cubicBezTo>
                      <a:pt x="247258" y="49557"/>
                      <a:pt x="245279" y="48529"/>
                      <a:pt x="243125" y="47240"/>
                    </a:cubicBezTo>
                    <a:cubicBezTo>
                      <a:pt x="240973" y="45964"/>
                      <a:pt x="238854" y="44479"/>
                      <a:pt x="236771" y="42813"/>
                    </a:cubicBezTo>
                    <a:cubicBezTo>
                      <a:pt x="234688" y="41146"/>
                      <a:pt x="232708" y="39271"/>
                      <a:pt x="230833" y="37188"/>
                    </a:cubicBezTo>
                    <a:cubicBezTo>
                      <a:pt x="228959" y="35104"/>
                      <a:pt x="227396" y="32813"/>
                      <a:pt x="226146" y="30313"/>
                    </a:cubicBezTo>
                    <a:cubicBezTo>
                      <a:pt x="224410" y="35104"/>
                      <a:pt x="221458" y="39505"/>
                      <a:pt x="217292" y="43490"/>
                    </a:cubicBezTo>
                    <a:cubicBezTo>
                      <a:pt x="213125" y="47487"/>
                      <a:pt x="208438" y="50703"/>
                      <a:pt x="203229" y="53125"/>
                    </a:cubicBezTo>
                    <a:lnTo>
                      <a:pt x="197083" y="47604"/>
                    </a:lnTo>
                    <a:cubicBezTo>
                      <a:pt x="200417" y="46289"/>
                      <a:pt x="203577" y="44610"/>
                      <a:pt x="206563" y="42552"/>
                    </a:cubicBezTo>
                    <a:cubicBezTo>
                      <a:pt x="209550" y="40508"/>
                      <a:pt x="212154" y="38099"/>
                      <a:pt x="214375" y="35313"/>
                    </a:cubicBezTo>
                    <a:cubicBezTo>
                      <a:pt x="216598" y="32604"/>
                      <a:pt x="218386" y="29557"/>
                      <a:pt x="219740" y="26146"/>
                    </a:cubicBezTo>
                    <a:cubicBezTo>
                      <a:pt x="221094" y="22748"/>
                      <a:pt x="221771" y="18958"/>
                      <a:pt x="221771" y="14792"/>
                    </a:cubicBezTo>
                    <a:lnTo>
                      <a:pt x="221771" y="11250"/>
                    </a:lnTo>
                    <a:lnTo>
                      <a:pt x="203438" y="11250"/>
                    </a:lnTo>
                    <a:close/>
                    <a:moveTo>
                      <a:pt x="299063" y="3750"/>
                    </a:moveTo>
                    <a:lnTo>
                      <a:pt x="307292" y="3750"/>
                    </a:lnTo>
                    <a:lnTo>
                      <a:pt x="307292" y="19896"/>
                    </a:lnTo>
                    <a:lnTo>
                      <a:pt x="352500" y="19896"/>
                    </a:lnTo>
                    <a:lnTo>
                      <a:pt x="352500" y="3750"/>
                    </a:lnTo>
                    <a:lnTo>
                      <a:pt x="360729" y="3750"/>
                    </a:lnTo>
                    <a:lnTo>
                      <a:pt x="360729" y="50938"/>
                    </a:lnTo>
                    <a:cubicBezTo>
                      <a:pt x="360729" y="51771"/>
                      <a:pt x="360573" y="52344"/>
                      <a:pt x="360261" y="52656"/>
                    </a:cubicBezTo>
                    <a:cubicBezTo>
                      <a:pt x="359948" y="52969"/>
                      <a:pt x="359375" y="53125"/>
                      <a:pt x="358542" y="53125"/>
                    </a:cubicBezTo>
                    <a:lnTo>
                      <a:pt x="334063" y="53125"/>
                    </a:lnTo>
                    <a:lnTo>
                      <a:pt x="334063" y="73542"/>
                    </a:lnTo>
                    <a:lnTo>
                      <a:pt x="372292" y="73542"/>
                    </a:lnTo>
                    <a:lnTo>
                      <a:pt x="372292" y="80729"/>
                    </a:lnTo>
                    <a:lnTo>
                      <a:pt x="287500" y="80729"/>
                    </a:lnTo>
                    <a:lnTo>
                      <a:pt x="287500" y="73542"/>
                    </a:lnTo>
                    <a:lnTo>
                      <a:pt x="325521" y="73542"/>
                    </a:lnTo>
                    <a:lnTo>
                      <a:pt x="325521" y="53125"/>
                    </a:lnTo>
                    <a:lnTo>
                      <a:pt x="301250" y="53125"/>
                    </a:lnTo>
                    <a:cubicBezTo>
                      <a:pt x="300417" y="53125"/>
                      <a:pt x="299844" y="52969"/>
                      <a:pt x="299531" y="52656"/>
                    </a:cubicBezTo>
                    <a:cubicBezTo>
                      <a:pt x="299219" y="52344"/>
                      <a:pt x="299063" y="51771"/>
                      <a:pt x="299063" y="50938"/>
                    </a:cubicBezTo>
                    <a:close/>
                    <a:moveTo>
                      <a:pt x="479688" y="3333"/>
                    </a:moveTo>
                    <a:lnTo>
                      <a:pt x="542292" y="3333"/>
                    </a:lnTo>
                    <a:cubicBezTo>
                      <a:pt x="543125" y="3333"/>
                      <a:pt x="543698" y="3490"/>
                      <a:pt x="544011" y="3802"/>
                    </a:cubicBezTo>
                    <a:cubicBezTo>
                      <a:pt x="544323" y="4115"/>
                      <a:pt x="544479" y="4688"/>
                      <a:pt x="544479" y="5521"/>
                    </a:cubicBezTo>
                    <a:cubicBezTo>
                      <a:pt x="544271" y="8438"/>
                      <a:pt x="543994" y="11615"/>
                      <a:pt x="543646" y="15052"/>
                    </a:cubicBezTo>
                    <a:cubicBezTo>
                      <a:pt x="543300" y="18490"/>
                      <a:pt x="542917" y="21979"/>
                      <a:pt x="542500" y="25521"/>
                    </a:cubicBezTo>
                    <a:cubicBezTo>
                      <a:pt x="542084" y="28997"/>
                      <a:pt x="541615" y="32383"/>
                      <a:pt x="541094" y="35677"/>
                    </a:cubicBezTo>
                    <a:cubicBezTo>
                      <a:pt x="540573" y="38984"/>
                      <a:pt x="540071" y="41875"/>
                      <a:pt x="539584" y="44375"/>
                    </a:cubicBezTo>
                    <a:lnTo>
                      <a:pt x="554584" y="44375"/>
                    </a:lnTo>
                    <a:lnTo>
                      <a:pt x="554584" y="51459"/>
                    </a:lnTo>
                    <a:lnTo>
                      <a:pt x="515521" y="51459"/>
                    </a:lnTo>
                    <a:lnTo>
                      <a:pt x="515521" y="92396"/>
                    </a:lnTo>
                    <a:lnTo>
                      <a:pt x="507188" y="92396"/>
                    </a:lnTo>
                    <a:lnTo>
                      <a:pt x="507188" y="51459"/>
                    </a:lnTo>
                    <a:lnTo>
                      <a:pt x="469792" y="51459"/>
                    </a:lnTo>
                    <a:lnTo>
                      <a:pt x="469792" y="44375"/>
                    </a:lnTo>
                    <a:lnTo>
                      <a:pt x="531355" y="44375"/>
                    </a:lnTo>
                    <a:cubicBezTo>
                      <a:pt x="531841" y="41875"/>
                      <a:pt x="532327" y="39193"/>
                      <a:pt x="532813" y="36302"/>
                    </a:cubicBezTo>
                    <a:cubicBezTo>
                      <a:pt x="533300" y="33425"/>
                      <a:pt x="533750" y="30495"/>
                      <a:pt x="534167" y="27500"/>
                    </a:cubicBezTo>
                    <a:cubicBezTo>
                      <a:pt x="534515" y="24518"/>
                      <a:pt x="534844" y="21563"/>
                      <a:pt x="535157" y="18646"/>
                    </a:cubicBezTo>
                    <a:cubicBezTo>
                      <a:pt x="535469" y="15729"/>
                      <a:pt x="535696" y="12995"/>
                      <a:pt x="535834" y="10417"/>
                    </a:cubicBezTo>
                    <a:lnTo>
                      <a:pt x="479688" y="10417"/>
                    </a:lnTo>
                    <a:close/>
                    <a:moveTo>
                      <a:pt x="98646" y="2604"/>
                    </a:moveTo>
                    <a:lnTo>
                      <a:pt x="106771" y="2604"/>
                    </a:lnTo>
                    <a:lnTo>
                      <a:pt x="106771" y="40833"/>
                    </a:lnTo>
                    <a:lnTo>
                      <a:pt x="116042" y="40833"/>
                    </a:lnTo>
                    <a:cubicBezTo>
                      <a:pt x="119445" y="40833"/>
                      <a:pt x="123039" y="40729"/>
                      <a:pt x="126823" y="40521"/>
                    </a:cubicBezTo>
                    <a:cubicBezTo>
                      <a:pt x="130608" y="40313"/>
                      <a:pt x="134237" y="40039"/>
                      <a:pt x="137708" y="39688"/>
                    </a:cubicBezTo>
                    <a:cubicBezTo>
                      <a:pt x="141181" y="39349"/>
                      <a:pt x="144341" y="38984"/>
                      <a:pt x="147188" y="38594"/>
                    </a:cubicBezTo>
                    <a:cubicBezTo>
                      <a:pt x="150035" y="38216"/>
                      <a:pt x="152188" y="37813"/>
                      <a:pt x="153646" y="37396"/>
                    </a:cubicBezTo>
                    <a:lnTo>
                      <a:pt x="153646" y="44375"/>
                    </a:lnTo>
                    <a:cubicBezTo>
                      <a:pt x="151979" y="44792"/>
                      <a:pt x="149758" y="45247"/>
                      <a:pt x="146979" y="45729"/>
                    </a:cubicBezTo>
                    <a:cubicBezTo>
                      <a:pt x="144202" y="46224"/>
                      <a:pt x="141042" y="46641"/>
                      <a:pt x="137500" y="46979"/>
                    </a:cubicBezTo>
                    <a:cubicBezTo>
                      <a:pt x="134029" y="47331"/>
                      <a:pt x="130331" y="47630"/>
                      <a:pt x="126406" y="47865"/>
                    </a:cubicBezTo>
                    <a:cubicBezTo>
                      <a:pt x="122483" y="48112"/>
                      <a:pt x="118542" y="48229"/>
                      <a:pt x="114583" y="48229"/>
                    </a:cubicBezTo>
                    <a:lnTo>
                      <a:pt x="100833" y="48229"/>
                    </a:lnTo>
                    <a:cubicBezTo>
                      <a:pt x="100000" y="48229"/>
                      <a:pt x="99427" y="48073"/>
                      <a:pt x="99115" y="47760"/>
                    </a:cubicBezTo>
                    <a:cubicBezTo>
                      <a:pt x="98802" y="47448"/>
                      <a:pt x="98646" y="46875"/>
                      <a:pt x="98646" y="46042"/>
                    </a:cubicBezTo>
                    <a:close/>
                    <a:moveTo>
                      <a:pt x="447709" y="0"/>
                    </a:moveTo>
                    <a:lnTo>
                      <a:pt x="455834" y="0"/>
                    </a:lnTo>
                    <a:lnTo>
                      <a:pt x="455834" y="67813"/>
                    </a:lnTo>
                    <a:lnTo>
                      <a:pt x="447709" y="67813"/>
                    </a:lnTo>
                    <a:lnTo>
                      <a:pt x="447709" y="39167"/>
                    </a:lnTo>
                    <a:lnTo>
                      <a:pt x="427084" y="39167"/>
                    </a:lnTo>
                    <a:cubicBezTo>
                      <a:pt x="425000" y="42578"/>
                      <a:pt x="422171" y="45300"/>
                      <a:pt x="418594" y="47344"/>
                    </a:cubicBezTo>
                    <a:cubicBezTo>
                      <a:pt x="415018" y="49401"/>
                      <a:pt x="410973" y="50417"/>
                      <a:pt x="406459" y="50417"/>
                    </a:cubicBezTo>
                    <a:cubicBezTo>
                      <a:pt x="402848" y="50417"/>
                      <a:pt x="399550" y="49779"/>
                      <a:pt x="396563" y="48490"/>
                    </a:cubicBezTo>
                    <a:cubicBezTo>
                      <a:pt x="393577" y="47214"/>
                      <a:pt x="391042" y="45417"/>
                      <a:pt x="388959" y="43125"/>
                    </a:cubicBezTo>
                    <a:cubicBezTo>
                      <a:pt x="386806" y="40912"/>
                      <a:pt x="385140" y="38307"/>
                      <a:pt x="383959" y="35313"/>
                    </a:cubicBezTo>
                    <a:cubicBezTo>
                      <a:pt x="382779" y="32331"/>
                      <a:pt x="382188" y="29141"/>
                      <a:pt x="382188" y="25729"/>
                    </a:cubicBezTo>
                    <a:cubicBezTo>
                      <a:pt x="382188" y="22331"/>
                      <a:pt x="382779" y="19141"/>
                      <a:pt x="383959" y="16146"/>
                    </a:cubicBezTo>
                    <a:cubicBezTo>
                      <a:pt x="385140" y="13164"/>
                      <a:pt x="386806" y="10521"/>
                      <a:pt x="388959" y="8229"/>
                    </a:cubicBezTo>
                    <a:cubicBezTo>
                      <a:pt x="391042" y="6016"/>
                      <a:pt x="393577" y="4245"/>
                      <a:pt x="396563" y="2917"/>
                    </a:cubicBezTo>
                    <a:cubicBezTo>
                      <a:pt x="399550" y="1602"/>
                      <a:pt x="402848" y="938"/>
                      <a:pt x="406459" y="938"/>
                    </a:cubicBezTo>
                    <a:cubicBezTo>
                      <a:pt x="410625" y="938"/>
                      <a:pt x="414410" y="1849"/>
                      <a:pt x="417813" y="3646"/>
                    </a:cubicBezTo>
                    <a:cubicBezTo>
                      <a:pt x="421216" y="5456"/>
                      <a:pt x="423994" y="7852"/>
                      <a:pt x="426146" y="10833"/>
                    </a:cubicBezTo>
                    <a:lnTo>
                      <a:pt x="447709" y="10833"/>
                    </a:lnTo>
                    <a:close/>
                    <a:moveTo>
                      <a:pt x="266771" y="0"/>
                    </a:moveTo>
                    <a:lnTo>
                      <a:pt x="274896" y="0"/>
                    </a:lnTo>
                    <a:lnTo>
                      <a:pt x="274896" y="55938"/>
                    </a:lnTo>
                    <a:lnTo>
                      <a:pt x="266771" y="55938"/>
                    </a:lnTo>
                    <a:lnTo>
                      <a:pt x="266771" y="27917"/>
                    </a:lnTo>
                    <a:lnTo>
                      <a:pt x="247604" y="27917"/>
                    </a:lnTo>
                    <a:lnTo>
                      <a:pt x="247604" y="21042"/>
                    </a:lnTo>
                    <a:lnTo>
                      <a:pt x="266771" y="21042"/>
                    </a:lnTo>
                    <a:close/>
                    <a:moveTo>
                      <a:pt x="158125" y="0"/>
                    </a:moveTo>
                    <a:lnTo>
                      <a:pt x="166250" y="0"/>
                    </a:lnTo>
                    <a:lnTo>
                      <a:pt x="166250" y="22813"/>
                    </a:lnTo>
                    <a:lnTo>
                      <a:pt x="178854" y="22813"/>
                    </a:lnTo>
                    <a:lnTo>
                      <a:pt x="178854" y="30000"/>
                    </a:lnTo>
                    <a:lnTo>
                      <a:pt x="166250" y="30000"/>
                    </a:lnTo>
                    <a:lnTo>
                      <a:pt x="166250" y="67396"/>
                    </a:lnTo>
                    <a:lnTo>
                      <a:pt x="158125" y="67396"/>
                    </a:lnTo>
                    <a:close/>
                    <a:moveTo>
                      <a:pt x="73854" y="0"/>
                    </a:moveTo>
                    <a:lnTo>
                      <a:pt x="81771" y="0"/>
                    </a:lnTo>
                    <a:lnTo>
                      <a:pt x="81771" y="92292"/>
                    </a:lnTo>
                    <a:lnTo>
                      <a:pt x="73854" y="92292"/>
                    </a:lnTo>
                    <a:lnTo>
                      <a:pt x="73854" y="41458"/>
                    </a:lnTo>
                    <a:lnTo>
                      <a:pt x="61979" y="41458"/>
                    </a:lnTo>
                    <a:lnTo>
                      <a:pt x="61979" y="87917"/>
                    </a:lnTo>
                    <a:lnTo>
                      <a:pt x="53958" y="87917"/>
                    </a:lnTo>
                    <a:lnTo>
                      <a:pt x="53958" y="1563"/>
                    </a:lnTo>
                    <a:lnTo>
                      <a:pt x="61979" y="1563"/>
                    </a:lnTo>
                    <a:lnTo>
                      <a:pt x="61979" y="33542"/>
                    </a:lnTo>
                    <a:lnTo>
                      <a:pt x="73854" y="33542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6FD406AC-928F-4271-A11E-9955B2E55758}"/>
                  </a:ext>
                </a:extLst>
              </p:cNvPr>
              <p:cNvSpPr txBox="1"/>
              <p:nvPr/>
            </p:nvSpPr>
            <p:spPr>
              <a:xfrm>
                <a:off x="1119256" y="2998456"/>
                <a:ext cx="729755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재난정보연구</a:t>
                </a:r>
              </a:p>
            </p:txBody>
          </p:sp>
        </p:grpSp>
        <p:sp>
          <p:nvSpPr>
            <p:cNvPr id="343" name="자유형: 도형 342">
              <a:extLst>
                <a:ext uri="{FF2B5EF4-FFF2-40B4-BE49-F238E27FC236}">
                  <a16:creationId xmlns:a16="http://schemas.microsoft.com/office/drawing/2014/main" id="{E3B171AF-7725-4030-AB1C-90ECF0023148}"/>
                </a:ext>
              </a:extLst>
            </p:cNvPr>
            <p:cNvSpPr/>
            <p:nvPr/>
          </p:nvSpPr>
          <p:spPr>
            <a:xfrm>
              <a:off x="1811971" y="3065908"/>
              <a:ext cx="366456" cy="92604"/>
            </a:xfrm>
            <a:custGeom>
              <a:avLst/>
              <a:gdLst>
                <a:gd name="connsiteX0" fmla="*/ 118643 w 366456"/>
                <a:gd name="connsiteY0" fmla="*/ 68021 h 92604"/>
                <a:gd name="connsiteX1" fmla="*/ 118643 w 366456"/>
                <a:gd name="connsiteY1" fmla="*/ 84896 h 92604"/>
                <a:gd name="connsiteX2" fmla="*/ 162393 w 366456"/>
                <a:gd name="connsiteY2" fmla="*/ 84896 h 92604"/>
                <a:gd name="connsiteX3" fmla="*/ 162393 w 366456"/>
                <a:gd name="connsiteY3" fmla="*/ 68021 h 92604"/>
                <a:gd name="connsiteX4" fmla="*/ 112706 w 366456"/>
                <a:gd name="connsiteY4" fmla="*/ 61458 h 92604"/>
                <a:gd name="connsiteX5" fmla="*/ 168227 w 366456"/>
                <a:gd name="connsiteY5" fmla="*/ 61458 h 92604"/>
                <a:gd name="connsiteX6" fmla="*/ 169945 w 366456"/>
                <a:gd name="connsiteY6" fmla="*/ 61927 h 92604"/>
                <a:gd name="connsiteX7" fmla="*/ 170414 w 366456"/>
                <a:gd name="connsiteY7" fmla="*/ 63646 h 92604"/>
                <a:gd name="connsiteX8" fmla="*/ 170414 w 366456"/>
                <a:gd name="connsiteY8" fmla="*/ 89479 h 92604"/>
                <a:gd name="connsiteX9" fmla="*/ 169945 w 366456"/>
                <a:gd name="connsiteY9" fmla="*/ 91198 h 92604"/>
                <a:gd name="connsiteX10" fmla="*/ 168227 w 366456"/>
                <a:gd name="connsiteY10" fmla="*/ 91667 h 92604"/>
                <a:gd name="connsiteX11" fmla="*/ 112706 w 366456"/>
                <a:gd name="connsiteY11" fmla="*/ 91667 h 92604"/>
                <a:gd name="connsiteX12" fmla="*/ 110987 w 366456"/>
                <a:gd name="connsiteY12" fmla="*/ 91198 h 92604"/>
                <a:gd name="connsiteX13" fmla="*/ 110518 w 366456"/>
                <a:gd name="connsiteY13" fmla="*/ 89479 h 92604"/>
                <a:gd name="connsiteX14" fmla="*/ 110518 w 366456"/>
                <a:gd name="connsiteY14" fmla="*/ 63646 h 92604"/>
                <a:gd name="connsiteX15" fmla="*/ 110987 w 366456"/>
                <a:gd name="connsiteY15" fmla="*/ 61927 h 92604"/>
                <a:gd name="connsiteX16" fmla="*/ 112706 w 366456"/>
                <a:gd name="connsiteY16" fmla="*/ 61458 h 92604"/>
                <a:gd name="connsiteX17" fmla="*/ 304373 w 366456"/>
                <a:gd name="connsiteY17" fmla="*/ 53229 h 92604"/>
                <a:gd name="connsiteX18" fmla="*/ 362185 w 366456"/>
                <a:gd name="connsiteY18" fmla="*/ 53229 h 92604"/>
                <a:gd name="connsiteX19" fmla="*/ 363904 w 366456"/>
                <a:gd name="connsiteY19" fmla="*/ 53698 h 92604"/>
                <a:gd name="connsiteX20" fmla="*/ 364373 w 366456"/>
                <a:gd name="connsiteY20" fmla="*/ 55417 h 92604"/>
                <a:gd name="connsiteX21" fmla="*/ 364373 w 366456"/>
                <a:gd name="connsiteY21" fmla="*/ 73333 h 92604"/>
                <a:gd name="connsiteX22" fmla="*/ 363904 w 366456"/>
                <a:gd name="connsiteY22" fmla="*/ 75052 h 92604"/>
                <a:gd name="connsiteX23" fmla="*/ 362185 w 366456"/>
                <a:gd name="connsiteY23" fmla="*/ 75521 h 92604"/>
                <a:gd name="connsiteX24" fmla="*/ 313227 w 366456"/>
                <a:gd name="connsiteY24" fmla="*/ 75521 h 92604"/>
                <a:gd name="connsiteX25" fmla="*/ 313227 w 366456"/>
                <a:gd name="connsiteY25" fmla="*/ 85104 h 92604"/>
                <a:gd name="connsiteX26" fmla="*/ 366456 w 366456"/>
                <a:gd name="connsiteY26" fmla="*/ 85104 h 92604"/>
                <a:gd name="connsiteX27" fmla="*/ 366456 w 366456"/>
                <a:gd name="connsiteY27" fmla="*/ 91771 h 92604"/>
                <a:gd name="connsiteX28" fmla="*/ 306560 w 366456"/>
                <a:gd name="connsiteY28" fmla="*/ 91771 h 92604"/>
                <a:gd name="connsiteX29" fmla="*/ 304841 w 366456"/>
                <a:gd name="connsiteY29" fmla="*/ 91302 h 92604"/>
                <a:gd name="connsiteX30" fmla="*/ 304373 w 366456"/>
                <a:gd name="connsiteY30" fmla="*/ 89583 h 92604"/>
                <a:gd name="connsiteX31" fmla="*/ 304373 w 366456"/>
                <a:gd name="connsiteY31" fmla="*/ 71354 h 92604"/>
                <a:gd name="connsiteX32" fmla="*/ 304841 w 366456"/>
                <a:gd name="connsiteY32" fmla="*/ 69635 h 92604"/>
                <a:gd name="connsiteX33" fmla="*/ 306560 w 366456"/>
                <a:gd name="connsiteY33" fmla="*/ 69167 h 92604"/>
                <a:gd name="connsiteX34" fmla="*/ 355518 w 366456"/>
                <a:gd name="connsiteY34" fmla="*/ 69167 h 92604"/>
                <a:gd name="connsiteX35" fmla="*/ 355518 w 366456"/>
                <a:gd name="connsiteY35" fmla="*/ 60000 h 92604"/>
                <a:gd name="connsiteX36" fmla="*/ 304373 w 366456"/>
                <a:gd name="connsiteY36" fmla="*/ 60000 h 92604"/>
                <a:gd name="connsiteX37" fmla="*/ 17917 w 366456"/>
                <a:gd name="connsiteY37" fmla="*/ 53229 h 92604"/>
                <a:gd name="connsiteX38" fmla="*/ 75727 w 366456"/>
                <a:gd name="connsiteY38" fmla="*/ 53229 h 92604"/>
                <a:gd name="connsiteX39" fmla="*/ 77445 w 366456"/>
                <a:gd name="connsiteY39" fmla="*/ 53698 h 92604"/>
                <a:gd name="connsiteX40" fmla="*/ 77914 w 366456"/>
                <a:gd name="connsiteY40" fmla="*/ 55417 h 92604"/>
                <a:gd name="connsiteX41" fmla="*/ 77914 w 366456"/>
                <a:gd name="connsiteY41" fmla="*/ 73333 h 92604"/>
                <a:gd name="connsiteX42" fmla="*/ 77445 w 366456"/>
                <a:gd name="connsiteY42" fmla="*/ 75052 h 92604"/>
                <a:gd name="connsiteX43" fmla="*/ 75727 w 366456"/>
                <a:gd name="connsiteY43" fmla="*/ 75521 h 92604"/>
                <a:gd name="connsiteX44" fmla="*/ 26768 w 366456"/>
                <a:gd name="connsiteY44" fmla="*/ 75521 h 92604"/>
                <a:gd name="connsiteX45" fmla="*/ 26768 w 366456"/>
                <a:gd name="connsiteY45" fmla="*/ 85104 h 92604"/>
                <a:gd name="connsiteX46" fmla="*/ 79998 w 366456"/>
                <a:gd name="connsiteY46" fmla="*/ 85104 h 92604"/>
                <a:gd name="connsiteX47" fmla="*/ 79998 w 366456"/>
                <a:gd name="connsiteY47" fmla="*/ 91771 h 92604"/>
                <a:gd name="connsiteX48" fmla="*/ 20102 w 366456"/>
                <a:gd name="connsiteY48" fmla="*/ 91771 h 92604"/>
                <a:gd name="connsiteX49" fmla="*/ 18385 w 366456"/>
                <a:gd name="connsiteY49" fmla="*/ 91302 h 92604"/>
                <a:gd name="connsiteX50" fmla="*/ 17917 w 366456"/>
                <a:gd name="connsiteY50" fmla="*/ 89583 h 92604"/>
                <a:gd name="connsiteX51" fmla="*/ 17917 w 366456"/>
                <a:gd name="connsiteY51" fmla="*/ 71354 h 92604"/>
                <a:gd name="connsiteX52" fmla="*/ 18385 w 366456"/>
                <a:gd name="connsiteY52" fmla="*/ 69635 h 92604"/>
                <a:gd name="connsiteX53" fmla="*/ 20102 w 366456"/>
                <a:gd name="connsiteY53" fmla="*/ 69167 h 92604"/>
                <a:gd name="connsiteX54" fmla="*/ 69060 w 366456"/>
                <a:gd name="connsiteY54" fmla="*/ 69167 h 92604"/>
                <a:gd name="connsiteX55" fmla="*/ 69060 w 366456"/>
                <a:gd name="connsiteY55" fmla="*/ 60000 h 92604"/>
                <a:gd name="connsiteX56" fmla="*/ 17917 w 366456"/>
                <a:gd name="connsiteY56" fmla="*/ 60000 h 92604"/>
                <a:gd name="connsiteX57" fmla="*/ 121664 w 366456"/>
                <a:gd name="connsiteY57" fmla="*/ 28437 h 92604"/>
                <a:gd name="connsiteX58" fmla="*/ 110987 w 366456"/>
                <a:gd name="connsiteY58" fmla="*/ 31042 h 92604"/>
                <a:gd name="connsiteX59" fmla="*/ 107185 w 366456"/>
                <a:gd name="connsiteY59" fmla="*/ 37917 h 92604"/>
                <a:gd name="connsiteX60" fmla="*/ 110987 w 366456"/>
                <a:gd name="connsiteY60" fmla="*/ 44896 h 92604"/>
                <a:gd name="connsiteX61" fmla="*/ 121664 w 366456"/>
                <a:gd name="connsiteY61" fmla="*/ 47604 h 92604"/>
                <a:gd name="connsiteX62" fmla="*/ 132289 w 366456"/>
                <a:gd name="connsiteY62" fmla="*/ 44896 h 92604"/>
                <a:gd name="connsiteX63" fmla="*/ 136143 w 366456"/>
                <a:gd name="connsiteY63" fmla="*/ 37917 h 92604"/>
                <a:gd name="connsiteX64" fmla="*/ 132289 w 366456"/>
                <a:gd name="connsiteY64" fmla="*/ 31042 h 92604"/>
                <a:gd name="connsiteX65" fmla="*/ 121664 w 366456"/>
                <a:gd name="connsiteY65" fmla="*/ 28437 h 92604"/>
                <a:gd name="connsiteX66" fmla="*/ 121664 w 366456"/>
                <a:gd name="connsiteY66" fmla="*/ 22292 h 92604"/>
                <a:gd name="connsiteX67" fmla="*/ 138279 w 366456"/>
                <a:gd name="connsiteY67" fmla="*/ 26614 h 92604"/>
                <a:gd name="connsiteX68" fmla="*/ 144685 w 366456"/>
                <a:gd name="connsiteY68" fmla="*/ 37917 h 92604"/>
                <a:gd name="connsiteX69" fmla="*/ 142914 w 366456"/>
                <a:gd name="connsiteY69" fmla="*/ 44375 h 92604"/>
                <a:gd name="connsiteX70" fmla="*/ 138123 w 366456"/>
                <a:gd name="connsiteY70" fmla="*/ 49375 h 92604"/>
                <a:gd name="connsiteX71" fmla="*/ 130779 w 366456"/>
                <a:gd name="connsiteY71" fmla="*/ 52604 h 92604"/>
                <a:gd name="connsiteX72" fmla="*/ 121664 w 366456"/>
                <a:gd name="connsiteY72" fmla="*/ 53750 h 92604"/>
                <a:gd name="connsiteX73" fmla="*/ 112445 w 366456"/>
                <a:gd name="connsiteY73" fmla="*/ 52604 h 92604"/>
                <a:gd name="connsiteX74" fmla="*/ 105102 w 366456"/>
                <a:gd name="connsiteY74" fmla="*/ 49375 h 92604"/>
                <a:gd name="connsiteX75" fmla="*/ 100362 w 366456"/>
                <a:gd name="connsiteY75" fmla="*/ 44375 h 92604"/>
                <a:gd name="connsiteX76" fmla="*/ 98643 w 366456"/>
                <a:gd name="connsiteY76" fmla="*/ 37917 h 92604"/>
                <a:gd name="connsiteX77" fmla="*/ 105050 w 366456"/>
                <a:gd name="connsiteY77" fmla="*/ 26614 h 92604"/>
                <a:gd name="connsiteX78" fmla="*/ 121664 w 366456"/>
                <a:gd name="connsiteY78" fmla="*/ 22292 h 92604"/>
                <a:gd name="connsiteX79" fmla="*/ 95310 w 366456"/>
                <a:gd name="connsiteY79" fmla="*/ 11667 h 92604"/>
                <a:gd name="connsiteX80" fmla="*/ 148227 w 366456"/>
                <a:gd name="connsiteY80" fmla="*/ 11667 h 92604"/>
                <a:gd name="connsiteX81" fmla="*/ 148227 w 366456"/>
                <a:gd name="connsiteY81" fmla="*/ 18125 h 92604"/>
                <a:gd name="connsiteX82" fmla="*/ 95310 w 366456"/>
                <a:gd name="connsiteY82" fmla="*/ 18125 h 92604"/>
                <a:gd name="connsiteX83" fmla="*/ 220518 w 366456"/>
                <a:gd name="connsiteY83" fmla="*/ 4062 h 92604"/>
                <a:gd name="connsiteX84" fmla="*/ 229060 w 366456"/>
                <a:gd name="connsiteY84" fmla="*/ 4062 h 92604"/>
                <a:gd name="connsiteX85" fmla="*/ 229060 w 366456"/>
                <a:gd name="connsiteY85" fmla="*/ 22187 h 92604"/>
                <a:gd name="connsiteX86" fmla="*/ 235154 w 366456"/>
                <a:gd name="connsiteY86" fmla="*/ 47292 h 92604"/>
                <a:gd name="connsiteX87" fmla="*/ 254373 w 366456"/>
                <a:gd name="connsiteY87" fmla="*/ 65937 h 92604"/>
                <a:gd name="connsiteX88" fmla="*/ 248331 w 366456"/>
                <a:gd name="connsiteY88" fmla="*/ 71875 h 92604"/>
                <a:gd name="connsiteX89" fmla="*/ 234477 w 366456"/>
                <a:gd name="connsiteY89" fmla="*/ 59635 h 92604"/>
                <a:gd name="connsiteX90" fmla="*/ 224581 w 366456"/>
                <a:gd name="connsiteY90" fmla="*/ 43125 h 92604"/>
                <a:gd name="connsiteX91" fmla="*/ 215102 w 366456"/>
                <a:gd name="connsiteY91" fmla="*/ 60729 h 92604"/>
                <a:gd name="connsiteX92" fmla="*/ 200935 w 366456"/>
                <a:gd name="connsiteY92" fmla="*/ 74271 h 92604"/>
                <a:gd name="connsiteX93" fmla="*/ 194060 w 366456"/>
                <a:gd name="connsiteY93" fmla="*/ 68750 h 92604"/>
                <a:gd name="connsiteX94" fmla="*/ 213695 w 366456"/>
                <a:gd name="connsiteY94" fmla="*/ 48542 h 92604"/>
                <a:gd name="connsiteX95" fmla="*/ 220518 w 366456"/>
                <a:gd name="connsiteY95" fmla="*/ 21146 h 92604"/>
                <a:gd name="connsiteX96" fmla="*/ 311248 w 366456"/>
                <a:gd name="connsiteY96" fmla="*/ 2187 h 92604"/>
                <a:gd name="connsiteX97" fmla="*/ 319893 w 366456"/>
                <a:gd name="connsiteY97" fmla="*/ 2187 h 92604"/>
                <a:gd name="connsiteX98" fmla="*/ 319893 w 366456"/>
                <a:gd name="connsiteY98" fmla="*/ 10937 h 92604"/>
                <a:gd name="connsiteX99" fmla="*/ 321716 w 366456"/>
                <a:gd name="connsiteY99" fmla="*/ 19896 h 92604"/>
                <a:gd name="connsiteX100" fmla="*/ 326873 w 366456"/>
                <a:gd name="connsiteY100" fmla="*/ 27812 h 92604"/>
                <a:gd name="connsiteX101" fmla="*/ 334477 w 366456"/>
                <a:gd name="connsiteY101" fmla="*/ 34062 h 92604"/>
                <a:gd name="connsiteX102" fmla="*/ 343956 w 366456"/>
                <a:gd name="connsiteY102" fmla="*/ 38333 h 92604"/>
                <a:gd name="connsiteX103" fmla="*/ 338748 w 366456"/>
                <a:gd name="connsiteY103" fmla="*/ 44479 h 92604"/>
                <a:gd name="connsiteX104" fmla="*/ 325883 w 366456"/>
                <a:gd name="connsiteY104" fmla="*/ 37083 h 92604"/>
                <a:gd name="connsiteX105" fmla="*/ 315623 w 366456"/>
                <a:gd name="connsiteY105" fmla="*/ 25313 h 92604"/>
                <a:gd name="connsiteX106" fmla="*/ 306352 w 366456"/>
                <a:gd name="connsiteY106" fmla="*/ 38073 h 92604"/>
                <a:gd name="connsiteX107" fmla="*/ 292914 w 366456"/>
                <a:gd name="connsiteY107" fmla="*/ 47083 h 92604"/>
                <a:gd name="connsiteX108" fmla="*/ 286352 w 366456"/>
                <a:gd name="connsiteY108" fmla="*/ 41667 h 92604"/>
                <a:gd name="connsiteX109" fmla="*/ 296091 w 366456"/>
                <a:gd name="connsiteY109" fmla="*/ 36458 h 92604"/>
                <a:gd name="connsiteX110" fmla="*/ 303956 w 366456"/>
                <a:gd name="connsiteY110" fmla="*/ 29583 h 92604"/>
                <a:gd name="connsiteX111" fmla="*/ 309321 w 366456"/>
                <a:gd name="connsiteY111" fmla="*/ 21198 h 92604"/>
                <a:gd name="connsiteX112" fmla="*/ 311248 w 366456"/>
                <a:gd name="connsiteY112" fmla="*/ 10937 h 92604"/>
                <a:gd name="connsiteX113" fmla="*/ 24893 w 366456"/>
                <a:gd name="connsiteY113" fmla="*/ 2187 h 92604"/>
                <a:gd name="connsiteX114" fmla="*/ 33539 w 366456"/>
                <a:gd name="connsiteY114" fmla="*/ 2187 h 92604"/>
                <a:gd name="connsiteX115" fmla="*/ 33539 w 366456"/>
                <a:gd name="connsiteY115" fmla="*/ 10729 h 92604"/>
                <a:gd name="connsiteX116" fmla="*/ 35362 w 366456"/>
                <a:gd name="connsiteY116" fmla="*/ 19687 h 92604"/>
                <a:gd name="connsiteX117" fmla="*/ 40518 w 366456"/>
                <a:gd name="connsiteY117" fmla="*/ 27500 h 92604"/>
                <a:gd name="connsiteX118" fmla="*/ 48122 w 366456"/>
                <a:gd name="connsiteY118" fmla="*/ 33750 h 92604"/>
                <a:gd name="connsiteX119" fmla="*/ 57602 w 366456"/>
                <a:gd name="connsiteY119" fmla="*/ 38021 h 92604"/>
                <a:gd name="connsiteX120" fmla="*/ 52393 w 366456"/>
                <a:gd name="connsiteY120" fmla="*/ 44271 h 92604"/>
                <a:gd name="connsiteX121" fmla="*/ 39529 w 366456"/>
                <a:gd name="connsiteY121" fmla="*/ 36875 h 92604"/>
                <a:gd name="connsiteX122" fmla="*/ 29268 w 366456"/>
                <a:gd name="connsiteY122" fmla="*/ 25104 h 92604"/>
                <a:gd name="connsiteX123" fmla="*/ 19997 w 366456"/>
                <a:gd name="connsiteY123" fmla="*/ 37864 h 92604"/>
                <a:gd name="connsiteX124" fmla="*/ 6563 w 366456"/>
                <a:gd name="connsiteY124" fmla="*/ 46875 h 92604"/>
                <a:gd name="connsiteX125" fmla="*/ 0 w 366456"/>
                <a:gd name="connsiteY125" fmla="*/ 41354 h 92604"/>
                <a:gd name="connsiteX126" fmla="*/ 9740 w 366456"/>
                <a:gd name="connsiteY126" fmla="*/ 36146 h 92604"/>
                <a:gd name="connsiteX127" fmla="*/ 17604 w 366456"/>
                <a:gd name="connsiteY127" fmla="*/ 29375 h 92604"/>
                <a:gd name="connsiteX128" fmla="*/ 22966 w 366456"/>
                <a:gd name="connsiteY128" fmla="*/ 20990 h 92604"/>
                <a:gd name="connsiteX129" fmla="*/ 24893 w 366456"/>
                <a:gd name="connsiteY129" fmla="*/ 10729 h 92604"/>
                <a:gd name="connsiteX130" fmla="*/ 356143 w 366456"/>
                <a:gd name="connsiteY130" fmla="*/ 312 h 92604"/>
                <a:gd name="connsiteX131" fmla="*/ 364477 w 366456"/>
                <a:gd name="connsiteY131" fmla="*/ 312 h 92604"/>
                <a:gd name="connsiteX132" fmla="*/ 364477 w 366456"/>
                <a:gd name="connsiteY132" fmla="*/ 48542 h 92604"/>
                <a:gd name="connsiteX133" fmla="*/ 356143 w 366456"/>
                <a:gd name="connsiteY133" fmla="*/ 48542 h 92604"/>
                <a:gd name="connsiteX134" fmla="*/ 356143 w 366456"/>
                <a:gd name="connsiteY134" fmla="*/ 22292 h 92604"/>
                <a:gd name="connsiteX135" fmla="*/ 335831 w 366456"/>
                <a:gd name="connsiteY135" fmla="*/ 22292 h 92604"/>
                <a:gd name="connsiteX136" fmla="*/ 335831 w 366456"/>
                <a:gd name="connsiteY136" fmla="*/ 15208 h 92604"/>
                <a:gd name="connsiteX137" fmla="*/ 356143 w 366456"/>
                <a:gd name="connsiteY137" fmla="*/ 15208 h 92604"/>
                <a:gd name="connsiteX138" fmla="*/ 264998 w 366456"/>
                <a:gd name="connsiteY138" fmla="*/ 312 h 92604"/>
                <a:gd name="connsiteX139" fmla="*/ 273331 w 366456"/>
                <a:gd name="connsiteY139" fmla="*/ 312 h 92604"/>
                <a:gd name="connsiteX140" fmla="*/ 273331 w 366456"/>
                <a:gd name="connsiteY140" fmla="*/ 92604 h 92604"/>
                <a:gd name="connsiteX141" fmla="*/ 264998 w 366456"/>
                <a:gd name="connsiteY141" fmla="*/ 92604 h 92604"/>
                <a:gd name="connsiteX142" fmla="*/ 162498 w 366456"/>
                <a:gd name="connsiteY142" fmla="*/ 312 h 92604"/>
                <a:gd name="connsiteX143" fmla="*/ 170518 w 366456"/>
                <a:gd name="connsiteY143" fmla="*/ 312 h 92604"/>
                <a:gd name="connsiteX144" fmla="*/ 170518 w 366456"/>
                <a:gd name="connsiteY144" fmla="*/ 56354 h 92604"/>
                <a:gd name="connsiteX145" fmla="*/ 162498 w 366456"/>
                <a:gd name="connsiteY145" fmla="*/ 56354 h 92604"/>
                <a:gd name="connsiteX146" fmla="*/ 162498 w 366456"/>
                <a:gd name="connsiteY146" fmla="*/ 37396 h 92604"/>
                <a:gd name="connsiteX147" fmla="*/ 147810 w 366456"/>
                <a:gd name="connsiteY147" fmla="*/ 37396 h 92604"/>
                <a:gd name="connsiteX148" fmla="*/ 147810 w 366456"/>
                <a:gd name="connsiteY148" fmla="*/ 30312 h 92604"/>
                <a:gd name="connsiteX149" fmla="*/ 162498 w 366456"/>
                <a:gd name="connsiteY149" fmla="*/ 30312 h 92604"/>
                <a:gd name="connsiteX150" fmla="*/ 69685 w 366456"/>
                <a:gd name="connsiteY150" fmla="*/ 312 h 92604"/>
                <a:gd name="connsiteX151" fmla="*/ 78018 w 366456"/>
                <a:gd name="connsiteY151" fmla="*/ 312 h 92604"/>
                <a:gd name="connsiteX152" fmla="*/ 78018 w 366456"/>
                <a:gd name="connsiteY152" fmla="*/ 48542 h 92604"/>
                <a:gd name="connsiteX153" fmla="*/ 69685 w 366456"/>
                <a:gd name="connsiteY153" fmla="*/ 48542 h 92604"/>
                <a:gd name="connsiteX154" fmla="*/ 107810 w 366456"/>
                <a:gd name="connsiteY154" fmla="*/ 0 h 92604"/>
                <a:gd name="connsiteX155" fmla="*/ 135206 w 366456"/>
                <a:gd name="connsiteY155" fmla="*/ 0 h 92604"/>
                <a:gd name="connsiteX156" fmla="*/ 135206 w 366456"/>
                <a:gd name="connsiteY156" fmla="*/ 6458 h 92604"/>
                <a:gd name="connsiteX157" fmla="*/ 107810 w 366456"/>
                <a:gd name="connsiteY157" fmla="*/ 6458 h 9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366456" h="92604">
                  <a:moveTo>
                    <a:pt x="118643" y="68021"/>
                  </a:moveTo>
                  <a:lnTo>
                    <a:pt x="118643" y="84896"/>
                  </a:lnTo>
                  <a:lnTo>
                    <a:pt x="162393" y="84896"/>
                  </a:lnTo>
                  <a:lnTo>
                    <a:pt x="162393" y="68021"/>
                  </a:lnTo>
                  <a:close/>
                  <a:moveTo>
                    <a:pt x="112706" y="61458"/>
                  </a:moveTo>
                  <a:lnTo>
                    <a:pt x="168227" y="61458"/>
                  </a:lnTo>
                  <a:cubicBezTo>
                    <a:pt x="169060" y="61458"/>
                    <a:pt x="169633" y="61615"/>
                    <a:pt x="169945" y="61927"/>
                  </a:cubicBezTo>
                  <a:cubicBezTo>
                    <a:pt x="170258" y="62240"/>
                    <a:pt x="170414" y="62812"/>
                    <a:pt x="170414" y="63646"/>
                  </a:cubicBezTo>
                  <a:lnTo>
                    <a:pt x="170414" y="89479"/>
                  </a:lnTo>
                  <a:cubicBezTo>
                    <a:pt x="170414" y="90312"/>
                    <a:pt x="170258" y="90885"/>
                    <a:pt x="169945" y="91198"/>
                  </a:cubicBezTo>
                  <a:cubicBezTo>
                    <a:pt x="169633" y="91510"/>
                    <a:pt x="169060" y="91667"/>
                    <a:pt x="168227" y="91667"/>
                  </a:cubicBezTo>
                  <a:lnTo>
                    <a:pt x="112706" y="91667"/>
                  </a:lnTo>
                  <a:cubicBezTo>
                    <a:pt x="111873" y="91667"/>
                    <a:pt x="111300" y="91510"/>
                    <a:pt x="110987" y="91198"/>
                  </a:cubicBezTo>
                  <a:cubicBezTo>
                    <a:pt x="110675" y="90885"/>
                    <a:pt x="110518" y="90312"/>
                    <a:pt x="110518" y="89479"/>
                  </a:cubicBezTo>
                  <a:lnTo>
                    <a:pt x="110518" y="63646"/>
                  </a:lnTo>
                  <a:cubicBezTo>
                    <a:pt x="110518" y="62812"/>
                    <a:pt x="110675" y="62240"/>
                    <a:pt x="110987" y="61927"/>
                  </a:cubicBezTo>
                  <a:cubicBezTo>
                    <a:pt x="111300" y="61615"/>
                    <a:pt x="111873" y="61458"/>
                    <a:pt x="112706" y="61458"/>
                  </a:cubicBezTo>
                  <a:close/>
                  <a:moveTo>
                    <a:pt x="304373" y="53229"/>
                  </a:moveTo>
                  <a:lnTo>
                    <a:pt x="362185" y="53229"/>
                  </a:lnTo>
                  <a:cubicBezTo>
                    <a:pt x="363019" y="53229"/>
                    <a:pt x="363591" y="53385"/>
                    <a:pt x="363904" y="53698"/>
                  </a:cubicBezTo>
                  <a:cubicBezTo>
                    <a:pt x="364216" y="54010"/>
                    <a:pt x="364373" y="54583"/>
                    <a:pt x="364373" y="55417"/>
                  </a:cubicBezTo>
                  <a:lnTo>
                    <a:pt x="364373" y="73333"/>
                  </a:lnTo>
                  <a:cubicBezTo>
                    <a:pt x="364373" y="74167"/>
                    <a:pt x="364216" y="74739"/>
                    <a:pt x="363904" y="75052"/>
                  </a:cubicBezTo>
                  <a:cubicBezTo>
                    <a:pt x="363591" y="75365"/>
                    <a:pt x="363019" y="75521"/>
                    <a:pt x="362185" y="75521"/>
                  </a:cubicBezTo>
                  <a:lnTo>
                    <a:pt x="313227" y="75521"/>
                  </a:lnTo>
                  <a:lnTo>
                    <a:pt x="313227" y="85104"/>
                  </a:lnTo>
                  <a:lnTo>
                    <a:pt x="366456" y="85104"/>
                  </a:lnTo>
                  <a:lnTo>
                    <a:pt x="366456" y="91771"/>
                  </a:lnTo>
                  <a:lnTo>
                    <a:pt x="306560" y="91771"/>
                  </a:lnTo>
                  <a:cubicBezTo>
                    <a:pt x="305727" y="91771"/>
                    <a:pt x="305154" y="91615"/>
                    <a:pt x="304841" y="91302"/>
                  </a:cubicBezTo>
                  <a:cubicBezTo>
                    <a:pt x="304529" y="90990"/>
                    <a:pt x="304373" y="90417"/>
                    <a:pt x="304373" y="89583"/>
                  </a:cubicBezTo>
                  <a:lnTo>
                    <a:pt x="304373" y="71354"/>
                  </a:lnTo>
                  <a:cubicBezTo>
                    <a:pt x="304373" y="70521"/>
                    <a:pt x="304529" y="69948"/>
                    <a:pt x="304841" y="69635"/>
                  </a:cubicBezTo>
                  <a:cubicBezTo>
                    <a:pt x="305154" y="69323"/>
                    <a:pt x="305727" y="69167"/>
                    <a:pt x="306560" y="69167"/>
                  </a:cubicBezTo>
                  <a:lnTo>
                    <a:pt x="355518" y="69167"/>
                  </a:lnTo>
                  <a:lnTo>
                    <a:pt x="355518" y="60000"/>
                  </a:lnTo>
                  <a:lnTo>
                    <a:pt x="304373" y="60000"/>
                  </a:lnTo>
                  <a:close/>
                  <a:moveTo>
                    <a:pt x="17917" y="53229"/>
                  </a:moveTo>
                  <a:lnTo>
                    <a:pt x="75727" y="53229"/>
                  </a:lnTo>
                  <a:cubicBezTo>
                    <a:pt x="76560" y="53229"/>
                    <a:pt x="77133" y="53385"/>
                    <a:pt x="77445" y="53698"/>
                  </a:cubicBezTo>
                  <a:cubicBezTo>
                    <a:pt x="77758" y="54010"/>
                    <a:pt x="77914" y="54583"/>
                    <a:pt x="77914" y="55417"/>
                  </a:cubicBezTo>
                  <a:lnTo>
                    <a:pt x="77914" y="73333"/>
                  </a:lnTo>
                  <a:cubicBezTo>
                    <a:pt x="77914" y="74167"/>
                    <a:pt x="77758" y="74739"/>
                    <a:pt x="77445" y="75052"/>
                  </a:cubicBezTo>
                  <a:cubicBezTo>
                    <a:pt x="77133" y="75365"/>
                    <a:pt x="76560" y="75521"/>
                    <a:pt x="75727" y="75521"/>
                  </a:cubicBezTo>
                  <a:lnTo>
                    <a:pt x="26768" y="75521"/>
                  </a:lnTo>
                  <a:lnTo>
                    <a:pt x="26768" y="85104"/>
                  </a:lnTo>
                  <a:lnTo>
                    <a:pt x="79998" y="85104"/>
                  </a:lnTo>
                  <a:lnTo>
                    <a:pt x="79998" y="91771"/>
                  </a:lnTo>
                  <a:lnTo>
                    <a:pt x="20102" y="91771"/>
                  </a:lnTo>
                  <a:cubicBezTo>
                    <a:pt x="19271" y="91771"/>
                    <a:pt x="18698" y="91615"/>
                    <a:pt x="18385" y="91302"/>
                  </a:cubicBezTo>
                  <a:cubicBezTo>
                    <a:pt x="18073" y="90990"/>
                    <a:pt x="17917" y="90417"/>
                    <a:pt x="17917" y="89583"/>
                  </a:cubicBezTo>
                  <a:lnTo>
                    <a:pt x="17917" y="71354"/>
                  </a:lnTo>
                  <a:cubicBezTo>
                    <a:pt x="17917" y="70521"/>
                    <a:pt x="18073" y="69948"/>
                    <a:pt x="18385" y="69635"/>
                  </a:cubicBezTo>
                  <a:cubicBezTo>
                    <a:pt x="18698" y="69323"/>
                    <a:pt x="19271" y="69167"/>
                    <a:pt x="20102" y="69167"/>
                  </a:cubicBezTo>
                  <a:lnTo>
                    <a:pt x="69060" y="69167"/>
                  </a:lnTo>
                  <a:lnTo>
                    <a:pt x="69060" y="60000"/>
                  </a:lnTo>
                  <a:lnTo>
                    <a:pt x="17917" y="60000"/>
                  </a:lnTo>
                  <a:close/>
                  <a:moveTo>
                    <a:pt x="121664" y="28437"/>
                  </a:moveTo>
                  <a:cubicBezTo>
                    <a:pt x="117081" y="28437"/>
                    <a:pt x="113526" y="29310"/>
                    <a:pt x="110987" y="31042"/>
                  </a:cubicBezTo>
                  <a:cubicBezTo>
                    <a:pt x="108448" y="32786"/>
                    <a:pt x="107185" y="35078"/>
                    <a:pt x="107185" y="37917"/>
                  </a:cubicBezTo>
                  <a:cubicBezTo>
                    <a:pt x="107185" y="40768"/>
                    <a:pt x="108448" y="43099"/>
                    <a:pt x="110987" y="44896"/>
                  </a:cubicBezTo>
                  <a:cubicBezTo>
                    <a:pt x="113526" y="46706"/>
                    <a:pt x="117081" y="47604"/>
                    <a:pt x="121664" y="47604"/>
                  </a:cubicBezTo>
                  <a:cubicBezTo>
                    <a:pt x="126182" y="47604"/>
                    <a:pt x="129724" y="46706"/>
                    <a:pt x="132289" y="44896"/>
                  </a:cubicBezTo>
                  <a:cubicBezTo>
                    <a:pt x="134854" y="43099"/>
                    <a:pt x="136143" y="40768"/>
                    <a:pt x="136143" y="37917"/>
                  </a:cubicBezTo>
                  <a:cubicBezTo>
                    <a:pt x="136143" y="35078"/>
                    <a:pt x="134854" y="32786"/>
                    <a:pt x="132289" y="31042"/>
                  </a:cubicBezTo>
                  <a:cubicBezTo>
                    <a:pt x="129724" y="29310"/>
                    <a:pt x="126182" y="28437"/>
                    <a:pt x="121664" y="28437"/>
                  </a:cubicBezTo>
                  <a:close/>
                  <a:moveTo>
                    <a:pt x="121664" y="22292"/>
                  </a:moveTo>
                  <a:cubicBezTo>
                    <a:pt x="128474" y="22292"/>
                    <a:pt x="134008" y="23737"/>
                    <a:pt x="138279" y="26614"/>
                  </a:cubicBezTo>
                  <a:cubicBezTo>
                    <a:pt x="142550" y="29505"/>
                    <a:pt x="144685" y="33268"/>
                    <a:pt x="144685" y="37917"/>
                  </a:cubicBezTo>
                  <a:cubicBezTo>
                    <a:pt x="144685" y="40286"/>
                    <a:pt x="144099" y="42435"/>
                    <a:pt x="142914" y="44375"/>
                  </a:cubicBezTo>
                  <a:cubicBezTo>
                    <a:pt x="141729" y="46328"/>
                    <a:pt x="140141" y="47995"/>
                    <a:pt x="138123" y="49375"/>
                  </a:cubicBezTo>
                  <a:cubicBezTo>
                    <a:pt x="136039" y="50768"/>
                    <a:pt x="133591" y="51849"/>
                    <a:pt x="130779" y="52604"/>
                  </a:cubicBezTo>
                  <a:cubicBezTo>
                    <a:pt x="127966" y="53372"/>
                    <a:pt x="124932" y="53750"/>
                    <a:pt x="121664" y="53750"/>
                  </a:cubicBezTo>
                  <a:cubicBezTo>
                    <a:pt x="118331" y="53750"/>
                    <a:pt x="115258" y="53372"/>
                    <a:pt x="112445" y="52604"/>
                  </a:cubicBezTo>
                  <a:cubicBezTo>
                    <a:pt x="109633" y="51849"/>
                    <a:pt x="107185" y="50768"/>
                    <a:pt x="105102" y="49375"/>
                  </a:cubicBezTo>
                  <a:cubicBezTo>
                    <a:pt x="103083" y="47995"/>
                    <a:pt x="101508" y="46328"/>
                    <a:pt x="100362" y="44375"/>
                  </a:cubicBezTo>
                  <a:cubicBezTo>
                    <a:pt x="99216" y="42435"/>
                    <a:pt x="98643" y="40286"/>
                    <a:pt x="98643" y="37917"/>
                  </a:cubicBezTo>
                  <a:cubicBezTo>
                    <a:pt x="98643" y="33268"/>
                    <a:pt x="100779" y="29505"/>
                    <a:pt x="105050" y="26614"/>
                  </a:cubicBezTo>
                  <a:cubicBezTo>
                    <a:pt x="109320" y="23737"/>
                    <a:pt x="114854" y="22292"/>
                    <a:pt x="121664" y="22292"/>
                  </a:cubicBezTo>
                  <a:close/>
                  <a:moveTo>
                    <a:pt x="95310" y="11667"/>
                  </a:moveTo>
                  <a:lnTo>
                    <a:pt x="148227" y="11667"/>
                  </a:lnTo>
                  <a:lnTo>
                    <a:pt x="148227" y="18125"/>
                  </a:lnTo>
                  <a:lnTo>
                    <a:pt x="95310" y="18125"/>
                  </a:lnTo>
                  <a:close/>
                  <a:moveTo>
                    <a:pt x="220518" y="4062"/>
                  </a:moveTo>
                  <a:lnTo>
                    <a:pt x="229060" y="4062"/>
                  </a:lnTo>
                  <a:lnTo>
                    <a:pt x="229060" y="22187"/>
                  </a:lnTo>
                  <a:cubicBezTo>
                    <a:pt x="229060" y="31979"/>
                    <a:pt x="231091" y="40352"/>
                    <a:pt x="235154" y="47292"/>
                  </a:cubicBezTo>
                  <a:cubicBezTo>
                    <a:pt x="239216" y="54245"/>
                    <a:pt x="245623" y="60456"/>
                    <a:pt x="254373" y="65937"/>
                  </a:cubicBezTo>
                  <a:lnTo>
                    <a:pt x="248331" y="71875"/>
                  </a:lnTo>
                  <a:cubicBezTo>
                    <a:pt x="243396" y="68542"/>
                    <a:pt x="238787" y="64466"/>
                    <a:pt x="234477" y="59635"/>
                  </a:cubicBezTo>
                  <a:cubicBezTo>
                    <a:pt x="230167" y="54818"/>
                    <a:pt x="226873" y="49310"/>
                    <a:pt x="224581" y="43125"/>
                  </a:cubicBezTo>
                  <a:cubicBezTo>
                    <a:pt x="222706" y="49583"/>
                    <a:pt x="219542" y="55456"/>
                    <a:pt x="215102" y="60729"/>
                  </a:cubicBezTo>
                  <a:cubicBezTo>
                    <a:pt x="210662" y="66016"/>
                    <a:pt x="205935" y="70521"/>
                    <a:pt x="200935" y="74271"/>
                  </a:cubicBezTo>
                  <a:lnTo>
                    <a:pt x="194060" y="68750"/>
                  </a:lnTo>
                  <a:cubicBezTo>
                    <a:pt x="202602" y="63542"/>
                    <a:pt x="209151" y="56810"/>
                    <a:pt x="213695" y="48542"/>
                  </a:cubicBezTo>
                  <a:cubicBezTo>
                    <a:pt x="218240" y="40286"/>
                    <a:pt x="220518" y="31146"/>
                    <a:pt x="220518" y="21146"/>
                  </a:cubicBezTo>
                  <a:close/>
                  <a:moveTo>
                    <a:pt x="311248" y="2187"/>
                  </a:moveTo>
                  <a:lnTo>
                    <a:pt x="319893" y="2187"/>
                  </a:lnTo>
                  <a:lnTo>
                    <a:pt x="319893" y="10937"/>
                  </a:lnTo>
                  <a:cubicBezTo>
                    <a:pt x="319893" y="14062"/>
                    <a:pt x="320505" y="17057"/>
                    <a:pt x="321716" y="19896"/>
                  </a:cubicBezTo>
                  <a:cubicBezTo>
                    <a:pt x="322927" y="22747"/>
                    <a:pt x="324659" y="25391"/>
                    <a:pt x="326873" y="27812"/>
                  </a:cubicBezTo>
                  <a:cubicBezTo>
                    <a:pt x="329021" y="30182"/>
                    <a:pt x="331560" y="32266"/>
                    <a:pt x="334477" y="34062"/>
                  </a:cubicBezTo>
                  <a:cubicBezTo>
                    <a:pt x="337393" y="35872"/>
                    <a:pt x="340557" y="37292"/>
                    <a:pt x="343956" y="38333"/>
                  </a:cubicBezTo>
                  <a:lnTo>
                    <a:pt x="338748" y="44479"/>
                  </a:lnTo>
                  <a:cubicBezTo>
                    <a:pt x="334373" y="42604"/>
                    <a:pt x="330089" y="40143"/>
                    <a:pt x="325883" y="37083"/>
                  </a:cubicBezTo>
                  <a:cubicBezTo>
                    <a:pt x="321677" y="34036"/>
                    <a:pt x="318266" y="30104"/>
                    <a:pt x="315623" y="25313"/>
                  </a:cubicBezTo>
                  <a:cubicBezTo>
                    <a:pt x="313604" y="30104"/>
                    <a:pt x="310518" y="34362"/>
                    <a:pt x="306352" y="38073"/>
                  </a:cubicBezTo>
                  <a:cubicBezTo>
                    <a:pt x="302185" y="41797"/>
                    <a:pt x="297706" y="44792"/>
                    <a:pt x="292914" y="47083"/>
                  </a:cubicBezTo>
                  <a:lnTo>
                    <a:pt x="286352" y="41667"/>
                  </a:lnTo>
                  <a:cubicBezTo>
                    <a:pt x="289828" y="40208"/>
                    <a:pt x="293071" y="38476"/>
                    <a:pt x="296091" y="36458"/>
                  </a:cubicBezTo>
                  <a:cubicBezTo>
                    <a:pt x="299112" y="34453"/>
                    <a:pt x="301729" y="32161"/>
                    <a:pt x="303956" y="29583"/>
                  </a:cubicBezTo>
                  <a:cubicBezTo>
                    <a:pt x="306248" y="27083"/>
                    <a:pt x="308045" y="24297"/>
                    <a:pt x="309321" y="21198"/>
                  </a:cubicBezTo>
                  <a:cubicBezTo>
                    <a:pt x="310610" y="18112"/>
                    <a:pt x="311248" y="14687"/>
                    <a:pt x="311248" y="10937"/>
                  </a:cubicBezTo>
                  <a:close/>
                  <a:moveTo>
                    <a:pt x="24893" y="2187"/>
                  </a:moveTo>
                  <a:lnTo>
                    <a:pt x="33539" y="2187"/>
                  </a:lnTo>
                  <a:lnTo>
                    <a:pt x="33539" y="10729"/>
                  </a:lnTo>
                  <a:cubicBezTo>
                    <a:pt x="33539" y="13854"/>
                    <a:pt x="34151" y="16849"/>
                    <a:pt x="35362" y="19687"/>
                  </a:cubicBezTo>
                  <a:cubicBezTo>
                    <a:pt x="36573" y="22539"/>
                    <a:pt x="38292" y="25143"/>
                    <a:pt x="40518" y="27500"/>
                  </a:cubicBezTo>
                  <a:cubicBezTo>
                    <a:pt x="42667" y="29870"/>
                    <a:pt x="45206" y="31953"/>
                    <a:pt x="48122" y="33750"/>
                  </a:cubicBezTo>
                  <a:cubicBezTo>
                    <a:pt x="51039" y="35560"/>
                    <a:pt x="54203" y="36979"/>
                    <a:pt x="57602" y="38021"/>
                  </a:cubicBezTo>
                  <a:lnTo>
                    <a:pt x="52393" y="44271"/>
                  </a:lnTo>
                  <a:cubicBezTo>
                    <a:pt x="48018" y="42396"/>
                    <a:pt x="43734" y="39935"/>
                    <a:pt x="39529" y="36875"/>
                  </a:cubicBezTo>
                  <a:cubicBezTo>
                    <a:pt x="35323" y="33828"/>
                    <a:pt x="31912" y="29896"/>
                    <a:pt x="29268" y="25104"/>
                  </a:cubicBezTo>
                  <a:cubicBezTo>
                    <a:pt x="27250" y="29896"/>
                    <a:pt x="24164" y="34154"/>
                    <a:pt x="19997" y="37864"/>
                  </a:cubicBezTo>
                  <a:cubicBezTo>
                    <a:pt x="15833" y="41589"/>
                    <a:pt x="11354" y="44583"/>
                    <a:pt x="6563" y="46875"/>
                  </a:cubicBezTo>
                  <a:lnTo>
                    <a:pt x="0" y="41354"/>
                  </a:lnTo>
                  <a:cubicBezTo>
                    <a:pt x="3471" y="39896"/>
                    <a:pt x="6719" y="38164"/>
                    <a:pt x="9740" y="36146"/>
                  </a:cubicBezTo>
                  <a:cubicBezTo>
                    <a:pt x="12760" y="34141"/>
                    <a:pt x="15382" y="31875"/>
                    <a:pt x="17604" y="29375"/>
                  </a:cubicBezTo>
                  <a:cubicBezTo>
                    <a:pt x="19893" y="26875"/>
                    <a:pt x="21677" y="24088"/>
                    <a:pt x="22966" y="20990"/>
                  </a:cubicBezTo>
                  <a:cubicBezTo>
                    <a:pt x="24255" y="17904"/>
                    <a:pt x="24893" y="14479"/>
                    <a:pt x="24893" y="10729"/>
                  </a:cubicBezTo>
                  <a:close/>
                  <a:moveTo>
                    <a:pt x="356143" y="312"/>
                  </a:moveTo>
                  <a:lnTo>
                    <a:pt x="364477" y="312"/>
                  </a:lnTo>
                  <a:lnTo>
                    <a:pt x="364477" y="48542"/>
                  </a:lnTo>
                  <a:lnTo>
                    <a:pt x="356143" y="48542"/>
                  </a:lnTo>
                  <a:lnTo>
                    <a:pt x="356143" y="22292"/>
                  </a:lnTo>
                  <a:lnTo>
                    <a:pt x="335831" y="22292"/>
                  </a:lnTo>
                  <a:lnTo>
                    <a:pt x="335831" y="15208"/>
                  </a:lnTo>
                  <a:lnTo>
                    <a:pt x="356143" y="15208"/>
                  </a:lnTo>
                  <a:close/>
                  <a:moveTo>
                    <a:pt x="264998" y="312"/>
                  </a:moveTo>
                  <a:lnTo>
                    <a:pt x="273331" y="312"/>
                  </a:lnTo>
                  <a:lnTo>
                    <a:pt x="273331" y="92604"/>
                  </a:lnTo>
                  <a:lnTo>
                    <a:pt x="264998" y="92604"/>
                  </a:lnTo>
                  <a:close/>
                  <a:moveTo>
                    <a:pt x="162498" y="312"/>
                  </a:moveTo>
                  <a:lnTo>
                    <a:pt x="170518" y="312"/>
                  </a:lnTo>
                  <a:lnTo>
                    <a:pt x="170518" y="56354"/>
                  </a:lnTo>
                  <a:lnTo>
                    <a:pt x="162498" y="56354"/>
                  </a:lnTo>
                  <a:lnTo>
                    <a:pt x="162498" y="37396"/>
                  </a:lnTo>
                  <a:lnTo>
                    <a:pt x="147810" y="37396"/>
                  </a:lnTo>
                  <a:lnTo>
                    <a:pt x="147810" y="30312"/>
                  </a:lnTo>
                  <a:lnTo>
                    <a:pt x="162498" y="30312"/>
                  </a:lnTo>
                  <a:close/>
                  <a:moveTo>
                    <a:pt x="69685" y="312"/>
                  </a:moveTo>
                  <a:lnTo>
                    <a:pt x="78018" y="312"/>
                  </a:lnTo>
                  <a:lnTo>
                    <a:pt x="78018" y="48542"/>
                  </a:lnTo>
                  <a:lnTo>
                    <a:pt x="69685" y="48542"/>
                  </a:lnTo>
                  <a:close/>
                  <a:moveTo>
                    <a:pt x="107810" y="0"/>
                  </a:moveTo>
                  <a:lnTo>
                    <a:pt x="135206" y="0"/>
                  </a:lnTo>
                  <a:lnTo>
                    <a:pt x="135206" y="6458"/>
                  </a:lnTo>
                  <a:lnTo>
                    <a:pt x="107810" y="6458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4" name="TextBox 343">
              <a:extLst>
                <a:ext uri="{FF2B5EF4-FFF2-40B4-BE49-F238E27FC236}">
                  <a16:creationId xmlns:a16="http://schemas.microsoft.com/office/drawing/2014/main" id="{6442D123-6E08-4C2B-ACF0-AF5B8F4203C7}"/>
                </a:ext>
              </a:extLst>
            </p:cNvPr>
            <p:cNvSpPr txBox="1"/>
            <p:nvPr/>
          </p:nvSpPr>
          <p:spPr>
            <a:xfrm>
              <a:off x="1720531" y="2997050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실험시설</a:t>
              </a:r>
            </a:p>
          </p:txBody>
        </p:sp>
        <p:sp>
          <p:nvSpPr>
            <p:cNvPr id="345" name="자유형: 도형 344">
              <a:extLst>
                <a:ext uri="{FF2B5EF4-FFF2-40B4-BE49-F238E27FC236}">
                  <a16:creationId xmlns:a16="http://schemas.microsoft.com/office/drawing/2014/main" id="{46159F3C-FAB0-4C23-8E0B-68C5E9F55347}"/>
                </a:ext>
              </a:extLst>
            </p:cNvPr>
            <p:cNvSpPr/>
            <p:nvPr/>
          </p:nvSpPr>
          <p:spPr>
            <a:xfrm>
              <a:off x="2223674" y="3066221"/>
              <a:ext cx="363021" cy="92500"/>
            </a:xfrm>
            <a:custGeom>
              <a:avLst/>
              <a:gdLst>
                <a:gd name="connsiteX0" fmla="*/ 211354 w 363021"/>
                <a:gd name="connsiteY0" fmla="*/ 62917 h 92500"/>
                <a:gd name="connsiteX1" fmla="*/ 219583 w 363021"/>
                <a:gd name="connsiteY1" fmla="*/ 62917 h 92500"/>
                <a:gd name="connsiteX2" fmla="*/ 219583 w 363021"/>
                <a:gd name="connsiteY2" fmla="*/ 83333 h 92500"/>
                <a:gd name="connsiteX3" fmla="*/ 272500 w 363021"/>
                <a:gd name="connsiteY3" fmla="*/ 83333 h 92500"/>
                <a:gd name="connsiteX4" fmla="*/ 272500 w 363021"/>
                <a:gd name="connsiteY4" fmla="*/ 90417 h 92500"/>
                <a:gd name="connsiteX5" fmla="*/ 213542 w 363021"/>
                <a:gd name="connsiteY5" fmla="*/ 90417 h 92500"/>
                <a:gd name="connsiteX6" fmla="*/ 211823 w 363021"/>
                <a:gd name="connsiteY6" fmla="*/ 89948 h 92500"/>
                <a:gd name="connsiteX7" fmla="*/ 211354 w 363021"/>
                <a:gd name="connsiteY7" fmla="*/ 88229 h 92500"/>
                <a:gd name="connsiteX8" fmla="*/ 0 w 363021"/>
                <a:gd name="connsiteY8" fmla="*/ 52708 h 92500"/>
                <a:gd name="connsiteX9" fmla="*/ 84479 w 363021"/>
                <a:gd name="connsiteY9" fmla="*/ 52708 h 92500"/>
                <a:gd name="connsiteX10" fmla="*/ 84479 w 363021"/>
                <a:gd name="connsiteY10" fmla="*/ 59792 h 92500"/>
                <a:gd name="connsiteX11" fmla="*/ 62396 w 363021"/>
                <a:gd name="connsiteY11" fmla="*/ 59792 h 92500"/>
                <a:gd name="connsiteX12" fmla="*/ 62396 w 363021"/>
                <a:gd name="connsiteY12" fmla="*/ 92292 h 92500"/>
                <a:gd name="connsiteX13" fmla="*/ 54167 w 363021"/>
                <a:gd name="connsiteY13" fmla="*/ 92292 h 92500"/>
                <a:gd name="connsiteX14" fmla="*/ 54167 w 363021"/>
                <a:gd name="connsiteY14" fmla="*/ 59792 h 92500"/>
                <a:gd name="connsiteX15" fmla="*/ 30625 w 363021"/>
                <a:gd name="connsiteY15" fmla="*/ 59792 h 92500"/>
                <a:gd name="connsiteX16" fmla="*/ 30625 w 363021"/>
                <a:gd name="connsiteY16" fmla="*/ 91563 h 92500"/>
                <a:gd name="connsiteX17" fmla="*/ 22292 w 363021"/>
                <a:gd name="connsiteY17" fmla="*/ 91563 h 92500"/>
                <a:gd name="connsiteX18" fmla="*/ 22292 w 363021"/>
                <a:gd name="connsiteY18" fmla="*/ 59792 h 92500"/>
                <a:gd name="connsiteX19" fmla="*/ 0 w 363021"/>
                <a:gd name="connsiteY19" fmla="*/ 59792 h 92500"/>
                <a:gd name="connsiteX20" fmla="*/ 215729 w 363021"/>
                <a:gd name="connsiteY20" fmla="*/ 25208 h 92500"/>
                <a:gd name="connsiteX21" fmla="*/ 223646 w 363021"/>
                <a:gd name="connsiteY21" fmla="*/ 25208 h 92500"/>
                <a:gd name="connsiteX22" fmla="*/ 223646 w 363021"/>
                <a:gd name="connsiteY22" fmla="*/ 47188 h 92500"/>
                <a:gd name="connsiteX23" fmla="*/ 231042 w 363021"/>
                <a:gd name="connsiteY23" fmla="*/ 46979 h 92500"/>
                <a:gd name="connsiteX24" fmla="*/ 240313 w 363021"/>
                <a:gd name="connsiteY24" fmla="*/ 46354 h 92500"/>
                <a:gd name="connsiteX25" fmla="*/ 249896 w 363021"/>
                <a:gd name="connsiteY25" fmla="*/ 45521 h 92500"/>
                <a:gd name="connsiteX26" fmla="*/ 258021 w 363021"/>
                <a:gd name="connsiteY26" fmla="*/ 44375 h 92500"/>
                <a:gd name="connsiteX27" fmla="*/ 258021 w 363021"/>
                <a:gd name="connsiteY27" fmla="*/ 51354 h 92500"/>
                <a:gd name="connsiteX28" fmla="*/ 238386 w 363021"/>
                <a:gd name="connsiteY28" fmla="*/ 53386 h 92500"/>
                <a:gd name="connsiteX29" fmla="*/ 207604 w 363021"/>
                <a:gd name="connsiteY29" fmla="*/ 54375 h 92500"/>
                <a:gd name="connsiteX30" fmla="*/ 196250 w 363021"/>
                <a:gd name="connsiteY30" fmla="*/ 54375 h 92500"/>
                <a:gd name="connsiteX31" fmla="*/ 196250 w 363021"/>
                <a:gd name="connsiteY31" fmla="*/ 47188 h 92500"/>
                <a:gd name="connsiteX32" fmla="*/ 215729 w 363021"/>
                <a:gd name="connsiteY32" fmla="*/ 47188 h 92500"/>
                <a:gd name="connsiteX33" fmla="*/ 42292 w 363021"/>
                <a:gd name="connsiteY33" fmla="*/ 7604 h 92500"/>
                <a:gd name="connsiteX34" fmla="*/ 24844 w 363021"/>
                <a:gd name="connsiteY34" fmla="*/ 11406 h 92500"/>
                <a:gd name="connsiteX35" fmla="*/ 18229 w 363021"/>
                <a:gd name="connsiteY35" fmla="*/ 22396 h 92500"/>
                <a:gd name="connsiteX36" fmla="*/ 20052 w 363021"/>
                <a:gd name="connsiteY36" fmla="*/ 28646 h 92500"/>
                <a:gd name="connsiteX37" fmla="*/ 25104 w 363021"/>
                <a:gd name="connsiteY37" fmla="*/ 33229 h 92500"/>
                <a:gd name="connsiteX38" fmla="*/ 32760 w 363021"/>
                <a:gd name="connsiteY38" fmla="*/ 36042 h 92500"/>
                <a:gd name="connsiteX39" fmla="*/ 42292 w 363021"/>
                <a:gd name="connsiteY39" fmla="*/ 36979 h 92500"/>
                <a:gd name="connsiteX40" fmla="*/ 59427 w 363021"/>
                <a:gd name="connsiteY40" fmla="*/ 33177 h 92500"/>
                <a:gd name="connsiteX41" fmla="*/ 66250 w 363021"/>
                <a:gd name="connsiteY41" fmla="*/ 22396 h 92500"/>
                <a:gd name="connsiteX42" fmla="*/ 59479 w 363021"/>
                <a:gd name="connsiteY42" fmla="*/ 11406 h 92500"/>
                <a:gd name="connsiteX43" fmla="*/ 42292 w 363021"/>
                <a:gd name="connsiteY43" fmla="*/ 7604 h 92500"/>
                <a:gd name="connsiteX44" fmla="*/ 97917 w 363021"/>
                <a:gd name="connsiteY44" fmla="*/ 5313 h 92500"/>
                <a:gd name="connsiteX45" fmla="*/ 146458 w 363021"/>
                <a:gd name="connsiteY45" fmla="*/ 5313 h 92500"/>
                <a:gd name="connsiteX46" fmla="*/ 146458 w 363021"/>
                <a:gd name="connsiteY46" fmla="*/ 12292 h 92500"/>
                <a:gd name="connsiteX47" fmla="*/ 126354 w 363021"/>
                <a:gd name="connsiteY47" fmla="*/ 12292 h 92500"/>
                <a:gd name="connsiteX48" fmla="*/ 126354 w 363021"/>
                <a:gd name="connsiteY48" fmla="*/ 21563 h 92500"/>
                <a:gd name="connsiteX49" fmla="*/ 132604 w 363021"/>
                <a:gd name="connsiteY49" fmla="*/ 47240 h 92500"/>
                <a:gd name="connsiteX50" fmla="*/ 151667 w 363021"/>
                <a:gd name="connsiteY50" fmla="*/ 65521 h 92500"/>
                <a:gd name="connsiteX51" fmla="*/ 145729 w 363021"/>
                <a:gd name="connsiteY51" fmla="*/ 71458 h 92500"/>
                <a:gd name="connsiteX52" fmla="*/ 131875 w 363021"/>
                <a:gd name="connsiteY52" fmla="*/ 59375 h 92500"/>
                <a:gd name="connsiteX53" fmla="*/ 122083 w 363021"/>
                <a:gd name="connsiteY53" fmla="*/ 42604 h 92500"/>
                <a:gd name="connsiteX54" fmla="*/ 118021 w 363021"/>
                <a:gd name="connsiteY54" fmla="*/ 51823 h 92500"/>
                <a:gd name="connsiteX55" fmla="*/ 112083 w 363021"/>
                <a:gd name="connsiteY55" fmla="*/ 60521 h 92500"/>
                <a:gd name="connsiteX56" fmla="*/ 105156 w 363021"/>
                <a:gd name="connsiteY56" fmla="*/ 68021 h 92500"/>
                <a:gd name="connsiteX57" fmla="*/ 98021 w 363021"/>
                <a:gd name="connsiteY57" fmla="*/ 73958 h 92500"/>
                <a:gd name="connsiteX58" fmla="*/ 91250 w 363021"/>
                <a:gd name="connsiteY58" fmla="*/ 68229 h 92500"/>
                <a:gd name="connsiteX59" fmla="*/ 110781 w 363021"/>
                <a:gd name="connsiteY59" fmla="*/ 48438 h 92500"/>
                <a:gd name="connsiteX60" fmla="*/ 117813 w 363021"/>
                <a:gd name="connsiteY60" fmla="*/ 20208 h 92500"/>
                <a:gd name="connsiteX61" fmla="*/ 117813 w 363021"/>
                <a:gd name="connsiteY61" fmla="*/ 12292 h 92500"/>
                <a:gd name="connsiteX62" fmla="*/ 97917 w 363021"/>
                <a:gd name="connsiteY62" fmla="*/ 12292 h 92500"/>
                <a:gd name="connsiteX63" fmla="*/ 294479 w 363021"/>
                <a:gd name="connsiteY63" fmla="*/ 4479 h 92500"/>
                <a:gd name="connsiteX64" fmla="*/ 333646 w 363021"/>
                <a:gd name="connsiteY64" fmla="*/ 4479 h 92500"/>
                <a:gd name="connsiteX65" fmla="*/ 335365 w 363021"/>
                <a:gd name="connsiteY65" fmla="*/ 4948 h 92500"/>
                <a:gd name="connsiteX66" fmla="*/ 335833 w 363021"/>
                <a:gd name="connsiteY66" fmla="*/ 6667 h 92500"/>
                <a:gd name="connsiteX67" fmla="*/ 335833 w 363021"/>
                <a:gd name="connsiteY67" fmla="*/ 38125 h 92500"/>
                <a:gd name="connsiteX68" fmla="*/ 335365 w 363021"/>
                <a:gd name="connsiteY68" fmla="*/ 39844 h 92500"/>
                <a:gd name="connsiteX69" fmla="*/ 333646 w 363021"/>
                <a:gd name="connsiteY69" fmla="*/ 40313 h 92500"/>
                <a:gd name="connsiteX70" fmla="*/ 302709 w 363021"/>
                <a:gd name="connsiteY70" fmla="*/ 40313 h 92500"/>
                <a:gd name="connsiteX71" fmla="*/ 302709 w 363021"/>
                <a:gd name="connsiteY71" fmla="*/ 62292 h 92500"/>
                <a:gd name="connsiteX72" fmla="*/ 312813 w 363021"/>
                <a:gd name="connsiteY72" fmla="*/ 62292 h 92500"/>
                <a:gd name="connsiteX73" fmla="*/ 323906 w 363021"/>
                <a:gd name="connsiteY73" fmla="*/ 61979 h 92500"/>
                <a:gd name="connsiteX74" fmla="*/ 334271 w 363021"/>
                <a:gd name="connsiteY74" fmla="*/ 61250 h 92500"/>
                <a:gd name="connsiteX75" fmla="*/ 343229 w 363021"/>
                <a:gd name="connsiteY75" fmla="*/ 60156 h 92500"/>
                <a:gd name="connsiteX76" fmla="*/ 350104 w 363021"/>
                <a:gd name="connsiteY76" fmla="*/ 58958 h 92500"/>
                <a:gd name="connsiteX77" fmla="*/ 350104 w 363021"/>
                <a:gd name="connsiteY77" fmla="*/ 66146 h 92500"/>
                <a:gd name="connsiteX78" fmla="*/ 342708 w 363021"/>
                <a:gd name="connsiteY78" fmla="*/ 67396 h 92500"/>
                <a:gd name="connsiteX79" fmla="*/ 333125 w 363021"/>
                <a:gd name="connsiteY79" fmla="*/ 68542 h 92500"/>
                <a:gd name="connsiteX80" fmla="*/ 321979 w 363021"/>
                <a:gd name="connsiteY80" fmla="*/ 69375 h 92500"/>
                <a:gd name="connsiteX81" fmla="*/ 310000 w 363021"/>
                <a:gd name="connsiteY81" fmla="*/ 69688 h 92500"/>
                <a:gd name="connsiteX82" fmla="*/ 296667 w 363021"/>
                <a:gd name="connsiteY82" fmla="*/ 69688 h 92500"/>
                <a:gd name="connsiteX83" fmla="*/ 294948 w 363021"/>
                <a:gd name="connsiteY83" fmla="*/ 69219 h 92500"/>
                <a:gd name="connsiteX84" fmla="*/ 294479 w 363021"/>
                <a:gd name="connsiteY84" fmla="*/ 67500 h 92500"/>
                <a:gd name="connsiteX85" fmla="*/ 294479 w 363021"/>
                <a:gd name="connsiteY85" fmla="*/ 35417 h 92500"/>
                <a:gd name="connsiteX86" fmla="*/ 294948 w 363021"/>
                <a:gd name="connsiteY86" fmla="*/ 33698 h 92500"/>
                <a:gd name="connsiteX87" fmla="*/ 296667 w 363021"/>
                <a:gd name="connsiteY87" fmla="*/ 33229 h 92500"/>
                <a:gd name="connsiteX88" fmla="*/ 327709 w 363021"/>
                <a:gd name="connsiteY88" fmla="*/ 33229 h 92500"/>
                <a:gd name="connsiteX89" fmla="*/ 327709 w 363021"/>
                <a:gd name="connsiteY89" fmla="*/ 11667 h 92500"/>
                <a:gd name="connsiteX90" fmla="*/ 294479 w 363021"/>
                <a:gd name="connsiteY90" fmla="*/ 11667 h 92500"/>
                <a:gd name="connsiteX91" fmla="*/ 202084 w 363021"/>
                <a:gd name="connsiteY91" fmla="*/ 3750 h 92500"/>
                <a:gd name="connsiteX92" fmla="*/ 246146 w 363021"/>
                <a:gd name="connsiteY92" fmla="*/ 3750 h 92500"/>
                <a:gd name="connsiteX93" fmla="*/ 247865 w 363021"/>
                <a:gd name="connsiteY93" fmla="*/ 4219 h 92500"/>
                <a:gd name="connsiteX94" fmla="*/ 248333 w 363021"/>
                <a:gd name="connsiteY94" fmla="*/ 5938 h 92500"/>
                <a:gd name="connsiteX95" fmla="*/ 247708 w 363021"/>
                <a:gd name="connsiteY95" fmla="*/ 14636 h 92500"/>
                <a:gd name="connsiteX96" fmla="*/ 246771 w 363021"/>
                <a:gd name="connsiteY96" fmla="*/ 23229 h 92500"/>
                <a:gd name="connsiteX97" fmla="*/ 245677 w 363021"/>
                <a:gd name="connsiteY97" fmla="*/ 31198 h 92500"/>
                <a:gd name="connsiteX98" fmla="*/ 244479 w 363021"/>
                <a:gd name="connsiteY98" fmla="*/ 37708 h 92500"/>
                <a:gd name="connsiteX99" fmla="*/ 236354 w 363021"/>
                <a:gd name="connsiteY99" fmla="*/ 37708 h 92500"/>
                <a:gd name="connsiteX100" fmla="*/ 237396 w 363021"/>
                <a:gd name="connsiteY100" fmla="*/ 31823 h 92500"/>
                <a:gd name="connsiteX101" fmla="*/ 238333 w 363021"/>
                <a:gd name="connsiteY101" fmla="*/ 24792 h 92500"/>
                <a:gd name="connsiteX102" fmla="*/ 239167 w 363021"/>
                <a:gd name="connsiteY102" fmla="*/ 17604 h 92500"/>
                <a:gd name="connsiteX103" fmla="*/ 239792 w 363021"/>
                <a:gd name="connsiteY103" fmla="*/ 10938 h 92500"/>
                <a:gd name="connsiteX104" fmla="*/ 202084 w 363021"/>
                <a:gd name="connsiteY104" fmla="*/ 10938 h 92500"/>
                <a:gd name="connsiteX105" fmla="*/ 42292 w 363021"/>
                <a:gd name="connsiteY105" fmla="*/ 729 h 92500"/>
                <a:gd name="connsiteX106" fmla="*/ 66302 w 363021"/>
                <a:gd name="connsiteY106" fmla="*/ 6563 h 92500"/>
                <a:gd name="connsiteX107" fmla="*/ 75000 w 363021"/>
                <a:gd name="connsiteY107" fmla="*/ 22396 h 92500"/>
                <a:gd name="connsiteX108" fmla="*/ 66354 w 363021"/>
                <a:gd name="connsiteY108" fmla="*/ 37969 h 92500"/>
                <a:gd name="connsiteX109" fmla="*/ 42292 w 363021"/>
                <a:gd name="connsiteY109" fmla="*/ 43854 h 92500"/>
                <a:gd name="connsiteX110" fmla="*/ 28594 w 363021"/>
                <a:gd name="connsiteY110" fmla="*/ 42344 h 92500"/>
                <a:gd name="connsiteX111" fmla="*/ 18229 w 363021"/>
                <a:gd name="connsiteY111" fmla="*/ 38021 h 92500"/>
                <a:gd name="connsiteX112" fmla="*/ 11719 w 363021"/>
                <a:gd name="connsiteY112" fmla="*/ 31250 h 92500"/>
                <a:gd name="connsiteX113" fmla="*/ 9479 w 363021"/>
                <a:gd name="connsiteY113" fmla="*/ 22396 h 92500"/>
                <a:gd name="connsiteX114" fmla="*/ 18229 w 363021"/>
                <a:gd name="connsiteY114" fmla="*/ 6719 h 92500"/>
                <a:gd name="connsiteX115" fmla="*/ 42292 w 363021"/>
                <a:gd name="connsiteY115" fmla="*/ 729 h 92500"/>
                <a:gd name="connsiteX116" fmla="*/ 161771 w 363021"/>
                <a:gd name="connsiteY116" fmla="*/ 208 h 92500"/>
                <a:gd name="connsiteX117" fmla="*/ 170000 w 363021"/>
                <a:gd name="connsiteY117" fmla="*/ 208 h 92500"/>
                <a:gd name="connsiteX118" fmla="*/ 170000 w 363021"/>
                <a:gd name="connsiteY118" fmla="*/ 92500 h 92500"/>
                <a:gd name="connsiteX119" fmla="*/ 161771 w 363021"/>
                <a:gd name="connsiteY119" fmla="*/ 92500 h 92500"/>
                <a:gd name="connsiteX120" fmla="*/ 354792 w 363021"/>
                <a:gd name="connsiteY120" fmla="*/ 0 h 92500"/>
                <a:gd name="connsiteX121" fmla="*/ 363021 w 363021"/>
                <a:gd name="connsiteY121" fmla="*/ 0 h 92500"/>
                <a:gd name="connsiteX122" fmla="*/ 363021 w 363021"/>
                <a:gd name="connsiteY122" fmla="*/ 92292 h 92500"/>
                <a:gd name="connsiteX123" fmla="*/ 354792 w 363021"/>
                <a:gd name="connsiteY123" fmla="*/ 92292 h 92500"/>
                <a:gd name="connsiteX124" fmla="*/ 261354 w 363021"/>
                <a:gd name="connsiteY124" fmla="*/ 0 h 92500"/>
                <a:gd name="connsiteX125" fmla="*/ 269479 w 363021"/>
                <a:gd name="connsiteY125" fmla="*/ 0 h 92500"/>
                <a:gd name="connsiteX126" fmla="*/ 269479 w 363021"/>
                <a:gd name="connsiteY126" fmla="*/ 29688 h 92500"/>
                <a:gd name="connsiteX127" fmla="*/ 282188 w 363021"/>
                <a:gd name="connsiteY127" fmla="*/ 29688 h 92500"/>
                <a:gd name="connsiteX128" fmla="*/ 282188 w 363021"/>
                <a:gd name="connsiteY128" fmla="*/ 36979 h 92500"/>
                <a:gd name="connsiteX129" fmla="*/ 269479 w 363021"/>
                <a:gd name="connsiteY129" fmla="*/ 36979 h 92500"/>
                <a:gd name="connsiteX130" fmla="*/ 269479 w 363021"/>
                <a:gd name="connsiteY130" fmla="*/ 69792 h 92500"/>
                <a:gd name="connsiteX131" fmla="*/ 261354 w 363021"/>
                <a:gd name="connsiteY131" fmla="*/ 69792 h 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363021" h="92500">
                  <a:moveTo>
                    <a:pt x="211354" y="62917"/>
                  </a:moveTo>
                  <a:lnTo>
                    <a:pt x="219583" y="62917"/>
                  </a:lnTo>
                  <a:lnTo>
                    <a:pt x="219583" y="83333"/>
                  </a:lnTo>
                  <a:lnTo>
                    <a:pt x="272500" y="83333"/>
                  </a:lnTo>
                  <a:lnTo>
                    <a:pt x="272500" y="90417"/>
                  </a:lnTo>
                  <a:lnTo>
                    <a:pt x="213542" y="90417"/>
                  </a:lnTo>
                  <a:cubicBezTo>
                    <a:pt x="212708" y="90417"/>
                    <a:pt x="212135" y="90261"/>
                    <a:pt x="211823" y="89948"/>
                  </a:cubicBezTo>
                  <a:cubicBezTo>
                    <a:pt x="211511" y="89635"/>
                    <a:pt x="211354" y="89063"/>
                    <a:pt x="211354" y="88229"/>
                  </a:cubicBezTo>
                  <a:close/>
                  <a:moveTo>
                    <a:pt x="0" y="52708"/>
                  </a:moveTo>
                  <a:lnTo>
                    <a:pt x="84479" y="52708"/>
                  </a:lnTo>
                  <a:lnTo>
                    <a:pt x="84479" y="59792"/>
                  </a:lnTo>
                  <a:lnTo>
                    <a:pt x="62396" y="59792"/>
                  </a:lnTo>
                  <a:lnTo>
                    <a:pt x="62396" y="92292"/>
                  </a:lnTo>
                  <a:lnTo>
                    <a:pt x="54167" y="92292"/>
                  </a:lnTo>
                  <a:lnTo>
                    <a:pt x="54167" y="59792"/>
                  </a:lnTo>
                  <a:lnTo>
                    <a:pt x="30625" y="59792"/>
                  </a:lnTo>
                  <a:lnTo>
                    <a:pt x="30625" y="91563"/>
                  </a:lnTo>
                  <a:lnTo>
                    <a:pt x="22292" y="91563"/>
                  </a:lnTo>
                  <a:lnTo>
                    <a:pt x="22292" y="59792"/>
                  </a:lnTo>
                  <a:lnTo>
                    <a:pt x="0" y="59792"/>
                  </a:lnTo>
                  <a:close/>
                  <a:moveTo>
                    <a:pt x="215729" y="25208"/>
                  </a:moveTo>
                  <a:lnTo>
                    <a:pt x="223646" y="25208"/>
                  </a:lnTo>
                  <a:lnTo>
                    <a:pt x="223646" y="47188"/>
                  </a:lnTo>
                  <a:cubicBezTo>
                    <a:pt x="225586" y="47188"/>
                    <a:pt x="228047" y="47122"/>
                    <a:pt x="231042" y="46979"/>
                  </a:cubicBezTo>
                  <a:cubicBezTo>
                    <a:pt x="234023" y="46849"/>
                    <a:pt x="237109" y="46641"/>
                    <a:pt x="240313" y="46354"/>
                  </a:cubicBezTo>
                  <a:cubicBezTo>
                    <a:pt x="243568" y="46146"/>
                    <a:pt x="246771" y="45873"/>
                    <a:pt x="249896" y="45521"/>
                  </a:cubicBezTo>
                  <a:cubicBezTo>
                    <a:pt x="253021" y="45182"/>
                    <a:pt x="255729" y="44792"/>
                    <a:pt x="258021" y="44375"/>
                  </a:cubicBezTo>
                  <a:lnTo>
                    <a:pt x="258021" y="51354"/>
                  </a:lnTo>
                  <a:cubicBezTo>
                    <a:pt x="253568" y="52057"/>
                    <a:pt x="247031" y="52734"/>
                    <a:pt x="238386" y="53386"/>
                  </a:cubicBezTo>
                  <a:cubicBezTo>
                    <a:pt x="229740" y="54050"/>
                    <a:pt x="219479" y="54375"/>
                    <a:pt x="207604" y="54375"/>
                  </a:cubicBezTo>
                  <a:lnTo>
                    <a:pt x="196250" y="54375"/>
                  </a:lnTo>
                  <a:lnTo>
                    <a:pt x="196250" y="47188"/>
                  </a:lnTo>
                  <a:lnTo>
                    <a:pt x="215729" y="47188"/>
                  </a:lnTo>
                  <a:close/>
                  <a:moveTo>
                    <a:pt x="42292" y="7604"/>
                  </a:moveTo>
                  <a:cubicBezTo>
                    <a:pt x="35065" y="7604"/>
                    <a:pt x="29245" y="8880"/>
                    <a:pt x="24844" y="11406"/>
                  </a:cubicBezTo>
                  <a:cubicBezTo>
                    <a:pt x="20430" y="13946"/>
                    <a:pt x="18229" y="17604"/>
                    <a:pt x="18229" y="22396"/>
                  </a:cubicBezTo>
                  <a:cubicBezTo>
                    <a:pt x="18229" y="24766"/>
                    <a:pt x="18828" y="26849"/>
                    <a:pt x="20052" y="28646"/>
                  </a:cubicBezTo>
                  <a:cubicBezTo>
                    <a:pt x="21263" y="30456"/>
                    <a:pt x="22943" y="31979"/>
                    <a:pt x="25104" y="33229"/>
                  </a:cubicBezTo>
                  <a:cubicBezTo>
                    <a:pt x="27253" y="34479"/>
                    <a:pt x="29805" y="35417"/>
                    <a:pt x="32760" y="36042"/>
                  </a:cubicBezTo>
                  <a:cubicBezTo>
                    <a:pt x="35703" y="36667"/>
                    <a:pt x="38880" y="36979"/>
                    <a:pt x="42292" y="36979"/>
                  </a:cubicBezTo>
                  <a:cubicBezTo>
                    <a:pt x="49167" y="36979"/>
                    <a:pt x="54870" y="35716"/>
                    <a:pt x="59427" y="33177"/>
                  </a:cubicBezTo>
                  <a:cubicBezTo>
                    <a:pt x="63971" y="30651"/>
                    <a:pt x="66250" y="27057"/>
                    <a:pt x="66250" y="22396"/>
                  </a:cubicBezTo>
                  <a:cubicBezTo>
                    <a:pt x="66250" y="17604"/>
                    <a:pt x="63984" y="13946"/>
                    <a:pt x="59479" y="11406"/>
                  </a:cubicBezTo>
                  <a:cubicBezTo>
                    <a:pt x="54961" y="8880"/>
                    <a:pt x="49232" y="7604"/>
                    <a:pt x="42292" y="7604"/>
                  </a:cubicBezTo>
                  <a:close/>
                  <a:moveTo>
                    <a:pt x="97917" y="5313"/>
                  </a:moveTo>
                  <a:lnTo>
                    <a:pt x="146458" y="5313"/>
                  </a:lnTo>
                  <a:lnTo>
                    <a:pt x="146458" y="12292"/>
                  </a:lnTo>
                  <a:lnTo>
                    <a:pt x="126354" y="12292"/>
                  </a:lnTo>
                  <a:lnTo>
                    <a:pt x="126354" y="21563"/>
                  </a:lnTo>
                  <a:cubicBezTo>
                    <a:pt x="126354" y="31497"/>
                    <a:pt x="128438" y="40052"/>
                    <a:pt x="132604" y="47240"/>
                  </a:cubicBezTo>
                  <a:cubicBezTo>
                    <a:pt x="136771" y="54427"/>
                    <a:pt x="143125" y="60521"/>
                    <a:pt x="151667" y="65521"/>
                  </a:cubicBezTo>
                  <a:lnTo>
                    <a:pt x="145729" y="71458"/>
                  </a:lnTo>
                  <a:cubicBezTo>
                    <a:pt x="140938" y="68333"/>
                    <a:pt x="136315" y="64310"/>
                    <a:pt x="131875" y="59375"/>
                  </a:cubicBezTo>
                  <a:cubicBezTo>
                    <a:pt x="127422" y="54453"/>
                    <a:pt x="124167" y="48854"/>
                    <a:pt x="122083" y="42604"/>
                  </a:cubicBezTo>
                  <a:cubicBezTo>
                    <a:pt x="121107" y="45729"/>
                    <a:pt x="119753" y="48802"/>
                    <a:pt x="118021" y="51823"/>
                  </a:cubicBezTo>
                  <a:cubicBezTo>
                    <a:pt x="116276" y="54844"/>
                    <a:pt x="114297" y="57748"/>
                    <a:pt x="112083" y="60521"/>
                  </a:cubicBezTo>
                  <a:cubicBezTo>
                    <a:pt x="109922" y="63229"/>
                    <a:pt x="107617" y="65729"/>
                    <a:pt x="105156" y="68021"/>
                  </a:cubicBezTo>
                  <a:cubicBezTo>
                    <a:pt x="102682" y="70313"/>
                    <a:pt x="100312" y="72292"/>
                    <a:pt x="98021" y="73958"/>
                  </a:cubicBezTo>
                  <a:lnTo>
                    <a:pt x="91250" y="68229"/>
                  </a:lnTo>
                  <a:cubicBezTo>
                    <a:pt x="99583" y="63021"/>
                    <a:pt x="106094" y="56432"/>
                    <a:pt x="110781" y="48438"/>
                  </a:cubicBezTo>
                  <a:cubicBezTo>
                    <a:pt x="115469" y="40456"/>
                    <a:pt x="117813" y="31042"/>
                    <a:pt x="117813" y="20208"/>
                  </a:cubicBezTo>
                  <a:lnTo>
                    <a:pt x="117813" y="12292"/>
                  </a:lnTo>
                  <a:lnTo>
                    <a:pt x="97917" y="12292"/>
                  </a:lnTo>
                  <a:close/>
                  <a:moveTo>
                    <a:pt x="294479" y="4479"/>
                  </a:moveTo>
                  <a:lnTo>
                    <a:pt x="333646" y="4479"/>
                  </a:lnTo>
                  <a:cubicBezTo>
                    <a:pt x="334479" y="4479"/>
                    <a:pt x="335052" y="4635"/>
                    <a:pt x="335365" y="4948"/>
                  </a:cubicBezTo>
                  <a:cubicBezTo>
                    <a:pt x="335677" y="5261"/>
                    <a:pt x="335833" y="5834"/>
                    <a:pt x="335833" y="6667"/>
                  </a:cubicBezTo>
                  <a:lnTo>
                    <a:pt x="335833" y="38125"/>
                  </a:lnTo>
                  <a:cubicBezTo>
                    <a:pt x="335833" y="38958"/>
                    <a:pt x="335677" y="39531"/>
                    <a:pt x="335365" y="39844"/>
                  </a:cubicBezTo>
                  <a:cubicBezTo>
                    <a:pt x="335052" y="40156"/>
                    <a:pt x="334479" y="40313"/>
                    <a:pt x="333646" y="40313"/>
                  </a:cubicBezTo>
                  <a:lnTo>
                    <a:pt x="302709" y="40313"/>
                  </a:lnTo>
                  <a:lnTo>
                    <a:pt x="302709" y="62292"/>
                  </a:lnTo>
                  <a:lnTo>
                    <a:pt x="312813" y="62292"/>
                  </a:lnTo>
                  <a:cubicBezTo>
                    <a:pt x="316563" y="62292"/>
                    <a:pt x="320261" y="62188"/>
                    <a:pt x="323906" y="61979"/>
                  </a:cubicBezTo>
                  <a:cubicBezTo>
                    <a:pt x="327552" y="61771"/>
                    <a:pt x="331003" y="61537"/>
                    <a:pt x="334271" y="61250"/>
                  </a:cubicBezTo>
                  <a:cubicBezTo>
                    <a:pt x="337526" y="60912"/>
                    <a:pt x="340521" y="60547"/>
                    <a:pt x="343229" y="60156"/>
                  </a:cubicBezTo>
                  <a:cubicBezTo>
                    <a:pt x="345938" y="59779"/>
                    <a:pt x="348229" y="59375"/>
                    <a:pt x="350104" y="58958"/>
                  </a:cubicBezTo>
                  <a:lnTo>
                    <a:pt x="350104" y="66146"/>
                  </a:lnTo>
                  <a:cubicBezTo>
                    <a:pt x="348086" y="66563"/>
                    <a:pt x="345625" y="66979"/>
                    <a:pt x="342708" y="67396"/>
                  </a:cubicBezTo>
                  <a:cubicBezTo>
                    <a:pt x="339792" y="67813"/>
                    <a:pt x="336589" y="68203"/>
                    <a:pt x="333125" y="68542"/>
                  </a:cubicBezTo>
                  <a:cubicBezTo>
                    <a:pt x="329649" y="68893"/>
                    <a:pt x="325938" y="69167"/>
                    <a:pt x="321979" y="69375"/>
                  </a:cubicBezTo>
                  <a:cubicBezTo>
                    <a:pt x="318021" y="69583"/>
                    <a:pt x="314024" y="69688"/>
                    <a:pt x="310000" y="69688"/>
                  </a:cubicBezTo>
                  <a:lnTo>
                    <a:pt x="296667" y="69688"/>
                  </a:lnTo>
                  <a:cubicBezTo>
                    <a:pt x="295834" y="69688"/>
                    <a:pt x="295261" y="69531"/>
                    <a:pt x="294948" y="69219"/>
                  </a:cubicBezTo>
                  <a:cubicBezTo>
                    <a:pt x="294635" y="68906"/>
                    <a:pt x="294479" y="68333"/>
                    <a:pt x="294479" y="67500"/>
                  </a:cubicBezTo>
                  <a:lnTo>
                    <a:pt x="294479" y="35417"/>
                  </a:lnTo>
                  <a:cubicBezTo>
                    <a:pt x="294479" y="34583"/>
                    <a:pt x="294635" y="34010"/>
                    <a:pt x="294948" y="33698"/>
                  </a:cubicBezTo>
                  <a:cubicBezTo>
                    <a:pt x="295261" y="33386"/>
                    <a:pt x="295834" y="33229"/>
                    <a:pt x="296667" y="33229"/>
                  </a:cubicBezTo>
                  <a:lnTo>
                    <a:pt x="327709" y="33229"/>
                  </a:lnTo>
                  <a:lnTo>
                    <a:pt x="327709" y="11667"/>
                  </a:lnTo>
                  <a:lnTo>
                    <a:pt x="294479" y="11667"/>
                  </a:lnTo>
                  <a:close/>
                  <a:moveTo>
                    <a:pt x="202084" y="3750"/>
                  </a:moveTo>
                  <a:lnTo>
                    <a:pt x="246146" y="3750"/>
                  </a:lnTo>
                  <a:cubicBezTo>
                    <a:pt x="246979" y="3750"/>
                    <a:pt x="247552" y="3906"/>
                    <a:pt x="247865" y="4219"/>
                  </a:cubicBezTo>
                  <a:cubicBezTo>
                    <a:pt x="248177" y="4531"/>
                    <a:pt x="248333" y="5104"/>
                    <a:pt x="248333" y="5938"/>
                  </a:cubicBezTo>
                  <a:cubicBezTo>
                    <a:pt x="248190" y="8789"/>
                    <a:pt x="247982" y="11693"/>
                    <a:pt x="247708" y="14636"/>
                  </a:cubicBezTo>
                  <a:cubicBezTo>
                    <a:pt x="247422" y="17591"/>
                    <a:pt x="247109" y="20456"/>
                    <a:pt x="246771" y="23229"/>
                  </a:cubicBezTo>
                  <a:cubicBezTo>
                    <a:pt x="246419" y="26081"/>
                    <a:pt x="246055" y="28737"/>
                    <a:pt x="245677" y="31198"/>
                  </a:cubicBezTo>
                  <a:cubicBezTo>
                    <a:pt x="245287" y="33672"/>
                    <a:pt x="244896" y="35834"/>
                    <a:pt x="244479" y="37708"/>
                  </a:cubicBezTo>
                  <a:lnTo>
                    <a:pt x="236354" y="37708"/>
                  </a:lnTo>
                  <a:cubicBezTo>
                    <a:pt x="236693" y="36042"/>
                    <a:pt x="237044" y="34089"/>
                    <a:pt x="237396" y="31823"/>
                  </a:cubicBezTo>
                  <a:cubicBezTo>
                    <a:pt x="237734" y="29570"/>
                    <a:pt x="238047" y="27227"/>
                    <a:pt x="238333" y="24792"/>
                  </a:cubicBezTo>
                  <a:cubicBezTo>
                    <a:pt x="238672" y="22435"/>
                    <a:pt x="238959" y="20039"/>
                    <a:pt x="239167" y="17604"/>
                  </a:cubicBezTo>
                  <a:cubicBezTo>
                    <a:pt x="239375" y="15182"/>
                    <a:pt x="239583" y="12956"/>
                    <a:pt x="239792" y="10938"/>
                  </a:cubicBezTo>
                  <a:lnTo>
                    <a:pt x="202084" y="10938"/>
                  </a:lnTo>
                  <a:close/>
                  <a:moveTo>
                    <a:pt x="42292" y="729"/>
                  </a:moveTo>
                  <a:cubicBezTo>
                    <a:pt x="52500" y="729"/>
                    <a:pt x="60495" y="2682"/>
                    <a:pt x="66302" y="6563"/>
                  </a:cubicBezTo>
                  <a:cubicBezTo>
                    <a:pt x="72096" y="10456"/>
                    <a:pt x="75000" y="15729"/>
                    <a:pt x="75000" y="22396"/>
                  </a:cubicBezTo>
                  <a:cubicBezTo>
                    <a:pt x="75000" y="28854"/>
                    <a:pt x="72109" y="34050"/>
                    <a:pt x="66354" y="37969"/>
                  </a:cubicBezTo>
                  <a:cubicBezTo>
                    <a:pt x="60586" y="41901"/>
                    <a:pt x="52565" y="43854"/>
                    <a:pt x="42292" y="43854"/>
                  </a:cubicBezTo>
                  <a:cubicBezTo>
                    <a:pt x="37214" y="43854"/>
                    <a:pt x="32656" y="43359"/>
                    <a:pt x="28594" y="42344"/>
                  </a:cubicBezTo>
                  <a:cubicBezTo>
                    <a:pt x="24531" y="41341"/>
                    <a:pt x="21068" y="39896"/>
                    <a:pt x="18229" y="38021"/>
                  </a:cubicBezTo>
                  <a:cubicBezTo>
                    <a:pt x="15378" y="36146"/>
                    <a:pt x="13203" y="33893"/>
                    <a:pt x="11719" y="31250"/>
                  </a:cubicBezTo>
                  <a:cubicBezTo>
                    <a:pt x="10221" y="28620"/>
                    <a:pt x="9479" y="25664"/>
                    <a:pt x="9479" y="22396"/>
                  </a:cubicBezTo>
                  <a:cubicBezTo>
                    <a:pt x="9479" y="15938"/>
                    <a:pt x="12396" y="10716"/>
                    <a:pt x="18229" y="6719"/>
                  </a:cubicBezTo>
                  <a:cubicBezTo>
                    <a:pt x="24062" y="2734"/>
                    <a:pt x="32083" y="729"/>
                    <a:pt x="42292" y="729"/>
                  </a:cubicBezTo>
                  <a:close/>
                  <a:moveTo>
                    <a:pt x="161771" y="208"/>
                  </a:moveTo>
                  <a:lnTo>
                    <a:pt x="170000" y="208"/>
                  </a:lnTo>
                  <a:lnTo>
                    <a:pt x="170000" y="92500"/>
                  </a:lnTo>
                  <a:lnTo>
                    <a:pt x="161771" y="92500"/>
                  </a:lnTo>
                  <a:close/>
                  <a:moveTo>
                    <a:pt x="354792" y="0"/>
                  </a:moveTo>
                  <a:lnTo>
                    <a:pt x="363021" y="0"/>
                  </a:lnTo>
                  <a:lnTo>
                    <a:pt x="363021" y="92292"/>
                  </a:lnTo>
                  <a:lnTo>
                    <a:pt x="354792" y="92292"/>
                  </a:lnTo>
                  <a:close/>
                  <a:moveTo>
                    <a:pt x="261354" y="0"/>
                  </a:moveTo>
                  <a:lnTo>
                    <a:pt x="269479" y="0"/>
                  </a:lnTo>
                  <a:lnTo>
                    <a:pt x="269479" y="29688"/>
                  </a:lnTo>
                  <a:lnTo>
                    <a:pt x="282188" y="29688"/>
                  </a:lnTo>
                  <a:lnTo>
                    <a:pt x="282188" y="36979"/>
                  </a:lnTo>
                  <a:lnTo>
                    <a:pt x="269479" y="36979"/>
                  </a:lnTo>
                  <a:lnTo>
                    <a:pt x="269479" y="69792"/>
                  </a:lnTo>
                  <a:lnTo>
                    <a:pt x="261354" y="697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3079EF8C-7EE3-4596-A487-112263E5F47B}"/>
                </a:ext>
              </a:extLst>
            </p:cNvPr>
            <p:cNvSpPr txBox="1"/>
            <p:nvPr/>
          </p:nvSpPr>
          <p:spPr>
            <a:xfrm>
              <a:off x="2132234" y="2997271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</a:t>
              </a:r>
            </a:p>
          </p:txBody>
        </p:sp>
        <p:sp>
          <p:nvSpPr>
            <p:cNvPr id="347" name="자유형: 도형 346">
              <a:extLst>
                <a:ext uri="{FF2B5EF4-FFF2-40B4-BE49-F238E27FC236}">
                  <a16:creationId xmlns:a16="http://schemas.microsoft.com/office/drawing/2014/main" id="{0082CA83-0A83-49FA-A420-2E82177E491A}"/>
                </a:ext>
              </a:extLst>
            </p:cNvPr>
            <p:cNvSpPr/>
            <p:nvPr/>
          </p:nvSpPr>
          <p:spPr>
            <a:xfrm>
              <a:off x="3018050" y="2938929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2 h 81562"/>
                <a:gd name="connsiteX3" fmla="*/ 408021 w 631667"/>
                <a:gd name="connsiteY3" fmla="*/ 81562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2 h 81562"/>
                <a:gd name="connsiteX7" fmla="*/ 251771 w 631667"/>
                <a:gd name="connsiteY7" fmla="*/ 81562 h 81562"/>
                <a:gd name="connsiteX8" fmla="*/ 519479 w 631667"/>
                <a:gd name="connsiteY8" fmla="*/ 36146 h 81562"/>
                <a:gd name="connsiteX9" fmla="*/ 512969 w 631667"/>
                <a:gd name="connsiteY9" fmla="*/ 37656 h 81562"/>
                <a:gd name="connsiteX10" fmla="*/ 507917 w 631667"/>
                <a:gd name="connsiteY10" fmla="*/ 41562 h 81562"/>
                <a:gd name="connsiteX11" fmla="*/ 504584 w 631667"/>
                <a:gd name="connsiteY11" fmla="*/ 47292 h 81562"/>
                <a:gd name="connsiteX12" fmla="*/ 503438 w 631667"/>
                <a:gd name="connsiteY12" fmla="*/ 54062 h 81562"/>
                <a:gd name="connsiteX13" fmla="*/ 504532 w 631667"/>
                <a:gd name="connsiteY13" fmla="*/ 61979 h 81562"/>
                <a:gd name="connsiteX14" fmla="*/ 507709 w 631667"/>
                <a:gd name="connsiteY14" fmla="*/ 68229 h 81562"/>
                <a:gd name="connsiteX15" fmla="*/ 512709 w 631667"/>
                <a:gd name="connsiteY15" fmla="*/ 72448 h 81562"/>
                <a:gd name="connsiteX16" fmla="*/ 519271 w 631667"/>
                <a:gd name="connsiteY16" fmla="*/ 73958 h 81562"/>
                <a:gd name="connsiteX17" fmla="*/ 531354 w 631667"/>
                <a:gd name="connsiteY17" fmla="*/ 68490 h 81562"/>
                <a:gd name="connsiteX18" fmla="*/ 535625 w 631667"/>
                <a:gd name="connsiteY18" fmla="*/ 55000 h 81562"/>
                <a:gd name="connsiteX19" fmla="*/ 534584 w 631667"/>
                <a:gd name="connsiteY19" fmla="*/ 47812 h 81562"/>
                <a:gd name="connsiteX20" fmla="*/ 531459 w 631667"/>
                <a:gd name="connsiteY20" fmla="*/ 41875 h 81562"/>
                <a:gd name="connsiteX21" fmla="*/ 526459 w 631667"/>
                <a:gd name="connsiteY21" fmla="*/ 37708 h 81562"/>
                <a:gd name="connsiteX22" fmla="*/ 519479 w 631667"/>
                <a:gd name="connsiteY22" fmla="*/ 36146 h 81562"/>
                <a:gd name="connsiteX23" fmla="*/ 598855 w 631667"/>
                <a:gd name="connsiteY23" fmla="*/ 33958 h 81562"/>
                <a:gd name="connsiteX24" fmla="*/ 604219 w 631667"/>
                <a:gd name="connsiteY24" fmla="*/ 34948 h 81562"/>
                <a:gd name="connsiteX25" fmla="*/ 609063 w 631667"/>
                <a:gd name="connsiteY25" fmla="*/ 37917 h 81562"/>
                <a:gd name="connsiteX26" fmla="*/ 613854 w 631667"/>
                <a:gd name="connsiteY26" fmla="*/ 41406 h 81562"/>
                <a:gd name="connsiteX27" fmla="*/ 618125 w 631667"/>
                <a:gd name="connsiteY27" fmla="*/ 42604 h 81562"/>
                <a:gd name="connsiteX28" fmla="*/ 623386 w 631667"/>
                <a:gd name="connsiteY28" fmla="*/ 40312 h 81562"/>
                <a:gd name="connsiteX29" fmla="*/ 626980 w 631667"/>
                <a:gd name="connsiteY29" fmla="*/ 33958 h 81562"/>
                <a:gd name="connsiteX30" fmla="*/ 631667 w 631667"/>
                <a:gd name="connsiteY30" fmla="*/ 36771 h 81562"/>
                <a:gd name="connsiteX31" fmla="*/ 626719 w 631667"/>
                <a:gd name="connsiteY31" fmla="*/ 45833 h 81562"/>
                <a:gd name="connsiteX32" fmla="*/ 618021 w 631667"/>
                <a:gd name="connsiteY32" fmla="*/ 49271 h 81562"/>
                <a:gd name="connsiteX33" fmla="*/ 612605 w 631667"/>
                <a:gd name="connsiteY33" fmla="*/ 48333 h 81562"/>
                <a:gd name="connsiteX34" fmla="*/ 607813 w 631667"/>
                <a:gd name="connsiteY34" fmla="*/ 45312 h 81562"/>
                <a:gd name="connsiteX35" fmla="*/ 602969 w 631667"/>
                <a:gd name="connsiteY35" fmla="*/ 41875 h 81562"/>
                <a:gd name="connsiteX36" fmla="*/ 598750 w 631667"/>
                <a:gd name="connsiteY36" fmla="*/ 40625 h 81562"/>
                <a:gd name="connsiteX37" fmla="*/ 593646 w 631667"/>
                <a:gd name="connsiteY37" fmla="*/ 42656 h 81562"/>
                <a:gd name="connsiteX38" fmla="*/ 590105 w 631667"/>
                <a:gd name="connsiteY38" fmla="*/ 48437 h 81562"/>
                <a:gd name="connsiteX39" fmla="*/ 585417 w 631667"/>
                <a:gd name="connsiteY39" fmla="*/ 45625 h 81562"/>
                <a:gd name="connsiteX40" fmla="*/ 590313 w 631667"/>
                <a:gd name="connsiteY40" fmla="*/ 37396 h 81562"/>
                <a:gd name="connsiteX41" fmla="*/ 598855 w 631667"/>
                <a:gd name="connsiteY41" fmla="*/ 33958 h 81562"/>
                <a:gd name="connsiteX42" fmla="*/ 214167 w 631667"/>
                <a:gd name="connsiteY42" fmla="*/ 11250 h 81562"/>
                <a:gd name="connsiteX43" fmla="*/ 187292 w 631667"/>
                <a:gd name="connsiteY43" fmla="*/ 55312 h 81562"/>
                <a:gd name="connsiteX44" fmla="*/ 213959 w 631667"/>
                <a:gd name="connsiteY44" fmla="*/ 55312 h 81562"/>
                <a:gd name="connsiteX45" fmla="*/ 213959 w 631667"/>
                <a:gd name="connsiteY45" fmla="*/ 20833 h 81562"/>
                <a:gd name="connsiteX46" fmla="*/ 89583 w 631667"/>
                <a:gd name="connsiteY46" fmla="*/ 7187 h 81562"/>
                <a:gd name="connsiteX47" fmla="*/ 80781 w 631667"/>
                <a:gd name="connsiteY47" fmla="*/ 10833 h 81562"/>
                <a:gd name="connsiteX48" fmla="*/ 76042 w 631667"/>
                <a:gd name="connsiteY48" fmla="*/ 19583 h 81562"/>
                <a:gd name="connsiteX49" fmla="*/ 74011 w 631667"/>
                <a:gd name="connsiteY49" fmla="*/ 30573 h 81562"/>
                <a:gd name="connsiteX50" fmla="*/ 73646 w 631667"/>
                <a:gd name="connsiteY50" fmla="*/ 40729 h 81562"/>
                <a:gd name="connsiteX51" fmla="*/ 74011 w 631667"/>
                <a:gd name="connsiteY51" fmla="*/ 50781 h 81562"/>
                <a:gd name="connsiteX52" fmla="*/ 76042 w 631667"/>
                <a:gd name="connsiteY52" fmla="*/ 61667 h 81562"/>
                <a:gd name="connsiteX53" fmla="*/ 80781 w 631667"/>
                <a:gd name="connsiteY53" fmla="*/ 70312 h 81562"/>
                <a:gd name="connsiteX54" fmla="*/ 89583 w 631667"/>
                <a:gd name="connsiteY54" fmla="*/ 73854 h 81562"/>
                <a:gd name="connsiteX55" fmla="*/ 98542 w 631667"/>
                <a:gd name="connsiteY55" fmla="*/ 70312 h 81562"/>
                <a:gd name="connsiteX56" fmla="*/ 103542 w 631667"/>
                <a:gd name="connsiteY56" fmla="*/ 61667 h 81562"/>
                <a:gd name="connsiteX57" fmla="*/ 105833 w 631667"/>
                <a:gd name="connsiteY57" fmla="*/ 50781 h 81562"/>
                <a:gd name="connsiteX58" fmla="*/ 106354 w 631667"/>
                <a:gd name="connsiteY58" fmla="*/ 40729 h 81562"/>
                <a:gd name="connsiteX59" fmla="*/ 105833 w 631667"/>
                <a:gd name="connsiteY59" fmla="*/ 30573 h 81562"/>
                <a:gd name="connsiteX60" fmla="*/ 103542 w 631667"/>
                <a:gd name="connsiteY60" fmla="*/ 19583 h 81562"/>
                <a:gd name="connsiteX61" fmla="*/ 98542 w 631667"/>
                <a:gd name="connsiteY61" fmla="*/ 10833 h 81562"/>
                <a:gd name="connsiteX62" fmla="*/ 89583 w 631667"/>
                <a:gd name="connsiteY62" fmla="*/ 7187 h 81562"/>
                <a:gd name="connsiteX63" fmla="*/ 296875 w 631667"/>
                <a:gd name="connsiteY63" fmla="*/ 3125 h 81562"/>
                <a:gd name="connsiteX64" fmla="*/ 302813 w 631667"/>
                <a:gd name="connsiteY64" fmla="*/ 3125 h 81562"/>
                <a:gd name="connsiteX65" fmla="*/ 304375 w 631667"/>
                <a:gd name="connsiteY65" fmla="*/ 3542 h 81562"/>
                <a:gd name="connsiteX66" fmla="*/ 304792 w 631667"/>
                <a:gd name="connsiteY66" fmla="*/ 5104 h 81562"/>
                <a:gd name="connsiteX67" fmla="*/ 304792 w 631667"/>
                <a:gd name="connsiteY67" fmla="*/ 79167 h 81562"/>
                <a:gd name="connsiteX68" fmla="*/ 296563 w 631667"/>
                <a:gd name="connsiteY68" fmla="*/ 79167 h 81562"/>
                <a:gd name="connsiteX69" fmla="*/ 296563 w 631667"/>
                <a:gd name="connsiteY69" fmla="*/ 12083 h 81562"/>
                <a:gd name="connsiteX70" fmla="*/ 289532 w 631667"/>
                <a:gd name="connsiteY70" fmla="*/ 17865 h 81562"/>
                <a:gd name="connsiteX71" fmla="*/ 280313 w 631667"/>
                <a:gd name="connsiteY71" fmla="*/ 23125 h 81562"/>
                <a:gd name="connsiteX72" fmla="*/ 280313 w 631667"/>
                <a:gd name="connsiteY72" fmla="*/ 15208 h 81562"/>
                <a:gd name="connsiteX73" fmla="*/ 288959 w 631667"/>
                <a:gd name="connsiteY73" fmla="*/ 10104 h 81562"/>
                <a:gd name="connsiteX74" fmla="*/ 296875 w 631667"/>
                <a:gd name="connsiteY74" fmla="*/ 3125 h 81562"/>
                <a:gd name="connsiteX75" fmla="*/ 212813 w 631667"/>
                <a:gd name="connsiteY75" fmla="*/ 1979 h 81562"/>
                <a:gd name="connsiteX76" fmla="*/ 219896 w 631667"/>
                <a:gd name="connsiteY76" fmla="*/ 1979 h 81562"/>
                <a:gd name="connsiteX77" fmla="*/ 221458 w 631667"/>
                <a:gd name="connsiteY77" fmla="*/ 2396 h 81562"/>
                <a:gd name="connsiteX78" fmla="*/ 221875 w 631667"/>
                <a:gd name="connsiteY78" fmla="*/ 3958 h 81562"/>
                <a:gd name="connsiteX79" fmla="*/ 221875 w 631667"/>
                <a:gd name="connsiteY79" fmla="*/ 55312 h 81562"/>
                <a:gd name="connsiteX80" fmla="*/ 233229 w 631667"/>
                <a:gd name="connsiteY80" fmla="*/ 55312 h 81562"/>
                <a:gd name="connsiteX81" fmla="*/ 233229 w 631667"/>
                <a:gd name="connsiteY81" fmla="*/ 62500 h 81562"/>
                <a:gd name="connsiteX82" fmla="*/ 221875 w 631667"/>
                <a:gd name="connsiteY82" fmla="*/ 62500 h 81562"/>
                <a:gd name="connsiteX83" fmla="*/ 221875 w 631667"/>
                <a:gd name="connsiteY83" fmla="*/ 79167 h 81562"/>
                <a:gd name="connsiteX84" fmla="*/ 213750 w 631667"/>
                <a:gd name="connsiteY84" fmla="*/ 79167 h 81562"/>
                <a:gd name="connsiteX85" fmla="*/ 213750 w 631667"/>
                <a:gd name="connsiteY85" fmla="*/ 62500 h 81562"/>
                <a:gd name="connsiteX86" fmla="*/ 181354 w 631667"/>
                <a:gd name="connsiteY86" fmla="*/ 62500 h 81562"/>
                <a:gd name="connsiteX87" fmla="*/ 179792 w 631667"/>
                <a:gd name="connsiteY87" fmla="*/ 62083 h 81562"/>
                <a:gd name="connsiteX88" fmla="*/ 179375 w 631667"/>
                <a:gd name="connsiteY88" fmla="*/ 60521 h 81562"/>
                <a:gd name="connsiteX89" fmla="*/ 179375 w 631667"/>
                <a:gd name="connsiteY89" fmla="*/ 56146 h 81562"/>
                <a:gd name="connsiteX90" fmla="*/ 179636 w 631667"/>
                <a:gd name="connsiteY90" fmla="*/ 54635 h 81562"/>
                <a:gd name="connsiteX91" fmla="*/ 180313 w 631667"/>
                <a:gd name="connsiteY91" fmla="*/ 53229 h 81562"/>
                <a:gd name="connsiteX92" fmla="*/ 210729 w 631667"/>
                <a:gd name="connsiteY92" fmla="*/ 3333 h 81562"/>
                <a:gd name="connsiteX93" fmla="*/ 211563 w 631667"/>
                <a:gd name="connsiteY93" fmla="*/ 2344 h 81562"/>
                <a:gd name="connsiteX94" fmla="*/ 212813 w 631667"/>
                <a:gd name="connsiteY94" fmla="*/ 1979 h 81562"/>
                <a:gd name="connsiteX95" fmla="*/ 520313 w 631667"/>
                <a:gd name="connsiteY95" fmla="*/ 1458 h 81562"/>
                <a:gd name="connsiteX96" fmla="*/ 535729 w 631667"/>
                <a:gd name="connsiteY96" fmla="*/ 6823 h 81562"/>
                <a:gd name="connsiteX97" fmla="*/ 542709 w 631667"/>
                <a:gd name="connsiteY97" fmla="*/ 21250 h 81562"/>
                <a:gd name="connsiteX98" fmla="*/ 534480 w 631667"/>
                <a:gd name="connsiteY98" fmla="*/ 21250 h 81562"/>
                <a:gd name="connsiteX99" fmla="*/ 530105 w 631667"/>
                <a:gd name="connsiteY99" fmla="*/ 11927 h 81562"/>
                <a:gd name="connsiteX100" fmla="*/ 520417 w 631667"/>
                <a:gd name="connsiteY100" fmla="*/ 8437 h 81562"/>
                <a:gd name="connsiteX101" fmla="*/ 511250 w 631667"/>
                <a:gd name="connsiteY101" fmla="*/ 11875 h 81562"/>
                <a:gd name="connsiteX102" fmla="*/ 505417 w 631667"/>
                <a:gd name="connsiteY102" fmla="*/ 20521 h 81562"/>
                <a:gd name="connsiteX103" fmla="*/ 502344 w 631667"/>
                <a:gd name="connsiteY103" fmla="*/ 31667 h 81562"/>
                <a:gd name="connsiteX104" fmla="*/ 501459 w 631667"/>
                <a:gd name="connsiteY104" fmla="*/ 42917 h 81562"/>
                <a:gd name="connsiteX105" fmla="*/ 509167 w 631667"/>
                <a:gd name="connsiteY105" fmla="*/ 32969 h 81562"/>
                <a:gd name="connsiteX106" fmla="*/ 521563 w 631667"/>
                <a:gd name="connsiteY106" fmla="*/ 29687 h 81562"/>
                <a:gd name="connsiteX107" fmla="*/ 537865 w 631667"/>
                <a:gd name="connsiteY107" fmla="*/ 36667 h 81562"/>
                <a:gd name="connsiteX108" fmla="*/ 543855 w 631667"/>
                <a:gd name="connsiteY108" fmla="*/ 55208 h 81562"/>
                <a:gd name="connsiteX109" fmla="*/ 542240 w 631667"/>
                <a:gd name="connsiteY109" fmla="*/ 65312 h 81562"/>
                <a:gd name="connsiteX110" fmla="*/ 537500 w 631667"/>
                <a:gd name="connsiteY110" fmla="*/ 73542 h 81562"/>
                <a:gd name="connsiteX111" fmla="*/ 530105 w 631667"/>
                <a:gd name="connsiteY111" fmla="*/ 78958 h 81562"/>
                <a:gd name="connsiteX112" fmla="*/ 520209 w 631667"/>
                <a:gd name="connsiteY112" fmla="*/ 80937 h 81562"/>
                <a:gd name="connsiteX113" fmla="*/ 505573 w 631667"/>
                <a:gd name="connsiteY113" fmla="*/ 76406 h 81562"/>
                <a:gd name="connsiteX114" fmla="*/ 497188 w 631667"/>
                <a:gd name="connsiteY114" fmla="*/ 64896 h 81562"/>
                <a:gd name="connsiteX115" fmla="*/ 494948 w 631667"/>
                <a:gd name="connsiteY115" fmla="*/ 55677 h 81562"/>
                <a:gd name="connsiteX116" fmla="*/ 494271 w 631667"/>
                <a:gd name="connsiteY116" fmla="*/ 43542 h 81562"/>
                <a:gd name="connsiteX117" fmla="*/ 496198 w 631667"/>
                <a:gd name="connsiteY117" fmla="*/ 25260 h 81562"/>
                <a:gd name="connsiteX118" fmla="*/ 501667 w 631667"/>
                <a:gd name="connsiteY118" fmla="*/ 12083 h 81562"/>
                <a:gd name="connsiteX119" fmla="*/ 509896 w 631667"/>
                <a:gd name="connsiteY119" fmla="*/ 4167 h 81562"/>
                <a:gd name="connsiteX120" fmla="*/ 520313 w 631667"/>
                <a:gd name="connsiteY120" fmla="*/ 1458 h 81562"/>
                <a:gd name="connsiteX121" fmla="*/ 452709 w 631667"/>
                <a:gd name="connsiteY121" fmla="*/ 1354 h 81562"/>
                <a:gd name="connsiteX122" fmla="*/ 468750 w 631667"/>
                <a:gd name="connsiteY122" fmla="*/ 6458 h 81562"/>
                <a:gd name="connsiteX123" fmla="*/ 475209 w 631667"/>
                <a:gd name="connsiteY123" fmla="*/ 21458 h 81562"/>
                <a:gd name="connsiteX124" fmla="*/ 471094 w 631667"/>
                <a:gd name="connsiteY124" fmla="*/ 35312 h 81562"/>
                <a:gd name="connsiteX125" fmla="*/ 461250 w 631667"/>
                <a:gd name="connsiteY125" fmla="*/ 49271 h 81562"/>
                <a:gd name="connsiteX126" fmla="*/ 449375 w 631667"/>
                <a:gd name="connsiteY126" fmla="*/ 61979 h 81562"/>
                <a:gd name="connsiteX127" fmla="*/ 439167 w 631667"/>
                <a:gd name="connsiteY127" fmla="*/ 71979 h 81562"/>
                <a:gd name="connsiteX128" fmla="*/ 476875 w 631667"/>
                <a:gd name="connsiteY128" fmla="*/ 71979 h 81562"/>
                <a:gd name="connsiteX129" fmla="*/ 476875 w 631667"/>
                <a:gd name="connsiteY129" fmla="*/ 79167 h 81562"/>
                <a:gd name="connsiteX130" fmla="*/ 431146 w 631667"/>
                <a:gd name="connsiteY130" fmla="*/ 79167 h 81562"/>
                <a:gd name="connsiteX131" fmla="*/ 429948 w 631667"/>
                <a:gd name="connsiteY131" fmla="*/ 78854 h 81562"/>
                <a:gd name="connsiteX132" fmla="*/ 429688 w 631667"/>
                <a:gd name="connsiteY132" fmla="*/ 77604 h 81562"/>
                <a:gd name="connsiteX133" fmla="*/ 429688 w 631667"/>
                <a:gd name="connsiteY133" fmla="*/ 71354 h 81562"/>
                <a:gd name="connsiteX134" fmla="*/ 434011 w 631667"/>
                <a:gd name="connsiteY134" fmla="*/ 67187 h 81562"/>
                <a:gd name="connsiteX135" fmla="*/ 439584 w 631667"/>
                <a:gd name="connsiteY135" fmla="*/ 61667 h 81562"/>
                <a:gd name="connsiteX136" fmla="*/ 445625 w 631667"/>
                <a:gd name="connsiteY136" fmla="*/ 55208 h 81562"/>
                <a:gd name="connsiteX137" fmla="*/ 451771 w 631667"/>
                <a:gd name="connsiteY137" fmla="*/ 48125 h 81562"/>
                <a:gd name="connsiteX138" fmla="*/ 457500 w 631667"/>
                <a:gd name="connsiteY138" fmla="*/ 40990 h 81562"/>
                <a:gd name="connsiteX139" fmla="*/ 462188 w 631667"/>
                <a:gd name="connsiteY139" fmla="*/ 34062 h 81562"/>
                <a:gd name="connsiteX140" fmla="*/ 465469 w 631667"/>
                <a:gd name="connsiteY140" fmla="*/ 27604 h 81562"/>
                <a:gd name="connsiteX141" fmla="*/ 466667 w 631667"/>
                <a:gd name="connsiteY141" fmla="*/ 22083 h 81562"/>
                <a:gd name="connsiteX142" fmla="*/ 462709 w 631667"/>
                <a:gd name="connsiteY142" fmla="*/ 11927 h 81562"/>
                <a:gd name="connsiteX143" fmla="*/ 452500 w 631667"/>
                <a:gd name="connsiteY143" fmla="*/ 8542 h 81562"/>
                <a:gd name="connsiteX144" fmla="*/ 442657 w 631667"/>
                <a:gd name="connsiteY144" fmla="*/ 12708 h 81562"/>
                <a:gd name="connsiteX145" fmla="*/ 438854 w 631667"/>
                <a:gd name="connsiteY145" fmla="*/ 23542 h 81562"/>
                <a:gd name="connsiteX146" fmla="*/ 430313 w 631667"/>
                <a:gd name="connsiteY146" fmla="*/ 23542 h 81562"/>
                <a:gd name="connsiteX147" fmla="*/ 431979 w 631667"/>
                <a:gd name="connsiteY147" fmla="*/ 14427 h 81562"/>
                <a:gd name="connsiteX148" fmla="*/ 436667 w 631667"/>
                <a:gd name="connsiteY148" fmla="*/ 7396 h 81562"/>
                <a:gd name="connsiteX149" fmla="*/ 443802 w 631667"/>
                <a:gd name="connsiteY149" fmla="*/ 2917 h 81562"/>
                <a:gd name="connsiteX150" fmla="*/ 452709 w 631667"/>
                <a:gd name="connsiteY150" fmla="*/ 1354 h 81562"/>
                <a:gd name="connsiteX151" fmla="*/ 361563 w 631667"/>
                <a:gd name="connsiteY151" fmla="*/ 1354 h 81562"/>
                <a:gd name="connsiteX152" fmla="*/ 377604 w 631667"/>
                <a:gd name="connsiteY152" fmla="*/ 6458 h 81562"/>
                <a:gd name="connsiteX153" fmla="*/ 384063 w 631667"/>
                <a:gd name="connsiteY153" fmla="*/ 21458 h 81562"/>
                <a:gd name="connsiteX154" fmla="*/ 379948 w 631667"/>
                <a:gd name="connsiteY154" fmla="*/ 35312 h 81562"/>
                <a:gd name="connsiteX155" fmla="*/ 370104 w 631667"/>
                <a:gd name="connsiteY155" fmla="*/ 49271 h 81562"/>
                <a:gd name="connsiteX156" fmla="*/ 358229 w 631667"/>
                <a:gd name="connsiteY156" fmla="*/ 61979 h 81562"/>
                <a:gd name="connsiteX157" fmla="*/ 348021 w 631667"/>
                <a:gd name="connsiteY157" fmla="*/ 71979 h 81562"/>
                <a:gd name="connsiteX158" fmla="*/ 385729 w 631667"/>
                <a:gd name="connsiteY158" fmla="*/ 71979 h 81562"/>
                <a:gd name="connsiteX159" fmla="*/ 385729 w 631667"/>
                <a:gd name="connsiteY159" fmla="*/ 79167 h 81562"/>
                <a:gd name="connsiteX160" fmla="*/ 340000 w 631667"/>
                <a:gd name="connsiteY160" fmla="*/ 79167 h 81562"/>
                <a:gd name="connsiteX161" fmla="*/ 338802 w 631667"/>
                <a:gd name="connsiteY161" fmla="*/ 78854 h 81562"/>
                <a:gd name="connsiteX162" fmla="*/ 338542 w 631667"/>
                <a:gd name="connsiteY162" fmla="*/ 77604 h 81562"/>
                <a:gd name="connsiteX163" fmla="*/ 338542 w 631667"/>
                <a:gd name="connsiteY163" fmla="*/ 71354 h 81562"/>
                <a:gd name="connsiteX164" fmla="*/ 342865 w 631667"/>
                <a:gd name="connsiteY164" fmla="*/ 67187 h 81562"/>
                <a:gd name="connsiteX165" fmla="*/ 348438 w 631667"/>
                <a:gd name="connsiteY165" fmla="*/ 61667 h 81562"/>
                <a:gd name="connsiteX166" fmla="*/ 354479 w 631667"/>
                <a:gd name="connsiteY166" fmla="*/ 55208 h 81562"/>
                <a:gd name="connsiteX167" fmla="*/ 360625 w 631667"/>
                <a:gd name="connsiteY167" fmla="*/ 48125 h 81562"/>
                <a:gd name="connsiteX168" fmla="*/ 366354 w 631667"/>
                <a:gd name="connsiteY168" fmla="*/ 40990 h 81562"/>
                <a:gd name="connsiteX169" fmla="*/ 371042 w 631667"/>
                <a:gd name="connsiteY169" fmla="*/ 34062 h 81562"/>
                <a:gd name="connsiteX170" fmla="*/ 374323 w 631667"/>
                <a:gd name="connsiteY170" fmla="*/ 27604 h 81562"/>
                <a:gd name="connsiteX171" fmla="*/ 375521 w 631667"/>
                <a:gd name="connsiteY171" fmla="*/ 22083 h 81562"/>
                <a:gd name="connsiteX172" fmla="*/ 371563 w 631667"/>
                <a:gd name="connsiteY172" fmla="*/ 11927 h 81562"/>
                <a:gd name="connsiteX173" fmla="*/ 361354 w 631667"/>
                <a:gd name="connsiteY173" fmla="*/ 8542 h 81562"/>
                <a:gd name="connsiteX174" fmla="*/ 351511 w 631667"/>
                <a:gd name="connsiteY174" fmla="*/ 12708 h 81562"/>
                <a:gd name="connsiteX175" fmla="*/ 347708 w 631667"/>
                <a:gd name="connsiteY175" fmla="*/ 23542 h 81562"/>
                <a:gd name="connsiteX176" fmla="*/ 339167 w 631667"/>
                <a:gd name="connsiteY176" fmla="*/ 23542 h 81562"/>
                <a:gd name="connsiteX177" fmla="*/ 340833 w 631667"/>
                <a:gd name="connsiteY177" fmla="*/ 14427 h 81562"/>
                <a:gd name="connsiteX178" fmla="*/ 345521 w 631667"/>
                <a:gd name="connsiteY178" fmla="*/ 7396 h 81562"/>
                <a:gd name="connsiteX179" fmla="*/ 352656 w 631667"/>
                <a:gd name="connsiteY179" fmla="*/ 2917 h 81562"/>
                <a:gd name="connsiteX180" fmla="*/ 361563 w 631667"/>
                <a:gd name="connsiteY180" fmla="*/ 1354 h 81562"/>
                <a:gd name="connsiteX181" fmla="*/ 140208 w 631667"/>
                <a:gd name="connsiteY181" fmla="*/ 1354 h 81562"/>
                <a:gd name="connsiteX182" fmla="*/ 156250 w 631667"/>
                <a:gd name="connsiteY182" fmla="*/ 6458 h 81562"/>
                <a:gd name="connsiteX183" fmla="*/ 162708 w 631667"/>
                <a:gd name="connsiteY183" fmla="*/ 21458 h 81562"/>
                <a:gd name="connsiteX184" fmla="*/ 158594 w 631667"/>
                <a:gd name="connsiteY184" fmla="*/ 35312 h 81562"/>
                <a:gd name="connsiteX185" fmla="*/ 148750 w 631667"/>
                <a:gd name="connsiteY185" fmla="*/ 49271 h 81562"/>
                <a:gd name="connsiteX186" fmla="*/ 136875 w 631667"/>
                <a:gd name="connsiteY186" fmla="*/ 61979 h 81562"/>
                <a:gd name="connsiteX187" fmla="*/ 126667 w 631667"/>
                <a:gd name="connsiteY187" fmla="*/ 71979 h 81562"/>
                <a:gd name="connsiteX188" fmla="*/ 164375 w 631667"/>
                <a:gd name="connsiteY188" fmla="*/ 71979 h 81562"/>
                <a:gd name="connsiteX189" fmla="*/ 164375 w 631667"/>
                <a:gd name="connsiteY189" fmla="*/ 79167 h 81562"/>
                <a:gd name="connsiteX190" fmla="*/ 118646 w 631667"/>
                <a:gd name="connsiteY190" fmla="*/ 79167 h 81562"/>
                <a:gd name="connsiteX191" fmla="*/ 117448 w 631667"/>
                <a:gd name="connsiteY191" fmla="*/ 78854 h 81562"/>
                <a:gd name="connsiteX192" fmla="*/ 117188 w 631667"/>
                <a:gd name="connsiteY192" fmla="*/ 77604 h 81562"/>
                <a:gd name="connsiteX193" fmla="*/ 117188 w 631667"/>
                <a:gd name="connsiteY193" fmla="*/ 71354 h 81562"/>
                <a:gd name="connsiteX194" fmla="*/ 121510 w 631667"/>
                <a:gd name="connsiteY194" fmla="*/ 67187 h 81562"/>
                <a:gd name="connsiteX195" fmla="*/ 127084 w 631667"/>
                <a:gd name="connsiteY195" fmla="*/ 61667 h 81562"/>
                <a:gd name="connsiteX196" fmla="*/ 133125 w 631667"/>
                <a:gd name="connsiteY196" fmla="*/ 55208 h 81562"/>
                <a:gd name="connsiteX197" fmla="*/ 139271 w 631667"/>
                <a:gd name="connsiteY197" fmla="*/ 48125 h 81562"/>
                <a:gd name="connsiteX198" fmla="*/ 145000 w 631667"/>
                <a:gd name="connsiteY198" fmla="*/ 40990 h 81562"/>
                <a:gd name="connsiteX199" fmla="*/ 149688 w 631667"/>
                <a:gd name="connsiteY199" fmla="*/ 34062 h 81562"/>
                <a:gd name="connsiteX200" fmla="*/ 152969 w 631667"/>
                <a:gd name="connsiteY200" fmla="*/ 27604 h 81562"/>
                <a:gd name="connsiteX201" fmla="*/ 154167 w 631667"/>
                <a:gd name="connsiteY201" fmla="*/ 22083 h 81562"/>
                <a:gd name="connsiteX202" fmla="*/ 150208 w 631667"/>
                <a:gd name="connsiteY202" fmla="*/ 11927 h 81562"/>
                <a:gd name="connsiteX203" fmla="*/ 140000 w 631667"/>
                <a:gd name="connsiteY203" fmla="*/ 8542 h 81562"/>
                <a:gd name="connsiteX204" fmla="*/ 130156 w 631667"/>
                <a:gd name="connsiteY204" fmla="*/ 12708 h 81562"/>
                <a:gd name="connsiteX205" fmla="*/ 126354 w 631667"/>
                <a:gd name="connsiteY205" fmla="*/ 23542 h 81562"/>
                <a:gd name="connsiteX206" fmla="*/ 117813 w 631667"/>
                <a:gd name="connsiteY206" fmla="*/ 23542 h 81562"/>
                <a:gd name="connsiteX207" fmla="*/ 119479 w 631667"/>
                <a:gd name="connsiteY207" fmla="*/ 14427 h 81562"/>
                <a:gd name="connsiteX208" fmla="*/ 124167 w 631667"/>
                <a:gd name="connsiteY208" fmla="*/ 7396 h 81562"/>
                <a:gd name="connsiteX209" fmla="*/ 131302 w 631667"/>
                <a:gd name="connsiteY209" fmla="*/ 2917 h 81562"/>
                <a:gd name="connsiteX210" fmla="*/ 140208 w 631667"/>
                <a:gd name="connsiteY210" fmla="*/ 1354 h 81562"/>
                <a:gd name="connsiteX211" fmla="*/ 23021 w 631667"/>
                <a:gd name="connsiteY211" fmla="*/ 1354 h 81562"/>
                <a:gd name="connsiteX212" fmla="*/ 39063 w 631667"/>
                <a:gd name="connsiteY212" fmla="*/ 6458 h 81562"/>
                <a:gd name="connsiteX213" fmla="*/ 45521 w 631667"/>
                <a:gd name="connsiteY213" fmla="*/ 21458 h 81562"/>
                <a:gd name="connsiteX214" fmla="*/ 41406 w 631667"/>
                <a:gd name="connsiteY214" fmla="*/ 35312 h 81562"/>
                <a:gd name="connsiteX215" fmla="*/ 31562 w 631667"/>
                <a:gd name="connsiteY215" fmla="*/ 49271 h 81562"/>
                <a:gd name="connsiteX216" fmla="*/ 19688 w 631667"/>
                <a:gd name="connsiteY216" fmla="*/ 61979 h 81562"/>
                <a:gd name="connsiteX217" fmla="*/ 9479 w 631667"/>
                <a:gd name="connsiteY217" fmla="*/ 71979 h 81562"/>
                <a:gd name="connsiteX218" fmla="*/ 47188 w 631667"/>
                <a:gd name="connsiteY218" fmla="*/ 71979 h 81562"/>
                <a:gd name="connsiteX219" fmla="*/ 47188 w 631667"/>
                <a:gd name="connsiteY219" fmla="*/ 79167 h 81562"/>
                <a:gd name="connsiteX220" fmla="*/ 1458 w 631667"/>
                <a:gd name="connsiteY220" fmla="*/ 79167 h 81562"/>
                <a:gd name="connsiteX221" fmla="*/ 260 w 631667"/>
                <a:gd name="connsiteY221" fmla="*/ 78854 h 81562"/>
                <a:gd name="connsiteX222" fmla="*/ 0 w 631667"/>
                <a:gd name="connsiteY222" fmla="*/ 77604 h 81562"/>
                <a:gd name="connsiteX223" fmla="*/ 0 w 631667"/>
                <a:gd name="connsiteY223" fmla="*/ 71354 h 81562"/>
                <a:gd name="connsiteX224" fmla="*/ 4323 w 631667"/>
                <a:gd name="connsiteY224" fmla="*/ 67187 h 81562"/>
                <a:gd name="connsiteX225" fmla="*/ 9896 w 631667"/>
                <a:gd name="connsiteY225" fmla="*/ 61667 h 81562"/>
                <a:gd name="connsiteX226" fmla="*/ 15937 w 631667"/>
                <a:gd name="connsiteY226" fmla="*/ 55208 h 81562"/>
                <a:gd name="connsiteX227" fmla="*/ 22083 w 631667"/>
                <a:gd name="connsiteY227" fmla="*/ 48125 h 81562"/>
                <a:gd name="connsiteX228" fmla="*/ 27813 w 631667"/>
                <a:gd name="connsiteY228" fmla="*/ 40990 h 81562"/>
                <a:gd name="connsiteX229" fmla="*/ 32500 w 631667"/>
                <a:gd name="connsiteY229" fmla="*/ 34062 h 81562"/>
                <a:gd name="connsiteX230" fmla="*/ 35781 w 631667"/>
                <a:gd name="connsiteY230" fmla="*/ 27604 h 81562"/>
                <a:gd name="connsiteX231" fmla="*/ 36979 w 631667"/>
                <a:gd name="connsiteY231" fmla="*/ 22083 h 81562"/>
                <a:gd name="connsiteX232" fmla="*/ 33021 w 631667"/>
                <a:gd name="connsiteY232" fmla="*/ 11927 h 81562"/>
                <a:gd name="connsiteX233" fmla="*/ 22812 w 631667"/>
                <a:gd name="connsiteY233" fmla="*/ 8542 h 81562"/>
                <a:gd name="connsiteX234" fmla="*/ 12969 w 631667"/>
                <a:gd name="connsiteY234" fmla="*/ 12708 h 81562"/>
                <a:gd name="connsiteX235" fmla="*/ 9167 w 631667"/>
                <a:gd name="connsiteY235" fmla="*/ 23542 h 81562"/>
                <a:gd name="connsiteX236" fmla="*/ 625 w 631667"/>
                <a:gd name="connsiteY236" fmla="*/ 23542 h 81562"/>
                <a:gd name="connsiteX237" fmla="*/ 2292 w 631667"/>
                <a:gd name="connsiteY237" fmla="*/ 14427 h 81562"/>
                <a:gd name="connsiteX238" fmla="*/ 6979 w 631667"/>
                <a:gd name="connsiteY238" fmla="*/ 7396 h 81562"/>
                <a:gd name="connsiteX239" fmla="*/ 14115 w 631667"/>
                <a:gd name="connsiteY239" fmla="*/ 2917 h 81562"/>
                <a:gd name="connsiteX240" fmla="*/ 23021 w 631667"/>
                <a:gd name="connsiteY240" fmla="*/ 1354 h 81562"/>
                <a:gd name="connsiteX241" fmla="*/ 89583 w 631667"/>
                <a:gd name="connsiteY241" fmla="*/ 0 h 81562"/>
                <a:gd name="connsiteX242" fmla="*/ 102344 w 631667"/>
                <a:gd name="connsiteY242" fmla="*/ 3646 h 81562"/>
                <a:gd name="connsiteX243" fmla="*/ 110104 w 631667"/>
                <a:gd name="connsiteY243" fmla="*/ 13021 h 81562"/>
                <a:gd name="connsiteX244" fmla="*/ 113958 w 631667"/>
                <a:gd name="connsiteY244" fmla="*/ 26146 h 81562"/>
                <a:gd name="connsiteX245" fmla="*/ 115000 w 631667"/>
                <a:gd name="connsiteY245" fmla="*/ 40729 h 81562"/>
                <a:gd name="connsiteX246" fmla="*/ 113958 w 631667"/>
                <a:gd name="connsiteY246" fmla="*/ 55312 h 81562"/>
                <a:gd name="connsiteX247" fmla="*/ 110104 w 631667"/>
                <a:gd name="connsiteY247" fmla="*/ 68333 h 81562"/>
                <a:gd name="connsiteX248" fmla="*/ 102344 w 631667"/>
                <a:gd name="connsiteY248" fmla="*/ 77604 h 81562"/>
                <a:gd name="connsiteX249" fmla="*/ 89583 w 631667"/>
                <a:gd name="connsiteY249" fmla="*/ 81146 h 81562"/>
                <a:gd name="connsiteX250" fmla="*/ 77031 w 631667"/>
                <a:gd name="connsiteY250" fmla="*/ 77604 h 81562"/>
                <a:gd name="connsiteX251" fmla="*/ 69583 w 631667"/>
                <a:gd name="connsiteY251" fmla="*/ 68333 h 81562"/>
                <a:gd name="connsiteX252" fmla="*/ 65937 w 631667"/>
                <a:gd name="connsiteY252" fmla="*/ 55312 h 81562"/>
                <a:gd name="connsiteX253" fmla="*/ 65000 w 631667"/>
                <a:gd name="connsiteY253" fmla="*/ 40729 h 81562"/>
                <a:gd name="connsiteX254" fmla="*/ 65937 w 631667"/>
                <a:gd name="connsiteY254" fmla="*/ 26146 h 81562"/>
                <a:gd name="connsiteX255" fmla="*/ 69583 w 631667"/>
                <a:gd name="connsiteY255" fmla="*/ 13021 h 81562"/>
                <a:gd name="connsiteX256" fmla="*/ 77031 w 631667"/>
                <a:gd name="connsiteY256" fmla="*/ 3646 h 81562"/>
                <a:gd name="connsiteX257" fmla="*/ 89583 w 631667"/>
                <a:gd name="connsiteY257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519479" y="36146"/>
                  </a:moveTo>
                  <a:cubicBezTo>
                    <a:pt x="517123" y="36146"/>
                    <a:pt x="514948" y="36653"/>
                    <a:pt x="512969" y="37656"/>
                  </a:cubicBezTo>
                  <a:cubicBezTo>
                    <a:pt x="510990" y="38672"/>
                    <a:pt x="509310" y="39974"/>
                    <a:pt x="507917" y="41562"/>
                  </a:cubicBezTo>
                  <a:cubicBezTo>
                    <a:pt x="506459" y="43229"/>
                    <a:pt x="505352" y="45143"/>
                    <a:pt x="504584" y="47292"/>
                  </a:cubicBezTo>
                  <a:cubicBezTo>
                    <a:pt x="503815" y="49453"/>
                    <a:pt x="503438" y="51706"/>
                    <a:pt x="503438" y="54062"/>
                  </a:cubicBezTo>
                  <a:cubicBezTo>
                    <a:pt x="503438" y="56914"/>
                    <a:pt x="503802" y="59557"/>
                    <a:pt x="504532" y="61979"/>
                  </a:cubicBezTo>
                  <a:cubicBezTo>
                    <a:pt x="505261" y="64414"/>
                    <a:pt x="506316" y="66497"/>
                    <a:pt x="507709" y="68229"/>
                  </a:cubicBezTo>
                  <a:cubicBezTo>
                    <a:pt x="509102" y="70039"/>
                    <a:pt x="510769" y="71445"/>
                    <a:pt x="512709" y="72448"/>
                  </a:cubicBezTo>
                  <a:cubicBezTo>
                    <a:pt x="514649" y="73464"/>
                    <a:pt x="516836" y="73958"/>
                    <a:pt x="519271" y="73958"/>
                  </a:cubicBezTo>
                  <a:cubicBezTo>
                    <a:pt x="524479" y="73958"/>
                    <a:pt x="528503" y="72135"/>
                    <a:pt x="531354" y="68490"/>
                  </a:cubicBezTo>
                  <a:cubicBezTo>
                    <a:pt x="534206" y="64844"/>
                    <a:pt x="535625" y="60352"/>
                    <a:pt x="535625" y="55000"/>
                  </a:cubicBezTo>
                  <a:cubicBezTo>
                    <a:pt x="535625" y="52500"/>
                    <a:pt x="535274" y="50104"/>
                    <a:pt x="534584" y="47812"/>
                  </a:cubicBezTo>
                  <a:cubicBezTo>
                    <a:pt x="533894" y="45521"/>
                    <a:pt x="532852" y="43542"/>
                    <a:pt x="531459" y="41875"/>
                  </a:cubicBezTo>
                  <a:cubicBezTo>
                    <a:pt x="530143" y="40143"/>
                    <a:pt x="528477" y="38750"/>
                    <a:pt x="526459" y="37708"/>
                  </a:cubicBezTo>
                  <a:cubicBezTo>
                    <a:pt x="524441" y="36667"/>
                    <a:pt x="522123" y="36146"/>
                    <a:pt x="519479" y="36146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97"/>
                    <a:pt x="604219" y="34948"/>
                  </a:cubicBezTo>
                  <a:cubicBezTo>
                    <a:pt x="605782" y="35612"/>
                    <a:pt x="607396" y="36601"/>
                    <a:pt x="609063" y="37917"/>
                  </a:cubicBezTo>
                  <a:cubicBezTo>
                    <a:pt x="610938" y="39453"/>
                    <a:pt x="612539" y="40612"/>
                    <a:pt x="613854" y="41406"/>
                  </a:cubicBezTo>
                  <a:cubicBezTo>
                    <a:pt x="615170" y="42213"/>
                    <a:pt x="616602" y="42604"/>
                    <a:pt x="618125" y="42604"/>
                  </a:cubicBezTo>
                  <a:cubicBezTo>
                    <a:pt x="620352" y="42604"/>
                    <a:pt x="622097" y="41849"/>
                    <a:pt x="623386" y="40312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3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2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7"/>
                  </a:cubicBezTo>
                  <a:lnTo>
                    <a:pt x="585417" y="45625"/>
                  </a:lnTo>
                  <a:cubicBezTo>
                    <a:pt x="586316" y="42435"/>
                    <a:pt x="587956" y="39687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214167" y="11250"/>
                  </a:moveTo>
                  <a:lnTo>
                    <a:pt x="187292" y="55312"/>
                  </a:lnTo>
                  <a:lnTo>
                    <a:pt x="213959" y="55312"/>
                  </a:lnTo>
                  <a:lnTo>
                    <a:pt x="213959" y="20833"/>
                  </a:lnTo>
                  <a:close/>
                  <a:moveTo>
                    <a:pt x="89583" y="7187"/>
                  </a:moveTo>
                  <a:cubicBezTo>
                    <a:pt x="85833" y="7187"/>
                    <a:pt x="82904" y="8411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2"/>
                    <a:pt x="73646" y="40729"/>
                  </a:cubicBezTo>
                  <a:cubicBezTo>
                    <a:pt x="73646" y="43646"/>
                    <a:pt x="73763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3" y="65078"/>
                    <a:pt x="78659" y="67956"/>
                    <a:pt x="80781" y="70312"/>
                  </a:cubicBezTo>
                  <a:cubicBezTo>
                    <a:pt x="82904" y="72682"/>
                    <a:pt x="85833" y="73854"/>
                    <a:pt x="89583" y="73854"/>
                  </a:cubicBezTo>
                  <a:cubicBezTo>
                    <a:pt x="93333" y="73854"/>
                    <a:pt x="96315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82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411"/>
                    <a:pt x="93333" y="7187"/>
                    <a:pt x="89583" y="7187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68"/>
                    <a:pt x="304375" y="3542"/>
                  </a:cubicBezTo>
                  <a:cubicBezTo>
                    <a:pt x="304649" y="3828"/>
                    <a:pt x="304792" y="4349"/>
                    <a:pt x="304792" y="5104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3"/>
                  </a:lnTo>
                  <a:cubicBezTo>
                    <a:pt x="294688" y="14101"/>
                    <a:pt x="292344" y="16028"/>
                    <a:pt x="289532" y="17865"/>
                  </a:cubicBezTo>
                  <a:cubicBezTo>
                    <a:pt x="286719" y="19713"/>
                    <a:pt x="283646" y="21458"/>
                    <a:pt x="280313" y="23125"/>
                  </a:cubicBezTo>
                  <a:lnTo>
                    <a:pt x="280313" y="15208"/>
                  </a:lnTo>
                  <a:cubicBezTo>
                    <a:pt x="283294" y="13893"/>
                    <a:pt x="286185" y="12187"/>
                    <a:pt x="288959" y="10104"/>
                  </a:cubicBezTo>
                  <a:cubicBezTo>
                    <a:pt x="291732" y="8021"/>
                    <a:pt x="294375" y="5703"/>
                    <a:pt x="296875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2"/>
                    <a:pt x="221458" y="2396"/>
                  </a:cubicBezTo>
                  <a:cubicBezTo>
                    <a:pt x="221732" y="2682"/>
                    <a:pt x="221875" y="3203"/>
                    <a:pt x="221875" y="3958"/>
                  </a:cubicBezTo>
                  <a:lnTo>
                    <a:pt x="221875" y="55312"/>
                  </a:lnTo>
                  <a:lnTo>
                    <a:pt x="233229" y="55312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70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6"/>
                    <a:pt x="179636" y="54635"/>
                  </a:cubicBezTo>
                  <a:cubicBezTo>
                    <a:pt x="179805" y="54114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11" y="2591"/>
                    <a:pt x="211563" y="2344"/>
                  </a:cubicBezTo>
                  <a:cubicBezTo>
                    <a:pt x="211914" y="2109"/>
                    <a:pt x="212331" y="1979"/>
                    <a:pt x="212813" y="1979"/>
                  </a:cubicBezTo>
                  <a:close/>
                  <a:moveTo>
                    <a:pt x="520313" y="1458"/>
                  </a:moveTo>
                  <a:cubicBezTo>
                    <a:pt x="526628" y="1458"/>
                    <a:pt x="531771" y="3255"/>
                    <a:pt x="535729" y="6823"/>
                  </a:cubicBezTo>
                  <a:cubicBezTo>
                    <a:pt x="539688" y="10404"/>
                    <a:pt x="542019" y="15208"/>
                    <a:pt x="542709" y="21250"/>
                  </a:cubicBezTo>
                  <a:lnTo>
                    <a:pt x="534480" y="21250"/>
                  </a:lnTo>
                  <a:cubicBezTo>
                    <a:pt x="534271" y="17370"/>
                    <a:pt x="532813" y="14258"/>
                    <a:pt x="530105" y="11927"/>
                  </a:cubicBezTo>
                  <a:cubicBezTo>
                    <a:pt x="527396" y="9609"/>
                    <a:pt x="524167" y="8437"/>
                    <a:pt x="520417" y="8437"/>
                  </a:cubicBezTo>
                  <a:cubicBezTo>
                    <a:pt x="516732" y="8437"/>
                    <a:pt x="513685" y="9583"/>
                    <a:pt x="511250" y="11875"/>
                  </a:cubicBezTo>
                  <a:cubicBezTo>
                    <a:pt x="508815" y="14167"/>
                    <a:pt x="506875" y="17057"/>
                    <a:pt x="505417" y="20521"/>
                  </a:cubicBezTo>
                  <a:cubicBezTo>
                    <a:pt x="503959" y="23932"/>
                    <a:pt x="502930" y="27643"/>
                    <a:pt x="502344" y="31667"/>
                  </a:cubicBezTo>
                  <a:cubicBezTo>
                    <a:pt x="501758" y="35703"/>
                    <a:pt x="501459" y="39453"/>
                    <a:pt x="501459" y="42917"/>
                  </a:cubicBezTo>
                  <a:cubicBezTo>
                    <a:pt x="502982" y="38476"/>
                    <a:pt x="505560" y="35156"/>
                    <a:pt x="509167" y="32969"/>
                  </a:cubicBezTo>
                  <a:cubicBezTo>
                    <a:pt x="512774" y="30781"/>
                    <a:pt x="516914" y="29687"/>
                    <a:pt x="521563" y="29687"/>
                  </a:cubicBezTo>
                  <a:cubicBezTo>
                    <a:pt x="528438" y="29687"/>
                    <a:pt x="533868" y="32018"/>
                    <a:pt x="537865" y="36667"/>
                  </a:cubicBezTo>
                  <a:cubicBezTo>
                    <a:pt x="541862" y="41328"/>
                    <a:pt x="543855" y="47500"/>
                    <a:pt x="543855" y="55208"/>
                  </a:cubicBezTo>
                  <a:cubicBezTo>
                    <a:pt x="543855" y="58828"/>
                    <a:pt x="543321" y="62187"/>
                    <a:pt x="542240" y="65312"/>
                  </a:cubicBezTo>
                  <a:cubicBezTo>
                    <a:pt x="541159" y="68437"/>
                    <a:pt x="539584" y="71185"/>
                    <a:pt x="537500" y="73542"/>
                  </a:cubicBezTo>
                  <a:cubicBezTo>
                    <a:pt x="535482" y="75833"/>
                    <a:pt x="533021" y="77643"/>
                    <a:pt x="530105" y="78958"/>
                  </a:cubicBezTo>
                  <a:cubicBezTo>
                    <a:pt x="527188" y="80286"/>
                    <a:pt x="523894" y="80937"/>
                    <a:pt x="520209" y="80937"/>
                  </a:cubicBezTo>
                  <a:cubicBezTo>
                    <a:pt x="514440" y="80937"/>
                    <a:pt x="509571" y="79427"/>
                    <a:pt x="505573" y="76406"/>
                  </a:cubicBezTo>
                  <a:cubicBezTo>
                    <a:pt x="501576" y="73385"/>
                    <a:pt x="498789" y="69557"/>
                    <a:pt x="497188" y="64896"/>
                  </a:cubicBezTo>
                  <a:cubicBezTo>
                    <a:pt x="496146" y="62057"/>
                    <a:pt x="495404" y="58984"/>
                    <a:pt x="494948" y="55677"/>
                  </a:cubicBezTo>
                  <a:cubicBezTo>
                    <a:pt x="494493" y="52383"/>
                    <a:pt x="494271" y="48333"/>
                    <a:pt x="494271" y="43542"/>
                  </a:cubicBezTo>
                  <a:cubicBezTo>
                    <a:pt x="494271" y="36601"/>
                    <a:pt x="494909" y="30508"/>
                    <a:pt x="496198" y="25260"/>
                  </a:cubicBezTo>
                  <a:cubicBezTo>
                    <a:pt x="497487" y="20026"/>
                    <a:pt x="499310" y="15625"/>
                    <a:pt x="501667" y="12083"/>
                  </a:cubicBezTo>
                  <a:cubicBezTo>
                    <a:pt x="503959" y="8620"/>
                    <a:pt x="506706" y="5977"/>
                    <a:pt x="509896" y="4167"/>
                  </a:cubicBezTo>
                  <a:cubicBezTo>
                    <a:pt x="513086" y="2370"/>
                    <a:pt x="516563" y="1458"/>
                    <a:pt x="520313" y="1458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40" y="3060"/>
                    <a:pt x="468750" y="6458"/>
                  </a:cubicBezTo>
                  <a:cubicBezTo>
                    <a:pt x="473060" y="9870"/>
                    <a:pt x="475209" y="14870"/>
                    <a:pt x="475209" y="21458"/>
                  </a:cubicBezTo>
                  <a:cubicBezTo>
                    <a:pt x="475209" y="25911"/>
                    <a:pt x="473841" y="30521"/>
                    <a:pt x="471094" y="35312"/>
                  </a:cubicBezTo>
                  <a:cubicBezTo>
                    <a:pt x="468347" y="40104"/>
                    <a:pt x="465065" y="44765"/>
                    <a:pt x="461250" y="49271"/>
                  </a:cubicBezTo>
                  <a:cubicBezTo>
                    <a:pt x="457435" y="53789"/>
                    <a:pt x="453477" y="58021"/>
                    <a:pt x="449375" y="61979"/>
                  </a:cubicBezTo>
                  <a:cubicBezTo>
                    <a:pt x="445274" y="65937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17" y="79062"/>
                    <a:pt x="429948" y="78854"/>
                  </a:cubicBezTo>
                  <a:cubicBezTo>
                    <a:pt x="429779" y="78646"/>
                    <a:pt x="429688" y="78229"/>
                    <a:pt x="429688" y="77604"/>
                  </a:cubicBezTo>
                  <a:lnTo>
                    <a:pt x="429688" y="71354"/>
                  </a:lnTo>
                  <a:cubicBezTo>
                    <a:pt x="430873" y="70247"/>
                    <a:pt x="432305" y="68854"/>
                    <a:pt x="434011" y="67187"/>
                  </a:cubicBezTo>
                  <a:cubicBezTo>
                    <a:pt x="435716" y="65521"/>
                    <a:pt x="437565" y="63685"/>
                    <a:pt x="439584" y="61667"/>
                  </a:cubicBezTo>
                  <a:cubicBezTo>
                    <a:pt x="441524" y="59661"/>
                    <a:pt x="443542" y="57500"/>
                    <a:pt x="445625" y="55208"/>
                  </a:cubicBezTo>
                  <a:cubicBezTo>
                    <a:pt x="447709" y="52917"/>
                    <a:pt x="449753" y="50560"/>
                    <a:pt x="451771" y="48125"/>
                  </a:cubicBezTo>
                  <a:cubicBezTo>
                    <a:pt x="453789" y="45768"/>
                    <a:pt x="455690" y="43385"/>
                    <a:pt x="457500" y="40990"/>
                  </a:cubicBezTo>
                  <a:cubicBezTo>
                    <a:pt x="459310" y="38594"/>
                    <a:pt x="460873" y="36289"/>
                    <a:pt x="462188" y="34062"/>
                  </a:cubicBezTo>
                  <a:cubicBezTo>
                    <a:pt x="463581" y="31771"/>
                    <a:pt x="464675" y="29622"/>
                    <a:pt x="465469" y="27604"/>
                  </a:cubicBezTo>
                  <a:cubicBezTo>
                    <a:pt x="466263" y="25599"/>
                    <a:pt x="466667" y="23750"/>
                    <a:pt x="466667" y="22083"/>
                  </a:cubicBezTo>
                  <a:cubicBezTo>
                    <a:pt x="466667" y="17578"/>
                    <a:pt x="465352" y="14193"/>
                    <a:pt x="462709" y="11927"/>
                  </a:cubicBezTo>
                  <a:cubicBezTo>
                    <a:pt x="460065" y="9674"/>
                    <a:pt x="456667" y="8542"/>
                    <a:pt x="452500" y="8542"/>
                  </a:cubicBezTo>
                  <a:cubicBezTo>
                    <a:pt x="448477" y="8542"/>
                    <a:pt x="445196" y="9935"/>
                    <a:pt x="442657" y="12708"/>
                  </a:cubicBezTo>
                  <a:cubicBezTo>
                    <a:pt x="440117" y="15495"/>
                    <a:pt x="438854" y="19102"/>
                    <a:pt x="438854" y="23542"/>
                  </a:cubicBezTo>
                  <a:lnTo>
                    <a:pt x="430313" y="23542"/>
                  </a:lnTo>
                  <a:cubicBezTo>
                    <a:pt x="430313" y="20208"/>
                    <a:pt x="430873" y="17174"/>
                    <a:pt x="431979" y="14427"/>
                  </a:cubicBezTo>
                  <a:cubicBezTo>
                    <a:pt x="433086" y="11693"/>
                    <a:pt x="434649" y="9349"/>
                    <a:pt x="436667" y="7396"/>
                  </a:cubicBezTo>
                  <a:cubicBezTo>
                    <a:pt x="438685" y="5456"/>
                    <a:pt x="441055" y="3958"/>
                    <a:pt x="443802" y="2917"/>
                  </a:cubicBezTo>
                  <a:cubicBezTo>
                    <a:pt x="446550" y="1875"/>
                    <a:pt x="449518" y="1354"/>
                    <a:pt x="452709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295" y="3060"/>
                    <a:pt x="377604" y="6458"/>
                  </a:cubicBezTo>
                  <a:cubicBezTo>
                    <a:pt x="381914" y="9870"/>
                    <a:pt x="384063" y="14870"/>
                    <a:pt x="384063" y="21458"/>
                  </a:cubicBezTo>
                  <a:cubicBezTo>
                    <a:pt x="384063" y="25911"/>
                    <a:pt x="382696" y="30521"/>
                    <a:pt x="379948" y="35312"/>
                  </a:cubicBezTo>
                  <a:cubicBezTo>
                    <a:pt x="377201" y="40104"/>
                    <a:pt x="373919" y="44765"/>
                    <a:pt x="370104" y="49271"/>
                  </a:cubicBezTo>
                  <a:cubicBezTo>
                    <a:pt x="366289" y="53789"/>
                    <a:pt x="362331" y="58021"/>
                    <a:pt x="358229" y="61979"/>
                  </a:cubicBezTo>
                  <a:cubicBezTo>
                    <a:pt x="354128" y="65937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72" y="79062"/>
                    <a:pt x="338802" y="78854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4"/>
                  </a:lnTo>
                  <a:cubicBezTo>
                    <a:pt x="339727" y="70247"/>
                    <a:pt x="341159" y="68854"/>
                    <a:pt x="342865" y="67187"/>
                  </a:cubicBezTo>
                  <a:cubicBezTo>
                    <a:pt x="344570" y="65521"/>
                    <a:pt x="346419" y="63685"/>
                    <a:pt x="348438" y="61667"/>
                  </a:cubicBezTo>
                  <a:cubicBezTo>
                    <a:pt x="350378" y="59661"/>
                    <a:pt x="352396" y="57500"/>
                    <a:pt x="354479" y="55208"/>
                  </a:cubicBezTo>
                  <a:cubicBezTo>
                    <a:pt x="356563" y="52917"/>
                    <a:pt x="358607" y="50560"/>
                    <a:pt x="360625" y="48125"/>
                  </a:cubicBezTo>
                  <a:cubicBezTo>
                    <a:pt x="362643" y="45768"/>
                    <a:pt x="364545" y="43385"/>
                    <a:pt x="366354" y="40990"/>
                  </a:cubicBezTo>
                  <a:cubicBezTo>
                    <a:pt x="368164" y="38594"/>
                    <a:pt x="369727" y="36289"/>
                    <a:pt x="371042" y="34062"/>
                  </a:cubicBezTo>
                  <a:cubicBezTo>
                    <a:pt x="372435" y="31771"/>
                    <a:pt x="373529" y="29622"/>
                    <a:pt x="374323" y="27604"/>
                  </a:cubicBezTo>
                  <a:cubicBezTo>
                    <a:pt x="375117" y="25599"/>
                    <a:pt x="375521" y="23750"/>
                    <a:pt x="375521" y="22083"/>
                  </a:cubicBezTo>
                  <a:cubicBezTo>
                    <a:pt x="375521" y="17578"/>
                    <a:pt x="374206" y="14193"/>
                    <a:pt x="371563" y="11927"/>
                  </a:cubicBezTo>
                  <a:cubicBezTo>
                    <a:pt x="368920" y="9674"/>
                    <a:pt x="365521" y="8542"/>
                    <a:pt x="361354" y="8542"/>
                  </a:cubicBezTo>
                  <a:cubicBezTo>
                    <a:pt x="357331" y="8542"/>
                    <a:pt x="354050" y="9935"/>
                    <a:pt x="351511" y="12708"/>
                  </a:cubicBezTo>
                  <a:cubicBezTo>
                    <a:pt x="348971" y="15495"/>
                    <a:pt x="347708" y="19102"/>
                    <a:pt x="347708" y="23542"/>
                  </a:cubicBezTo>
                  <a:lnTo>
                    <a:pt x="339167" y="23542"/>
                  </a:lnTo>
                  <a:cubicBezTo>
                    <a:pt x="339167" y="20208"/>
                    <a:pt x="339727" y="17174"/>
                    <a:pt x="340833" y="14427"/>
                  </a:cubicBezTo>
                  <a:cubicBezTo>
                    <a:pt x="341940" y="11693"/>
                    <a:pt x="343503" y="9349"/>
                    <a:pt x="345521" y="7396"/>
                  </a:cubicBezTo>
                  <a:cubicBezTo>
                    <a:pt x="347539" y="5456"/>
                    <a:pt x="349909" y="3958"/>
                    <a:pt x="352656" y="2917"/>
                  </a:cubicBezTo>
                  <a:cubicBezTo>
                    <a:pt x="355404" y="1875"/>
                    <a:pt x="358373" y="1354"/>
                    <a:pt x="36156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1"/>
                    <a:pt x="161341" y="30521"/>
                    <a:pt x="158594" y="35312"/>
                  </a:cubicBezTo>
                  <a:cubicBezTo>
                    <a:pt x="155847" y="40104"/>
                    <a:pt x="152565" y="44765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7"/>
                    <a:pt x="119805" y="68854"/>
                    <a:pt x="121510" y="67187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61"/>
                    <a:pt x="131042" y="57500"/>
                    <a:pt x="133125" y="55208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63" y="25599"/>
                    <a:pt x="154167" y="23750"/>
                    <a:pt x="154167" y="22083"/>
                  </a:cubicBezTo>
                  <a:cubicBezTo>
                    <a:pt x="154167" y="17578"/>
                    <a:pt x="152852" y="14193"/>
                    <a:pt x="150208" y="11927"/>
                  </a:cubicBezTo>
                  <a:cubicBezTo>
                    <a:pt x="147565" y="9674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8"/>
                  </a:cubicBezTo>
                  <a:cubicBezTo>
                    <a:pt x="127617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93"/>
                    <a:pt x="122148" y="9349"/>
                    <a:pt x="124167" y="7396"/>
                  </a:cubicBezTo>
                  <a:cubicBezTo>
                    <a:pt x="126185" y="5456"/>
                    <a:pt x="128555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1"/>
                    <a:pt x="44154" y="30521"/>
                    <a:pt x="41406" y="35312"/>
                  </a:cubicBezTo>
                  <a:cubicBezTo>
                    <a:pt x="38659" y="40104"/>
                    <a:pt x="35378" y="44765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7"/>
                    <a:pt x="2617" y="68854"/>
                    <a:pt x="4323" y="67187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61"/>
                    <a:pt x="13854" y="57500"/>
                    <a:pt x="15937" y="55208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76" y="25599"/>
                    <a:pt x="36979" y="23750"/>
                    <a:pt x="36979" y="22083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78" y="9674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8"/>
                  </a:cubicBezTo>
                  <a:cubicBezTo>
                    <a:pt x="10430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93"/>
                    <a:pt x="4961" y="9349"/>
                    <a:pt x="6979" y="7396"/>
                  </a:cubicBezTo>
                  <a:cubicBezTo>
                    <a:pt x="8998" y="5456"/>
                    <a:pt x="11367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24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15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2"/>
                  </a:cubicBezTo>
                  <a:cubicBezTo>
                    <a:pt x="113268" y="60104"/>
                    <a:pt x="111979" y="64453"/>
                    <a:pt x="110104" y="68333"/>
                  </a:cubicBezTo>
                  <a:cubicBezTo>
                    <a:pt x="108229" y="72161"/>
                    <a:pt x="105638" y="75247"/>
                    <a:pt x="102344" y="77604"/>
                  </a:cubicBezTo>
                  <a:cubicBezTo>
                    <a:pt x="99049" y="79974"/>
                    <a:pt x="94792" y="81146"/>
                    <a:pt x="89583" y="81146"/>
                  </a:cubicBezTo>
                  <a:cubicBezTo>
                    <a:pt x="84440" y="81146"/>
                    <a:pt x="80260" y="79974"/>
                    <a:pt x="77031" y="77604"/>
                  </a:cubicBezTo>
                  <a:cubicBezTo>
                    <a:pt x="73802" y="75247"/>
                    <a:pt x="71315" y="72161"/>
                    <a:pt x="69583" y="68333"/>
                  </a:cubicBezTo>
                  <a:cubicBezTo>
                    <a:pt x="67773" y="64453"/>
                    <a:pt x="66563" y="60104"/>
                    <a:pt x="65937" y="55312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5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24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48" name="TextBox 347">
              <a:extLst>
                <a:ext uri="{FF2B5EF4-FFF2-40B4-BE49-F238E27FC236}">
                  <a16:creationId xmlns:a16="http://schemas.microsoft.com/office/drawing/2014/main" id="{8FE18E7E-01E3-4A13-B63E-9645057A88F4}"/>
                </a:ext>
              </a:extLst>
            </p:cNvPr>
            <p:cNvSpPr txBox="1"/>
            <p:nvPr/>
          </p:nvSpPr>
          <p:spPr>
            <a:xfrm>
              <a:off x="2926610" y="2899472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2024.12.26 ~</a:t>
              </a:r>
            </a:p>
          </p:txBody>
        </p:sp>
        <p:sp>
          <p:nvSpPr>
            <p:cNvPr id="349" name="자유형: 도형 348">
              <a:extLst>
                <a:ext uri="{FF2B5EF4-FFF2-40B4-BE49-F238E27FC236}">
                  <a16:creationId xmlns:a16="http://schemas.microsoft.com/office/drawing/2014/main" id="{23E15DE1-62EB-4717-8147-A6A7D53B493E}"/>
                </a:ext>
              </a:extLst>
            </p:cNvPr>
            <p:cNvSpPr/>
            <p:nvPr/>
          </p:nvSpPr>
          <p:spPr>
            <a:xfrm>
              <a:off x="3062099" y="3069137"/>
              <a:ext cx="526146" cy="81562"/>
            </a:xfrm>
            <a:custGeom>
              <a:avLst/>
              <a:gdLst>
                <a:gd name="connsiteX0" fmla="*/ 408021 w 526146"/>
                <a:gd name="connsiteY0" fmla="*/ 70833 h 81562"/>
                <a:gd name="connsiteX1" fmla="*/ 418750 w 526146"/>
                <a:gd name="connsiteY1" fmla="*/ 70833 h 81562"/>
                <a:gd name="connsiteX2" fmla="*/ 418750 w 526146"/>
                <a:gd name="connsiteY2" fmla="*/ 81562 h 81562"/>
                <a:gd name="connsiteX3" fmla="*/ 408021 w 526146"/>
                <a:gd name="connsiteY3" fmla="*/ 81562 h 81562"/>
                <a:gd name="connsiteX4" fmla="*/ 251771 w 526146"/>
                <a:gd name="connsiteY4" fmla="*/ 70833 h 81562"/>
                <a:gd name="connsiteX5" fmla="*/ 262500 w 526146"/>
                <a:gd name="connsiteY5" fmla="*/ 70833 h 81562"/>
                <a:gd name="connsiteX6" fmla="*/ 262500 w 526146"/>
                <a:gd name="connsiteY6" fmla="*/ 81562 h 81562"/>
                <a:gd name="connsiteX7" fmla="*/ 251771 w 526146"/>
                <a:gd name="connsiteY7" fmla="*/ 81562 h 81562"/>
                <a:gd name="connsiteX8" fmla="*/ 89583 w 526146"/>
                <a:gd name="connsiteY8" fmla="*/ 7187 h 81562"/>
                <a:gd name="connsiteX9" fmla="*/ 80781 w 526146"/>
                <a:gd name="connsiteY9" fmla="*/ 10833 h 81562"/>
                <a:gd name="connsiteX10" fmla="*/ 76042 w 526146"/>
                <a:gd name="connsiteY10" fmla="*/ 19583 h 81562"/>
                <a:gd name="connsiteX11" fmla="*/ 74011 w 526146"/>
                <a:gd name="connsiteY11" fmla="*/ 30573 h 81562"/>
                <a:gd name="connsiteX12" fmla="*/ 73646 w 526146"/>
                <a:gd name="connsiteY12" fmla="*/ 40729 h 81562"/>
                <a:gd name="connsiteX13" fmla="*/ 74011 w 526146"/>
                <a:gd name="connsiteY13" fmla="*/ 50781 h 81562"/>
                <a:gd name="connsiteX14" fmla="*/ 76042 w 526146"/>
                <a:gd name="connsiteY14" fmla="*/ 61667 h 81562"/>
                <a:gd name="connsiteX15" fmla="*/ 80781 w 526146"/>
                <a:gd name="connsiteY15" fmla="*/ 70312 h 81562"/>
                <a:gd name="connsiteX16" fmla="*/ 89583 w 526146"/>
                <a:gd name="connsiteY16" fmla="*/ 73854 h 81562"/>
                <a:gd name="connsiteX17" fmla="*/ 98542 w 526146"/>
                <a:gd name="connsiteY17" fmla="*/ 70312 h 81562"/>
                <a:gd name="connsiteX18" fmla="*/ 103542 w 526146"/>
                <a:gd name="connsiteY18" fmla="*/ 61667 h 81562"/>
                <a:gd name="connsiteX19" fmla="*/ 105833 w 526146"/>
                <a:gd name="connsiteY19" fmla="*/ 50781 h 81562"/>
                <a:gd name="connsiteX20" fmla="*/ 106354 w 526146"/>
                <a:gd name="connsiteY20" fmla="*/ 40729 h 81562"/>
                <a:gd name="connsiteX21" fmla="*/ 105833 w 526146"/>
                <a:gd name="connsiteY21" fmla="*/ 30573 h 81562"/>
                <a:gd name="connsiteX22" fmla="*/ 103542 w 526146"/>
                <a:gd name="connsiteY22" fmla="*/ 19583 h 81562"/>
                <a:gd name="connsiteX23" fmla="*/ 98542 w 526146"/>
                <a:gd name="connsiteY23" fmla="*/ 10833 h 81562"/>
                <a:gd name="connsiteX24" fmla="*/ 89583 w 526146"/>
                <a:gd name="connsiteY24" fmla="*/ 7187 h 81562"/>
                <a:gd name="connsiteX25" fmla="*/ 518229 w 526146"/>
                <a:gd name="connsiteY25" fmla="*/ 3125 h 81562"/>
                <a:gd name="connsiteX26" fmla="*/ 524167 w 526146"/>
                <a:gd name="connsiteY26" fmla="*/ 3125 h 81562"/>
                <a:gd name="connsiteX27" fmla="*/ 525730 w 526146"/>
                <a:gd name="connsiteY27" fmla="*/ 3542 h 81562"/>
                <a:gd name="connsiteX28" fmla="*/ 526146 w 526146"/>
                <a:gd name="connsiteY28" fmla="*/ 5104 h 81562"/>
                <a:gd name="connsiteX29" fmla="*/ 526146 w 526146"/>
                <a:gd name="connsiteY29" fmla="*/ 79167 h 81562"/>
                <a:gd name="connsiteX30" fmla="*/ 517917 w 526146"/>
                <a:gd name="connsiteY30" fmla="*/ 79167 h 81562"/>
                <a:gd name="connsiteX31" fmla="*/ 517917 w 526146"/>
                <a:gd name="connsiteY31" fmla="*/ 12083 h 81562"/>
                <a:gd name="connsiteX32" fmla="*/ 510886 w 526146"/>
                <a:gd name="connsiteY32" fmla="*/ 17865 h 81562"/>
                <a:gd name="connsiteX33" fmla="*/ 501667 w 526146"/>
                <a:gd name="connsiteY33" fmla="*/ 23125 h 81562"/>
                <a:gd name="connsiteX34" fmla="*/ 501667 w 526146"/>
                <a:gd name="connsiteY34" fmla="*/ 15208 h 81562"/>
                <a:gd name="connsiteX35" fmla="*/ 510313 w 526146"/>
                <a:gd name="connsiteY35" fmla="*/ 10104 h 81562"/>
                <a:gd name="connsiteX36" fmla="*/ 518229 w 526146"/>
                <a:gd name="connsiteY36" fmla="*/ 3125 h 81562"/>
                <a:gd name="connsiteX37" fmla="*/ 296875 w 526146"/>
                <a:gd name="connsiteY37" fmla="*/ 3125 h 81562"/>
                <a:gd name="connsiteX38" fmla="*/ 302813 w 526146"/>
                <a:gd name="connsiteY38" fmla="*/ 3125 h 81562"/>
                <a:gd name="connsiteX39" fmla="*/ 304375 w 526146"/>
                <a:gd name="connsiteY39" fmla="*/ 3542 h 81562"/>
                <a:gd name="connsiteX40" fmla="*/ 304792 w 526146"/>
                <a:gd name="connsiteY40" fmla="*/ 5104 h 81562"/>
                <a:gd name="connsiteX41" fmla="*/ 304792 w 526146"/>
                <a:gd name="connsiteY41" fmla="*/ 79167 h 81562"/>
                <a:gd name="connsiteX42" fmla="*/ 296563 w 526146"/>
                <a:gd name="connsiteY42" fmla="*/ 79167 h 81562"/>
                <a:gd name="connsiteX43" fmla="*/ 296563 w 526146"/>
                <a:gd name="connsiteY43" fmla="*/ 12083 h 81562"/>
                <a:gd name="connsiteX44" fmla="*/ 289532 w 526146"/>
                <a:gd name="connsiteY44" fmla="*/ 17865 h 81562"/>
                <a:gd name="connsiteX45" fmla="*/ 280313 w 526146"/>
                <a:gd name="connsiteY45" fmla="*/ 23125 h 81562"/>
                <a:gd name="connsiteX46" fmla="*/ 280313 w 526146"/>
                <a:gd name="connsiteY46" fmla="*/ 15208 h 81562"/>
                <a:gd name="connsiteX47" fmla="*/ 288959 w 526146"/>
                <a:gd name="connsiteY47" fmla="*/ 10104 h 81562"/>
                <a:gd name="connsiteX48" fmla="*/ 296875 w 526146"/>
                <a:gd name="connsiteY48" fmla="*/ 3125 h 81562"/>
                <a:gd name="connsiteX49" fmla="*/ 187917 w 526146"/>
                <a:gd name="connsiteY49" fmla="*/ 3125 h 81562"/>
                <a:gd name="connsiteX50" fmla="*/ 227604 w 526146"/>
                <a:gd name="connsiteY50" fmla="*/ 3125 h 81562"/>
                <a:gd name="connsiteX51" fmla="*/ 227604 w 526146"/>
                <a:gd name="connsiteY51" fmla="*/ 10208 h 81562"/>
                <a:gd name="connsiteX52" fmla="*/ 194271 w 526146"/>
                <a:gd name="connsiteY52" fmla="*/ 10208 h 81562"/>
                <a:gd name="connsiteX53" fmla="*/ 192813 w 526146"/>
                <a:gd name="connsiteY53" fmla="*/ 35833 h 81562"/>
                <a:gd name="connsiteX54" fmla="*/ 199636 w 526146"/>
                <a:gd name="connsiteY54" fmla="*/ 30781 h 81562"/>
                <a:gd name="connsiteX55" fmla="*/ 209688 w 526146"/>
                <a:gd name="connsiteY55" fmla="*/ 28958 h 81562"/>
                <a:gd name="connsiteX56" fmla="*/ 218125 w 526146"/>
                <a:gd name="connsiteY56" fmla="*/ 30573 h 81562"/>
                <a:gd name="connsiteX57" fmla="*/ 225104 w 526146"/>
                <a:gd name="connsiteY57" fmla="*/ 35416 h 81562"/>
                <a:gd name="connsiteX58" fmla="*/ 229792 w 526146"/>
                <a:gd name="connsiteY58" fmla="*/ 43490 h 81562"/>
                <a:gd name="connsiteX59" fmla="*/ 231563 w 526146"/>
                <a:gd name="connsiteY59" fmla="*/ 54896 h 81562"/>
                <a:gd name="connsiteX60" fmla="*/ 229844 w 526146"/>
                <a:gd name="connsiteY60" fmla="*/ 65417 h 81562"/>
                <a:gd name="connsiteX61" fmla="*/ 225000 w 526146"/>
                <a:gd name="connsiteY61" fmla="*/ 73646 h 81562"/>
                <a:gd name="connsiteX62" fmla="*/ 217344 w 526146"/>
                <a:gd name="connsiteY62" fmla="*/ 79010 h 81562"/>
                <a:gd name="connsiteX63" fmla="*/ 207500 w 526146"/>
                <a:gd name="connsiteY63" fmla="*/ 80937 h 81562"/>
                <a:gd name="connsiteX64" fmla="*/ 190834 w 526146"/>
                <a:gd name="connsiteY64" fmla="*/ 75729 h 81562"/>
                <a:gd name="connsiteX65" fmla="*/ 183542 w 526146"/>
                <a:gd name="connsiteY65" fmla="*/ 60625 h 81562"/>
                <a:gd name="connsiteX66" fmla="*/ 191771 w 526146"/>
                <a:gd name="connsiteY66" fmla="*/ 60625 h 81562"/>
                <a:gd name="connsiteX67" fmla="*/ 197083 w 526146"/>
                <a:gd name="connsiteY67" fmla="*/ 70469 h 81562"/>
                <a:gd name="connsiteX68" fmla="*/ 207813 w 526146"/>
                <a:gd name="connsiteY68" fmla="*/ 73958 h 81562"/>
                <a:gd name="connsiteX69" fmla="*/ 218802 w 526146"/>
                <a:gd name="connsiteY69" fmla="*/ 68854 h 81562"/>
                <a:gd name="connsiteX70" fmla="*/ 223229 w 526146"/>
                <a:gd name="connsiteY70" fmla="*/ 55000 h 81562"/>
                <a:gd name="connsiteX71" fmla="*/ 218854 w 526146"/>
                <a:gd name="connsiteY71" fmla="*/ 40625 h 81562"/>
                <a:gd name="connsiteX72" fmla="*/ 207917 w 526146"/>
                <a:gd name="connsiteY72" fmla="*/ 35833 h 81562"/>
                <a:gd name="connsiteX73" fmla="*/ 198750 w 526146"/>
                <a:gd name="connsiteY73" fmla="*/ 38490 h 81562"/>
                <a:gd name="connsiteX74" fmla="*/ 193542 w 526146"/>
                <a:gd name="connsiteY74" fmla="*/ 45729 h 81562"/>
                <a:gd name="connsiteX75" fmla="*/ 193229 w 526146"/>
                <a:gd name="connsiteY75" fmla="*/ 46562 h 81562"/>
                <a:gd name="connsiteX76" fmla="*/ 192917 w 526146"/>
                <a:gd name="connsiteY76" fmla="*/ 47083 h 81562"/>
                <a:gd name="connsiteX77" fmla="*/ 192344 w 526146"/>
                <a:gd name="connsiteY77" fmla="*/ 47396 h 81562"/>
                <a:gd name="connsiteX78" fmla="*/ 191459 w 526146"/>
                <a:gd name="connsiteY78" fmla="*/ 47500 h 81562"/>
                <a:gd name="connsiteX79" fmla="*/ 186459 w 526146"/>
                <a:gd name="connsiteY79" fmla="*/ 47500 h 81562"/>
                <a:gd name="connsiteX80" fmla="*/ 185313 w 526146"/>
                <a:gd name="connsiteY80" fmla="*/ 47239 h 81562"/>
                <a:gd name="connsiteX81" fmla="*/ 185104 w 526146"/>
                <a:gd name="connsiteY81" fmla="*/ 45938 h 81562"/>
                <a:gd name="connsiteX82" fmla="*/ 186250 w 526146"/>
                <a:gd name="connsiteY82" fmla="*/ 5104 h 81562"/>
                <a:gd name="connsiteX83" fmla="*/ 186615 w 526146"/>
                <a:gd name="connsiteY83" fmla="*/ 3542 h 81562"/>
                <a:gd name="connsiteX84" fmla="*/ 187917 w 526146"/>
                <a:gd name="connsiteY84" fmla="*/ 3125 h 81562"/>
                <a:gd name="connsiteX85" fmla="*/ 452813 w 526146"/>
                <a:gd name="connsiteY85" fmla="*/ 1354 h 81562"/>
                <a:gd name="connsiteX86" fmla="*/ 461615 w 526146"/>
                <a:gd name="connsiteY86" fmla="*/ 2552 h 81562"/>
                <a:gd name="connsiteX87" fmla="*/ 469063 w 526146"/>
                <a:gd name="connsiteY87" fmla="*/ 6250 h 81562"/>
                <a:gd name="connsiteX88" fmla="*/ 474115 w 526146"/>
                <a:gd name="connsiteY88" fmla="*/ 12604 h 81562"/>
                <a:gd name="connsiteX89" fmla="*/ 476042 w 526146"/>
                <a:gd name="connsiteY89" fmla="*/ 21771 h 81562"/>
                <a:gd name="connsiteX90" fmla="*/ 471771 w 526146"/>
                <a:gd name="connsiteY90" fmla="*/ 33437 h 81562"/>
                <a:gd name="connsiteX91" fmla="*/ 460625 w 526146"/>
                <a:gd name="connsiteY91" fmla="*/ 39792 h 81562"/>
                <a:gd name="connsiteX92" fmla="*/ 472969 w 526146"/>
                <a:gd name="connsiteY92" fmla="*/ 46198 h 81562"/>
                <a:gd name="connsiteX93" fmla="*/ 477709 w 526146"/>
                <a:gd name="connsiteY93" fmla="*/ 59062 h 81562"/>
                <a:gd name="connsiteX94" fmla="*/ 475573 w 526146"/>
                <a:gd name="connsiteY94" fmla="*/ 69010 h 81562"/>
                <a:gd name="connsiteX95" fmla="*/ 469896 w 526146"/>
                <a:gd name="connsiteY95" fmla="*/ 75833 h 81562"/>
                <a:gd name="connsiteX96" fmla="*/ 461771 w 526146"/>
                <a:gd name="connsiteY96" fmla="*/ 79687 h 81562"/>
                <a:gd name="connsiteX97" fmla="*/ 452396 w 526146"/>
                <a:gd name="connsiteY97" fmla="*/ 80937 h 81562"/>
                <a:gd name="connsiteX98" fmla="*/ 434636 w 526146"/>
                <a:gd name="connsiteY98" fmla="*/ 75000 h 81562"/>
                <a:gd name="connsiteX99" fmla="*/ 427917 w 526146"/>
                <a:gd name="connsiteY99" fmla="*/ 58542 h 81562"/>
                <a:gd name="connsiteX100" fmla="*/ 436146 w 526146"/>
                <a:gd name="connsiteY100" fmla="*/ 58542 h 81562"/>
                <a:gd name="connsiteX101" fmla="*/ 441094 w 526146"/>
                <a:gd name="connsiteY101" fmla="*/ 69896 h 81562"/>
                <a:gd name="connsiteX102" fmla="*/ 452709 w 526146"/>
                <a:gd name="connsiteY102" fmla="*/ 73750 h 81562"/>
                <a:gd name="connsiteX103" fmla="*/ 464896 w 526146"/>
                <a:gd name="connsiteY103" fmla="*/ 69687 h 81562"/>
                <a:gd name="connsiteX104" fmla="*/ 469375 w 526146"/>
                <a:gd name="connsiteY104" fmla="*/ 58125 h 81562"/>
                <a:gd name="connsiteX105" fmla="*/ 467917 w 526146"/>
                <a:gd name="connsiteY105" fmla="*/ 51510 h 81562"/>
                <a:gd name="connsiteX106" fmla="*/ 464063 w 526146"/>
                <a:gd name="connsiteY106" fmla="*/ 46979 h 81562"/>
                <a:gd name="connsiteX107" fmla="*/ 458490 w 526146"/>
                <a:gd name="connsiteY107" fmla="*/ 44375 h 81562"/>
                <a:gd name="connsiteX108" fmla="*/ 452188 w 526146"/>
                <a:gd name="connsiteY108" fmla="*/ 43333 h 81562"/>
                <a:gd name="connsiteX109" fmla="*/ 448021 w 526146"/>
                <a:gd name="connsiteY109" fmla="*/ 43333 h 81562"/>
                <a:gd name="connsiteX110" fmla="*/ 446563 w 526146"/>
                <a:gd name="connsiteY110" fmla="*/ 43073 h 81562"/>
                <a:gd name="connsiteX111" fmla="*/ 446355 w 526146"/>
                <a:gd name="connsiteY111" fmla="*/ 41667 h 81562"/>
                <a:gd name="connsiteX112" fmla="*/ 446355 w 526146"/>
                <a:gd name="connsiteY112" fmla="*/ 37812 h 81562"/>
                <a:gd name="connsiteX113" fmla="*/ 446563 w 526146"/>
                <a:gd name="connsiteY113" fmla="*/ 36146 h 81562"/>
                <a:gd name="connsiteX114" fmla="*/ 448021 w 526146"/>
                <a:gd name="connsiteY114" fmla="*/ 35729 h 81562"/>
                <a:gd name="connsiteX115" fmla="*/ 451459 w 526146"/>
                <a:gd name="connsiteY115" fmla="*/ 35729 h 81562"/>
                <a:gd name="connsiteX116" fmla="*/ 457552 w 526146"/>
                <a:gd name="connsiteY116" fmla="*/ 34948 h 81562"/>
                <a:gd name="connsiteX117" fmla="*/ 462709 w 526146"/>
                <a:gd name="connsiteY117" fmla="*/ 32500 h 81562"/>
                <a:gd name="connsiteX118" fmla="*/ 466355 w 526146"/>
                <a:gd name="connsiteY118" fmla="*/ 28385 h 81562"/>
                <a:gd name="connsiteX119" fmla="*/ 467709 w 526146"/>
                <a:gd name="connsiteY119" fmla="*/ 22187 h 81562"/>
                <a:gd name="connsiteX120" fmla="*/ 463386 w 526146"/>
                <a:gd name="connsiteY120" fmla="*/ 12083 h 81562"/>
                <a:gd name="connsiteX121" fmla="*/ 452500 w 526146"/>
                <a:gd name="connsiteY121" fmla="*/ 8542 h 81562"/>
                <a:gd name="connsiteX122" fmla="*/ 441823 w 526146"/>
                <a:gd name="connsiteY122" fmla="*/ 12083 h 81562"/>
                <a:gd name="connsiteX123" fmla="*/ 437292 w 526146"/>
                <a:gd name="connsiteY123" fmla="*/ 22292 h 81562"/>
                <a:gd name="connsiteX124" fmla="*/ 428959 w 526146"/>
                <a:gd name="connsiteY124" fmla="*/ 22292 h 81562"/>
                <a:gd name="connsiteX125" fmla="*/ 435625 w 526146"/>
                <a:gd name="connsiteY125" fmla="*/ 6979 h 81562"/>
                <a:gd name="connsiteX126" fmla="*/ 452813 w 526146"/>
                <a:gd name="connsiteY126" fmla="*/ 1354 h 81562"/>
                <a:gd name="connsiteX127" fmla="*/ 361563 w 526146"/>
                <a:gd name="connsiteY127" fmla="*/ 1354 h 81562"/>
                <a:gd name="connsiteX128" fmla="*/ 377604 w 526146"/>
                <a:gd name="connsiteY128" fmla="*/ 6458 h 81562"/>
                <a:gd name="connsiteX129" fmla="*/ 384063 w 526146"/>
                <a:gd name="connsiteY129" fmla="*/ 21458 h 81562"/>
                <a:gd name="connsiteX130" fmla="*/ 379948 w 526146"/>
                <a:gd name="connsiteY130" fmla="*/ 35312 h 81562"/>
                <a:gd name="connsiteX131" fmla="*/ 370105 w 526146"/>
                <a:gd name="connsiteY131" fmla="*/ 49271 h 81562"/>
                <a:gd name="connsiteX132" fmla="*/ 358229 w 526146"/>
                <a:gd name="connsiteY132" fmla="*/ 61979 h 81562"/>
                <a:gd name="connsiteX133" fmla="*/ 348021 w 526146"/>
                <a:gd name="connsiteY133" fmla="*/ 71979 h 81562"/>
                <a:gd name="connsiteX134" fmla="*/ 385729 w 526146"/>
                <a:gd name="connsiteY134" fmla="*/ 71979 h 81562"/>
                <a:gd name="connsiteX135" fmla="*/ 385729 w 526146"/>
                <a:gd name="connsiteY135" fmla="*/ 79167 h 81562"/>
                <a:gd name="connsiteX136" fmla="*/ 340000 w 526146"/>
                <a:gd name="connsiteY136" fmla="*/ 79167 h 81562"/>
                <a:gd name="connsiteX137" fmla="*/ 338802 w 526146"/>
                <a:gd name="connsiteY137" fmla="*/ 78854 h 81562"/>
                <a:gd name="connsiteX138" fmla="*/ 338542 w 526146"/>
                <a:gd name="connsiteY138" fmla="*/ 77604 h 81562"/>
                <a:gd name="connsiteX139" fmla="*/ 338542 w 526146"/>
                <a:gd name="connsiteY139" fmla="*/ 71354 h 81562"/>
                <a:gd name="connsiteX140" fmla="*/ 342865 w 526146"/>
                <a:gd name="connsiteY140" fmla="*/ 67187 h 81562"/>
                <a:gd name="connsiteX141" fmla="*/ 348438 w 526146"/>
                <a:gd name="connsiteY141" fmla="*/ 61667 h 81562"/>
                <a:gd name="connsiteX142" fmla="*/ 354479 w 526146"/>
                <a:gd name="connsiteY142" fmla="*/ 55208 h 81562"/>
                <a:gd name="connsiteX143" fmla="*/ 360625 w 526146"/>
                <a:gd name="connsiteY143" fmla="*/ 48125 h 81562"/>
                <a:gd name="connsiteX144" fmla="*/ 366354 w 526146"/>
                <a:gd name="connsiteY144" fmla="*/ 40990 h 81562"/>
                <a:gd name="connsiteX145" fmla="*/ 371042 w 526146"/>
                <a:gd name="connsiteY145" fmla="*/ 34062 h 81562"/>
                <a:gd name="connsiteX146" fmla="*/ 374323 w 526146"/>
                <a:gd name="connsiteY146" fmla="*/ 27604 h 81562"/>
                <a:gd name="connsiteX147" fmla="*/ 375521 w 526146"/>
                <a:gd name="connsiteY147" fmla="*/ 22083 h 81562"/>
                <a:gd name="connsiteX148" fmla="*/ 371563 w 526146"/>
                <a:gd name="connsiteY148" fmla="*/ 11927 h 81562"/>
                <a:gd name="connsiteX149" fmla="*/ 361355 w 526146"/>
                <a:gd name="connsiteY149" fmla="*/ 8542 h 81562"/>
                <a:gd name="connsiteX150" fmla="*/ 351511 w 526146"/>
                <a:gd name="connsiteY150" fmla="*/ 12708 h 81562"/>
                <a:gd name="connsiteX151" fmla="*/ 347709 w 526146"/>
                <a:gd name="connsiteY151" fmla="*/ 23542 h 81562"/>
                <a:gd name="connsiteX152" fmla="*/ 339167 w 526146"/>
                <a:gd name="connsiteY152" fmla="*/ 23542 h 81562"/>
                <a:gd name="connsiteX153" fmla="*/ 340834 w 526146"/>
                <a:gd name="connsiteY153" fmla="*/ 14427 h 81562"/>
                <a:gd name="connsiteX154" fmla="*/ 345521 w 526146"/>
                <a:gd name="connsiteY154" fmla="*/ 7396 h 81562"/>
                <a:gd name="connsiteX155" fmla="*/ 352656 w 526146"/>
                <a:gd name="connsiteY155" fmla="*/ 2917 h 81562"/>
                <a:gd name="connsiteX156" fmla="*/ 361563 w 526146"/>
                <a:gd name="connsiteY156" fmla="*/ 1354 h 81562"/>
                <a:gd name="connsiteX157" fmla="*/ 140208 w 526146"/>
                <a:gd name="connsiteY157" fmla="*/ 1354 h 81562"/>
                <a:gd name="connsiteX158" fmla="*/ 156250 w 526146"/>
                <a:gd name="connsiteY158" fmla="*/ 6458 h 81562"/>
                <a:gd name="connsiteX159" fmla="*/ 162708 w 526146"/>
                <a:gd name="connsiteY159" fmla="*/ 21458 h 81562"/>
                <a:gd name="connsiteX160" fmla="*/ 158594 w 526146"/>
                <a:gd name="connsiteY160" fmla="*/ 35312 h 81562"/>
                <a:gd name="connsiteX161" fmla="*/ 148750 w 526146"/>
                <a:gd name="connsiteY161" fmla="*/ 49271 h 81562"/>
                <a:gd name="connsiteX162" fmla="*/ 136875 w 526146"/>
                <a:gd name="connsiteY162" fmla="*/ 61979 h 81562"/>
                <a:gd name="connsiteX163" fmla="*/ 126667 w 526146"/>
                <a:gd name="connsiteY163" fmla="*/ 71979 h 81562"/>
                <a:gd name="connsiteX164" fmla="*/ 164375 w 526146"/>
                <a:gd name="connsiteY164" fmla="*/ 71979 h 81562"/>
                <a:gd name="connsiteX165" fmla="*/ 164375 w 526146"/>
                <a:gd name="connsiteY165" fmla="*/ 79167 h 81562"/>
                <a:gd name="connsiteX166" fmla="*/ 118646 w 526146"/>
                <a:gd name="connsiteY166" fmla="*/ 79167 h 81562"/>
                <a:gd name="connsiteX167" fmla="*/ 117448 w 526146"/>
                <a:gd name="connsiteY167" fmla="*/ 78854 h 81562"/>
                <a:gd name="connsiteX168" fmla="*/ 117188 w 526146"/>
                <a:gd name="connsiteY168" fmla="*/ 77604 h 81562"/>
                <a:gd name="connsiteX169" fmla="*/ 117188 w 526146"/>
                <a:gd name="connsiteY169" fmla="*/ 71354 h 81562"/>
                <a:gd name="connsiteX170" fmla="*/ 121510 w 526146"/>
                <a:gd name="connsiteY170" fmla="*/ 67187 h 81562"/>
                <a:gd name="connsiteX171" fmla="*/ 127084 w 526146"/>
                <a:gd name="connsiteY171" fmla="*/ 61667 h 81562"/>
                <a:gd name="connsiteX172" fmla="*/ 133125 w 526146"/>
                <a:gd name="connsiteY172" fmla="*/ 55208 h 81562"/>
                <a:gd name="connsiteX173" fmla="*/ 139271 w 526146"/>
                <a:gd name="connsiteY173" fmla="*/ 48125 h 81562"/>
                <a:gd name="connsiteX174" fmla="*/ 145000 w 526146"/>
                <a:gd name="connsiteY174" fmla="*/ 40990 h 81562"/>
                <a:gd name="connsiteX175" fmla="*/ 149688 w 526146"/>
                <a:gd name="connsiteY175" fmla="*/ 34062 h 81562"/>
                <a:gd name="connsiteX176" fmla="*/ 152969 w 526146"/>
                <a:gd name="connsiteY176" fmla="*/ 27604 h 81562"/>
                <a:gd name="connsiteX177" fmla="*/ 154167 w 526146"/>
                <a:gd name="connsiteY177" fmla="*/ 22083 h 81562"/>
                <a:gd name="connsiteX178" fmla="*/ 150209 w 526146"/>
                <a:gd name="connsiteY178" fmla="*/ 11927 h 81562"/>
                <a:gd name="connsiteX179" fmla="*/ 140000 w 526146"/>
                <a:gd name="connsiteY179" fmla="*/ 8542 h 81562"/>
                <a:gd name="connsiteX180" fmla="*/ 130156 w 526146"/>
                <a:gd name="connsiteY180" fmla="*/ 12708 h 81562"/>
                <a:gd name="connsiteX181" fmla="*/ 126354 w 526146"/>
                <a:gd name="connsiteY181" fmla="*/ 23542 h 81562"/>
                <a:gd name="connsiteX182" fmla="*/ 117813 w 526146"/>
                <a:gd name="connsiteY182" fmla="*/ 23542 h 81562"/>
                <a:gd name="connsiteX183" fmla="*/ 119479 w 526146"/>
                <a:gd name="connsiteY183" fmla="*/ 14427 h 81562"/>
                <a:gd name="connsiteX184" fmla="*/ 124167 w 526146"/>
                <a:gd name="connsiteY184" fmla="*/ 7396 h 81562"/>
                <a:gd name="connsiteX185" fmla="*/ 131302 w 526146"/>
                <a:gd name="connsiteY185" fmla="*/ 2917 h 81562"/>
                <a:gd name="connsiteX186" fmla="*/ 140208 w 526146"/>
                <a:gd name="connsiteY186" fmla="*/ 1354 h 81562"/>
                <a:gd name="connsiteX187" fmla="*/ 23021 w 526146"/>
                <a:gd name="connsiteY187" fmla="*/ 1354 h 81562"/>
                <a:gd name="connsiteX188" fmla="*/ 39063 w 526146"/>
                <a:gd name="connsiteY188" fmla="*/ 6458 h 81562"/>
                <a:gd name="connsiteX189" fmla="*/ 45521 w 526146"/>
                <a:gd name="connsiteY189" fmla="*/ 21458 h 81562"/>
                <a:gd name="connsiteX190" fmla="*/ 41406 w 526146"/>
                <a:gd name="connsiteY190" fmla="*/ 35312 h 81562"/>
                <a:gd name="connsiteX191" fmla="*/ 31563 w 526146"/>
                <a:gd name="connsiteY191" fmla="*/ 49271 h 81562"/>
                <a:gd name="connsiteX192" fmla="*/ 19688 w 526146"/>
                <a:gd name="connsiteY192" fmla="*/ 61979 h 81562"/>
                <a:gd name="connsiteX193" fmla="*/ 9479 w 526146"/>
                <a:gd name="connsiteY193" fmla="*/ 71979 h 81562"/>
                <a:gd name="connsiteX194" fmla="*/ 47188 w 526146"/>
                <a:gd name="connsiteY194" fmla="*/ 71979 h 81562"/>
                <a:gd name="connsiteX195" fmla="*/ 47188 w 526146"/>
                <a:gd name="connsiteY195" fmla="*/ 79167 h 81562"/>
                <a:gd name="connsiteX196" fmla="*/ 1458 w 526146"/>
                <a:gd name="connsiteY196" fmla="*/ 79167 h 81562"/>
                <a:gd name="connsiteX197" fmla="*/ 260 w 526146"/>
                <a:gd name="connsiteY197" fmla="*/ 78854 h 81562"/>
                <a:gd name="connsiteX198" fmla="*/ 0 w 526146"/>
                <a:gd name="connsiteY198" fmla="*/ 77604 h 81562"/>
                <a:gd name="connsiteX199" fmla="*/ 0 w 526146"/>
                <a:gd name="connsiteY199" fmla="*/ 71354 h 81562"/>
                <a:gd name="connsiteX200" fmla="*/ 4323 w 526146"/>
                <a:gd name="connsiteY200" fmla="*/ 67187 h 81562"/>
                <a:gd name="connsiteX201" fmla="*/ 9896 w 526146"/>
                <a:gd name="connsiteY201" fmla="*/ 61667 h 81562"/>
                <a:gd name="connsiteX202" fmla="*/ 15937 w 526146"/>
                <a:gd name="connsiteY202" fmla="*/ 55208 h 81562"/>
                <a:gd name="connsiteX203" fmla="*/ 22083 w 526146"/>
                <a:gd name="connsiteY203" fmla="*/ 48125 h 81562"/>
                <a:gd name="connsiteX204" fmla="*/ 27813 w 526146"/>
                <a:gd name="connsiteY204" fmla="*/ 40990 h 81562"/>
                <a:gd name="connsiteX205" fmla="*/ 32500 w 526146"/>
                <a:gd name="connsiteY205" fmla="*/ 34062 h 81562"/>
                <a:gd name="connsiteX206" fmla="*/ 35781 w 526146"/>
                <a:gd name="connsiteY206" fmla="*/ 27604 h 81562"/>
                <a:gd name="connsiteX207" fmla="*/ 36979 w 526146"/>
                <a:gd name="connsiteY207" fmla="*/ 22083 h 81562"/>
                <a:gd name="connsiteX208" fmla="*/ 33021 w 526146"/>
                <a:gd name="connsiteY208" fmla="*/ 11927 h 81562"/>
                <a:gd name="connsiteX209" fmla="*/ 22813 w 526146"/>
                <a:gd name="connsiteY209" fmla="*/ 8542 h 81562"/>
                <a:gd name="connsiteX210" fmla="*/ 12969 w 526146"/>
                <a:gd name="connsiteY210" fmla="*/ 12708 h 81562"/>
                <a:gd name="connsiteX211" fmla="*/ 9167 w 526146"/>
                <a:gd name="connsiteY211" fmla="*/ 23542 h 81562"/>
                <a:gd name="connsiteX212" fmla="*/ 625 w 526146"/>
                <a:gd name="connsiteY212" fmla="*/ 23542 h 81562"/>
                <a:gd name="connsiteX213" fmla="*/ 2292 w 526146"/>
                <a:gd name="connsiteY213" fmla="*/ 14427 h 81562"/>
                <a:gd name="connsiteX214" fmla="*/ 6979 w 526146"/>
                <a:gd name="connsiteY214" fmla="*/ 7396 h 81562"/>
                <a:gd name="connsiteX215" fmla="*/ 14115 w 526146"/>
                <a:gd name="connsiteY215" fmla="*/ 2917 h 81562"/>
                <a:gd name="connsiteX216" fmla="*/ 23021 w 526146"/>
                <a:gd name="connsiteY216" fmla="*/ 1354 h 81562"/>
                <a:gd name="connsiteX217" fmla="*/ 89583 w 526146"/>
                <a:gd name="connsiteY217" fmla="*/ 0 h 81562"/>
                <a:gd name="connsiteX218" fmla="*/ 102344 w 526146"/>
                <a:gd name="connsiteY218" fmla="*/ 3646 h 81562"/>
                <a:gd name="connsiteX219" fmla="*/ 110104 w 526146"/>
                <a:gd name="connsiteY219" fmla="*/ 13021 h 81562"/>
                <a:gd name="connsiteX220" fmla="*/ 113959 w 526146"/>
                <a:gd name="connsiteY220" fmla="*/ 26146 h 81562"/>
                <a:gd name="connsiteX221" fmla="*/ 115000 w 526146"/>
                <a:gd name="connsiteY221" fmla="*/ 40729 h 81562"/>
                <a:gd name="connsiteX222" fmla="*/ 113959 w 526146"/>
                <a:gd name="connsiteY222" fmla="*/ 55312 h 81562"/>
                <a:gd name="connsiteX223" fmla="*/ 110104 w 526146"/>
                <a:gd name="connsiteY223" fmla="*/ 68333 h 81562"/>
                <a:gd name="connsiteX224" fmla="*/ 102344 w 526146"/>
                <a:gd name="connsiteY224" fmla="*/ 77604 h 81562"/>
                <a:gd name="connsiteX225" fmla="*/ 89583 w 526146"/>
                <a:gd name="connsiteY225" fmla="*/ 81146 h 81562"/>
                <a:gd name="connsiteX226" fmla="*/ 77031 w 526146"/>
                <a:gd name="connsiteY226" fmla="*/ 77604 h 81562"/>
                <a:gd name="connsiteX227" fmla="*/ 69583 w 526146"/>
                <a:gd name="connsiteY227" fmla="*/ 68333 h 81562"/>
                <a:gd name="connsiteX228" fmla="*/ 65938 w 526146"/>
                <a:gd name="connsiteY228" fmla="*/ 55312 h 81562"/>
                <a:gd name="connsiteX229" fmla="*/ 65000 w 526146"/>
                <a:gd name="connsiteY229" fmla="*/ 40729 h 81562"/>
                <a:gd name="connsiteX230" fmla="*/ 65938 w 526146"/>
                <a:gd name="connsiteY230" fmla="*/ 26146 h 81562"/>
                <a:gd name="connsiteX231" fmla="*/ 69583 w 526146"/>
                <a:gd name="connsiteY231" fmla="*/ 13021 h 81562"/>
                <a:gd name="connsiteX232" fmla="*/ 77031 w 526146"/>
                <a:gd name="connsiteY232" fmla="*/ 3646 h 81562"/>
                <a:gd name="connsiteX233" fmla="*/ 89583 w 526146"/>
                <a:gd name="connsiteY233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526146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89583" y="7187"/>
                  </a:moveTo>
                  <a:cubicBezTo>
                    <a:pt x="85834" y="7187"/>
                    <a:pt x="82904" y="8411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2"/>
                    <a:pt x="73646" y="40729"/>
                  </a:cubicBezTo>
                  <a:cubicBezTo>
                    <a:pt x="73646" y="43646"/>
                    <a:pt x="73776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4" y="65078"/>
                    <a:pt x="78672" y="67956"/>
                    <a:pt x="80781" y="70312"/>
                  </a:cubicBezTo>
                  <a:cubicBezTo>
                    <a:pt x="82904" y="72682"/>
                    <a:pt x="85834" y="73854"/>
                    <a:pt x="89583" y="73854"/>
                  </a:cubicBezTo>
                  <a:cubicBezTo>
                    <a:pt x="93333" y="73854"/>
                    <a:pt x="96328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95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411"/>
                    <a:pt x="93333" y="7187"/>
                    <a:pt x="89583" y="7187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68"/>
                    <a:pt x="525730" y="3542"/>
                  </a:cubicBezTo>
                  <a:cubicBezTo>
                    <a:pt x="526016" y="3828"/>
                    <a:pt x="526146" y="4349"/>
                    <a:pt x="526146" y="5104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3"/>
                  </a:lnTo>
                  <a:cubicBezTo>
                    <a:pt x="516042" y="14101"/>
                    <a:pt x="513698" y="16028"/>
                    <a:pt x="510886" y="17865"/>
                  </a:cubicBezTo>
                  <a:cubicBezTo>
                    <a:pt x="508073" y="19713"/>
                    <a:pt x="505000" y="21458"/>
                    <a:pt x="501667" y="23125"/>
                  </a:cubicBezTo>
                  <a:lnTo>
                    <a:pt x="501667" y="15208"/>
                  </a:lnTo>
                  <a:cubicBezTo>
                    <a:pt x="504662" y="13893"/>
                    <a:pt x="507539" y="12187"/>
                    <a:pt x="510313" y="10104"/>
                  </a:cubicBezTo>
                  <a:cubicBezTo>
                    <a:pt x="513099" y="8021"/>
                    <a:pt x="515729" y="5703"/>
                    <a:pt x="518229" y="3125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68"/>
                    <a:pt x="304375" y="3542"/>
                  </a:cubicBezTo>
                  <a:cubicBezTo>
                    <a:pt x="304662" y="3828"/>
                    <a:pt x="304792" y="4349"/>
                    <a:pt x="304792" y="5104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3"/>
                  </a:lnTo>
                  <a:cubicBezTo>
                    <a:pt x="294688" y="14101"/>
                    <a:pt x="292344" y="16028"/>
                    <a:pt x="289532" y="17865"/>
                  </a:cubicBezTo>
                  <a:cubicBezTo>
                    <a:pt x="286719" y="19713"/>
                    <a:pt x="283646" y="21458"/>
                    <a:pt x="280313" y="23125"/>
                  </a:cubicBezTo>
                  <a:lnTo>
                    <a:pt x="280313" y="15208"/>
                  </a:lnTo>
                  <a:cubicBezTo>
                    <a:pt x="283308" y="13893"/>
                    <a:pt x="286185" y="12187"/>
                    <a:pt x="288959" y="10104"/>
                  </a:cubicBezTo>
                  <a:cubicBezTo>
                    <a:pt x="291745" y="8021"/>
                    <a:pt x="294375" y="5703"/>
                    <a:pt x="296875" y="3125"/>
                  </a:cubicBezTo>
                  <a:close/>
                  <a:moveTo>
                    <a:pt x="187917" y="3125"/>
                  </a:moveTo>
                  <a:lnTo>
                    <a:pt x="227604" y="3125"/>
                  </a:lnTo>
                  <a:lnTo>
                    <a:pt x="227604" y="10208"/>
                  </a:lnTo>
                  <a:lnTo>
                    <a:pt x="194271" y="10208"/>
                  </a:lnTo>
                  <a:lnTo>
                    <a:pt x="192813" y="35833"/>
                  </a:lnTo>
                  <a:cubicBezTo>
                    <a:pt x="194414" y="33685"/>
                    <a:pt x="196693" y="32005"/>
                    <a:pt x="199636" y="30781"/>
                  </a:cubicBezTo>
                  <a:cubicBezTo>
                    <a:pt x="202591" y="29570"/>
                    <a:pt x="205938" y="28958"/>
                    <a:pt x="209688" y="28958"/>
                  </a:cubicBezTo>
                  <a:cubicBezTo>
                    <a:pt x="212682" y="28958"/>
                    <a:pt x="215495" y="29505"/>
                    <a:pt x="218125" y="30573"/>
                  </a:cubicBezTo>
                  <a:cubicBezTo>
                    <a:pt x="220768" y="31654"/>
                    <a:pt x="223099" y="33268"/>
                    <a:pt x="225104" y="35416"/>
                  </a:cubicBezTo>
                  <a:cubicBezTo>
                    <a:pt x="227057" y="37578"/>
                    <a:pt x="228620" y="40260"/>
                    <a:pt x="229792" y="43490"/>
                  </a:cubicBezTo>
                  <a:cubicBezTo>
                    <a:pt x="230977" y="46719"/>
                    <a:pt x="231563" y="50521"/>
                    <a:pt x="231563" y="54896"/>
                  </a:cubicBezTo>
                  <a:cubicBezTo>
                    <a:pt x="231563" y="58724"/>
                    <a:pt x="230990" y="62226"/>
                    <a:pt x="229844" y="65417"/>
                  </a:cubicBezTo>
                  <a:cubicBezTo>
                    <a:pt x="228698" y="68620"/>
                    <a:pt x="227083" y="71354"/>
                    <a:pt x="225000" y="73646"/>
                  </a:cubicBezTo>
                  <a:cubicBezTo>
                    <a:pt x="222852" y="75937"/>
                    <a:pt x="220300" y="77734"/>
                    <a:pt x="217344" y="79010"/>
                  </a:cubicBezTo>
                  <a:cubicBezTo>
                    <a:pt x="214401" y="80299"/>
                    <a:pt x="211120" y="80937"/>
                    <a:pt x="207500" y="80937"/>
                  </a:cubicBezTo>
                  <a:cubicBezTo>
                    <a:pt x="200912" y="80937"/>
                    <a:pt x="195352" y="79206"/>
                    <a:pt x="190834" y="75729"/>
                  </a:cubicBezTo>
                  <a:cubicBezTo>
                    <a:pt x="186328" y="72265"/>
                    <a:pt x="183893" y="67227"/>
                    <a:pt x="183542" y="60625"/>
                  </a:cubicBezTo>
                  <a:lnTo>
                    <a:pt x="191771" y="60625"/>
                  </a:lnTo>
                  <a:cubicBezTo>
                    <a:pt x="192396" y="64870"/>
                    <a:pt x="194167" y="68151"/>
                    <a:pt x="197083" y="70469"/>
                  </a:cubicBezTo>
                  <a:cubicBezTo>
                    <a:pt x="200000" y="72799"/>
                    <a:pt x="203581" y="73958"/>
                    <a:pt x="207813" y="73958"/>
                  </a:cubicBezTo>
                  <a:cubicBezTo>
                    <a:pt x="212188" y="73958"/>
                    <a:pt x="215860" y="72265"/>
                    <a:pt x="218802" y="68854"/>
                  </a:cubicBezTo>
                  <a:cubicBezTo>
                    <a:pt x="221758" y="65456"/>
                    <a:pt x="223229" y="60833"/>
                    <a:pt x="223229" y="55000"/>
                  </a:cubicBezTo>
                  <a:cubicBezTo>
                    <a:pt x="223229" y="48620"/>
                    <a:pt x="221771" y="43828"/>
                    <a:pt x="218854" y="40625"/>
                  </a:cubicBezTo>
                  <a:cubicBezTo>
                    <a:pt x="215938" y="37435"/>
                    <a:pt x="212292" y="35833"/>
                    <a:pt x="207917" y="35833"/>
                  </a:cubicBezTo>
                  <a:cubicBezTo>
                    <a:pt x="204453" y="35833"/>
                    <a:pt x="201393" y="36719"/>
                    <a:pt x="198750" y="38490"/>
                  </a:cubicBezTo>
                  <a:cubicBezTo>
                    <a:pt x="196120" y="40260"/>
                    <a:pt x="194375" y="42682"/>
                    <a:pt x="193542" y="45729"/>
                  </a:cubicBezTo>
                  <a:cubicBezTo>
                    <a:pt x="193412" y="46081"/>
                    <a:pt x="193308" y="46354"/>
                    <a:pt x="193229" y="46562"/>
                  </a:cubicBezTo>
                  <a:cubicBezTo>
                    <a:pt x="193164" y="46771"/>
                    <a:pt x="193060" y="46953"/>
                    <a:pt x="192917" y="47083"/>
                  </a:cubicBezTo>
                  <a:cubicBezTo>
                    <a:pt x="192787" y="47227"/>
                    <a:pt x="192591" y="47331"/>
                    <a:pt x="192344" y="47396"/>
                  </a:cubicBezTo>
                  <a:cubicBezTo>
                    <a:pt x="192110" y="47474"/>
                    <a:pt x="191810" y="47500"/>
                    <a:pt x="191459" y="47500"/>
                  </a:cubicBezTo>
                  <a:lnTo>
                    <a:pt x="186459" y="47500"/>
                  </a:lnTo>
                  <a:cubicBezTo>
                    <a:pt x="185833" y="47500"/>
                    <a:pt x="185456" y="47422"/>
                    <a:pt x="185313" y="47239"/>
                  </a:cubicBezTo>
                  <a:cubicBezTo>
                    <a:pt x="185182" y="47070"/>
                    <a:pt x="185104" y="46640"/>
                    <a:pt x="185104" y="45938"/>
                  </a:cubicBezTo>
                  <a:lnTo>
                    <a:pt x="186250" y="5104"/>
                  </a:lnTo>
                  <a:cubicBezTo>
                    <a:pt x="186250" y="4349"/>
                    <a:pt x="186380" y="3828"/>
                    <a:pt x="186615" y="3542"/>
                  </a:cubicBezTo>
                  <a:cubicBezTo>
                    <a:pt x="186862" y="3268"/>
                    <a:pt x="187292" y="3125"/>
                    <a:pt x="187917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58"/>
                    <a:pt x="461615" y="2552"/>
                  </a:cubicBezTo>
                  <a:cubicBezTo>
                    <a:pt x="464427" y="3359"/>
                    <a:pt x="466914" y="4583"/>
                    <a:pt x="469063" y="6250"/>
                  </a:cubicBezTo>
                  <a:cubicBezTo>
                    <a:pt x="471146" y="7916"/>
                    <a:pt x="472839" y="10039"/>
                    <a:pt x="474115" y="12604"/>
                  </a:cubicBezTo>
                  <a:cubicBezTo>
                    <a:pt x="475404" y="15182"/>
                    <a:pt x="476042" y="18229"/>
                    <a:pt x="476042" y="21771"/>
                  </a:cubicBezTo>
                  <a:cubicBezTo>
                    <a:pt x="476042" y="26146"/>
                    <a:pt x="474623" y="30039"/>
                    <a:pt x="471771" y="33437"/>
                  </a:cubicBezTo>
                  <a:cubicBezTo>
                    <a:pt x="468933" y="36849"/>
                    <a:pt x="465209" y="38958"/>
                    <a:pt x="460625" y="39792"/>
                  </a:cubicBezTo>
                  <a:cubicBezTo>
                    <a:pt x="465703" y="40495"/>
                    <a:pt x="469818" y="42630"/>
                    <a:pt x="472969" y="46198"/>
                  </a:cubicBezTo>
                  <a:cubicBezTo>
                    <a:pt x="476133" y="49779"/>
                    <a:pt x="477709" y="54062"/>
                    <a:pt x="477709" y="59062"/>
                  </a:cubicBezTo>
                  <a:cubicBezTo>
                    <a:pt x="477709" y="62956"/>
                    <a:pt x="477006" y="66276"/>
                    <a:pt x="475573" y="69010"/>
                  </a:cubicBezTo>
                  <a:cubicBezTo>
                    <a:pt x="474154" y="71758"/>
                    <a:pt x="472266" y="74036"/>
                    <a:pt x="469896" y="75833"/>
                  </a:cubicBezTo>
                  <a:cubicBezTo>
                    <a:pt x="467539" y="77578"/>
                    <a:pt x="464831" y="78854"/>
                    <a:pt x="461771" y="79687"/>
                  </a:cubicBezTo>
                  <a:cubicBezTo>
                    <a:pt x="458724" y="80521"/>
                    <a:pt x="455599" y="80937"/>
                    <a:pt x="452396" y="80937"/>
                  </a:cubicBezTo>
                  <a:cubicBezTo>
                    <a:pt x="444896" y="80937"/>
                    <a:pt x="438985" y="78958"/>
                    <a:pt x="434636" y="75000"/>
                  </a:cubicBezTo>
                  <a:cubicBezTo>
                    <a:pt x="430300" y="71042"/>
                    <a:pt x="428060" y="65560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31"/>
                    <a:pt x="441094" y="69896"/>
                  </a:cubicBezTo>
                  <a:cubicBezTo>
                    <a:pt x="443907" y="72474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79"/>
                    <a:pt x="469375" y="63125"/>
                    <a:pt x="469375" y="58125"/>
                  </a:cubicBezTo>
                  <a:cubicBezTo>
                    <a:pt x="469375" y="55560"/>
                    <a:pt x="468894" y="53359"/>
                    <a:pt x="467917" y="51510"/>
                  </a:cubicBezTo>
                  <a:cubicBezTo>
                    <a:pt x="466953" y="49674"/>
                    <a:pt x="465664" y="48164"/>
                    <a:pt x="464063" y="46979"/>
                  </a:cubicBezTo>
                  <a:cubicBezTo>
                    <a:pt x="462396" y="45807"/>
                    <a:pt x="460547" y="44935"/>
                    <a:pt x="458490" y="44375"/>
                  </a:cubicBezTo>
                  <a:cubicBezTo>
                    <a:pt x="456446" y="43828"/>
                    <a:pt x="454349" y="43476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55"/>
                    <a:pt x="446563" y="43073"/>
                  </a:cubicBezTo>
                  <a:cubicBezTo>
                    <a:pt x="446433" y="42904"/>
                    <a:pt x="446355" y="42435"/>
                    <a:pt x="446355" y="41667"/>
                  </a:cubicBezTo>
                  <a:lnTo>
                    <a:pt x="446355" y="37812"/>
                  </a:lnTo>
                  <a:cubicBezTo>
                    <a:pt x="446355" y="36979"/>
                    <a:pt x="446433" y="36432"/>
                    <a:pt x="446563" y="36146"/>
                  </a:cubicBezTo>
                  <a:cubicBezTo>
                    <a:pt x="446706" y="35872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7"/>
                    <a:pt x="461250" y="33620"/>
                    <a:pt x="462709" y="32500"/>
                  </a:cubicBezTo>
                  <a:cubicBezTo>
                    <a:pt x="464245" y="31458"/>
                    <a:pt x="465456" y="30091"/>
                    <a:pt x="466355" y="28385"/>
                  </a:cubicBezTo>
                  <a:cubicBezTo>
                    <a:pt x="467266" y="26693"/>
                    <a:pt x="467709" y="24622"/>
                    <a:pt x="467709" y="22187"/>
                  </a:cubicBezTo>
                  <a:cubicBezTo>
                    <a:pt x="467709" y="17812"/>
                    <a:pt x="466276" y="14453"/>
                    <a:pt x="463386" y="12083"/>
                  </a:cubicBezTo>
                  <a:cubicBezTo>
                    <a:pt x="460508" y="9726"/>
                    <a:pt x="456875" y="8542"/>
                    <a:pt x="452500" y="8542"/>
                  </a:cubicBezTo>
                  <a:cubicBezTo>
                    <a:pt x="447995" y="8542"/>
                    <a:pt x="444427" y="9726"/>
                    <a:pt x="441823" y="12083"/>
                  </a:cubicBezTo>
                  <a:cubicBezTo>
                    <a:pt x="439219" y="14453"/>
                    <a:pt x="437709" y="17851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29"/>
                    <a:pt x="435625" y="6979"/>
                  </a:cubicBezTo>
                  <a:cubicBezTo>
                    <a:pt x="440000" y="3229"/>
                    <a:pt x="445730" y="1354"/>
                    <a:pt x="452813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308" y="3060"/>
                    <a:pt x="377604" y="6458"/>
                  </a:cubicBezTo>
                  <a:cubicBezTo>
                    <a:pt x="381914" y="9870"/>
                    <a:pt x="384063" y="14870"/>
                    <a:pt x="384063" y="21458"/>
                  </a:cubicBezTo>
                  <a:cubicBezTo>
                    <a:pt x="384063" y="25911"/>
                    <a:pt x="382696" y="30521"/>
                    <a:pt x="379948" y="35312"/>
                  </a:cubicBezTo>
                  <a:cubicBezTo>
                    <a:pt x="377214" y="40104"/>
                    <a:pt x="373933" y="44765"/>
                    <a:pt x="370105" y="49271"/>
                  </a:cubicBezTo>
                  <a:cubicBezTo>
                    <a:pt x="366289" y="53789"/>
                    <a:pt x="362331" y="58021"/>
                    <a:pt x="358229" y="61979"/>
                  </a:cubicBezTo>
                  <a:cubicBezTo>
                    <a:pt x="354141" y="65937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85" y="79062"/>
                    <a:pt x="338802" y="78854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4"/>
                  </a:lnTo>
                  <a:cubicBezTo>
                    <a:pt x="339727" y="70247"/>
                    <a:pt x="341172" y="68854"/>
                    <a:pt x="342865" y="67187"/>
                  </a:cubicBezTo>
                  <a:cubicBezTo>
                    <a:pt x="344571" y="65521"/>
                    <a:pt x="346433" y="63685"/>
                    <a:pt x="348438" y="61667"/>
                  </a:cubicBezTo>
                  <a:cubicBezTo>
                    <a:pt x="350391" y="59661"/>
                    <a:pt x="352396" y="57500"/>
                    <a:pt x="354479" y="55208"/>
                  </a:cubicBezTo>
                  <a:cubicBezTo>
                    <a:pt x="356563" y="52917"/>
                    <a:pt x="358620" y="50560"/>
                    <a:pt x="360625" y="48125"/>
                  </a:cubicBezTo>
                  <a:cubicBezTo>
                    <a:pt x="362644" y="45768"/>
                    <a:pt x="364558" y="43385"/>
                    <a:pt x="366354" y="40990"/>
                  </a:cubicBezTo>
                  <a:cubicBezTo>
                    <a:pt x="368164" y="38594"/>
                    <a:pt x="369727" y="36289"/>
                    <a:pt x="371042" y="34062"/>
                  </a:cubicBezTo>
                  <a:cubicBezTo>
                    <a:pt x="372435" y="31771"/>
                    <a:pt x="373529" y="29622"/>
                    <a:pt x="374323" y="27604"/>
                  </a:cubicBezTo>
                  <a:cubicBezTo>
                    <a:pt x="375131" y="25599"/>
                    <a:pt x="375521" y="23750"/>
                    <a:pt x="375521" y="22083"/>
                  </a:cubicBezTo>
                  <a:cubicBezTo>
                    <a:pt x="375521" y="17578"/>
                    <a:pt x="374206" y="14193"/>
                    <a:pt x="371563" y="11927"/>
                  </a:cubicBezTo>
                  <a:cubicBezTo>
                    <a:pt x="368932" y="9674"/>
                    <a:pt x="365521" y="8542"/>
                    <a:pt x="361355" y="8542"/>
                  </a:cubicBezTo>
                  <a:cubicBezTo>
                    <a:pt x="357331" y="8542"/>
                    <a:pt x="354050" y="9935"/>
                    <a:pt x="351511" y="12708"/>
                  </a:cubicBezTo>
                  <a:cubicBezTo>
                    <a:pt x="348985" y="15495"/>
                    <a:pt x="347709" y="19102"/>
                    <a:pt x="347709" y="23542"/>
                  </a:cubicBezTo>
                  <a:lnTo>
                    <a:pt x="339167" y="23542"/>
                  </a:lnTo>
                  <a:cubicBezTo>
                    <a:pt x="339167" y="20208"/>
                    <a:pt x="339727" y="17174"/>
                    <a:pt x="340834" y="14427"/>
                  </a:cubicBezTo>
                  <a:cubicBezTo>
                    <a:pt x="341953" y="11693"/>
                    <a:pt x="343516" y="9349"/>
                    <a:pt x="345521" y="7396"/>
                  </a:cubicBezTo>
                  <a:cubicBezTo>
                    <a:pt x="347539" y="5456"/>
                    <a:pt x="349922" y="3958"/>
                    <a:pt x="352656" y="2917"/>
                  </a:cubicBezTo>
                  <a:cubicBezTo>
                    <a:pt x="355404" y="1875"/>
                    <a:pt x="358373" y="1354"/>
                    <a:pt x="36156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1"/>
                    <a:pt x="161341" y="30521"/>
                    <a:pt x="158594" y="35312"/>
                  </a:cubicBezTo>
                  <a:cubicBezTo>
                    <a:pt x="155859" y="40104"/>
                    <a:pt x="152578" y="44765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7"/>
                    <a:pt x="119818" y="68854"/>
                    <a:pt x="121510" y="67187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61"/>
                    <a:pt x="131042" y="57500"/>
                    <a:pt x="133125" y="55208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76" y="25599"/>
                    <a:pt x="154167" y="23750"/>
                    <a:pt x="154167" y="22083"/>
                  </a:cubicBezTo>
                  <a:cubicBezTo>
                    <a:pt x="154167" y="17578"/>
                    <a:pt x="152852" y="14193"/>
                    <a:pt x="150209" y="11927"/>
                  </a:cubicBezTo>
                  <a:cubicBezTo>
                    <a:pt x="147578" y="9674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8"/>
                  </a:cubicBezTo>
                  <a:cubicBezTo>
                    <a:pt x="127630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93"/>
                    <a:pt x="122162" y="9349"/>
                    <a:pt x="124167" y="7396"/>
                  </a:cubicBezTo>
                  <a:cubicBezTo>
                    <a:pt x="126185" y="5456"/>
                    <a:pt x="128568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1"/>
                    <a:pt x="44154" y="30521"/>
                    <a:pt x="41406" y="35312"/>
                  </a:cubicBezTo>
                  <a:cubicBezTo>
                    <a:pt x="38672" y="40104"/>
                    <a:pt x="35391" y="44765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7"/>
                    <a:pt x="2630" y="68854"/>
                    <a:pt x="4323" y="67187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61"/>
                    <a:pt x="13854" y="57500"/>
                    <a:pt x="15937" y="55208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89" y="25599"/>
                    <a:pt x="36979" y="23750"/>
                    <a:pt x="36979" y="22083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91" y="9674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8"/>
                  </a:cubicBezTo>
                  <a:cubicBezTo>
                    <a:pt x="10443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93"/>
                    <a:pt x="4974" y="9349"/>
                    <a:pt x="6979" y="7396"/>
                  </a:cubicBezTo>
                  <a:cubicBezTo>
                    <a:pt x="8998" y="5456"/>
                    <a:pt x="11380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24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15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2"/>
                  </a:cubicBezTo>
                  <a:cubicBezTo>
                    <a:pt x="113268" y="60104"/>
                    <a:pt x="111979" y="64453"/>
                    <a:pt x="110104" y="68333"/>
                  </a:cubicBezTo>
                  <a:cubicBezTo>
                    <a:pt x="108229" y="72161"/>
                    <a:pt x="105651" y="75247"/>
                    <a:pt x="102344" y="77604"/>
                  </a:cubicBezTo>
                  <a:cubicBezTo>
                    <a:pt x="99050" y="79974"/>
                    <a:pt x="94792" y="81146"/>
                    <a:pt x="89583" y="81146"/>
                  </a:cubicBezTo>
                  <a:cubicBezTo>
                    <a:pt x="84453" y="81146"/>
                    <a:pt x="80260" y="79974"/>
                    <a:pt x="77031" y="77604"/>
                  </a:cubicBezTo>
                  <a:cubicBezTo>
                    <a:pt x="73802" y="75247"/>
                    <a:pt x="71328" y="72161"/>
                    <a:pt x="69583" y="68333"/>
                  </a:cubicBezTo>
                  <a:cubicBezTo>
                    <a:pt x="67787" y="64453"/>
                    <a:pt x="66563" y="60104"/>
                    <a:pt x="65938" y="55312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5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24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FBD90952-C241-464C-8D93-E15CA0948E19}"/>
                </a:ext>
              </a:extLst>
            </p:cNvPr>
            <p:cNvSpPr txBox="1"/>
            <p:nvPr/>
          </p:nvSpPr>
          <p:spPr>
            <a:xfrm>
              <a:off x="2970659" y="3029680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2025.12.31</a:t>
              </a:r>
            </a:p>
          </p:txBody>
        </p:sp>
        <p:grpSp>
          <p:nvGrpSpPr>
            <p:cNvPr id="351" name="그래픽 5">
              <a:extLst>
                <a:ext uri="{FF2B5EF4-FFF2-40B4-BE49-F238E27FC236}">
                  <a16:creationId xmlns:a16="http://schemas.microsoft.com/office/drawing/2014/main" id="{216708C8-4E64-45A9-AA5F-C317F72D974C}"/>
                </a:ext>
              </a:extLst>
            </p:cNvPr>
            <p:cNvGrpSpPr/>
            <p:nvPr/>
          </p:nvGrpSpPr>
          <p:grpSpPr>
            <a:xfrm>
              <a:off x="3965251" y="3004033"/>
              <a:ext cx="609687" cy="95690"/>
              <a:chOff x="3965251" y="3004033"/>
              <a:chExt cx="609687" cy="95690"/>
            </a:xfrm>
          </p:grpSpPr>
          <p:sp>
            <p:nvSpPr>
              <p:cNvPr id="352" name="자유형: 도형 351">
                <a:extLst>
                  <a:ext uri="{FF2B5EF4-FFF2-40B4-BE49-F238E27FC236}">
                    <a16:creationId xmlns:a16="http://schemas.microsoft.com/office/drawing/2014/main" id="{65A1B716-312B-4709-94A4-8225459F3D67}"/>
                  </a:ext>
                </a:extLst>
              </p:cNvPr>
              <p:cNvSpPr/>
              <p:nvPr/>
            </p:nvSpPr>
            <p:spPr>
              <a:xfrm>
                <a:off x="3965251" y="3004033"/>
                <a:ext cx="609687" cy="94479"/>
              </a:xfrm>
              <a:custGeom>
                <a:avLst/>
                <a:gdLst>
                  <a:gd name="connsiteX0" fmla="*/ 408021 w 609687"/>
                  <a:gd name="connsiteY0" fmla="*/ 70833 h 94479"/>
                  <a:gd name="connsiteX1" fmla="*/ 418750 w 609687"/>
                  <a:gd name="connsiteY1" fmla="*/ 70833 h 94479"/>
                  <a:gd name="connsiteX2" fmla="*/ 419636 w 609687"/>
                  <a:gd name="connsiteY2" fmla="*/ 71146 h 94479"/>
                  <a:gd name="connsiteX3" fmla="*/ 419896 w 609687"/>
                  <a:gd name="connsiteY3" fmla="*/ 72083 h 94479"/>
                  <a:gd name="connsiteX4" fmla="*/ 419896 w 609687"/>
                  <a:gd name="connsiteY4" fmla="*/ 78750 h 94479"/>
                  <a:gd name="connsiteX5" fmla="*/ 416771 w 609687"/>
                  <a:gd name="connsiteY5" fmla="*/ 90000 h 94479"/>
                  <a:gd name="connsiteX6" fmla="*/ 409167 w 609687"/>
                  <a:gd name="connsiteY6" fmla="*/ 94479 h 94479"/>
                  <a:gd name="connsiteX7" fmla="*/ 409167 w 609687"/>
                  <a:gd name="connsiteY7" fmla="*/ 90833 h 94479"/>
                  <a:gd name="connsiteX8" fmla="*/ 412657 w 609687"/>
                  <a:gd name="connsiteY8" fmla="*/ 87344 h 94479"/>
                  <a:gd name="connsiteX9" fmla="*/ 413438 w 609687"/>
                  <a:gd name="connsiteY9" fmla="*/ 81562 h 94479"/>
                  <a:gd name="connsiteX10" fmla="*/ 408021 w 609687"/>
                  <a:gd name="connsiteY10" fmla="*/ 81562 h 94479"/>
                  <a:gd name="connsiteX11" fmla="*/ 186667 w 609687"/>
                  <a:gd name="connsiteY11" fmla="*/ 70833 h 94479"/>
                  <a:gd name="connsiteX12" fmla="*/ 197396 w 609687"/>
                  <a:gd name="connsiteY12" fmla="*/ 70833 h 94479"/>
                  <a:gd name="connsiteX13" fmla="*/ 198281 w 609687"/>
                  <a:gd name="connsiteY13" fmla="*/ 71146 h 94479"/>
                  <a:gd name="connsiteX14" fmla="*/ 198542 w 609687"/>
                  <a:gd name="connsiteY14" fmla="*/ 72083 h 94479"/>
                  <a:gd name="connsiteX15" fmla="*/ 198542 w 609687"/>
                  <a:gd name="connsiteY15" fmla="*/ 78750 h 94479"/>
                  <a:gd name="connsiteX16" fmla="*/ 195417 w 609687"/>
                  <a:gd name="connsiteY16" fmla="*/ 90000 h 94479"/>
                  <a:gd name="connsiteX17" fmla="*/ 187813 w 609687"/>
                  <a:gd name="connsiteY17" fmla="*/ 94479 h 94479"/>
                  <a:gd name="connsiteX18" fmla="*/ 187813 w 609687"/>
                  <a:gd name="connsiteY18" fmla="*/ 90833 h 94479"/>
                  <a:gd name="connsiteX19" fmla="*/ 191302 w 609687"/>
                  <a:gd name="connsiteY19" fmla="*/ 87344 h 94479"/>
                  <a:gd name="connsiteX20" fmla="*/ 192084 w 609687"/>
                  <a:gd name="connsiteY20" fmla="*/ 81562 h 94479"/>
                  <a:gd name="connsiteX21" fmla="*/ 186667 w 609687"/>
                  <a:gd name="connsiteY21" fmla="*/ 81562 h 94479"/>
                  <a:gd name="connsiteX22" fmla="*/ 453855 w 609687"/>
                  <a:gd name="connsiteY22" fmla="*/ 8333 h 94479"/>
                  <a:gd name="connsiteX23" fmla="*/ 441823 w 609687"/>
                  <a:gd name="connsiteY23" fmla="*/ 13854 h 94479"/>
                  <a:gd name="connsiteX24" fmla="*/ 437604 w 609687"/>
                  <a:gd name="connsiteY24" fmla="*/ 27292 h 94479"/>
                  <a:gd name="connsiteX25" fmla="*/ 438594 w 609687"/>
                  <a:gd name="connsiteY25" fmla="*/ 34583 h 94479"/>
                  <a:gd name="connsiteX26" fmla="*/ 441667 w 609687"/>
                  <a:gd name="connsiteY26" fmla="*/ 40521 h 94479"/>
                  <a:gd name="connsiteX27" fmla="*/ 446667 w 609687"/>
                  <a:gd name="connsiteY27" fmla="*/ 44635 h 94479"/>
                  <a:gd name="connsiteX28" fmla="*/ 453750 w 609687"/>
                  <a:gd name="connsiteY28" fmla="*/ 46146 h 94479"/>
                  <a:gd name="connsiteX29" fmla="*/ 460156 w 609687"/>
                  <a:gd name="connsiteY29" fmla="*/ 44687 h 94479"/>
                  <a:gd name="connsiteX30" fmla="*/ 465209 w 609687"/>
                  <a:gd name="connsiteY30" fmla="*/ 40833 h 94479"/>
                  <a:gd name="connsiteX31" fmla="*/ 468594 w 609687"/>
                  <a:gd name="connsiteY31" fmla="*/ 35104 h 94479"/>
                  <a:gd name="connsiteX32" fmla="*/ 469792 w 609687"/>
                  <a:gd name="connsiteY32" fmla="*/ 28229 h 94479"/>
                  <a:gd name="connsiteX33" fmla="*/ 468594 w 609687"/>
                  <a:gd name="connsiteY33" fmla="*/ 20417 h 94479"/>
                  <a:gd name="connsiteX34" fmla="*/ 465313 w 609687"/>
                  <a:gd name="connsiteY34" fmla="*/ 14062 h 94479"/>
                  <a:gd name="connsiteX35" fmla="*/ 460313 w 609687"/>
                  <a:gd name="connsiteY35" fmla="*/ 9896 h 94479"/>
                  <a:gd name="connsiteX36" fmla="*/ 453855 w 609687"/>
                  <a:gd name="connsiteY36" fmla="*/ 8333 h 94479"/>
                  <a:gd name="connsiteX37" fmla="*/ 584271 w 609687"/>
                  <a:gd name="connsiteY37" fmla="*/ 7187 h 94479"/>
                  <a:gd name="connsiteX38" fmla="*/ 575469 w 609687"/>
                  <a:gd name="connsiteY38" fmla="*/ 10833 h 94479"/>
                  <a:gd name="connsiteX39" fmla="*/ 570729 w 609687"/>
                  <a:gd name="connsiteY39" fmla="*/ 19583 h 94479"/>
                  <a:gd name="connsiteX40" fmla="*/ 568698 w 609687"/>
                  <a:gd name="connsiteY40" fmla="*/ 30573 h 94479"/>
                  <a:gd name="connsiteX41" fmla="*/ 568334 w 609687"/>
                  <a:gd name="connsiteY41" fmla="*/ 40729 h 94479"/>
                  <a:gd name="connsiteX42" fmla="*/ 568698 w 609687"/>
                  <a:gd name="connsiteY42" fmla="*/ 50781 h 94479"/>
                  <a:gd name="connsiteX43" fmla="*/ 570729 w 609687"/>
                  <a:gd name="connsiteY43" fmla="*/ 61667 h 94479"/>
                  <a:gd name="connsiteX44" fmla="*/ 575469 w 609687"/>
                  <a:gd name="connsiteY44" fmla="*/ 70312 h 94479"/>
                  <a:gd name="connsiteX45" fmla="*/ 584271 w 609687"/>
                  <a:gd name="connsiteY45" fmla="*/ 73854 h 94479"/>
                  <a:gd name="connsiteX46" fmla="*/ 593229 w 609687"/>
                  <a:gd name="connsiteY46" fmla="*/ 70312 h 94479"/>
                  <a:gd name="connsiteX47" fmla="*/ 598230 w 609687"/>
                  <a:gd name="connsiteY47" fmla="*/ 61667 h 94479"/>
                  <a:gd name="connsiteX48" fmla="*/ 600521 w 609687"/>
                  <a:gd name="connsiteY48" fmla="*/ 50781 h 94479"/>
                  <a:gd name="connsiteX49" fmla="*/ 601042 w 609687"/>
                  <a:gd name="connsiteY49" fmla="*/ 40729 h 94479"/>
                  <a:gd name="connsiteX50" fmla="*/ 600521 w 609687"/>
                  <a:gd name="connsiteY50" fmla="*/ 30573 h 94479"/>
                  <a:gd name="connsiteX51" fmla="*/ 598230 w 609687"/>
                  <a:gd name="connsiteY51" fmla="*/ 19583 h 94479"/>
                  <a:gd name="connsiteX52" fmla="*/ 593229 w 609687"/>
                  <a:gd name="connsiteY52" fmla="*/ 10833 h 94479"/>
                  <a:gd name="connsiteX53" fmla="*/ 584271 w 609687"/>
                  <a:gd name="connsiteY53" fmla="*/ 7187 h 94479"/>
                  <a:gd name="connsiteX54" fmla="*/ 245729 w 609687"/>
                  <a:gd name="connsiteY54" fmla="*/ 7187 h 94479"/>
                  <a:gd name="connsiteX55" fmla="*/ 236927 w 609687"/>
                  <a:gd name="connsiteY55" fmla="*/ 10833 h 94479"/>
                  <a:gd name="connsiteX56" fmla="*/ 232188 w 609687"/>
                  <a:gd name="connsiteY56" fmla="*/ 19583 h 94479"/>
                  <a:gd name="connsiteX57" fmla="*/ 230156 w 609687"/>
                  <a:gd name="connsiteY57" fmla="*/ 30573 h 94479"/>
                  <a:gd name="connsiteX58" fmla="*/ 229792 w 609687"/>
                  <a:gd name="connsiteY58" fmla="*/ 40729 h 94479"/>
                  <a:gd name="connsiteX59" fmla="*/ 230156 w 609687"/>
                  <a:gd name="connsiteY59" fmla="*/ 50781 h 94479"/>
                  <a:gd name="connsiteX60" fmla="*/ 232188 w 609687"/>
                  <a:gd name="connsiteY60" fmla="*/ 61667 h 94479"/>
                  <a:gd name="connsiteX61" fmla="*/ 236927 w 609687"/>
                  <a:gd name="connsiteY61" fmla="*/ 70312 h 94479"/>
                  <a:gd name="connsiteX62" fmla="*/ 245729 w 609687"/>
                  <a:gd name="connsiteY62" fmla="*/ 73854 h 94479"/>
                  <a:gd name="connsiteX63" fmla="*/ 254688 w 609687"/>
                  <a:gd name="connsiteY63" fmla="*/ 70312 h 94479"/>
                  <a:gd name="connsiteX64" fmla="*/ 259688 w 609687"/>
                  <a:gd name="connsiteY64" fmla="*/ 61667 h 94479"/>
                  <a:gd name="connsiteX65" fmla="*/ 261979 w 609687"/>
                  <a:gd name="connsiteY65" fmla="*/ 50781 h 94479"/>
                  <a:gd name="connsiteX66" fmla="*/ 262500 w 609687"/>
                  <a:gd name="connsiteY66" fmla="*/ 40729 h 94479"/>
                  <a:gd name="connsiteX67" fmla="*/ 261979 w 609687"/>
                  <a:gd name="connsiteY67" fmla="*/ 30573 h 94479"/>
                  <a:gd name="connsiteX68" fmla="*/ 259688 w 609687"/>
                  <a:gd name="connsiteY68" fmla="*/ 19583 h 94479"/>
                  <a:gd name="connsiteX69" fmla="*/ 254688 w 609687"/>
                  <a:gd name="connsiteY69" fmla="*/ 10833 h 94479"/>
                  <a:gd name="connsiteX70" fmla="*/ 245729 w 609687"/>
                  <a:gd name="connsiteY70" fmla="*/ 7187 h 94479"/>
                  <a:gd name="connsiteX71" fmla="*/ 500313 w 609687"/>
                  <a:gd name="connsiteY71" fmla="*/ 3125 h 94479"/>
                  <a:gd name="connsiteX72" fmla="*/ 540001 w 609687"/>
                  <a:gd name="connsiteY72" fmla="*/ 3125 h 94479"/>
                  <a:gd name="connsiteX73" fmla="*/ 540001 w 609687"/>
                  <a:gd name="connsiteY73" fmla="*/ 10208 h 94479"/>
                  <a:gd name="connsiteX74" fmla="*/ 506667 w 609687"/>
                  <a:gd name="connsiteY74" fmla="*/ 10208 h 94479"/>
                  <a:gd name="connsiteX75" fmla="*/ 505209 w 609687"/>
                  <a:gd name="connsiteY75" fmla="*/ 35833 h 94479"/>
                  <a:gd name="connsiteX76" fmla="*/ 512032 w 609687"/>
                  <a:gd name="connsiteY76" fmla="*/ 30781 h 94479"/>
                  <a:gd name="connsiteX77" fmla="*/ 522084 w 609687"/>
                  <a:gd name="connsiteY77" fmla="*/ 28958 h 94479"/>
                  <a:gd name="connsiteX78" fmla="*/ 530521 w 609687"/>
                  <a:gd name="connsiteY78" fmla="*/ 30573 h 94479"/>
                  <a:gd name="connsiteX79" fmla="*/ 537500 w 609687"/>
                  <a:gd name="connsiteY79" fmla="*/ 35416 h 94479"/>
                  <a:gd name="connsiteX80" fmla="*/ 542188 w 609687"/>
                  <a:gd name="connsiteY80" fmla="*/ 43490 h 94479"/>
                  <a:gd name="connsiteX81" fmla="*/ 543959 w 609687"/>
                  <a:gd name="connsiteY81" fmla="*/ 54896 h 94479"/>
                  <a:gd name="connsiteX82" fmla="*/ 542240 w 609687"/>
                  <a:gd name="connsiteY82" fmla="*/ 65417 h 94479"/>
                  <a:gd name="connsiteX83" fmla="*/ 537396 w 609687"/>
                  <a:gd name="connsiteY83" fmla="*/ 73646 h 94479"/>
                  <a:gd name="connsiteX84" fmla="*/ 529740 w 609687"/>
                  <a:gd name="connsiteY84" fmla="*/ 79010 h 94479"/>
                  <a:gd name="connsiteX85" fmla="*/ 519896 w 609687"/>
                  <a:gd name="connsiteY85" fmla="*/ 80937 h 94479"/>
                  <a:gd name="connsiteX86" fmla="*/ 503230 w 609687"/>
                  <a:gd name="connsiteY86" fmla="*/ 75729 h 94479"/>
                  <a:gd name="connsiteX87" fmla="*/ 495938 w 609687"/>
                  <a:gd name="connsiteY87" fmla="*/ 60625 h 94479"/>
                  <a:gd name="connsiteX88" fmla="*/ 504167 w 609687"/>
                  <a:gd name="connsiteY88" fmla="*/ 60625 h 94479"/>
                  <a:gd name="connsiteX89" fmla="*/ 509480 w 609687"/>
                  <a:gd name="connsiteY89" fmla="*/ 70469 h 94479"/>
                  <a:gd name="connsiteX90" fmla="*/ 520209 w 609687"/>
                  <a:gd name="connsiteY90" fmla="*/ 73958 h 94479"/>
                  <a:gd name="connsiteX91" fmla="*/ 531198 w 609687"/>
                  <a:gd name="connsiteY91" fmla="*/ 68854 h 94479"/>
                  <a:gd name="connsiteX92" fmla="*/ 535626 w 609687"/>
                  <a:gd name="connsiteY92" fmla="*/ 55000 h 94479"/>
                  <a:gd name="connsiteX93" fmla="*/ 531251 w 609687"/>
                  <a:gd name="connsiteY93" fmla="*/ 40625 h 94479"/>
                  <a:gd name="connsiteX94" fmla="*/ 520313 w 609687"/>
                  <a:gd name="connsiteY94" fmla="*/ 35833 h 94479"/>
                  <a:gd name="connsiteX95" fmla="*/ 511146 w 609687"/>
                  <a:gd name="connsiteY95" fmla="*/ 38490 h 94479"/>
                  <a:gd name="connsiteX96" fmla="*/ 505938 w 609687"/>
                  <a:gd name="connsiteY96" fmla="*/ 45729 h 94479"/>
                  <a:gd name="connsiteX97" fmla="*/ 505625 w 609687"/>
                  <a:gd name="connsiteY97" fmla="*/ 46562 h 94479"/>
                  <a:gd name="connsiteX98" fmla="*/ 505313 w 609687"/>
                  <a:gd name="connsiteY98" fmla="*/ 47083 h 94479"/>
                  <a:gd name="connsiteX99" fmla="*/ 504740 w 609687"/>
                  <a:gd name="connsiteY99" fmla="*/ 47396 h 94479"/>
                  <a:gd name="connsiteX100" fmla="*/ 503855 w 609687"/>
                  <a:gd name="connsiteY100" fmla="*/ 47500 h 94479"/>
                  <a:gd name="connsiteX101" fmla="*/ 498855 w 609687"/>
                  <a:gd name="connsiteY101" fmla="*/ 47500 h 94479"/>
                  <a:gd name="connsiteX102" fmla="*/ 497709 w 609687"/>
                  <a:gd name="connsiteY102" fmla="*/ 47239 h 94479"/>
                  <a:gd name="connsiteX103" fmla="*/ 497500 w 609687"/>
                  <a:gd name="connsiteY103" fmla="*/ 45938 h 94479"/>
                  <a:gd name="connsiteX104" fmla="*/ 498646 w 609687"/>
                  <a:gd name="connsiteY104" fmla="*/ 5104 h 94479"/>
                  <a:gd name="connsiteX105" fmla="*/ 499011 w 609687"/>
                  <a:gd name="connsiteY105" fmla="*/ 3542 h 94479"/>
                  <a:gd name="connsiteX106" fmla="*/ 500313 w 609687"/>
                  <a:gd name="connsiteY106" fmla="*/ 3125 h 94479"/>
                  <a:gd name="connsiteX107" fmla="*/ 344063 w 609687"/>
                  <a:gd name="connsiteY107" fmla="*/ 3125 h 94479"/>
                  <a:gd name="connsiteX108" fmla="*/ 383750 w 609687"/>
                  <a:gd name="connsiteY108" fmla="*/ 3125 h 94479"/>
                  <a:gd name="connsiteX109" fmla="*/ 383750 w 609687"/>
                  <a:gd name="connsiteY109" fmla="*/ 10208 h 94479"/>
                  <a:gd name="connsiteX110" fmla="*/ 350417 w 609687"/>
                  <a:gd name="connsiteY110" fmla="*/ 10208 h 94479"/>
                  <a:gd name="connsiteX111" fmla="*/ 348959 w 609687"/>
                  <a:gd name="connsiteY111" fmla="*/ 35833 h 94479"/>
                  <a:gd name="connsiteX112" fmla="*/ 355782 w 609687"/>
                  <a:gd name="connsiteY112" fmla="*/ 30781 h 94479"/>
                  <a:gd name="connsiteX113" fmla="*/ 365834 w 609687"/>
                  <a:gd name="connsiteY113" fmla="*/ 28958 h 94479"/>
                  <a:gd name="connsiteX114" fmla="*/ 374271 w 609687"/>
                  <a:gd name="connsiteY114" fmla="*/ 30573 h 94479"/>
                  <a:gd name="connsiteX115" fmla="*/ 381250 w 609687"/>
                  <a:gd name="connsiteY115" fmla="*/ 35416 h 94479"/>
                  <a:gd name="connsiteX116" fmla="*/ 385938 w 609687"/>
                  <a:gd name="connsiteY116" fmla="*/ 43490 h 94479"/>
                  <a:gd name="connsiteX117" fmla="*/ 387709 w 609687"/>
                  <a:gd name="connsiteY117" fmla="*/ 54896 h 94479"/>
                  <a:gd name="connsiteX118" fmla="*/ 385990 w 609687"/>
                  <a:gd name="connsiteY118" fmla="*/ 65417 h 94479"/>
                  <a:gd name="connsiteX119" fmla="*/ 381146 w 609687"/>
                  <a:gd name="connsiteY119" fmla="*/ 73646 h 94479"/>
                  <a:gd name="connsiteX120" fmla="*/ 373490 w 609687"/>
                  <a:gd name="connsiteY120" fmla="*/ 79010 h 94479"/>
                  <a:gd name="connsiteX121" fmla="*/ 363646 w 609687"/>
                  <a:gd name="connsiteY121" fmla="*/ 80937 h 94479"/>
                  <a:gd name="connsiteX122" fmla="*/ 346979 w 609687"/>
                  <a:gd name="connsiteY122" fmla="*/ 75729 h 94479"/>
                  <a:gd name="connsiteX123" fmla="*/ 339688 w 609687"/>
                  <a:gd name="connsiteY123" fmla="*/ 60625 h 94479"/>
                  <a:gd name="connsiteX124" fmla="*/ 347917 w 609687"/>
                  <a:gd name="connsiteY124" fmla="*/ 60625 h 94479"/>
                  <a:gd name="connsiteX125" fmla="*/ 353230 w 609687"/>
                  <a:gd name="connsiteY125" fmla="*/ 70469 h 94479"/>
                  <a:gd name="connsiteX126" fmla="*/ 363958 w 609687"/>
                  <a:gd name="connsiteY126" fmla="*/ 73958 h 94479"/>
                  <a:gd name="connsiteX127" fmla="*/ 374948 w 609687"/>
                  <a:gd name="connsiteY127" fmla="*/ 68854 h 94479"/>
                  <a:gd name="connsiteX128" fmla="*/ 379375 w 609687"/>
                  <a:gd name="connsiteY128" fmla="*/ 55000 h 94479"/>
                  <a:gd name="connsiteX129" fmla="*/ 375000 w 609687"/>
                  <a:gd name="connsiteY129" fmla="*/ 40625 h 94479"/>
                  <a:gd name="connsiteX130" fmla="*/ 364063 w 609687"/>
                  <a:gd name="connsiteY130" fmla="*/ 35833 h 94479"/>
                  <a:gd name="connsiteX131" fmla="*/ 354896 w 609687"/>
                  <a:gd name="connsiteY131" fmla="*/ 38490 h 94479"/>
                  <a:gd name="connsiteX132" fmla="*/ 349688 w 609687"/>
                  <a:gd name="connsiteY132" fmla="*/ 45729 h 94479"/>
                  <a:gd name="connsiteX133" fmla="*/ 349375 w 609687"/>
                  <a:gd name="connsiteY133" fmla="*/ 46562 h 94479"/>
                  <a:gd name="connsiteX134" fmla="*/ 349063 w 609687"/>
                  <a:gd name="connsiteY134" fmla="*/ 47083 h 94479"/>
                  <a:gd name="connsiteX135" fmla="*/ 348490 w 609687"/>
                  <a:gd name="connsiteY135" fmla="*/ 47396 h 94479"/>
                  <a:gd name="connsiteX136" fmla="*/ 347605 w 609687"/>
                  <a:gd name="connsiteY136" fmla="*/ 47500 h 94479"/>
                  <a:gd name="connsiteX137" fmla="*/ 342605 w 609687"/>
                  <a:gd name="connsiteY137" fmla="*/ 47500 h 94479"/>
                  <a:gd name="connsiteX138" fmla="*/ 341459 w 609687"/>
                  <a:gd name="connsiteY138" fmla="*/ 47239 h 94479"/>
                  <a:gd name="connsiteX139" fmla="*/ 341250 w 609687"/>
                  <a:gd name="connsiteY139" fmla="*/ 45938 h 94479"/>
                  <a:gd name="connsiteX140" fmla="*/ 342396 w 609687"/>
                  <a:gd name="connsiteY140" fmla="*/ 5104 h 94479"/>
                  <a:gd name="connsiteX141" fmla="*/ 342761 w 609687"/>
                  <a:gd name="connsiteY141" fmla="*/ 3542 h 94479"/>
                  <a:gd name="connsiteX142" fmla="*/ 344063 w 609687"/>
                  <a:gd name="connsiteY142" fmla="*/ 3125 h 94479"/>
                  <a:gd name="connsiteX143" fmla="*/ 122709 w 609687"/>
                  <a:gd name="connsiteY143" fmla="*/ 3125 h 94479"/>
                  <a:gd name="connsiteX144" fmla="*/ 162396 w 609687"/>
                  <a:gd name="connsiteY144" fmla="*/ 3125 h 94479"/>
                  <a:gd name="connsiteX145" fmla="*/ 162396 w 609687"/>
                  <a:gd name="connsiteY145" fmla="*/ 10208 h 94479"/>
                  <a:gd name="connsiteX146" fmla="*/ 129063 w 609687"/>
                  <a:gd name="connsiteY146" fmla="*/ 10208 h 94479"/>
                  <a:gd name="connsiteX147" fmla="*/ 127604 w 609687"/>
                  <a:gd name="connsiteY147" fmla="*/ 35833 h 94479"/>
                  <a:gd name="connsiteX148" fmla="*/ 134427 w 609687"/>
                  <a:gd name="connsiteY148" fmla="*/ 30781 h 94479"/>
                  <a:gd name="connsiteX149" fmla="*/ 144479 w 609687"/>
                  <a:gd name="connsiteY149" fmla="*/ 28958 h 94479"/>
                  <a:gd name="connsiteX150" fmla="*/ 152917 w 609687"/>
                  <a:gd name="connsiteY150" fmla="*/ 30573 h 94479"/>
                  <a:gd name="connsiteX151" fmla="*/ 159896 w 609687"/>
                  <a:gd name="connsiteY151" fmla="*/ 35416 h 94479"/>
                  <a:gd name="connsiteX152" fmla="*/ 164584 w 609687"/>
                  <a:gd name="connsiteY152" fmla="*/ 43490 h 94479"/>
                  <a:gd name="connsiteX153" fmla="*/ 166354 w 609687"/>
                  <a:gd name="connsiteY153" fmla="*/ 54896 h 94479"/>
                  <a:gd name="connsiteX154" fmla="*/ 164636 w 609687"/>
                  <a:gd name="connsiteY154" fmla="*/ 65417 h 94479"/>
                  <a:gd name="connsiteX155" fmla="*/ 159792 w 609687"/>
                  <a:gd name="connsiteY155" fmla="*/ 73646 h 94479"/>
                  <a:gd name="connsiteX156" fmla="*/ 152136 w 609687"/>
                  <a:gd name="connsiteY156" fmla="*/ 79010 h 94479"/>
                  <a:gd name="connsiteX157" fmla="*/ 142292 w 609687"/>
                  <a:gd name="connsiteY157" fmla="*/ 80937 h 94479"/>
                  <a:gd name="connsiteX158" fmla="*/ 125625 w 609687"/>
                  <a:gd name="connsiteY158" fmla="*/ 75729 h 94479"/>
                  <a:gd name="connsiteX159" fmla="*/ 118334 w 609687"/>
                  <a:gd name="connsiteY159" fmla="*/ 60625 h 94479"/>
                  <a:gd name="connsiteX160" fmla="*/ 126563 w 609687"/>
                  <a:gd name="connsiteY160" fmla="*/ 60625 h 94479"/>
                  <a:gd name="connsiteX161" fmla="*/ 131875 w 609687"/>
                  <a:gd name="connsiteY161" fmla="*/ 70469 h 94479"/>
                  <a:gd name="connsiteX162" fmla="*/ 142604 w 609687"/>
                  <a:gd name="connsiteY162" fmla="*/ 73958 h 94479"/>
                  <a:gd name="connsiteX163" fmla="*/ 153594 w 609687"/>
                  <a:gd name="connsiteY163" fmla="*/ 68854 h 94479"/>
                  <a:gd name="connsiteX164" fmla="*/ 158021 w 609687"/>
                  <a:gd name="connsiteY164" fmla="*/ 55000 h 94479"/>
                  <a:gd name="connsiteX165" fmla="*/ 153646 w 609687"/>
                  <a:gd name="connsiteY165" fmla="*/ 40625 h 94479"/>
                  <a:gd name="connsiteX166" fmla="*/ 142709 w 609687"/>
                  <a:gd name="connsiteY166" fmla="*/ 35833 h 94479"/>
                  <a:gd name="connsiteX167" fmla="*/ 133542 w 609687"/>
                  <a:gd name="connsiteY167" fmla="*/ 38490 h 94479"/>
                  <a:gd name="connsiteX168" fmla="*/ 128334 w 609687"/>
                  <a:gd name="connsiteY168" fmla="*/ 45729 h 94479"/>
                  <a:gd name="connsiteX169" fmla="*/ 128021 w 609687"/>
                  <a:gd name="connsiteY169" fmla="*/ 46562 h 94479"/>
                  <a:gd name="connsiteX170" fmla="*/ 127709 w 609687"/>
                  <a:gd name="connsiteY170" fmla="*/ 47083 h 94479"/>
                  <a:gd name="connsiteX171" fmla="*/ 127136 w 609687"/>
                  <a:gd name="connsiteY171" fmla="*/ 47396 h 94479"/>
                  <a:gd name="connsiteX172" fmla="*/ 126250 w 609687"/>
                  <a:gd name="connsiteY172" fmla="*/ 47500 h 94479"/>
                  <a:gd name="connsiteX173" fmla="*/ 121250 w 609687"/>
                  <a:gd name="connsiteY173" fmla="*/ 47500 h 94479"/>
                  <a:gd name="connsiteX174" fmla="*/ 120104 w 609687"/>
                  <a:gd name="connsiteY174" fmla="*/ 47239 h 94479"/>
                  <a:gd name="connsiteX175" fmla="*/ 119896 w 609687"/>
                  <a:gd name="connsiteY175" fmla="*/ 45938 h 94479"/>
                  <a:gd name="connsiteX176" fmla="*/ 121042 w 609687"/>
                  <a:gd name="connsiteY176" fmla="*/ 5104 h 94479"/>
                  <a:gd name="connsiteX177" fmla="*/ 121406 w 609687"/>
                  <a:gd name="connsiteY177" fmla="*/ 3542 h 94479"/>
                  <a:gd name="connsiteX178" fmla="*/ 122709 w 609687"/>
                  <a:gd name="connsiteY178" fmla="*/ 3125 h 94479"/>
                  <a:gd name="connsiteX179" fmla="*/ 0 w 609687"/>
                  <a:gd name="connsiteY179" fmla="*/ 3125 h 94479"/>
                  <a:gd name="connsiteX180" fmla="*/ 45000 w 609687"/>
                  <a:gd name="connsiteY180" fmla="*/ 3125 h 94479"/>
                  <a:gd name="connsiteX181" fmla="*/ 46511 w 609687"/>
                  <a:gd name="connsiteY181" fmla="*/ 3594 h 94479"/>
                  <a:gd name="connsiteX182" fmla="*/ 46979 w 609687"/>
                  <a:gd name="connsiteY182" fmla="*/ 5104 h 94479"/>
                  <a:gd name="connsiteX183" fmla="*/ 46979 w 609687"/>
                  <a:gd name="connsiteY183" fmla="*/ 9062 h 94479"/>
                  <a:gd name="connsiteX184" fmla="*/ 46719 w 609687"/>
                  <a:gd name="connsiteY184" fmla="*/ 10625 h 94479"/>
                  <a:gd name="connsiteX185" fmla="*/ 46146 w 609687"/>
                  <a:gd name="connsiteY185" fmla="*/ 11979 h 94479"/>
                  <a:gd name="connsiteX186" fmla="*/ 18958 w 609687"/>
                  <a:gd name="connsiteY186" fmla="*/ 79167 h 94479"/>
                  <a:gd name="connsiteX187" fmla="*/ 9688 w 609687"/>
                  <a:gd name="connsiteY187" fmla="*/ 79167 h 94479"/>
                  <a:gd name="connsiteX188" fmla="*/ 38229 w 609687"/>
                  <a:gd name="connsiteY188" fmla="*/ 10312 h 94479"/>
                  <a:gd name="connsiteX189" fmla="*/ 0 w 609687"/>
                  <a:gd name="connsiteY189" fmla="*/ 10312 h 94479"/>
                  <a:gd name="connsiteX190" fmla="*/ 453334 w 609687"/>
                  <a:gd name="connsiteY190" fmla="*/ 1354 h 94479"/>
                  <a:gd name="connsiteX191" fmla="*/ 462917 w 609687"/>
                  <a:gd name="connsiteY191" fmla="*/ 2917 h 94479"/>
                  <a:gd name="connsiteX192" fmla="*/ 471146 w 609687"/>
                  <a:gd name="connsiteY192" fmla="*/ 8646 h 94479"/>
                  <a:gd name="connsiteX193" fmla="*/ 476823 w 609687"/>
                  <a:gd name="connsiteY193" fmla="*/ 20156 h 94479"/>
                  <a:gd name="connsiteX194" fmla="*/ 478959 w 609687"/>
                  <a:gd name="connsiteY194" fmla="*/ 38958 h 94479"/>
                  <a:gd name="connsiteX195" fmla="*/ 471980 w 609687"/>
                  <a:gd name="connsiteY195" fmla="*/ 70365 h 94479"/>
                  <a:gd name="connsiteX196" fmla="*/ 453021 w 609687"/>
                  <a:gd name="connsiteY196" fmla="*/ 80833 h 94479"/>
                  <a:gd name="connsiteX197" fmla="*/ 437552 w 609687"/>
                  <a:gd name="connsiteY197" fmla="*/ 75521 h 94479"/>
                  <a:gd name="connsiteX198" fmla="*/ 430730 w 609687"/>
                  <a:gd name="connsiteY198" fmla="*/ 61042 h 94479"/>
                  <a:gd name="connsiteX199" fmla="*/ 438959 w 609687"/>
                  <a:gd name="connsiteY199" fmla="*/ 61042 h 94479"/>
                  <a:gd name="connsiteX200" fmla="*/ 443490 w 609687"/>
                  <a:gd name="connsiteY200" fmla="*/ 70417 h 94479"/>
                  <a:gd name="connsiteX201" fmla="*/ 453438 w 609687"/>
                  <a:gd name="connsiteY201" fmla="*/ 73854 h 94479"/>
                  <a:gd name="connsiteX202" fmla="*/ 462448 w 609687"/>
                  <a:gd name="connsiteY202" fmla="*/ 70729 h 94479"/>
                  <a:gd name="connsiteX203" fmla="*/ 468125 w 609687"/>
                  <a:gd name="connsiteY203" fmla="*/ 62604 h 94479"/>
                  <a:gd name="connsiteX204" fmla="*/ 470990 w 609687"/>
                  <a:gd name="connsiteY204" fmla="*/ 51562 h 94479"/>
                  <a:gd name="connsiteX205" fmla="*/ 471771 w 609687"/>
                  <a:gd name="connsiteY205" fmla="*/ 39375 h 94479"/>
                  <a:gd name="connsiteX206" fmla="*/ 464167 w 609687"/>
                  <a:gd name="connsiteY206" fmla="*/ 49375 h 94479"/>
                  <a:gd name="connsiteX207" fmla="*/ 452084 w 609687"/>
                  <a:gd name="connsiteY207" fmla="*/ 52604 h 94479"/>
                  <a:gd name="connsiteX208" fmla="*/ 435573 w 609687"/>
                  <a:gd name="connsiteY208" fmla="*/ 45625 h 94479"/>
                  <a:gd name="connsiteX209" fmla="*/ 429375 w 609687"/>
                  <a:gd name="connsiteY209" fmla="*/ 27083 h 94479"/>
                  <a:gd name="connsiteX210" fmla="*/ 430990 w 609687"/>
                  <a:gd name="connsiteY210" fmla="*/ 17083 h 94479"/>
                  <a:gd name="connsiteX211" fmla="*/ 435730 w 609687"/>
                  <a:gd name="connsiteY211" fmla="*/ 8854 h 94479"/>
                  <a:gd name="connsiteX212" fmla="*/ 443282 w 609687"/>
                  <a:gd name="connsiteY212" fmla="*/ 3385 h 94479"/>
                  <a:gd name="connsiteX213" fmla="*/ 453334 w 609687"/>
                  <a:gd name="connsiteY213" fmla="*/ 1354 h 94479"/>
                  <a:gd name="connsiteX214" fmla="*/ 296354 w 609687"/>
                  <a:gd name="connsiteY214" fmla="*/ 1354 h 94479"/>
                  <a:gd name="connsiteX215" fmla="*/ 312396 w 609687"/>
                  <a:gd name="connsiteY215" fmla="*/ 6458 h 94479"/>
                  <a:gd name="connsiteX216" fmla="*/ 318854 w 609687"/>
                  <a:gd name="connsiteY216" fmla="*/ 21458 h 94479"/>
                  <a:gd name="connsiteX217" fmla="*/ 314740 w 609687"/>
                  <a:gd name="connsiteY217" fmla="*/ 35312 h 94479"/>
                  <a:gd name="connsiteX218" fmla="*/ 304896 w 609687"/>
                  <a:gd name="connsiteY218" fmla="*/ 49271 h 94479"/>
                  <a:gd name="connsiteX219" fmla="*/ 293021 w 609687"/>
                  <a:gd name="connsiteY219" fmla="*/ 61979 h 94479"/>
                  <a:gd name="connsiteX220" fmla="*/ 282813 w 609687"/>
                  <a:gd name="connsiteY220" fmla="*/ 71979 h 94479"/>
                  <a:gd name="connsiteX221" fmla="*/ 320521 w 609687"/>
                  <a:gd name="connsiteY221" fmla="*/ 71979 h 94479"/>
                  <a:gd name="connsiteX222" fmla="*/ 320521 w 609687"/>
                  <a:gd name="connsiteY222" fmla="*/ 79167 h 94479"/>
                  <a:gd name="connsiteX223" fmla="*/ 274792 w 609687"/>
                  <a:gd name="connsiteY223" fmla="*/ 79167 h 94479"/>
                  <a:gd name="connsiteX224" fmla="*/ 273594 w 609687"/>
                  <a:gd name="connsiteY224" fmla="*/ 78854 h 94479"/>
                  <a:gd name="connsiteX225" fmla="*/ 273334 w 609687"/>
                  <a:gd name="connsiteY225" fmla="*/ 77604 h 94479"/>
                  <a:gd name="connsiteX226" fmla="*/ 273334 w 609687"/>
                  <a:gd name="connsiteY226" fmla="*/ 71354 h 94479"/>
                  <a:gd name="connsiteX227" fmla="*/ 277656 w 609687"/>
                  <a:gd name="connsiteY227" fmla="*/ 67187 h 94479"/>
                  <a:gd name="connsiteX228" fmla="*/ 283230 w 609687"/>
                  <a:gd name="connsiteY228" fmla="*/ 61667 h 94479"/>
                  <a:gd name="connsiteX229" fmla="*/ 289271 w 609687"/>
                  <a:gd name="connsiteY229" fmla="*/ 55208 h 94479"/>
                  <a:gd name="connsiteX230" fmla="*/ 295417 w 609687"/>
                  <a:gd name="connsiteY230" fmla="*/ 48125 h 94479"/>
                  <a:gd name="connsiteX231" fmla="*/ 301146 w 609687"/>
                  <a:gd name="connsiteY231" fmla="*/ 40990 h 94479"/>
                  <a:gd name="connsiteX232" fmla="*/ 305834 w 609687"/>
                  <a:gd name="connsiteY232" fmla="*/ 34062 h 94479"/>
                  <a:gd name="connsiteX233" fmla="*/ 309115 w 609687"/>
                  <a:gd name="connsiteY233" fmla="*/ 27604 h 94479"/>
                  <a:gd name="connsiteX234" fmla="*/ 310313 w 609687"/>
                  <a:gd name="connsiteY234" fmla="*/ 22083 h 94479"/>
                  <a:gd name="connsiteX235" fmla="*/ 306355 w 609687"/>
                  <a:gd name="connsiteY235" fmla="*/ 11927 h 94479"/>
                  <a:gd name="connsiteX236" fmla="*/ 296146 w 609687"/>
                  <a:gd name="connsiteY236" fmla="*/ 8542 h 94479"/>
                  <a:gd name="connsiteX237" fmla="*/ 286302 w 609687"/>
                  <a:gd name="connsiteY237" fmla="*/ 12708 h 94479"/>
                  <a:gd name="connsiteX238" fmla="*/ 282500 w 609687"/>
                  <a:gd name="connsiteY238" fmla="*/ 23542 h 94479"/>
                  <a:gd name="connsiteX239" fmla="*/ 273959 w 609687"/>
                  <a:gd name="connsiteY239" fmla="*/ 23542 h 94479"/>
                  <a:gd name="connsiteX240" fmla="*/ 275625 w 609687"/>
                  <a:gd name="connsiteY240" fmla="*/ 14427 h 94479"/>
                  <a:gd name="connsiteX241" fmla="*/ 280313 w 609687"/>
                  <a:gd name="connsiteY241" fmla="*/ 7396 h 94479"/>
                  <a:gd name="connsiteX242" fmla="*/ 287448 w 609687"/>
                  <a:gd name="connsiteY242" fmla="*/ 2917 h 94479"/>
                  <a:gd name="connsiteX243" fmla="*/ 296354 w 609687"/>
                  <a:gd name="connsiteY243" fmla="*/ 1354 h 94479"/>
                  <a:gd name="connsiteX244" fmla="*/ 88021 w 609687"/>
                  <a:gd name="connsiteY244" fmla="*/ 1354 h 94479"/>
                  <a:gd name="connsiteX245" fmla="*/ 104063 w 609687"/>
                  <a:gd name="connsiteY245" fmla="*/ 6458 h 94479"/>
                  <a:gd name="connsiteX246" fmla="*/ 110521 w 609687"/>
                  <a:gd name="connsiteY246" fmla="*/ 21458 h 94479"/>
                  <a:gd name="connsiteX247" fmla="*/ 106406 w 609687"/>
                  <a:gd name="connsiteY247" fmla="*/ 35312 h 94479"/>
                  <a:gd name="connsiteX248" fmla="*/ 96563 w 609687"/>
                  <a:gd name="connsiteY248" fmla="*/ 49271 h 94479"/>
                  <a:gd name="connsiteX249" fmla="*/ 84688 w 609687"/>
                  <a:gd name="connsiteY249" fmla="*/ 61979 h 94479"/>
                  <a:gd name="connsiteX250" fmla="*/ 74479 w 609687"/>
                  <a:gd name="connsiteY250" fmla="*/ 71979 h 94479"/>
                  <a:gd name="connsiteX251" fmla="*/ 112188 w 609687"/>
                  <a:gd name="connsiteY251" fmla="*/ 71979 h 94479"/>
                  <a:gd name="connsiteX252" fmla="*/ 112188 w 609687"/>
                  <a:gd name="connsiteY252" fmla="*/ 79167 h 94479"/>
                  <a:gd name="connsiteX253" fmla="*/ 66458 w 609687"/>
                  <a:gd name="connsiteY253" fmla="*/ 79167 h 94479"/>
                  <a:gd name="connsiteX254" fmla="*/ 65260 w 609687"/>
                  <a:gd name="connsiteY254" fmla="*/ 78854 h 94479"/>
                  <a:gd name="connsiteX255" fmla="*/ 65000 w 609687"/>
                  <a:gd name="connsiteY255" fmla="*/ 77604 h 94479"/>
                  <a:gd name="connsiteX256" fmla="*/ 65000 w 609687"/>
                  <a:gd name="connsiteY256" fmla="*/ 71354 h 94479"/>
                  <a:gd name="connsiteX257" fmla="*/ 69323 w 609687"/>
                  <a:gd name="connsiteY257" fmla="*/ 67187 h 94479"/>
                  <a:gd name="connsiteX258" fmla="*/ 74896 w 609687"/>
                  <a:gd name="connsiteY258" fmla="*/ 61667 h 94479"/>
                  <a:gd name="connsiteX259" fmla="*/ 80938 w 609687"/>
                  <a:gd name="connsiteY259" fmla="*/ 55208 h 94479"/>
                  <a:gd name="connsiteX260" fmla="*/ 87084 w 609687"/>
                  <a:gd name="connsiteY260" fmla="*/ 48125 h 94479"/>
                  <a:gd name="connsiteX261" fmla="*/ 92813 w 609687"/>
                  <a:gd name="connsiteY261" fmla="*/ 40990 h 94479"/>
                  <a:gd name="connsiteX262" fmla="*/ 97500 w 609687"/>
                  <a:gd name="connsiteY262" fmla="*/ 34062 h 94479"/>
                  <a:gd name="connsiteX263" fmla="*/ 100782 w 609687"/>
                  <a:gd name="connsiteY263" fmla="*/ 27604 h 94479"/>
                  <a:gd name="connsiteX264" fmla="*/ 101979 w 609687"/>
                  <a:gd name="connsiteY264" fmla="*/ 22083 h 94479"/>
                  <a:gd name="connsiteX265" fmla="*/ 98021 w 609687"/>
                  <a:gd name="connsiteY265" fmla="*/ 11927 h 94479"/>
                  <a:gd name="connsiteX266" fmla="*/ 87813 w 609687"/>
                  <a:gd name="connsiteY266" fmla="*/ 8542 h 94479"/>
                  <a:gd name="connsiteX267" fmla="*/ 77969 w 609687"/>
                  <a:gd name="connsiteY267" fmla="*/ 12708 h 94479"/>
                  <a:gd name="connsiteX268" fmla="*/ 74167 w 609687"/>
                  <a:gd name="connsiteY268" fmla="*/ 23542 h 94479"/>
                  <a:gd name="connsiteX269" fmla="*/ 65625 w 609687"/>
                  <a:gd name="connsiteY269" fmla="*/ 23542 h 94479"/>
                  <a:gd name="connsiteX270" fmla="*/ 67292 w 609687"/>
                  <a:gd name="connsiteY270" fmla="*/ 14427 h 94479"/>
                  <a:gd name="connsiteX271" fmla="*/ 71979 w 609687"/>
                  <a:gd name="connsiteY271" fmla="*/ 7396 h 94479"/>
                  <a:gd name="connsiteX272" fmla="*/ 79115 w 609687"/>
                  <a:gd name="connsiteY272" fmla="*/ 2917 h 94479"/>
                  <a:gd name="connsiteX273" fmla="*/ 88021 w 609687"/>
                  <a:gd name="connsiteY273" fmla="*/ 1354 h 94479"/>
                  <a:gd name="connsiteX274" fmla="*/ 584271 w 609687"/>
                  <a:gd name="connsiteY274" fmla="*/ 0 h 94479"/>
                  <a:gd name="connsiteX275" fmla="*/ 597032 w 609687"/>
                  <a:gd name="connsiteY275" fmla="*/ 3646 h 94479"/>
                  <a:gd name="connsiteX276" fmla="*/ 604792 w 609687"/>
                  <a:gd name="connsiteY276" fmla="*/ 13021 h 94479"/>
                  <a:gd name="connsiteX277" fmla="*/ 608646 w 609687"/>
                  <a:gd name="connsiteY277" fmla="*/ 26146 h 94479"/>
                  <a:gd name="connsiteX278" fmla="*/ 609688 w 609687"/>
                  <a:gd name="connsiteY278" fmla="*/ 40729 h 94479"/>
                  <a:gd name="connsiteX279" fmla="*/ 608646 w 609687"/>
                  <a:gd name="connsiteY279" fmla="*/ 55312 h 94479"/>
                  <a:gd name="connsiteX280" fmla="*/ 604792 w 609687"/>
                  <a:gd name="connsiteY280" fmla="*/ 68333 h 94479"/>
                  <a:gd name="connsiteX281" fmla="*/ 597032 w 609687"/>
                  <a:gd name="connsiteY281" fmla="*/ 77604 h 94479"/>
                  <a:gd name="connsiteX282" fmla="*/ 584271 w 609687"/>
                  <a:gd name="connsiteY282" fmla="*/ 81146 h 94479"/>
                  <a:gd name="connsiteX283" fmla="*/ 571719 w 609687"/>
                  <a:gd name="connsiteY283" fmla="*/ 77604 h 94479"/>
                  <a:gd name="connsiteX284" fmla="*/ 564271 w 609687"/>
                  <a:gd name="connsiteY284" fmla="*/ 68333 h 94479"/>
                  <a:gd name="connsiteX285" fmla="*/ 560625 w 609687"/>
                  <a:gd name="connsiteY285" fmla="*/ 55312 h 94479"/>
                  <a:gd name="connsiteX286" fmla="*/ 559688 w 609687"/>
                  <a:gd name="connsiteY286" fmla="*/ 40729 h 94479"/>
                  <a:gd name="connsiteX287" fmla="*/ 560625 w 609687"/>
                  <a:gd name="connsiteY287" fmla="*/ 26146 h 94479"/>
                  <a:gd name="connsiteX288" fmla="*/ 564271 w 609687"/>
                  <a:gd name="connsiteY288" fmla="*/ 13021 h 94479"/>
                  <a:gd name="connsiteX289" fmla="*/ 571719 w 609687"/>
                  <a:gd name="connsiteY289" fmla="*/ 3646 h 94479"/>
                  <a:gd name="connsiteX290" fmla="*/ 584271 w 609687"/>
                  <a:gd name="connsiteY290" fmla="*/ 0 h 94479"/>
                  <a:gd name="connsiteX291" fmla="*/ 245729 w 609687"/>
                  <a:gd name="connsiteY291" fmla="*/ 0 h 94479"/>
                  <a:gd name="connsiteX292" fmla="*/ 258490 w 609687"/>
                  <a:gd name="connsiteY292" fmla="*/ 3646 h 94479"/>
                  <a:gd name="connsiteX293" fmla="*/ 266250 w 609687"/>
                  <a:gd name="connsiteY293" fmla="*/ 13021 h 94479"/>
                  <a:gd name="connsiteX294" fmla="*/ 270105 w 609687"/>
                  <a:gd name="connsiteY294" fmla="*/ 26146 h 94479"/>
                  <a:gd name="connsiteX295" fmla="*/ 271146 w 609687"/>
                  <a:gd name="connsiteY295" fmla="*/ 40729 h 94479"/>
                  <a:gd name="connsiteX296" fmla="*/ 270105 w 609687"/>
                  <a:gd name="connsiteY296" fmla="*/ 55312 h 94479"/>
                  <a:gd name="connsiteX297" fmla="*/ 266250 w 609687"/>
                  <a:gd name="connsiteY297" fmla="*/ 68333 h 94479"/>
                  <a:gd name="connsiteX298" fmla="*/ 258490 w 609687"/>
                  <a:gd name="connsiteY298" fmla="*/ 77604 h 94479"/>
                  <a:gd name="connsiteX299" fmla="*/ 245729 w 609687"/>
                  <a:gd name="connsiteY299" fmla="*/ 81146 h 94479"/>
                  <a:gd name="connsiteX300" fmla="*/ 233177 w 609687"/>
                  <a:gd name="connsiteY300" fmla="*/ 77604 h 94479"/>
                  <a:gd name="connsiteX301" fmla="*/ 225729 w 609687"/>
                  <a:gd name="connsiteY301" fmla="*/ 68333 h 94479"/>
                  <a:gd name="connsiteX302" fmla="*/ 222083 w 609687"/>
                  <a:gd name="connsiteY302" fmla="*/ 55312 h 94479"/>
                  <a:gd name="connsiteX303" fmla="*/ 221146 w 609687"/>
                  <a:gd name="connsiteY303" fmla="*/ 40729 h 94479"/>
                  <a:gd name="connsiteX304" fmla="*/ 222083 w 609687"/>
                  <a:gd name="connsiteY304" fmla="*/ 26146 h 94479"/>
                  <a:gd name="connsiteX305" fmla="*/ 225729 w 609687"/>
                  <a:gd name="connsiteY305" fmla="*/ 13021 h 94479"/>
                  <a:gd name="connsiteX306" fmla="*/ 233177 w 609687"/>
                  <a:gd name="connsiteY306" fmla="*/ 3646 h 94479"/>
                  <a:gd name="connsiteX307" fmla="*/ 245729 w 609687"/>
                  <a:gd name="connsiteY307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</a:cxnLst>
                <a:rect l="l" t="t" r="r" b="b"/>
                <a:pathLst>
                  <a:path w="609687" h="94479">
                    <a:moveTo>
                      <a:pt x="408021" y="70833"/>
                    </a:moveTo>
                    <a:lnTo>
                      <a:pt x="418750" y="70833"/>
                    </a:lnTo>
                    <a:cubicBezTo>
                      <a:pt x="419167" y="70833"/>
                      <a:pt x="419454" y="70938"/>
                      <a:pt x="419636" y="71146"/>
                    </a:cubicBezTo>
                    <a:cubicBezTo>
                      <a:pt x="419805" y="71354"/>
                      <a:pt x="419896" y="71667"/>
                      <a:pt x="419896" y="72083"/>
                    </a:cubicBezTo>
                    <a:lnTo>
                      <a:pt x="419896" y="78750"/>
                    </a:lnTo>
                    <a:cubicBezTo>
                      <a:pt x="419896" y="83685"/>
                      <a:pt x="418854" y="87435"/>
                      <a:pt x="416771" y="90000"/>
                    </a:cubicBezTo>
                    <a:cubicBezTo>
                      <a:pt x="414688" y="92578"/>
                      <a:pt x="412149" y="94063"/>
                      <a:pt x="409167" y="94479"/>
                    </a:cubicBezTo>
                    <a:lnTo>
                      <a:pt x="409167" y="90833"/>
                    </a:lnTo>
                    <a:cubicBezTo>
                      <a:pt x="410756" y="90417"/>
                      <a:pt x="411928" y="89258"/>
                      <a:pt x="412657" y="87344"/>
                    </a:cubicBezTo>
                    <a:cubicBezTo>
                      <a:pt x="413386" y="85443"/>
                      <a:pt x="413646" y="83515"/>
                      <a:pt x="413438" y="81562"/>
                    </a:cubicBezTo>
                    <a:lnTo>
                      <a:pt x="408021" y="81562"/>
                    </a:lnTo>
                    <a:close/>
                    <a:moveTo>
                      <a:pt x="186667" y="70833"/>
                    </a:moveTo>
                    <a:lnTo>
                      <a:pt x="197396" y="70833"/>
                    </a:lnTo>
                    <a:cubicBezTo>
                      <a:pt x="197813" y="70833"/>
                      <a:pt x="198099" y="70938"/>
                      <a:pt x="198281" y="71146"/>
                    </a:cubicBezTo>
                    <a:cubicBezTo>
                      <a:pt x="198451" y="71354"/>
                      <a:pt x="198542" y="71667"/>
                      <a:pt x="198542" y="72083"/>
                    </a:cubicBezTo>
                    <a:lnTo>
                      <a:pt x="198542" y="78750"/>
                    </a:lnTo>
                    <a:cubicBezTo>
                      <a:pt x="198542" y="83685"/>
                      <a:pt x="197500" y="87435"/>
                      <a:pt x="195417" y="90000"/>
                    </a:cubicBezTo>
                    <a:cubicBezTo>
                      <a:pt x="193333" y="92578"/>
                      <a:pt x="190795" y="94063"/>
                      <a:pt x="187813" y="94479"/>
                    </a:cubicBezTo>
                    <a:lnTo>
                      <a:pt x="187813" y="90833"/>
                    </a:lnTo>
                    <a:cubicBezTo>
                      <a:pt x="189401" y="90417"/>
                      <a:pt x="190573" y="89258"/>
                      <a:pt x="191302" y="87344"/>
                    </a:cubicBezTo>
                    <a:cubicBezTo>
                      <a:pt x="192032" y="85443"/>
                      <a:pt x="192292" y="83515"/>
                      <a:pt x="192084" y="81562"/>
                    </a:cubicBezTo>
                    <a:lnTo>
                      <a:pt x="186667" y="81562"/>
                    </a:lnTo>
                    <a:close/>
                    <a:moveTo>
                      <a:pt x="453855" y="8333"/>
                    </a:moveTo>
                    <a:cubicBezTo>
                      <a:pt x="448646" y="8333"/>
                      <a:pt x="444636" y="10182"/>
                      <a:pt x="441823" y="13854"/>
                    </a:cubicBezTo>
                    <a:cubicBezTo>
                      <a:pt x="439011" y="17539"/>
                      <a:pt x="437604" y="22018"/>
                      <a:pt x="437604" y="27292"/>
                    </a:cubicBezTo>
                    <a:cubicBezTo>
                      <a:pt x="437604" y="29870"/>
                      <a:pt x="437930" y="32292"/>
                      <a:pt x="438594" y="34583"/>
                    </a:cubicBezTo>
                    <a:cubicBezTo>
                      <a:pt x="439245" y="36875"/>
                      <a:pt x="440274" y="38854"/>
                      <a:pt x="441667" y="40521"/>
                    </a:cubicBezTo>
                    <a:cubicBezTo>
                      <a:pt x="442982" y="42265"/>
                      <a:pt x="444649" y="43633"/>
                      <a:pt x="446667" y="44635"/>
                    </a:cubicBezTo>
                    <a:cubicBezTo>
                      <a:pt x="448672" y="45651"/>
                      <a:pt x="451042" y="46146"/>
                      <a:pt x="453750" y="46146"/>
                    </a:cubicBezTo>
                    <a:cubicBezTo>
                      <a:pt x="456042" y="46146"/>
                      <a:pt x="458178" y="45664"/>
                      <a:pt x="460156" y="44687"/>
                    </a:cubicBezTo>
                    <a:cubicBezTo>
                      <a:pt x="462136" y="43724"/>
                      <a:pt x="463815" y="42435"/>
                      <a:pt x="465209" y="40833"/>
                    </a:cubicBezTo>
                    <a:cubicBezTo>
                      <a:pt x="466667" y="39167"/>
                      <a:pt x="467787" y="37266"/>
                      <a:pt x="468594" y="35104"/>
                    </a:cubicBezTo>
                    <a:cubicBezTo>
                      <a:pt x="469388" y="32956"/>
                      <a:pt x="469792" y="30664"/>
                      <a:pt x="469792" y="28229"/>
                    </a:cubicBezTo>
                    <a:cubicBezTo>
                      <a:pt x="469792" y="25456"/>
                      <a:pt x="469388" y="22851"/>
                      <a:pt x="468594" y="20417"/>
                    </a:cubicBezTo>
                    <a:cubicBezTo>
                      <a:pt x="467787" y="17995"/>
                      <a:pt x="466693" y="15872"/>
                      <a:pt x="465313" y="14062"/>
                    </a:cubicBezTo>
                    <a:cubicBezTo>
                      <a:pt x="463919" y="12331"/>
                      <a:pt x="462253" y="10937"/>
                      <a:pt x="460313" y="9896"/>
                    </a:cubicBezTo>
                    <a:cubicBezTo>
                      <a:pt x="458360" y="8854"/>
                      <a:pt x="456211" y="8333"/>
                      <a:pt x="453855" y="8333"/>
                    </a:cubicBezTo>
                    <a:close/>
                    <a:moveTo>
                      <a:pt x="584271" y="7187"/>
                    </a:moveTo>
                    <a:cubicBezTo>
                      <a:pt x="580521" y="7187"/>
                      <a:pt x="577578" y="8411"/>
                      <a:pt x="575469" y="10833"/>
                    </a:cubicBezTo>
                    <a:cubicBezTo>
                      <a:pt x="573347" y="13268"/>
                      <a:pt x="571771" y="16185"/>
                      <a:pt x="570729" y="19583"/>
                    </a:cubicBezTo>
                    <a:cubicBezTo>
                      <a:pt x="569610" y="23060"/>
                      <a:pt x="568933" y="26719"/>
                      <a:pt x="568698" y="30573"/>
                    </a:cubicBezTo>
                    <a:cubicBezTo>
                      <a:pt x="568451" y="34427"/>
                      <a:pt x="568334" y="37812"/>
                      <a:pt x="568334" y="40729"/>
                    </a:cubicBezTo>
                    <a:cubicBezTo>
                      <a:pt x="568334" y="43646"/>
                      <a:pt x="568451" y="47005"/>
                      <a:pt x="568698" y="50781"/>
                    </a:cubicBezTo>
                    <a:cubicBezTo>
                      <a:pt x="568933" y="54570"/>
                      <a:pt x="569610" y="58203"/>
                      <a:pt x="570729" y="61667"/>
                    </a:cubicBezTo>
                    <a:cubicBezTo>
                      <a:pt x="571771" y="65078"/>
                      <a:pt x="573347" y="67956"/>
                      <a:pt x="575469" y="70312"/>
                    </a:cubicBezTo>
                    <a:cubicBezTo>
                      <a:pt x="577578" y="72682"/>
                      <a:pt x="580521" y="73854"/>
                      <a:pt x="584271" y="73854"/>
                    </a:cubicBezTo>
                    <a:cubicBezTo>
                      <a:pt x="588021" y="73854"/>
                      <a:pt x="591003" y="72682"/>
                      <a:pt x="593229" y="70312"/>
                    </a:cubicBezTo>
                    <a:cubicBezTo>
                      <a:pt x="595443" y="67956"/>
                      <a:pt x="597110" y="65078"/>
                      <a:pt x="598230" y="61667"/>
                    </a:cubicBezTo>
                    <a:cubicBezTo>
                      <a:pt x="599401" y="58203"/>
                      <a:pt x="600170" y="54570"/>
                      <a:pt x="600521" y="50781"/>
                    </a:cubicBezTo>
                    <a:cubicBezTo>
                      <a:pt x="600860" y="47005"/>
                      <a:pt x="601042" y="43646"/>
                      <a:pt x="601042" y="40729"/>
                    </a:cubicBezTo>
                    <a:cubicBezTo>
                      <a:pt x="601042" y="37812"/>
                      <a:pt x="600860" y="34427"/>
                      <a:pt x="600521" y="30573"/>
                    </a:cubicBezTo>
                    <a:cubicBezTo>
                      <a:pt x="600170" y="26719"/>
                      <a:pt x="599401" y="23060"/>
                      <a:pt x="598230" y="19583"/>
                    </a:cubicBezTo>
                    <a:cubicBezTo>
                      <a:pt x="597110" y="16185"/>
                      <a:pt x="595443" y="13268"/>
                      <a:pt x="593229" y="10833"/>
                    </a:cubicBezTo>
                    <a:cubicBezTo>
                      <a:pt x="591003" y="8411"/>
                      <a:pt x="588021" y="7187"/>
                      <a:pt x="584271" y="7187"/>
                    </a:cubicBezTo>
                    <a:close/>
                    <a:moveTo>
                      <a:pt x="245729" y="7187"/>
                    </a:moveTo>
                    <a:cubicBezTo>
                      <a:pt x="241979" y="7187"/>
                      <a:pt x="239037" y="8411"/>
                      <a:pt x="236927" y="10833"/>
                    </a:cubicBezTo>
                    <a:cubicBezTo>
                      <a:pt x="234805" y="13268"/>
                      <a:pt x="233230" y="16185"/>
                      <a:pt x="232188" y="19583"/>
                    </a:cubicBezTo>
                    <a:cubicBezTo>
                      <a:pt x="231068" y="23060"/>
                      <a:pt x="230391" y="26719"/>
                      <a:pt x="230156" y="30573"/>
                    </a:cubicBezTo>
                    <a:cubicBezTo>
                      <a:pt x="229909" y="34427"/>
                      <a:pt x="229792" y="37812"/>
                      <a:pt x="229792" y="40729"/>
                    </a:cubicBezTo>
                    <a:cubicBezTo>
                      <a:pt x="229792" y="43646"/>
                      <a:pt x="229909" y="47005"/>
                      <a:pt x="230156" y="50781"/>
                    </a:cubicBezTo>
                    <a:cubicBezTo>
                      <a:pt x="230391" y="54570"/>
                      <a:pt x="231068" y="58203"/>
                      <a:pt x="232188" y="61667"/>
                    </a:cubicBezTo>
                    <a:cubicBezTo>
                      <a:pt x="233230" y="65078"/>
                      <a:pt x="234805" y="67956"/>
                      <a:pt x="236927" y="70312"/>
                    </a:cubicBezTo>
                    <a:cubicBezTo>
                      <a:pt x="239037" y="72682"/>
                      <a:pt x="241979" y="73854"/>
                      <a:pt x="245729" y="73854"/>
                    </a:cubicBezTo>
                    <a:cubicBezTo>
                      <a:pt x="249479" y="73854"/>
                      <a:pt x="252461" y="72682"/>
                      <a:pt x="254688" y="70312"/>
                    </a:cubicBezTo>
                    <a:cubicBezTo>
                      <a:pt x="256901" y="67956"/>
                      <a:pt x="258568" y="65078"/>
                      <a:pt x="259688" y="61667"/>
                    </a:cubicBezTo>
                    <a:cubicBezTo>
                      <a:pt x="260859" y="58203"/>
                      <a:pt x="261628" y="54570"/>
                      <a:pt x="261979" y="50781"/>
                    </a:cubicBezTo>
                    <a:cubicBezTo>
                      <a:pt x="262318" y="47005"/>
                      <a:pt x="262500" y="43646"/>
                      <a:pt x="262500" y="40729"/>
                    </a:cubicBezTo>
                    <a:cubicBezTo>
                      <a:pt x="262500" y="37812"/>
                      <a:pt x="262318" y="34427"/>
                      <a:pt x="261979" y="30573"/>
                    </a:cubicBezTo>
                    <a:cubicBezTo>
                      <a:pt x="261628" y="26719"/>
                      <a:pt x="260859" y="23060"/>
                      <a:pt x="259688" y="19583"/>
                    </a:cubicBezTo>
                    <a:cubicBezTo>
                      <a:pt x="258568" y="16185"/>
                      <a:pt x="256901" y="13268"/>
                      <a:pt x="254688" y="10833"/>
                    </a:cubicBezTo>
                    <a:cubicBezTo>
                      <a:pt x="252461" y="8411"/>
                      <a:pt x="249479" y="7187"/>
                      <a:pt x="245729" y="7187"/>
                    </a:cubicBezTo>
                    <a:close/>
                    <a:moveTo>
                      <a:pt x="500313" y="3125"/>
                    </a:moveTo>
                    <a:lnTo>
                      <a:pt x="540001" y="3125"/>
                    </a:lnTo>
                    <a:lnTo>
                      <a:pt x="540001" y="10208"/>
                    </a:lnTo>
                    <a:lnTo>
                      <a:pt x="506667" y="10208"/>
                    </a:lnTo>
                    <a:lnTo>
                      <a:pt x="505209" y="35833"/>
                    </a:lnTo>
                    <a:cubicBezTo>
                      <a:pt x="506797" y="33685"/>
                      <a:pt x="509076" y="32005"/>
                      <a:pt x="512032" y="30781"/>
                    </a:cubicBezTo>
                    <a:cubicBezTo>
                      <a:pt x="514974" y="29570"/>
                      <a:pt x="518334" y="28958"/>
                      <a:pt x="522084" y="28958"/>
                    </a:cubicBezTo>
                    <a:cubicBezTo>
                      <a:pt x="525066" y="28958"/>
                      <a:pt x="527878" y="29505"/>
                      <a:pt x="530521" y="30573"/>
                    </a:cubicBezTo>
                    <a:cubicBezTo>
                      <a:pt x="533152" y="31654"/>
                      <a:pt x="535482" y="33268"/>
                      <a:pt x="537500" y="35416"/>
                    </a:cubicBezTo>
                    <a:cubicBezTo>
                      <a:pt x="539441" y="37578"/>
                      <a:pt x="541003" y="40260"/>
                      <a:pt x="542188" y="43490"/>
                    </a:cubicBezTo>
                    <a:cubicBezTo>
                      <a:pt x="543360" y="46719"/>
                      <a:pt x="543959" y="50521"/>
                      <a:pt x="543959" y="54896"/>
                    </a:cubicBezTo>
                    <a:cubicBezTo>
                      <a:pt x="543959" y="58724"/>
                      <a:pt x="543386" y="62226"/>
                      <a:pt x="542240" y="65417"/>
                    </a:cubicBezTo>
                    <a:cubicBezTo>
                      <a:pt x="541094" y="68620"/>
                      <a:pt x="539480" y="71354"/>
                      <a:pt x="537396" y="73646"/>
                    </a:cubicBezTo>
                    <a:cubicBezTo>
                      <a:pt x="535235" y="75937"/>
                      <a:pt x="532683" y="77734"/>
                      <a:pt x="529740" y="79010"/>
                    </a:cubicBezTo>
                    <a:cubicBezTo>
                      <a:pt x="526784" y="80299"/>
                      <a:pt x="523503" y="80937"/>
                      <a:pt x="519896" y="80937"/>
                    </a:cubicBezTo>
                    <a:cubicBezTo>
                      <a:pt x="513295" y="80937"/>
                      <a:pt x="507735" y="79206"/>
                      <a:pt x="503230" y="75729"/>
                    </a:cubicBezTo>
                    <a:cubicBezTo>
                      <a:pt x="498711" y="72265"/>
                      <a:pt x="496276" y="67227"/>
                      <a:pt x="495938" y="60625"/>
                    </a:cubicBezTo>
                    <a:lnTo>
                      <a:pt x="504167" y="60625"/>
                    </a:lnTo>
                    <a:cubicBezTo>
                      <a:pt x="504792" y="64870"/>
                      <a:pt x="506563" y="68151"/>
                      <a:pt x="509480" y="70469"/>
                    </a:cubicBezTo>
                    <a:cubicBezTo>
                      <a:pt x="512396" y="72799"/>
                      <a:pt x="515964" y="73958"/>
                      <a:pt x="520209" y="73958"/>
                    </a:cubicBezTo>
                    <a:cubicBezTo>
                      <a:pt x="524584" y="73958"/>
                      <a:pt x="528242" y="72265"/>
                      <a:pt x="531198" y="68854"/>
                    </a:cubicBezTo>
                    <a:cubicBezTo>
                      <a:pt x="534141" y="65456"/>
                      <a:pt x="535626" y="60833"/>
                      <a:pt x="535626" y="55000"/>
                    </a:cubicBezTo>
                    <a:cubicBezTo>
                      <a:pt x="535626" y="48620"/>
                      <a:pt x="534167" y="43828"/>
                      <a:pt x="531251" y="40625"/>
                    </a:cubicBezTo>
                    <a:cubicBezTo>
                      <a:pt x="528334" y="37435"/>
                      <a:pt x="524688" y="35833"/>
                      <a:pt x="520313" y="35833"/>
                    </a:cubicBezTo>
                    <a:cubicBezTo>
                      <a:pt x="516836" y="35833"/>
                      <a:pt x="513776" y="36719"/>
                      <a:pt x="511146" y="38490"/>
                    </a:cubicBezTo>
                    <a:cubicBezTo>
                      <a:pt x="508503" y="40260"/>
                      <a:pt x="506771" y="42682"/>
                      <a:pt x="505938" y="45729"/>
                    </a:cubicBezTo>
                    <a:cubicBezTo>
                      <a:pt x="505795" y="46081"/>
                      <a:pt x="505690" y="46354"/>
                      <a:pt x="505625" y="46562"/>
                    </a:cubicBezTo>
                    <a:cubicBezTo>
                      <a:pt x="505547" y="46771"/>
                      <a:pt x="505443" y="46953"/>
                      <a:pt x="505313" y="47083"/>
                    </a:cubicBezTo>
                    <a:cubicBezTo>
                      <a:pt x="505170" y="47227"/>
                      <a:pt x="504974" y="47331"/>
                      <a:pt x="504740" y="47396"/>
                    </a:cubicBezTo>
                    <a:cubicBezTo>
                      <a:pt x="504492" y="47474"/>
                      <a:pt x="504193" y="47500"/>
                      <a:pt x="503855" y="47500"/>
                    </a:cubicBezTo>
                    <a:lnTo>
                      <a:pt x="498855" y="47500"/>
                    </a:lnTo>
                    <a:cubicBezTo>
                      <a:pt x="498230" y="47500"/>
                      <a:pt x="497839" y="47422"/>
                      <a:pt x="497709" y="47239"/>
                    </a:cubicBezTo>
                    <a:cubicBezTo>
                      <a:pt x="497566" y="47070"/>
                      <a:pt x="497500" y="46640"/>
                      <a:pt x="497500" y="45938"/>
                    </a:cubicBezTo>
                    <a:lnTo>
                      <a:pt x="498646" y="5104"/>
                    </a:lnTo>
                    <a:cubicBezTo>
                      <a:pt x="498646" y="4349"/>
                      <a:pt x="498763" y="3828"/>
                      <a:pt x="499011" y="3542"/>
                    </a:cubicBezTo>
                    <a:cubicBezTo>
                      <a:pt x="499245" y="3268"/>
                      <a:pt x="499688" y="3125"/>
                      <a:pt x="500313" y="3125"/>
                    </a:cubicBezTo>
                    <a:close/>
                    <a:moveTo>
                      <a:pt x="344063" y="3125"/>
                    </a:moveTo>
                    <a:lnTo>
                      <a:pt x="383750" y="3125"/>
                    </a:lnTo>
                    <a:lnTo>
                      <a:pt x="383750" y="10208"/>
                    </a:lnTo>
                    <a:lnTo>
                      <a:pt x="350417" y="10208"/>
                    </a:lnTo>
                    <a:lnTo>
                      <a:pt x="348959" y="35833"/>
                    </a:lnTo>
                    <a:cubicBezTo>
                      <a:pt x="350547" y="33685"/>
                      <a:pt x="352826" y="32005"/>
                      <a:pt x="355782" y="30781"/>
                    </a:cubicBezTo>
                    <a:cubicBezTo>
                      <a:pt x="358724" y="29570"/>
                      <a:pt x="362084" y="28958"/>
                      <a:pt x="365834" y="28958"/>
                    </a:cubicBezTo>
                    <a:cubicBezTo>
                      <a:pt x="368815" y="28958"/>
                      <a:pt x="371628" y="29505"/>
                      <a:pt x="374271" y="30573"/>
                    </a:cubicBezTo>
                    <a:cubicBezTo>
                      <a:pt x="376901" y="31654"/>
                      <a:pt x="379232" y="33268"/>
                      <a:pt x="381250" y="35416"/>
                    </a:cubicBezTo>
                    <a:cubicBezTo>
                      <a:pt x="383191" y="37578"/>
                      <a:pt x="384753" y="40260"/>
                      <a:pt x="385938" y="43490"/>
                    </a:cubicBezTo>
                    <a:cubicBezTo>
                      <a:pt x="387110" y="46719"/>
                      <a:pt x="387709" y="50521"/>
                      <a:pt x="387709" y="54896"/>
                    </a:cubicBezTo>
                    <a:cubicBezTo>
                      <a:pt x="387709" y="58724"/>
                      <a:pt x="387136" y="62226"/>
                      <a:pt x="385990" y="65417"/>
                    </a:cubicBezTo>
                    <a:cubicBezTo>
                      <a:pt x="384844" y="68620"/>
                      <a:pt x="383229" y="71354"/>
                      <a:pt x="381146" y="73646"/>
                    </a:cubicBezTo>
                    <a:cubicBezTo>
                      <a:pt x="378985" y="75937"/>
                      <a:pt x="376433" y="77734"/>
                      <a:pt x="373490" y="79010"/>
                    </a:cubicBezTo>
                    <a:cubicBezTo>
                      <a:pt x="370534" y="80299"/>
                      <a:pt x="367253" y="80937"/>
                      <a:pt x="363646" y="80937"/>
                    </a:cubicBezTo>
                    <a:cubicBezTo>
                      <a:pt x="357045" y="80937"/>
                      <a:pt x="351485" y="79206"/>
                      <a:pt x="346979" y="75729"/>
                    </a:cubicBezTo>
                    <a:cubicBezTo>
                      <a:pt x="342461" y="72265"/>
                      <a:pt x="340026" y="67227"/>
                      <a:pt x="339688" y="60625"/>
                    </a:cubicBezTo>
                    <a:lnTo>
                      <a:pt x="347917" y="60625"/>
                    </a:lnTo>
                    <a:cubicBezTo>
                      <a:pt x="348542" y="64870"/>
                      <a:pt x="350313" y="68151"/>
                      <a:pt x="353230" y="70469"/>
                    </a:cubicBezTo>
                    <a:cubicBezTo>
                      <a:pt x="356146" y="72799"/>
                      <a:pt x="359714" y="73958"/>
                      <a:pt x="363958" y="73958"/>
                    </a:cubicBezTo>
                    <a:cubicBezTo>
                      <a:pt x="368333" y="73958"/>
                      <a:pt x="371992" y="72265"/>
                      <a:pt x="374948" y="68854"/>
                    </a:cubicBezTo>
                    <a:cubicBezTo>
                      <a:pt x="377891" y="65456"/>
                      <a:pt x="379375" y="60833"/>
                      <a:pt x="379375" y="55000"/>
                    </a:cubicBezTo>
                    <a:cubicBezTo>
                      <a:pt x="379375" y="48620"/>
                      <a:pt x="377917" y="43828"/>
                      <a:pt x="375000" y="40625"/>
                    </a:cubicBezTo>
                    <a:cubicBezTo>
                      <a:pt x="372084" y="37435"/>
                      <a:pt x="368438" y="35833"/>
                      <a:pt x="364063" y="35833"/>
                    </a:cubicBezTo>
                    <a:cubicBezTo>
                      <a:pt x="360586" y="35833"/>
                      <a:pt x="357526" y="36719"/>
                      <a:pt x="354896" y="38490"/>
                    </a:cubicBezTo>
                    <a:cubicBezTo>
                      <a:pt x="352253" y="40260"/>
                      <a:pt x="350521" y="42682"/>
                      <a:pt x="349688" y="45729"/>
                    </a:cubicBezTo>
                    <a:cubicBezTo>
                      <a:pt x="349544" y="46081"/>
                      <a:pt x="349440" y="46354"/>
                      <a:pt x="349375" y="46562"/>
                    </a:cubicBezTo>
                    <a:cubicBezTo>
                      <a:pt x="349297" y="46771"/>
                      <a:pt x="349193" y="46953"/>
                      <a:pt x="349063" y="47083"/>
                    </a:cubicBezTo>
                    <a:cubicBezTo>
                      <a:pt x="348919" y="47227"/>
                      <a:pt x="348724" y="47331"/>
                      <a:pt x="348490" y="47396"/>
                    </a:cubicBezTo>
                    <a:cubicBezTo>
                      <a:pt x="348242" y="47474"/>
                      <a:pt x="347943" y="47500"/>
                      <a:pt x="347605" y="47500"/>
                    </a:cubicBezTo>
                    <a:lnTo>
                      <a:pt x="342605" y="47500"/>
                    </a:lnTo>
                    <a:cubicBezTo>
                      <a:pt x="341979" y="47500"/>
                      <a:pt x="341589" y="47422"/>
                      <a:pt x="341459" y="47239"/>
                    </a:cubicBezTo>
                    <a:cubicBezTo>
                      <a:pt x="341315" y="47070"/>
                      <a:pt x="341250" y="46640"/>
                      <a:pt x="341250" y="45938"/>
                    </a:cubicBezTo>
                    <a:lnTo>
                      <a:pt x="342396" y="5104"/>
                    </a:lnTo>
                    <a:cubicBezTo>
                      <a:pt x="342396" y="4349"/>
                      <a:pt x="342513" y="3828"/>
                      <a:pt x="342761" y="3542"/>
                    </a:cubicBezTo>
                    <a:cubicBezTo>
                      <a:pt x="342995" y="3268"/>
                      <a:pt x="343438" y="3125"/>
                      <a:pt x="344063" y="3125"/>
                    </a:cubicBezTo>
                    <a:close/>
                    <a:moveTo>
                      <a:pt x="122709" y="3125"/>
                    </a:moveTo>
                    <a:lnTo>
                      <a:pt x="162396" y="3125"/>
                    </a:lnTo>
                    <a:lnTo>
                      <a:pt x="162396" y="10208"/>
                    </a:lnTo>
                    <a:lnTo>
                      <a:pt x="129063" y="10208"/>
                    </a:lnTo>
                    <a:lnTo>
                      <a:pt x="127604" y="35833"/>
                    </a:lnTo>
                    <a:cubicBezTo>
                      <a:pt x="129193" y="33685"/>
                      <a:pt x="131472" y="32005"/>
                      <a:pt x="134427" y="30781"/>
                    </a:cubicBezTo>
                    <a:cubicBezTo>
                      <a:pt x="137370" y="29570"/>
                      <a:pt x="140729" y="28958"/>
                      <a:pt x="144479" y="28958"/>
                    </a:cubicBezTo>
                    <a:cubicBezTo>
                      <a:pt x="147461" y="28958"/>
                      <a:pt x="150274" y="29505"/>
                      <a:pt x="152917" y="30573"/>
                    </a:cubicBezTo>
                    <a:cubicBezTo>
                      <a:pt x="155547" y="31654"/>
                      <a:pt x="157878" y="33268"/>
                      <a:pt x="159896" y="35416"/>
                    </a:cubicBezTo>
                    <a:cubicBezTo>
                      <a:pt x="161836" y="37578"/>
                      <a:pt x="163399" y="40260"/>
                      <a:pt x="164584" y="43490"/>
                    </a:cubicBezTo>
                    <a:cubicBezTo>
                      <a:pt x="165755" y="46719"/>
                      <a:pt x="166354" y="50521"/>
                      <a:pt x="166354" y="54896"/>
                    </a:cubicBezTo>
                    <a:cubicBezTo>
                      <a:pt x="166354" y="58724"/>
                      <a:pt x="165781" y="62226"/>
                      <a:pt x="164636" y="65417"/>
                    </a:cubicBezTo>
                    <a:cubicBezTo>
                      <a:pt x="163490" y="68620"/>
                      <a:pt x="161875" y="71354"/>
                      <a:pt x="159792" y="73646"/>
                    </a:cubicBezTo>
                    <a:cubicBezTo>
                      <a:pt x="157631" y="75937"/>
                      <a:pt x="155078" y="77734"/>
                      <a:pt x="152136" y="79010"/>
                    </a:cubicBezTo>
                    <a:cubicBezTo>
                      <a:pt x="149180" y="80299"/>
                      <a:pt x="145899" y="80937"/>
                      <a:pt x="142292" y="80937"/>
                    </a:cubicBezTo>
                    <a:cubicBezTo>
                      <a:pt x="135690" y="80937"/>
                      <a:pt x="130131" y="79206"/>
                      <a:pt x="125625" y="75729"/>
                    </a:cubicBezTo>
                    <a:cubicBezTo>
                      <a:pt x="121107" y="72265"/>
                      <a:pt x="118672" y="67227"/>
                      <a:pt x="118334" y="60625"/>
                    </a:cubicBezTo>
                    <a:lnTo>
                      <a:pt x="126563" y="60625"/>
                    </a:lnTo>
                    <a:cubicBezTo>
                      <a:pt x="127188" y="64870"/>
                      <a:pt x="128959" y="68151"/>
                      <a:pt x="131875" y="70469"/>
                    </a:cubicBezTo>
                    <a:cubicBezTo>
                      <a:pt x="134792" y="72799"/>
                      <a:pt x="138360" y="73958"/>
                      <a:pt x="142604" y="73958"/>
                    </a:cubicBezTo>
                    <a:cubicBezTo>
                      <a:pt x="146979" y="73958"/>
                      <a:pt x="150638" y="72265"/>
                      <a:pt x="153594" y="68854"/>
                    </a:cubicBezTo>
                    <a:cubicBezTo>
                      <a:pt x="156537" y="65456"/>
                      <a:pt x="158021" y="60833"/>
                      <a:pt x="158021" y="55000"/>
                    </a:cubicBezTo>
                    <a:cubicBezTo>
                      <a:pt x="158021" y="48620"/>
                      <a:pt x="156563" y="43828"/>
                      <a:pt x="153646" y="40625"/>
                    </a:cubicBezTo>
                    <a:cubicBezTo>
                      <a:pt x="150730" y="37435"/>
                      <a:pt x="147084" y="35833"/>
                      <a:pt x="142709" y="35833"/>
                    </a:cubicBezTo>
                    <a:cubicBezTo>
                      <a:pt x="139232" y="35833"/>
                      <a:pt x="136172" y="36719"/>
                      <a:pt x="133542" y="38490"/>
                    </a:cubicBezTo>
                    <a:cubicBezTo>
                      <a:pt x="130899" y="40260"/>
                      <a:pt x="129167" y="42682"/>
                      <a:pt x="128334" y="45729"/>
                    </a:cubicBezTo>
                    <a:cubicBezTo>
                      <a:pt x="128190" y="46081"/>
                      <a:pt x="128086" y="46354"/>
                      <a:pt x="128021" y="46562"/>
                    </a:cubicBezTo>
                    <a:cubicBezTo>
                      <a:pt x="127943" y="46771"/>
                      <a:pt x="127839" y="46953"/>
                      <a:pt x="127709" y="47083"/>
                    </a:cubicBezTo>
                    <a:cubicBezTo>
                      <a:pt x="127565" y="47227"/>
                      <a:pt x="127370" y="47331"/>
                      <a:pt x="127136" y="47396"/>
                    </a:cubicBezTo>
                    <a:cubicBezTo>
                      <a:pt x="126888" y="47474"/>
                      <a:pt x="126589" y="47500"/>
                      <a:pt x="126250" y="47500"/>
                    </a:cubicBezTo>
                    <a:lnTo>
                      <a:pt x="121250" y="47500"/>
                    </a:lnTo>
                    <a:cubicBezTo>
                      <a:pt x="120625" y="47500"/>
                      <a:pt x="120235" y="47422"/>
                      <a:pt x="120104" y="47239"/>
                    </a:cubicBezTo>
                    <a:cubicBezTo>
                      <a:pt x="119961" y="47070"/>
                      <a:pt x="119896" y="46640"/>
                      <a:pt x="119896" y="45938"/>
                    </a:cubicBezTo>
                    <a:lnTo>
                      <a:pt x="121042" y="5104"/>
                    </a:lnTo>
                    <a:cubicBezTo>
                      <a:pt x="121042" y="4349"/>
                      <a:pt x="121159" y="3828"/>
                      <a:pt x="121406" y="3542"/>
                    </a:cubicBezTo>
                    <a:cubicBezTo>
                      <a:pt x="121641" y="3268"/>
                      <a:pt x="122083" y="3125"/>
                      <a:pt x="122709" y="3125"/>
                    </a:cubicBezTo>
                    <a:close/>
                    <a:moveTo>
                      <a:pt x="0" y="3125"/>
                    </a:moveTo>
                    <a:lnTo>
                      <a:pt x="45000" y="3125"/>
                    </a:lnTo>
                    <a:cubicBezTo>
                      <a:pt x="45690" y="3125"/>
                      <a:pt x="46198" y="3281"/>
                      <a:pt x="46511" y="3594"/>
                    </a:cubicBezTo>
                    <a:cubicBezTo>
                      <a:pt x="46823" y="3906"/>
                      <a:pt x="46979" y="4414"/>
                      <a:pt x="46979" y="5104"/>
                    </a:cubicBezTo>
                    <a:lnTo>
                      <a:pt x="46979" y="9062"/>
                    </a:lnTo>
                    <a:cubicBezTo>
                      <a:pt x="46979" y="9622"/>
                      <a:pt x="46888" y="10143"/>
                      <a:pt x="46719" y="10625"/>
                    </a:cubicBezTo>
                    <a:cubicBezTo>
                      <a:pt x="46537" y="11120"/>
                      <a:pt x="46354" y="11562"/>
                      <a:pt x="46146" y="11979"/>
                    </a:cubicBezTo>
                    <a:lnTo>
                      <a:pt x="18958" y="79167"/>
                    </a:lnTo>
                    <a:lnTo>
                      <a:pt x="9688" y="79167"/>
                    </a:lnTo>
                    <a:lnTo>
                      <a:pt x="38229" y="10312"/>
                    </a:lnTo>
                    <a:lnTo>
                      <a:pt x="0" y="10312"/>
                    </a:lnTo>
                    <a:close/>
                    <a:moveTo>
                      <a:pt x="453334" y="1354"/>
                    </a:moveTo>
                    <a:cubicBezTo>
                      <a:pt x="456667" y="1354"/>
                      <a:pt x="459857" y="1875"/>
                      <a:pt x="462917" y="2917"/>
                    </a:cubicBezTo>
                    <a:cubicBezTo>
                      <a:pt x="465964" y="3958"/>
                      <a:pt x="468711" y="5872"/>
                      <a:pt x="471146" y="8646"/>
                    </a:cubicBezTo>
                    <a:cubicBezTo>
                      <a:pt x="473503" y="11432"/>
                      <a:pt x="475391" y="15260"/>
                      <a:pt x="476823" y="20156"/>
                    </a:cubicBezTo>
                    <a:cubicBezTo>
                      <a:pt x="478242" y="25052"/>
                      <a:pt x="478959" y="31328"/>
                      <a:pt x="478959" y="38958"/>
                    </a:cubicBezTo>
                    <a:cubicBezTo>
                      <a:pt x="478959" y="52917"/>
                      <a:pt x="476628" y="63385"/>
                      <a:pt x="471980" y="70365"/>
                    </a:cubicBezTo>
                    <a:cubicBezTo>
                      <a:pt x="467318" y="77344"/>
                      <a:pt x="461003" y="80833"/>
                      <a:pt x="453021" y="80833"/>
                    </a:cubicBezTo>
                    <a:cubicBezTo>
                      <a:pt x="446628" y="80833"/>
                      <a:pt x="441472" y="79062"/>
                      <a:pt x="437552" y="75521"/>
                    </a:cubicBezTo>
                    <a:cubicBezTo>
                      <a:pt x="433620" y="71979"/>
                      <a:pt x="431355" y="67161"/>
                      <a:pt x="430730" y="61042"/>
                    </a:cubicBezTo>
                    <a:lnTo>
                      <a:pt x="438959" y="61042"/>
                    </a:lnTo>
                    <a:cubicBezTo>
                      <a:pt x="439089" y="65000"/>
                      <a:pt x="440599" y="68125"/>
                      <a:pt x="443490" y="70417"/>
                    </a:cubicBezTo>
                    <a:cubicBezTo>
                      <a:pt x="446368" y="72708"/>
                      <a:pt x="449688" y="73854"/>
                      <a:pt x="453438" y="73854"/>
                    </a:cubicBezTo>
                    <a:cubicBezTo>
                      <a:pt x="457045" y="73854"/>
                      <a:pt x="460052" y="72812"/>
                      <a:pt x="462448" y="70729"/>
                    </a:cubicBezTo>
                    <a:cubicBezTo>
                      <a:pt x="464844" y="68646"/>
                      <a:pt x="466732" y="65937"/>
                      <a:pt x="468125" y="62604"/>
                    </a:cubicBezTo>
                    <a:cubicBezTo>
                      <a:pt x="469506" y="59349"/>
                      <a:pt x="470469" y="55664"/>
                      <a:pt x="470990" y="51562"/>
                    </a:cubicBezTo>
                    <a:cubicBezTo>
                      <a:pt x="471511" y="47474"/>
                      <a:pt x="471771" y="43411"/>
                      <a:pt x="471771" y="39375"/>
                    </a:cubicBezTo>
                    <a:cubicBezTo>
                      <a:pt x="470170" y="43893"/>
                      <a:pt x="467630" y="47227"/>
                      <a:pt x="464167" y="49375"/>
                    </a:cubicBezTo>
                    <a:cubicBezTo>
                      <a:pt x="460691" y="51536"/>
                      <a:pt x="456667" y="52604"/>
                      <a:pt x="452084" y="52604"/>
                    </a:cubicBezTo>
                    <a:cubicBezTo>
                      <a:pt x="445209" y="52604"/>
                      <a:pt x="439701" y="50286"/>
                      <a:pt x="435573" y="45625"/>
                    </a:cubicBezTo>
                    <a:cubicBezTo>
                      <a:pt x="431433" y="40976"/>
                      <a:pt x="429375" y="34792"/>
                      <a:pt x="429375" y="27083"/>
                    </a:cubicBezTo>
                    <a:cubicBezTo>
                      <a:pt x="429375" y="23542"/>
                      <a:pt x="429909" y="20208"/>
                      <a:pt x="430990" y="17083"/>
                    </a:cubicBezTo>
                    <a:cubicBezTo>
                      <a:pt x="432058" y="13958"/>
                      <a:pt x="433646" y="11224"/>
                      <a:pt x="435730" y="8854"/>
                    </a:cubicBezTo>
                    <a:cubicBezTo>
                      <a:pt x="437813" y="6562"/>
                      <a:pt x="440326" y="4740"/>
                      <a:pt x="443282" y="3385"/>
                    </a:cubicBezTo>
                    <a:cubicBezTo>
                      <a:pt x="446224" y="2031"/>
                      <a:pt x="449584" y="1354"/>
                      <a:pt x="453334" y="1354"/>
                    </a:cubicBezTo>
                    <a:close/>
                    <a:moveTo>
                      <a:pt x="296354" y="1354"/>
                    </a:moveTo>
                    <a:cubicBezTo>
                      <a:pt x="302735" y="1354"/>
                      <a:pt x="308086" y="3060"/>
                      <a:pt x="312396" y="6458"/>
                    </a:cubicBezTo>
                    <a:cubicBezTo>
                      <a:pt x="316693" y="9870"/>
                      <a:pt x="318854" y="14870"/>
                      <a:pt x="318854" y="21458"/>
                    </a:cubicBezTo>
                    <a:cubicBezTo>
                      <a:pt x="318854" y="25911"/>
                      <a:pt x="317474" y="30521"/>
                      <a:pt x="314740" y="35312"/>
                    </a:cubicBezTo>
                    <a:cubicBezTo>
                      <a:pt x="311992" y="40104"/>
                      <a:pt x="308711" y="44765"/>
                      <a:pt x="304896" y="49271"/>
                    </a:cubicBezTo>
                    <a:cubicBezTo>
                      <a:pt x="301068" y="53789"/>
                      <a:pt x="297109" y="58021"/>
                      <a:pt x="293021" y="61979"/>
                    </a:cubicBezTo>
                    <a:cubicBezTo>
                      <a:pt x="288919" y="65937"/>
                      <a:pt x="285521" y="69271"/>
                      <a:pt x="282813" y="71979"/>
                    </a:cubicBezTo>
                    <a:lnTo>
                      <a:pt x="320521" y="71979"/>
                    </a:lnTo>
                    <a:lnTo>
                      <a:pt x="320521" y="79167"/>
                    </a:lnTo>
                    <a:lnTo>
                      <a:pt x="274792" y="79167"/>
                    </a:lnTo>
                    <a:cubicBezTo>
                      <a:pt x="274167" y="79167"/>
                      <a:pt x="273763" y="79062"/>
                      <a:pt x="273594" y="78854"/>
                    </a:cubicBezTo>
                    <a:cubicBezTo>
                      <a:pt x="273412" y="78646"/>
                      <a:pt x="273334" y="78229"/>
                      <a:pt x="273334" y="77604"/>
                    </a:cubicBezTo>
                    <a:lnTo>
                      <a:pt x="273334" y="71354"/>
                    </a:lnTo>
                    <a:cubicBezTo>
                      <a:pt x="274505" y="70247"/>
                      <a:pt x="275951" y="68854"/>
                      <a:pt x="277656" y="67187"/>
                    </a:cubicBezTo>
                    <a:cubicBezTo>
                      <a:pt x="279349" y="65521"/>
                      <a:pt x="281211" y="63685"/>
                      <a:pt x="283230" y="61667"/>
                    </a:cubicBezTo>
                    <a:cubicBezTo>
                      <a:pt x="285169" y="59661"/>
                      <a:pt x="287188" y="57500"/>
                      <a:pt x="289271" y="55208"/>
                    </a:cubicBezTo>
                    <a:cubicBezTo>
                      <a:pt x="291354" y="52917"/>
                      <a:pt x="293399" y="50560"/>
                      <a:pt x="295417" y="48125"/>
                    </a:cubicBezTo>
                    <a:cubicBezTo>
                      <a:pt x="297422" y="45768"/>
                      <a:pt x="299336" y="43385"/>
                      <a:pt x="301146" y="40990"/>
                    </a:cubicBezTo>
                    <a:cubicBezTo>
                      <a:pt x="302943" y="38594"/>
                      <a:pt x="304506" y="36289"/>
                      <a:pt x="305834" y="34062"/>
                    </a:cubicBezTo>
                    <a:cubicBezTo>
                      <a:pt x="307214" y="31771"/>
                      <a:pt x="308308" y="29622"/>
                      <a:pt x="309115" y="27604"/>
                    </a:cubicBezTo>
                    <a:cubicBezTo>
                      <a:pt x="309909" y="25599"/>
                      <a:pt x="310313" y="23750"/>
                      <a:pt x="310313" y="22083"/>
                    </a:cubicBezTo>
                    <a:cubicBezTo>
                      <a:pt x="310313" y="17578"/>
                      <a:pt x="308985" y="14193"/>
                      <a:pt x="306355" y="11927"/>
                    </a:cubicBezTo>
                    <a:cubicBezTo>
                      <a:pt x="303711" y="9674"/>
                      <a:pt x="300313" y="8542"/>
                      <a:pt x="296146" y="8542"/>
                    </a:cubicBezTo>
                    <a:cubicBezTo>
                      <a:pt x="292110" y="8542"/>
                      <a:pt x="288828" y="9935"/>
                      <a:pt x="286302" y="12708"/>
                    </a:cubicBezTo>
                    <a:cubicBezTo>
                      <a:pt x="283763" y="15495"/>
                      <a:pt x="282500" y="19102"/>
                      <a:pt x="282500" y="23542"/>
                    </a:cubicBezTo>
                    <a:lnTo>
                      <a:pt x="273959" y="23542"/>
                    </a:lnTo>
                    <a:cubicBezTo>
                      <a:pt x="273959" y="20208"/>
                      <a:pt x="274505" y="17174"/>
                      <a:pt x="275625" y="14427"/>
                    </a:cubicBezTo>
                    <a:cubicBezTo>
                      <a:pt x="276732" y="11693"/>
                      <a:pt x="278295" y="9349"/>
                      <a:pt x="280313" y="7396"/>
                    </a:cubicBezTo>
                    <a:cubicBezTo>
                      <a:pt x="282318" y="5456"/>
                      <a:pt x="284701" y="3958"/>
                      <a:pt x="287448" y="2917"/>
                    </a:cubicBezTo>
                    <a:cubicBezTo>
                      <a:pt x="290183" y="1875"/>
                      <a:pt x="293151" y="1354"/>
                      <a:pt x="296354" y="1354"/>
                    </a:cubicBezTo>
                    <a:close/>
                    <a:moveTo>
                      <a:pt x="88021" y="1354"/>
                    </a:moveTo>
                    <a:cubicBezTo>
                      <a:pt x="94401" y="1354"/>
                      <a:pt x="99753" y="3060"/>
                      <a:pt x="104063" y="6458"/>
                    </a:cubicBezTo>
                    <a:cubicBezTo>
                      <a:pt x="108360" y="9870"/>
                      <a:pt x="110521" y="14870"/>
                      <a:pt x="110521" y="21458"/>
                    </a:cubicBezTo>
                    <a:cubicBezTo>
                      <a:pt x="110521" y="25911"/>
                      <a:pt x="109141" y="30521"/>
                      <a:pt x="106406" y="35312"/>
                    </a:cubicBezTo>
                    <a:cubicBezTo>
                      <a:pt x="103659" y="40104"/>
                      <a:pt x="100378" y="44765"/>
                      <a:pt x="96563" y="49271"/>
                    </a:cubicBezTo>
                    <a:cubicBezTo>
                      <a:pt x="92735" y="53789"/>
                      <a:pt x="88776" y="58021"/>
                      <a:pt x="84688" y="61979"/>
                    </a:cubicBezTo>
                    <a:cubicBezTo>
                      <a:pt x="80586" y="65937"/>
                      <a:pt x="77188" y="69271"/>
                      <a:pt x="74479" y="71979"/>
                    </a:cubicBezTo>
                    <a:lnTo>
                      <a:pt x="112188" y="71979"/>
                    </a:lnTo>
                    <a:lnTo>
                      <a:pt x="112188" y="79167"/>
                    </a:lnTo>
                    <a:lnTo>
                      <a:pt x="66458" y="79167"/>
                    </a:lnTo>
                    <a:cubicBezTo>
                      <a:pt x="65833" y="79167"/>
                      <a:pt x="65430" y="79062"/>
                      <a:pt x="65260" y="78854"/>
                    </a:cubicBezTo>
                    <a:cubicBezTo>
                      <a:pt x="65078" y="78646"/>
                      <a:pt x="65000" y="78229"/>
                      <a:pt x="65000" y="77604"/>
                    </a:cubicBezTo>
                    <a:lnTo>
                      <a:pt x="65000" y="71354"/>
                    </a:lnTo>
                    <a:cubicBezTo>
                      <a:pt x="66172" y="70247"/>
                      <a:pt x="67617" y="68854"/>
                      <a:pt x="69323" y="67187"/>
                    </a:cubicBezTo>
                    <a:cubicBezTo>
                      <a:pt x="71016" y="65521"/>
                      <a:pt x="72878" y="63685"/>
                      <a:pt x="74896" y="61667"/>
                    </a:cubicBezTo>
                    <a:cubicBezTo>
                      <a:pt x="76836" y="59661"/>
                      <a:pt x="78854" y="57500"/>
                      <a:pt x="80938" y="55208"/>
                    </a:cubicBezTo>
                    <a:cubicBezTo>
                      <a:pt x="83021" y="52917"/>
                      <a:pt x="85065" y="50560"/>
                      <a:pt x="87084" y="48125"/>
                    </a:cubicBezTo>
                    <a:cubicBezTo>
                      <a:pt x="89089" y="45768"/>
                      <a:pt x="91003" y="43385"/>
                      <a:pt x="92813" y="40990"/>
                    </a:cubicBezTo>
                    <a:cubicBezTo>
                      <a:pt x="94610" y="38594"/>
                      <a:pt x="96172" y="36289"/>
                      <a:pt x="97500" y="34062"/>
                    </a:cubicBezTo>
                    <a:cubicBezTo>
                      <a:pt x="98880" y="31771"/>
                      <a:pt x="99974" y="29622"/>
                      <a:pt x="100782" y="27604"/>
                    </a:cubicBezTo>
                    <a:cubicBezTo>
                      <a:pt x="101576" y="25599"/>
                      <a:pt x="101979" y="23750"/>
                      <a:pt x="101979" y="22083"/>
                    </a:cubicBezTo>
                    <a:cubicBezTo>
                      <a:pt x="101979" y="17578"/>
                      <a:pt x="100651" y="14193"/>
                      <a:pt x="98021" y="11927"/>
                    </a:cubicBezTo>
                    <a:cubicBezTo>
                      <a:pt x="95378" y="9674"/>
                      <a:pt x="91979" y="8542"/>
                      <a:pt x="87813" y="8542"/>
                    </a:cubicBezTo>
                    <a:cubicBezTo>
                      <a:pt x="83776" y="8542"/>
                      <a:pt x="80495" y="9935"/>
                      <a:pt x="77969" y="12708"/>
                    </a:cubicBezTo>
                    <a:cubicBezTo>
                      <a:pt x="75430" y="15495"/>
                      <a:pt x="74167" y="19102"/>
                      <a:pt x="74167" y="23542"/>
                    </a:cubicBezTo>
                    <a:lnTo>
                      <a:pt x="65625" y="23542"/>
                    </a:lnTo>
                    <a:cubicBezTo>
                      <a:pt x="65625" y="20208"/>
                      <a:pt x="66172" y="17174"/>
                      <a:pt x="67292" y="14427"/>
                    </a:cubicBezTo>
                    <a:cubicBezTo>
                      <a:pt x="68399" y="11693"/>
                      <a:pt x="69961" y="9349"/>
                      <a:pt x="71979" y="7396"/>
                    </a:cubicBezTo>
                    <a:cubicBezTo>
                      <a:pt x="73985" y="5456"/>
                      <a:pt x="76368" y="3958"/>
                      <a:pt x="79115" y="2917"/>
                    </a:cubicBezTo>
                    <a:cubicBezTo>
                      <a:pt x="81849" y="1875"/>
                      <a:pt x="84818" y="1354"/>
                      <a:pt x="88021" y="1354"/>
                    </a:cubicBezTo>
                    <a:close/>
                    <a:moveTo>
                      <a:pt x="584271" y="0"/>
                    </a:moveTo>
                    <a:cubicBezTo>
                      <a:pt x="589480" y="0"/>
                      <a:pt x="593724" y="1224"/>
                      <a:pt x="597032" y="3646"/>
                    </a:cubicBezTo>
                    <a:cubicBezTo>
                      <a:pt x="600326" y="6081"/>
                      <a:pt x="602917" y="9206"/>
                      <a:pt x="604792" y="13021"/>
                    </a:cubicBezTo>
                    <a:cubicBezTo>
                      <a:pt x="606667" y="16914"/>
                      <a:pt x="607943" y="21289"/>
                      <a:pt x="608646" y="26146"/>
                    </a:cubicBezTo>
                    <a:cubicBezTo>
                      <a:pt x="609336" y="31015"/>
                      <a:pt x="609688" y="35872"/>
                      <a:pt x="609688" y="40729"/>
                    </a:cubicBezTo>
                    <a:cubicBezTo>
                      <a:pt x="609688" y="45664"/>
                      <a:pt x="609336" y="50521"/>
                      <a:pt x="608646" y="55312"/>
                    </a:cubicBezTo>
                    <a:cubicBezTo>
                      <a:pt x="607943" y="60104"/>
                      <a:pt x="606667" y="64453"/>
                      <a:pt x="604792" y="68333"/>
                    </a:cubicBezTo>
                    <a:cubicBezTo>
                      <a:pt x="602917" y="72161"/>
                      <a:pt x="600326" y="75247"/>
                      <a:pt x="597032" y="77604"/>
                    </a:cubicBezTo>
                    <a:cubicBezTo>
                      <a:pt x="593724" y="79974"/>
                      <a:pt x="589480" y="81146"/>
                      <a:pt x="584271" y="81146"/>
                    </a:cubicBezTo>
                    <a:cubicBezTo>
                      <a:pt x="579128" y="81146"/>
                      <a:pt x="574948" y="79974"/>
                      <a:pt x="571719" y="77604"/>
                    </a:cubicBezTo>
                    <a:cubicBezTo>
                      <a:pt x="568490" y="75247"/>
                      <a:pt x="566003" y="72161"/>
                      <a:pt x="564271" y="68333"/>
                    </a:cubicBezTo>
                    <a:cubicBezTo>
                      <a:pt x="562462" y="64453"/>
                      <a:pt x="561250" y="60104"/>
                      <a:pt x="560625" y="55312"/>
                    </a:cubicBezTo>
                    <a:cubicBezTo>
                      <a:pt x="560000" y="50521"/>
                      <a:pt x="559688" y="45664"/>
                      <a:pt x="559688" y="40729"/>
                    </a:cubicBezTo>
                    <a:cubicBezTo>
                      <a:pt x="559688" y="35872"/>
                      <a:pt x="560000" y="31015"/>
                      <a:pt x="560625" y="26146"/>
                    </a:cubicBezTo>
                    <a:cubicBezTo>
                      <a:pt x="561250" y="21289"/>
                      <a:pt x="562462" y="16914"/>
                      <a:pt x="564271" y="13021"/>
                    </a:cubicBezTo>
                    <a:cubicBezTo>
                      <a:pt x="566003" y="9206"/>
                      <a:pt x="568490" y="6081"/>
                      <a:pt x="571719" y="3646"/>
                    </a:cubicBezTo>
                    <a:cubicBezTo>
                      <a:pt x="574948" y="1224"/>
                      <a:pt x="579128" y="0"/>
                      <a:pt x="584271" y="0"/>
                    </a:cubicBezTo>
                    <a:close/>
                    <a:moveTo>
                      <a:pt x="245729" y="0"/>
                    </a:moveTo>
                    <a:cubicBezTo>
                      <a:pt x="250938" y="0"/>
                      <a:pt x="255182" y="1224"/>
                      <a:pt x="258490" y="3646"/>
                    </a:cubicBezTo>
                    <a:cubicBezTo>
                      <a:pt x="261784" y="6081"/>
                      <a:pt x="264375" y="9206"/>
                      <a:pt x="266250" y="13021"/>
                    </a:cubicBezTo>
                    <a:cubicBezTo>
                      <a:pt x="268125" y="16914"/>
                      <a:pt x="269401" y="21289"/>
                      <a:pt x="270105" y="26146"/>
                    </a:cubicBezTo>
                    <a:cubicBezTo>
                      <a:pt x="270794" y="31015"/>
                      <a:pt x="271146" y="35872"/>
                      <a:pt x="271146" y="40729"/>
                    </a:cubicBezTo>
                    <a:cubicBezTo>
                      <a:pt x="271146" y="45664"/>
                      <a:pt x="270794" y="50521"/>
                      <a:pt x="270105" y="55312"/>
                    </a:cubicBezTo>
                    <a:cubicBezTo>
                      <a:pt x="269401" y="60104"/>
                      <a:pt x="268125" y="64453"/>
                      <a:pt x="266250" y="68333"/>
                    </a:cubicBezTo>
                    <a:cubicBezTo>
                      <a:pt x="264375" y="72161"/>
                      <a:pt x="261784" y="75247"/>
                      <a:pt x="258490" y="77604"/>
                    </a:cubicBezTo>
                    <a:cubicBezTo>
                      <a:pt x="255182" y="79974"/>
                      <a:pt x="250938" y="81146"/>
                      <a:pt x="245729" y="81146"/>
                    </a:cubicBezTo>
                    <a:cubicBezTo>
                      <a:pt x="240586" y="81146"/>
                      <a:pt x="236406" y="79974"/>
                      <a:pt x="233177" y="77604"/>
                    </a:cubicBezTo>
                    <a:cubicBezTo>
                      <a:pt x="229948" y="75247"/>
                      <a:pt x="227461" y="72161"/>
                      <a:pt x="225729" y="68333"/>
                    </a:cubicBezTo>
                    <a:cubicBezTo>
                      <a:pt x="223920" y="64453"/>
                      <a:pt x="222709" y="60104"/>
                      <a:pt x="222083" y="55312"/>
                    </a:cubicBezTo>
                    <a:cubicBezTo>
                      <a:pt x="221458" y="50521"/>
                      <a:pt x="221146" y="45664"/>
                      <a:pt x="221146" y="40729"/>
                    </a:cubicBezTo>
                    <a:cubicBezTo>
                      <a:pt x="221146" y="35872"/>
                      <a:pt x="221458" y="31015"/>
                      <a:pt x="222083" y="26146"/>
                    </a:cubicBezTo>
                    <a:cubicBezTo>
                      <a:pt x="222709" y="21289"/>
                      <a:pt x="223920" y="16914"/>
                      <a:pt x="225729" y="13021"/>
                    </a:cubicBezTo>
                    <a:cubicBezTo>
                      <a:pt x="227461" y="9206"/>
                      <a:pt x="229948" y="6081"/>
                      <a:pt x="233177" y="3646"/>
                    </a:cubicBezTo>
                    <a:cubicBezTo>
                      <a:pt x="236406" y="1224"/>
                      <a:pt x="240586" y="0"/>
                      <a:pt x="245729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3" name="TextBox 352">
                <a:extLst>
                  <a:ext uri="{FF2B5EF4-FFF2-40B4-BE49-F238E27FC236}">
                    <a16:creationId xmlns:a16="http://schemas.microsoft.com/office/drawing/2014/main" id="{7544DA63-336B-4B61-AA3C-6376418FD524}"/>
                  </a:ext>
                </a:extLst>
              </p:cNvPr>
              <p:cNvSpPr txBox="1"/>
              <p:nvPr/>
            </p:nvSpPr>
            <p:spPr>
              <a:xfrm>
                <a:off x="3873811" y="2962858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725,025,950</a:t>
                </a:r>
              </a:p>
            </p:txBody>
          </p:sp>
        </p:grpSp>
        <p:sp>
          <p:nvSpPr>
            <p:cNvPr id="354" name="자유형: 도형 353">
              <a:extLst>
                <a:ext uri="{FF2B5EF4-FFF2-40B4-BE49-F238E27FC236}">
                  <a16:creationId xmlns:a16="http://schemas.microsoft.com/office/drawing/2014/main" id="{53978DC2-9DCC-4533-9BCF-8611431CB5EC}"/>
                </a:ext>
              </a:extLst>
            </p:cNvPr>
            <p:cNvSpPr/>
            <p:nvPr/>
          </p:nvSpPr>
          <p:spPr>
            <a:xfrm>
              <a:off x="4653806" y="3000596"/>
              <a:ext cx="835417" cy="93437"/>
            </a:xfrm>
            <a:custGeom>
              <a:avLst/>
              <a:gdLst>
                <a:gd name="connsiteX0" fmla="*/ 116146 w 835417"/>
                <a:gd name="connsiteY0" fmla="*/ 72500 h 93437"/>
                <a:gd name="connsiteX1" fmla="*/ 116146 w 835417"/>
                <a:gd name="connsiteY1" fmla="*/ 85104 h 93437"/>
                <a:gd name="connsiteX2" fmla="*/ 159375 w 835417"/>
                <a:gd name="connsiteY2" fmla="*/ 85104 h 93437"/>
                <a:gd name="connsiteX3" fmla="*/ 159375 w 835417"/>
                <a:gd name="connsiteY3" fmla="*/ 72500 h 93437"/>
                <a:gd name="connsiteX4" fmla="*/ 773021 w 835417"/>
                <a:gd name="connsiteY4" fmla="*/ 67708 h 93437"/>
                <a:gd name="connsiteX5" fmla="*/ 781563 w 835417"/>
                <a:gd name="connsiteY5" fmla="*/ 67708 h 93437"/>
                <a:gd name="connsiteX6" fmla="*/ 781563 w 835417"/>
                <a:gd name="connsiteY6" fmla="*/ 83854 h 93437"/>
                <a:gd name="connsiteX7" fmla="*/ 835417 w 835417"/>
                <a:gd name="connsiteY7" fmla="*/ 83854 h 93437"/>
                <a:gd name="connsiteX8" fmla="*/ 835417 w 835417"/>
                <a:gd name="connsiteY8" fmla="*/ 90937 h 93437"/>
                <a:gd name="connsiteX9" fmla="*/ 775209 w 835417"/>
                <a:gd name="connsiteY9" fmla="*/ 90937 h 93437"/>
                <a:gd name="connsiteX10" fmla="*/ 773490 w 835417"/>
                <a:gd name="connsiteY10" fmla="*/ 90469 h 93437"/>
                <a:gd name="connsiteX11" fmla="*/ 773021 w 835417"/>
                <a:gd name="connsiteY11" fmla="*/ 88750 h 93437"/>
                <a:gd name="connsiteX12" fmla="*/ 487396 w 835417"/>
                <a:gd name="connsiteY12" fmla="*/ 61354 h 93437"/>
                <a:gd name="connsiteX13" fmla="*/ 495833 w 835417"/>
                <a:gd name="connsiteY13" fmla="*/ 61354 h 93437"/>
                <a:gd name="connsiteX14" fmla="*/ 495833 w 835417"/>
                <a:gd name="connsiteY14" fmla="*/ 83854 h 93437"/>
                <a:gd name="connsiteX15" fmla="*/ 549688 w 835417"/>
                <a:gd name="connsiteY15" fmla="*/ 83854 h 93437"/>
                <a:gd name="connsiteX16" fmla="*/ 549688 w 835417"/>
                <a:gd name="connsiteY16" fmla="*/ 90937 h 93437"/>
                <a:gd name="connsiteX17" fmla="*/ 489584 w 835417"/>
                <a:gd name="connsiteY17" fmla="*/ 90937 h 93437"/>
                <a:gd name="connsiteX18" fmla="*/ 487865 w 835417"/>
                <a:gd name="connsiteY18" fmla="*/ 90469 h 93437"/>
                <a:gd name="connsiteX19" fmla="*/ 487396 w 835417"/>
                <a:gd name="connsiteY19" fmla="*/ 88750 h 93437"/>
                <a:gd name="connsiteX20" fmla="*/ 393229 w 835417"/>
                <a:gd name="connsiteY20" fmla="*/ 60937 h 93437"/>
                <a:gd name="connsiteX21" fmla="*/ 401563 w 835417"/>
                <a:gd name="connsiteY21" fmla="*/ 60937 h 93437"/>
                <a:gd name="connsiteX22" fmla="*/ 401563 w 835417"/>
                <a:gd name="connsiteY22" fmla="*/ 83854 h 93437"/>
                <a:gd name="connsiteX23" fmla="*/ 454271 w 835417"/>
                <a:gd name="connsiteY23" fmla="*/ 83854 h 93437"/>
                <a:gd name="connsiteX24" fmla="*/ 454271 w 835417"/>
                <a:gd name="connsiteY24" fmla="*/ 90937 h 93437"/>
                <a:gd name="connsiteX25" fmla="*/ 395417 w 835417"/>
                <a:gd name="connsiteY25" fmla="*/ 90937 h 93437"/>
                <a:gd name="connsiteX26" fmla="*/ 393698 w 835417"/>
                <a:gd name="connsiteY26" fmla="*/ 90469 h 93437"/>
                <a:gd name="connsiteX27" fmla="*/ 393229 w 835417"/>
                <a:gd name="connsiteY27" fmla="*/ 88750 h 93437"/>
                <a:gd name="connsiteX28" fmla="*/ 590000 w 835417"/>
                <a:gd name="connsiteY28" fmla="*/ 60833 h 93437"/>
                <a:gd name="connsiteX29" fmla="*/ 598438 w 835417"/>
                <a:gd name="connsiteY29" fmla="*/ 60833 h 93437"/>
                <a:gd name="connsiteX30" fmla="*/ 598438 w 835417"/>
                <a:gd name="connsiteY30" fmla="*/ 83854 h 93437"/>
                <a:gd name="connsiteX31" fmla="*/ 652396 w 835417"/>
                <a:gd name="connsiteY31" fmla="*/ 83854 h 93437"/>
                <a:gd name="connsiteX32" fmla="*/ 652396 w 835417"/>
                <a:gd name="connsiteY32" fmla="*/ 90937 h 93437"/>
                <a:gd name="connsiteX33" fmla="*/ 592188 w 835417"/>
                <a:gd name="connsiteY33" fmla="*/ 90937 h 93437"/>
                <a:gd name="connsiteX34" fmla="*/ 590469 w 835417"/>
                <a:gd name="connsiteY34" fmla="*/ 90469 h 93437"/>
                <a:gd name="connsiteX35" fmla="*/ 590000 w 835417"/>
                <a:gd name="connsiteY35" fmla="*/ 88750 h 93437"/>
                <a:gd name="connsiteX36" fmla="*/ 302292 w 835417"/>
                <a:gd name="connsiteY36" fmla="*/ 59583 h 93437"/>
                <a:gd name="connsiteX37" fmla="*/ 310625 w 835417"/>
                <a:gd name="connsiteY37" fmla="*/ 59583 h 93437"/>
                <a:gd name="connsiteX38" fmla="*/ 310625 w 835417"/>
                <a:gd name="connsiteY38" fmla="*/ 83854 h 93437"/>
                <a:gd name="connsiteX39" fmla="*/ 363438 w 835417"/>
                <a:gd name="connsiteY39" fmla="*/ 83854 h 93437"/>
                <a:gd name="connsiteX40" fmla="*/ 363438 w 835417"/>
                <a:gd name="connsiteY40" fmla="*/ 90937 h 93437"/>
                <a:gd name="connsiteX41" fmla="*/ 304479 w 835417"/>
                <a:gd name="connsiteY41" fmla="*/ 90937 h 93437"/>
                <a:gd name="connsiteX42" fmla="*/ 302760 w 835417"/>
                <a:gd name="connsiteY42" fmla="*/ 90469 h 93437"/>
                <a:gd name="connsiteX43" fmla="*/ 302292 w 835417"/>
                <a:gd name="connsiteY43" fmla="*/ 88750 h 93437"/>
                <a:gd name="connsiteX44" fmla="*/ 159375 w 835417"/>
                <a:gd name="connsiteY44" fmla="*/ 55625 h 93437"/>
                <a:gd name="connsiteX45" fmla="*/ 167604 w 835417"/>
                <a:gd name="connsiteY45" fmla="*/ 55625 h 93437"/>
                <a:gd name="connsiteX46" fmla="*/ 167604 w 835417"/>
                <a:gd name="connsiteY46" fmla="*/ 89688 h 93437"/>
                <a:gd name="connsiteX47" fmla="*/ 167135 w 835417"/>
                <a:gd name="connsiteY47" fmla="*/ 91406 h 93437"/>
                <a:gd name="connsiteX48" fmla="*/ 165417 w 835417"/>
                <a:gd name="connsiteY48" fmla="*/ 91875 h 93437"/>
                <a:gd name="connsiteX49" fmla="*/ 110000 w 835417"/>
                <a:gd name="connsiteY49" fmla="*/ 91875 h 93437"/>
                <a:gd name="connsiteX50" fmla="*/ 108281 w 835417"/>
                <a:gd name="connsiteY50" fmla="*/ 91406 h 93437"/>
                <a:gd name="connsiteX51" fmla="*/ 107813 w 835417"/>
                <a:gd name="connsiteY51" fmla="*/ 89688 h 93437"/>
                <a:gd name="connsiteX52" fmla="*/ 107813 w 835417"/>
                <a:gd name="connsiteY52" fmla="*/ 56146 h 93437"/>
                <a:gd name="connsiteX53" fmla="*/ 116146 w 835417"/>
                <a:gd name="connsiteY53" fmla="*/ 56146 h 93437"/>
                <a:gd name="connsiteX54" fmla="*/ 116146 w 835417"/>
                <a:gd name="connsiteY54" fmla="*/ 65833 h 93437"/>
                <a:gd name="connsiteX55" fmla="*/ 159375 w 835417"/>
                <a:gd name="connsiteY55" fmla="*/ 65833 h 93437"/>
                <a:gd name="connsiteX56" fmla="*/ 821563 w 835417"/>
                <a:gd name="connsiteY56" fmla="*/ 38542 h 93437"/>
                <a:gd name="connsiteX57" fmla="*/ 821563 w 835417"/>
                <a:gd name="connsiteY57" fmla="*/ 45521 h 93437"/>
                <a:gd name="connsiteX58" fmla="*/ 814740 w 835417"/>
                <a:gd name="connsiteY58" fmla="*/ 46458 h 93437"/>
                <a:gd name="connsiteX59" fmla="*/ 806146 w 835417"/>
                <a:gd name="connsiteY59" fmla="*/ 47187 h 93437"/>
                <a:gd name="connsiteX60" fmla="*/ 796667 w 835417"/>
                <a:gd name="connsiteY60" fmla="*/ 47708 h 93437"/>
                <a:gd name="connsiteX61" fmla="*/ 787292 w 835417"/>
                <a:gd name="connsiteY61" fmla="*/ 47917 h 93437"/>
                <a:gd name="connsiteX62" fmla="*/ 787292 w 835417"/>
                <a:gd name="connsiteY62" fmla="*/ 62813 h 93437"/>
                <a:gd name="connsiteX63" fmla="*/ 779063 w 835417"/>
                <a:gd name="connsiteY63" fmla="*/ 62813 h 93437"/>
                <a:gd name="connsiteX64" fmla="*/ 779063 w 835417"/>
                <a:gd name="connsiteY64" fmla="*/ 48125 h 93437"/>
                <a:gd name="connsiteX65" fmla="*/ 758021 w 835417"/>
                <a:gd name="connsiteY65" fmla="*/ 48125 h 93437"/>
                <a:gd name="connsiteX66" fmla="*/ 758021 w 835417"/>
                <a:gd name="connsiteY66" fmla="*/ 41146 h 93437"/>
                <a:gd name="connsiteX67" fmla="*/ 785730 w 835417"/>
                <a:gd name="connsiteY67" fmla="*/ 41146 h 93437"/>
                <a:gd name="connsiteX68" fmla="*/ 794584 w 835417"/>
                <a:gd name="connsiteY68" fmla="*/ 40937 h 93437"/>
                <a:gd name="connsiteX69" fmla="*/ 804896 w 835417"/>
                <a:gd name="connsiteY69" fmla="*/ 40312 h 93437"/>
                <a:gd name="connsiteX70" fmla="*/ 814532 w 835417"/>
                <a:gd name="connsiteY70" fmla="*/ 39479 h 93437"/>
                <a:gd name="connsiteX71" fmla="*/ 821563 w 835417"/>
                <a:gd name="connsiteY71" fmla="*/ 38542 h 93437"/>
                <a:gd name="connsiteX72" fmla="*/ 623750 w 835417"/>
                <a:gd name="connsiteY72" fmla="*/ 18333 h 93437"/>
                <a:gd name="connsiteX73" fmla="*/ 624584 w 835417"/>
                <a:gd name="connsiteY73" fmla="*/ 22187 h 93437"/>
                <a:gd name="connsiteX74" fmla="*/ 624896 w 835417"/>
                <a:gd name="connsiteY74" fmla="*/ 26250 h 93437"/>
                <a:gd name="connsiteX75" fmla="*/ 624636 w 835417"/>
                <a:gd name="connsiteY75" fmla="*/ 29531 h 93437"/>
                <a:gd name="connsiteX76" fmla="*/ 624063 w 835417"/>
                <a:gd name="connsiteY76" fmla="*/ 32708 h 93437"/>
                <a:gd name="connsiteX77" fmla="*/ 641771 w 835417"/>
                <a:gd name="connsiteY77" fmla="*/ 32708 h 93437"/>
                <a:gd name="connsiteX78" fmla="*/ 641771 w 835417"/>
                <a:gd name="connsiteY78" fmla="*/ 18333 h 93437"/>
                <a:gd name="connsiteX79" fmla="*/ 404479 w 835417"/>
                <a:gd name="connsiteY79" fmla="*/ 9062 h 93437"/>
                <a:gd name="connsiteX80" fmla="*/ 392813 w 835417"/>
                <a:gd name="connsiteY80" fmla="*/ 14167 h 93437"/>
                <a:gd name="connsiteX81" fmla="*/ 388646 w 835417"/>
                <a:gd name="connsiteY81" fmla="*/ 26458 h 93437"/>
                <a:gd name="connsiteX82" fmla="*/ 392813 w 835417"/>
                <a:gd name="connsiteY82" fmla="*/ 38646 h 93437"/>
                <a:gd name="connsiteX83" fmla="*/ 404479 w 835417"/>
                <a:gd name="connsiteY83" fmla="*/ 43646 h 93437"/>
                <a:gd name="connsiteX84" fmla="*/ 416094 w 835417"/>
                <a:gd name="connsiteY84" fmla="*/ 38646 h 93437"/>
                <a:gd name="connsiteX85" fmla="*/ 420209 w 835417"/>
                <a:gd name="connsiteY85" fmla="*/ 26458 h 93437"/>
                <a:gd name="connsiteX86" fmla="*/ 416094 w 835417"/>
                <a:gd name="connsiteY86" fmla="*/ 14167 h 93437"/>
                <a:gd name="connsiteX87" fmla="*/ 404479 w 835417"/>
                <a:gd name="connsiteY87" fmla="*/ 9062 h 93437"/>
                <a:gd name="connsiteX88" fmla="*/ 600521 w 835417"/>
                <a:gd name="connsiteY88" fmla="*/ 8854 h 93437"/>
                <a:gd name="connsiteX89" fmla="*/ 588854 w 835417"/>
                <a:gd name="connsiteY89" fmla="*/ 13958 h 93437"/>
                <a:gd name="connsiteX90" fmla="*/ 584688 w 835417"/>
                <a:gd name="connsiteY90" fmla="*/ 26250 h 93437"/>
                <a:gd name="connsiteX91" fmla="*/ 588854 w 835417"/>
                <a:gd name="connsiteY91" fmla="*/ 38437 h 93437"/>
                <a:gd name="connsiteX92" fmla="*/ 600521 w 835417"/>
                <a:gd name="connsiteY92" fmla="*/ 43437 h 93437"/>
                <a:gd name="connsiteX93" fmla="*/ 612188 w 835417"/>
                <a:gd name="connsiteY93" fmla="*/ 38437 h 93437"/>
                <a:gd name="connsiteX94" fmla="*/ 616354 w 835417"/>
                <a:gd name="connsiteY94" fmla="*/ 26250 h 93437"/>
                <a:gd name="connsiteX95" fmla="*/ 612188 w 835417"/>
                <a:gd name="connsiteY95" fmla="*/ 13958 h 93437"/>
                <a:gd name="connsiteX96" fmla="*/ 600521 w 835417"/>
                <a:gd name="connsiteY96" fmla="*/ 8854 h 93437"/>
                <a:gd name="connsiteX97" fmla="*/ 787917 w 835417"/>
                <a:gd name="connsiteY97" fmla="*/ 7083 h 93437"/>
                <a:gd name="connsiteX98" fmla="*/ 776407 w 835417"/>
                <a:gd name="connsiteY98" fmla="*/ 10208 h 93437"/>
                <a:gd name="connsiteX99" fmla="*/ 773230 w 835417"/>
                <a:gd name="connsiteY99" fmla="*/ 17708 h 93437"/>
                <a:gd name="connsiteX100" fmla="*/ 776459 w 835417"/>
                <a:gd name="connsiteY100" fmla="*/ 25052 h 93437"/>
                <a:gd name="connsiteX101" fmla="*/ 787917 w 835417"/>
                <a:gd name="connsiteY101" fmla="*/ 27917 h 93437"/>
                <a:gd name="connsiteX102" fmla="*/ 799323 w 835417"/>
                <a:gd name="connsiteY102" fmla="*/ 25052 h 93437"/>
                <a:gd name="connsiteX103" fmla="*/ 802604 w 835417"/>
                <a:gd name="connsiteY103" fmla="*/ 17708 h 93437"/>
                <a:gd name="connsiteX104" fmla="*/ 799375 w 835417"/>
                <a:gd name="connsiteY104" fmla="*/ 10156 h 93437"/>
                <a:gd name="connsiteX105" fmla="*/ 787917 w 835417"/>
                <a:gd name="connsiteY105" fmla="*/ 7083 h 93437"/>
                <a:gd name="connsiteX106" fmla="*/ 201146 w 835417"/>
                <a:gd name="connsiteY106" fmla="*/ 6667 h 93437"/>
                <a:gd name="connsiteX107" fmla="*/ 239583 w 835417"/>
                <a:gd name="connsiteY107" fmla="*/ 6667 h 93437"/>
                <a:gd name="connsiteX108" fmla="*/ 239583 w 835417"/>
                <a:gd name="connsiteY108" fmla="*/ 13646 h 93437"/>
                <a:gd name="connsiteX109" fmla="*/ 224687 w 835417"/>
                <a:gd name="connsiteY109" fmla="*/ 13646 h 93437"/>
                <a:gd name="connsiteX110" fmla="*/ 224687 w 835417"/>
                <a:gd name="connsiteY110" fmla="*/ 21354 h 93437"/>
                <a:gd name="connsiteX111" fmla="*/ 228906 w 835417"/>
                <a:gd name="connsiteY111" fmla="*/ 48073 h 93437"/>
                <a:gd name="connsiteX112" fmla="*/ 244062 w 835417"/>
                <a:gd name="connsiteY112" fmla="*/ 65625 h 93437"/>
                <a:gd name="connsiteX113" fmla="*/ 237917 w 835417"/>
                <a:gd name="connsiteY113" fmla="*/ 71250 h 93437"/>
                <a:gd name="connsiteX114" fmla="*/ 227865 w 835417"/>
                <a:gd name="connsiteY114" fmla="*/ 61510 h 93437"/>
                <a:gd name="connsiteX115" fmla="*/ 220312 w 835417"/>
                <a:gd name="connsiteY115" fmla="*/ 46771 h 93437"/>
                <a:gd name="connsiteX116" fmla="*/ 217240 w 835417"/>
                <a:gd name="connsiteY116" fmla="*/ 54896 h 93437"/>
                <a:gd name="connsiteX117" fmla="*/ 212813 w 835417"/>
                <a:gd name="connsiteY117" fmla="*/ 62604 h 93437"/>
                <a:gd name="connsiteX118" fmla="*/ 207240 w 835417"/>
                <a:gd name="connsiteY118" fmla="*/ 69427 h 93437"/>
                <a:gd name="connsiteX119" fmla="*/ 201250 w 835417"/>
                <a:gd name="connsiteY119" fmla="*/ 74792 h 93437"/>
                <a:gd name="connsiteX120" fmla="*/ 194062 w 835417"/>
                <a:gd name="connsiteY120" fmla="*/ 69583 h 93437"/>
                <a:gd name="connsiteX121" fmla="*/ 210937 w 835417"/>
                <a:gd name="connsiteY121" fmla="*/ 50469 h 93437"/>
                <a:gd name="connsiteX122" fmla="*/ 216354 w 835417"/>
                <a:gd name="connsiteY122" fmla="*/ 21563 h 93437"/>
                <a:gd name="connsiteX123" fmla="*/ 216354 w 835417"/>
                <a:gd name="connsiteY123" fmla="*/ 13646 h 93437"/>
                <a:gd name="connsiteX124" fmla="*/ 201146 w 835417"/>
                <a:gd name="connsiteY124" fmla="*/ 13646 h 93437"/>
                <a:gd name="connsiteX125" fmla="*/ 475729 w 835417"/>
                <a:gd name="connsiteY125" fmla="*/ 4792 h 93437"/>
                <a:gd name="connsiteX126" fmla="*/ 520730 w 835417"/>
                <a:gd name="connsiteY126" fmla="*/ 4792 h 93437"/>
                <a:gd name="connsiteX127" fmla="*/ 520730 w 835417"/>
                <a:gd name="connsiteY127" fmla="*/ 11771 h 93437"/>
                <a:gd name="connsiteX128" fmla="*/ 502500 w 835417"/>
                <a:gd name="connsiteY128" fmla="*/ 11771 h 93437"/>
                <a:gd name="connsiteX129" fmla="*/ 502500 w 835417"/>
                <a:gd name="connsiteY129" fmla="*/ 17500 h 93437"/>
                <a:gd name="connsiteX130" fmla="*/ 504219 w 835417"/>
                <a:gd name="connsiteY130" fmla="*/ 27135 h 93437"/>
                <a:gd name="connsiteX131" fmla="*/ 508750 w 835417"/>
                <a:gd name="connsiteY131" fmla="*/ 35104 h 93437"/>
                <a:gd name="connsiteX132" fmla="*/ 516980 w 835417"/>
                <a:gd name="connsiteY132" fmla="*/ 43021 h 93437"/>
                <a:gd name="connsiteX133" fmla="*/ 526459 w 835417"/>
                <a:gd name="connsiteY133" fmla="*/ 47812 h 93437"/>
                <a:gd name="connsiteX134" fmla="*/ 523438 w 835417"/>
                <a:gd name="connsiteY134" fmla="*/ 51042 h 93437"/>
                <a:gd name="connsiteX135" fmla="*/ 521042 w 835417"/>
                <a:gd name="connsiteY135" fmla="*/ 54062 h 93437"/>
                <a:gd name="connsiteX136" fmla="*/ 514948 w 835417"/>
                <a:gd name="connsiteY136" fmla="*/ 50677 h 93437"/>
                <a:gd name="connsiteX137" fmla="*/ 508542 w 835417"/>
                <a:gd name="connsiteY137" fmla="*/ 45729 h 93437"/>
                <a:gd name="connsiteX138" fmla="*/ 502865 w 835417"/>
                <a:gd name="connsiteY138" fmla="*/ 40052 h 93437"/>
                <a:gd name="connsiteX139" fmla="*/ 498334 w 835417"/>
                <a:gd name="connsiteY139" fmla="*/ 33125 h 93437"/>
                <a:gd name="connsiteX140" fmla="*/ 494636 w 835417"/>
                <a:gd name="connsiteY140" fmla="*/ 40469 h 93437"/>
                <a:gd name="connsiteX141" fmla="*/ 489584 w 835417"/>
                <a:gd name="connsiteY141" fmla="*/ 46771 h 93437"/>
                <a:gd name="connsiteX142" fmla="*/ 482865 w 835417"/>
                <a:gd name="connsiteY142" fmla="*/ 52344 h 93437"/>
                <a:gd name="connsiteX143" fmla="*/ 475521 w 835417"/>
                <a:gd name="connsiteY143" fmla="*/ 56771 h 93437"/>
                <a:gd name="connsiteX144" fmla="*/ 472552 w 835417"/>
                <a:gd name="connsiteY144" fmla="*/ 53958 h 93437"/>
                <a:gd name="connsiteX145" fmla="*/ 469167 w 835417"/>
                <a:gd name="connsiteY145" fmla="*/ 51042 h 93437"/>
                <a:gd name="connsiteX146" fmla="*/ 479740 w 835417"/>
                <a:gd name="connsiteY146" fmla="*/ 44896 h 93437"/>
                <a:gd name="connsiteX147" fmla="*/ 488229 w 835417"/>
                <a:gd name="connsiteY147" fmla="*/ 36146 h 93437"/>
                <a:gd name="connsiteX148" fmla="*/ 492552 w 835417"/>
                <a:gd name="connsiteY148" fmla="*/ 27604 h 93437"/>
                <a:gd name="connsiteX149" fmla="*/ 494167 w 835417"/>
                <a:gd name="connsiteY149" fmla="*/ 17396 h 93437"/>
                <a:gd name="connsiteX150" fmla="*/ 494167 w 835417"/>
                <a:gd name="connsiteY150" fmla="*/ 11771 h 93437"/>
                <a:gd name="connsiteX151" fmla="*/ 475729 w 835417"/>
                <a:gd name="connsiteY151" fmla="*/ 11771 h 93437"/>
                <a:gd name="connsiteX152" fmla="*/ 97812 w 835417"/>
                <a:gd name="connsiteY152" fmla="*/ 4062 h 93437"/>
                <a:gd name="connsiteX153" fmla="*/ 137708 w 835417"/>
                <a:gd name="connsiteY153" fmla="*/ 4062 h 93437"/>
                <a:gd name="connsiteX154" fmla="*/ 139427 w 835417"/>
                <a:gd name="connsiteY154" fmla="*/ 4531 h 93437"/>
                <a:gd name="connsiteX155" fmla="*/ 139896 w 835417"/>
                <a:gd name="connsiteY155" fmla="*/ 6250 h 93437"/>
                <a:gd name="connsiteX156" fmla="*/ 139896 w 835417"/>
                <a:gd name="connsiteY156" fmla="*/ 27187 h 93437"/>
                <a:gd name="connsiteX157" fmla="*/ 139427 w 835417"/>
                <a:gd name="connsiteY157" fmla="*/ 28906 h 93437"/>
                <a:gd name="connsiteX158" fmla="*/ 137708 w 835417"/>
                <a:gd name="connsiteY158" fmla="*/ 29375 h 93437"/>
                <a:gd name="connsiteX159" fmla="*/ 105833 w 835417"/>
                <a:gd name="connsiteY159" fmla="*/ 29375 h 93437"/>
                <a:gd name="connsiteX160" fmla="*/ 105833 w 835417"/>
                <a:gd name="connsiteY160" fmla="*/ 41042 h 93437"/>
                <a:gd name="connsiteX161" fmla="*/ 115937 w 835417"/>
                <a:gd name="connsiteY161" fmla="*/ 41042 h 93437"/>
                <a:gd name="connsiteX162" fmla="*/ 127240 w 835417"/>
                <a:gd name="connsiteY162" fmla="*/ 40781 h 93437"/>
                <a:gd name="connsiteX163" fmla="*/ 138125 w 835417"/>
                <a:gd name="connsiteY163" fmla="*/ 40104 h 93437"/>
                <a:gd name="connsiteX164" fmla="*/ 147448 w 835417"/>
                <a:gd name="connsiteY164" fmla="*/ 39063 h 93437"/>
                <a:gd name="connsiteX165" fmla="*/ 154479 w 835417"/>
                <a:gd name="connsiteY165" fmla="*/ 37917 h 93437"/>
                <a:gd name="connsiteX166" fmla="*/ 154479 w 835417"/>
                <a:gd name="connsiteY166" fmla="*/ 44688 h 93437"/>
                <a:gd name="connsiteX167" fmla="*/ 146875 w 835417"/>
                <a:gd name="connsiteY167" fmla="*/ 45938 h 93437"/>
                <a:gd name="connsiteX168" fmla="*/ 136875 w 835417"/>
                <a:gd name="connsiteY168" fmla="*/ 47083 h 93437"/>
                <a:gd name="connsiteX169" fmla="*/ 125208 w 835417"/>
                <a:gd name="connsiteY169" fmla="*/ 47917 h 93437"/>
                <a:gd name="connsiteX170" fmla="*/ 113021 w 835417"/>
                <a:gd name="connsiteY170" fmla="*/ 48229 h 93437"/>
                <a:gd name="connsiteX171" fmla="*/ 100000 w 835417"/>
                <a:gd name="connsiteY171" fmla="*/ 48229 h 93437"/>
                <a:gd name="connsiteX172" fmla="*/ 98281 w 835417"/>
                <a:gd name="connsiteY172" fmla="*/ 47760 h 93437"/>
                <a:gd name="connsiteX173" fmla="*/ 97812 w 835417"/>
                <a:gd name="connsiteY173" fmla="*/ 46042 h 93437"/>
                <a:gd name="connsiteX174" fmla="*/ 97812 w 835417"/>
                <a:gd name="connsiteY174" fmla="*/ 24792 h 93437"/>
                <a:gd name="connsiteX175" fmla="*/ 98281 w 835417"/>
                <a:gd name="connsiteY175" fmla="*/ 23073 h 93437"/>
                <a:gd name="connsiteX176" fmla="*/ 100000 w 835417"/>
                <a:gd name="connsiteY176" fmla="*/ 22604 h 93437"/>
                <a:gd name="connsiteX177" fmla="*/ 131875 w 835417"/>
                <a:gd name="connsiteY177" fmla="*/ 22604 h 93437"/>
                <a:gd name="connsiteX178" fmla="*/ 131875 w 835417"/>
                <a:gd name="connsiteY178" fmla="*/ 11042 h 93437"/>
                <a:gd name="connsiteX179" fmla="*/ 97812 w 835417"/>
                <a:gd name="connsiteY179" fmla="*/ 11042 h 93437"/>
                <a:gd name="connsiteX180" fmla="*/ 673750 w 835417"/>
                <a:gd name="connsiteY180" fmla="*/ 3854 h 93437"/>
                <a:gd name="connsiteX181" fmla="*/ 736355 w 835417"/>
                <a:gd name="connsiteY181" fmla="*/ 3854 h 93437"/>
                <a:gd name="connsiteX182" fmla="*/ 738073 w 835417"/>
                <a:gd name="connsiteY182" fmla="*/ 4323 h 93437"/>
                <a:gd name="connsiteX183" fmla="*/ 738542 w 835417"/>
                <a:gd name="connsiteY183" fmla="*/ 6042 h 93437"/>
                <a:gd name="connsiteX184" fmla="*/ 737709 w 835417"/>
                <a:gd name="connsiteY184" fmla="*/ 15573 h 93437"/>
                <a:gd name="connsiteX185" fmla="*/ 736563 w 835417"/>
                <a:gd name="connsiteY185" fmla="*/ 26042 h 93437"/>
                <a:gd name="connsiteX186" fmla="*/ 735157 w 835417"/>
                <a:gd name="connsiteY186" fmla="*/ 36198 h 93437"/>
                <a:gd name="connsiteX187" fmla="*/ 733646 w 835417"/>
                <a:gd name="connsiteY187" fmla="*/ 44896 h 93437"/>
                <a:gd name="connsiteX188" fmla="*/ 748646 w 835417"/>
                <a:gd name="connsiteY188" fmla="*/ 44896 h 93437"/>
                <a:gd name="connsiteX189" fmla="*/ 748646 w 835417"/>
                <a:gd name="connsiteY189" fmla="*/ 51979 h 93437"/>
                <a:gd name="connsiteX190" fmla="*/ 709584 w 835417"/>
                <a:gd name="connsiteY190" fmla="*/ 51979 h 93437"/>
                <a:gd name="connsiteX191" fmla="*/ 709584 w 835417"/>
                <a:gd name="connsiteY191" fmla="*/ 92917 h 93437"/>
                <a:gd name="connsiteX192" fmla="*/ 701250 w 835417"/>
                <a:gd name="connsiteY192" fmla="*/ 92917 h 93437"/>
                <a:gd name="connsiteX193" fmla="*/ 701250 w 835417"/>
                <a:gd name="connsiteY193" fmla="*/ 51979 h 93437"/>
                <a:gd name="connsiteX194" fmla="*/ 663855 w 835417"/>
                <a:gd name="connsiteY194" fmla="*/ 51979 h 93437"/>
                <a:gd name="connsiteX195" fmla="*/ 663855 w 835417"/>
                <a:gd name="connsiteY195" fmla="*/ 44896 h 93437"/>
                <a:gd name="connsiteX196" fmla="*/ 725417 w 835417"/>
                <a:gd name="connsiteY196" fmla="*/ 44896 h 93437"/>
                <a:gd name="connsiteX197" fmla="*/ 726875 w 835417"/>
                <a:gd name="connsiteY197" fmla="*/ 36823 h 93437"/>
                <a:gd name="connsiteX198" fmla="*/ 728230 w 835417"/>
                <a:gd name="connsiteY198" fmla="*/ 28021 h 93437"/>
                <a:gd name="connsiteX199" fmla="*/ 729219 w 835417"/>
                <a:gd name="connsiteY199" fmla="*/ 19167 h 93437"/>
                <a:gd name="connsiteX200" fmla="*/ 729896 w 835417"/>
                <a:gd name="connsiteY200" fmla="*/ 10937 h 93437"/>
                <a:gd name="connsiteX201" fmla="*/ 673750 w 835417"/>
                <a:gd name="connsiteY201" fmla="*/ 10937 h 93437"/>
                <a:gd name="connsiteX202" fmla="*/ 9896 w 835417"/>
                <a:gd name="connsiteY202" fmla="*/ 3229 h 93437"/>
                <a:gd name="connsiteX203" fmla="*/ 72708 w 835417"/>
                <a:gd name="connsiteY203" fmla="*/ 3229 h 93437"/>
                <a:gd name="connsiteX204" fmla="*/ 74427 w 835417"/>
                <a:gd name="connsiteY204" fmla="*/ 3698 h 93437"/>
                <a:gd name="connsiteX205" fmla="*/ 74896 w 835417"/>
                <a:gd name="connsiteY205" fmla="*/ 5417 h 93437"/>
                <a:gd name="connsiteX206" fmla="*/ 74219 w 835417"/>
                <a:gd name="connsiteY206" fmla="*/ 12760 h 93437"/>
                <a:gd name="connsiteX207" fmla="*/ 73229 w 835417"/>
                <a:gd name="connsiteY207" fmla="*/ 21042 h 93437"/>
                <a:gd name="connsiteX208" fmla="*/ 71927 w 835417"/>
                <a:gd name="connsiteY208" fmla="*/ 29323 h 93437"/>
                <a:gd name="connsiteX209" fmla="*/ 70625 w 835417"/>
                <a:gd name="connsiteY209" fmla="*/ 36771 h 93437"/>
                <a:gd name="connsiteX210" fmla="*/ 84479 w 835417"/>
                <a:gd name="connsiteY210" fmla="*/ 36771 h 93437"/>
                <a:gd name="connsiteX211" fmla="*/ 84479 w 835417"/>
                <a:gd name="connsiteY211" fmla="*/ 43854 h 93437"/>
                <a:gd name="connsiteX212" fmla="*/ 45104 w 835417"/>
                <a:gd name="connsiteY212" fmla="*/ 43854 h 93437"/>
                <a:gd name="connsiteX213" fmla="*/ 45104 w 835417"/>
                <a:gd name="connsiteY213" fmla="*/ 61146 h 93437"/>
                <a:gd name="connsiteX214" fmla="*/ 71042 w 835417"/>
                <a:gd name="connsiteY214" fmla="*/ 61146 h 93437"/>
                <a:gd name="connsiteX215" fmla="*/ 72760 w 835417"/>
                <a:gd name="connsiteY215" fmla="*/ 61615 h 93437"/>
                <a:gd name="connsiteX216" fmla="*/ 73229 w 835417"/>
                <a:gd name="connsiteY216" fmla="*/ 63333 h 93437"/>
                <a:gd name="connsiteX217" fmla="*/ 73229 w 835417"/>
                <a:gd name="connsiteY217" fmla="*/ 93437 h 93437"/>
                <a:gd name="connsiteX218" fmla="*/ 64791 w 835417"/>
                <a:gd name="connsiteY218" fmla="*/ 93437 h 93437"/>
                <a:gd name="connsiteX219" fmla="*/ 64791 w 835417"/>
                <a:gd name="connsiteY219" fmla="*/ 68333 h 93437"/>
                <a:gd name="connsiteX220" fmla="*/ 10000 w 835417"/>
                <a:gd name="connsiteY220" fmla="*/ 68333 h 93437"/>
                <a:gd name="connsiteX221" fmla="*/ 10000 w 835417"/>
                <a:gd name="connsiteY221" fmla="*/ 61146 h 93437"/>
                <a:gd name="connsiteX222" fmla="*/ 36667 w 835417"/>
                <a:gd name="connsiteY222" fmla="*/ 61146 h 93437"/>
                <a:gd name="connsiteX223" fmla="*/ 36667 w 835417"/>
                <a:gd name="connsiteY223" fmla="*/ 43854 h 93437"/>
                <a:gd name="connsiteX224" fmla="*/ 0 w 835417"/>
                <a:gd name="connsiteY224" fmla="*/ 43854 h 93437"/>
                <a:gd name="connsiteX225" fmla="*/ 0 w 835417"/>
                <a:gd name="connsiteY225" fmla="*/ 36771 h 93437"/>
                <a:gd name="connsiteX226" fmla="*/ 62813 w 835417"/>
                <a:gd name="connsiteY226" fmla="*/ 36771 h 93437"/>
                <a:gd name="connsiteX227" fmla="*/ 63906 w 835417"/>
                <a:gd name="connsiteY227" fmla="*/ 30365 h 93437"/>
                <a:gd name="connsiteX228" fmla="*/ 65000 w 835417"/>
                <a:gd name="connsiteY228" fmla="*/ 23125 h 93437"/>
                <a:gd name="connsiteX229" fmla="*/ 65833 w 835417"/>
                <a:gd name="connsiteY229" fmla="*/ 16198 h 93437"/>
                <a:gd name="connsiteX230" fmla="*/ 66354 w 835417"/>
                <a:gd name="connsiteY230" fmla="*/ 10313 h 93437"/>
                <a:gd name="connsiteX231" fmla="*/ 9896 w 835417"/>
                <a:gd name="connsiteY231" fmla="*/ 10313 h 93437"/>
                <a:gd name="connsiteX232" fmla="*/ 292708 w 835417"/>
                <a:gd name="connsiteY232" fmla="*/ 3125 h 93437"/>
                <a:gd name="connsiteX233" fmla="*/ 300834 w 835417"/>
                <a:gd name="connsiteY233" fmla="*/ 3125 h 93437"/>
                <a:gd name="connsiteX234" fmla="*/ 300834 w 835417"/>
                <a:gd name="connsiteY234" fmla="*/ 41354 h 93437"/>
                <a:gd name="connsiteX235" fmla="*/ 310104 w 835417"/>
                <a:gd name="connsiteY235" fmla="*/ 41354 h 93437"/>
                <a:gd name="connsiteX236" fmla="*/ 320885 w 835417"/>
                <a:gd name="connsiteY236" fmla="*/ 41042 h 93437"/>
                <a:gd name="connsiteX237" fmla="*/ 331771 w 835417"/>
                <a:gd name="connsiteY237" fmla="*/ 40208 h 93437"/>
                <a:gd name="connsiteX238" fmla="*/ 341250 w 835417"/>
                <a:gd name="connsiteY238" fmla="*/ 39115 h 93437"/>
                <a:gd name="connsiteX239" fmla="*/ 347709 w 835417"/>
                <a:gd name="connsiteY239" fmla="*/ 37917 h 93437"/>
                <a:gd name="connsiteX240" fmla="*/ 347709 w 835417"/>
                <a:gd name="connsiteY240" fmla="*/ 44896 h 93437"/>
                <a:gd name="connsiteX241" fmla="*/ 341042 w 835417"/>
                <a:gd name="connsiteY241" fmla="*/ 46250 h 93437"/>
                <a:gd name="connsiteX242" fmla="*/ 331563 w 835417"/>
                <a:gd name="connsiteY242" fmla="*/ 47500 h 93437"/>
                <a:gd name="connsiteX243" fmla="*/ 320469 w 835417"/>
                <a:gd name="connsiteY243" fmla="*/ 48385 h 93437"/>
                <a:gd name="connsiteX244" fmla="*/ 308646 w 835417"/>
                <a:gd name="connsiteY244" fmla="*/ 48750 h 93437"/>
                <a:gd name="connsiteX245" fmla="*/ 294896 w 835417"/>
                <a:gd name="connsiteY245" fmla="*/ 48750 h 93437"/>
                <a:gd name="connsiteX246" fmla="*/ 293177 w 835417"/>
                <a:gd name="connsiteY246" fmla="*/ 48281 h 93437"/>
                <a:gd name="connsiteX247" fmla="*/ 292708 w 835417"/>
                <a:gd name="connsiteY247" fmla="*/ 46563 h 93437"/>
                <a:gd name="connsiteX248" fmla="*/ 404479 w 835417"/>
                <a:gd name="connsiteY248" fmla="*/ 1667 h 93437"/>
                <a:gd name="connsiteX249" fmla="*/ 414219 w 835417"/>
                <a:gd name="connsiteY249" fmla="*/ 3646 h 93437"/>
                <a:gd name="connsiteX250" fmla="*/ 421875 w 835417"/>
                <a:gd name="connsiteY250" fmla="*/ 8958 h 93437"/>
                <a:gd name="connsiteX251" fmla="*/ 426927 w 835417"/>
                <a:gd name="connsiteY251" fmla="*/ 16875 h 93437"/>
                <a:gd name="connsiteX252" fmla="*/ 428750 w 835417"/>
                <a:gd name="connsiteY252" fmla="*/ 26458 h 93437"/>
                <a:gd name="connsiteX253" fmla="*/ 426927 w 835417"/>
                <a:gd name="connsiteY253" fmla="*/ 36042 h 93437"/>
                <a:gd name="connsiteX254" fmla="*/ 421875 w 835417"/>
                <a:gd name="connsiteY254" fmla="*/ 43854 h 93437"/>
                <a:gd name="connsiteX255" fmla="*/ 414219 w 835417"/>
                <a:gd name="connsiteY255" fmla="*/ 49219 h 93437"/>
                <a:gd name="connsiteX256" fmla="*/ 404479 w 835417"/>
                <a:gd name="connsiteY256" fmla="*/ 51146 h 93437"/>
                <a:gd name="connsiteX257" fmla="*/ 394583 w 835417"/>
                <a:gd name="connsiteY257" fmla="*/ 49219 h 93437"/>
                <a:gd name="connsiteX258" fmla="*/ 386875 w 835417"/>
                <a:gd name="connsiteY258" fmla="*/ 43854 h 93437"/>
                <a:gd name="connsiteX259" fmla="*/ 381875 w 835417"/>
                <a:gd name="connsiteY259" fmla="*/ 36042 h 93437"/>
                <a:gd name="connsiteX260" fmla="*/ 380104 w 835417"/>
                <a:gd name="connsiteY260" fmla="*/ 26458 h 93437"/>
                <a:gd name="connsiteX261" fmla="*/ 381875 w 835417"/>
                <a:gd name="connsiteY261" fmla="*/ 16875 h 93437"/>
                <a:gd name="connsiteX262" fmla="*/ 386875 w 835417"/>
                <a:gd name="connsiteY262" fmla="*/ 8958 h 93437"/>
                <a:gd name="connsiteX263" fmla="*/ 394583 w 835417"/>
                <a:gd name="connsiteY263" fmla="*/ 3646 h 93437"/>
                <a:gd name="connsiteX264" fmla="*/ 404479 w 835417"/>
                <a:gd name="connsiteY264" fmla="*/ 1667 h 93437"/>
                <a:gd name="connsiteX265" fmla="*/ 825417 w 835417"/>
                <a:gd name="connsiteY265" fmla="*/ 625 h 93437"/>
                <a:gd name="connsiteX266" fmla="*/ 833438 w 835417"/>
                <a:gd name="connsiteY266" fmla="*/ 625 h 93437"/>
                <a:gd name="connsiteX267" fmla="*/ 833438 w 835417"/>
                <a:gd name="connsiteY267" fmla="*/ 70938 h 93437"/>
                <a:gd name="connsiteX268" fmla="*/ 825417 w 835417"/>
                <a:gd name="connsiteY268" fmla="*/ 70938 h 93437"/>
                <a:gd name="connsiteX269" fmla="*/ 825417 w 835417"/>
                <a:gd name="connsiteY269" fmla="*/ 61979 h 93437"/>
                <a:gd name="connsiteX270" fmla="*/ 803542 w 835417"/>
                <a:gd name="connsiteY270" fmla="*/ 61979 h 93437"/>
                <a:gd name="connsiteX271" fmla="*/ 803542 w 835417"/>
                <a:gd name="connsiteY271" fmla="*/ 55313 h 93437"/>
                <a:gd name="connsiteX272" fmla="*/ 825417 w 835417"/>
                <a:gd name="connsiteY272" fmla="*/ 55313 h 93437"/>
                <a:gd name="connsiteX273" fmla="*/ 641771 w 835417"/>
                <a:gd name="connsiteY273" fmla="*/ 521 h 93437"/>
                <a:gd name="connsiteX274" fmla="*/ 649896 w 835417"/>
                <a:gd name="connsiteY274" fmla="*/ 521 h 93437"/>
                <a:gd name="connsiteX275" fmla="*/ 649896 w 835417"/>
                <a:gd name="connsiteY275" fmla="*/ 68333 h 93437"/>
                <a:gd name="connsiteX276" fmla="*/ 641771 w 835417"/>
                <a:gd name="connsiteY276" fmla="*/ 68333 h 93437"/>
                <a:gd name="connsiteX277" fmla="*/ 641771 w 835417"/>
                <a:gd name="connsiteY277" fmla="*/ 39688 h 93437"/>
                <a:gd name="connsiteX278" fmla="*/ 621146 w 835417"/>
                <a:gd name="connsiteY278" fmla="*/ 39688 h 93437"/>
                <a:gd name="connsiteX279" fmla="*/ 612657 w 835417"/>
                <a:gd name="connsiteY279" fmla="*/ 47865 h 93437"/>
                <a:gd name="connsiteX280" fmla="*/ 600521 w 835417"/>
                <a:gd name="connsiteY280" fmla="*/ 50938 h 93437"/>
                <a:gd name="connsiteX281" fmla="*/ 590625 w 835417"/>
                <a:gd name="connsiteY281" fmla="*/ 49011 h 93437"/>
                <a:gd name="connsiteX282" fmla="*/ 583021 w 835417"/>
                <a:gd name="connsiteY282" fmla="*/ 43646 h 93437"/>
                <a:gd name="connsiteX283" fmla="*/ 578021 w 835417"/>
                <a:gd name="connsiteY283" fmla="*/ 35833 h 93437"/>
                <a:gd name="connsiteX284" fmla="*/ 576250 w 835417"/>
                <a:gd name="connsiteY284" fmla="*/ 26250 h 93437"/>
                <a:gd name="connsiteX285" fmla="*/ 578021 w 835417"/>
                <a:gd name="connsiteY285" fmla="*/ 16667 h 93437"/>
                <a:gd name="connsiteX286" fmla="*/ 583021 w 835417"/>
                <a:gd name="connsiteY286" fmla="*/ 8750 h 93437"/>
                <a:gd name="connsiteX287" fmla="*/ 590625 w 835417"/>
                <a:gd name="connsiteY287" fmla="*/ 3438 h 93437"/>
                <a:gd name="connsiteX288" fmla="*/ 600521 w 835417"/>
                <a:gd name="connsiteY288" fmla="*/ 1458 h 93437"/>
                <a:gd name="connsiteX289" fmla="*/ 611875 w 835417"/>
                <a:gd name="connsiteY289" fmla="*/ 4167 h 93437"/>
                <a:gd name="connsiteX290" fmla="*/ 620209 w 835417"/>
                <a:gd name="connsiteY290" fmla="*/ 11354 h 93437"/>
                <a:gd name="connsiteX291" fmla="*/ 641771 w 835417"/>
                <a:gd name="connsiteY291" fmla="*/ 11354 h 93437"/>
                <a:gd name="connsiteX292" fmla="*/ 538959 w 835417"/>
                <a:gd name="connsiteY292" fmla="*/ 521 h 93437"/>
                <a:gd name="connsiteX293" fmla="*/ 547084 w 835417"/>
                <a:gd name="connsiteY293" fmla="*/ 521 h 93437"/>
                <a:gd name="connsiteX294" fmla="*/ 547084 w 835417"/>
                <a:gd name="connsiteY294" fmla="*/ 68229 h 93437"/>
                <a:gd name="connsiteX295" fmla="*/ 538959 w 835417"/>
                <a:gd name="connsiteY295" fmla="*/ 68229 h 93437"/>
                <a:gd name="connsiteX296" fmla="*/ 538959 w 835417"/>
                <a:gd name="connsiteY296" fmla="*/ 29583 h 93437"/>
                <a:gd name="connsiteX297" fmla="*/ 519688 w 835417"/>
                <a:gd name="connsiteY297" fmla="*/ 29583 h 93437"/>
                <a:gd name="connsiteX298" fmla="*/ 519688 w 835417"/>
                <a:gd name="connsiteY298" fmla="*/ 22292 h 93437"/>
                <a:gd name="connsiteX299" fmla="*/ 538959 w 835417"/>
                <a:gd name="connsiteY299" fmla="*/ 22292 h 93437"/>
                <a:gd name="connsiteX300" fmla="*/ 443230 w 835417"/>
                <a:gd name="connsiteY300" fmla="*/ 521 h 93437"/>
                <a:gd name="connsiteX301" fmla="*/ 451250 w 835417"/>
                <a:gd name="connsiteY301" fmla="*/ 521 h 93437"/>
                <a:gd name="connsiteX302" fmla="*/ 451250 w 835417"/>
                <a:gd name="connsiteY302" fmla="*/ 23333 h 93437"/>
                <a:gd name="connsiteX303" fmla="*/ 463958 w 835417"/>
                <a:gd name="connsiteY303" fmla="*/ 23333 h 93437"/>
                <a:gd name="connsiteX304" fmla="*/ 463958 w 835417"/>
                <a:gd name="connsiteY304" fmla="*/ 30625 h 93437"/>
                <a:gd name="connsiteX305" fmla="*/ 451250 w 835417"/>
                <a:gd name="connsiteY305" fmla="*/ 30625 h 93437"/>
                <a:gd name="connsiteX306" fmla="*/ 451250 w 835417"/>
                <a:gd name="connsiteY306" fmla="*/ 68437 h 93437"/>
                <a:gd name="connsiteX307" fmla="*/ 443230 w 835417"/>
                <a:gd name="connsiteY307" fmla="*/ 68437 h 93437"/>
                <a:gd name="connsiteX308" fmla="*/ 352188 w 835417"/>
                <a:gd name="connsiteY308" fmla="*/ 521 h 93437"/>
                <a:gd name="connsiteX309" fmla="*/ 360313 w 835417"/>
                <a:gd name="connsiteY309" fmla="*/ 521 h 93437"/>
                <a:gd name="connsiteX310" fmla="*/ 360313 w 835417"/>
                <a:gd name="connsiteY310" fmla="*/ 23333 h 93437"/>
                <a:gd name="connsiteX311" fmla="*/ 372917 w 835417"/>
                <a:gd name="connsiteY311" fmla="*/ 23333 h 93437"/>
                <a:gd name="connsiteX312" fmla="*/ 372917 w 835417"/>
                <a:gd name="connsiteY312" fmla="*/ 30521 h 93437"/>
                <a:gd name="connsiteX313" fmla="*/ 360313 w 835417"/>
                <a:gd name="connsiteY313" fmla="*/ 30521 h 93437"/>
                <a:gd name="connsiteX314" fmla="*/ 360313 w 835417"/>
                <a:gd name="connsiteY314" fmla="*/ 67917 h 93437"/>
                <a:gd name="connsiteX315" fmla="*/ 352188 w 835417"/>
                <a:gd name="connsiteY315" fmla="*/ 67917 h 93437"/>
                <a:gd name="connsiteX316" fmla="*/ 267917 w 835417"/>
                <a:gd name="connsiteY316" fmla="*/ 521 h 93437"/>
                <a:gd name="connsiteX317" fmla="*/ 275833 w 835417"/>
                <a:gd name="connsiteY317" fmla="*/ 521 h 93437"/>
                <a:gd name="connsiteX318" fmla="*/ 275833 w 835417"/>
                <a:gd name="connsiteY318" fmla="*/ 92813 h 93437"/>
                <a:gd name="connsiteX319" fmla="*/ 267917 w 835417"/>
                <a:gd name="connsiteY319" fmla="*/ 92813 h 93437"/>
                <a:gd name="connsiteX320" fmla="*/ 267917 w 835417"/>
                <a:gd name="connsiteY320" fmla="*/ 41979 h 93437"/>
                <a:gd name="connsiteX321" fmla="*/ 256042 w 835417"/>
                <a:gd name="connsiteY321" fmla="*/ 41979 h 93437"/>
                <a:gd name="connsiteX322" fmla="*/ 256042 w 835417"/>
                <a:gd name="connsiteY322" fmla="*/ 88438 h 93437"/>
                <a:gd name="connsiteX323" fmla="*/ 248021 w 835417"/>
                <a:gd name="connsiteY323" fmla="*/ 88438 h 93437"/>
                <a:gd name="connsiteX324" fmla="*/ 248021 w 835417"/>
                <a:gd name="connsiteY324" fmla="*/ 2083 h 93437"/>
                <a:gd name="connsiteX325" fmla="*/ 256042 w 835417"/>
                <a:gd name="connsiteY325" fmla="*/ 2083 h 93437"/>
                <a:gd name="connsiteX326" fmla="*/ 256042 w 835417"/>
                <a:gd name="connsiteY326" fmla="*/ 34062 h 93437"/>
                <a:gd name="connsiteX327" fmla="*/ 267917 w 835417"/>
                <a:gd name="connsiteY327" fmla="*/ 34062 h 93437"/>
                <a:gd name="connsiteX328" fmla="*/ 159479 w 835417"/>
                <a:gd name="connsiteY328" fmla="*/ 521 h 93437"/>
                <a:gd name="connsiteX329" fmla="*/ 167604 w 835417"/>
                <a:gd name="connsiteY329" fmla="*/ 521 h 93437"/>
                <a:gd name="connsiteX330" fmla="*/ 167604 w 835417"/>
                <a:gd name="connsiteY330" fmla="*/ 50729 h 93437"/>
                <a:gd name="connsiteX331" fmla="*/ 159479 w 835417"/>
                <a:gd name="connsiteY331" fmla="*/ 50729 h 93437"/>
                <a:gd name="connsiteX332" fmla="*/ 787917 w 835417"/>
                <a:gd name="connsiteY332" fmla="*/ 0 h 93437"/>
                <a:gd name="connsiteX333" fmla="*/ 805001 w 835417"/>
                <a:gd name="connsiteY333" fmla="*/ 5104 h 93437"/>
                <a:gd name="connsiteX334" fmla="*/ 810938 w 835417"/>
                <a:gd name="connsiteY334" fmla="*/ 17708 h 93437"/>
                <a:gd name="connsiteX335" fmla="*/ 804948 w 835417"/>
                <a:gd name="connsiteY335" fmla="*/ 30208 h 93437"/>
                <a:gd name="connsiteX336" fmla="*/ 787917 w 835417"/>
                <a:gd name="connsiteY336" fmla="*/ 34896 h 93437"/>
                <a:gd name="connsiteX337" fmla="*/ 770938 w 835417"/>
                <a:gd name="connsiteY337" fmla="*/ 30052 h 93437"/>
                <a:gd name="connsiteX338" fmla="*/ 765105 w 835417"/>
                <a:gd name="connsiteY338" fmla="*/ 17708 h 93437"/>
                <a:gd name="connsiteX339" fmla="*/ 770886 w 835417"/>
                <a:gd name="connsiteY339" fmla="*/ 5261 h 93437"/>
                <a:gd name="connsiteX340" fmla="*/ 787917 w 835417"/>
                <a:gd name="connsiteY340" fmla="*/ 0 h 9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</a:cxnLst>
              <a:rect l="l" t="t" r="r" b="b"/>
              <a:pathLst>
                <a:path w="835417" h="93437">
                  <a:moveTo>
                    <a:pt x="116146" y="72500"/>
                  </a:moveTo>
                  <a:lnTo>
                    <a:pt x="116146" y="85104"/>
                  </a:lnTo>
                  <a:lnTo>
                    <a:pt x="159375" y="85104"/>
                  </a:lnTo>
                  <a:lnTo>
                    <a:pt x="159375" y="72500"/>
                  </a:lnTo>
                  <a:close/>
                  <a:moveTo>
                    <a:pt x="773021" y="67708"/>
                  </a:moveTo>
                  <a:lnTo>
                    <a:pt x="781563" y="67708"/>
                  </a:lnTo>
                  <a:lnTo>
                    <a:pt x="781563" y="83854"/>
                  </a:lnTo>
                  <a:lnTo>
                    <a:pt x="835417" y="83854"/>
                  </a:lnTo>
                  <a:lnTo>
                    <a:pt x="835417" y="90937"/>
                  </a:lnTo>
                  <a:lnTo>
                    <a:pt x="775209" y="90937"/>
                  </a:lnTo>
                  <a:cubicBezTo>
                    <a:pt x="774375" y="90937"/>
                    <a:pt x="773803" y="90781"/>
                    <a:pt x="773490" y="90469"/>
                  </a:cubicBezTo>
                  <a:cubicBezTo>
                    <a:pt x="773178" y="90156"/>
                    <a:pt x="773021" y="89583"/>
                    <a:pt x="773021" y="88750"/>
                  </a:cubicBezTo>
                  <a:close/>
                  <a:moveTo>
                    <a:pt x="487396" y="61354"/>
                  </a:moveTo>
                  <a:lnTo>
                    <a:pt x="495833" y="61354"/>
                  </a:lnTo>
                  <a:lnTo>
                    <a:pt x="495833" y="83854"/>
                  </a:lnTo>
                  <a:lnTo>
                    <a:pt x="549688" y="83854"/>
                  </a:lnTo>
                  <a:lnTo>
                    <a:pt x="549688" y="90937"/>
                  </a:lnTo>
                  <a:lnTo>
                    <a:pt x="489584" y="90937"/>
                  </a:lnTo>
                  <a:cubicBezTo>
                    <a:pt x="488750" y="90937"/>
                    <a:pt x="488177" y="90781"/>
                    <a:pt x="487865" y="90469"/>
                  </a:cubicBezTo>
                  <a:cubicBezTo>
                    <a:pt x="487552" y="90156"/>
                    <a:pt x="487396" y="89583"/>
                    <a:pt x="487396" y="88750"/>
                  </a:cubicBezTo>
                  <a:close/>
                  <a:moveTo>
                    <a:pt x="393229" y="60937"/>
                  </a:moveTo>
                  <a:lnTo>
                    <a:pt x="401563" y="60937"/>
                  </a:lnTo>
                  <a:lnTo>
                    <a:pt x="401563" y="83854"/>
                  </a:lnTo>
                  <a:lnTo>
                    <a:pt x="454271" y="83854"/>
                  </a:lnTo>
                  <a:lnTo>
                    <a:pt x="454271" y="90937"/>
                  </a:lnTo>
                  <a:lnTo>
                    <a:pt x="395417" y="90937"/>
                  </a:lnTo>
                  <a:cubicBezTo>
                    <a:pt x="394583" y="90937"/>
                    <a:pt x="394011" y="90781"/>
                    <a:pt x="393698" y="90469"/>
                  </a:cubicBezTo>
                  <a:cubicBezTo>
                    <a:pt x="393386" y="90156"/>
                    <a:pt x="393229" y="89583"/>
                    <a:pt x="393229" y="88750"/>
                  </a:cubicBezTo>
                  <a:close/>
                  <a:moveTo>
                    <a:pt x="590000" y="60833"/>
                  </a:moveTo>
                  <a:lnTo>
                    <a:pt x="598438" y="60833"/>
                  </a:lnTo>
                  <a:lnTo>
                    <a:pt x="598438" y="83854"/>
                  </a:lnTo>
                  <a:lnTo>
                    <a:pt x="652396" y="83854"/>
                  </a:lnTo>
                  <a:lnTo>
                    <a:pt x="652396" y="90937"/>
                  </a:lnTo>
                  <a:lnTo>
                    <a:pt x="592188" y="90937"/>
                  </a:lnTo>
                  <a:cubicBezTo>
                    <a:pt x="591354" y="90937"/>
                    <a:pt x="590782" y="90781"/>
                    <a:pt x="590469" y="90469"/>
                  </a:cubicBezTo>
                  <a:cubicBezTo>
                    <a:pt x="590157" y="90156"/>
                    <a:pt x="590000" y="89583"/>
                    <a:pt x="590000" y="88750"/>
                  </a:cubicBezTo>
                  <a:close/>
                  <a:moveTo>
                    <a:pt x="302292" y="59583"/>
                  </a:moveTo>
                  <a:lnTo>
                    <a:pt x="310625" y="59583"/>
                  </a:lnTo>
                  <a:lnTo>
                    <a:pt x="310625" y="83854"/>
                  </a:lnTo>
                  <a:lnTo>
                    <a:pt x="363438" y="83854"/>
                  </a:lnTo>
                  <a:lnTo>
                    <a:pt x="363438" y="90937"/>
                  </a:lnTo>
                  <a:lnTo>
                    <a:pt x="304479" y="90937"/>
                  </a:lnTo>
                  <a:cubicBezTo>
                    <a:pt x="303646" y="90937"/>
                    <a:pt x="303073" y="90781"/>
                    <a:pt x="302760" y="90469"/>
                  </a:cubicBezTo>
                  <a:cubicBezTo>
                    <a:pt x="302448" y="90156"/>
                    <a:pt x="302292" y="89583"/>
                    <a:pt x="302292" y="88750"/>
                  </a:cubicBezTo>
                  <a:close/>
                  <a:moveTo>
                    <a:pt x="159375" y="55625"/>
                  </a:moveTo>
                  <a:lnTo>
                    <a:pt x="167604" y="55625"/>
                  </a:lnTo>
                  <a:lnTo>
                    <a:pt x="167604" y="89688"/>
                  </a:lnTo>
                  <a:cubicBezTo>
                    <a:pt x="167604" y="90521"/>
                    <a:pt x="167448" y="91094"/>
                    <a:pt x="167135" y="91406"/>
                  </a:cubicBezTo>
                  <a:cubicBezTo>
                    <a:pt x="166823" y="91719"/>
                    <a:pt x="166250" y="91875"/>
                    <a:pt x="165417" y="91875"/>
                  </a:cubicBezTo>
                  <a:lnTo>
                    <a:pt x="110000" y="91875"/>
                  </a:lnTo>
                  <a:cubicBezTo>
                    <a:pt x="109167" y="91875"/>
                    <a:pt x="108594" y="91719"/>
                    <a:pt x="108281" y="91406"/>
                  </a:cubicBezTo>
                  <a:cubicBezTo>
                    <a:pt x="107969" y="91094"/>
                    <a:pt x="107813" y="90521"/>
                    <a:pt x="107813" y="89688"/>
                  </a:cubicBezTo>
                  <a:lnTo>
                    <a:pt x="107813" y="56146"/>
                  </a:lnTo>
                  <a:lnTo>
                    <a:pt x="116146" y="56146"/>
                  </a:lnTo>
                  <a:lnTo>
                    <a:pt x="116146" y="65833"/>
                  </a:lnTo>
                  <a:lnTo>
                    <a:pt x="159375" y="65833"/>
                  </a:lnTo>
                  <a:close/>
                  <a:moveTo>
                    <a:pt x="821563" y="38542"/>
                  </a:moveTo>
                  <a:lnTo>
                    <a:pt x="821563" y="45521"/>
                  </a:lnTo>
                  <a:cubicBezTo>
                    <a:pt x="819688" y="45872"/>
                    <a:pt x="817409" y="46185"/>
                    <a:pt x="814740" y="46458"/>
                  </a:cubicBezTo>
                  <a:cubicBezTo>
                    <a:pt x="812071" y="46745"/>
                    <a:pt x="809206" y="46979"/>
                    <a:pt x="806146" y="47187"/>
                  </a:cubicBezTo>
                  <a:cubicBezTo>
                    <a:pt x="803086" y="47396"/>
                    <a:pt x="799935" y="47578"/>
                    <a:pt x="796667" y="47708"/>
                  </a:cubicBezTo>
                  <a:cubicBezTo>
                    <a:pt x="793399" y="47852"/>
                    <a:pt x="790274" y="47917"/>
                    <a:pt x="787292" y="47917"/>
                  </a:cubicBezTo>
                  <a:lnTo>
                    <a:pt x="787292" y="62813"/>
                  </a:lnTo>
                  <a:lnTo>
                    <a:pt x="779063" y="62813"/>
                  </a:lnTo>
                  <a:lnTo>
                    <a:pt x="779063" y="48125"/>
                  </a:lnTo>
                  <a:lnTo>
                    <a:pt x="758021" y="48125"/>
                  </a:lnTo>
                  <a:lnTo>
                    <a:pt x="758021" y="41146"/>
                  </a:lnTo>
                  <a:lnTo>
                    <a:pt x="785730" y="41146"/>
                  </a:lnTo>
                  <a:cubicBezTo>
                    <a:pt x="788229" y="41146"/>
                    <a:pt x="791185" y="41081"/>
                    <a:pt x="794584" y="40937"/>
                  </a:cubicBezTo>
                  <a:cubicBezTo>
                    <a:pt x="797982" y="40807"/>
                    <a:pt x="801419" y="40599"/>
                    <a:pt x="804896" y="40312"/>
                  </a:cubicBezTo>
                  <a:cubicBezTo>
                    <a:pt x="808295" y="40039"/>
                    <a:pt x="811511" y="39766"/>
                    <a:pt x="814532" y="39479"/>
                  </a:cubicBezTo>
                  <a:cubicBezTo>
                    <a:pt x="817552" y="39206"/>
                    <a:pt x="819896" y="38893"/>
                    <a:pt x="821563" y="38542"/>
                  </a:cubicBezTo>
                  <a:close/>
                  <a:moveTo>
                    <a:pt x="623750" y="18333"/>
                  </a:moveTo>
                  <a:cubicBezTo>
                    <a:pt x="624102" y="19583"/>
                    <a:pt x="624375" y="20872"/>
                    <a:pt x="624584" y="22187"/>
                  </a:cubicBezTo>
                  <a:cubicBezTo>
                    <a:pt x="624792" y="23516"/>
                    <a:pt x="624896" y="24870"/>
                    <a:pt x="624896" y="26250"/>
                  </a:cubicBezTo>
                  <a:cubicBezTo>
                    <a:pt x="624896" y="27370"/>
                    <a:pt x="624805" y="28464"/>
                    <a:pt x="624636" y="29531"/>
                  </a:cubicBezTo>
                  <a:cubicBezTo>
                    <a:pt x="624466" y="30612"/>
                    <a:pt x="624271" y="31667"/>
                    <a:pt x="624063" y="32708"/>
                  </a:cubicBezTo>
                  <a:lnTo>
                    <a:pt x="641771" y="32708"/>
                  </a:lnTo>
                  <a:lnTo>
                    <a:pt x="641771" y="18333"/>
                  </a:lnTo>
                  <a:close/>
                  <a:moveTo>
                    <a:pt x="404479" y="9062"/>
                  </a:moveTo>
                  <a:cubicBezTo>
                    <a:pt x="399479" y="9062"/>
                    <a:pt x="395586" y="10768"/>
                    <a:pt x="392813" y="14167"/>
                  </a:cubicBezTo>
                  <a:cubicBezTo>
                    <a:pt x="390039" y="17578"/>
                    <a:pt x="388646" y="21667"/>
                    <a:pt x="388646" y="26458"/>
                  </a:cubicBezTo>
                  <a:cubicBezTo>
                    <a:pt x="388646" y="31250"/>
                    <a:pt x="390039" y="35313"/>
                    <a:pt x="392813" y="38646"/>
                  </a:cubicBezTo>
                  <a:cubicBezTo>
                    <a:pt x="395586" y="41979"/>
                    <a:pt x="399479" y="43646"/>
                    <a:pt x="404479" y="43646"/>
                  </a:cubicBezTo>
                  <a:cubicBezTo>
                    <a:pt x="409479" y="43646"/>
                    <a:pt x="413347" y="41979"/>
                    <a:pt x="416094" y="38646"/>
                  </a:cubicBezTo>
                  <a:cubicBezTo>
                    <a:pt x="418841" y="35313"/>
                    <a:pt x="420209" y="31250"/>
                    <a:pt x="420209" y="26458"/>
                  </a:cubicBezTo>
                  <a:cubicBezTo>
                    <a:pt x="420209" y="21667"/>
                    <a:pt x="418841" y="17578"/>
                    <a:pt x="416094" y="14167"/>
                  </a:cubicBezTo>
                  <a:cubicBezTo>
                    <a:pt x="413347" y="10768"/>
                    <a:pt x="409479" y="9062"/>
                    <a:pt x="404479" y="9062"/>
                  </a:cubicBezTo>
                  <a:close/>
                  <a:moveTo>
                    <a:pt x="600521" y="8854"/>
                  </a:moveTo>
                  <a:cubicBezTo>
                    <a:pt x="595521" y="8854"/>
                    <a:pt x="591628" y="10560"/>
                    <a:pt x="588854" y="13958"/>
                  </a:cubicBezTo>
                  <a:cubicBezTo>
                    <a:pt x="586081" y="17370"/>
                    <a:pt x="584688" y="21458"/>
                    <a:pt x="584688" y="26250"/>
                  </a:cubicBezTo>
                  <a:cubicBezTo>
                    <a:pt x="584688" y="31042"/>
                    <a:pt x="586081" y="35104"/>
                    <a:pt x="588854" y="38437"/>
                  </a:cubicBezTo>
                  <a:cubicBezTo>
                    <a:pt x="591628" y="41771"/>
                    <a:pt x="595521" y="43437"/>
                    <a:pt x="600521" y="43437"/>
                  </a:cubicBezTo>
                  <a:cubicBezTo>
                    <a:pt x="605521" y="43437"/>
                    <a:pt x="609415" y="41771"/>
                    <a:pt x="612188" y="38437"/>
                  </a:cubicBezTo>
                  <a:cubicBezTo>
                    <a:pt x="614961" y="35104"/>
                    <a:pt x="616354" y="31042"/>
                    <a:pt x="616354" y="26250"/>
                  </a:cubicBezTo>
                  <a:cubicBezTo>
                    <a:pt x="616354" y="21458"/>
                    <a:pt x="614961" y="17370"/>
                    <a:pt x="612188" y="13958"/>
                  </a:cubicBezTo>
                  <a:cubicBezTo>
                    <a:pt x="609415" y="10560"/>
                    <a:pt x="605521" y="8854"/>
                    <a:pt x="600521" y="8854"/>
                  </a:cubicBezTo>
                  <a:close/>
                  <a:moveTo>
                    <a:pt x="787917" y="7083"/>
                  </a:moveTo>
                  <a:cubicBezTo>
                    <a:pt x="782357" y="7083"/>
                    <a:pt x="778529" y="8125"/>
                    <a:pt x="776407" y="10208"/>
                  </a:cubicBezTo>
                  <a:cubicBezTo>
                    <a:pt x="774284" y="12292"/>
                    <a:pt x="773230" y="14792"/>
                    <a:pt x="773230" y="17708"/>
                  </a:cubicBezTo>
                  <a:cubicBezTo>
                    <a:pt x="773230" y="20703"/>
                    <a:pt x="774310" y="23151"/>
                    <a:pt x="776459" y="25052"/>
                  </a:cubicBezTo>
                  <a:cubicBezTo>
                    <a:pt x="778607" y="26966"/>
                    <a:pt x="782435" y="27917"/>
                    <a:pt x="787917" y="27917"/>
                  </a:cubicBezTo>
                  <a:cubicBezTo>
                    <a:pt x="793334" y="27917"/>
                    <a:pt x="797136" y="26966"/>
                    <a:pt x="799323" y="25052"/>
                  </a:cubicBezTo>
                  <a:cubicBezTo>
                    <a:pt x="801511" y="23151"/>
                    <a:pt x="802604" y="20703"/>
                    <a:pt x="802604" y="17708"/>
                  </a:cubicBezTo>
                  <a:cubicBezTo>
                    <a:pt x="802604" y="14727"/>
                    <a:pt x="801524" y="12214"/>
                    <a:pt x="799375" y="10156"/>
                  </a:cubicBezTo>
                  <a:cubicBezTo>
                    <a:pt x="797227" y="8112"/>
                    <a:pt x="793399" y="7083"/>
                    <a:pt x="787917" y="7083"/>
                  </a:cubicBezTo>
                  <a:close/>
                  <a:moveTo>
                    <a:pt x="201146" y="6667"/>
                  </a:moveTo>
                  <a:lnTo>
                    <a:pt x="239583" y="6667"/>
                  </a:lnTo>
                  <a:lnTo>
                    <a:pt x="239583" y="13646"/>
                  </a:lnTo>
                  <a:lnTo>
                    <a:pt x="224687" y="13646"/>
                  </a:lnTo>
                  <a:lnTo>
                    <a:pt x="224687" y="21354"/>
                  </a:lnTo>
                  <a:cubicBezTo>
                    <a:pt x="224687" y="31849"/>
                    <a:pt x="226094" y="40755"/>
                    <a:pt x="228906" y="48073"/>
                  </a:cubicBezTo>
                  <a:cubicBezTo>
                    <a:pt x="231719" y="55404"/>
                    <a:pt x="236771" y="61250"/>
                    <a:pt x="244062" y="65625"/>
                  </a:cubicBezTo>
                  <a:lnTo>
                    <a:pt x="237917" y="71250"/>
                  </a:lnTo>
                  <a:cubicBezTo>
                    <a:pt x="234583" y="69037"/>
                    <a:pt x="231237" y="65781"/>
                    <a:pt x="227865" y="61510"/>
                  </a:cubicBezTo>
                  <a:cubicBezTo>
                    <a:pt x="224492" y="57240"/>
                    <a:pt x="221979" y="52331"/>
                    <a:pt x="220312" y="46771"/>
                  </a:cubicBezTo>
                  <a:cubicBezTo>
                    <a:pt x="219544" y="49479"/>
                    <a:pt x="218529" y="52187"/>
                    <a:pt x="217240" y="54896"/>
                  </a:cubicBezTo>
                  <a:cubicBezTo>
                    <a:pt x="215951" y="57604"/>
                    <a:pt x="214479" y="60182"/>
                    <a:pt x="212813" y="62604"/>
                  </a:cubicBezTo>
                  <a:cubicBezTo>
                    <a:pt x="211081" y="65039"/>
                    <a:pt x="209219" y="67318"/>
                    <a:pt x="207240" y="69427"/>
                  </a:cubicBezTo>
                  <a:cubicBezTo>
                    <a:pt x="205261" y="71549"/>
                    <a:pt x="203268" y="73333"/>
                    <a:pt x="201250" y="74792"/>
                  </a:cubicBezTo>
                  <a:lnTo>
                    <a:pt x="194062" y="69583"/>
                  </a:lnTo>
                  <a:cubicBezTo>
                    <a:pt x="201706" y="64453"/>
                    <a:pt x="207331" y="58073"/>
                    <a:pt x="210937" y="50469"/>
                  </a:cubicBezTo>
                  <a:cubicBezTo>
                    <a:pt x="214544" y="42865"/>
                    <a:pt x="216354" y="33229"/>
                    <a:pt x="216354" y="21563"/>
                  </a:cubicBezTo>
                  <a:lnTo>
                    <a:pt x="216354" y="13646"/>
                  </a:lnTo>
                  <a:lnTo>
                    <a:pt x="201146" y="13646"/>
                  </a:lnTo>
                  <a:close/>
                  <a:moveTo>
                    <a:pt x="475729" y="4792"/>
                  </a:moveTo>
                  <a:lnTo>
                    <a:pt x="520730" y="4792"/>
                  </a:lnTo>
                  <a:lnTo>
                    <a:pt x="520730" y="11771"/>
                  </a:lnTo>
                  <a:lnTo>
                    <a:pt x="502500" y="11771"/>
                  </a:lnTo>
                  <a:lnTo>
                    <a:pt x="502500" y="17500"/>
                  </a:lnTo>
                  <a:cubicBezTo>
                    <a:pt x="502500" y="20977"/>
                    <a:pt x="503073" y="24193"/>
                    <a:pt x="504219" y="27135"/>
                  </a:cubicBezTo>
                  <a:cubicBezTo>
                    <a:pt x="505365" y="30091"/>
                    <a:pt x="506875" y="32747"/>
                    <a:pt x="508750" y="35104"/>
                  </a:cubicBezTo>
                  <a:cubicBezTo>
                    <a:pt x="511042" y="38229"/>
                    <a:pt x="513789" y="40873"/>
                    <a:pt x="516980" y="43021"/>
                  </a:cubicBezTo>
                  <a:cubicBezTo>
                    <a:pt x="520170" y="45182"/>
                    <a:pt x="523333" y="46771"/>
                    <a:pt x="526459" y="47812"/>
                  </a:cubicBezTo>
                  <a:cubicBezTo>
                    <a:pt x="525482" y="48789"/>
                    <a:pt x="524479" y="49870"/>
                    <a:pt x="523438" y="51042"/>
                  </a:cubicBezTo>
                  <a:cubicBezTo>
                    <a:pt x="522396" y="52227"/>
                    <a:pt x="521602" y="53229"/>
                    <a:pt x="521042" y="54062"/>
                  </a:cubicBezTo>
                  <a:cubicBezTo>
                    <a:pt x="519167" y="53229"/>
                    <a:pt x="517136" y="52109"/>
                    <a:pt x="514948" y="50677"/>
                  </a:cubicBezTo>
                  <a:cubicBezTo>
                    <a:pt x="512761" y="49258"/>
                    <a:pt x="510625" y="47604"/>
                    <a:pt x="508542" y="45729"/>
                  </a:cubicBezTo>
                  <a:cubicBezTo>
                    <a:pt x="506524" y="44063"/>
                    <a:pt x="504635" y="42174"/>
                    <a:pt x="502865" y="40052"/>
                  </a:cubicBezTo>
                  <a:cubicBezTo>
                    <a:pt x="501094" y="37943"/>
                    <a:pt x="499583" y="35625"/>
                    <a:pt x="498334" y="33125"/>
                  </a:cubicBezTo>
                  <a:cubicBezTo>
                    <a:pt x="497357" y="35768"/>
                    <a:pt x="496133" y="38216"/>
                    <a:pt x="494636" y="40469"/>
                  </a:cubicBezTo>
                  <a:cubicBezTo>
                    <a:pt x="493138" y="42734"/>
                    <a:pt x="491458" y="44831"/>
                    <a:pt x="489584" y="46771"/>
                  </a:cubicBezTo>
                  <a:cubicBezTo>
                    <a:pt x="487500" y="48789"/>
                    <a:pt x="485261" y="50651"/>
                    <a:pt x="482865" y="52344"/>
                  </a:cubicBezTo>
                  <a:cubicBezTo>
                    <a:pt x="480469" y="54050"/>
                    <a:pt x="478021" y="55521"/>
                    <a:pt x="475521" y="56771"/>
                  </a:cubicBezTo>
                  <a:cubicBezTo>
                    <a:pt x="474896" y="56081"/>
                    <a:pt x="473906" y="55143"/>
                    <a:pt x="472552" y="53958"/>
                  </a:cubicBezTo>
                  <a:cubicBezTo>
                    <a:pt x="471198" y="52786"/>
                    <a:pt x="470065" y="51810"/>
                    <a:pt x="469167" y="51042"/>
                  </a:cubicBezTo>
                  <a:cubicBezTo>
                    <a:pt x="472852" y="49453"/>
                    <a:pt x="476367" y="47396"/>
                    <a:pt x="479740" y="44896"/>
                  </a:cubicBezTo>
                  <a:cubicBezTo>
                    <a:pt x="483112" y="42396"/>
                    <a:pt x="485938" y="39479"/>
                    <a:pt x="488229" y="36146"/>
                  </a:cubicBezTo>
                  <a:cubicBezTo>
                    <a:pt x="490039" y="33581"/>
                    <a:pt x="491472" y="30729"/>
                    <a:pt x="492552" y="27604"/>
                  </a:cubicBezTo>
                  <a:cubicBezTo>
                    <a:pt x="493633" y="24479"/>
                    <a:pt x="494167" y="21081"/>
                    <a:pt x="494167" y="17396"/>
                  </a:cubicBezTo>
                  <a:lnTo>
                    <a:pt x="494167" y="11771"/>
                  </a:lnTo>
                  <a:lnTo>
                    <a:pt x="475729" y="11771"/>
                  </a:lnTo>
                  <a:close/>
                  <a:moveTo>
                    <a:pt x="97812" y="4062"/>
                  </a:moveTo>
                  <a:lnTo>
                    <a:pt x="137708" y="4062"/>
                  </a:lnTo>
                  <a:cubicBezTo>
                    <a:pt x="138542" y="4062"/>
                    <a:pt x="139115" y="4219"/>
                    <a:pt x="139427" y="4531"/>
                  </a:cubicBezTo>
                  <a:cubicBezTo>
                    <a:pt x="139740" y="4844"/>
                    <a:pt x="139896" y="5417"/>
                    <a:pt x="139896" y="6250"/>
                  </a:cubicBezTo>
                  <a:lnTo>
                    <a:pt x="139896" y="27187"/>
                  </a:lnTo>
                  <a:cubicBezTo>
                    <a:pt x="139896" y="28021"/>
                    <a:pt x="139740" y="28594"/>
                    <a:pt x="139427" y="28906"/>
                  </a:cubicBezTo>
                  <a:cubicBezTo>
                    <a:pt x="139115" y="29219"/>
                    <a:pt x="138542" y="29375"/>
                    <a:pt x="137708" y="29375"/>
                  </a:cubicBezTo>
                  <a:lnTo>
                    <a:pt x="105833" y="29375"/>
                  </a:lnTo>
                  <a:lnTo>
                    <a:pt x="105833" y="41042"/>
                  </a:lnTo>
                  <a:lnTo>
                    <a:pt x="115937" y="41042"/>
                  </a:lnTo>
                  <a:cubicBezTo>
                    <a:pt x="119687" y="41042"/>
                    <a:pt x="123450" y="40964"/>
                    <a:pt x="127240" y="40781"/>
                  </a:cubicBezTo>
                  <a:cubicBezTo>
                    <a:pt x="131029" y="40612"/>
                    <a:pt x="134649" y="40391"/>
                    <a:pt x="138125" y="40104"/>
                  </a:cubicBezTo>
                  <a:cubicBezTo>
                    <a:pt x="141523" y="39766"/>
                    <a:pt x="144636" y="39414"/>
                    <a:pt x="147448" y="39063"/>
                  </a:cubicBezTo>
                  <a:cubicBezTo>
                    <a:pt x="150261" y="38724"/>
                    <a:pt x="152604" y="38333"/>
                    <a:pt x="154479" y="37917"/>
                  </a:cubicBezTo>
                  <a:lnTo>
                    <a:pt x="154479" y="44688"/>
                  </a:lnTo>
                  <a:cubicBezTo>
                    <a:pt x="152461" y="45104"/>
                    <a:pt x="149935" y="45521"/>
                    <a:pt x="146875" y="45938"/>
                  </a:cubicBezTo>
                  <a:cubicBezTo>
                    <a:pt x="143815" y="46354"/>
                    <a:pt x="140482" y="46745"/>
                    <a:pt x="136875" y="47083"/>
                  </a:cubicBezTo>
                  <a:cubicBezTo>
                    <a:pt x="133190" y="47435"/>
                    <a:pt x="129310" y="47708"/>
                    <a:pt x="125208" y="47917"/>
                  </a:cubicBezTo>
                  <a:cubicBezTo>
                    <a:pt x="121107" y="48125"/>
                    <a:pt x="117044" y="48229"/>
                    <a:pt x="113021" y="48229"/>
                  </a:cubicBezTo>
                  <a:lnTo>
                    <a:pt x="100000" y="48229"/>
                  </a:lnTo>
                  <a:cubicBezTo>
                    <a:pt x="99167" y="48229"/>
                    <a:pt x="98594" y="48073"/>
                    <a:pt x="98281" y="47760"/>
                  </a:cubicBezTo>
                  <a:cubicBezTo>
                    <a:pt x="97969" y="47448"/>
                    <a:pt x="97812" y="46875"/>
                    <a:pt x="97812" y="46042"/>
                  </a:cubicBezTo>
                  <a:lnTo>
                    <a:pt x="97812" y="24792"/>
                  </a:lnTo>
                  <a:cubicBezTo>
                    <a:pt x="97812" y="23958"/>
                    <a:pt x="97969" y="23385"/>
                    <a:pt x="98281" y="23073"/>
                  </a:cubicBezTo>
                  <a:cubicBezTo>
                    <a:pt x="98594" y="22760"/>
                    <a:pt x="99167" y="22604"/>
                    <a:pt x="100000" y="22604"/>
                  </a:cubicBezTo>
                  <a:lnTo>
                    <a:pt x="131875" y="22604"/>
                  </a:lnTo>
                  <a:lnTo>
                    <a:pt x="131875" y="11042"/>
                  </a:lnTo>
                  <a:lnTo>
                    <a:pt x="97812" y="11042"/>
                  </a:lnTo>
                  <a:close/>
                  <a:moveTo>
                    <a:pt x="673750" y="3854"/>
                  </a:moveTo>
                  <a:lnTo>
                    <a:pt x="736355" y="3854"/>
                  </a:lnTo>
                  <a:cubicBezTo>
                    <a:pt x="737188" y="3854"/>
                    <a:pt x="737761" y="4010"/>
                    <a:pt x="738073" y="4323"/>
                  </a:cubicBezTo>
                  <a:cubicBezTo>
                    <a:pt x="738386" y="4635"/>
                    <a:pt x="738542" y="5208"/>
                    <a:pt x="738542" y="6042"/>
                  </a:cubicBezTo>
                  <a:cubicBezTo>
                    <a:pt x="738334" y="8958"/>
                    <a:pt x="738060" y="12136"/>
                    <a:pt x="737709" y="15573"/>
                  </a:cubicBezTo>
                  <a:cubicBezTo>
                    <a:pt x="737357" y="19011"/>
                    <a:pt x="736980" y="22500"/>
                    <a:pt x="736563" y="26042"/>
                  </a:cubicBezTo>
                  <a:cubicBezTo>
                    <a:pt x="736146" y="29518"/>
                    <a:pt x="735677" y="32904"/>
                    <a:pt x="735157" y="36198"/>
                  </a:cubicBezTo>
                  <a:cubicBezTo>
                    <a:pt x="734636" y="39505"/>
                    <a:pt x="734128" y="42396"/>
                    <a:pt x="733646" y="44896"/>
                  </a:cubicBezTo>
                  <a:lnTo>
                    <a:pt x="748646" y="44896"/>
                  </a:lnTo>
                  <a:lnTo>
                    <a:pt x="748646" y="51979"/>
                  </a:lnTo>
                  <a:lnTo>
                    <a:pt x="709584" y="51979"/>
                  </a:lnTo>
                  <a:lnTo>
                    <a:pt x="709584" y="92917"/>
                  </a:lnTo>
                  <a:lnTo>
                    <a:pt x="701250" y="92917"/>
                  </a:lnTo>
                  <a:lnTo>
                    <a:pt x="701250" y="51979"/>
                  </a:lnTo>
                  <a:lnTo>
                    <a:pt x="663855" y="51979"/>
                  </a:lnTo>
                  <a:lnTo>
                    <a:pt x="663855" y="44896"/>
                  </a:lnTo>
                  <a:lnTo>
                    <a:pt x="725417" y="44896"/>
                  </a:lnTo>
                  <a:cubicBezTo>
                    <a:pt x="725899" y="42396"/>
                    <a:pt x="726393" y="39714"/>
                    <a:pt x="726875" y="36823"/>
                  </a:cubicBezTo>
                  <a:cubicBezTo>
                    <a:pt x="727357" y="33945"/>
                    <a:pt x="727813" y="31016"/>
                    <a:pt x="728230" y="28021"/>
                  </a:cubicBezTo>
                  <a:cubicBezTo>
                    <a:pt x="728581" y="25039"/>
                    <a:pt x="728906" y="22083"/>
                    <a:pt x="729219" y="19167"/>
                  </a:cubicBezTo>
                  <a:cubicBezTo>
                    <a:pt x="729531" y="16250"/>
                    <a:pt x="729753" y="13516"/>
                    <a:pt x="729896" y="10937"/>
                  </a:cubicBezTo>
                  <a:lnTo>
                    <a:pt x="673750" y="10937"/>
                  </a:lnTo>
                  <a:close/>
                  <a:moveTo>
                    <a:pt x="9896" y="3229"/>
                  </a:moveTo>
                  <a:lnTo>
                    <a:pt x="72708" y="3229"/>
                  </a:lnTo>
                  <a:cubicBezTo>
                    <a:pt x="73542" y="3229"/>
                    <a:pt x="74114" y="3385"/>
                    <a:pt x="74427" y="3698"/>
                  </a:cubicBezTo>
                  <a:cubicBezTo>
                    <a:pt x="74739" y="4010"/>
                    <a:pt x="74896" y="4583"/>
                    <a:pt x="74896" y="5417"/>
                  </a:cubicBezTo>
                  <a:cubicBezTo>
                    <a:pt x="74753" y="7643"/>
                    <a:pt x="74531" y="10091"/>
                    <a:pt x="74219" y="12760"/>
                  </a:cubicBezTo>
                  <a:cubicBezTo>
                    <a:pt x="73906" y="15443"/>
                    <a:pt x="73581" y="18203"/>
                    <a:pt x="73229" y="21042"/>
                  </a:cubicBezTo>
                  <a:cubicBezTo>
                    <a:pt x="72812" y="23828"/>
                    <a:pt x="72383" y="26589"/>
                    <a:pt x="71927" y="29323"/>
                  </a:cubicBezTo>
                  <a:cubicBezTo>
                    <a:pt x="71471" y="32070"/>
                    <a:pt x="71042" y="34557"/>
                    <a:pt x="70625" y="36771"/>
                  </a:cubicBezTo>
                  <a:lnTo>
                    <a:pt x="84479" y="36771"/>
                  </a:lnTo>
                  <a:lnTo>
                    <a:pt x="84479" y="43854"/>
                  </a:lnTo>
                  <a:lnTo>
                    <a:pt x="45104" y="43854"/>
                  </a:lnTo>
                  <a:lnTo>
                    <a:pt x="45104" y="61146"/>
                  </a:lnTo>
                  <a:lnTo>
                    <a:pt x="71042" y="61146"/>
                  </a:lnTo>
                  <a:cubicBezTo>
                    <a:pt x="71875" y="61146"/>
                    <a:pt x="72448" y="61302"/>
                    <a:pt x="72760" y="61615"/>
                  </a:cubicBezTo>
                  <a:cubicBezTo>
                    <a:pt x="73073" y="61927"/>
                    <a:pt x="73229" y="62500"/>
                    <a:pt x="73229" y="63333"/>
                  </a:cubicBezTo>
                  <a:lnTo>
                    <a:pt x="73229" y="93437"/>
                  </a:lnTo>
                  <a:lnTo>
                    <a:pt x="64791" y="93437"/>
                  </a:lnTo>
                  <a:lnTo>
                    <a:pt x="64791" y="68333"/>
                  </a:lnTo>
                  <a:lnTo>
                    <a:pt x="10000" y="68333"/>
                  </a:lnTo>
                  <a:lnTo>
                    <a:pt x="10000" y="61146"/>
                  </a:lnTo>
                  <a:lnTo>
                    <a:pt x="36667" y="61146"/>
                  </a:lnTo>
                  <a:lnTo>
                    <a:pt x="36667" y="43854"/>
                  </a:lnTo>
                  <a:lnTo>
                    <a:pt x="0" y="43854"/>
                  </a:lnTo>
                  <a:lnTo>
                    <a:pt x="0" y="36771"/>
                  </a:lnTo>
                  <a:lnTo>
                    <a:pt x="62813" y="36771"/>
                  </a:lnTo>
                  <a:cubicBezTo>
                    <a:pt x="63164" y="34896"/>
                    <a:pt x="63529" y="32761"/>
                    <a:pt x="63906" y="30365"/>
                  </a:cubicBezTo>
                  <a:cubicBezTo>
                    <a:pt x="64284" y="27969"/>
                    <a:pt x="64648" y="25560"/>
                    <a:pt x="65000" y="23125"/>
                  </a:cubicBezTo>
                  <a:cubicBezTo>
                    <a:pt x="65351" y="20768"/>
                    <a:pt x="65625" y="18464"/>
                    <a:pt x="65833" y="16198"/>
                  </a:cubicBezTo>
                  <a:cubicBezTo>
                    <a:pt x="66042" y="13945"/>
                    <a:pt x="66211" y="11979"/>
                    <a:pt x="66354" y="10313"/>
                  </a:cubicBezTo>
                  <a:lnTo>
                    <a:pt x="9896" y="10313"/>
                  </a:lnTo>
                  <a:close/>
                  <a:moveTo>
                    <a:pt x="292708" y="3125"/>
                  </a:moveTo>
                  <a:lnTo>
                    <a:pt x="300834" y="3125"/>
                  </a:lnTo>
                  <a:lnTo>
                    <a:pt x="300834" y="41354"/>
                  </a:lnTo>
                  <a:lnTo>
                    <a:pt x="310104" y="41354"/>
                  </a:lnTo>
                  <a:cubicBezTo>
                    <a:pt x="313503" y="41354"/>
                    <a:pt x="317096" y="41250"/>
                    <a:pt x="320885" y="41042"/>
                  </a:cubicBezTo>
                  <a:cubicBezTo>
                    <a:pt x="324675" y="40833"/>
                    <a:pt x="328294" y="40560"/>
                    <a:pt x="331771" y="40208"/>
                  </a:cubicBezTo>
                  <a:cubicBezTo>
                    <a:pt x="335248" y="39870"/>
                    <a:pt x="338398" y="39505"/>
                    <a:pt x="341250" y="39115"/>
                  </a:cubicBezTo>
                  <a:cubicBezTo>
                    <a:pt x="344102" y="38737"/>
                    <a:pt x="346250" y="38333"/>
                    <a:pt x="347709" y="37917"/>
                  </a:cubicBezTo>
                  <a:lnTo>
                    <a:pt x="347709" y="44896"/>
                  </a:lnTo>
                  <a:cubicBezTo>
                    <a:pt x="346042" y="45312"/>
                    <a:pt x="343815" y="45768"/>
                    <a:pt x="341042" y="46250"/>
                  </a:cubicBezTo>
                  <a:cubicBezTo>
                    <a:pt x="338268" y="46745"/>
                    <a:pt x="335104" y="47161"/>
                    <a:pt x="331563" y="47500"/>
                  </a:cubicBezTo>
                  <a:cubicBezTo>
                    <a:pt x="328086" y="47852"/>
                    <a:pt x="324388" y="48151"/>
                    <a:pt x="320469" y="48385"/>
                  </a:cubicBezTo>
                  <a:cubicBezTo>
                    <a:pt x="316550" y="48633"/>
                    <a:pt x="312604" y="48750"/>
                    <a:pt x="308646" y="48750"/>
                  </a:cubicBezTo>
                  <a:lnTo>
                    <a:pt x="294896" y="48750"/>
                  </a:lnTo>
                  <a:cubicBezTo>
                    <a:pt x="294062" y="48750"/>
                    <a:pt x="293490" y="48594"/>
                    <a:pt x="293177" y="48281"/>
                  </a:cubicBezTo>
                  <a:cubicBezTo>
                    <a:pt x="292865" y="47969"/>
                    <a:pt x="292708" y="47396"/>
                    <a:pt x="292708" y="46563"/>
                  </a:cubicBezTo>
                  <a:close/>
                  <a:moveTo>
                    <a:pt x="404479" y="1667"/>
                  </a:moveTo>
                  <a:cubicBezTo>
                    <a:pt x="408021" y="1667"/>
                    <a:pt x="411263" y="2331"/>
                    <a:pt x="414219" y="3646"/>
                  </a:cubicBezTo>
                  <a:cubicBezTo>
                    <a:pt x="417175" y="4974"/>
                    <a:pt x="419727" y="6745"/>
                    <a:pt x="421875" y="8958"/>
                  </a:cubicBezTo>
                  <a:cubicBezTo>
                    <a:pt x="424024" y="11250"/>
                    <a:pt x="425716" y="13893"/>
                    <a:pt x="426927" y="16875"/>
                  </a:cubicBezTo>
                  <a:cubicBezTo>
                    <a:pt x="428138" y="19870"/>
                    <a:pt x="428750" y="23060"/>
                    <a:pt x="428750" y="26458"/>
                  </a:cubicBezTo>
                  <a:cubicBezTo>
                    <a:pt x="428750" y="29870"/>
                    <a:pt x="428138" y="33060"/>
                    <a:pt x="426927" y="36042"/>
                  </a:cubicBezTo>
                  <a:cubicBezTo>
                    <a:pt x="425716" y="39036"/>
                    <a:pt x="424024" y="41641"/>
                    <a:pt x="421875" y="43854"/>
                  </a:cubicBezTo>
                  <a:cubicBezTo>
                    <a:pt x="419727" y="46146"/>
                    <a:pt x="417175" y="47943"/>
                    <a:pt x="414219" y="49219"/>
                  </a:cubicBezTo>
                  <a:cubicBezTo>
                    <a:pt x="411263" y="50508"/>
                    <a:pt x="408021" y="51146"/>
                    <a:pt x="404479" y="51146"/>
                  </a:cubicBezTo>
                  <a:cubicBezTo>
                    <a:pt x="400872" y="51146"/>
                    <a:pt x="397565" y="50508"/>
                    <a:pt x="394583" y="49219"/>
                  </a:cubicBezTo>
                  <a:cubicBezTo>
                    <a:pt x="391602" y="47943"/>
                    <a:pt x="389023" y="46146"/>
                    <a:pt x="386875" y="43854"/>
                  </a:cubicBezTo>
                  <a:cubicBezTo>
                    <a:pt x="384727" y="41641"/>
                    <a:pt x="383060" y="39036"/>
                    <a:pt x="381875" y="36042"/>
                  </a:cubicBezTo>
                  <a:cubicBezTo>
                    <a:pt x="380690" y="33060"/>
                    <a:pt x="380104" y="29870"/>
                    <a:pt x="380104" y="26458"/>
                  </a:cubicBezTo>
                  <a:cubicBezTo>
                    <a:pt x="380104" y="23060"/>
                    <a:pt x="380690" y="19870"/>
                    <a:pt x="381875" y="16875"/>
                  </a:cubicBezTo>
                  <a:cubicBezTo>
                    <a:pt x="383060" y="13893"/>
                    <a:pt x="384727" y="11250"/>
                    <a:pt x="386875" y="8958"/>
                  </a:cubicBezTo>
                  <a:cubicBezTo>
                    <a:pt x="389023" y="6745"/>
                    <a:pt x="391602" y="4974"/>
                    <a:pt x="394583" y="3646"/>
                  </a:cubicBezTo>
                  <a:cubicBezTo>
                    <a:pt x="397565" y="2331"/>
                    <a:pt x="400872" y="1667"/>
                    <a:pt x="404479" y="1667"/>
                  </a:cubicBezTo>
                  <a:close/>
                  <a:moveTo>
                    <a:pt x="825417" y="625"/>
                  </a:moveTo>
                  <a:lnTo>
                    <a:pt x="833438" y="625"/>
                  </a:lnTo>
                  <a:lnTo>
                    <a:pt x="833438" y="70938"/>
                  </a:lnTo>
                  <a:lnTo>
                    <a:pt x="825417" y="70938"/>
                  </a:lnTo>
                  <a:lnTo>
                    <a:pt x="825417" y="61979"/>
                  </a:lnTo>
                  <a:lnTo>
                    <a:pt x="803542" y="61979"/>
                  </a:lnTo>
                  <a:lnTo>
                    <a:pt x="803542" y="55313"/>
                  </a:lnTo>
                  <a:lnTo>
                    <a:pt x="825417" y="55313"/>
                  </a:lnTo>
                  <a:close/>
                  <a:moveTo>
                    <a:pt x="641771" y="521"/>
                  </a:moveTo>
                  <a:lnTo>
                    <a:pt x="649896" y="521"/>
                  </a:lnTo>
                  <a:lnTo>
                    <a:pt x="649896" y="68333"/>
                  </a:lnTo>
                  <a:lnTo>
                    <a:pt x="641771" y="68333"/>
                  </a:lnTo>
                  <a:lnTo>
                    <a:pt x="641771" y="39688"/>
                  </a:lnTo>
                  <a:lnTo>
                    <a:pt x="621146" y="39688"/>
                  </a:lnTo>
                  <a:cubicBezTo>
                    <a:pt x="619063" y="43099"/>
                    <a:pt x="616237" y="45820"/>
                    <a:pt x="612657" y="47865"/>
                  </a:cubicBezTo>
                  <a:cubicBezTo>
                    <a:pt x="609076" y="49922"/>
                    <a:pt x="605039" y="50938"/>
                    <a:pt x="600521" y="50938"/>
                  </a:cubicBezTo>
                  <a:cubicBezTo>
                    <a:pt x="596914" y="50938"/>
                    <a:pt x="593607" y="50300"/>
                    <a:pt x="590625" y="49011"/>
                  </a:cubicBezTo>
                  <a:cubicBezTo>
                    <a:pt x="587643" y="47734"/>
                    <a:pt x="585105" y="45938"/>
                    <a:pt x="583021" y="43646"/>
                  </a:cubicBezTo>
                  <a:cubicBezTo>
                    <a:pt x="580873" y="41432"/>
                    <a:pt x="579206" y="38828"/>
                    <a:pt x="578021" y="35833"/>
                  </a:cubicBezTo>
                  <a:cubicBezTo>
                    <a:pt x="576836" y="32852"/>
                    <a:pt x="576250" y="29661"/>
                    <a:pt x="576250" y="26250"/>
                  </a:cubicBezTo>
                  <a:cubicBezTo>
                    <a:pt x="576250" y="22852"/>
                    <a:pt x="576836" y="19661"/>
                    <a:pt x="578021" y="16667"/>
                  </a:cubicBezTo>
                  <a:cubicBezTo>
                    <a:pt x="579206" y="13685"/>
                    <a:pt x="580873" y="11042"/>
                    <a:pt x="583021" y="8750"/>
                  </a:cubicBezTo>
                  <a:cubicBezTo>
                    <a:pt x="585105" y="6536"/>
                    <a:pt x="587643" y="4766"/>
                    <a:pt x="590625" y="3438"/>
                  </a:cubicBezTo>
                  <a:cubicBezTo>
                    <a:pt x="593607" y="2122"/>
                    <a:pt x="596914" y="1458"/>
                    <a:pt x="600521" y="1458"/>
                  </a:cubicBezTo>
                  <a:cubicBezTo>
                    <a:pt x="604688" y="1458"/>
                    <a:pt x="608477" y="2370"/>
                    <a:pt x="611875" y="4167"/>
                  </a:cubicBezTo>
                  <a:cubicBezTo>
                    <a:pt x="615274" y="5977"/>
                    <a:pt x="618060" y="8372"/>
                    <a:pt x="620209" y="11354"/>
                  </a:cubicBezTo>
                  <a:lnTo>
                    <a:pt x="641771" y="11354"/>
                  </a:lnTo>
                  <a:close/>
                  <a:moveTo>
                    <a:pt x="538959" y="521"/>
                  </a:moveTo>
                  <a:lnTo>
                    <a:pt x="547084" y="521"/>
                  </a:lnTo>
                  <a:lnTo>
                    <a:pt x="547084" y="68229"/>
                  </a:lnTo>
                  <a:lnTo>
                    <a:pt x="538959" y="68229"/>
                  </a:lnTo>
                  <a:lnTo>
                    <a:pt x="538959" y="29583"/>
                  </a:lnTo>
                  <a:lnTo>
                    <a:pt x="519688" y="29583"/>
                  </a:lnTo>
                  <a:lnTo>
                    <a:pt x="519688" y="22292"/>
                  </a:lnTo>
                  <a:lnTo>
                    <a:pt x="538959" y="22292"/>
                  </a:lnTo>
                  <a:close/>
                  <a:moveTo>
                    <a:pt x="443230" y="521"/>
                  </a:moveTo>
                  <a:lnTo>
                    <a:pt x="451250" y="521"/>
                  </a:lnTo>
                  <a:lnTo>
                    <a:pt x="451250" y="23333"/>
                  </a:lnTo>
                  <a:lnTo>
                    <a:pt x="463958" y="23333"/>
                  </a:lnTo>
                  <a:lnTo>
                    <a:pt x="463958" y="30625"/>
                  </a:lnTo>
                  <a:lnTo>
                    <a:pt x="451250" y="30625"/>
                  </a:lnTo>
                  <a:lnTo>
                    <a:pt x="451250" y="68437"/>
                  </a:lnTo>
                  <a:lnTo>
                    <a:pt x="443230" y="68437"/>
                  </a:lnTo>
                  <a:close/>
                  <a:moveTo>
                    <a:pt x="352188" y="521"/>
                  </a:moveTo>
                  <a:lnTo>
                    <a:pt x="360313" y="521"/>
                  </a:lnTo>
                  <a:lnTo>
                    <a:pt x="360313" y="23333"/>
                  </a:lnTo>
                  <a:lnTo>
                    <a:pt x="372917" y="23333"/>
                  </a:lnTo>
                  <a:lnTo>
                    <a:pt x="372917" y="30521"/>
                  </a:lnTo>
                  <a:lnTo>
                    <a:pt x="360313" y="30521"/>
                  </a:lnTo>
                  <a:lnTo>
                    <a:pt x="360313" y="67917"/>
                  </a:lnTo>
                  <a:lnTo>
                    <a:pt x="352188" y="67917"/>
                  </a:lnTo>
                  <a:close/>
                  <a:moveTo>
                    <a:pt x="267917" y="521"/>
                  </a:moveTo>
                  <a:lnTo>
                    <a:pt x="275833" y="521"/>
                  </a:lnTo>
                  <a:lnTo>
                    <a:pt x="275833" y="92813"/>
                  </a:lnTo>
                  <a:lnTo>
                    <a:pt x="267917" y="92813"/>
                  </a:lnTo>
                  <a:lnTo>
                    <a:pt x="267917" y="41979"/>
                  </a:lnTo>
                  <a:lnTo>
                    <a:pt x="256042" y="41979"/>
                  </a:lnTo>
                  <a:lnTo>
                    <a:pt x="256042" y="88438"/>
                  </a:lnTo>
                  <a:lnTo>
                    <a:pt x="248021" y="88438"/>
                  </a:lnTo>
                  <a:lnTo>
                    <a:pt x="248021" y="2083"/>
                  </a:lnTo>
                  <a:lnTo>
                    <a:pt x="256042" y="2083"/>
                  </a:lnTo>
                  <a:lnTo>
                    <a:pt x="256042" y="34062"/>
                  </a:lnTo>
                  <a:lnTo>
                    <a:pt x="267917" y="34062"/>
                  </a:lnTo>
                  <a:close/>
                  <a:moveTo>
                    <a:pt x="159479" y="521"/>
                  </a:moveTo>
                  <a:lnTo>
                    <a:pt x="167604" y="521"/>
                  </a:lnTo>
                  <a:lnTo>
                    <a:pt x="167604" y="50729"/>
                  </a:lnTo>
                  <a:lnTo>
                    <a:pt x="159479" y="50729"/>
                  </a:lnTo>
                  <a:close/>
                  <a:moveTo>
                    <a:pt x="787917" y="0"/>
                  </a:moveTo>
                  <a:cubicBezTo>
                    <a:pt x="795352" y="0"/>
                    <a:pt x="801042" y="1706"/>
                    <a:pt x="805001" y="5104"/>
                  </a:cubicBezTo>
                  <a:cubicBezTo>
                    <a:pt x="808959" y="8516"/>
                    <a:pt x="810938" y="12708"/>
                    <a:pt x="810938" y="17708"/>
                  </a:cubicBezTo>
                  <a:cubicBezTo>
                    <a:pt x="810938" y="22917"/>
                    <a:pt x="808946" y="27083"/>
                    <a:pt x="804948" y="30208"/>
                  </a:cubicBezTo>
                  <a:cubicBezTo>
                    <a:pt x="800951" y="33333"/>
                    <a:pt x="795274" y="34896"/>
                    <a:pt x="787917" y="34896"/>
                  </a:cubicBezTo>
                  <a:cubicBezTo>
                    <a:pt x="780482" y="34896"/>
                    <a:pt x="774831" y="33281"/>
                    <a:pt x="770938" y="30052"/>
                  </a:cubicBezTo>
                  <a:cubicBezTo>
                    <a:pt x="767045" y="26823"/>
                    <a:pt x="765105" y="22708"/>
                    <a:pt x="765105" y="17708"/>
                  </a:cubicBezTo>
                  <a:cubicBezTo>
                    <a:pt x="765105" y="12917"/>
                    <a:pt x="767032" y="8776"/>
                    <a:pt x="770886" y="5261"/>
                  </a:cubicBezTo>
                  <a:cubicBezTo>
                    <a:pt x="774740" y="1758"/>
                    <a:pt x="780417" y="0"/>
                    <a:pt x="787917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5" name="TextBox 354">
              <a:extLst>
                <a:ext uri="{FF2B5EF4-FFF2-40B4-BE49-F238E27FC236}">
                  <a16:creationId xmlns:a16="http://schemas.microsoft.com/office/drawing/2014/main" id="{51FA4841-1DB5-4753-8365-7921218312FD}"/>
                </a:ext>
              </a:extLst>
            </p:cNvPr>
            <p:cNvSpPr txBox="1"/>
            <p:nvPr/>
          </p:nvSpPr>
          <p:spPr>
            <a:xfrm>
              <a:off x="4562366" y="2932467"/>
              <a:ext cx="1003192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국립재난안전연구원</a:t>
              </a:r>
            </a:p>
          </p:txBody>
        </p:sp>
        <p:sp>
          <p:nvSpPr>
            <p:cNvPr id="356" name="자유형: 도형 355">
              <a:extLst>
                <a:ext uri="{FF2B5EF4-FFF2-40B4-BE49-F238E27FC236}">
                  <a16:creationId xmlns:a16="http://schemas.microsoft.com/office/drawing/2014/main" id="{C2C97D72-8782-4396-BD8A-96E9573FD3F8}"/>
                </a:ext>
              </a:extLst>
            </p:cNvPr>
            <p:cNvSpPr/>
            <p:nvPr/>
          </p:nvSpPr>
          <p:spPr>
            <a:xfrm>
              <a:off x="5677205" y="3001116"/>
              <a:ext cx="279791" cy="94270"/>
            </a:xfrm>
            <a:custGeom>
              <a:avLst/>
              <a:gdLst>
                <a:gd name="connsiteX0" fmla="*/ 237500 w 279791"/>
                <a:gd name="connsiteY0" fmla="*/ 66042 h 94270"/>
                <a:gd name="connsiteX1" fmla="*/ 220105 w 279791"/>
                <a:gd name="connsiteY1" fmla="*/ 68802 h 94270"/>
                <a:gd name="connsiteX2" fmla="*/ 213646 w 279791"/>
                <a:gd name="connsiteY2" fmla="*/ 76875 h 94270"/>
                <a:gd name="connsiteX3" fmla="*/ 220105 w 279791"/>
                <a:gd name="connsiteY3" fmla="*/ 84844 h 94270"/>
                <a:gd name="connsiteX4" fmla="*/ 237500 w 279791"/>
                <a:gd name="connsiteY4" fmla="*/ 87813 h 94270"/>
                <a:gd name="connsiteX5" fmla="*/ 254636 w 279791"/>
                <a:gd name="connsiteY5" fmla="*/ 84844 h 94270"/>
                <a:gd name="connsiteX6" fmla="*/ 261250 w 279791"/>
                <a:gd name="connsiteY6" fmla="*/ 76875 h 94270"/>
                <a:gd name="connsiteX7" fmla="*/ 254636 w 279791"/>
                <a:gd name="connsiteY7" fmla="*/ 68854 h 94270"/>
                <a:gd name="connsiteX8" fmla="*/ 237500 w 279791"/>
                <a:gd name="connsiteY8" fmla="*/ 66042 h 94270"/>
                <a:gd name="connsiteX9" fmla="*/ 139063 w 279791"/>
                <a:gd name="connsiteY9" fmla="*/ 65938 h 94270"/>
                <a:gd name="connsiteX10" fmla="*/ 121771 w 279791"/>
                <a:gd name="connsiteY10" fmla="*/ 68750 h 94270"/>
                <a:gd name="connsiteX11" fmla="*/ 115209 w 279791"/>
                <a:gd name="connsiteY11" fmla="*/ 76771 h 94270"/>
                <a:gd name="connsiteX12" fmla="*/ 121771 w 279791"/>
                <a:gd name="connsiteY12" fmla="*/ 84844 h 94270"/>
                <a:gd name="connsiteX13" fmla="*/ 139063 w 279791"/>
                <a:gd name="connsiteY13" fmla="*/ 87813 h 94270"/>
                <a:gd name="connsiteX14" fmla="*/ 155990 w 279791"/>
                <a:gd name="connsiteY14" fmla="*/ 84844 h 94270"/>
                <a:gd name="connsiteX15" fmla="*/ 162500 w 279791"/>
                <a:gd name="connsiteY15" fmla="*/ 76875 h 94270"/>
                <a:gd name="connsiteX16" fmla="*/ 155990 w 279791"/>
                <a:gd name="connsiteY16" fmla="*/ 68750 h 94270"/>
                <a:gd name="connsiteX17" fmla="*/ 139063 w 279791"/>
                <a:gd name="connsiteY17" fmla="*/ 65938 h 94270"/>
                <a:gd name="connsiteX18" fmla="*/ 139063 w 279791"/>
                <a:gd name="connsiteY18" fmla="*/ 59375 h 94270"/>
                <a:gd name="connsiteX19" fmla="*/ 163125 w 279791"/>
                <a:gd name="connsiteY19" fmla="*/ 64323 h 94270"/>
                <a:gd name="connsiteX20" fmla="*/ 171250 w 279791"/>
                <a:gd name="connsiteY20" fmla="*/ 76771 h 94270"/>
                <a:gd name="connsiteX21" fmla="*/ 163125 w 279791"/>
                <a:gd name="connsiteY21" fmla="*/ 89323 h 94270"/>
                <a:gd name="connsiteX22" fmla="*/ 139063 w 279791"/>
                <a:gd name="connsiteY22" fmla="*/ 94271 h 94270"/>
                <a:gd name="connsiteX23" fmla="*/ 114532 w 279791"/>
                <a:gd name="connsiteY23" fmla="*/ 89323 h 94270"/>
                <a:gd name="connsiteX24" fmla="*/ 106354 w 279791"/>
                <a:gd name="connsiteY24" fmla="*/ 76771 h 94270"/>
                <a:gd name="connsiteX25" fmla="*/ 114636 w 279791"/>
                <a:gd name="connsiteY25" fmla="*/ 64323 h 94270"/>
                <a:gd name="connsiteX26" fmla="*/ 139063 w 279791"/>
                <a:gd name="connsiteY26" fmla="*/ 59375 h 94270"/>
                <a:gd name="connsiteX27" fmla="*/ 0 w 279791"/>
                <a:gd name="connsiteY27" fmla="*/ 51042 h 94270"/>
                <a:gd name="connsiteX28" fmla="*/ 84479 w 279791"/>
                <a:gd name="connsiteY28" fmla="*/ 51042 h 94270"/>
                <a:gd name="connsiteX29" fmla="*/ 84479 w 279791"/>
                <a:gd name="connsiteY29" fmla="*/ 58125 h 94270"/>
                <a:gd name="connsiteX30" fmla="*/ 46771 w 279791"/>
                <a:gd name="connsiteY30" fmla="*/ 58125 h 94270"/>
                <a:gd name="connsiteX31" fmla="*/ 46771 w 279791"/>
                <a:gd name="connsiteY31" fmla="*/ 92500 h 94270"/>
                <a:gd name="connsiteX32" fmla="*/ 38333 w 279791"/>
                <a:gd name="connsiteY32" fmla="*/ 92500 h 94270"/>
                <a:gd name="connsiteX33" fmla="*/ 38333 w 279791"/>
                <a:gd name="connsiteY33" fmla="*/ 58125 h 94270"/>
                <a:gd name="connsiteX34" fmla="*/ 0 w 279791"/>
                <a:gd name="connsiteY34" fmla="*/ 58125 h 94270"/>
                <a:gd name="connsiteX35" fmla="*/ 195208 w 279791"/>
                <a:gd name="connsiteY35" fmla="*/ 41563 h 94270"/>
                <a:gd name="connsiteX36" fmla="*/ 279792 w 279791"/>
                <a:gd name="connsiteY36" fmla="*/ 41563 h 94270"/>
                <a:gd name="connsiteX37" fmla="*/ 279792 w 279791"/>
                <a:gd name="connsiteY37" fmla="*/ 48438 h 94270"/>
                <a:gd name="connsiteX38" fmla="*/ 241875 w 279791"/>
                <a:gd name="connsiteY38" fmla="*/ 48438 h 94270"/>
                <a:gd name="connsiteX39" fmla="*/ 241875 w 279791"/>
                <a:gd name="connsiteY39" fmla="*/ 59792 h 94270"/>
                <a:gd name="connsiteX40" fmla="*/ 263177 w 279791"/>
                <a:gd name="connsiteY40" fmla="*/ 65313 h 94270"/>
                <a:gd name="connsiteX41" fmla="*/ 270521 w 279791"/>
                <a:gd name="connsiteY41" fmla="*/ 76979 h 94270"/>
                <a:gd name="connsiteX42" fmla="*/ 262032 w 279791"/>
                <a:gd name="connsiteY42" fmla="*/ 89323 h 94270"/>
                <a:gd name="connsiteX43" fmla="*/ 237500 w 279791"/>
                <a:gd name="connsiteY43" fmla="*/ 94167 h 94270"/>
                <a:gd name="connsiteX44" fmla="*/ 212969 w 279791"/>
                <a:gd name="connsiteY44" fmla="*/ 89323 h 94270"/>
                <a:gd name="connsiteX45" fmla="*/ 204479 w 279791"/>
                <a:gd name="connsiteY45" fmla="*/ 76979 h 94270"/>
                <a:gd name="connsiteX46" fmla="*/ 211823 w 279791"/>
                <a:gd name="connsiteY46" fmla="*/ 65313 h 94270"/>
                <a:gd name="connsiteX47" fmla="*/ 233125 w 279791"/>
                <a:gd name="connsiteY47" fmla="*/ 59792 h 94270"/>
                <a:gd name="connsiteX48" fmla="*/ 233125 w 279791"/>
                <a:gd name="connsiteY48" fmla="*/ 48438 h 94270"/>
                <a:gd name="connsiteX49" fmla="*/ 195208 w 279791"/>
                <a:gd name="connsiteY49" fmla="*/ 48438 h 94270"/>
                <a:gd name="connsiteX50" fmla="*/ 115625 w 279791"/>
                <a:gd name="connsiteY50" fmla="*/ 29479 h 94270"/>
                <a:gd name="connsiteX51" fmla="*/ 106667 w 279791"/>
                <a:gd name="connsiteY51" fmla="*/ 32188 h 94270"/>
                <a:gd name="connsiteX52" fmla="*/ 103542 w 279791"/>
                <a:gd name="connsiteY52" fmla="*/ 39479 h 94270"/>
                <a:gd name="connsiteX53" fmla="*/ 106667 w 279791"/>
                <a:gd name="connsiteY53" fmla="*/ 46719 h 94270"/>
                <a:gd name="connsiteX54" fmla="*/ 115625 w 279791"/>
                <a:gd name="connsiteY54" fmla="*/ 49479 h 94270"/>
                <a:gd name="connsiteX55" fmla="*/ 124323 w 279791"/>
                <a:gd name="connsiteY55" fmla="*/ 46719 h 94270"/>
                <a:gd name="connsiteX56" fmla="*/ 127500 w 279791"/>
                <a:gd name="connsiteY56" fmla="*/ 39479 h 94270"/>
                <a:gd name="connsiteX57" fmla="*/ 124323 w 279791"/>
                <a:gd name="connsiteY57" fmla="*/ 32188 h 94270"/>
                <a:gd name="connsiteX58" fmla="*/ 115625 w 279791"/>
                <a:gd name="connsiteY58" fmla="*/ 29479 h 94270"/>
                <a:gd name="connsiteX59" fmla="*/ 115625 w 279791"/>
                <a:gd name="connsiteY59" fmla="*/ 23646 h 94270"/>
                <a:gd name="connsiteX60" fmla="*/ 129792 w 279791"/>
                <a:gd name="connsiteY60" fmla="*/ 27917 h 94270"/>
                <a:gd name="connsiteX61" fmla="*/ 135208 w 279791"/>
                <a:gd name="connsiteY61" fmla="*/ 39375 h 94270"/>
                <a:gd name="connsiteX62" fmla="*/ 129636 w 279791"/>
                <a:gd name="connsiteY62" fmla="*/ 50781 h 94270"/>
                <a:gd name="connsiteX63" fmla="*/ 115625 w 279791"/>
                <a:gd name="connsiteY63" fmla="*/ 55208 h 94270"/>
                <a:gd name="connsiteX64" fmla="*/ 101511 w 279791"/>
                <a:gd name="connsiteY64" fmla="*/ 50781 h 94270"/>
                <a:gd name="connsiteX65" fmla="*/ 95938 w 279791"/>
                <a:gd name="connsiteY65" fmla="*/ 39375 h 94270"/>
                <a:gd name="connsiteX66" fmla="*/ 101407 w 279791"/>
                <a:gd name="connsiteY66" fmla="*/ 27917 h 94270"/>
                <a:gd name="connsiteX67" fmla="*/ 115625 w 279791"/>
                <a:gd name="connsiteY67" fmla="*/ 23646 h 94270"/>
                <a:gd name="connsiteX68" fmla="*/ 94271 w 279791"/>
                <a:gd name="connsiteY68" fmla="*/ 13333 h 94270"/>
                <a:gd name="connsiteX69" fmla="*/ 137188 w 279791"/>
                <a:gd name="connsiteY69" fmla="*/ 13333 h 94270"/>
                <a:gd name="connsiteX70" fmla="*/ 137188 w 279791"/>
                <a:gd name="connsiteY70" fmla="*/ 19792 h 94270"/>
                <a:gd name="connsiteX71" fmla="*/ 94271 w 279791"/>
                <a:gd name="connsiteY71" fmla="*/ 19792 h 94270"/>
                <a:gd name="connsiteX72" fmla="*/ 205625 w 279791"/>
                <a:gd name="connsiteY72" fmla="*/ 2708 h 94270"/>
                <a:gd name="connsiteX73" fmla="*/ 269271 w 279791"/>
                <a:gd name="connsiteY73" fmla="*/ 2708 h 94270"/>
                <a:gd name="connsiteX74" fmla="*/ 269271 w 279791"/>
                <a:gd name="connsiteY74" fmla="*/ 9583 h 94270"/>
                <a:gd name="connsiteX75" fmla="*/ 242292 w 279791"/>
                <a:gd name="connsiteY75" fmla="*/ 9583 h 94270"/>
                <a:gd name="connsiteX76" fmla="*/ 246719 w 279791"/>
                <a:gd name="connsiteY76" fmla="*/ 16875 h 94270"/>
                <a:gd name="connsiteX77" fmla="*/ 254792 w 279791"/>
                <a:gd name="connsiteY77" fmla="*/ 22292 h 94270"/>
                <a:gd name="connsiteX78" fmla="*/ 264688 w 279791"/>
                <a:gd name="connsiteY78" fmla="*/ 25938 h 94270"/>
                <a:gd name="connsiteX79" fmla="*/ 275000 w 279791"/>
                <a:gd name="connsiteY79" fmla="*/ 28125 h 94270"/>
                <a:gd name="connsiteX80" fmla="*/ 270000 w 279791"/>
                <a:gd name="connsiteY80" fmla="*/ 34479 h 94270"/>
                <a:gd name="connsiteX81" fmla="*/ 261407 w 279791"/>
                <a:gd name="connsiteY81" fmla="*/ 32448 h 94270"/>
                <a:gd name="connsiteX82" fmla="*/ 252188 w 279791"/>
                <a:gd name="connsiteY82" fmla="*/ 29063 h 94270"/>
                <a:gd name="connsiteX83" fmla="*/ 243646 w 279791"/>
                <a:gd name="connsiteY83" fmla="*/ 24219 h 94270"/>
                <a:gd name="connsiteX84" fmla="*/ 237500 w 279791"/>
                <a:gd name="connsiteY84" fmla="*/ 17396 h 94270"/>
                <a:gd name="connsiteX85" fmla="*/ 231354 w 279791"/>
                <a:gd name="connsiteY85" fmla="*/ 23854 h 94270"/>
                <a:gd name="connsiteX86" fmla="*/ 223438 w 279791"/>
                <a:gd name="connsiteY86" fmla="*/ 28750 h 94270"/>
                <a:gd name="connsiteX87" fmla="*/ 214375 w 279791"/>
                <a:gd name="connsiteY87" fmla="*/ 32240 h 94270"/>
                <a:gd name="connsiteX88" fmla="*/ 204792 w 279791"/>
                <a:gd name="connsiteY88" fmla="*/ 34479 h 94270"/>
                <a:gd name="connsiteX89" fmla="*/ 199792 w 279791"/>
                <a:gd name="connsiteY89" fmla="*/ 28021 h 94270"/>
                <a:gd name="connsiteX90" fmla="*/ 210678 w 279791"/>
                <a:gd name="connsiteY90" fmla="*/ 25781 h 94270"/>
                <a:gd name="connsiteX91" fmla="*/ 220625 w 279791"/>
                <a:gd name="connsiteY91" fmla="*/ 22084 h 94270"/>
                <a:gd name="connsiteX92" fmla="*/ 228386 w 279791"/>
                <a:gd name="connsiteY92" fmla="*/ 16823 h 94270"/>
                <a:gd name="connsiteX93" fmla="*/ 232604 w 279791"/>
                <a:gd name="connsiteY93" fmla="*/ 9583 h 94270"/>
                <a:gd name="connsiteX94" fmla="*/ 205625 w 279791"/>
                <a:gd name="connsiteY94" fmla="*/ 9583 h 94270"/>
                <a:gd name="connsiteX95" fmla="*/ 37604 w 279791"/>
                <a:gd name="connsiteY95" fmla="*/ 2187 h 94270"/>
                <a:gd name="connsiteX96" fmla="*/ 46771 w 279791"/>
                <a:gd name="connsiteY96" fmla="*/ 2187 h 94270"/>
                <a:gd name="connsiteX97" fmla="*/ 46771 w 279791"/>
                <a:gd name="connsiteY97" fmla="*/ 6979 h 94270"/>
                <a:gd name="connsiteX98" fmla="*/ 49584 w 279791"/>
                <a:gd name="connsiteY98" fmla="*/ 16979 h 94270"/>
                <a:gd name="connsiteX99" fmla="*/ 57083 w 279791"/>
                <a:gd name="connsiteY99" fmla="*/ 24896 h 94270"/>
                <a:gd name="connsiteX100" fmla="*/ 67813 w 279791"/>
                <a:gd name="connsiteY100" fmla="*/ 30729 h 94270"/>
                <a:gd name="connsiteX101" fmla="*/ 80208 w 279791"/>
                <a:gd name="connsiteY101" fmla="*/ 34375 h 94270"/>
                <a:gd name="connsiteX102" fmla="*/ 75000 w 279791"/>
                <a:gd name="connsiteY102" fmla="*/ 40938 h 94270"/>
                <a:gd name="connsiteX103" fmla="*/ 65052 w 279791"/>
                <a:gd name="connsiteY103" fmla="*/ 37656 h 94270"/>
                <a:gd name="connsiteX104" fmla="*/ 55521 w 279791"/>
                <a:gd name="connsiteY104" fmla="*/ 32813 h 94270"/>
                <a:gd name="connsiteX105" fmla="*/ 47552 w 279791"/>
                <a:gd name="connsiteY105" fmla="*/ 26563 h 94270"/>
                <a:gd name="connsiteX106" fmla="*/ 42292 w 279791"/>
                <a:gd name="connsiteY106" fmla="*/ 18958 h 94270"/>
                <a:gd name="connsiteX107" fmla="*/ 36459 w 279791"/>
                <a:gd name="connsiteY107" fmla="*/ 26823 h 94270"/>
                <a:gd name="connsiteX108" fmla="*/ 28542 w 279791"/>
                <a:gd name="connsiteY108" fmla="*/ 32917 h 94270"/>
                <a:gd name="connsiteX109" fmla="*/ 19323 w 279791"/>
                <a:gd name="connsiteY109" fmla="*/ 37604 h 94270"/>
                <a:gd name="connsiteX110" fmla="*/ 9584 w 279791"/>
                <a:gd name="connsiteY110" fmla="*/ 40938 h 94270"/>
                <a:gd name="connsiteX111" fmla="*/ 3854 w 279791"/>
                <a:gd name="connsiteY111" fmla="*/ 34479 h 94270"/>
                <a:gd name="connsiteX112" fmla="*/ 29167 w 279791"/>
                <a:gd name="connsiteY112" fmla="*/ 23542 h 94270"/>
                <a:gd name="connsiteX113" fmla="*/ 37604 w 279791"/>
                <a:gd name="connsiteY113" fmla="*/ 7083 h 94270"/>
                <a:gd name="connsiteX114" fmla="*/ 104584 w 279791"/>
                <a:gd name="connsiteY114" fmla="*/ 1146 h 94270"/>
                <a:gd name="connsiteX115" fmla="*/ 126667 w 279791"/>
                <a:gd name="connsiteY115" fmla="*/ 1146 h 94270"/>
                <a:gd name="connsiteX116" fmla="*/ 126667 w 279791"/>
                <a:gd name="connsiteY116" fmla="*/ 7604 h 94270"/>
                <a:gd name="connsiteX117" fmla="*/ 104584 w 279791"/>
                <a:gd name="connsiteY117" fmla="*/ 7604 h 94270"/>
                <a:gd name="connsiteX118" fmla="*/ 163125 w 279791"/>
                <a:gd name="connsiteY118" fmla="*/ 0 h 94270"/>
                <a:gd name="connsiteX119" fmla="*/ 171042 w 279791"/>
                <a:gd name="connsiteY119" fmla="*/ 0 h 94270"/>
                <a:gd name="connsiteX120" fmla="*/ 171042 w 279791"/>
                <a:gd name="connsiteY120" fmla="*/ 59583 h 94270"/>
                <a:gd name="connsiteX121" fmla="*/ 163125 w 279791"/>
                <a:gd name="connsiteY121" fmla="*/ 59583 h 94270"/>
                <a:gd name="connsiteX122" fmla="*/ 163125 w 279791"/>
                <a:gd name="connsiteY122" fmla="*/ 32604 h 94270"/>
                <a:gd name="connsiteX123" fmla="*/ 151667 w 279791"/>
                <a:gd name="connsiteY123" fmla="*/ 32604 h 94270"/>
                <a:gd name="connsiteX124" fmla="*/ 151667 w 279791"/>
                <a:gd name="connsiteY124" fmla="*/ 56563 h 94270"/>
                <a:gd name="connsiteX125" fmla="*/ 143750 w 279791"/>
                <a:gd name="connsiteY125" fmla="*/ 56563 h 94270"/>
                <a:gd name="connsiteX126" fmla="*/ 143750 w 279791"/>
                <a:gd name="connsiteY126" fmla="*/ 1667 h 94270"/>
                <a:gd name="connsiteX127" fmla="*/ 151667 w 279791"/>
                <a:gd name="connsiteY127" fmla="*/ 1667 h 94270"/>
                <a:gd name="connsiteX128" fmla="*/ 151667 w 279791"/>
                <a:gd name="connsiteY128" fmla="*/ 25313 h 94270"/>
                <a:gd name="connsiteX129" fmla="*/ 163125 w 279791"/>
                <a:gd name="connsiteY129" fmla="*/ 25313 h 9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279791" h="94270">
                  <a:moveTo>
                    <a:pt x="237500" y="66042"/>
                  </a:moveTo>
                  <a:cubicBezTo>
                    <a:pt x="230209" y="66042"/>
                    <a:pt x="224414" y="66966"/>
                    <a:pt x="220105" y="68802"/>
                  </a:cubicBezTo>
                  <a:cubicBezTo>
                    <a:pt x="215794" y="70651"/>
                    <a:pt x="213646" y="73333"/>
                    <a:pt x="213646" y="76875"/>
                  </a:cubicBezTo>
                  <a:cubicBezTo>
                    <a:pt x="213646" y="80208"/>
                    <a:pt x="215794" y="82865"/>
                    <a:pt x="220105" y="84844"/>
                  </a:cubicBezTo>
                  <a:cubicBezTo>
                    <a:pt x="224414" y="86823"/>
                    <a:pt x="230209" y="87813"/>
                    <a:pt x="237500" y="87813"/>
                  </a:cubicBezTo>
                  <a:cubicBezTo>
                    <a:pt x="244519" y="87813"/>
                    <a:pt x="250222" y="86823"/>
                    <a:pt x="254636" y="84844"/>
                  </a:cubicBezTo>
                  <a:cubicBezTo>
                    <a:pt x="259050" y="82865"/>
                    <a:pt x="261250" y="80208"/>
                    <a:pt x="261250" y="76875"/>
                  </a:cubicBezTo>
                  <a:cubicBezTo>
                    <a:pt x="261250" y="73411"/>
                    <a:pt x="259050" y="70729"/>
                    <a:pt x="254636" y="68854"/>
                  </a:cubicBezTo>
                  <a:cubicBezTo>
                    <a:pt x="250222" y="66979"/>
                    <a:pt x="244519" y="66042"/>
                    <a:pt x="237500" y="66042"/>
                  </a:cubicBezTo>
                  <a:close/>
                  <a:moveTo>
                    <a:pt x="139063" y="65938"/>
                  </a:moveTo>
                  <a:cubicBezTo>
                    <a:pt x="131914" y="65938"/>
                    <a:pt x="126146" y="66875"/>
                    <a:pt x="121771" y="68750"/>
                  </a:cubicBezTo>
                  <a:cubicBezTo>
                    <a:pt x="117396" y="70625"/>
                    <a:pt x="115209" y="73307"/>
                    <a:pt x="115209" y="76771"/>
                  </a:cubicBezTo>
                  <a:cubicBezTo>
                    <a:pt x="115209" y="80182"/>
                    <a:pt x="117396" y="82865"/>
                    <a:pt x="121771" y="84844"/>
                  </a:cubicBezTo>
                  <a:cubicBezTo>
                    <a:pt x="126146" y="86823"/>
                    <a:pt x="131914" y="87813"/>
                    <a:pt x="139063" y="87813"/>
                  </a:cubicBezTo>
                  <a:cubicBezTo>
                    <a:pt x="146003" y="87813"/>
                    <a:pt x="151654" y="86823"/>
                    <a:pt x="155990" y="84844"/>
                  </a:cubicBezTo>
                  <a:cubicBezTo>
                    <a:pt x="160326" y="82865"/>
                    <a:pt x="162500" y="80208"/>
                    <a:pt x="162500" y="76875"/>
                  </a:cubicBezTo>
                  <a:cubicBezTo>
                    <a:pt x="162500" y="73333"/>
                    <a:pt x="160326" y="70625"/>
                    <a:pt x="155990" y="68750"/>
                  </a:cubicBezTo>
                  <a:cubicBezTo>
                    <a:pt x="151654" y="66875"/>
                    <a:pt x="146003" y="65938"/>
                    <a:pt x="139063" y="65938"/>
                  </a:cubicBezTo>
                  <a:close/>
                  <a:moveTo>
                    <a:pt x="139063" y="59375"/>
                  </a:moveTo>
                  <a:cubicBezTo>
                    <a:pt x="149688" y="59375"/>
                    <a:pt x="157708" y="61029"/>
                    <a:pt x="163125" y="64323"/>
                  </a:cubicBezTo>
                  <a:cubicBezTo>
                    <a:pt x="168542" y="67630"/>
                    <a:pt x="171250" y="71771"/>
                    <a:pt x="171250" y="76771"/>
                  </a:cubicBezTo>
                  <a:cubicBezTo>
                    <a:pt x="171250" y="81849"/>
                    <a:pt x="168542" y="86029"/>
                    <a:pt x="163125" y="89323"/>
                  </a:cubicBezTo>
                  <a:cubicBezTo>
                    <a:pt x="157708" y="92630"/>
                    <a:pt x="149688" y="94271"/>
                    <a:pt x="139063" y="94271"/>
                  </a:cubicBezTo>
                  <a:cubicBezTo>
                    <a:pt x="128164" y="94271"/>
                    <a:pt x="119987" y="92630"/>
                    <a:pt x="114532" y="89323"/>
                  </a:cubicBezTo>
                  <a:cubicBezTo>
                    <a:pt x="109076" y="86029"/>
                    <a:pt x="106354" y="81849"/>
                    <a:pt x="106354" y="76771"/>
                  </a:cubicBezTo>
                  <a:cubicBezTo>
                    <a:pt x="106354" y="71771"/>
                    <a:pt x="109115" y="67630"/>
                    <a:pt x="114636" y="64323"/>
                  </a:cubicBezTo>
                  <a:cubicBezTo>
                    <a:pt x="120156" y="61029"/>
                    <a:pt x="128294" y="59375"/>
                    <a:pt x="139063" y="59375"/>
                  </a:cubicBezTo>
                  <a:close/>
                  <a:moveTo>
                    <a:pt x="0" y="51042"/>
                  </a:moveTo>
                  <a:lnTo>
                    <a:pt x="84479" y="51042"/>
                  </a:lnTo>
                  <a:lnTo>
                    <a:pt x="84479" y="58125"/>
                  </a:lnTo>
                  <a:lnTo>
                    <a:pt x="46771" y="58125"/>
                  </a:lnTo>
                  <a:lnTo>
                    <a:pt x="46771" y="92500"/>
                  </a:lnTo>
                  <a:lnTo>
                    <a:pt x="38333" y="92500"/>
                  </a:lnTo>
                  <a:lnTo>
                    <a:pt x="38333" y="58125"/>
                  </a:lnTo>
                  <a:lnTo>
                    <a:pt x="0" y="58125"/>
                  </a:lnTo>
                  <a:close/>
                  <a:moveTo>
                    <a:pt x="195208" y="41563"/>
                  </a:moveTo>
                  <a:lnTo>
                    <a:pt x="279792" y="41563"/>
                  </a:lnTo>
                  <a:lnTo>
                    <a:pt x="279792" y="48438"/>
                  </a:lnTo>
                  <a:lnTo>
                    <a:pt x="241875" y="48438"/>
                  </a:lnTo>
                  <a:lnTo>
                    <a:pt x="241875" y="59792"/>
                  </a:lnTo>
                  <a:cubicBezTo>
                    <a:pt x="251185" y="60287"/>
                    <a:pt x="258281" y="62123"/>
                    <a:pt x="263177" y="65313"/>
                  </a:cubicBezTo>
                  <a:cubicBezTo>
                    <a:pt x="268073" y="68516"/>
                    <a:pt x="270521" y="72396"/>
                    <a:pt x="270521" y="76979"/>
                  </a:cubicBezTo>
                  <a:cubicBezTo>
                    <a:pt x="270521" y="81979"/>
                    <a:pt x="267696" y="86094"/>
                    <a:pt x="262032" y="89323"/>
                  </a:cubicBezTo>
                  <a:cubicBezTo>
                    <a:pt x="256367" y="92552"/>
                    <a:pt x="248190" y="94167"/>
                    <a:pt x="237500" y="94167"/>
                  </a:cubicBezTo>
                  <a:cubicBezTo>
                    <a:pt x="226810" y="94167"/>
                    <a:pt x="218633" y="92552"/>
                    <a:pt x="212969" y="89323"/>
                  </a:cubicBezTo>
                  <a:cubicBezTo>
                    <a:pt x="207305" y="86094"/>
                    <a:pt x="204479" y="81979"/>
                    <a:pt x="204479" y="76979"/>
                  </a:cubicBezTo>
                  <a:cubicBezTo>
                    <a:pt x="204479" y="72396"/>
                    <a:pt x="206927" y="68516"/>
                    <a:pt x="211823" y="65313"/>
                  </a:cubicBezTo>
                  <a:cubicBezTo>
                    <a:pt x="216719" y="62123"/>
                    <a:pt x="223815" y="60287"/>
                    <a:pt x="233125" y="59792"/>
                  </a:cubicBezTo>
                  <a:lnTo>
                    <a:pt x="233125" y="48438"/>
                  </a:lnTo>
                  <a:lnTo>
                    <a:pt x="195208" y="48438"/>
                  </a:lnTo>
                  <a:close/>
                  <a:moveTo>
                    <a:pt x="115625" y="29479"/>
                  </a:moveTo>
                  <a:cubicBezTo>
                    <a:pt x="111732" y="29479"/>
                    <a:pt x="108750" y="30391"/>
                    <a:pt x="106667" y="32188"/>
                  </a:cubicBezTo>
                  <a:cubicBezTo>
                    <a:pt x="104584" y="33998"/>
                    <a:pt x="103542" y="36432"/>
                    <a:pt x="103542" y="39479"/>
                  </a:cubicBezTo>
                  <a:cubicBezTo>
                    <a:pt x="103542" y="42474"/>
                    <a:pt x="104584" y="44883"/>
                    <a:pt x="106667" y="46719"/>
                  </a:cubicBezTo>
                  <a:cubicBezTo>
                    <a:pt x="108750" y="48568"/>
                    <a:pt x="111732" y="49479"/>
                    <a:pt x="115625" y="49479"/>
                  </a:cubicBezTo>
                  <a:cubicBezTo>
                    <a:pt x="119310" y="49479"/>
                    <a:pt x="122201" y="48568"/>
                    <a:pt x="124323" y="46719"/>
                  </a:cubicBezTo>
                  <a:cubicBezTo>
                    <a:pt x="126445" y="44883"/>
                    <a:pt x="127500" y="42474"/>
                    <a:pt x="127500" y="39479"/>
                  </a:cubicBezTo>
                  <a:cubicBezTo>
                    <a:pt x="127500" y="36432"/>
                    <a:pt x="126445" y="33998"/>
                    <a:pt x="124323" y="32188"/>
                  </a:cubicBezTo>
                  <a:cubicBezTo>
                    <a:pt x="122201" y="30391"/>
                    <a:pt x="119310" y="29479"/>
                    <a:pt x="115625" y="29479"/>
                  </a:cubicBezTo>
                  <a:close/>
                  <a:moveTo>
                    <a:pt x="115625" y="23646"/>
                  </a:moveTo>
                  <a:cubicBezTo>
                    <a:pt x="121458" y="23646"/>
                    <a:pt x="126185" y="25078"/>
                    <a:pt x="129792" y="27917"/>
                  </a:cubicBezTo>
                  <a:cubicBezTo>
                    <a:pt x="133398" y="30768"/>
                    <a:pt x="135208" y="34583"/>
                    <a:pt x="135208" y="39375"/>
                  </a:cubicBezTo>
                  <a:cubicBezTo>
                    <a:pt x="135208" y="44037"/>
                    <a:pt x="133346" y="47839"/>
                    <a:pt x="129636" y="50781"/>
                  </a:cubicBezTo>
                  <a:cubicBezTo>
                    <a:pt x="125925" y="53737"/>
                    <a:pt x="121250" y="55208"/>
                    <a:pt x="115625" y="55208"/>
                  </a:cubicBezTo>
                  <a:cubicBezTo>
                    <a:pt x="109935" y="55208"/>
                    <a:pt x="105222" y="53737"/>
                    <a:pt x="101511" y="50781"/>
                  </a:cubicBezTo>
                  <a:cubicBezTo>
                    <a:pt x="97800" y="47839"/>
                    <a:pt x="95938" y="44037"/>
                    <a:pt x="95938" y="39375"/>
                  </a:cubicBezTo>
                  <a:cubicBezTo>
                    <a:pt x="95938" y="34583"/>
                    <a:pt x="97760" y="30768"/>
                    <a:pt x="101407" y="27917"/>
                  </a:cubicBezTo>
                  <a:cubicBezTo>
                    <a:pt x="105052" y="25078"/>
                    <a:pt x="109792" y="23646"/>
                    <a:pt x="115625" y="23646"/>
                  </a:cubicBezTo>
                  <a:close/>
                  <a:moveTo>
                    <a:pt x="94271" y="13333"/>
                  </a:moveTo>
                  <a:lnTo>
                    <a:pt x="137188" y="13333"/>
                  </a:lnTo>
                  <a:lnTo>
                    <a:pt x="137188" y="19792"/>
                  </a:lnTo>
                  <a:lnTo>
                    <a:pt x="94271" y="19792"/>
                  </a:lnTo>
                  <a:close/>
                  <a:moveTo>
                    <a:pt x="205625" y="2708"/>
                  </a:moveTo>
                  <a:lnTo>
                    <a:pt x="269271" y="2708"/>
                  </a:lnTo>
                  <a:lnTo>
                    <a:pt x="269271" y="9583"/>
                  </a:lnTo>
                  <a:lnTo>
                    <a:pt x="242292" y="9583"/>
                  </a:lnTo>
                  <a:cubicBezTo>
                    <a:pt x="242982" y="12370"/>
                    <a:pt x="244467" y="14792"/>
                    <a:pt x="246719" y="16875"/>
                  </a:cubicBezTo>
                  <a:cubicBezTo>
                    <a:pt x="248972" y="18958"/>
                    <a:pt x="251667" y="20768"/>
                    <a:pt x="254792" y="22292"/>
                  </a:cubicBezTo>
                  <a:cubicBezTo>
                    <a:pt x="257852" y="23750"/>
                    <a:pt x="261146" y="24974"/>
                    <a:pt x="264688" y="25938"/>
                  </a:cubicBezTo>
                  <a:cubicBezTo>
                    <a:pt x="268229" y="26914"/>
                    <a:pt x="271667" y="27643"/>
                    <a:pt x="275000" y="28125"/>
                  </a:cubicBezTo>
                  <a:lnTo>
                    <a:pt x="270000" y="34479"/>
                  </a:lnTo>
                  <a:cubicBezTo>
                    <a:pt x="267435" y="33998"/>
                    <a:pt x="264570" y="33320"/>
                    <a:pt x="261407" y="32448"/>
                  </a:cubicBezTo>
                  <a:cubicBezTo>
                    <a:pt x="258242" y="31589"/>
                    <a:pt x="255170" y="30456"/>
                    <a:pt x="252188" y="29063"/>
                  </a:cubicBezTo>
                  <a:cubicBezTo>
                    <a:pt x="249128" y="27748"/>
                    <a:pt x="246289" y="26133"/>
                    <a:pt x="243646" y="24219"/>
                  </a:cubicBezTo>
                  <a:cubicBezTo>
                    <a:pt x="241003" y="22318"/>
                    <a:pt x="238959" y="20039"/>
                    <a:pt x="237500" y="17396"/>
                  </a:cubicBezTo>
                  <a:cubicBezTo>
                    <a:pt x="235833" y="19831"/>
                    <a:pt x="233789" y="21979"/>
                    <a:pt x="231354" y="23854"/>
                  </a:cubicBezTo>
                  <a:cubicBezTo>
                    <a:pt x="228920" y="25729"/>
                    <a:pt x="226289" y="27370"/>
                    <a:pt x="223438" y="28750"/>
                  </a:cubicBezTo>
                  <a:cubicBezTo>
                    <a:pt x="220586" y="30143"/>
                    <a:pt x="217565" y="31302"/>
                    <a:pt x="214375" y="32240"/>
                  </a:cubicBezTo>
                  <a:cubicBezTo>
                    <a:pt x="211185" y="33177"/>
                    <a:pt x="207982" y="33932"/>
                    <a:pt x="204792" y="34479"/>
                  </a:cubicBezTo>
                  <a:lnTo>
                    <a:pt x="199792" y="28021"/>
                  </a:lnTo>
                  <a:cubicBezTo>
                    <a:pt x="203399" y="27474"/>
                    <a:pt x="207032" y="26719"/>
                    <a:pt x="210678" y="25781"/>
                  </a:cubicBezTo>
                  <a:cubicBezTo>
                    <a:pt x="214323" y="24844"/>
                    <a:pt x="217643" y="23620"/>
                    <a:pt x="220625" y="22084"/>
                  </a:cubicBezTo>
                  <a:cubicBezTo>
                    <a:pt x="223685" y="20625"/>
                    <a:pt x="226263" y="18880"/>
                    <a:pt x="228386" y="16823"/>
                  </a:cubicBezTo>
                  <a:cubicBezTo>
                    <a:pt x="230508" y="14779"/>
                    <a:pt x="231914" y="12370"/>
                    <a:pt x="232604" y="9583"/>
                  </a:cubicBezTo>
                  <a:lnTo>
                    <a:pt x="205625" y="9583"/>
                  </a:lnTo>
                  <a:close/>
                  <a:moveTo>
                    <a:pt x="37604" y="2187"/>
                  </a:moveTo>
                  <a:lnTo>
                    <a:pt x="46771" y="2187"/>
                  </a:lnTo>
                  <a:lnTo>
                    <a:pt x="46771" y="6979"/>
                  </a:lnTo>
                  <a:cubicBezTo>
                    <a:pt x="46771" y="10664"/>
                    <a:pt x="47708" y="13998"/>
                    <a:pt x="49584" y="16979"/>
                  </a:cubicBezTo>
                  <a:cubicBezTo>
                    <a:pt x="51458" y="19974"/>
                    <a:pt x="53959" y="22604"/>
                    <a:pt x="57083" y="24896"/>
                  </a:cubicBezTo>
                  <a:cubicBezTo>
                    <a:pt x="60209" y="27188"/>
                    <a:pt x="63789" y="29141"/>
                    <a:pt x="67813" y="30729"/>
                  </a:cubicBezTo>
                  <a:cubicBezTo>
                    <a:pt x="71836" y="32331"/>
                    <a:pt x="75977" y="33542"/>
                    <a:pt x="80208" y="34375"/>
                  </a:cubicBezTo>
                  <a:lnTo>
                    <a:pt x="75000" y="40938"/>
                  </a:lnTo>
                  <a:cubicBezTo>
                    <a:pt x="71732" y="40104"/>
                    <a:pt x="68425" y="39010"/>
                    <a:pt x="65052" y="37656"/>
                  </a:cubicBezTo>
                  <a:cubicBezTo>
                    <a:pt x="61680" y="36302"/>
                    <a:pt x="58503" y="34688"/>
                    <a:pt x="55521" y="32813"/>
                  </a:cubicBezTo>
                  <a:cubicBezTo>
                    <a:pt x="52539" y="30938"/>
                    <a:pt x="49883" y="28854"/>
                    <a:pt x="47552" y="26563"/>
                  </a:cubicBezTo>
                  <a:cubicBezTo>
                    <a:pt x="45222" y="24271"/>
                    <a:pt x="43477" y="21745"/>
                    <a:pt x="42292" y="18958"/>
                  </a:cubicBezTo>
                  <a:cubicBezTo>
                    <a:pt x="40768" y="21875"/>
                    <a:pt x="38815" y="24505"/>
                    <a:pt x="36459" y="26823"/>
                  </a:cubicBezTo>
                  <a:cubicBezTo>
                    <a:pt x="34102" y="29154"/>
                    <a:pt x="31459" y="31185"/>
                    <a:pt x="28542" y="32917"/>
                  </a:cubicBezTo>
                  <a:cubicBezTo>
                    <a:pt x="25625" y="34727"/>
                    <a:pt x="22552" y="36289"/>
                    <a:pt x="19323" y="37604"/>
                  </a:cubicBezTo>
                  <a:cubicBezTo>
                    <a:pt x="16094" y="38932"/>
                    <a:pt x="12852" y="40039"/>
                    <a:pt x="9584" y="40938"/>
                  </a:cubicBezTo>
                  <a:lnTo>
                    <a:pt x="3854" y="34479"/>
                  </a:lnTo>
                  <a:cubicBezTo>
                    <a:pt x="15104" y="31771"/>
                    <a:pt x="23542" y="28125"/>
                    <a:pt x="29167" y="23542"/>
                  </a:cubicBezTo>
                  <a:cubicBezTo>
                    <a:pt x="34792" y="18958"/>
                    <a:pt x="37604" y="13477"/>
                    <a:pt x="37604" y="7083"/>
                  </a:cubicBezTo>
                  <a:close/>
                  <a:moveTo>
                    <a:pt x="104584" y="1146"/>
                  </a:moveTo>
                  <a:lnTo>
                    <a:pt x="126667" y="1146"/>
                  </a:lnTo>
                  <a:lnTo>
                    <a:pt x="126667" y="7604"/>
                  </a:lnTo>
                  <a:lnTo>
                    <a:pt x="104584" y="7604"/>
                  </a:lnTo>
                  <a:close/>
                  <a:moveTo>
                    <a:pt x="163125" y="0"/>
                  </a:moveTo>
                  <a:lnTo>
                    <a:pt x="171042" y="0"/>
                  </a:lnTo>
                  <a:lnTo>
                    <a:pt x="171042" y="59583"/>
                  </a:lnTo>
                  <a:lnTo>
                    <a:pt x="163125" y="59583"/>
                  </a:lnTo>
                  <a:lnTo>
                    <a:pt x="163125" y="32604"/>
                  </a:lnTo>
                  <a:lnTo>
                    <a:pt x="151667" y="32604"/>
                  </a:lnTo>
                  <a:lnTo>
                    <a:pt x="151667" y="56563"/>
                  </a:lnTo>
                  <a:lnTo>
                    <a:pt x="143750" y="56563"/>
                  </a:lnTo>
                  <a:lnTo>
                    <a:pt x="143750" y="1667"/>
                  </a:lnTo>
                  <a:lnTo>
                    <a:pt x="151667" y="1667"/>
                  </a:lnTo>
                  <a:lnTo>
                    <a:pt x="151667" y="25313"/>
                  </a:lnTo>
                  <a:lnTo>
                    <a:pt x="163125" y="25313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4D824E09-CF6F-418A-8E8E-BDF2EC7C55C6}"/>
                </a:ext>
              </a:extLst>
            </p:cNvPr>
            <p:cNvSpPr txBox="1"/>
            <p:nvPr/>
          </p:nvSpPr>
          <p:spPr>
            <a:xfrm>
              <a:off x="5585765" y="2933717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수행중</a:t>
              </a:r>
            </a:p>
          </p:txBody>
        </p:sp>
        <p:sp>
          <p:nvSpPr>
            <p:cNvPr id="358" name="자유형: 도형 357">
              <a:extLst>
                <a:ext uri="{FF2B5EF4-FFF2-40B4-BE49-F238E27FC236}">
                  <a16:creationId xmlns:a16="http://schemas.microsoft.com/office/drawing/2014/main" id="{AA8DD15A-A0E0-4E2E-AB94-FE62B1BA827F}"/>
                </a:ext>
              </a:extLst>
            </p:cNvPr>
            <p:cNvSpPr/>
            <p:nvPr/>
          </p:nvSpPr>
          <p:spPr>
            <a:xfrm>
              <a:off x="975538" y="3265804"/>
              <a:ext cx="47187" cy="77812"/>
            </a:xfrm>
            <a:custGeom>
              <a:avLst/>
              <a:gdLst>
                <a:gd name="connsiteX0" fmla="*/ 23021 w 47187"/>
                <a:gd name="connsiteY0" fmla="*/ 0 h 77812"/>
                <a:gd name="connsiteX1" fmla="*/ 39063 w 47187"/>
                <a:gd name="connsiteY1" fmla="*/ 5104 h 77812"/>
                <a:gd name="connsiteX2" fmla="*/ 45521 w 47187"/>
                <a:gd name="connsiteY2" fmla="*/ 20104 h 77812"/>
                <a:gd name="connsiteX3" fmla="*/ 41406 w 47187"/>
                <a:gd name="connsiteY3" fmla="*/ 33958 h 77812"/>
                <a:gd name="connsiteX4" fmla="*/ 31563 w 47187"/>
                <a:gd name="connsiteY4" fmla="*/ 47917 h 77812"/>
                <a:gd name="connsiteX5" fmla="*/ 19688 w 47187"/>
                <a:gd name="connsiteY5" fmla="*/ 60625 h 77812"/>
                <a:gd name="connsiteX6" fmla="*/ 9479 w 47187"/>
                <a:gd name="connsiteY6" fmla="*/ 70625 h 77812"/>
                <a:gd name="connsiteX7" fmla="*/ 47188 w 47187"/>
                <a:gd name="connsiteY7" fmla="*/ 70625 h 77812"/>
                <a:gd name="connsiteX8" fmla="*/ 47188 w 47187"/>
                <a:gd name="connsiteY8" fmla="*/ 77813 h 77812"/>
                <a:gd name="connsiteX9" fmla="*/ 1458 w 47187"/>
                <a:gd name="connsiteY9" fmla="*/ 77813 h 77812"/>
                <a:gd name="connsiteX10" fmla="*/ 260 w 47187"/>
                <a:gd name="connsiteY10" fmla="*/ 77500 h 77812"/>
                <a:gd name="connsiteX11" fmla="*/ 0 w 47187"/>
                <a:gd name="connsiteY11" fmla="*/ 76250 h 77812"/>
                <a:gd name="connsiteX12" fmla="*/ 0 w 47187"/>
                <a:gd name="connsiteY12" fmla="*/ 70000 h 77812"/>
                <a:gd name="connsiteX13" fmla="*/ 4323 w 47187"/>
                <a:gd name="connsiteY13" fmla="*/ 65833 h 77812"/>
                <a:gd name="connsiteX14" fmla="*/ 9896 w 47187"/>
                <a:gd name="connsiteY14" fmla="*/ 60313 h 77812"/>
                <a:gd name="connsiteX15" fmla="*/ 15938 w 47187"/>
                <a:gd name="connsiteY15" fmla="*/ 53854 h 77812"/>
                <a:gd name="connsiteX16" fmla="*/ 22083 w 47187"/>
                <a:gd name="connsiteY16" fmla="*/ 46771 h 77812"/>
                <a:gd name="connsiteX17" fmla="*/ 27813 w 47187"/>
                <a:gd name="connsiteY17" fmla="*/ 39636 h 77812"/>
                <a:gd name="connsiteX18" fmla="*/ 32500 w 47187"/>
                <a:gd name="connsiteY18" fmla="*/ 32708 h 77812"/>
                <a:gd name="connsiteX19" fmla="*/ 35781 w 47187"/>
                <a:gd name="connsiteY19" fmla="*/ 26250 h 77812"/>
                <a:gd name="connsiteX20" fmla="*/ 36979 w 47187"/>
                <a:gd name="connsiteY20" fmla="*/ 20729 h 77812"/>
                <a:gd name="connsiteX21" fmla="*/ 33021 w 47187"/>
                <a:gd name="connsiteY21" fmla="*/ 10573 h 77812"/>
                <a:gd name="connsiteX22" fmla="*/ 22813 w 47187"/>
                <a:gd name="connsiteY22" fmla="*/ 7188 h 77812"/>
                <a:gd name="connsiteX23" fmla="*/ 12969 w 47187"/>
                <a:gd name="connsiteY23" fmla="*/ 11354 h 77812"/>
                <a:gd name="connsiteX24" fmla="*/ 9167 w 47187"/>
                <a:gd name="connsiteY24" fmla="*/ 22188 h 77812"/>
                <a:gd name="connsiteX25" fmla="*/ 625 w 47187"/>
                <a:gd name="connsiteY25" fmla="*/ 22188 h 77812"/>
                <a:gd name="connsiteX26" fmla="*/ 2292 w 47187"/>
                <a:gd name="connsiteY26" fmla="*/ 13073 h 77812"/>
                <a:gd name="connsiteX27" fmla="*/ 6979 w 47187"/>
                <a:gd name="connsiteY27" fmla="*/ 6042 h 77812"/>
                <a:gd name="connsiteX28" fmla="*/ 14115 w 47187"/>
                <a:gd name="connsiteY28" fmla="*/ 1563 h 77812"/>
                <a:gd name="connsiteX29" fmla="*/ 23021 w 47187"/>
                <a:gd name="connsiteY29" fmla="*/ 0 h 7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187" h="77812">
                  <a:moveTo>
                    <a:pt x="23021" y="0"/>
                  </a:moveTo>
                  <a:cubicBezTo>
                    <a:pt x="29410" y="0"/>
                    <a:pt x="34757" y="1706"/>
                    <a:pt x="39063" y="5104"/>
                  </a:cubicBezTo>
                  <a:cubicBezTo>
                    <a:pt x="43369" y="8516"/>
                    <a:pt x="45521" y="13516"/>
                    <a:pt x="45521" y="20104"/>
                  </a:cubicBezTo>
                  <a:cubicBezTo>
                    <a:pt x="45521" y="24557"/>
                    <a:pt x="44150" y="29167"/>
                    <a:pt x="41406" y="33958"/>
                  </a:cubicBezTo>
                  <a:cubicBezTo>
                    <a:pt x="38663" y="38750"/>
                    <a:pt x="35382" y="43411"/>
                    <a:pt x="31563" y="47917"/>
                  </a:cubicBezTo>
                  <a:cubicBezTo>
                    <a:pt x="27744" y="52435"/>
                    <a:pt x="23785" y="56667"/>
                    <a:pt x="19688" y="60625"/>
                  </a:cubicBezTo>
                  <a:cubicBezTo>
                    <a:pt x="15590" y="64583"/>
                    <a:pt x="12188" y="67917"/>
                    <a:pt x="9479" y="70625"/>
                  </a:cubicBezTo>
                  <a:lnTo>
                    <a:pt x="47188" y="70625"/>
                  </a:lnTo>
                  <a:lnTo>
                    <a:pt x="47188" y="77813"/>
                  </a:lnTo>
                  <a:lnTo>
                    <a:pt x="1458" y="77813"/>
                  </a:lnTo>
                  <a:cubicBezTo>
                    <a:pt x="833" y="77813"/>
                    <a:pt x="434" y="77708"/>
                    <a:pt x="260" y="77500"/>
                  </a:cubicBezTo>
                  <a:cubicBezTo>
                    <a:pt x="87" y="77292"/>
                    <a:pt x="0" y="76875"/>
                    <a:pt x="0" y="76250"/>
                  </a:cubicBezTo>
                  <a:lnTo>
                    <a:pt x="0" y="70000"/>
                  </a:lnTo>
                  <a:cubicBezTo>
                    <a:pt x="1181" y="68893"/>
                    <a:pt x="2621" y="67500"/>
                    <a:pt x="4323" y="65833"/>
                  </a:cubicBezTo>
                  <a:cubicBezTo>
                    <a:pt x="6025" y="64167"/>
                    <a:pt x="7882" y="62331"/>
                    <a:pt x="9896" y="60313"/>
                  </a:cubicBezTo>
                  <a:cubicBezTo>
                    <a:pt x="11840" y="58307"/>
                    <a:pt x="13854" y="56146"/>
                    <a:pt x="15938" y="53854"/>
                  </a:cubicBezTo>
                  <a:cubicBezTo>
                    <a:pt x="18021" y="51563"/>
                    <a:pt x="20069" y="49206"/>
                    <a:pt x="22083" y="46771"/>
                  </a:cubicBezTo>
                  <a:cubicBezTo>
                    <a:pt x="24098" y="44414"/>
                    <a:pt x="26007" y="42031"/>
                    <a:pt x="27813" y="39636"/>
                  </a:cubicBezTo>
                  <a:cubicBezTo>
                    <a:pt x="29619" y="37240"/>
                    <a:pt x="31181" y="34935"/>
                    <a:pt x="32500" y="32708"/>
                  </a:cubicBezTo>
                  <a:cubicBezTo>
                    <a:pt x="33889" y="30417"/>
                    <a:pt x="34983" y="28268"/>
                    <a:pt x="35781" y="26250"/>
                  </a:cubicBezTo>
                  <a:cubicBezTo>
                    <a:pt x="36579" y="24245"/>
                    <a:pt x="36979" y="22396"/>
                    <a:pt x="36979" y="20729"/>
                  </a:cubicBezTo>
                  <a:cubicBezTo>
                    <a:pt x="36979" y="16224"/>
                    <a:pt x="35660" y="12839"/>
                    <a:pt x="33021" y="10573"/>
                  </a:cubicBezTo>
                  <a:cubicBezTo>
                    <a:pt x="30382" y="8320"/>
                    <a:pt x="26979" y="7188"/>
                    <a:pt x="22813" y="7188"/>
                  </a:cubicBezTo>
                  <a:cubicBezTo>
                    <a:pt x="18785" y="7188"/>
                    <a:pt x="15504" y="8581"/>
                    <a:pt x="12969" y="11354"/>
                  </a:cubicBezTo>
                  <a:cubicBezTo>
                    <a:pt x="10434" y="14141"/>
                    <a:pt x="9167" y="17747"/>
                    <a:pt x="9167" y="22188"/>
                  </a:cubicBezTo>
                  <a:lnTo>
                    <a:pt x="625" y="22188"/>
                  </a:lnTo>
                  <a:cubicBezTo>
                    <a:pt x="625" y="18854"/>
                    <a:pt x="1181" y="15820"/>
                    <a:pt x="2292" y="13073"/>
                  </a:cubicBezTo>
                  <a:cubicBezTo>
                    <a:pt x="3402" y="10339"/>
                    <a:pt x="4965" y="7995"/>
                    <a:pt x="6979" y="6042"/>
                  </a:cubicBezTo>
                  <a:cubicBezTo>
                    <a:pt x="8994" y="4102"/>
                    <a:pt x="11371" y="2604"/>
                    <a:pt x="14115" y="1563"/>
                  </a:cubicBezTo>
                  <a:cubicBezTo>
                    <a:pt x="16858" y="521"/>
                    <a:pt x="19827" y="0"/>
                    <a:pt x="23021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59" name="TextBox 358">
              <a:extLst>
                <a:ext uri="{FF2B5EF4-FFF2-40B4-BE49-F238E27FC236}">
                  <a16:creationId xmlns:a16="http://schemas.microsoft.com/office/drawing/2014/main" id="{F2014B93-600A-4B51-986E-2698BAC29479}"/>
                </a:ext>
              </a:extLst>
            </p:cNvPr>
            <p:cNvSpPr txBox="1"/>
            <p:nvPr/>
          </p:nvSpPr>
          <p:spPr>
            <a:xfrm>
              <a:off x="884098" y="3223066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grpSp>
          <p:nvGrpSpPr>
            <p:cNvPr id="360" name="그래픽 5">
              <a:extLst>
                <a:ext uri="{FF2B5EF4-FFF2-40B4-BE49-F238E27FC236}">
                  <a16:creationId xmlns:a16="http://schemas.microsoft.com/office/drawing/2014/main" id="{D9E1F6C1-8F9E-4D7B-918E-98A7F6D5AD8D}"/>
                </a:ext>
              </a:extLst>
            </p:cNvPr>
            <p:cNvGrpSpPr/>
            <p:nvPr/>
          </p:nvGrpSpPr>
          <p:grpSpPr>
            <a:xfrm>
              <a:off x="1209133" y="3239671"/>
              <a:ext cx="375833" cy="130208"/>
              <a:chOff x="1209133" y="3239671"/>
              <a:chExt cx="375833" cy="130208"/>
            </a:xfrm>
          </p:grpSpPr>
          <p:sp>
            <p:nvSpPr>
              <p:cNvPr id="361" name="자유형: 도형 360">
                <a:extLst>
                  <a:ext uri="{FF2B5EF4-FFF2-40B4-BE49-F238E27FC236}">
                    <a16:creationId xmlns:a16="http://schemas.microsoft.com/office/drawing/2014/main" id="{AF88E1A9-B139-43FD-991C-7F7C7C34646D}"/>
                  </a:ext>
                </a:extLst>
              </p:cNvPr>
              <p:cNvSpPr/>
              <p:nvPr/>
            </p:nvSpPr>
            <p:spPr>
              <a:xfrm>
                <a:off x="1209133" y="3261533"/>
                <a:ext cx="375833" cy="94062"/>
              </a:xfrm>
              <a:custGeom>
                <a:avLst/>
                <a:gdLst>
                  <a:gd name="connsiteX0" fmla="*/ 333854 w 375833"/>
                  <a:gd name="connsiteY0" fmla="*/ 63646 h 94062"/>
                  <a:gd name="connsiteX1" fmla="*/ 324948 w 375833"/>
                  <a:gd name="connsiteY1" fmla="*/ 64479 h 94062"/>
                  <a:gd name="connsiteX2" fmla="*/ 317709 w 375833"/>
                  <a:gd name="connsiteY2" fmla="*/ 66771 h 94062"/>
                  <a:gd name="connsiteX3" fmla="*/ 312969 w 375833"/>
                  <a:gd name="connsiteY3" fmla="*/ 70521 h 94062"/>
                  <a:gd name="connsiteX4" fmla="*/ 311250 w 375833"/>
                  <a:gd name="connsiteY4" fmla="*/ 75521 h 94062"/>
                  <a:gd name="connsiteX5" fmla="*/ 312969 w 375833"/>
                  <a:gd name="connsiteY5" fmla="*/ 80573 h 94062"/>
                  <a:gd name="connsiteX6" fmla="*/ 317813 w 375833"/>
                  <a:gd name="connsiteY6" fmla="*/ 84375 h 94062"/>
                  <a:gd name="connsiteX7" fmla="*/ 324948 w 375833"/>
                  <a:gd name="connsiteY7" fmla="*/ 86771 h 94062"/>
                  <a:gd name="connsiteX8" fmla="*/ 333854 w 375833"/>
                  <a:gd name="connsiteY8" fmla="*/ 87604 h 94062"/>
                  <a:gd name="connsiteX9" fmla="*/ 342917 w 375833"/>
                  <a:gd name="connsiteY9" fmla="*/ 86823 h 94062"/>
                  <a:gd name="connsiteX10" fmla="*/ 350209 w 375833"/>
                  <a:gd name="connsiteY10" fmla="*/ 84479 h 94062"/>
                  <a:gd name="connsiteX11" fmla="*/ 355000 w 375833"/>
                  <a:gd name="connsiteY11" fmla="*/ 80677 h 94062"/>
                  <a:gd name="connsiteX12" fmla="*/ 356771 w 375833"/>
                  <a:gd name="connsiteY12" fmla="*/ 75625 h 94062"/>
                  <a:gd name="connsiteX13" fmla="*/ 350261 w 375833"/>
                  <a:gd name="connsiteY13" fmla="*/ 66823 h 94062"/>
                  <a:gd name="connsiteX14" fmla="*/ 333854 w 375833"/>
                  <a:gd name="connsiteY14" fmla="*/ 63646 h 94062"/>
                  <a:gd name="connsiteX15" fmla="*/ 18021 w 375833"/>
                  <a:gd name="connsiteY15" fmla="*/ 60938 h 94062"/>
                  <a:gd name="connsiteX16" fmla="*/ 26250 w 375833"/>
                  <a:gd name="connsiteY16" fmla="*/ 60938 h 94062"/>
                  <a:gd name="connsiteX17" fmla="*/ 26250 w 375833"/>
                  <a:gd name="connsiteY17" fmla="*/ 83333 h 94062"/>
                  <a:gd name="connsiteX18" fmla="*/ 78750 w 375833"/>
                  <a:gd name="connsiteY18" fmla="*/ 83333 h 94062"/>
                  <a:gd name="connsiteX19" fmla="*/ 78750 w 375833"/>
                  <a:gd name="connsiteY19" fmla="*/ 90417 h 94062"/>
                  <a:gd name="connsiteX20" fmla="*/ 20208 w 375833"/>
                  <a:gd name="connsiteY20" fmla="*/ 90417 h 94062"/>
                  <a:gd name="connsiteX21" fmla="*/ 18490 w 375833"/>
                  <a:gd name="connsiteY21" fmla="*/ 89948 h 94062"/>
                  <a:gd name="connsiteX22" fmla="*/ 18021 w 375833"/>
                  <a:gd name="connsiteY22" fmla="*/ 88229 h 94062"/>
                  <a:gd name="connsiteX23" fmla="*/ 333854 w 375833"/>
                  <a:gd name="connsiteY23" fmla="*/ 56875 h 94062"/>
                  <a:gd name="connsiteX24" fmla="*/ 356823 w 375833"/>
                  <a:gd name="connsiteY24" fmla="*/ 61979 h 94062"/>
                  <a:gd name="connsiteX25" fmla="*/ 365417 w 375833"/>
                  <a:gd name="connsiteY25" fmla="*/ 75521 h 94062"/>
                  <a:gd name="connsiteX26" fmla="*/ 356823 w 375833"/>
                  <a:gd name="connsiteY26" fmla="*/ 89115 h 94062"/>
                  <a:gd name="connsiteX27" fmla="*/ 333854 w 375833"/>
                  <a:gd name="connsiteY27" fmla="*/ 94063 h 94062"/>
                  <a:gd name="connsiteX28" fmla="*/ 311042 w 375833"/>
                  <a:gd name="connsiteY28" fmla="*/ 89063 h 94062"/>
                  <a:gd name="connsiteX29" fmla="*/ 302500 w 375833"/>
                  <a:gd name="connsiteY29" fmla="*/ 75521 h 94062"/>
                  <a:gd name="connsiteX30" fmla="*/ 304740 w 375833"/>
                  <a:gd name="connsiteY30" fmla="*/ 67865 h 94062"/>
                  <a:gd name="connsiteX31" fmla="*/ 311146 w 375833"/>
                  <a:gd name="connsiteY31" fmla="*/ 61979 h 94062"/>
                  <a:gd name="connsiteX32" fmla="*/ 321042 w 375833"/>
                  <a:gd name="connsiteY32" fmla="*/ 58229 h 94062"/>
                  <a:gd name="connsiteX33" fmla="*/ 333854 w 375833"/>
                  <a:gd name="connsiteY33" fmla="*/ 56875 h 94062"/>
                  <a:gd name="connsiteX34" fmla="*/ 239688 w 375833"/>
                  <a:gd name="connsiteY34" fmla="*/ 27292 h 94062"/>
                  <a:gd name="connsiteX35" fmla="*/ 240156 w 375833"/>
                  <a:gd name="connsiteY35" fmla="*/ 32240 h 94062"/>
                  <a:gd name="connsiteX36" fmla="*/ 240313 w 375833"/>
                  <a:gd name="connsiteY36" fmla="*/ 37604 h 94062"/>
                  <a:gd name="connsiteX37" fmla="*/ 240156 w 375833"/>
                  <a:gd name="connsiteY37" fmla="*/ 42344 h 94062"/>
                  <a:gd name="connsiteX38" fmla="*/ 239792 w 375833"/>
                  <a:gd name="connsiteY38" fmla="*/ 46667 h 94062"/>
                  <a:gd name="connsiteX39" fmla="*/ 251458 w 375833"/>
                  <a:gd name="connsiteY39" fmla="*/ 46667 h 94062"/>
                  <a:gd name="connsiteX40" fmla="*/ 251458 w 375833"/>
                  <a:gd name="connsiteY40" fmla="*/ 27292 h 94062"/>
                  <a:gd name="connsiteX41" fmla="*/ 302813 w 375833"/>
                  <a:gd name="connsiteY41" fmla="*/ 25000 h 94062"/>
                  <a:gd name="connsiteX42" fmla="*/ 302813 w 375833"/>
                  <a:gd name="connsiteY42" fmla="*/ 40938 h 94062"/>
                  <a:gd name="connsiteX43" fmla="*/ 328646 w 375833"/>
                  <a:gd name="connsiteY43" fmla="*/ 40938 h 94062"/>
                  <a:gd name="connsiteX44" fmla="*/ 328646 w 375833"/>
                  <a:gd name="connsiteY44" fmla="*/ 25000 h 94062"/>
                  <a:gd name="connsiteX45" fmla="*/ 220729 w 375833"/>
                  <a:gd name="connsiteY45" fmla="*/ 10729 h 94062"/>
                  <a:gd name="connsiteX46" fmla="*/ 215365 w 375833"/>
                  <a:gd name="connsiteY46" fmla="*/ 12969 h 94062"/>
                  <a:gd name="connsiteX47" fmla="*/ 211563 w 375833"/>
                  <a:gd name="connsiteY47" fmla="*/ 18854 h 94062"/>
                  <a:gd name="connsiteX48" fmla="*/ 209427 w 375833"/>
                  <a:gd name="connsiteY48" fmla="*/ 27448 h 94062"/>
                  <a:gd name="connsiteX49" fmla="*/ 208750 w 375833"/>
                  <a:gd name="connsiteY49" fmla="*/ 37604 h 94062"/>
                  <a:gd name="connsiteX50" fmla="*/ 209479 w 375833"/>
                  <a:gd name="connsiteY50" fmla="*/ 48073 h 94062"/>
                  <a:gd name="connsiteX51" fmla="*/ 211667 w 375833"/>
                  <a:gd name="connsiteY51" fmla="*/ 56667 h 94062"/>
                  <a:gd name="connsiteX52" fmla="*/ 215365 w 375833"/>
                  <a:gd name="connsiteY52" fmla="*/ 62448 h 94062"/>
                  <a:gd name="connsiteX53" fmla="*/ 220729 w 375833"/>
                  <a:gd name="connsiteY53" fmla="*/ 64583 h 94062"/>
                  <a:gd name="connsiteX54" fmla="*/ 225990 w 375833"/>
                  <a:gd name="connsiteY54" fmla="*/ 62448 h 94062"/>
                  <a:gd name="connsiteX55" fmla="*/ 229688 w 375833"/>
                  <a:gd name="connsiteY55" fmla="*/ 56563 h 94062"/>
                  <a:gd name="connsiteX56" fmla="*/ 231875 w 375833"/>
                  <a:gd name="connsiteY56" fmla="*/ 48021 h 94062"/>
                  <a:gd name="connsiteX57" fmla="*/ 232604 w 375833"/>
                  <a:gd name="connsiteY57" fmla="*/ 37604 h 94062"/>
                  <a:gd name="connsiteX58" fmla="*/ 231927 w 375833"/>
                  <a:gd name="connsiteY58" fmla="*/ 27344 h 94062"/>
                  <a:gd name="connsiteX59" fmla="*/ 229792 w 375833"/>
                  <a:gd name="connsiteY59" fmla="*/ 18750 h 94062"/>
                  <a:gd name="connsiteX60" fmla="*/ 226094 w 375833"/>
                  <a:gd name="connsiteY60" fmla="*/ 12917 h 94062"/>
                  <a:gd name="connsiteX61" fmla="*/ 220729 w 375833"/>
                  <a:gd name="connsiteY61" fmla="*/ 10729 h 94062"/>
                  <a:gd name="connsiteX62" fmla="*/ 99792 w 375833"/>
                  <a:gd name="connsiteY62" fmla="*/ 6146 h 94062"/>
                  <a:gd name="connsiteX63" fmla="*/ 138229 w 375833"/>
                  <a:gd name="connsiteY63" fmla="*/ 6146 h 94062"/>
                  <a:gd name="connsiteX64" fmla="*/ 138229 w 375833"/>
                  <a:gd name="connsiteY64" fmla="*/ 13125 h 94062"/>
                  <a:gd name="connsiteX65" fmla="*/ 123333 w 375833"/>
                  <a:gd name="connsiteY65" fmla="*/ 13125 h 94062"/>
                  <a:gd name="connsiteX66" fmla="*/ 123333 w 375833"/>
                  <a:gd name="connsiteY66" fmla="*/ 20833 h 94062"/>
                  <a:gd name="connsiteX67" fmla="*/ 127552 w 375833"/>
                  <a:gd name="connsiteY67" fmla="*/ 47552 h 94062"/>
                  <a:gd name="connsiteX68" fmla="*/ 142708 w 375833"/>
                  <a:gd name="connsiteY68" fmla="*/ 65104 h 94062"/>
                  <a:gd name="connsiteX69" fmla="*/ 136563 w 375833"/>
                  <a:gd name="connsiteY69" fmla="*/ 70729 h 94062"/>
                  <a:gd name="connsiteX70" fmla="*/ 126510 w 375833"/>
                  <a:gd name="connsiteY70" fmla="*/ 60990 h 94062"/>
                  <a:gd name="connsiteX71" fmla="*/ 118958 w 375833"/>
                  <a:gd name="connsiteY71" fmla="*/ 46250 h 94062"/>
                  <a:gd name="connsiteX72" fmla="*/ 115885 w 375833"/>
                  <a:gd name="connsiteY72" fmla="*/ 54375 h 94062"/>
                  <a:gd name="connsiteX73" fmla="*/ 111458 w 375833"/>
                  <a:gd name="connsiteY73" fmla="*/ 62083 h 94062"/>
                  <a:gd name="connsiteX74" fmla="*/ 105885 w 375833"/>
                  <a:gd name="connsiteY74" fmla="*/ 68906 h 94062"/>
                  <a:gd name="connsiteX75" fmla="*/ 99896 w 375833"/>
                  <a:gd name="connsiteY75" fmla="*/ 74271 h 94062"/>
                  <a:gd name="connsiteX76" fmla="*/ 92708 w 375833"/>
                  <a:gd name="connsiteY76" fmla="*/ 69063 h 94062"/>
                  <a:gd name="connsiteX77" fmla="*/ 109583 w 375833"/>
                  <a:gd name="connsiteY77" fmla="*/ 49948 h 94062"/>
                  <a:gd name="connsiteX78" fmla="*/ 115000 w 375833"/>
                  <a:gd name="connsiteY78" fmla="*/ 21042 h 94062"/>
                  <a:gd name="connsiteX79" fmla="*/ 115000 w 375833"/>
                  <a:gd name="connsiteY79" fmla="*/ 13125 h 94062"/>
                  <a:gd name="connsiteX80" fmla="*/ 99792 w 375833"/>
                  <a:gd name="connsiteY80" fmla="*/ 13125 h 94062"/>
                  <a:gd name="connsiteX81" fmla="*/ 294792 w 375833"/>
                  <a:gd name="connsiteY81" fmla="*/ 3229 h 94062"/>
                  <a:gd name="connsiteX82" fmla="*/ 302813 w 375833"/>
                  <a:gd name="connsiteY82" fmla="*/ 3229 h 94062"/>
                  <a:gd name="connsiteX83" fmla="*/ 302813 w 375833"/>
                  <a:gd name="connsiteY83" fmla="*/ 17917 h 94062"/>
                  <a:gd name="connsiteX84" fmla="*/ 328646 w 375833"/>
                  <a:gd name="connsiteY84" fmla="*/ 17917 h 94062"/>
                  <a:gd name="connsiteX85" fmla="*/ 328646 w 375833"/>
                  <a:gd name="connsiteY85" fmla="*/ 3229 h 94062"/>
                  <a:gd name="connsiteX86" fmla="*/ 336667 w 375833"/>
                  <a:gd name="connsiteY86" fmla="*/ 3229 h 94062"/>
                  <a:gd name="connsiteX87" fmla="*/ 336667 w 375833"/>
                  <a:gd name="connsiteY87" fmla="*/ 45729 h 94062"/>
                  <a:gd name="connsiteX88" fmla="*/ 336198 w 375833"/>
                  <a:gd name="connsiteY88" fmla="*/ 47448 h 94062"/>
                  <a:gd name="connsiteX89" fmla="*/ 334479 w 375833"/>
                  <a:gd name="connsiteY89" fmla="*/ 47917 h 94062"/>
                  <a:gd name="connsiteX90" fmla="*/ 296979 w 375833"/>
                  <a:gd name="connsiteY90" fmla="*/ 47917 h 94062"/>
                  <a:gd name="connsiteX91" fmla="*/ 295261 w 375833"/>
                  <a:gd name="connsiteY91" fmla="*/ 47448 h 94062"/>
                  <a:gd name="connsiteX92" fmla="*/ 294792 w 375833"/>
                  <a:gd name="connsiteY92" fmla="*/ 45729 h 94062"/>
                  <a:gd name="connsiteX93" fmla="*/ 25000 w 375833"/>
                  <a:gd name="connsiteY93" fmla="*/ 2292 h 94062"/>
                  <a:gd name="connsiteX94" fmla="*/ 33646 w 375833"/>
                  <a:gd name="connsiteY94" fmla="*/ 2292 h 94062"/>
                  <a:gd name="connsiteX95" fmla="*/ 33646 w 375833"/>
                  <a:gd name="connsiteY95" fmla="*/ 13021 h 94062"/>
                  <a:gd name="connsiteX96" fmla="*/ 35625 w 375833"/>
                  <a:gd name="connsiteY96" fmla="*/ 23906 h 94062"/>
                  <a:gd name="connsiteX97" fmla="*/ 41042 w 375833"/>
                  <a:gd name="connsiteY97" fmla="*/ 33021 h 94062"/>
                  <a:gd name="connsiteX98" fmla="*/ 48750 w 375833"/>
                  <a:gd name="connsiteY98" fmla="*/ 40104 h 94062"/>
                  <a:gd name="connsiteX99" fmla="*/ 57813 w 375833"/>
                  <a:gd name="connsiteY99" fmla="*/ 44792 h 94062"/>
                  <a:gd name="connsiteX100" fmla="*/ 52396 w 375833"/>
                  <a:gd name="connsiteY100" fmla="*/ 51250 h 94062"/>
                  <a:gd name="connsiteX101" fmla="*/ 46198 w 375833"/>
                  <a:gd name="connsiteY101" fmla="*/ 47760 h 94062"/>
                  <a:gd name="connsiteX102" fmla="*/ 39792 w 375833"/>
                  <a:gd name="connsiteY102" fmla="*/ 42917 h 94062"/>
                  <a:gd name="connsiteX103" fmla="*/ 33906 w 375833"/>
                  <a:gd name="connsiteY103" fmla="*/ 36823 h 94062"/>
                  <a:gd name="connsiteX104" fmla="*/ 29479 w 375833"/>
                  <a:gd name="connsiteY104" fmla="*/ 29792 h 94062"/>
                  <a:gd name="connsiteX105" fmla="*/ 25521 w 375833"/>
                  <a:gd name="connsiteY105" fmla="*/ 37396 h 94062"/>
                  <a:gd name="connsiteX106" fmla="*/ 19896 w 375833"/>
                  <a:gd name="connsiteY106" fmla="*/ 44063 h 94062"/>
                  <a:gd name="connsiteX107" fmla="*/ 13281 w 375833"/>
                  <a:gd name="connsiteY107" fmla="*/ 49584 h 94062"/>
                  <a:gd name="connsiteX108" fmla="*/ 6354 w 375833"/>
                  <a:gd name="connsiteY108" fmla="*/ 53959 h 94062"/>
                  <a:gd name="connsiteX109" fmla="*/ 0 w 375833"/>
                  <a:gd name="connsiteY109" fmla="*/ 48229 h 94062"/>
                  <a:gd name="connsiteX110" fmla="*/ 9635 w 375833"/>
                  <a:gd name="connsiteY110" fmla="*/ 42448 h 94062"/>
                  <a:gd name="connsiteX111" fmla="*/ 17604 w 375833"/>
                  <a:gd name="connsiteY111" fmla="*/ 34792 h 94062"/>
                  <a:gd name="connsiteX112" fmla="*/ 23021 w 375833"/>
                  <a:gd name="connsiteY112" fmla="*/ 25260 h 94062"/>
                  <a:gd name="connsiteX113" fmla="*/ 25000 w 375833"/>
                  <a:gd name="connsiteY113" fmla="*/ 13750 h 94062"/>
                  <a:gd name="connsiteX114" fmla="*/ 251458 w 375833"/>
                  <a:gd name="connsiteY114" fmla="*/ 1667 h 94062"/>
                  <a:gd name="connsiteX115" fmla="*/ 259375 w 375833"/>
                  <a:gd name="connsiteY115" fmla="*/ 1667 h 94062"/>
                  <a:gd name="connsiteX116" fmla="*/ 259375 w 375833"/>
                  <a:gd name="connsiteY116" fmla="*/ 87917 h 94062"/>
                  <a:gd name="connsiteX117" fmla="*/ 251458 w 375833"/>
                  <a:gd name="connsiteY117" fmla="*/ 87917 h 94062"/>
                  <a:gd name="connsiteX118" fmla="*/ 251458 w 375833"/>
                  <a:gd name="connsiteY118" fmla="*/ 54271 h 94062"/>
                  <a:gd name="connsiteX119" fmla="*/ 238438 w 375833"/>
                  <a:gd name="connsiteY119" fmla="*/ 54271 h 94062"/>
                  <a:gd name="connsiteX120" fmla="*/ 231302 w 375833"/>
                  <a:gd name="connsiteY120" fmla="*/ 67813 h 94062"/>
                  <a:gd name="connsiteX121" fmla="*/ 220729 w 375833"/>
                  <a:gd name="connsiteY121" fmla="*/ 72292 h 94062"/>
                  <a:gd name="connsiteX122" fmla="*/ 213073 w 375833"/>
                  <a:gd name="connsiteY122" fmla="*/ 70209 h 94062"/>
                  <a:gd name="connsiteX123" fmla="*/ 206875 w 375833"/>
                  <a:gd name="connsiteY123" fmla="*/ 63750 h 94062"/>
                  <a:gd name="connsiteX124" fmla="*/ 202656 w 375833"/>
                  <a:gd name="connsiteY124" fmla="*/ 52969 h 94062"/>
                  <a:gd name="connsiteX125" fmla="*/ 201146 w 375833"/>
                  <a:gd name="connsiteY125" fmla="*/ 37604 h 94062"/>
                  <a:gd name="connsiteX126" fmla="*/ 202656 w 375833"/>
                  <a:gd name="connsiteY126" fmla="*/ 22188 h 94062"/>
                  <a:gd name="connsiteX127" fmla="*/ 206771 w 375833"/>
                  <a:gd name="connsiteY127" fmla="*/ 11458 h 94062"/>
                  <a:gd name="connsiteX128" fmla="*/ 213021 w 375833"/>
                  <a:gd name="connsiteY128" fmla="*/ 5104 h 94062"/>
                  <a:gd name="connsiteX129" fmla="*/ 220729 w 375833"/>
                  <a:gd name="connsiteY129" fmla="*/ 3021 h 94062"/>
                  <a:gd name="connsiteX130" fmla="*/ 230990 w 375833"/>
                  <a:gd name="connsiteY130" fmla="*/ 7188 h 94062"/>
                  <a:gd name="connsiteX131" fmla="*/ 238125 w 375833"/>
                  <a:gd name="connsiteY131" fmla="*/ 19792 h 94062"/>
                  <a:gd name="connsiteX132" fmla="*/ 251458 w 375833"/>
                  <a:gd name="connsiteY132" fmla="*/ 19792 h 94062"/>
                  <a:gd name="connsiteX133" fmla="*/ 354792 w 375833"/>
                  <a:gd name="connsiteY133" fmla="*/ 0 h 94062"/>
                  <a:gd name="connsiteX134" fmla="*/ 363021 w 375833"/>
                  <a:gd name="connsiteY134" fmla="*/ 0 h 94062"/>
                  <a:gd name="connsiteX135" fmla="*/ 363021 w 375833"/>
                  <a:gd name="connsiteY135" fmla="*/ 20625 h 94062"/>
                  <a:gd name="connsiteX136" fmla="*/ 375834 w 375833"/>
                  <a:gd name="connsiteY136" fmla="*/ 20625 h 94062"/>
                  <a:gd name="connsiteX137" fmla="*/ 375834 w 375833"/>
                  <a:gd name="connsiteY137" fmla="*/ 27708 h 94062"/>
                  <a:gd name="connsiteX138" fmla="*/ 363021 w 375833"/>
                  <a:gd name="connsiteY138" fmla="*/ 27708 h 94062"/>
                  <a:gd name="connsiteX139" fmla="*/ 363021 w 375833"/>
                  <a:gd name="connsiteY139" fmla="*/ 56979 h 94062"/>
                  <a:gd name="connsiteX140" fmla="*/ 354792 w 375833"/>
                  <a:gd name="connsiteY140" fmla="*/ 56979 h 94062"/>
                  <a:gd name="connsiteX141" fmla="*/ 268646 w 375833"/>
                  <a:gd name="connsiteY141" fmla="*/ 0 h 94062"/>
                  <a:gd name="connsiteX142" fmla="*/ 276563 w 375833"/>
                  <a:gd name="connsiteY142" fmla="*/ 0 h 94062"/>
                  <a:gd name="connsiteX143" fmla="*/ 276563 w 375833"/>
                  <a:gd name="connsiteY143" fmla="*/ 92396 h 94062"/>
                  <a:gd name="connsiteX144" fmla="*/ 268646 w 375833"/>
                  <a:gd name="connsiteY144" fmla="*/ 92396 h 94062"/>
                  <a:gd name="connsiteX145" fmla="*/ 166563 w 375833"/>
                  <a:gd name="connsiteY145" fmla="*/ 0 h 94062"/>
                  <a:gd name="connsiteX146" fmla="*/ 174479 w 375833"/>
                  <a:gd name="connsiteY146" fmla="*/ 0 h 94062"/>
                  <a:gd name="connsiteX147" fmla="*/ 174479 w 375833"/>
                  <a:gd name="connsiteY147" fmla="*/ 92292 h 94062"/>
                  <a:gd name="connsiteX148" fmla="*/ 166563 w 375833"/>
                  <a:gd name="connsiteY148" fmla="*/ 92292 h 94062"/>
                  <a:gd name="connsiteX149" fmla="*/ 166563 w 375833"/>
                  <a:gd name="connsiteY149" fmla="*/ 41458 h 94062"/>
                  <a:gd name="connsiteX150" fmla="*/ 154688 w 375833"/>
                  <a:gd name="connsiteY150" fmla="*/ 41458 h 94062"/>
                  <a:gd name="connsiteX151" fmla="*/ 154688 w 375833"/>
                  <a:gd name="connsiteY151" fmla="*/ 87917 h 94062"/>
                  <a:gd name="connsiteX152" fmla="*/ 146667 w 375833"/>
                  <a:gd name="connsiteY152" fmla="*/ 87917 h 94062"/>
                  <a:gd name="connsiteX153" fmla="*/ 146667 w 375833"/>
                  <a:gd name="connsiteY153" fmla="*/ 1563 h 94062"/>
                  <a:gd name="connsiteX154" fmla="*/ 154688 w 375833"/>
                  <a:gd name="connsiteY154" fmla="*/ 1563 h 94062"/>
                  <a:gd name="connsiteX155" fmla="*/ 154688 w 375833"/>
                  <a:gd name="connsiteY155" fmla="*/ 33542 h 94062"/>
                  <a:gd name="connsiteX156" fmla="*/ 166563 w 375833"/>
                  <a:gd name="connsiteY156" fmla="*/ 33542 h 94062"/>
                  <a:gd name="connsiteX157" fmla="*/ 67708 w 375833"/>
                  <a:gd name="connsiteY157" fmla="*/ 0 h 94062"/>
                  <a:gd name="connsiteX158" fmla="*/ 75833 w 375833"/>
                  <a:gd name="connsiteY158" fmla="*/ 0 h 94062"/>
                  <a:gd name="connsiteX159" fmla="*/ 75833 w 375833"/>
                  <a:gd name="connsiteY159" fmla="*/ 27500 h 94062"/>
                  <a:gd name="connsiteX160" fmla="*/ 88542 w 375833"/>
                  <a:gd name="connsiteY160" fmla="*/ 27500 h 94062"/>
                  <a:gd name="connsiteX161" fmla="*/ 88542 w 375833"/>
                  <a:gd name="connsiteY161" fmla="*/ 34792 h 94062"/>
                  <a:gd name="connsiteX162" fmla="*/ 75833 w 375833"/>
                  <a:gd name="connsiteY162" fmla="*/ 34792 h 94062"/>
                  <a:gd name="connsiteX163" fmla="*/ 75833 w 375833"/>
                  <a:gd name="connsiteY163" fmla="*/ 67709 h 94062"/>
                  <a:gd name="connsiteX164" fmla="*/ 67708 w 375833"/>
                  <a:gd name="connsiteY164" fmla="*/ 67709 h 9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375833" h="94062">
                    <a:moveTo>
                      <a:pt x="333854" y="63646"/>
                    </a:moveTo>
                    <a:cubicBezTo>
                      <a:pt x="330660" y="63646"/>
                      <a:pt x="327692" y="63932"/>
                      <a:pt x="324948" y="64479"/>
                    </a:cubicBezTo>
                    <a:cubicBezTo>
                      <a:pt x="322206" y="65039"/>
                      <a:pt x="319792" y="65807"/>
                      <a:pt x="317709" y="66771"/>
                    </a:cubicBezTo>
                    <a:cubicBezTo>
                      <a:pt x="315695" y="67813"/>
                      <a:pt x="314115" y="69063"/>
                      <a:pt x="312969" y="70521"/>
                    </a:cubicBezTo>
                    <a:cubicBezTo>
                      <a:pt x="311823" y="71979"/>
                      <a:pt x="311250" y="73646"/>
                      <a:pt x="311250" y="75521"/>
                    </a:cubicBezTo>
                    <a:cubicBezTo>
                      <a:pt x="311250" y="77396"/>
                      <a:pt x="311823" y="79089"/>
                      <a:pt x="312969" y="80573"/>
                    </a:cubicBezTo>
                    <a:cubicBezTo>
                      <a:pt x="314115" y="82070"/>
                      <a:pt x="315729" y="83333"/>
                      <a:pt x="317813" y="84375"/>
                    </a:cubicBezTo>
                    <a:cubicBezTo>
                      <a:pt x="319827" y="85417"/>
                      <a:pt x="322206" y="86224"/>
                      <a:pt x="324948" y="86771"/>
                    </a:cubicBezTo>
                    <a:cubicBezTo>
                      <a:pt x="327692" y="87331"/>
                      <a:pt x="330660" y="87604"/>
                      <a:pt x="333854" y="87604"/>
                    </a:cubicBezTo>
                    <a:cubicBezTo>
                      <a:pt x="337119" y="87604"/>
                      <a:pt x="340140" y="87344"/>
                      <a:pt x="342917" y="86823"/>
                    </a:cubicBezTo>
                    <a:cubicBezTo>
                      <a:pt x="345696" y="86302"/>
                      <a:pt x="348125" y="85521"/>
                      <a:pt x="350209" y="84479"/>
                    </a:cubicBezTo>
                    <a:cubicBezTo>
                      <a:pt x="352223" y="83438"/>
                      <a:pt x="353821" y="82175"/>
                      <a:pt x="355000" y="80677"/>
                    </a:cubicBezTo>
                    <a:cubicBezTo>
                      <a:pt x="356181" y="79193"/>
                      <a:pt x="356771" y="77500"/>
                      <a:pt x="356771" y="75625"/>
                    </a:cubicBezTo>
                    <a:cubicBezTo>
                      <a:pt x="356771" y="71875"/>
                      <a:pt x="354602" y="68946"/>
                      <a:pt x="350261" y="66823"/>
                    </a:cubicBezTo>
                    <a:cubicBezTo>
                      <a:pt x="345921" y="64714"/>
                      <a:pt x="340452" y="63646"/>
                      <a:pt x="333854" y="63646"/>
                    </a:cubicBezTo>
                    <a:close/>
                    <a:moveTo>
                      <a:pt x="18021" y="60938"/>
                    </a:moveTo>
                    <a:lnTo>
                      <a:pt x="26250" y="60938"/>
                    </a:lnTo>
                    <a:lnTo>
                      <a:pt x="26250" y="83333"/>
                    </a:lnTo>
                    <a:lnTo>
                      <a:pt x="78750" y="83333"/>
                    </a:lnTo>
                    <a:lnTo>
                      <a:pt x="78750" y="90417"/>
                    </a:lnTo>
                    <a:lnTo>
                      <a:pt x="20208" y="90417"/>
                    </a:lnTo>
                    <a:cubicBezTo>
                      <a:pt x="19375" y="90417"/>
                      <a:pt x="18802" y="90261"/>
                      <a:pt x="18490" y="89948"/>
                    </a:cubicBezTo>
                    <a:cubicBezTo>
                      <a:pt x="18177" y="89635"/>
                      <a:pt x="18021" y="89063"/>
                      <a:pt x="18021" y="88229"/>
                    </a:cubicBezTo>
                    <a:close/>
                    <a:moveTo>
                      <a:pt x="333854" y="56875"/>
                    </a:moveTo>
                    <a:cubicBezTo>
                      <a:pt x="343438" y="56875"/>
                      <a:pt x="351094" y="58581"/>
                      <a:pt x="356823" y="61979"/>
                    </a:cubicBezTo>
                    <a:cubicBezTo>
                      <a:pt x="362552" y="65391"/>
                      <a:pt x="365417" y="69896"/>
                      <a:pt x="365417" y="75521"/>
                    </a:cubicBezTo>
                    <a:cubicBezTo>
                      <a:pt x="365417" y="81289"/>
                      <a:pt x="362552" y="85820"/>
                      <a:pt x="356823" y="89115"/>
                    </a:cubicBezTo>
                    <a:cubicBezTo>
                      <a:pt x="351094" y="92422"/>
                      <a:pt x="343438" y="94063"/>
                      <a:pt x="333854" y="94063"/>
                    </a:cubicBezTo>
                    <a:cubicBezTo>
                      <a:pt x="324341" y="94063"/>
                      <a:pt x="316737" y="92396"/>
                      <a:pt x="311042" y="89063"/>
                    </a:cubicBezTo>
                    <a:cubicBezTo>
                      <a:pt x="305348" y="85729"/>
                      <a:pt x="302500" y="81224"/>
                      <a:pt x="302500" y="75521"/>
                    </a:cubicBezTo>
                    <a:cubicBezTo>
                      <a:pt x="302500" y="72748"/>
                      <a:pt x="303248" y="70195"/>
                      <a:pt x="304740" y="67865"/>
                    </a:cubicBezTo>
                    <a:cubicBezTo>
                      <a:pt x="306233" y="65547"/>
                      <a:pt x="308369" y="63581"/>
                      <a:pt x="311146" y="61979"/>
                    </a:cubicBezTo>
                    <a:cubicBezTo>
                      <a:pt x="313925" y="60391"/>
                      <a:pt x="317223" y="59141"/>
                      <a:pt x="321042" y="58229"/>
                    </a:cubicBezTo>
                    <a:cubicBezTo>
                      <a:pt x="324862" y="57331"/>
                      <a:pt x="329133" y="56875"/>
                      <a:pt x="333854" y="56875"/>
                    </a:cubicBezTo>
                    <a:close/>
                    <a:moveTo>
                      <a:pt x="239688" y="27292"/>
                    </a:moveTo>
                    <a:cubicBezTo>
                      <a:pt x="239896" y="28893"/>
                      <a:pt x="240052" y="30547"/>
                      <a:pt x="240156" y="32240"/>
                    </a:cubicBezTo>
                    <a:cubicBezTo>
                      <a:pt x="240261" y="33945"/>
                      <a:pt x="240313" y="35729"/>
                      <a:pt x="240313" y="37604"/>
                    </a:cubicBezTo>
                    <a:cubicBezTo>
                      <a:pt x="240313" y="39271"/>
                      <a:pt x="240261" y="40859"/>
                      <a:pt x="240156" y="42344"/>
                    </a:cubicBezTo>
                    <a:cubicBezTo>
                      <a:pt x="240052" y="43841"/>
                      <a:pt x="239931" y="45287"/>
                      <a:pt x="239792" y="46667"/>
                    </a:cubicBezTo>
                    <a:lnTo>
                      <a:pt x="251458" y="46667"/>
                    </a:lnTo>
                    <a:lnTo>
                      <a:pt x="251458" y="27292"/>
                    </a:lnTo>
                    <a:close/>
                    <a:moveTo>
                      <a:pt x="302813" y="25000"/>
                    </a:moveTo>
                    <a:lnTo>
                      <a:pt x="302813" y="40938"/>
                    </a:lnTo>
                    <a:lnTo>
                      <a:pt x="328646" y="40938"/>
                    </a:lnTo>
                    <a:lnTo>
                      <a:pt x="328646" y="25000"/>
                    </a:lnTo>
                    <a:close/>
                    <a:moveTo>
                      <a:pt x="220729" y="10729"/>
                    </a:moveTo>
                    <a:cubicBezTo>
                      <a:pt x="218646" y="10729"/>
                      <a:pt x="216858" y="11484"/>
                      <a:pt x="215365" y="12969"/>
                    </a:cubicBezTo>
                    <a:cubicBezTo>
                      <a:pt x="213873" y="14466"/>
                      <a:pt x="212604" y="16432"/>
                      <a:pt x="211563" y="18854"/>
                    </a:cubicBezTo>
                    <a:cubicBezTo>
                      <a:pt x="210591" y="21354"/>
                      <a:pt x="209879" y="24219"/>
                      <a:pt x="209427" y="27448"/>
                    </a:cubicBezTo>
                    <a:cubicBezTo>
                      <a:pt x="208977" y="30677"/>
                      <a:pt x="208750" y="34063"/>
                      <a:pt x="208750" y="37604"/>
                    </a:cubicBezTo>
                    <a:cubicBezTo>
                      <a:pt x="208750" y="41289"/>
                      <a:pt x="208994" y="44779"/>
                      <a:pt x="209479" y="48073"/>
                    </a:cubicBezTo>
                    <a:cubicBezTo>
                      <a:pt x="209966" y="51380"/>
                      <a:pt x="210695" y="54245"/>
                      <a:pt x="211667" y="56667"/>
                    </a:cubicBezTo>
                    <a:cubicBezTo>
                      <a:pt x="212639" y="59102"/>
                      <a:pt x="213873" y="61029"/>
                      <a:pt x="215365" y="62448"/>
                    </a:cubicBezTo>
                    <a:cubicBezTo>
                      <a:pt x="216858" y="63880"/>
                      <a:pt x="218646" y="64583"/>
                      <a:pt x="220729" y="64583"/>
                    </a:cubicBezTo>
                    <a:cubicBezTo>
                      <a:pt x="222744" y="64583"/>
                      <a:pt x="224498" y="63880"/>
                      <a:pt x="225990" y="62448"/>
                    </a:cubicBezTo>
                    <a:cubicBezTo>
                      <a:pt x="227483" y="61029"/>
                      <a:pt x="228716" y="59063"/>
                      <a:pt x="229688" y="56563"/>
                    </a:cubicBezTo>
                    <a:cubicBezTo>
                      <a:pt x="230660" y="54141"/>
                      <a:pt x="231389" y="51289"/>
                      <a:pt x="231875" y="48021"/>
                    </a:cubicBezTo>
                    <a:cubicBezTo>
                      <a:pt x="232362" y="44766"/>
                      <a:pt x="232604" y="41289"/>
                      <a:pt x="232604" y="37604"/>
                    </a:cubicBezTo>
                    <a:cubicBezTo>
                      <a:pt x="232604" y="33998"/>
                      <a:pt x="232379" y="30573"/>
                      <a:pt x="231927" y="27344"/>
                    </a:cubicBezTo>
                    <a:cubicBezTo>
                      <a:pt x="231477" y="24115"/>
                      <a:pt x="230764" y="21250"/>
                      <a:pt x="229792" y="18750"/>
                    </a:cubicBezTo>
                    <a:cubicBezTo>
                      <a:pt x="228820" y="16328"/>
                      <a:pt x="227587" y="14375"/>
                      <a:pt x="226094" y="12917"/>
                    </a:cubicBezTo>
                    <a:cubicBezTo>
                      <a:pt x="224602" y="11458"/>
                      <a:pt x="222813" y="10729"/>
                      <a:pt x="220729" y="10729"/>
                    </a:cubicBezTo>
                    <a:close/>
                    <a:moveTo>
                      <a:pt x="99792" y="6146"/>
                    </a:moveTo>
                    <a:lnTo>
                      <a:pt x="138229" y="6146"/>
                    </a:lnTo>
                    <a:lnTo>
                      <a:pt x="138229" y="13125"/>
                    </a:lnTo>
                    <a:lnTo>
                      <a:pt x="123333" y="13125"/>
                    </a:lnTo>
                    <a:lnTo>
                      <a:pt x="123333" y="20833"/>
                    </a:lnTo>
                    <a:cubicBezTo>
                      <a:pt x="123333" y="31328"/>
                      <a:pt x="124740" y="40235"/>
                      <a:pt x="127552" y="47552"/>
                    </a:cubicBezTo>
                    <a:cubicBezTo>
                      <a:pt x="130365" y="54883"/>
                      <a:pt x="135417" y="60729"/>
                      <a:pt x="142708" y="65104"/>
                    </a:cubicBezTo>
                    <a:lnTo>
                      <a:pt x="136563" y="70729"/>
                    </a:lnTo>
                    <a:cubicBezTo>
                      <a:pt x="133229" y="68516"/>
                      <a:pt x="129879" y="65261"/>
                      <a:pt x="126510" y="60990"/>
                    </a:cubicBezTo>
                    <a:cubicBezTo>
                      <a:pt x="123143" y="56719"/>
                      <a:pt x="120625" y="51810"/>
                      <a:pt x="118958" y="46250"/>
                    </a:cubicBezTo>
                    <a:cubicBezTo>
                      <a:pt x="118195" y="48958"/>
                      <a:pt x="117171" y="51667"/>
                      <a:pt x="115885" y="54375"/>
                    </a:cubicBezTo>
                    <a:cubicBezTo>
                      <a:pt x="114602" y="57083"/>
                      <a:pt x="113125" y="59661"/>
                      <a:pt x="111458" y="62083"/>
                    </a:cubicBezTo>
                    <a:cubicBezTo>
                      <a:pt x="109723" y="64518"/>
                      <a:pt x="107865" y="66797"/>
                      <a:pt x="105885" y="68906"/>
                    </a:cubicBezTo>
                    <a:cubicBezTo>
                      <a:pt x="103906" y="71029"/>
                      <a:pt x="101910" y="72813"/>
                      <a:pt x="99896" y="74271"/>
                    </a:cubicBezTo>
                    <a:lnTo>
                      <a:pt x="92708" y="69063"/>
                    </a:lnTo>
                    <a:cubicBezTo>
                      <a:pt x="100348" y="63932"/>
                      <a:pt x="105973" y="57552"/>
                      <a:pt x="109583" y="49948"/>
                    </a:cubicBezTo>
                    <a:cubicBezTo>
                      <a:pt x="113195" y="42344"/>
                      <a:pt x="115000" y="32708"/>
                      <a:pt x="115000" y="21042"/>
                    </a:cubicBezTo>
                    <a:lnTo>
                      <a:pt x="115000" y="13125"/>
                    </a:lnTo>
                    <a:lnTo>
                      <a:pt x="99792" y="13125"/>
                    </a:lnTo>
                    <a:close/>
                    <a:moveTo>
                      <a:pt x="294792" y="3229"/>
                    </a:moveTo>
                    <a:lnTo>
                      <a:pt x="302813" y="3229"/>
                    </a:lnTo>
                    <a:lnTo>
                      <a:pt x="302813" y="17917"/>
                    </a:lnTo>
                    <a:lnTo>
                      <a:pt x="328646" y="17917"/>
                    </a:lnTo>
                    <a:lnTo>
                      <a:pt x="328646" y="3229"/>
                    </a:lnTo>
                    <a:lnTo>
                      <a:pt x="336667" y="3229"/>
                    </a:lnTo>
                    <a:lnTo>
                      <a:pt x="336667" y="45729"/>
                    </a:lnTo>
                    <a:cubicBezTo>
                      <a:pt x="336667" y="46563"/>
                      <a:pt x="336511" y="47136"/>
                      <a:pt x="336198" y="47448"/>
                    </a:cubicBezTo>
                    <a:cubicBezTo>
                      <a:pt x="335886" y="47760"/>
                      <a:pt x="335313" y="47917"/>
                      <a:pt x="334479" y="47917"/>
                    </a:cubicBezTo>
                    <a:lnTo>
                      <a:pt x="296979" y="47917"/>
                    </a:lnTo>
                    <a:cubicBezTo>
                      <a:pt x="296146" y="47917"/>
                      <a:pt x="295573" y="47760"/>
                      <a:pt x="295261" y="47448"/>
                    </a:cubicBezTo>
                    <a:cubicBezTo>
                      <a:pt x="294948" y="47136"/>
                      <a:pt x="294792" y="46563"/>
                      <a:pt x="294792" y="45729"/>
                    </a:cubicBezTo>
                    <a:close/>
                    <a:moveTo>
                      <a:pt x="25000" y="2292"/>
                    </a:moveTo>
                    <a:lnTo>
                      <a:pt x="33646" y="2292"/>
                    </a:lnTo>
                    <a:lnTo>
                      <a:pt x="33646" y="13021"/>
                    </a:lnTo>
                    <a:cubicBezTo>
                      <a:pt x="33646" y="16914"/>
                      <a:pt x="34306" y="20547"/>
                      <a:pt x="35625" y="23906"/>
                    </a:cubicBezTo>
                    <a:cubicBezTo>
                      <a:pt x="36945" y="27279"/>
                      <a:pt x="38750" y="30313"/>
                      <a:pt x="41042" y="33021"/>
                    </a:cubicBezTo>
                    <a:cubicBezTo>
                      <a:pt x="43264" y="35729"/>
                      <a:pt x="45833" y="38099"/>
                      <a:pt x="48750" y="40104"/>
                    </a:cubicBezTo>
                    <a:cubicBezTo>
                      <a:pt x="51667" y="42122"/>
                      <a:pt x="54688" y="43685"/>
                      <a:pt x="57813" y="44792"/>
                    </a:cubicBezTo>
                    <a:lnTo>
                      <a:pt x="52396" y="51250"/>
                    </a:lnTo>
                    <a:cubicBezTo>
                      <a:pt x="50452" y="50352"/>
                      <a:pt x="48385" y="49193"/>
                      <a:pt x="46198" y="47760"/>
                    </a:cubicBezTo>
                    <a:cubicBezTo>
                      <a:pt x="44010" y="46341"/>
                      <a:pt x="41875" y="44727"/>
                      <a:pt x="39792" y="42917"/>
                    </a:cubicBezTo>
                    <a:cubicBezTo>
                      <a:pt x="37708" y="41042"/>
                      <a:pt x="35747" y="39010"/>
                      <a:pt x="33906" y="36823"/>
                    </a:cubicBezTo>
                    <a:cubicBezTo>
                      <a:pt x="32066" y="34635"/>
                      <a:pt x="30591" y="32292"/>
                      <a:pt x="29479" y="29792"/>
                    </a:cubicBezTo>
                    <a:cubicBezTo>
                      <a:pt x="28508" y="32500"/>
                      <a:pt x="27188" y="35039"/>
                      <a:pt x="25521" y="37396"/>
                    </a:cubicBezTo>
                    <a:cubicBezTo>
                      <a:pt x="23854" y="39766"/>
                      <a:pt x="21979" y="41979"/>
                      <a:pt x="19896" y="44063"/>
                    </a:cubicBezTo>
                    <a:cubicBezTo>
                      <a:pt x="17813" y="46081"/>
                      <a:pt x="15608" y="47917"/>
                      <a:pt x="13281" y="49584"/>
                    </a:cubicBezTo>
                    <a:cubicBezTo>
                      <a:pt x="10956" y="51250"/>
                      <a:pt x="8646" y="52708"/>
                      <a:pt x="6354" y="53959"/>
                    </a:cubicBezTo>
                    <a:lnTo>
                      <a:pt x="0" y="48229"/>
                    </a:lnTo>
                    <a:cubicBezTo>
                      <a:pt x="3404" y="46641"/>
                      <a:pt x="6615" y="44714"/>
                      <a:pt x="9635" y="42448"/>
                    </a:cubicBezTo>
                    <a:cubicBezTo>
                      <a:pt x="12656" y="40195"/>
                      <a:pt x="15312" y="37643"/>
                      <a:pt x="17604" y="34792"/>
                    </a:cubicBezTo>
                    <a:cubicBezTo>
                      <a:pt x="19896" y="31953"/>
                      <a:pt x="21702" y="28776"/>
                      <a:pt x="23021" y="25260"/>
                    </a:cubicBezTo>
                    <a:cubicBezTo>
                      <a:pt x="24341" y="21758"/>
                      <a:pt x="25000" y="17917"/>
                      <a:pt x="25000" y="13750"/>
                    </a:cubicBezTo>
                    <a:close/>
                    <a:moveTo>
                      <a:pt x="251458" y="1667"/>
                    </a:moveTo>
                    <a:lnTo>
                      <a:pt x="259375" y="1667"/>
                    </a:lnTo>
                    <a:lnTo>
                      <a:pt x="259375" y="87917"/>
                    </a:lnTo>
                    <a:lnTo>
                      <a:pt x="251458" y="87917"/>
                    </a:lnTo>
                    <a:lnTo>
                      <a:pt x="251458" y="54271"/>
                    </a:lnTo>
                    <a:lnTo>
                      <a:pt x="238438" y="54271"/>
                    </a:lnTo>
                    <a:cubicBezTo>
                      <a:pt x="236841" y="60313"/>
                      <a:pt x="234462" y="64831"/>
                      <a:pt x="231302" y="67813"/>
                    </a:cubicBezTo>
                    <a:cubicBezTo>
                      <a:pt x="228143" y="70807"/>
                      <a:pt x="224619" y="72292"/>
                      <a:pt x="220729" y="72292"/>
                    </a:cubicBezTo>
                    <a:cubicBezTo>
                      <a:pt x="218021" y="72292"/>
                      <a:pt x="215469" y="71602"/>
                      <a:pt x="213073" y="70209"/>
                    </a:cubicBezTo>
                    <a:cubicBezTo>
                      <a:pt x="210677" y="68828"/>
                      <a:pt x="208612" y="66667"/>
                      <a:pt x="206875" y="63750"/>
                    </a:cubicBezTo>
                    <a:cubicBezTo>
                      <a:pt x="205070" y="60912"/>
                      <a:pt x="203664" y="57318"/>
                      <a:pt x="202656" y="52969"/>
                    </a:cubicBezTo>
                    <a:cubicBezTo>
                      <a:pt x="201650" y="48633"/>
                      <a:pt x="201146" y="43516"/>
                      <a:pt x="201146" y="37604"/>
                    </a:cubicBezTo>
                    <a:cubicBezTo>
                      <a:pt x="201146" y="31706"/>
                      <a:pt x="201650" y="26563"/>
                      <a:pt x="202656" y="22188"/>
                    </a:cubicBezTo>
                    <a:cubicBezTo>
                      <a:pt x="203664" y="17813"/>
                      <a:pt x="205035" y="14245"/>
                      <a:pt x="206771" y="11458"/>
                    </a:cubicBezTo>
                    <a:cubicBezTo>
                      <a:pt x="208577" y="8620"/>
                      <a:pt x="210660" y="6498"/>
                      <a:pt x="213021" y="5104"/>
                    </a:cubicBezTo>
                    <a:cubicBezTo>
                      <a:pt x="215383" y="3724"/>
                      <a:pt x="217952" y="3021"/>
                      <a:pt x="220729" y="3021"/>
                    </a:cubicBezTo>
                    <a:cubicBezTo>
                      <a:pt x="224479" y="3021"/>
                      <a:pt x="227900" y="4414"/>
                      <a:pt x="230990" y="7188"/>
                    </a:cubicBezTo>
                    <a:cubicBezTo>
                      <a:pt x="234081" y="9974"/>
                      <a:pt x="236459" y="14167"/>
                      <a:pt x="238125" y="19792"/>
                    </a:cubicBezTo>
                    <a:lnTo>
                      <a:pt x="251458" y="19792"/>
                    </a:lnTo>
                    <a:close/>
                    <a:moveTo>
                      <a:pt x="354792" y="0"/>
                    </a:moveTo>
                    <a:lnTo>
                      <a:pt x="363021" y="0"/>
                    </a:lnTo>
                    <a:lnTo>
                      <a:pt x="363021" y="20625"/>
                    </a:lnTo>
                    <a:lnTo>
                      <a:pt x="375834" y="20625"/>
                    </a:lnTo>
                    <a:lnTo>
                      <a:pt x="375834" y="27708"/>
                    </a:lnTo>
                    <a:lnTo>
                      <a:pt x="363021" y="27708"/>
                    </a:lnTo>
                    <a:lnTo>
                      <a:pt x="363021" y="56979"/>
                    </a:lnTo>
                    <a:lnTo>
                      <a:pt x="354792" y="56979"/>
                    </a:lnTo>
                    <a:close/>
                    <a:moveTo>
                      <a:pt x="268646" y="0"/>
                    </a:moveTo>
                    <a:lnTo>
                      <a:pt x="276563" y="0"/>
                    </a:lnTo>
                    <a:lnTo>
                      <a:pt x="276563" y="92396"/>
                    </a:lnTo>
                    <a:lnTo>
                      <a:pt x="268646" y="92396"/>
                    </a:lnTo>
                    <a:close/>
                    <a:moveTo>
                      <a:pt x="166563" y="0"/>
                    </a:moveTo>
                    <a:lnTo>
                      <a:pt x="174479" y="0"/>
                    </a:lnTo>
                    <a:lnTo>
                      <a:pt x="174479" y="92292"/>
                    </a:lnTo>
                    <a:lnTo>
                      <a:pt x="166563" y="92292"/>
                    </a:lnTo>
                    <a:lnTo>
                      <a:pt x="166563" y="41458"/>
                    </a:lnTo>
                    <a:lnTo>
                      <a:pt x="154688" y="41458"/>
                    </a:lnTo>
                    <a:lnTo>
                      <a:pt x="154688" y="87917"/>
                    </a:lnTo>
                    <a:lnTo>
                      <a:pt x="146667" y="87917"/>
                    </a:lnTo>
                    <a:lnTo>
                      <a:pt x="146667" y="1563"/>
                    </a:lnTo>
                    <a:lnTo>
                      <a:pt x="154688" y="1563"/>
                    </a:lnTo>
                    <a:lnTo>
                      <a:pt x="154688" y="33542"/>
                    </a:lnTo>
                    <a:lnTo>
                      <a:pt x="166563" y="33542"/>
                    </a:lnTo>
                    <a:close/>
                    <a:moveTo>
                      <a:pt x="67708" y="0"/>
                    </a:moveTo>
                    <a:lnTo>
                      <a:pt x="75833" y="0"/>
                    </a:lnTo>
                    <a:lnTo>
                      <a:pt x="75833" y="27500"/>
                    </a:lnTo>
                    <a:lnTo>
                      <a:pt x="88542" y="27500"/>
                    </a:lnTo>
                    <a:lnTo>
                      <a:pt x="88542" y="34792"/>
                    </a:lnTo>
                    <a:lnTo>
                      <a:pt x="75833" y="34792"/>
                    </a:lnTo>
                    <a:lnTo>
                      <a:pt x="75833" y="67709"/>
                    </a:lnTo>
                    <a:lnTo>
                      <a:pt x="67708" y="67709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2" name="TextBox 361">
                <a:extLst>
                  <a:ext uri="{FF2B5EF4-FFF2-40B4-BE49-F238E27FC236}">
                    <a16:creationId xmlns:a16="http://schemas.microsoft.com/office/drawing/2014/main" id="{71F5E652-C74B-46FB-A4C9-72288CA63EE0}"/>
                  </a:ext>
                </a:extLst>
              </p:cNvPr>
              <p:cNvSpPr txBox="1"/>
              <p:nvPr/>
            </p:nvSpPr>
            <p:spPr>
              <a:xfrm>
                <a:off x="1117693" y="3193951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산재예방</a:t>
                </a:r>
              </a:p>
            </p:txBody>
          </p:sp>
        </p:grpSp>
        <p:sp>
          <p:nvSpPr>
            <p:cNvPr id="363" name="자유형: 도형 362">
              <a:extLst>
                <a:ext uri="{FF2B5EF4-FFF2-40B4-BE49-F238E27FC236}">
                  <a16:creationId xmlns:a16="http://schemas.microsoft.com/office/drawing/2014/main" id="{FEE02F16-3BDC-468A-A113-0733B0CBCBD6}"/>
                </a:ext>
              </a:extLst>
            </p:cNvPr>
            <p:cNvSpPr/>
            <p:nvPr/>
          </p:nvSpPr>
          <p:spPr>
            <a:xfrm>
              <a:off x="1623437" y="3261533"/>
              <a:ext cx="455419" cy="93854"/>
            </a:xfrm>
            <a:custGeom>
              <a:avLst/>
              <a:gdLst>
                <a:gd name="connsiteX0" fmla="*/ 285732 w 455419"/>
                <a:gd name="connsiteY0" fmla="*/ 72500 h 93854"/>
                <a:gd name="connsiteX1" fmla="*/ 370524 w 455419"/>
                <a:gd name="connsiteY1" fmla="*/ 72500 h 93854"/>
                <a:gd name="connsiteX2" fmla="*/ 370524 w 455419"/>
                <a:gd name="connsiteY2" fmla="*/ 79583 h 93854"/>
                <a:gd name="connsiteX3" fmla="*/ 285732 w 455419"/>
                <a:gd name="connsiteY3" fmla="*/ 79583 h 93854"/>
                <a:gd name="connsiteX4" fmla="*/ 402086 w 455419"/>
                <a:gd name="connsiteY4" fmla="*/ 65209 h 93854"/>
                <a:gd name="connsiteX5" fmla="*/ 402086 w 455419"/>
                <a:gd name="connsiteY5" fmla="*/ 84479 h 93854"/>
                <a:gd name="connsiteX6" fmla="*/ 447295 w 455419"/>
                <a:gd name="connsiteY6" fmla="*/ 84479 h 93854"/>
                <a:gd name="connsiteX7" fmla="*/ 447295 w 455419"/>
                <a:gd name="connsiteY7" fmla="*/ 65209 h 93854"/>
                <a:gd name="connsiteX8" fmla="*/ 47917 w 455419"/>
                <a:gd name="connsiteY8" fmla="*/ 63229 h 93854"/>
                <a:gd name="connsiteX9" fmla="*/ 39010 w 455419"/>
                <a:gd name="connsiteY9" fmla="*/ 64063 h 93854"/>
                <a:gd name="connsiteX10" fmla="*/ 31771 w 455419"/>
                <a:gd name="connsiteY10" fmla="*/ 66458 h 93854"/>
                <a:gd name="connsiteX11" fmla="*/ 27031 w 455419"/>
                <a:gd name="connsiteY11" fmla="*/ 70156 h 93854"/>
                <a:gd name="connsiteX12" fmla="*/ 25313 w 455419"/>
                <a:gd name="connsiteY12" fmla="*/ 75208 h 93854"/>
                <a:gd name="connsiteX13" fmla="*/ 27031 w 455419"/>
                <a:gd name="connsiteY13" fmla="*/ 80313 h 93854"/>
                <a:gd name="connsiteX14" fmla="*/ 31875 w 455419"/>
                <a:gd name="connsiteY14" fmla="*/ 84167 h 93854"/>
                <a:gd name="connsiteX15" fmla="*/ 39010 w 455419"/>
                <a:gd name="connsiteY15" fmla="*/ 86563 h 93854"/>
                <a:gd name="connsiteX16" fmla="*/ 47917 w 455419"/>
                <a:gd name="connsiteY16" fmla="*/ 87396 h 93854"/>
                <a:gd name="connsiteX17" fmla="*/ 56979 w 455419"/>
                <a:gd name="connsiteY17" fmla="*/ 86563 h 93854"/>
                <a:gd name="connsiteX18" fmla="*/ 64271 w 455419"/>
                <a:gd name="connsiteY18" fmla="*/ 84167 h 93854"/>
                <a:gd name="connsiteX19" fmla="*/ 69063 w 455419"/>
                <a:gd name="connsiteY19" fmla="*/ 80365 h 93854"/>
                <a:gd name="connsiteX20" fmla="*/ 70833 w 455419"/>
                <a:gd name="connsiteY20" fmla="*/ 75313 h 93854"/>
                <a:gd name="connsiteX21" fmla="*/ 64323 w 455419"/>
                <a:gd name="connsiteY21" fmla="*/ 66458 h 93854"/>
                <a:gd name="connsiteX22" fmla="*/ 47917 w 455419"/>
                <a:gd name="connsiteY22" fmla="*/ 63229 h 93854"/>
                <a:gd name="connsiteX23" fmla="*/ 396149 w 455419"/>
                <a:gd name="connsiteY23" fmla="*/ 58334 h 93854"/>
                <a:gd name="connsiteX24" fmla="*/ 453232 w 455419"/>
                <a:gd name="connsiteY24" fmla="*/ 58334 h 93854"/>
                <a:gd name="connsiteX25" fmla="*/ 454951 w 455419"/>
                <a:gd name="connsiteY25" fmla="*/ 58802 h 93854"/>
                <a:gd name="connsiteX26" fmla="*/ 455420 w 455419"/>
                <a:gd name="connsiteY26" fmla="*/ 60521 h 93854"/>
                <a:gd name="connsiteX27" fmla="*/ 455420 w 455419"/>
                <a:gd name="connsiteY27" fmla="*/ 89063 h 93854"/>
                <a:gd name="connsiteX28" fmla="*/ 454951 w 455419"/>
                <a:gd name="connsiteY28" fmla="*/ 90781 h 93854"/>
                <a:gd name="connsiteX29" fmla="*/ 453232 w 455419"/>
                <a:gd name="connsiteY29" fmla="*/ 91250 h 93854"/>
                <a:gd name="connsiteX30" fmla="*/ 396149 w 455419"/>
                <a:gd name="connsiteY30" fmla="*/ 91250 h 93854"/>
                <a:gd name="connsiteX31" fmla="*/ 394430 w 455419"/>
                <a:gd name="connsiteY31" fmla="*/ 90781 h 93854"/>
                <a:gd name="connsiteX32" fmla="*/ 393961 w 455419"/>
                <a:gd name="connsiteY32" fmla="*/ 89063 h 93854"/>
                <a:gd name="connsiteX33" fmla="*/ 393961 w 455419"/>
                <a:gd name="connsiteY33" fmla="*/ 60521 h 93854"/>
                <a:gd name="connsiteX34" fmla="*/ 394430 w 455419"/>
                <a:gd name="connsiteY34" fmla="*/ 58802 h 93854"/>
                <a:gd name="connsiteX35" fmla="*/ 396149 w 455419"/>
                <a:gd name="connsiteY35" fmla="*/ 58334 h 93854"/>
                <a:gd name="connsiteX36" fmla="*/ 47917 w 455419"/>
                <a:gd name="connsiteY36" fmla="*/ 56459 h 93854"/>
                <a:gd name="connsiteX37" fmla="*/ 70885 w 455419"/>
                <a:gd name="connsiteY37" fmla="*/ 61615 h 93854"/>
                <a:gd name="connsiteX38" fmla="*/ 79479 w 455419"/>
                <a:gd name="connsiteY38" fmla="*/ 75208 h 93854"/>
                <a:gd name="connsiteX39" fmla="*/ 70885 w 455419"/>
                <a:gd name="connsiteY39" fmla="*/ 88854 h 93854"/>
                <a:gd name="connsiteX40" fmla="*/ 47917 w 455419"/>
                <a:gd name="connsiteY40" fmla="*/ 93854 h 93854"/>
                <a:gd name="connsiteX41" fmla="*/ 34948 w 455419"/>
                <a:gd name="connsiteY41" fmla="*/ 92552 h 93854"/>
                <a:gd name="connsiteX42" fmla="*/ 25104 w 455419"/>
                <a:gd name="connsiteY42" fmla="*/ 88854 h 93854"/>
                <a:gd name="connsiteX43" fmla="*/ 18750 w 455419"/>
                <a:gd name="connsiteY43" fmla="*/ 82969 h 93854"/>
                <a:gd name="connsiteX44" fmla="*/ 16563 w 455419"/>
                <a:gd name="connsiteY44" fmla="*/ 75208 h 93854"/>
                <a:gd name="connsiteX45" fmla="*/ 18802 w 455419"/>
                <a:gd name="connsiteY45" fmla="*/ 67552 h 93854"/>
                <a:gd name="connsiteX46" fmla="*/ 25208 w 455419"/>
                <a:gd name="connsiteY46" fmla="*/ 61667 h 93854"/>
                <a:gd name="connsiteX47" fmla="*/ 35104 w 455419"/>
                <a:gd name="connsiteY47" fmla="*/ 57813 h 93854"/>
                <a:gd name="connsiteX48" fmla="*/ 47917 w 455419"/>
                <a:gd name="connsiteY48" fmla="*/ 56459 h 93854"/>
                <a:gd name="connsiteX49" fmla="*/ 110208 w 455419"/>
                <a:gd name="connsiteY49" fmla="*/ 26875 h 93854"/>
                <a:gd name="connsiteX50" fmla="*/ 110208 w 455419"/>
                <a:gd name="connsiteY50" fmla="*/ 45938 h 93854"/>
                <a:gd name="connsiteX51" fmla="*/ 155417 w 455419"/>
                <a:gd name="connsiteY51" fmla="*/ 45938 h 93854"/>
                <a:gd name="connsiteX52" fmla="*/ 155417 w 455419"/>
                <a:gd name="connsiteY52" fmla="*/ 26875 h 93854"/>
                <a:gd name="connsiteX53" fmla="*/ 6354 w 455419"/>
                <a:gd name="connsiteY53" fmla="*/ 4271 h 93854"/>
                <a:gd name="connsiteX54" fmla="*/ 51458 w 455419"/>
                <a:gd name="connsiteY54" fmla="*/ 4271 h 93854"/>
                <a:gd name="connsiteX55" fmla="*/ 51458 w 455419"/>
                <a:gd name="connsiteY55" fmla="*/ 11250 h 93854"/>
                <a:gd name="connsiteX56" fmla="*/ 33333 w 455419"/>
                <a:gd name="connsiteY56" fmla="*/ 11250 h 93854"/>
                <a:gd name="connsiteX57" fmla="*/ 33333 w 455419"/>
                <a:gd name="connsiteY57" fmla="*/ 15000 h 93854"/>
                <a:gd name="connsiteX58" fmla="*/ 35313 w 455419"/>
                <a:gd name="connsiteY58" fmla="*/ 25417 h 93854"/>
                <a:gd name="connsiteX59" fmla="*/ 40625 w 455419"/>
                <a:gd name="connsiteY59" fmla="*/ 33854 h 93854"/>
                <a:gd name="connsiteX60" fmla="*/ 48229 w 455419"/>
                <a:gd name="connsiteY60" fmla="*/ 40156 h 93854"/>
                <a:gd name="connsiteX61" fmla="*/ 57188 w 455419"/>
                <a:gd name="connsiteY61" fmla="*/ 44271 h 93854"/>
                <a:gd name="connsiteX62" fmla="*/ 51979 w 455419"/>
                <a:gd name="connsiteY62" fmla="*/ 50313 h 93854"/>
                <a:gd name="connsiteX63" fmla="*/ 46042 w 455419"/>
                <a:gd name="connsiteY63" fmla="*/ 47240 h 93854"/>
                <a:gd name="connsiteX64" fmla="*/ 39688 w 455419"/>
                <a:gd name="connsiteY64" fmla="*/ 42813 h 93854"/>
                <a:gd name="connsiteX65" fmla="*/ 33750 w 455419"/>
                <a:gd name="connsiteY65" fmla="*/ 37188 h 93854"/>
                <a:gd name="connsiteX66" fmla="*/ 29063 w 455419"/>
                <a:gd name="connsiteY66" fmla="*/ 30313 h 93854"/>
                <a:gd name="connsiteX67" fmla="*/ 20208 w 455419"/>
                <a:gd name="connsiteY67" fmla="*/ 43490 h 93854"/>
                <a:gd name="connsiteX68" fmla="*/ 6146 w 455419"/>
                <a:gd name="connsiteY68" fmla="*/ 53125 h 93854"/>
                <a:gd name="connsiteX69" fmla="*/ 0 w 455419"/>
                <a:gd name="connsiteY69" fmla="*/ 47604 h 93854"/>
                <a:gd name="connsiteX70" fmla="*/ 9479 w 455419"/>
                <a:gd name="connsiteY70" fmla="*/ 42552 h 93854"/>
                <a:gd name="connsiteX71" fmla="*/ 17292 w 455419"/>
                <a:gd name="connsiteY71" fmla="*/ 35313 h 93854"/>
                <a:gd name="connsiteX72" fmla="*/ 22656 w 455419"/>
                <a:gd name="connsiteY72" fmla="*/ 26146 h 93854"/>
                <a:gd name="connsiteX73" fmla="*/ 24688 w 455419"/>
                <a:gd name="connsiteY73" fmla="*/ 14792 h 93854"/>
                <a:gd name="connsiteX74" fmla="*/ 24688 w 455419"/>
                <a:gd name="connsiteY74" fmla="*/ 11250 h 93854"/>
                <a:gd name="connsiteX75" fmla="*/ 6354 w 455419"/>
                <a:gd name="connsiteY75" fmla="*/ 11250 h 93854"/>
                <a:gd name="connsiteX76" fmla="*/ 385628 w 455419"/>
                <a:gd name="connsiteY76" fmla="*/ 3958 h 93854"/>
                <a:gd name="connsiteX77" fmla="*/ 416565 w 455419"/>
                <a:gd name="connsiteY77" fmla="*/ 3958 h 93854"/>
                <a:gd name="connsiteX78" fmla="*/ 416565 w 455419"/>
                <a:gd name="connsiteY78" fmla="*/ 10938 h 93854"/>
                <a:gd name="connsiteX79" fmla="*/ 391461 w 455419"/>
                <a:gd name="connsiteY79" fmla="*/ 10938 h 93854"/>
                <a:gd name="connsiteX80" fmla="*/ 391461 w 455419"/>
                <a:gd name="connsiteY80" fmla="*/ 22813 h 93854"/>
                <a:gd name="connsiteX81" fmla="*/ 414378 w 455419"/>
                <a:gd name="connsiteY81" fmla="*/ 22813 h 93854"/>
                <a:gd name="connsiteX82" fmla="*/ 414378 w 455419"/>
                <a:gd name="connsiteY82" fmla="*/ 29271 h 93854"/>
                <a:gd name="connsiteX83" fmla="*/ 391461 w 455419"/>
                <a:gd name="connsiteY83" fmla="*/ 29271 h 93854"/>
                <a:gd name="connsiteX84" fmla="*/ 391461 w 455419"/>
                <a:gd name="connsiteY84" fmla="*/ 42083 h 93854"/>
                <a:gd name="connsiteX85" fmla="*/ 396357 w 455419"/>
                <a:gd name="connsiteY85" fmla="*/ 42083 h 93854"/>
                <a:gd name="connsiteX86" fmla="*/ 402295 w 455419"/>
                <a:gd name="connsiteY86" fmla="*/ 41979 h 93854"/>
                <a:gd name="connsiteX87" fmla="*/ 409899 w 455419"/>
                <a:gd name="connsiteY87" fmla="*/ 41563 h 93854"/>
                <a:gd name="connsiteX88" fmla="*/ 417242 w 455419"/>
                <a:gd name="connsiteY88" fmla="*/ 40990 h 93854"/>
                <a:gd name="connsiteX89" fmla="*/ 422815 w 455419"/>
                <a:gd name="connsiteY89" fmla="*/ 40209 h 93854"/>
                <a:gd name="connsiteX90" fmla="*/ 422815 w 455419"/>
                <a:gd name="connsiteY90" fmla="*/ 47084 h 93854"/>
                <a:gd name="connsiteX91" fmla="*/ 418284 w 455419"/>
                <a:gd name="connsiteY91" fmla="*/ 47760 h 93854"/>
                <a:gd name="connsiteX92" fmla="*/ 410836 w 455419"/>
                <a:gd name="connsiteY92" fmla="*/ 48438 h 93854"/>
                <a:gd name="connsiteX93" fmla="*/ 402190 w 455419"/>
                <a:gd name="connsiteY93" fmla="*/ 48958 h 93854"/>
                <a:gd name="connsiteX94" fmla="*/ 394065 w 455419"/>
                <a:gd name="connsiteY94" fmla="*/ 49167 h 93854"/>
                <a:gd name="connsiteX95" fmla="*/ 385628 w 455419"/>
                <a:gd name="connsiteY95" fmla="*/ 49167 h 93854"/>
                <a:gd name="connsiteX96" fmla="*/ 383909 w 455419"/>
                <a:gd name="connsiteY96" fmla="*/ 48698 h 93854"/>
                <a:gd name="connsiteX97" fmla="*/ 383440 w 455419"/>
                <a:gd name="connsiteY97" fmla="*/ 46979 h 93854"/>
                <a:gd name="connsiteX98" fmla="*/ 383440 w 455419"/>
                <a:gd name="connsiteY98" fmla="*/ 6146 h 93854"/>
                <a:gd name="connsiteX99" fmla="*/ 383909 w 455419"/>
                <a:gd name="connsiteY99" fmla="*/ 4427 h 93854"/>
                <a:gd name="connsiteX100" fmla="*/ 385628 w 455419"/>
                <a:gd name="connsiteY100" fmla="*/ 3958 h 93854"/>
                <a:gd name="connsiteX101" fmla="*/ 219169 w 455419"/>
                <a:gd name="connsiteY101" fmla="*/ 3750 h 93854"/>
                <a:gd name="connsiteX102" fmla="*/ 227711 w 455419"/>
                <a:gd name="connsiteY102" fmla="*/ 3750 h 93854"/>
                <a:gd name="connsiteX103" fmla="*/ 227711 w 455419"/>
                <a:gd name="connsiteY103" fmla="*/ 21875 h 93854"/>
                <a:gd name="connsiteX104" fmla="*/ 233805 w 455419"/>
                <a:gd name="connsiteY104" fmla="*/ 46979 h 93854"/>
                <a:gd name="connsiteX105" fmla="*/ 253024 w 455419"/>
                <a:gd name="connsiteY105" fmla="*/ 65625 h 93854"/>
                <a:gd name="connsiteX106" fmla="*/ 246982 w 455419"/>
                <a:gd name="connsiteY106" fmla="*/ 71563 h 93854"/>
                <a:gd name="connsiteX107" fmla="*/ 233128 w 455419"/>
                <a:gd name="connsiteY107" fmla="*/ 59323 h 93854"/>
                <a:gd name="connsiteX108" fmla="*/ 223232 w 455419"/>
                <a:gd name="connsiteY108" fmla="*/ 42813 h 93854"/>
                <a:gd name="connsiteX109" fmla="*/ 213753 w 455419"/>
                <a:gd name="connsiteY109" fmla="*/ 60417 h 93854"/>
                <a:gd name="connsiteX110" fmla="*/ 199583 w 455419"/>
                <a:gd name="connsiteY110" fmla="*/ 73958 h 93854"/>
                <a:gd name="connsiteX111" fmla="*/ 192708 w 455419"/>
                <a:gd name="connsiteY111" fmla="*/ 68438 h 93854"/>
                <a:gd name="connsiteX112" fmla="*/ 212347 w 455419"/>
                <a:gd name="connsiteY112" fmla="*/ 48229 h 93854"/>
                <a:gd name="connsiteX113" fmla="*/ 219169 w 455419"/>
                <a:gd name="connsiteY113" fmla="*/ 20833 h 93854"/>
                <a:gd name="connsiteX114" fmla="*/ 101979 w 455419"/>
                <a:gd name="connsiteY114" fmla="*/ 3750 h 93854"/>
                <a:gd name="connsiteX115" fmla="*/ 110208 w 455419"/>
                <a:gd name="connsiteY115" fmla="*/ 3750 h 93854"/>
                <a:gd name="connsiteX116" fmla="*/ 110208 w 455419"/>
                <a:gd name="connsiteY116" fmla="*/ 19896 h 93854"/>
                <a:gd name="connsiteX117" fmla="*/ 155417 w 455419"/>
                <a:gd name="connsiteY117" fmla="*/ 19896 h 93854"/>
                <a:gd name="connsiteX118" fmla="*/ 155417 w 455419"/>
                <a:gd name="connsiteY118" fmla="*/ 3750 h 93854"/>
                <a:gd name="connsiteX119" fmla="*/ 163646 w 455419"/>
                <a:gd name="connsiteY119" fmla="*/ 3750 h 93854"/>
                <a:gd name="connsiteX120" fmla="*/ 163646 w 455419"/>
                <a:gd name="connsiteY120" fmla="*/ 50938 h 93854"/>
                <a:gd name="connsiteX121" fmla="*/ 163177 w 455419"/>
                <a:gd name="connsiteY121" fmla="*/ 52656 h 93854"/>
                <a:gd name="connsiteX122" fmla="*/ 161458 w 455419"/>
                <a:gd name="connsiteY122" fmla="*/ 53125 h 93854"/>
                <a:gd name="connsiteX123" fmla="*/ 136979 w 455419"/>
                <a:gd name="connsiteY123" fmla="*/ 53125 h 93854"/>
                <a:gd name="connsiteX124" fmla="*/ 136979 w 455419"/>
                <a:gd name="connsiteY124" fmla="*/ 73542 h 93854"/>
                <a:gd name="connsiteX125" fmla="*/ 175208 w 455419"/>
                <a:gd name="connsiteY125" fmla="*/ 73542 h 93854"/>
                <a:gd name="connsiteX126" fmla="*/ 175208 w 455419"/>
                <a:gd name="connsiteY126" fmla="*/ 80729 h 93854"/>
                <a:gd name="connsiteX127" fmla="*/ 90417 w 455419"/>
                <a:gd name="connsiteY127" fmla="*/ 80729 h 93854"/>
                <a:gd name="connsiteX128" fmla="*/ 90417 w 455419"/>
                <a:gd name="connsiteY128" fmla="*/ 73542 h 93854"/>
                <a:gd name="connsiteX129" fmla="*/ 128438 w 455419"/>
                <a:gd name="connsiteY129" fmla="*/ 73542 h 93854"/>
                <a:gd name="connsiteX130" fmla="*/ 128438 w 455419"/>
                <a:gd name="connsiteY130" fmla="*/ 53125 h 93854"/>
                <a:gd name="connsiteX131" fmla="*/ 104167 w 455419"/>
                <a:gd name="connsiteY131" fmla="*/ 53125 h 93854"/>
                <a:gd name="connsiteX132" fmla="*/ 102448 w 455419"/>
                <a:gd name="connsiteY132" fmla="*/ 52656 h 93854"/>
                <a:gd name="connsiteX133" fmla="*/ 101979 w 455419"/>
                <a:gd name="connsiteY133" fmla="*/ 50938 h 93854"/>
                <a:gd name="connsiteX134" fmla="*/ 323753 w 455419"/>
                <a:gd name="connsiteY134" fmla="*/ 3646 h 93854"/>
                <a:gd name="connsiteX135" fmla="*/ 332607 w 455419"/>
                <a:gd name="connsiteY135" fmla="*/ 3646 h 93854"/>
                <a:gd name="connsiteX136" fmla="*/ 332607 w 455419"/>
                <a:gd name="connsiteY136" fmla="*/ 11563 h 93854"/>
                <a:gd name="connsiteX137" fmla="*/ 335472 w 455419"/>
                <a:gd name="connsiteY137" fmla="*/ 23177 h 93854"/>
                <a:gd name="connsiteX138" fmla="*/ 343128 w 455419"/>
                <a:gd name="connsiteY138" fmla="*/ 33750 h 93854"/>
                <a:gd name="connsiteX139" fmla="*/ 354065 w 455419"/>
                <a:gd name="connsiteY139" fmla="*/ 42240 h 93854"/>
                <a:gd name="connsiteX140" fmla="*/ 366774 w 455419"/>
                <a:gd name="connsiteY140" fmla="*/ 47917 h 93854"/>
                <a:gd name="connsiteX141" fmla="*/ 360940 w 455419"/>
                <a:gd name="connsiteY141" fmla="*/ 54063 h 93854"/>
                <a:gd name="connsiteX142" fmla="*/ 351409 w 455419"/>
                <a:gd name="connsiteY142" fmla="*/ 49740 h 93854"/>
                <a:gd name="connsiteX143" fmla="*/ 341982 w 455419"/>
                <a:gd name="connsiteY143" fmla="*/ 43229 h 93854"/>
                <a:gd name="connsiteX144" fmla="*/ 333857 w 455419"/>
                <a:gd name="connsiteY144" fmla="*/ 35156 h 93854"/>
                <a:gd name="connsiteX145" fmla="*/ 328336 w 455419"/>
                <a:gd name="connsiteY145" fmla="*/ 25729 h 93854"/>
                <a:gd name="connsiteX146" fmla="*/ 322711 w 455419"/>
                <a:gd name="connsiteY146" fmla="*/ 35000 h 93854"/>
                <a:gd name="connsiteX147" fmla="*/ 314690 w 455419"/>
                <a:gd name="connsiteY147" fmla="*/ 43021 h 93854"/>
                <a:gd name="connsiteX148" fmla="*/ 305263 w 455419"/>
                <a:gd name="connsiteY148" fmla="*/ 49531 h 93854"/>
                <a:gd name="connsiteX149" fmla="*/ 295628 w 455419"/>
                <a:gd name="connsiteY149" fmla="*/ 54167 h 93854"/>
                <a:gd name="connsiteX150" fmla="*/ 289378 w 455419"/>
                <a:gd name="connsiteY150" fmla="*/ 47813 h 93854"/>
                <a:gd name="connsiteX151" fmla="*/ 301826 w 455419"/>
                <a:gd name="connsiteY151" fmla="*/ 42448 h 93854"/>
                <a:gd name="connsiteX152" fmla="*/ 312815 w 455419"/>
                <a:gd name="connsiteY152" fmla="*/ 34271 h 93854"/>
                <a:gd name="connsiteX153" fmla="*/ 320732 w 455419"/>
                <a:gd name="connsiteY153" fmla="*/ 23802 h 93854"/>
                <a:gd name="connsiteX154" fmla="*/ 323753 w 455419"/>
                <a:gd name="connsiteY154" fmla="*/ 11563 h 93854"/>
                <a:gd name="connsiteX155" fmla="*/ 429378 w 455419"/>
                <a:gd name="connsiteY155" fmla="*/ 1667 h 93854"/>
                <a:gd name="connsiteX156" fmla="*/ 437503 w 455419"/>
                <a:gd name="connsiteY156" fmla="*/ 1667 h 93854"/>
                <a:gd name="connsiteX157" fmla="*/ 437503 w 455419"/>
                <a:gd name="connsiteY157" fmla="*/ 53333 h 93854"/>
                <a:gd name="connsiteX158" fmla="*/ 429378 w 455419"/>
                <a:gd name="connsiteY158" fmla="*/ 53333 h 93854"/>
                <a:gd name="connsiteX159" fmla="*/ 429378 w 455419"/>
                <a:gd name="connsiteY159" fmla="*/ 27813 h 93854"/>
                <a:gd name="connsiteX160" fmla="*/ 417920 w 455419"/>
                <a:gd name="connsiteY160" fmla="*/ 27813 h 93854"/>
                <a:gd name="connsiteX161" fmla="*/ 417920 w 455419"/>
                <a:gd name="connsiteY161" fmla="*/ 20625 h 93854"/>
                <a:gd name="connsiteX162" fmla="*/ 429378 w 455419"/>
                <a:gd name="connsiteY162" fmla="*/ 20625 h 93854"/>
                <a:gd name="connsiteX163" fmla="*/ 447295 w 455419"/>
                <a:gd name="connsiteY163" fmla="*/ 0 h 93854"/>
                <a:gd name="connsiteX164" fmla="*/ 455315 w 455419"/>
                <a:gd name="connsiteY164" fmla="*/ 0 h 93854"/>
                <a:gd name="connsiteX165" fmla="*/ 455315 w 455419"/>
                <a:gd name="connsiteY165" fmla="*/ 53333 h 93854"/>
                <a:gd name="connsiteX166" fmla="*/ 447295 w 455419"/>
                <a:gd name="connsiteY166" fmla="*/ 53333 h 93854"/>
                <a:gd name="connsiteX167" fmla="*/ 263649 w 455419"/>
                <a:gd name="connsiteY167" fmla="*/ 0 h 93854"/>
                <a:gd name="connsiteX168" fmla="*/ 271982 w 455419"/>
                <a:gd name="connsiteY168" fmla="*/ 0 h 93854"/>
                <a:gd name="connsiteX169" fmla="*/ 271982 w 455419"/>
                <a:gd name="connsiteY169" fmla="*/ 92292 h 93854"/>
                <a:gd name="connsiteX170" fmla="*/ 263649 w 455419"/>
                <a:gd name="connsiteY170" fmla="*/ 92292 h 93854"/>
                <a:gd name="connsiteX171" fmla="*/ 69688 w 455419"/>
                <a:gd name="connsiteY171" fmla="*/ 0 h 93854"/>
                <a:gd name="connsiteX172" fmla="*/ 77813 w 455419"/>
                <a:gd name="connsiteY172" fmla="*/ 0 h 93854"/>
                <a:gd name="connsiteX173" fmla="*/ 77813 w 455419"/>
                <a:gd name="connsiteY173" fmla="*/ 55938 h 93854"/>
                <a:gd name="connsiteX174" fmla="*/ 69688 w 455419"/>
                <a:gd name="connsiteY174" fmla="*/ 55938 h 93854"/>
                <a:gd name="connsiteX175" fmla="*/ 69688 w 455419"/>
                <a:gd name="connsiteY175" fmla="*/ 27917 h 93854"/>
                <a:gd name="connsiteX176" fmla="*/ 50521 w 455419"/>
                <a:gd name="connsiteY176" fmla="*/ 27917 h 93854"/>
                <a:gd name="connsiteX177" fmla="*/ 50521 w 455419"/>
                <a:gd name="connsiteY177" fmla="*/ 21042 h 93854"/>
                <a:gd name="connsiteX178" fmla="*/ 69688 w 455419"/>
                <a:gd name="connsiteY178" fmla="*/ 21042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455419" h="93854">
                  <a:moveTo>
                    <a:pt x="285732" y="72500"/>
                  </a:moveTo>
                  <a:lnTo>
                    <a:pt x="370524" y="72500"/>
                  </a:lnTo>
                  <a:lnTo>
                    <a:pt x="370524" y="79583"/>
                  </a:lnTo>
                  <a:lnTo>
                    <a:pt x="285732" y="79583"/>
                  </a:lnTo>
                  <a:close/>
                  <a:moveTo>
                    <a:pt x="402086" y="65209"/>
                  </a:moveTo>
                  <a:lnTo>
                    <a:pt x="402086" y="84479"/>
                  </a:lnTo>
                  <a:lnTo>
                    <a:pt x="447295" y="84479"/>
                  </a:lnTo>
                  <a:lnTo>
                    <a:pt x="447295" y="65209"/>
                  </a:lnTo>
                  <a:close/>
                  <a:moveTo>
                    <a:pt x="47917" y="63229"/>
                  </a:moveTo>
                  <a:cubicBezTo>
                    <a:pt x="44723" y="63229"/>
                    <a:pt x="41754" y="63516"/>
                    <a:pt x="39010" y="64063"/>
                  </a:cubicBezTo>
                  <a:cubicBezTo>
                    <a:pt x="36268" y="64623"/>
                    <a:pt x="33854" y="65417"/>
                    <a:pt x="31771" y="66458"/>
                  </a:cubicBezTo>
                  <a:cubicBezTo>
                    <a:pt x="29758" y="67435"/>
                    <a:pt x="28177" y="68672"/>
                    <a:pt x="27031" y="70156"/>
                  </a:cubicBezTo>
                  <a:cubicBezTo>
                    <a:pt x="25886" y="71654"/>
                    <a:pt x="25313" y="73333"/>
                    <a:pt x="25313" y="75208"/>
                  </a:cubicBezTo>
                  <a:cubicBezTo>
                    <a:pt x="25313" y="77084"/>
                    <a:pt x="25886" y="78789"/>
                    <a:pt x="27031" y="80313"/>
                  </a:cubicBezTo>
                  <a:cubicBezTo>
                    <a:pt x="28177" y="81849"/>
                    <a:pt x="29792" y="83125"/>
                    <a:pt x="31875" y="84167"/>
                  </a:cubicBezTo>
                  <a:cubicBezTo>
                    <a:pt x="33889" y="85208"/>
                    <a:pt x="36268" y="86016"/>
                    <a:pt x="39010" y="86563"/>
                  </a:cubicBezTo>
                  <a:cubicBezTo>
                    <a:pt x="41754" y="87123"/>
                    <a:pt x="44723" y="87396"/>
                    <a:pt x="47917" y="87396"/>
                  </a:cubicBezTo>
                  <a:cubicBezTo>
                    <a:pt x="51181" y="87396"/>
                    <a:pt x="54202" y="87123"/>
                    <a:pt x="56979" y="86563"/>
                  </a:cubicBezTo>
                  <a:cubicBezTo>
                    <a:pt x="59758" y="86016"/>
                    <a:pt x="62188" y="85208"/>
                    <a:pt x="64271" y="84167"/>
                  </a:cubicBezTo>
                  <a:cubicBezTo>
                    <a:pt x="66285" y="83125"/>
                    <a:pt x="67883" y="81862"/>
                    <a:pt x="69063" y="80365"/>
                  </a:cubicBezTo>
                  <a:cubicBezTo>
                    <a:pt x="70244" y="78880"/>
                    <a:pt x="70833" y="77188"/>
                    <a:pt x="70833" y="75313"/>
                  </a:cubicBezTo>
                  <a:cubicBezTo>
                    <a:pt x="70833" y="71563"/>
                    <a:pt x="68664" y="68620"/>
                    <a:pt x="64323" y="66458"/>
                  </a:cubicBezTo>
                  <a:cubicBezTo>
                    <a:pt x="59983" y="64310"/>
                    <a:pt x="54514" y="63229"/>
                    <a:pt x="47917" y="63229"/>
                  </a:cubicBezTo>
                  <a:close/>
                  <a:moveTo>
                    <a:pt x="396149" y="58334"/>
                  </a:moveTo>
                  <a:lnTo>
                    <a:pt x="453232" y="58334"/>
                  </a:lnTo>
                  <a:cubicBezTo>
                    <a:pt x="454065" y="58334"/>
                    <a:pt x="454638" y="58490"/>
                    <a:pt x="454951" y="58802"/>
                  </a:cubicBezTo>
                  <a:cubicBezTo>
                    <a:pt x="455263" y="59115"/>
                    <a:pt x="455420" y="59688"/>
                    <a:pt x="455420" y="60521"/>
                  </a:cubicBezTo>
                  <a:lnTo>
                    <a:pt x="455420" y="89063"/>
                  </a:lnTo>
                  <a:cubicBezTo>
                    <a:pt x="455420" y="89896"/>
                    <a:pt x="455263" y="90469"/>
                    <a:pt x="454951" y="90781"/>
                  </a:cubicBezTo>
                  <a:cubicBezTo>
                    <a:pt x="454638" y="91094"/>
                    <a:pt x="454065" y="91250"/>
                    <a:pt x="453232" y="91250"/>
                  </a:cubicBezTo>
                  <a:lnTo>
                    <a:pt x="396149" y="91250"/>
                  </a:lnTo>
                  <a:cubicBezTo>
                    <a:pt x="395315" y="91250"/>
                    <a:pt x="394742" y="91094"/>
                    <a:pt x="394430" y="90781"/>
                  </a:cubicBezTo>
                  <a:cubicBezTo>
                    <a:pt x="394117" y="90469"/>
                    <a:pt x="393961" y="89896"/>
                    <a:pt x="393961" y="89063"/>
                  </a:cubicBezTo>
                  <a:lnTo>
                    <a:pt x="393961" y="60521"/>
                  </a:lnTo>
                  <a:cubicBezTo>
                    <a:pt x="393961" y="59688"/>
                    <a:pt x="394117" y="59115"/>
                    <a:pt x="394430" y="58802"/>
                  </a:cubicBezTo>
                  <a:cubicBezTo>
                    <a:pt x="394742" y="58490"/>
                    <a:pt x="395315" y="58334"/>
                    <a:pt x="396149" y="58334"/>
                  </a:cubicBezTo>
                  <a:close/>
                  <a:moveTo>
                    <a:pt x="47917" y="56459"/>
                  </a:moveTo>
                  <a:cubicBezTo>
                    <a:pt x="57500" y="56459"/>
                    <a:pt x="65156" y="58177"/>
                    <a:pt x="70885" y="61615"/>
                  </a:cubicBezTo>
                  <a:cubicBezTo>
                    <a:pt x="76615" y="65052"/>
                    <a:pt x="79479" y="69583"/>
                    <a:pt x="79479" y="75208"/>
                  </a:cubicBezTo>
                  <a:cubicBezTo>
                    <a:pt x="79479" y="80977"/>
                    <a:pt x="76615" y="85521"/>
                    <a:pt x="70885" y="88854"/>
                  </a:cubicBezTo>
                  <a:cubicBezTo>
                    <a:pt x="65156" y="92188"/>
                    <a:pt x="57500" y="93854"/>
                    <a:pt x="47917" y="93854"/>
                  </a:cubicBezTo>
                  <a:cubicBezTo>
                    <a:pt x="43125" y="93854"/>
                    <a:pt x="38802" y="93425"/>
                    <a:pt x="34948" y="92552"/>
                  </a:cubicBezTo>
                  <a:cubicBezTo>
                    <a:pt x="31094" y="91693"/>
                    <a:pt x="27813" y="90456"/>
                    <a:pt x="25104" y="88854"/>
                  </a:cubicBezTo>
                  <a:cubicBezTo>
                    <a:pt x="22327" y="87266"/>
                    <a:pt x="20208" y="85300"/>
                    <a:pt x="18750" y="82969"/>
                  </a:cubicBezTo>
                  <a:cubicBezTo>
                    <a:pt x="17292" y="80651"/>
                    <a:pt x="16563" y="78060"/>
                    <a:pt x="16563" y="75208"/>
                  </a:cubicBezTo>
                  <a:cubicBezTo>
                    <a:pt x="16563" y="72435"/>
                    <a:pt x="17310" y="69883"/>
                    <a:pt x="18802" y="67552"/>
                  </a:cubicBezTo>
                  <a:cubicBezTo>
                    <a:pt x="20296" y="65235"/>
                    <a:pt x="22431" y="63268"/>
                    <a:pt x="25208" y="61667"/>
                  </a:cubicBezTo>
                  <a:cubicBezTo>
                    <a:pt x="27987" y="60000"/>
                    <a:pt x="31285" y="58724"/>
                    <a:pt x="35104" y="57813"/>
                  </a:cubicBezTo>
                  <a:cubicBezTo>
                    <a:pt x="38925" y="56914"/>
                    <a:pt x="43195" y="56459"/>
                    <a:pt x="47917" y="56459"/>
                  </a:cubicBezTo>
                  <a:close/>
                  <a:moveTo>
                    <a:pt x="110208" y="26875"/>
                  </a:moveTo>
                  <a:lnTo>
                    <a:pt x="110208" y="45938"/>
                  </a:lnTo>
                  <a:lnTo>
                    <a:pt x="155417" y="45938"/>
                  </a:lnTo>
                  <a:lnTo>
                    <a:pt x="155417" y="26875"/>
                  </a:lnTo>
                  <a:close/>
                  <a:moveTo>
                    <a:pt x="6354" y="4271"/>
                  </a:moveTo>
                  <a:lnTo>
                    <a:pt x="51458" y="4271"/>
                  </a:lnTo>
                  <a:lnTo>
                    <a:pt x="51458" y="11250"/>
                  </a:lnTo>
                  <a:lnTo>
                    <a:pt x="33333" y="11250"/>
                  </a:lnTo>
                  <a:lnTo>
                    <a:pt x="33333" y="15000"/>
                  </a:lnTo>
                  <a:cubicBezTo>
                    <a:pt x="33333" y="18828"/>
                    <a:pt x="33994" y="22292"/>
                    <a:pt x="35313" y="25417"/>
                  </a:cubicBezTo>
                  <a:cubicBezTo>
                    <a:pt x="36633" y="28542"/>
                    <a:pt x="38404" y="31354"/>
                    <a:pt x="40625" y="33854"/>
                  </a:cubicBezTo>
                  <a:cubicBezTo>
                    <a:pt x="42848" y="36289"/>
                    <a:pt x="45383" y="38386"/>
                    <a:pt x="48229" y="40156"/>
                  </a:cubicBezTo>
                  <a:cubicBezTo>
                    <a:pt x="51077" y="41927"/>
                    <a:pt x="54063" y="43307"/>
                    <a:pt x="57188" y="44271"/>
                  </a:cubicBezTo>
                  <a:lnTo>
                    <a:pt x="51979" y="50313"/>
                  </a:lnTo>
                  <a:cubicBezTo>
                    <a:pt x="50175" y="49557"/>
                    <a:pt x="48195" y="48529"/>
                    <a:pt x="46042" y="47240"/>
                  </a:cubicBezTo>
                  <a:cubicBezTo>
                    <a:pt x="43889" y="45964"/>
                    <a:pt x="41771" y="44479"/>
                    <a:pt x="39688" y="42813"/>
                  </a:cubicBezTo>
                  <a:cubicBezTo>
                    <a:pt x="37604" y="41146"/>
                    <a:pt x="35625" y="39271"/>
                    <a:pt x="33750" y="37188"/>
                  </a:cubicBezTo>
                  <a:cubicBezTo>
                    <a:pt x="31875" y="35104"/>
                    <a:pt x="30313" y="32813"/>
                    <a:pt x="29063" y="30313"/>
                  </a:cubicBezTo>
                  <a:cubicBezTo>
                    <a:pt x="27327" y="35104"/>
                    <a:pt x="24375" y="39505"/>
                    <a:pt x="20208" y="43490"/>
                  </a:cubicBezTo>
                  <a:cubicBezTo>
                    <a:pt x="16042" y="47487"/>
                    <a:pt x="11354" y="50703"/>
                    <a:pt x="6146" y="53125"/>
                  </a:cubicBezTo>
                  <a:lnTo>
                    <a:pt x="0" y="47604"/>
                  </a:lnTo>
                  <a:cubicBezTo>
                    <a:pt x="3333" y="46289"/>
                    <a:pt x="6494" y="44610"/>
                    <a:pt x="9479" y="42552"/>
                  </a:cubicBezTo>
                  <a:cubicBezTo>
                    <a:pt x="12466" y="40508"/>
                    <a:pt x="15070" y="38099"/>
                    <a:pt x="17292" y="35313"/>
                  </a:cubicBezTo>
                  <a:cubicBezTo>
                    <a:pt x="19514" y="32604"/>
                    <a:pt x="21302" y="29557"/>
                    <a:pt x="22656" y="26146"/>
                  </a:cubicBezTo>
                  <a:cubicBezTo>
                    <a:pt x="24010" y="22748"/>
                    <a:pt x="24688" y="18958"/>
                    <a:pt x="24688" y="14792"/>
                  </a:cubicBezTo>
                  <a:lnTo>
                    <a:pt x="24688" y="11250"/>
                  </a:lnTo>
                  <a:lnTo>
                    <a:pt x="6354" y="11250"/>
                  </a:lnTo>
                  <a:close/>
                  <a:moveTo>
                    <a:pt x="385628" y="3958"/>
                  </a:moveTo>
                  <a:lnTo>
                    <a:pt x="416565" y="3958"/>
                  </a:lnTo>
                  <a:lnTo>
                    <a:pt x="416565" y="10938"/>
                  </a:lnTo>
                  <a:lnTo>
                    <a:pt x="391461" y="10938"/>
                  </a:lnTo>
                  <a:lnTo>
                    <a:pt x="391461" y="22813"/>
                  </a:lnTo>
                  <a:lnTo>
                    <a:pt x="414378" y="22813"/>
                  </a:lnTo>
                  <a:lnTo>
                    <a:pt x="414378" y="29271"/>
                  </a:lnTo>
                  <a:lnTo>
                    <a:pt x="391461" y="29271"/>
                  </a:lnTo>
                  <a:lnTo>
                    <a:pt x="391461" y="42083"/>
                  </a:lnTo>
                  <a:lnTo>
                    <a:pt x="396357" y="42083"/>
                  </a:lnTo>
                  <a:cubicBezTo>
                    <a:pt x="397880" y="42083"/>
                    <a:pt x="399860" y="42057"/>
                    <a:pt x="402295" y="41979"/>
                  </a:cubicBezTo>
                  <a:cubicBezTo>
                    <a:pt x="404716" y="41914"/>
                    <a:pt x="407256" y="41771"/>
                    <a:pt x="409899" y="41563"/>
                  </a:cubicBezTo>
                  <a:cubicBezTo>
                    <a:pt x="412464" y="41432"/>
                    <a:pt x="414912" y="41237"/>
                    <a:pt x="417242" y="40990"/>
                  </a:cubicBezTo>
                  <a:cubicBezTo>
                    <a:pt x="419560" y="40755"/>
                    <a:pt x="421422" y="40495"/>
                    <a:pt x="422815" y="40209"/>
                  </a:cubicBezTo>
                  <a:lnTo>
                    <a:pt x="422815" y="47084"/>
                  </a:lnTo>
                  <a:cubicBezTo>
                    <a:pt x="421982" y="47292"/>
                    <a:pt x="420472" y="47526"/>
                    <a:pt x="418284" y="47760"/>
                  </a:cubicBezTo>
                  <a:cubicBezTo>
                    <a:pt x="416097" y="48008"/>
                    <a:pt x="413610" y="48229"/>
                    <a:pt x="410836" y="48438"/>
                  </a:cubicBezTo>
                  <a:cubicBezTo>
                    <a:pt x="408050" y="48646"/>
                    <a:pt x="405172" y="48828"/>
                    <a:pt x="402190" y="48958"/>
                  </a:cubicBezTo>
                  <a:cubicBezTo>
                    <a:pt x="399196" y="49102"/>
                    <a:pt x="396487" y="49167"/>
                    <a:pt x="394065" y="49167"/>
                  </a:cubicBezTo>
                  <a:lnTo>
                    <a:pt x="385628" y="49167"/>
                  </a:lnTo>
                  <a:cubicBezTo>
                    <a:pt x="384794" y="49167"/>
                    <a:pt x="384222" y="49011"/>
                    <a:pt x="383909" y="48698"/>
                  </a:cubicBezTo>
                  <a:cubicBezTo>
                    <a:pt x="383597" y="48385"/>
                    <a:pt x="383440" y="47813"/>
                    <a:pt x="383440" y="46979"/>
                  </a:cubicBezTo>
                  <a:lnTo>
                    <a:pt x="383440" y="6146"/>
                  </a:lnTo>
                  <a:cubicBezTo>
                    <a:pt x="383440" y="5313"/>
                    <a:pt x="383597" y="4740"/>
                    <a:pt x="383909" y="4427"/>
                  </a:cubicBezTo>
                  <a:cubicBezTo>
                    <a:pt x="384222" y="4115"/>
                    <a:pt x="384794" y="3958"/>
                    <a:pt x="385628" y="3958"/>
                  </a:cubicBezTo>
                  <a:close/>
                  <a:moveTo>
                    <a:pt x="219169" y="3750"/>
                  </a:moveTo>
                  <a:lnTo>
                    <a:pt x="227711" y="3750"/>
                  </a:lnTo>
                  <a:lnTo>
                    <a:pt x="227711" y="21875"/>
                  </a:lnTo>
                  <a:cubicBezTo>
                    <a:pt x="227711" y="31667"/>
                    <a:pt x="229742" y="40039"/>
                    <a:pt x="233805" y="46979"/>
                  </a:cubicBezTo>
                  <a:cubicBezTo>
                    <a:pt x="237867" y="53932"/>
                    <a:pt x="244274" y="60143"/>
                    <a:pt x="253024" y="65625"/>
                  </a:cubicBezTo>
                  <a:lnTo>
                    <a:pt x="246982" y="71563"/>
                  </a:lnTo>
                  <a:cubicBezTo>
                    <a:pt x="242047" y="68229"/>
                    <a:pt x="237425" y="64154"/>
                    <a:pt x="233128" y="59323"/>
                  </a:cubicBezTo>
                  <a:cubicBezTo>
                    <a:pt x="228818" y="54505"/>
                    <a:pt x="225524" y="48997"/>
                    <a:pt x="223232" y="42813"/>
                  </a:cubicBezTo>
                  <a:cubicBezTo>
                    <a:pt x="221357" y="49271"/>
                    <a:pt x="218193" y="55143"/>
                    <a:pt x="213753" y="60417"/>
                  </a:cubicBezTo>
                  <a:cubicBezTo>
                    <a:pt x="209300" y="65703"/>
                    <a:pt x="204584" y="70209"/>
                    <a:pt x="199583" y="73958"/>
                  </a:cubicBezTo>
                  <a:lnTo>
                    <a:pt x="192708" y="68438"/>
                  </a:lnTo>
                  <a:cubicBezTo>
                    <a:pt x="201250" y="63229"/>
                    <a:pt x="207796" y="56497"/>
                    <a:pt x="212347" y="48229"/>
                  </a:cubicBezTo>
                  <a:cubicBezTo>
                    <a:pt x="216891" y="39974"/>
                    <a:pt x="219169" y="30833"/>
                    <a:pt x="219169" y="20833"/>
                  </a:cubicBezTo>
                  <a:close/>
                  <a:moveTo>
                    <a:pt x="101979" y="3750"/>
                  </a:moveTo>
                  <a:lnTo>
                    <a:pt x="110208" y="3750"/>
                  </a:lnTo>
                  <a:lnTo>
                    <a:pt x="110208" y="19896"/>
                  </a:lnTo>
                  <a:lnTo>
                    <a:pt x="155417" y="19896"/>
                  </a:lnTo>
                  <a:lnTo>
                    <a:pt x="155417" y="3750"/>
                  </a:lnTo>
                  <a:lnTo>
                    <a:pt x="163646" y="3750"/>
                  </a:lnTo>
                  <a:lnTo>
                    <a:pt x="163646" y="50938"/>
                  </a:lnTo>
                  <a:cubicBezTo>
                    <a:pt x="163646" y="51771"/>
                    <a:pt x="163490" y="52344"/>
                    <a:pt x="163177" y="52656"/>
                  </a:cubicBezTo>
                  <a:cubicBezTo>
                    <a:pt x="162865" y="52969"/>
                    <a:pt x="162292" y="53125"/>
                    <a:pt x="161458" y="53125"/>
                  </a:cubicBezTo>
                  <a:lnTo>
                    <a:pt x="136979" y="53125"/>
                  </a:lnTo>
                  <a:lnTo>
                    <a:pt x="136979" y="73542"/>
                  </a:lnTo>
                  <a:lnTo>
                    <a:pt x="175208" y="73542"/>
                  </a:lnTo>
                  <a:lnTo>
                    <a:pt x="175208" y="80729"/>
                  </a:lnTo>
                  <a:lnTo>
                    <a:pt x="90417" y="80729"/>
                  </a:lnTo>
                  <a:lnTo>
                    <a:pt x="90417" y="73542"/>
                  </a:lnTo>
                  <a:lnTo>
                    <a:pt x="128438" y="73542"/>
                  </a:lnTo>
                  <a:lnTo>
                    <a:pt x="128438" y="53125"/>
                  </a:lnTo>
                  <a:lnTo>
                    <a:pt x="104167" y="53125"/>
                  </a:lnTo>
                  <a:cubicBezTo>
                    <a:pt x="103333" y="53125"/>
                    <a:pt x="102761" y="52969"/>
                    <a:pt x="102448" y="52656"/>
                  </a:cubicBezTo>
                  <a:cubicBezTo>
                    <a:pt x="102135" y="52344"/>
                    <a:pt x="101979" y="51771"/>
                    <a:pt x="101979" y="50938"/>
                  </a:cubicBezTo>
                  <a:close/>
                  <a:moveTo>
                    <a:pt x="323753" y="3646"/>
                  </a:moveTo>
                  <a:lnTo>
                    <a:pt x="332607" y="3646"/>
                  </a:lnTo>
                  <a:lnTo>
                    <a:pt x="332607" y="11563"/>
                  </a:lnTo>
                  <a:cubicBezTo>
                    <a:pt x="332607" y="15521"/>
                    <a:pt x="333558" y="19401"/>
                    <a:pt x="335472" y="23177"/>
                  </a:cubicBezTo>
                  <a:cubicBezTo>
                    <a:pt x="337373" y="26966"/>
                    <a:pt x="339925" y="30495"/>
                    <a:pt x="343128" y="33750"/>
                  </a:cubicBezTo>
                  <a:cubicBezTo>
                    <a:pt x="346318" y="36953"/>
                    <a:pt x="349964" y="39779"/>
                    <a:pt x="354065" y="42240"/>
                  </a:cubicBezTo>
                  <a:cubicBezTo>
                    <a:pt x="358154" y="44714"/>
                    <a:pt x="362399" y="46602"/>
                    <a:pt x="366774" y="47917"/>
                  </a:cubicBezTo>
                  <a:lnTo>
                    <a:pt x="360940" y="54063"/>
                  </a:lnTo>
                  <a:cubicBezTo>
                    <a:pt x="357880" y="53021"/>
                    <a:pt x="354703" y="51589"/>
                    <a:pt x="351409" y="49740"/>
                  </a:cubicBezTo>
                  <a:cubicBezTo>
                    <a:pt x="348102" y="47904"/>
                    <a:pt x="344964" y="45729"/>
                    <a:pt x="341982" y="43229"/>
                  </a:cubicBezTo>
                  <a:cubicBezTo>
                    <a:pt x="338987" y="40807"/>
                    <a:pt x="336279" y="38112"/>
                    <a:pt x="333857" y="35156"/>
                  </a:cubicBezTo>
                  <a:cubicBezTo>
                    <a:pt x="331422" y="32214"/>
                    <a:pt x="329586" y="29063"/>
                    <a:pt x="328336" y="25729"/>
                  </a:cubicBezTo>
                  <a:cubicBezTo>
                    <a:pt x="326943" y="28997"/>
                    <a:pt x="325068" y="32083"/>
                    <a:pt x="322711" y="35000"/>
                  </a:cubicBezTo>
                  <a:cubicBezTo>
                    <a:pt x="320341" y="37917"/>
                    <a:pt x="317672" y="40599"/>
                    <a:pt x="314690" y="43021"/>
                  </a:cubicBezTo>
                  <a:cubicBezTo>
                    <a:pt x="311696" y="45456"/>
                    <a:pt x="308558" y="47630"/>
                    <a:pt x="305263" y="49531"/>
                  </a:cubicBezTo>
                  <a:cubicBezTo>
                    <a:pt x="301956" y="51445"/>
                    <a:pt x="298753" y="52995"/>
                    <a:pt x="295628" y="54167"/>
                  </a:cubicBezTo>
                  <a:lnTo>
                    <a:pt x="289378" y="47813"/>
                  </a:lnTo>
                  <a:cubicBezTo>
                    <a:pt x="293544" y="46563"/>
                    <a:pt x="297685" y="44779"/>
                    <a:pt x="301826" y="42448"/>
                  </a:cubicBezTo>
                  <a:cubicBezTo>
                    <a:pt x="305953" y="40130"/>
                    <a:pt x="309612" y="37396"/>
                    <a:pt x="312815" y="34271"/>
                  </a:cubicBezTo>
                  <a:cubicBezTo>
                    <a:pt x="316070" y="31146"/>
                    <a:pt x="318714" y="27656"/>
                    <a:pt x="320732" y="23802"/>
                  </a:cubicBezTo>
                  <a:cubicBezTo>
                    <a:pt x="322737" y="19948"/>
                    <a:pt x="323753" y="15873"/>
                    <a:pt x="323753" y="11563"/>
                  </a:cubicBezTo>
                  <a:close/>
                  <a:moveTo>
                    <a:pt x="429378" y="1667"/>
                  </a:moveTo>
                  <a:lnTo>
                    <a:pt x="437503" y="1667"/>
                  </a:lnTo>
                  <a:lnTo>
                    <a:pt x="437503" y="53333"/>
                  </a:lnTo>
                  <a:lnTo>
                    <a:pt x="429378" y="53333"/>
                  </a:lnTo>
                  <a:lnTo>
                    <a:pt x="429378" y="27813"/>
                  </a:lnTo>
                  <a:lnTo>
                    <a:pt x="417920" y="27813"/>
                  </a:lnTo>
                  <a:lnTo>
                    <a:pt x="417920" y="20625"/>
                  </a:lnTo>
                  <a:lnTo>
                    <a:pt x="429378" y="20625"/>
                  </a:lnTo>
                  <a:close/>
                  <a:moveTo>
                    <a:pt x="447295" y="0"/>
                  </a:moveTo>
                  <a:lnTo>
                    <a:pt x="455315" y="0"/>
                  </a:lnTo>
                  <a:lnTo>
                    <a:pt x="455315" y="53333"/>
                  </a:lnTo>
                  <a:lnTo>
                    <a:pt x="447295" y="53333"/>
                  </a:lnTo>
                  <a:close/>
                  <a:moveTo>
                    <a:pt x="263649" y="0"/>
                  </a:moveTo>
                  <a:lnTo>
                    <a:pt x="271982" y="0"/>
                  </a:lnTo>
                  <a:lnTo>
                    <a:pt x="271982" y="92292"/>
                  </a:lnTo>
                  <a:lnTo>
                    <a:pt x="263649" y="92292"/>
                  </a:lnTo>
                  <a:close/>
                  <a:moveTo>
                    <a:pt x="69688" y="0"/>
                  </a:moveTo>
                  <a:lnTo>
                    <a:pt x="77813" y="0"/>
                  </a:lnTo>
                  <a:lnTo>
                    <a:pt x="77813" y="55938"/>
                  </a:lnTo>
                  <a:lnTo>
                    <a:pt x="69688" y="55938"/>
                  </a:lnTo>
                  <a:lnTo>
                    <a:pt x="69688" y="27917"/>
                  </a:lnTo>
                  <a:lnTo>
                    <a:pt x="50521" y="27917"/>
                  </a:lnTo>
                  <a:lnTo>
                    <a:pt x="50521" y="21042"/>
                  </a:lnTo>
                  <a:lnTo>
                    <a:pt x="69688" y="2104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4" name="TextBox 363">
              <a:extLst>
                <a:ext uri="{FF2B5EF4-FFF2-40B4-BE49-F238E27FC236}">
                  <a16:creationId xmlns:a16="http://schemas.microsoft.com/office/drawing/2014/main" id="{B9508F29-29E6-4A00-AB31-25AF5026AEF5}"/>
                </a:ext>
              </a:extLst>
            </p:cNvPr>
            <p:cNvSpPr txBox="1"/>
            <p:nvPr/>
          </p:nvSpPr>
          <p:spPr>
            <a:xfrm>
              <a:off x="1531997" y="3193769"/>
              <a:ext cx="638609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정보시스템</a:t>
              </a:r>
            </a:p>
          </p:txBody>
        </p:sp>
        <p:sp>
          <p:nvSpPr>
            <p:cNvPr id="365" name="자유형: 도형 364">
              <a:extLst>
                <a:ext uri="{FF2B5EF4-FFF2-40B4-BE49-F238E27FC236}">
                  <a16:creationId xmlns:a16="http://schemas.microsoft.com/office/drawing/2014/main" id="{BB844550-1BE5-4554-8245-250E3C1E35FF}"/>
                </a:ext>
              </a:extLst>
            </p:cNvPr>
            <p:cNvSpPr/>
            <p:nvPr/>
          </p:nvSpPr>
          <p:spPr>
            <a:xfrm>
              <a:off x="2128726" y="3260908"/>
              <a:ext cx="545833" cy="94791"/>
            </a:xfrm>
            <a:custGeom>
              <a:avLst/>
              <a:gdLst>
                <a:gd name="connsiteX0" fmla="*/ 420000 w 545833"/>
                <a:gd name="connsiteY0" fmla="*/ 66667 h 94791"/>
                <a:gd name="connsiteX1" fmla="*/ 402240 w 545833"/>
                <a:gd name="connsiteY1" fmla="*/ 69583 h 94791"/>
                <a:gd name="connsiteX2" fmla="*/ 395938 w 545833"/>
                <a:gd name="connsiteY2" fmla="*/ 77604 h 94791"/>
                <a:gd name="connsiteX3" fmla="*/ 402240 w 545833"/>
                <a:gd name="connsiteY3" fmla="*/ 85573 h 94791"/>
                <a:gd name="connsiteX4" fmla="*/ 420000 w 545833"/>
                <a:gd name="connsiteY4" fmla="*/ 88437 h 94791"/>
                <a:gd name="connsiteX5" fmla="*/ 437344 w 545833"/>
                <a:gd name="connsiteY5" fmla="*/ 85573 h 94791"/>
                <a:gd name="connsiteX6" fmla="*/ 443750 w 545833"/>
                <a:gd name="connsiteY6" fmla="*/ 77708 h 94791"/>
                <a:gd name="connsiteX7" fmla="*/ 437396 w 545833"/>
                <a:gd name="connsiteY7" fmla="*/ 69583 h 94791"/>
                <a:gd name="connsiteX8" fmla="*/ 420000 w 545833"/>
                <a:gd name="connsiteY8" fmla="*/ 66667 h 94791"/>
                <a:gd name="connsiteX9" fmla="*/ 211354 w 545833"/>
                <a:gd name="connsiteY9" fmla="*/ 63542 h 94791"/>
                <a:gd name="connsiteX10" fmla="*/ 219583 w 545833"/>
                <a:gd name="connsiteY10" fmla="*/ 63542 h 94791"/>
                <a:gd name="connsiteX11" fmla="*/ 219583 w 545833"/>
                <a:gd name="connsiteY11" fmla="*/ 83958 h 94791"/>
                <a:gd name="connsiteX12" fmla="*/ 272500 w 545833"/>
                <a:gd name="connsiteY12" fmla="*/ 83958 h 94791"/>
                <a:gd name="connsiteX13" fmla="*/ 272500 w 545833"/>
                <a:gd name="connsiteY13" fmla="*/ 91042 h 94791"/>
                <a:gd name="connsiteX14" fmla="*/ 213542 w 545833"/>
                <a:gd name="connsiteY14" fmla="*/ 91042 h 94791"/>
                <a:gd name="connsiteX15" fmla="*/ 211823 w 545833"/>
                <a:gd name="connsiteY15" fmla="*/ 90573 h 94791"/>
                <a:gd name="connsiteX16" fmla="*/ 211354 w 545833"/>
                <a:gd name="connsiteY16" fmla="*/ 88854 h 94791"/>
                <a:gd name="connsiteX17" fmla="*/ 420000 w 545833"/>
                <a:gd name="connsiteY17" fmla="*/ 60521 h 94791"/>
                <a:gd name="connsiteX18" fmla="*/ 444740 w 545833"/>
                <a:gd name="connsiteY18" fmla="*/ 65417 h 94791"/>
                <a:gd name="connsiteX19" fmla="*/ 452917 w 545833"/>
                <a:gd name="connsiteY19" fmla="*/ 77708 h 94791"/>
                <a:gd name="connsiteX20" fmla="*/ 444792 w 545833"/>
                <a:gd name="connsiteY20" fmla="*/ 89896 h 94791"/>
                <a:gd name="connsiteX21" fmla="*/ 420000 w 545833"/>
                <a:gd name="connsiteY21" fmla="*/ 94792 h 94791"/>
                <a:gd name="connsiteX22" fmla="*/ 395104 w 545833"/>
                <a:gd name="connsiteY22" fmla="*/ 89896 h 94791"/>
                <a:gd name="connsiteX23" fmla="*/ 386875 w 545833"/>
                <a:gd name="connsiteY23" fmla="*/ 77604 h 94791"/>
                <a:gd name="connsiteX24" fmla="*/ 395156 w 545833"/>
                <a:gd name="connsiteY24" fmla="*/ 65312 h 94791"/>
                <a:gd name="connsiteX25" fmla="*/ 420000 w 545833"/>
                <a:gd name="connsiteY25" fmla="*/ 60521 h 94791"/>
                <a:gd name="connsiteX26" fmla="*/ 484271 w 545833"/>
                <a:gd name="connsiteY26" fmla="*/ 59688 h 94791"/>
                <a:gd name="connsiteX27" fmla="*/ 543438 w 545833"/>
                <a:gd name="connsiteY27" fmla="*/ 59688 h 94791"/>
                <a:gd name="connsiteX28" fmla="*/ 545157 w 545833"/>
                <a:gd name="connsiteY28" fmla="*/ 60156 h 94791"/>
                <a:gd name="connsiteX29" fmla="*/ 545625 w 545833"/>
                <a:gd name="connsiteY29" fmla="*/ 61875 h 94791"/>
                <a:gd name="connsiteX30" fmla="*/ 545625 w 545833"/>
                <a:gd name="connsiteY30" fmla="*/ 93542 h 94791"/>
                <a:gd name="connsiteX31" fmla="*/ 537396 w 545833"/>
                <a:gd name="connsiteY31" fmla="*/ 93542 h 94791"/>
                <a:gd name="connsiteX32" fmla="*/ 537396 w 545833"/>
                <a:gd name="connsiteY32" fmla="*/ 66771 h 94791"/>
                <a:gd name="connsiteX33" fmla="*/ 484271 w 545833"/>
                <a:gd name="connsiteY33" fmla="*/ 66771 h 94791"/>
                <a:gd name="connsiteX34" fmla="*/ 0 w 545833"/>
                <a:gd name="connsiteY34" fmla="*/ 53333 h 94791"/>
                <a:gd name="connsiteX35" fmla="*/ 84479 w 545833"/>
                <a:gd name="connsiteY35" fmla="*/ 53333 h 94791"/>
                <a:gd name="connsiteX36" fmla="*/ 84479 w 545833"/>
                <a:gd name="connsiteY36" fmla="*/ 60417 h 94791"/>
                <a:gd name="connsiteX37" fmla="*/ 62396 w 545833"/>
                <a:gd name="connsiteY37" fmla="*/ 60417 h 94791"/>
                <a:gd name="connsiteX38" fmla="*/ 62396 w 545833"/>
                <a:gd name="connsiteY38" fmla="*/ 92917 h 94791"/>
                <a:gd name="connsiteX39" fmla="*/ 54167 w 545833"/>
                <a:gd name="connsiteY39" fmla="*/ 92917 h 94791"/>
                <a:gd name="connsiteX40" fmla="*/ 54167 w 545833"/>
                <a:gd name="connsiteY40" fmla="*/ 60417 h 94791"/>
                <a:gd name="connsiteX41" fmla="*/ 30625 w 545833"/>
                <a:gd name="connsiteY41" fmla="*/ 60417 h 94791"/>
                <a:gd name="connsiteX42" fmla="*/ 30625 w 545833"/>
                <a:gd name="connsiteY42" fmla="*/ 92188 h 94791"/>
                <a:gd name="connsiteX43" fmla="*/ 22292 w 545833"/>
                <a:gd name="connsiteY43" fmla="*/ 92188 h 94791"/>
                <a:gd name="connsiteX44" fmla="*/ 22292 w 545833"/>
                <a:gd name="connsiteY44" fmla="*/ 60417 h 94791"/>
                <a:gd name="connsiteX45" fmla="*/ 0 w 545833"/>
                <a:gd name="connsiteY45" fmla="*/ 60417 h 94791"/>
                <a:gd name="connsiteX46" fmla="*/ 431250 w 545833"/>
                <a:gd name="connsiteY46" fmla="*/ 34375 h 94791"/>
                <a:gd name="connsiteX47" fmla="*/ 425729 w 545833"/>
                <a:gd name="connsiteY47" fmla="*/ 35208 h 94791"/>
                <a:gd name="connsiteX48" fmla="*/ 419896 w 545833"/>
                <a:gd name="connsiteY48" fmla="*/ 35417 h 94791"/>
                <a:gd name="connsiteX49" fmla="*/ 414115 w 545833"/>
                <a:gd name="connsiteY49" fmla="*/ 35208 h 94791"/>
                <a:gd name="connsiteX50" fmla="*/ 408959 w 545833"/>
                <a:gd name="connsiteY50" fmla="*/ 34479 h 94791"/>
                <a:gd name="connsiteX51" fmla="*/ 408959 w 545833"/>
                <a:gd name="connsiteY51" fmla="*/ 46042 h 94791"/>
                <a:gd name="connsiteX52" fmla="*/ 431250 w 545833"/>
                <a:gd name="connsiteY52" fmla="*/ 46042 h 94791"/>
                <a:gd name="connsiteX53" fmla="*/ 215729 w 545833"/>
                <a:gd name="connsiteY53" fmla="*/ 25833 h 94791"/>
                <a:gd name="connsiteX54" fmla="*/ 223646 w 545833"/>
                <a:gd name="connsiteY54" fmla="*/ 25833 h 94791"/>
                <a:gd name="connsiteX55" fmla="*/ 223646 w 545833"/>
                <a:gd name="connsiteY55" fmla="*/ 47812 h 94791"/>
                <a:gd name="connsiteX56" fmla="*/ 231042 w 545833"/>
                <a:gd name="connsiteY56" fmla="*/ 47604 h 94791"/>
                <a:gd name="connsiteX57" fmla="*/ 240313 w 545833"/>
                <a:gd name="connsiteY57" fmla="*/ 46979 h 94791"/>
                <a:gd name="connsiteX58" fmla="*/ 249896 w 545833"/>
                <a:gd name="connsiteY58" fmla="*/ 46146 h 94791"/>
                <a:gd name="connsiteX59" fmla="*/ 258021 w 545833"/>
                <a:gd name="connsiteY59" fmla="*/ 45000 h 94791"/>
                <a:gd name="connsiteX60" fmla="*/ 258021 w 545833"/>
                <a:gd name="connsiteY60" fmla="*/ 51979 h 94791"/>
                <a:gd name="connsiteX61" fmla="*/ 238385 w 545833"/>
                <a:gd name="connsiteY61" fmla="*/ 54010 h 94791"/>
                <a:gd name="connsiteX62" fmla="*/ 207604 w 545833"/>
                <a:gd name="connsiteY62" fmla="*/ 55000 h 94791"/>
                <a:gd name="connsiteX63" fmla="*/ 196250 w 545833"/>
                <a:gd name="connsiteY63" fmla="*/ 55000 h 94791"/>
                <a:gd name="connsiteX64" fmla="*/ 196250 w 545833"/>
                <a:gd name="connsiteY64" fmla="*/ 47812 h 94791"/>
                <a:gd name="connsiteX65" fmla="*/ 215729 w 545833"/>
                <a:gd name="connsiteY65" fmla="*/ 47812 h 94791"/>
                <a:gd name="connsiteX66" fmla="*/ 519584 w 545833"/>
                <a:gd name="connsiteY66" fmla="*/ 18021 h 94791"/>
                <a:gd name="connsiteX67" fmla="*/ 520521 w 545833"/>
                <a:gd name="connsiteY67" fmla="*/ 21823 h 94791"/>
                <a:gd name="connsiteX68" fmla="*/ 520834 w 545833"/>
                <a:gd name="connsiteY68" fmla="*/ 25625 h 94791"/>
                <a:gd name="connsiteX69" fmla="*/ 520625 w 545833"/>
                <a:gd name="connsiteY69" fmla="*/ 28698 h 94791"/>
                <a:gd name="connsiteX70" fmla="*/ 520104 w 545833"/>
                <a:gd name="connsiteY70" fmla="*/ 31562 h 94791"/>
                <a:gd name="connsiteX71" fmla="*/ 537500 w 545833"/>
                <a:gd name="connsiteY71" fmla="*/ 31562 h 94791"/>
                <a:gd name="connsiteX72" fmla="*/ 537500 w 545833"/>
                <a:gd name="connsiteY72" fmla="*/ 18021 h 94791"/>
                <a:gd name="connsiteX73" fmla="*/ 496563 w 545833"/>
                <a:gd name="connsiteY73" fmla="*/ 9271 h 94791"/>
                <a:gd name="connsiteX74" fmla="*/ 484844 w 545833"/>
                <a:gd name="connsiteY74" fmla="*/ 14063 h 94791"/>
                <a:gd name="connsiteX75" fmla="*/ 480729 w 545833"/>
                <a:gd name="connsiteY75" fmla="*/ 25729 h 94791"/>
                <a:gd name="connsiteX76" fmla="*/ 484844 w 545833"/>
                <a:gd name="connsiteY76" fmla="*/ 37344 h 94791"/>
                <a:gd name="connsiteX77" fmla="*/ 496563 w 545833"/>
                <a:gd name="connsiteY77" fmla="*/ 42187 h 94791"/>
                <a:gd name="connsiteX78" fmla="*/ 508177 w 545833"/>
                <a:gd name="connsiteY78" fmla="*/ 37344 h 94791"/>
                <a:gd name="connsiteX79" fmla="*/ 512292 w 545833"/>
                <a:gd name="connsiteY79" fmla="*/ 25729 h 94791"/>
                <a:gd name="connsiteX80" fmla="*/ 508177 w 545833"/>
                <a:gd name="connsiteY80" fmla="*/ 14063 h 94791"/>
                <a:gd name="connsiteX81" fmla="*/ 496563 w 545833"/>
                <a:gd name="connsiteY81" fmla="*/ 9271 h 94791"/>
                <a:gd name="connsiteX82" fmla="*/ 42292 w 545833"/>
                <a:gd name="connsiteY82" fmla="*/ 8229 h 94791"/>
                <a:gd name="connsiteX83" fmla="*/ 24844 w 545833"/>
                <a:gd name="connsiteY83" fmla="*/ 12031 h 94791"/>
                <a:gd name="connsiteX84" fmla="*/ 18229 w 545833"/>
                <a:gd name="connsiteY84" fmla="*/ 23021 h 94791"/>
                <a:gd name="connsiteX85" fmla="*/ 20052 w 545833"/>
                <a:gd name="connsiteY85" fmla="*/ 29271 h 94791"/>
                <a:gd name="connsiteX86" fmla="*/ 25104 w 545833"/>
                <a:gd name="connsiteY86" fmla="*/ 33854 h 94791"/>
                <a:gd name="connsiteX87" fmla="*/ 32760 w 545833"/>
                <a:gd name="connsiteY87" fmla="*/ 36667 h 94791"/>
                <a:gd name="connsiteX88" fmla="*/ 42292 w 545833"/>
                <a:gd name="connsiteY88" fmla="*/ 37604 h 94791"/>
                <a:gd name="connsiteX89" fmla="*/ 59427 w 545833"/>
                <a:gd name="connsiteY89" fmla="*/ 33802 h 94791"/>
                <a:gd name="connsiteX90" fmla="*/ 66250 w 545833"/>
                <a:gd name="connsiteY90" fmla="*/ 23021 h 94791"/>
                <a:gd name="connsiteX91" fmla="*/ 59479 w 545833"/>
                <a:gd name="connsiteY91" fmla="*/ 12031 h 94791"/>
                <a:gd name="connsiteX92" fmla="*/ 42292 w 545833"/>
                <a:gd name="connsiteY92" fmla="*/ 8229 h 94791"/>
                <a:gd name="connsiteX93" fmla="*/ 419896 w 545833"/>
                <a:gd name="connsiteY93" fmla="*/ 6250 h 94791"/>
                <a:gd name="connsiteX94" fmla="*/ 402500 w 545833"/>
                <a:gd name="connsiteY94" fmla="*/ 9375 h 94791"/>
                <a:gd name="connsiteX95" fmla="*/ 396354 w 545833"/>
                <a:gd name="connsiteY95" fmla="*/ 17500 h 94791"/>
                <a:gd name="connsiteX96" fmla="*/ 402813 w 545833"/>
                <a:gd name="connsiteY96" fmla="*/ 25625 h 94791"/>
                <a:gd name="connsiteX97" fmla="*/ 419896 w 545833"/>
                <a:gd name="connsiteY97" fmla="*/ 28854 h 94791"/>
                <a:gd name="connsiteX98" fmla="*/ 436875 w 545833"/>
                <a:gd name="connsiteY98" fmla="*/ 25781 h 94791"/>
                <a:gd name="connsiteX99" fmla="*/ 443542 w 545833"/>
                <a:gd name="connsiteY99" fmla="*/ 17708 h 94791"/>
                <a:gd name="connsiteX100" fmla="*/ 437188 w 545833"/>
                <a:gd name="connsiteY100" fmla="*/ 9479 h 94791"/>
                <a:gd name="connsiteX101" fmla="*/ 419896 w 545833"/>
                <a:gd name="connsiteY101" fmla="*/ 6250 h 94791"/>
                <a:gd name="connsiteX102" fmla="*/ 97917 w 545833"/>
                <a:gd name="connsiteY102" fmla="*/ 5937 h 94791"/>
                <a:gd name="connsiteX103" fmla="*/ 146458 w 545833"/>
                <a:gd name="connsiteY103" fmla="*/ 5937 h 94791"/>
                <a:gd name="connsiteX104" fmla="*/ 146458 w 545833"/>
                <a:gd name="connsiteY104" fmla="*/ 12917 h 94791"/>
                <a:gd name="connsiteX105" fmla="*/ 126354 w 545833"/>
                <a:gd name="connsiteY105" fmla="*/ 12917 h 94791"/>
                <a:gd name="connsiteX106" fmla="*/ 126354 w 545833"/>
                <a:gd name="connsiteY106" fmla="*/ 22187 h 94791"/>
                <a:gd name="connsiteX107" fmla="*/ 132604 w 545833"/>
                <a:gd name="connsiteY107" fmla="*/ 47865 h 94791"/>
                <a:gd name="connsiteX108" fmla="*/ 151667 w 545833"/>
                <a:gd name="connsiteY108" fmla="*/ 66146 h 94791"/>
                <a:gd name="connsiteX109" fmla="*/ 145729 w 545833"/>
                <a:gd name="connsiteY109" fmla="*/ 72083 h 94791"/>
                <a:gd name="connsiteX110" fmla="*/ 131875 w 545833"/>
                <a:gd name="connsiteY110" fmla="*/ 60000 h 94791"/>
                <a:gd name="connsiteX111" fmla="*/ 122083 w 545833"/>
                <a:gd name="connsiteY111" fmla="*/ 43229 h 94791"/>
                <a:gd name="connsiteX112" fmla="*/ 118021 w 545833"/>
                <a:gd name="connsiteY112" fmla="*/ 52448 h 94791"/>
                <a:gd name="connsiteX113" fmla="*/ 112083 w 545833"/>
                <a:gd name="connsiteY113" fmla="*/ 61146 h 94791"/>
                <a:gd name="connsiteX114" fmla="*/ 105156 w 545833"/>
                <a:gd name="connsiteY114" fmla="*/ 68646 h 94791"/>
                <a:gd name="connsiteX115" fmla="*/ 98021 w 545833"/>
                <a:gd name="connsiteY115" fmla="*/ 74583 h 94791"/>
                <a:gd name="connsiteX116" fmla="*/ 91250 w 545833"/>
                <a:gd name="connsiteY116" fmla="*/ 68854 h 94791"/>
                <a:gd name="connsiteX117" fmla="*/ 110781 w 545833"/>
                <a:gd name="connsiteY117" fmla="*/ 49062 h 94791"/>
                <a:gd name="connsiteX118" fmla="*/ 117813 w 545833"/>
                <a:gd name="connsiteY118" fmla="*/ 20833 h 94791"/>
                <a:gd name="connsiteX119" fmla="*/ 117813 w 545833"/>
                <a:gd name="connsiteY119" fmla="*/ 12917 h 94791"/>
                <a:gd name="connsiteX120" fmla="*/ 97917 w 545833"/>
                <a:gd name="connsiteY120" fmla="*/ 12917 h 94791"/>
                <a:gd name="connsiteX121" fmla="*/ 294479 w 545833"/>
                <a:gd name="connsiteY121" fmla="*/ 5104 h 94791"/>
                <a:gd name="connsiteX122" fmla="*/ 333646 w 545833"/>
                <a:gd name="connsiteY122" fmla="*/ 5104 h 94791"/>
                <a:gd name="connsiteX123" fmla="*/ 335365 w 545833"/>
                <a:gd name="connsiteY123" fmla="*/ 5573 h 94791"/>
                <a:gd name="connsiteX124" fmla="*/ 335834 w 545833"/>
                <a:gd name="connsiteY124" fmla="*/ 7292 h 94791"/>
                <a:gd name="connsiteX125" fmla="*/ 335834 w 545833"/>
                <a:gd name="connsiteY125" fmla="*/ 38750 h 94791"/>
                <a:gd name="connsiteX126" fmla="*/ 335365 w 545833"/>
                <a:gd name="connsiteY126" fmla="*/ 40469 h 94791"/>
                <a:gd name="connsiteX127" fmla="*/ 333646 w 545833"/>
                <a:gd name="connsiteY127" fmla="*/ 40937 h 94791"/>
                <a:gd name="connsiteX128" fmla="*/ 302708 w 545833"/>
                <a:gd name="connsiteY128" fmla="*/ 40937 h 94791"/>
                <a:gd name="connsiteX129" fmla="*/ 302708 w 545833"/>
                <a:gd name="connsiteY129" fmla="*/ 62917 h 94791"/>
                <a:gd name="connsiteX130" fmla="*/ 312813 w 545833"/>
                <a:gd name="connsiteY130" fmla="*/ 62917 h 94791"/>
                <a:gd name="connsiteX131" fmla="*/ 323906 w 545833"/>
                <a:gd name="connsiteY131" fmla="*/ 62604 h 94791"/>
                <a:gd name="connsiteX132" fmla="*/ 334271 w 545833"/>
                <a:gd name="connsiteY132" fmla="*/ 61875 h 94791"/>
                <a:gd name="connsiteX133" fmla="*/ 343229 w 545833"/>
                <a:gd name="connsiteY133" fmla="*/ 60781 h 94791"/>
                <a:gd name="connsiteX134" fmla="*/ 350104 w 545833"/>
                <a:gd name="connsiteY134" fmla="*/ 59583 h 94791"/>
                <a:gd name="connsiteX135" fmla="*/ 350104 w 545833"/>
                <a:gd name="connsiteY135" fmla="*/ 66771 h 94791"/>
                <a:gd name="connsiteX136" fmla="*/ 342709 w 545833"/>
                <a:gd name="connsiteY136" fmla="*/ 68021 h 94791"/>
                <a:gd name="connsiteX137" fmla="*/ 333125 w 545833"/>
                <a:gd name="connsiteY137" fmla="*/ 69167 h 94791"/>
                <a:gd name="connsiteX138" fmla="*/ 321979 w 545833"/>
                <a:gd name="connsiteY138" fmla="*/ 70000 h 94791"/>
                <a:gd name="connsiteX139" fmla="*/ 310000 w 545833"/>
                <a:gd name="connsiteY139" fmla="*/ 70312 h 94791"/>
                <a:gd name="connsiteX140" fmla="*/ 296667 w 545833"/>
                <a:gd name="connsiteY140" fmla="*/ 70312 h 94791"/>
                <a:gd name="connsiteX141" fmla="*/ 294948 w 545833"/>
                <a:gd name="connsiteY141" fmla="*/ 69844 h 94791"/>
                <a:gd name="connsiteX142" fmla="*/ 294479 w 545833"/>
                <a:gd name="connsiteY142" fmla="*/ 68125 h 94791"/>
                <a:gd name="connsiteX143" fmla="*/ 294479 w 545833"/>
                <a:gd name="connsiteY143" fmla="*/ 36042 h 94791"/>
                <a:gd name="connsiteX144" fmla="*/ 294948 w 545833"/>
                <a:gd name="connsiteY144" fmla="*/ 34323 h 94791"/>
                <a:gd name="connsiteX145" fmla="*/ 296667 w 545833"/>
                <a:gd name="connsiteY145" fmla="*/ 33854 h 94791"/>
                <a:gd name="connsiteX146" fmla="*/ 327708 w 545833"/>
                <a:gd name="connsiteY146" fmla="*/ 33854 h 94791"/>
                <a:gd name="connsiteX147" fmla="*/ 327708 w 545833"/>
                <a:gd name="connsiteY147" fmla="*/ 12292 h 94791"/>
                <a:gd name="connsiteX148" fmla="*/ 294479 w 545833"/>
                <a:gd name="connsiteY148" fmla="*/ 12292 h 94791"/>
                <a:gd name="connsiteX149" fmla="*/ 202083 w 545833"/>
                <a:gd name="connsiteY149" fmla="*/ 4375 h 94791"/>
                <a:gd name="connsiteX150" fmla="*/ 246146 w 545833"/>
                <a:gd name="connsiteY150" fmla="*/ 4375 h 94791"/>
                <a:gd name="connsiteX151" fmla="*/ 247865 w 545833"/>
                <a:gd name="connsiteY151" fmla="*/ 4844 h 94791"/>
                <a:gd name="connsiteX152" fmla="*/ 248333 w 545833"/>
                <a:gd name="connsiteY152" fmla="*/ 6562 h 94791"/>
                <a:gd name="connsiteX153" fmla="*/ 247708 w 545833"/>
                <a:gd name="connsiteY153" fmla="*/ 15260 h 94791"/>
                <a:gd name="connsiteX154" fmla="*/ 246771 w 545833"/>
                <a:gd name="connsiteY154" fmla="*/ 23854 h 94791"/>
                <a:gd name="connsiteX155" fmla="*/ 245677 w 545833"/>
                <a:gd name="connsiteY155" fmla="*/ 31823 h 94791"/>
                <a:gd name="connsiteX156" fmla="*/ 244479 w 545833"/>
                <a:gd name="connsiteY156" fmla="*/ 38333 h 94791"/>
                <a:gd name="connsiteX157" fmla="*/ 236354 w 545833"/>
                <a:gd name="connsiteY157" fmla="*/ 38333 h 94791"/>
                <a:gd name="connsiteX158" fmla="*/ 237396 w 545833"/>
                <a:gd name="connsiteY158" fmla="*/ 32448 h 94791"/>
                <a:gd name="connsiteX159" fmla="*/ 238333 w 545833"/>
                <a:gd name="connsiteY159" fmla="*/ 25417 h 94791"/>
                <a:gd name="connsiteX160" fmla="*/ 239167 w 545833"/>
                <a:gd name="connsiteY160" fmla="*/ 18229 h 94791"/>
                <a:gd name="connsiteX161" fmla="*/ 239792 w 545833"/>
                <a:gd name="connsiteY161" fmla="*/ 11563 h 94791"/>
                <a:gd name="connsiteX162" fmla="*/ 202083 w 545833"/>
                <a:gd name="connsiteY162" fmla="*/ 11563 h 94791"/>
                <a:gd name="connsiteX163" fmla="*/ 42292 w 545833"/>
                <a:gd name="connsiteY163" fmla="*/ 1354 h 94791"/>
                <a:gd name="connsiteX164" fmla="*/ 66302 w 545833"/>
                <a:gd name="connsiteY164" fmla="*/ 7188 h 94791"/>
                <a:gd name="connsiteX165" fmla="*/ 75000 w 545833"/>
                <a:gd name="connsiteY165" fmla="*/ 23021 h 94791"/>
                <a:gd name="connsiteX166" fmla="*/ 66354 w 545833"/>
                <a:gd name="connsiteY166" fmla="*/ 38594 h 94791"/>
                <a:gd name="connsiteX167" fmla="*/ 42292 w 545833"/>
                <a:gd name="connsiteY167" fmla="*/ 44479 h 94791"/>
                <a:gd name="connsiteX168" fmla="*/ 28594 w 545833"/>
                <a:gd name="connsiteY168" fmla="*/ 42969 h 94791"/>
                <a:gd name="connsiteX169" fmla="*/ 18229 w 545833"/>
                <a:gd name="connsiteY169" fmla="*/ 38646 h 94791"/>
                <a:gd name="connsiteX170" fmla="*/ 11719 w 545833"/>
                <a:gd name="connsiteY170" fmla="*/ 31875 h 94791"/>
                <a:gd name="connsiteX171" fmla="*/ 9479 w 545833"/>
                <a:gd name="connsiteY171" fmla="*/ 23021 h 94791"/>
                <a:gd name="connsiteX172" fmla="*/ 18229 w 545833"/>
                <a:gd name="connsiteY172" fmla="*/ 7344 h 94791"/>
                <a:gd name="connsiteX173" fmla="*/ 42292 w 545833"/>
                <a:gd name="connsiteY173" fmla="*/ 1354 h 94791"/>
                <a:gd name="connsiteX174" fmla="*/ 161771 w 545833"/>
                <a:gd name="connsiteY174" fmla="*/ 833 h 94791"/>
                <a:gd name="connsiteX175" fmla="*/ 170000 w 545833"/>
                <a:gd name="connsiteY175" fmla="*/ 833 h 94791"/>
                <a:gd name="connsiteX176" fmla="*/ 170000 w 545833"/>
                <a:gd name="connsiteY176" fmla="*/ 93125 h 94791"/>
                <a:gd name="connsiteX177" fmla="*/ 161771 w 545833"/>
                <a:gd name="connsiteY177" fmla="*/ 93125 h 94791"/>
                <a:gd name="connsiteX178" fmla="*/ 537500 w 545833"/>
                <a:gd name="connsiteY178" fmla="*/ 625 h 94791"/>
                <a:gd name="connsiteX179" fmla="*/ 545834 w 545833"/>
                <a:gd name="connsiteY179" fmla="*/ 625 h 94791"/>
                <a:gd name="connsiteX180" fmla="*/ 545834 w 545833"/>
                <a:gd name="connsiteY180" fmla="*/ 54687 h 94791"/>
                <a:gd name="connsiteX181" fmla="*/ 537500 w 545833"/>
                <a:gd name="connsiteY181" fmla="*/ 54687 h 94791"/>
                <a:gd name="connsiteX182" fmla="*/ 537500 w 545833"/>
                <a:gd name="connsiteY182" fmla="*/ 38542 h 94791"/>
                <a:gd name="connsiteX183" fmla="*/ 517188 w 545833"/>
                <a:gd name="connsiteY183" fmla="*/ 38542 h 94791"/>
                <a:gd name="connsiteX184" fmla="*/ 508698 w 545833"/>
                <a:gd name="connsiteY184" fmla="*/ 46562 h 94791"/>
                <a:gd name="connsiteX185" fmla="*/ 496459 w 545833"/>
                <a:gd name="connsiteY185" fmla="*/ 49583 h 94791"/>
                <a:gd name="connsiteX186" fmla="*/ 486667 w 545833"/>
                <a:gd name="connsiteY186" fmla="*/ 47708 h 94791"/>
                <a:gd name="connsiteX187" fmla="*/ 478959 w 545833"/>
                <a:gd name="connsiteY187" fmla="*/ 42604 h 94791"/>
                <a:gd name="connsiteX188" fmla="*/ 473959 w 545833"/>
                <a:gd name="connsiteY188" fmla="*/ 35000 h 94791"/>
                <a:gd name="connsiteX189" fmla="*/ 472188 w 545833"/>
                <a:gd name="connsiteY189" fmla="*/ 25625 h 94791"/>
                <a:gd name="connsiteX190" fmla="*/ 473959 w 545833"/>
                <a:gd name="connsiteY190" fmla="*/ 16510 h 94791"/>
                <a:gd name="connsiteX191" fmla="*/ 478959 w 545833"/>
                <a:gd name="connsiteY191" fmla="*/ 8958 h 94791"/>
                <a:gd name="connsiteX192" fmla="*/ 486667 w 545833"/>
                <a:gd name="connsiteY192" fmla="*/ 3802 h 94791"/>
                <a:gd name="connsiteX193" fmla="*/ 496459 w 545833"/>
                <a:gd name="connsiteY193" fmla="*/ 1875 h 94791"/>
                <a:gd name="connsiteX194" fmla="*/ 507604 w 545833"/>
                <a:gd name="connsiteY194" fmla="*/ 4427 h 94791"/>
                <a:gd name="connsiteX195" fmla="*/ 515938 w 545833"/>
                <a:gd name="connsiteY195" fmla="*/ 11042 h 94791"/>
                <a:gd name="connsiteX196" fmla="*/ 537500 w 545833"/>
                <a:gd name="connsiteY196" fmla="*/ 11042 h 94791"/>
                <a:gd name="connsiteX197" fmla="*/ 354792 w 545833"/>
                <a:gd name="connsiteY197" fmla="*/ 625 h 94791"/>
                <a:gd name="connsiteX198" fmla="*/ 363021 w 545833"/>
                <a:gd name="connsiteY198" fmla="*/ 625 h 94791"/>
                <a:gd name="connsiteX199" fmla="*/ 363021 w 545833"/>
                <a:gd name="connsiteY199" fmla="*/ 92917 h 94791"/>
                <a:gd name="connsiteX200" fmla="*/ 354792 w 545833"/>
                <a:gd name="connsiteY200" fmla="*/ 92917 h 94791"/>
                <a:gd name="connsiteX201" fmla="*/ 261354 w 545833"/>
                <a:gd name="connsiteY201" fmla="*/ 625 h 94791"/>
                <a:gd name="connsiteX202" fmla="*/ 269479 w 545833"/>
                <a:gd name="connsiteY202" fmla="*/ 625 h 94791"/>
                <a:gd name="connsiteX203" fmla="*/ 269479 w 545833"/>
                <a:gd name="connsiteY203" fmla="*/ 30313 h 94791"/>
                <a:gd name="connsiteX204" fmla="*/ 282188 w 545833"/>
                <a:gd name="connsiteY204" fmla="*/ 30313 h 94791"/>
                <a:gd name="connsiteX205" fmla="*/ 282188 w 545833"/>
                <a:gd name="connsiteY205" fmla="*/ 37604 h 94791"/>
                <a:gd name="connsiteX206" fmla="*/ 269479 w 545833"/>
                <a:gd name="connsiteY206" fmla="*/ 37604 h 94791"/>
                <a:gd name="connsiteX207" fmla="*/ 269479 w 545833"/>
                <a:gd name="connsiteY207" fmla="*/ 70417 h 94791"/>
                <a:gd name="connsiteX208" fmla="*/ 261354 w 545833"/>
                <a:gd name="connsiteY208" fmla="*/ 70417 h 94791"/>
                <a:gd name="connsiteX209" fmla="*/ 419896 w 545833"/>
                <a:gd name="connsiteY209" fmla="*/ 0 h 94791"/>
                <a:gd name="connsiteX210" fmla="*/ 444375 w 545833"/>
                <a:gd name="connsiteY210" fmla="*/ 5260 h 94791"/>
                <a:gd name="connsiteX211" fmla="*/ 452396 w 545833"/>
                <a:gd name="connsiteY211" fmla="*/ 17812 h 94791"/>
                <a:gd name="connsiteX212" fmla="*/ 449115 w 545833"/>
                <a:gd name="connsiteY212" fmla="*/ 26146 h 94791"/>
                <a:gd name="connsiteX213" fmla="*/ 439271 w 545833"/>
                <a:gd name="connsiteY213" fmla="*/ 32500 h 94791"/>
                <a:gd name="connsiteX214" fmla="*/ 439271 w 545833"/>
                <a:gd name="connsiteY214" fmla="*/ 46042 h 94791"/>
                <a:gd name="connsiteX215" fmla="*/ 462188 w 545833"/>
                <a:gd name="connsiteY215" fmla="*/ 46042 h 94791"/>
                <a:gd name="connsiteX216" fmla="*/ 462188 w 545833"/>
                <a:gd name="connsiteY216" fmla="*/ 53125 h 94791"/>
                <a:gd name="connsiteX217" fmla="*/ 377604 w 545833"/>
                <a:gd name="connsiteY217" fmla="*/ 53125 h 94791"/>
                <a:gd name="connsiteX218" fmla="*/ 377604 w 545833"/>
                <a:gd name="connsiteY218" fmla="*/ 46042 h 94791"/>
                <a:gd name="connsiteX219" fmla="*/ 400834 w 545833"/>
                <a:gd name="connsiteY219" fmla="*/ 46042 h 94791"/>
                <a:gd name="connsiteX220" fmla="*/ 400834 w 545833"/>
                <a:gd name="connsiteY220" fmla="*/ 32500 h 94791"/>
                <a:gd name="connsiteX221" fmla="*/ 390886 w 545833"/>
                <a:gd name="connsiteY221" fmla="*/ 26094 h 94791"/>
                <a:gd name="connsiteX222" fmla="*/ 387604 w 545833"/>
                <a:gd name="connsiteY222" fmla="*/ 17604 h 94791"/>
                <a:gd name="connsiteX223" fmla="*/ 395729 w 545833"/>
                <a:gd name="connsiteY223" fmla="*/ 5208 h 94791"/>
                <a:gd name="connsiteX224" fmla="*/ 419896 w 545833"/>
                <a:gd name="connsiteY224" fmla="*/ 0 h 9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545833" h="94791">
                  <a:moveTo>
                    <a:pt x="420000" y="66667"/>
                  </a:moveTo>
                  <a:cubicBezTo>
                    <a:pt x="412357" y="66667"/>
                    <a:pt x="406446" y="67643"/>
                    <a:pt x="402240" y="69583"/>
                  </a:cubicBezTo>
                  <a:cubicBezTo>
                    <a:pt x="398034" y="71537"/>
                    <a:pt x="395938" y="74206"/>
                    <a:pt x="395938" y="77604"/>
                  </a:cubicBezTo>
                  <a:cubicBezTo>
                    <a:pt x="395938" y="81016"/>
                    <a:pt x="398034" y="83672"/>
                    <a:pt x="402240" y="85573"/>
                  </a:cubicBezTo>
                  <a:cubicBezTo>
                    <a:pt x="406446" y="87487"/>
                    <a:pt x="412357" y="88437"/>
                    <a:pt x="420000" y="88437"/>
                  </a:cubicBezTo>
                  <a:cubicBezTo>
                    <a:pt x="427292" y="88437"/>
                    <a:pt x="433073" y="87487"/>
                    <a:pt x="437344" y="85573"/>
                  </a:cubicBezTo>
                  <a:cubicBezTo>
                    <a:pt x="441615" y="83672"/>
                    <a:pt x="443750" y="81042"/>
                    <a:pt x="443750" y="77708"/>
                  </a:cubicBezTo>
                  <a:cubicBezTo>
                    <a:pt x="443750" y="74245"/>
                    <a:pt x="441628" y="71537"/>
                    <a:pt x="437396" y="69583"/>
                  </a:cubicBezTo>
                  <a:cubicBezTo>
                    <a:pt x="433164" y="67643"/>
                    <a:pt x="427357" y="66667"/>
                    <a:pt x="420000" y="66667"/>
                  </a:cubicBezTo>
                  <a:close/>
                  <a:moveTo>
                    <a:pt x="211354" y="63542"/>
                  </a:moveTo>
                  <a:lnTo>
                    <a:pt x="219583" y="63542"/>
                  </a:lnTo>
                  <a:lnTo>
                    <a:pt x="219583" y="83958"/>
                  </a:lnTo>
                  <a:lnTo>
                    <a:pt x="272500" y="83958"/>
                  </a:lnTo>
                  <a:lnTo>
                    <a:pt x="272500" y="91042"/>
                  </a:lnTo>
                  <a:lnTo>
                    <a:pt x="213542" y="91042"/>
                  </a:lnTo>
                  <a:cubicBezTo>
                    <a:pt x="212708" y="91042"/>
                    <a:pt x="212136" y="90885"/>
                    <a:pt x="211823" y="90573"/>
                  </a:cubicBezTo>
                  <a:cubicBezTo>
                    <a:pt x="211510" y="90260"/>
                    <a:pt x="211354" y="89688"/>
                    <a:pt x="211354" y="88854"/>
                  </a:cubicBezTo>
                  <a:close/>
                  <a:moveTo>
                    <a:pt x="420000" y="60521"/>
                  </a:moveTo>
                  <a:cubicBezTo>
                    <a:pt x="431042" y="60521"/>
                    <a:pt x="439284" y="62162"/>
                    <a:pt x="444740" y="65417"/>
                  </a:cubicBezTo>
                  <a:cubicBezTo>
                    <a:pt x="450196" y="68685"/>
                    <a:pt x="452917" y="72786"/>
                    <a:pt x="452917" y="77708"/>
                  </a:cubicBezTo>
                  <a:cubicBezTo>
                    <a:pt x="452917" y="82578"/>
                    <a:pt x="450209" y="86641"/>
                    <a:pt x="444792" y="89896"/>
                  </a:cubicBezTo>
                  <a:cubicBezTo>
                    <a:pt x="439375" y="93164"/>
                    <a:pt x="431107" y="94792"/>
                    <a:pt x="420000" y="94792"/>
                  </a:cubicBezTo>
                  <a:cubicBezTo>
                    <a:pt x="408893" y="94792"/>
                    <a:pt x="400586" y="93164"/>
                    <a:pt x="395104" y="89896"/>
                  </a:cubicBezTo>
                  <a:cubicBezTo>
                    <a:pt x="389623" y="86641"/>
                    <a:pt x="386875" y="82539"/>
                    <a:pt x="386875" y="77604"/>
                  </a:cubicBezTo>
                  <a:cubicBezTo>
                    <a:pt x="386875" y="72604"/>
                    <a:pt x="389636" y="68516"/>
                    <a:pt x="395156" y="65312"/>
                  </a:cubicBezTo>
                  <a:cubicBezTo>
                    <a:pt x="400677" y="62122"/>
                    <a:pt x="408959" y="60521"/>
                    <a:pt x="420000" y="60521"/>
                  </a:cubicBezTo>
                  <a:close/>
                  <a:moveTo>
                    <a:pt x="484271" y="59688"/>
                  </a:moveTo>
                  <a:lnTo>
                    <a:pt x="543438" y="59688"/>
                  </a:lnTo>
                  <a:cubicBezTo>
                    <a:pt x="544271" y="59688"/>
                    <a:pt x="544844" y="59844"/>
                    <a:pt x="545157" y="60156"/>
                  </a:cubicBezTo>
                  <a:cubicBezTo>
                    <a:pt x="545469" y="60469"/>
                    <a:pt x="545625" y="61042"/>
                    <a:pt x="545625" y="61875"/>
                  </a:cubicBezTo>
                  <a:lnTo>
                    <a:pt x="545625" y="93542"/>
                  </a:lnTo>
                  <a:lnTo>
                    <a:pt x="537396" y="93542"/>
                  </a:lnTo>
                  <a:lnTo>
                    <a:pt x="537396" y="66771"/>
                  </a:lnTo>
                  <a:lnTo>
                    <a:pt x="484271" y="66771"/>
                  </a:lnTo>
                  <a:close/>
                  <a:moveTo>
                    <a:pt x="0" y="53333"/>
                  </a:moveTo>
                  <a:lnTo>
                    <a:pt x="84479" y="53333"/>
                  </a:lnTo>
                  <a:lnTo>
                    <a:pt x="84479" y="60417"/>
                  </a:lnTo>
                  <a:lnTo>
                    <a:pt x="62396" y="60417"/>
                  </a:lnTo>
                  <a:lnTo>
                    <a:pt x="62396" y="92917"/>
                  </a:lnTo>
                  <a:lnTo>
                    <a:pt x="54167" y="92917"/>
                  </a:lnTo>
                  <a:lnTo>
                    <a:pt x="54167" y="60417"/>
                  </a:lnTo>
                  <a:lnTo>
                    <a:pt x="30625" y="60417"/>
                  </a:lnTo>
                  <a:lnTo>
                    <a:pt x="30625" y="92188"/>
                  </a:lnTo>
                  <a:lnTo>
                    <a:pt x="22292" y="92188"/>
                  </a:lnTo>
                  <a:lnTo>
                    <a:pt x="22292" y="60417"/>
                  </a:lnTo>
                  <a:lnTo>
                    <a:pt x="0" y="60417"/>
                  </a:lnTo>
                  <a:close/>
                  <a:moveTo>
                    <a:pt x="431250" y="34375"/>
                  </a:moveTo>
                  <a:cubicBezTo>
                    <a:pt x="429518" y="34792"/>
                    <a:pt x="427669" y="35078"/>
                    <a:pt x="425729" y="35208"/>
                  </a:cubicBezTo>
                  <a:cubicBezTo>
                    <a:pt x="423789" y="35352"/>
                    <a:pt x="421836" y="35417"/>
                    <a:pt x="419896" y="35417"/>
                  </a:cubicBezTo>
                  <a:cubicBezTo>
                    <a:pt x="417956" y="35417"/>
                    <a:pt x="416029" y="35352"/>
                    <a:pt x="414115" y="35208"/>
                  </a:cubicBezTo>
                  <a:cubicBezTo>
                    <a:pt x="412201" y="35078"/>
                    <a:pt x="410482" y="34831"/>
                    <a:pt x="408959" y="34479"/>
                  </a:cubicBezTo>
                  <a:lnTo>
                    <a:pt x="408959" y="46042"/>
                  </a:lnTo>
                  <a:lnTo>
                    <a:pt x="431250" y="46042"/>
                  </a:lnTo>
                  <a:close/>
                  <a:moveTo>
                    <a:pt x="215729" y="25833"/>
                  </a:moveTo>
                  <a:lnTo>
                    <a:pt x="223646" y="25833"/>
                  </a:lnTo>
                  <a:lnTo>
                    <a:pt x="223646" y="47812"/>
                  </a:lnTo>
                  <a:cubicBezTo>
                    <a:pt x="225586" y="47812"/>
                    <a:pt x="228060" y="47747"/>
                    <a:pt x="231042" y="47604"/>
                  </a:cubicBezTo>
                  <a:cubicBezTo>
                    <a:pt x="234024" y="47474"/>
                    <a:pt x="237122" y="47266"/>
                    <a:pt x="240313" y="46979"/>
                  </a:cubicBezTo>
                  <a:cubicBezTo>
                    <a:pt x="243581" y="46771"/>
                    <a:pt x="246771" y="46497"/>
                    <a:pt x="249896" y="46146"/>
                  </a:cubicBezTo>
                  <a:cubicBezTo>
                    <a:pt x="253021" y="45807"/>
                    <a:pt x="255729" y="45417"/>
                    <a:pt x="258021" y="45000"/>
                  </a:cubicBezTo>
                  <a:lnTo>
                    <a:pt x="258021" y="51979"/>
                  </a:lnTo>
                  <a:cubicBezTo>
                    <a:pt x="253581" y="52682"/>
                    <a:pt x="247031" y="53359"/>
                    <a:pt x="238385" y="54010"/>
                  </a:cubicBezTo>
                  <a:cubicBezTo>
                    <a:pt x="229740" y="54674"/>
                    <a:pt x="219479" y="55000"/>
                    <a:pt x="207604" y="55000"/>
                  </a:cubicBezTo>
                  <a:lnTo>
                    <a:pt x="196250" y="55000"/>
                  </a:lnTo>
                  <a:lnTo>
                    <a:pt x="196250" y="47812"/>
                  </a:lnTo>
                  <a:lnTo>
                    <a:pt x="215729" y="47812"/>
                  </a:lnTo>
                  <a:close/>
                  <a:moveTo>
                    <a:pt x="519584" y="18021"/>
                  </a:moveTo>
                  <a:cubicBezTo>
                    <a:pt x="520000" y="19271"/>
                    <a:pt x="520313" y="20547"/>
                    <a:pt x="520521" y="21823"/>
                  </a:cubicBezTo>
                  <a:cubicBezTo>
                    <a:pt x="520729" y="23112"/>
                    <a:pt x="520834" y="24375"/>
                    <a:pt x="520834" y="25625"/>
                  </a:cubicBezTo>
                  <a:cubicBezTo>
                    <a:pt x="520834" y="26667"/>
                    <a:pt x="520769" y="27695"/>
                    <a:pt x="520625" y="28698"/>
                  </a:cubicBezTo>
                  <a:cubicBezTo>
                    <a:pt x="520482" y="29714"/>
                    <a:pt x="520313" y="30664"/>
                    <a:pt x="520104" y="31562"/>
                  </a:cubicBezTo>
                  <a:lnTo>
                    <a:pt x="537500" y="31562"/>
                  </a:lnTo>
                  <a:lnTo>
                    <a:pt x="537500" y="18021"/>
                  </a:lnTo>
                  <a:close/>
                  <a:moveTo>
                    <a:pt x="496563" y="9271"/>
                  </a:moveTo>
                  <a:cubicBezTo>
                    <a:pt x="491498" y="9271"/>
                    <a:pt x="487591" y="10872"/>
                    <a:pt x="484844" y="14063"/>
                  </a:cubicBezTo>
                  <a:cubicBezTo>
                    <a:pt x="482097" y="17265"/>
                    <a:pt x="480729" y="21146"/>
                    <a:pt x="480729" y="25729"/>
                  </a:cubicBezTo>
                  <a:cubicBezTo>
                    <a:pt x="480729" y="30247"/>
                    <a:pt x="482097" y="34115"/>
                    <a:pt x="484844" y="37344"/>
                  </a:cubicBezTo>
                  <a:cubicBezTo>
                    <a:pt x="487591" y="40573"/>
                    <a:pt x="491498" y="42187"/>
                    <a:pt x="496563" y="42187"/>
                  </a:cubicBezTo>
                  <a:cubicBezTo>
                    <a:pt x="501563" y="42187"/>
                    <a:pt x="505430" y="40573"/>
                    <a:pt x="508177" y="37344"/>
                  </a:cubicBezTo>
                  <a:cubicBezTo>
                    <a:pt x="510925" y="34115"/>
                    <a:pt x="512292" y="30247"/>
                    <a:pt x="512292" y="25729"/>
                  </a:cubicBezTo>
                  <a:cubicBezTo>
                    <a:pt x="512292" y="21146"/>
                    <a:pt x="510925" y="17265"/>
                    <a:pt x="508177" y="14063"/>
                  </a:cubicBezTo>
                  <a:cubicBezTo>
                    <a:pt x="505430" y="10872"/>
                    <a:pt x="501563" y="9271"/>
                    <a:pt x="496563" y="9271"/>
                  </a:cubicBezTo>
                  <a:close/>
                  <a:moveTo>
                    <a:pt x="42292" y="8229"/>
                  </a:moveTo>
                  <a:cubicBezTo>
                    <a:pt x="35065" y="8229"/>
                    <a:pt x="29258" y="9505"/>
                    <a:pt x="24844" y="12031"/>
                  </a:cubicBezTo>
                  <a:cubicBezTo>
                    <a:pt x="20430" y="14570"/>
                    <a:pt x="18229" y="18229"/>
                    <a:pt x="18229" y="23021"/>
                  </a:cubicBezTo>
                  <a:cubicBezTo>
                    <a:pt x="18229" y="25391"/>
                    <a:pt x="18841" y="27474"/>
                    <a:pt x="20052" y="29271"/>
                  </a:cubicBezTo>
                  <a:cubicBezTo>
                    <a:pt x="21263" y="31081"/>
                    <a:pt x="22956" y="32604"/>
                    <a:pt x="25104" y="33854"/>
                  </a:cubicBezTo>
                  <a:cubicBezTo>
                    <a:pt x="27253" y="35104"/>
                    <a:pt x="29805" y="36042"/>
                    <a:pt x="32760" y="36667"/>
                  </a:cubicBezTo>
                  <a:cubicBezTo>
                    <a:pt x="35716" y="37292"/>
                    <a:pt x="38893" y="37604"/>
                    <a:pt x="42292" y="37604"/>
                  </a:cubicBezTo>
                  <a:cubicBezTo>
                    <a:pt x="49167" y="37604"/>
                    <a:pt x="54883" y="36341"/>
                    <a:pt x="59427" y="33802"/>
                  </a:cubicBezTo>
                  <a:cubicBezTo>
                    <a:pt x="63971" y="31276"/>
                    <a:pt x="66250" y="27682"/>
                    <a:pt x="66250" y="23021"/>
                  </a:cubicBezTo>
                  <a:cubicBezTo>
                    <a:pt x="66250" y="18229"/>
                    <a:pt x="63997" y="14570"/>
                    <a:pt x="59479" y="12031"/>
                  </a:cubicBezTo>
                  <a:cubicBezTo>
                    <a:pt x="54961" y="9505"/>
                    <a:pt x="49232" y="8229"/>
                    <a:pt x="42292" y="8229"/>
                  </a:cubicBezTo>
                  <a:close/>
                  <a:moveTo>
                    <a:pt x="419896" y="6250"/>
                  </a:moveTo>
                  <a:cubicBezTo>
                    <a:pt x="412396" y="6250"/>
                    <a:pt x="406602" y="7292"/>
                    <a:pt x="402500" y="9375"/>
                  </a:cubicBezTo>
                  <a:cubicBezTo>
                    <a:pt x="398399" y="11458"/>
                    <a:pt x="396354" y="14167"/>
                    <a:pt x="396354" y="17500"/>
                  </a:cubicBezTo>
                  <a:cubicBezTo>
                    <a:pt x="396354" y="20768"/>
                    <a:pt x="398503" y="23476"/>
                    <a:pt x="402813" y="25625"/>
                  </a:cubicBezTo>
                  <a:cubicBezTo>
                    <a:pt x="407122" y="27787"/>
                    <a:pt x="412813" y="28854"/>
                    <a:pt x="419896" y="28854"/>
                  </a:cubicBezTo>
                  <a:cubicBezTo>
                    <a:pt x="426771" y="28854"/>
                    <a:pt x="432435" y="27839"/>
                    <a:pt x="436875" y="25781"/>
                  </a:cubicBezTo>
                  <a:cubicBezTo>
                    <a:pt x="441315" y="23737"/>
                    <a:pt x="443542" y="21042"/>
                    <a:pt x="443542" y="17708"/>
                  </a:cubicBezTo>
                  <a:cubicBezTo>
                    <a:pt x="443542" y="14375"/>
                    <a:pt x="441419" y="11641"/>
                    <a:pt x="437188" y="9479"/>
                  </a:cubicBezTo>
                  <a:cubicBezTo>
                    <a:pt x="432956" y="7331"/>
                    <a:pt x="427188" y="6250"/>
                    <a:pt x="419896" y="6250"/>
                  </a:cubicBezTo>
                  <a:close/>
                  <a:moveTo>
                    <a:pt x="97917" y="5937"/>
                  </a:moveTo>
                  <a:lnTo>
                    <a:pt x="146458" y="5937"/>
                  </a:lnTo>
                  <a:lnTo>
                    <a:pt x="146458" y="12917"/>
                  </a:lnTo>
                  <a:lnTo>
                    <a:pt x="126354" y="12917"/>
                  </a:lnTo>
                  <a:lnTo>
                    <a:pt x="126354" y="22187"/>
                  </a:lnTo>
                  <a:cubicBezTo>
                    <a:pt x="126354" y="32122"/>
                    <a:pt x="128437" y="40677"/>
                    <a:pt x="132604" y="47865"/>
                  </a:cubicBezTo>
                  <a:cubicBezTo>
                    <a:pt x="136771" y="55052"/>
                    <a:pt x="143125" y="61146"/>
                    <a:pt x="151667" y="66146"/>
                  </a:cubicBezTo>
                  <a:lnTo>
                    <a:pt x="145729" y="72083"/>
                  </a:lnTo>
                  <a:cubicBezTo>
                    <a:pt x="140938" y="68958"/>
                    <a:pt x="136315" y="64935"/>
                    <a:pt x="131875" y="60000"/>
                  </a:cubicBezTo>
                  <a:cubicBezTo>
                    <a:pt x="127435" y="55078"/>
                    <a:pt x="124167" y="49479"/>
                    <a:pt x="122083" y="43229"/>
                  </a:cubicBezTo>
                  <a:cubicBezTo>
                    <a:pt x="121107" y="46354"/>
                    <a:pt x="119753" y="49427"/>
                    <a:pt x="118021" y="52448"/>
                  </a:cubicBezTo>
                  <a:cubicBezTo>
                    <a:pt x="116289" y="55469"/>
                    <a:pt x="114310" y="58372"/>
                    <a:pt x="112083" y="61146"/>
                  </a:cubicBezTo>
                  <a:cubicBezTo>
                    <a:pt x="109935" y="63854"/>
                    <a:pt x="107617" y="66354"/>
                    <a:pt x="105156" y="68646"/>
                  </a:cubicBezTo>
                  <a:cubicBezTo>
                    <a:pt x="102695" y="70938"/>
                    <a:pt x="100313" y="72917"/>
                    <a:pt x="98021" y="74583"/>
                  </a:cubicBezTo>
                  <a:lnTo>
                    <a:pt x="91250" y="68854"/>
                  </a:lnTo>
                  <a:cubicBezTo>
                    <a:pt x="99583" y="63646"/>
                    <a:pt x="106094" y="57057"/>
                    <a:pt x="110781" y="49062"/>
                  </a:cubicBezTo>
                  <a:cubicBezTo>
                    <a:pt x="115469" y="41081"/>
                    <a:pt x="117813" y="31667"/>
                    <a:pt x="117813" y="20833"/>
                  </a:cubicBezTo>
                  <a:lnTo>
                    <a:pt x="117813" y="12917"/>
                  </a:lnTo>
                  <a:lnTo>
                    <a:pt x="97917" y="12917"/>
                  </a:lnTo>
                  <a:close/>
                  <a:moveTo>
                    <a:pt x="294479" y="5104"/>
                  </a:moveTo>
                  <a:lnTo>
                    <a:pt x="333646" y="5104"/>
                  </a:lnTo>
                  <a:cubicBezTo>
                    <a:pt x="334479" y="5104"/>
                    <a:pt x="335052" y="5260"/>
                    <a:pt x="335365" y="5573"/>
                  </a:cubicBezTo>
                  <a:cubicBezTo>
                    <a:pt x="335677" y="5885"/>
                    <a:pt x="335834" y="6458"/>
                    <a:pt x="335834" y="7292"/>
                  </a:cubicBezTo>
                  <a:lnTo>
                    <a:pt x="335834" y="38750"/>
                  </a:lnTo>
                  <a:cubicBezTo>
                    <a:pt x="335834" y="39583"/>
                    <a:pt x="335677" y="40156"/>
                    <a:pt x="335365" y="40469"/>
                  </a:cubicBezTo>
                  <a:cubicBezTo>
                    <a:pt x="335052" y="40781"/>
                    <a:pt x="334479" y="40937"/>
                    <a:pt x="333646" y="40937"/>
                  </a:cubicBezTo>
                  <a:lnTo>
                    <a:pt x="302708" y="40937"/>
                  </a:lnTo>
                  <a:lnTo>
                    <a:pt x="302708" y="62917"/>
                  </a:lnTo>
                  <a:lnTo>
                    <a:pt x="312813" y="62917"/>
                  </a:lnTo>
                  <a:cubicBezTo>
                    <a:pt x="316563" y="62917"/>
                    <a:pt x="320261" y="62812"/>
                    <a:pt x="323906" y="62604"/>
                  </a:cubicBezTo>
                  <a:cubicBezTo>
                    <a:pt x="327552" y="62396"/>
                    <a:pt x="331003" y="62162"/>
                    <a:pt x="334271" y="61875"/>
                  </a:cubicBezTo>
                  <a:cubicBezTo>
                    <a:pt x="337539" y="61536"/>
                    <a:pt x="340521" y="61172"/>
                    <a:pt x="343229" y="60781"/>
                  </a:cubicBezTo>
                  <a:cubicBezTo>
                    <a:pt x="345938" y="60404"/>
                    <a:pt x="348229" y="60000"/>
                    <a:pt x="350104" y="59583"/>
                  </a:cubicBezTo>
                  <a:lnTo>
                    <a:pt x="350104" y="66771"/>
                  </a:lnTo>
                  <a:cubicBezTo>
                    <a:pt x="348086" y="67187"/>
                    <a:pt x="345625" y="67604"/>
                    <a:pt x="342709" y="68021"/>
                  </a:cubicBezTo>
                  <a:cubicBezTo>
                    <a:pt x="339792" y="68437"/>
                    <a:pt x="336602" y="68828"/>
                    <a:pt x="333125" y="69167"/>
                  </a:cubicBezTo>
                  <a:cubicBezTo>
                    <a:pt x="329649" y="69518"/>
                    <a:pt x="325938" y="69792"/>
                    <a:pt x="321979" y="70000"/>
                  </a:cubicBezTo>
                  <a:cubicBezTo>
                    <a:pt x="318021" y="70208"/>
                    <a:pt x="314024" y="70312"/>
                    <a:pt x="310000" y="70312"/>
                  </a:cubicBezTo>
                  <a:lnTo>
                    <a:pt x="296667" y="70312"/>
                  </a:lnTo>
                  <a:cubicBezTo>
                    <a:pt x="295833" y="70312"/>
                    <a:pt x="295261" y="70156"/>
                    <a:pt x="294948" y="69844"/>
                  </a:cubicBezTo>
                  <a:cubicBezTo>
                    <a:pt x="294636" y="69531"/>
                    <a:pt x="294479" y="68958"/>
                    <a:pt x="294479" y="68125"/>
                  </a:cubicBezTo>
                  <a:lnTo>
                    <a:pt x="294479" y="36042"/>
                  </a:lnTo>
                  <a:cubicBezTo>
                    <a:pt x="294479" y="35208"/>
                    <a:pt x="294636" y="34635"/>
                    <a:pt x="294948" y="34323"/>
                  </a:cubicBezTo>
                  <a:cubicBezTo>
                    <a:pt x="295261" y="34010"/>
                    <a:pt x="295833" y="33854"/>
                    <a:pt x="296667" y="33854"/>
                  </a:cubicBezTo>
                  <a:lnTo>
                    <a:pt x="327708" y="33854"/>
                  </a:lnTo>
                  <a:lnTo>
                    <a:pt x="327708" y="12292"/>
                  </a:lnTo>
                  <a:lnTo>
                    <a:pt x="294479" y="12292"/>
                  </a:lnTo>
                  <a:close/>
                  <a:moveTo>
                    <a:pt x="202083" y="4375"/>
                  </a:moveTo>
                  <a:lnTo>
                    <a:pt x="246146" y="4375"/>
                  </a:lnTo>
                  <a:cubicBezTo>
                    <a:pt x="246979" y="4375"/>
                    <a:pt x="247552" y="4531"/>
                    <a:pt x="247865" y="4844"/>
                  </a:cubicBezTo>
                  <a:cubicBezTo>
                    <a:pt x="248177" y="5156"/>
                    <a:pt x="248333" y="5729"/>
                    <a:pt x="248333" y="6562"/>
                  </a:cubicBezTo>
                  <a:cubicBezTo>
                    <a:pt x="248190" y="9414"/>
                    <a:pt x="247982" y="12318"/>
                    <a:pt x="247708" y="15260"/>
                  </a:cubicBezTo>
                  <a:cubicBezTo>
                    <a:pt x="247435" y="18216"/>
                    <a:pt x="247122" y="21081"/>
                    <a:pt x="246771" y="23854"/>
                  </a:cubicBezTo>
                  <a:cubicBezTo>
                    <a:pt x="246419" y="26706"/>
                    <a:pt x="246055" y="29362"/>
                    <a:pt x="245677" y="31823"/>
                  </a:cubicBezTo>
                  <a:cubicBezTo>
                    <a:pt x="245300" y="34297"/>
                    <a:pt x="244896" y="36458"/>
                    <a:pt x="244479" y="38333"/>
                  </a:cubicBezTo>
                  <a:lnTo>
                    <a:pt x="236354" y="38333"/>
                  </a:lnTo>
                  <a:cubicBezTo>
                    <a:pt x="236706" y="36667"/>
                    <a:pt x="237044" y="34714"/>
                    <a:pt x="237396" y="32448"/>
                  </a:cubicBezTo>
                  <a:cubicBezTo>
                    <a:pt x="237747" y="30195"/>
                    <a:pt x="238060" y="27851"/>
                    <a:pt x="238333" y="25417"/>
                  </a:cubicBezTo>
                  <a:cubicBezTo>
                    <a:pt x="238685" y="23060"/>
                    <a:pt x="238958" y="20664"/>
                    <a:pt x="239167" y="18229"/>
                  </a:cubicBezTo>
                  <a:cubicBezTo>
                    <a:pt x="239375" y="15807"/>
                    <a:pt x="239583" y="13581"/>
                    <a:pt x="239792" y="11563"/>
                  </a:cubicBezTo>
                  <a:lnTo>
                    <a:pt x="202083" y="11563"/>
                  </a:lnTo>
                  <a:close/>
                  <a:moveTo>
                    <a:pt x="42292" y="1354"/>
                  </a:moveTo>
                  <a:cubicBezTo>
                    <a:pt x="52500" y="1354"/>
                    <a:pt x="60508" y="3307"/>
                    <a:pt x="66302" y="7188"/>
                  </a:cubicBezTo>
                  <a:cubicBezTo>
                    <a:pt x="72096" y="11081"/>
                    <a:pt x="75000" y="16354"/>
                    <a:pt x="75000" y="23021"/>
                  </a:cubicBezTo>
                  <a:cubicBezTo>
                    <a:pt x="75000" y="29479"/>
                    <a:pt x="72122" y="34674"/>
                    <a:pt x="66354" y="38594"/>
                  </a:cubicBezTo>
                  <a:cubicBezTo>
                    <a:pt x="60586" y="42526"/>
                    <a:pt x="52565" y="44479"/>
                    <a:pt x="42292" y="44479"/>
                  </a:cubicBezTo>
                  <a:cubicBezTo>
                    <a:pt x="37227" y="44479"/>
                    <a:pt x="32656" y="43984"/>
                    <a:pt x="28594" y="42969"/>
                  </a:cubicBezTo>
                  <a:cubicBezTo>
                    <a:pt x="24531" y="41966"/>
                    <a:pt x="21081" y="40521"/>
                    <a:pt x="18229" y="38646"/>
                  </a:cubicBezTo>
                  <a:cubicBezTo>
                    <a:pt x="15378" y="36771"/>
                    <a:pt x="13216" y="34518"/>
                    <a:pt x="11719" y="31875"/>
                  </a:cubicBezTo>
                  <a:cubicBezTo>
                    <a:pt x="10221" y="29245"/>
                    <a:pt x="9479" y="26289"/>
                    <a:pt x="9479" y="23021"/>
                  </a:cubicBezTo>
                  <a:cubicBezTo>
                    <a:pt x="9479" y="16563"/>
                    <a:pt x="12396" y="11341"/>
                    <a:pt x="18229" y="7344"/>
                  </a:cubicBezTo>
                  <a:cubicBezTo>
                    <a:pt x="24063" y="3359"/>
                    <a:pt x="32083" y="1354"/>
                    <a:pt x="42292" y="1354"/>
                  </a:cubicBezTo>
                  <a:close/>
                  <a:moveTo>
                    <a:pt x="161771" y="833"/>
                  </a:moveTo>
                  <a:lnTo>
                    <a:pt x="170000" y="833"/>
                  </a:lnTo>
                  <a:lnTo>
                    <a:pt x="170000" y="93125"/>
                  </a:lnTo>
                  <a:lnTo>
                    <a:pt x="161771" y="93125"/>
                  </a:lnTo>
                  <a:close/>
                  <a:moveTo>
                    <a:pt x="537500" y="625"/>
                  </a:moveTo>
                  <a:lnTo>
                    <a:pt x="545834" y="625"/>
                  </a:lnTo>
                  <a:lnTo>
                    <a:pt x="545834" y="54687"/>
                  </a:lnTo>
                  <a:lnTo>
                    <a:pt x="537500" y="54687"/>
                  </a:lnTo>
                  <a:lnTo>
                    <a:pt x="537500" y="38542"/>
                  </a:lnTo>
                  <a:lnTo>
                    <a:pt x="517188" y="38542"/>
                  </a:lnTo>
                  <a:cubicBezTo>
                    <a:pt x="515105" y="41875"/>
                    <a:pt x="512279" y="44557"/>
                    <a:pt x="508698" y="46562"/>
                  </a:cubicBezTo>
                  <a:cubicBezTo>
                    <a:pt x="505117" y="48581"/>
                    <a:pt x="501042" y="49583"/>
                    <a:pt x="496459" y="49583"/>
                  </a:cubicBezTo>
                  <a:cubicBezTo>
                    <a:pt x="492917" y="49583"/>
                    <a:pt x="489649" y="48958"/>
                    <a:pt x="486667" y="47708"/>
                  </a:cubicBezTo>
                  <a:cubicBezTo>
                    <a:pt x="483685" y="46458"/>
                    <a:pt x="481107" y="44765"/>
                    <a:pt x="478959" y="42604"/>
                  </a:cubicBezTo>
                  <a:cubicBezTo>
                    <a:pt x="476810" y="40456"/>
                    <a:pt x="475144" y="37917"/>
                    <a:pt x="473959" y="35000"/>
                  </a:cubicBezTo>
                  <a:cubicBezTo>
                    <a:pt x="472774" y="32083"/>
                    <a:pt x="472188" y="28958"/>
                    <a:pt x="472188" y="25625"/>
                  </a:cubicBezTo>
                  <a:cubicBezTo>
                    <a:pt x="472188" y="22435"/>
                    <a:pt x="472774" y="19401"/>
                    <a:pt x="473959" y="16510"/>
                  </a:cubicBezTo>
                  <a:cubicBezTo>
                    <a:pt x="475144" y="13633"/>
                    <a:pt x="476810" y="11120"/>
                    <a:pt x="478959" y="8958"/>
                  </a:cubicBezTo>
                  <a:cubicBezTo>
                    <a:pt x="481107" y="6810"/>
                    <a:pt x="483685" y="5091"/>
                    <a:pt x="486667" y="3802"/>
                  </a:cubicBezTo>
                  <a:cubicBezTo>
                    <a:pt x="489649" y="2526"/>
                    <a:pt x="492917" y="1875"/>
                    <a:pt x="496459" y="1875"/>
                  </a:cubicBezTo>
                  <a:cubicBezTo>
                    <a:pt x="500560" y="1875"/>
                    <a:pt x="504271" y="2734"/>
                    <a:pt x="507604" y="4427"/>
                  </a:cubicBezTo>
                  <a:cubicBezTo>
                    <a:pt x="510938" y="6133"/>
                    <a:pt x="513711" y="8333"/>
                    <a:pt x="515938" y="11042"/>
                  </a:cubicBezTo>
                  <a:lnTo>
                    <a:pt x="537500" y="11042"/>
                  </a:lnTo>
                  <a:close/>
                  <a:moveTo>
                    <a:pt x="354792" y="625"/>
                  </a:moveTo>
                  <a:lnTo>
                    <a:pt x="363021" y="625"/>
                  </a:lnTo>
                  <a:lnTo>
                    <a:pt x="363021" y="92917"/>
                  </a:lnTo>
                  <a:lnTo>
                    <a:pt x="354792" y="92917"/>
                  </a:lnTo>
                  <a:close/>
                  <a:moveTo>
                    <a:pt x="261354" y="625"/>
                  </a:moveTo>
                  <a:lnTo>
                    <a:pt x="269479" y="625"/>
                  </a:lnTo>
                  <a:lnTo>
                    <a:pt x="269479" y="30313"/>
                  </a:lnTo>
                  <a:lnTo>
                    <a:pt x="282188" y="30313"/>
                  </a:lnTo>
                  <a:lnTo>
                    <a:pt x="282188" y="37604"/>
                  </a:lnTo>
                  <a:lnTo>
                    <a:pt x="269479" y="37604"/>
                  </a:lnTo>
                  <a:lnTo>
                    <a:pt x="269479" y="70417"/>
                  </a:lnTo>
                  <a:lnTo>
                    <a:pt x="261354" y="70417"/>
                  </a:lnTo>
                  <a:close/>
                  <a:moveTo>
                    <a:pt x="419896" y="0"/>
                  </a:moveTo>
                  <a:cubicBezTo>
                    <a:pt x="430873" y="0"/>
                    <a:pt x="439024" y="1758"/>
                    <a:pt x="444375" y="5260"/>
                  </a:cubicBezTo>
                  <a:cubicBezTo>
                    <a:pt x="449727" y="8776"/>
                    <a:pt x="452396" y="12956"/>
                    <a:pt x="452396" y="17812"/>
                  </a:cubicBezTo>
                  <a:cubicBezTo>
                    <a:pt x="452396" y="20807"/>
                    <a:pt x="451302" y="23581"/>
                    <a:pt x="449115" y="26146"/>
                  </a:cubicBezTo>
                  <a:cubicBezTo>
                    <a:pt x="446927" y="28724"/>
                    <a:pt x="443646" y="30833"/>
                    <a:pt x="439271" y="32500"/>
                  </a:cubicBezTo>
                  <a:lnTo>
                    <a:pt x="439271" y="46042"/>
                  </a:lnTo>
                  <a:lnTo>
                    <a:pt x="462188" y="46042"/>
                  </a:lnTo>
                  <a:lnTo>
                    <a:pt x="462188" y="53125"/>
                  </a:lnTo>
                  <a:lnTo>
                    <a:pt x="377604" y="53125"/>
                  </a:lnTo>
                  <a:lnTo>
                    <a:pt x="377604" y="46042"/>
                  </a:lnTo>
                  <a:lnTo>
                    <a:pt x="400834" y="46042"/>
                  </a:lnTo>
                  <a:lnTo>
                    <a:pt x="400834" y="32500"/>
                  </a:lnTo>
                  <a:cubicBezTo>
                    <a:pt x="396393" y="30833"/>
                    <a:pt x="393073" y="28698"/>
                    <a:pt x="390886" y="26094"/>
                  </a:cubicBezTo>
                  <a:cubicBezTo>
                    <a:pt x="388698" y="23490"/>
                    <a:pt x="387604" y="20664"/>
                    <a:pt x="387604" y="17604"/>
                  </a:cubicBezTo>
                  <a:cubicBezTo>
                    <a:pt x="387604" y="12812"/>
                    <a:pt x="390313" y="8685"/>
                    <a:pt x="395729" y="5208"/>
                  </a:cubicBezTo>
                  <a:cubicBezTo>
                    <a:pt x="401146" y="1745"/>
                    <a:pt x="409206" y="0"/>
                    <a:pt x="41989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313028BB-DC8B-452A-BB1D-9D782B916A9C}"/>
                </a:ext>
              </a:extLst>
            </p:cNvPr>
            <p:cNvSpPr txBox="1"/>
            <p:nvPr/>
          </p:nvSpPr>
          <p:spPr>
            <a:xfrm>
              <a:off x="2037286" y="3193964"/>
              <a:ext cx="72975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유지관리용역</a:t>
              </a:r>
            </a:p>
          </p:txBody>
        </p:sp>
        <p:sp>
          <p:nvSpPr>
            <p:cNvPr id="367" name="자유형: 도형 366">
              <a:extLst>
                <a:ext uri="{FF2B5EF4-FFF2-40B4-BE49-F238E27FC236}">
                  <a16:creationId xmlns:a16="http://schemas.microsoft.com/office/drawing/2014/main" id="{EE534246-A7A1-48E2-87FE-D33538FAB723}"/>
                </a:ext>
              </a:extLst>
            </p:cNvPr>
            <p:cNvSpPr/>
            <p:nvPr/>
          </p:nvSpPr>
          <p:spPr>
            <a:xfrm>
              <a:off x="3018050" y="3199346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2 h 81562"/>
                <a:gd name="connsiteX3" fmla="*/ 408021 w 631667"/>
                <a:gd name="connsiteY3" fmla="*/ 81562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2 h 81562"/>
                <a:gd name="connsiteX7" fmla="*/ 251771 w 631667"/>
                <a:gd name="connsiteY7" fmla="*/ 81562 h 81562"/>
                <a:gd name="connsiteX8" fmla="*/ 598855 w 631667"/>
                <a:gd name="connsiteY8" fmla="*/ 33958 h 81562"/>
                <a:gd name="connsiteX9" fmla="*/ 604219 w 631667"/>
                <a:gd name="connsiteY9" fmla="*/ 34948 h 81562"/>
                <a:gd name="connsiteX10" fmla="*/ 609063 w 631667"/>
                <a:gd name="connsiteY10" fmla="*/ 37917 h 81562"/>
                <a:gd name="connsiteX11" fmla="*/ 613854 w 631667"/>
                <a:gd name="connsiteY11" fmla="*/ 41406 h 81562"/>
                <a:gd name="connsiteX12" fmla="*/ 618125 w 631667"/>
                <a:gd name="connsiteY12" fmla="*/ 42604 h 81562"/>
                <a:gd name="connsiteX13" fmla="*/ 623386 w 631667"/>
                <a:gd name="connsiteY13" fmla="*/ 40312 h 81562"/>
                <a:gd name="connsiteX14" fmla="*/ 626980 w 631667"/>
                <a:gd name="connsiteY14" fmla="*/ 33958 h 81562"/>
                <a:gd name="connsiteX15" fmla="*/ 631667 w 631667"/>
                <a:gd name="connsiteY15" fmla="*/ 36771 h 81562"/>
                <a:gd name="connsiteX16" fmla="*/ 626719 w 631667"/>
                <a:gd name="connsiteY16" fmla="*/ 45833 h 81562"/>
                <a:gd name="connsiteX17" fmla="*/ 618021 w 631667"/>
                <a:gd name="connsiteY17" fmla="*/ 49271 h 81562"/>
                <a:gd name="connsiteX18" fmla="*/ 612605 w 631667"/>
                <a:gd name="connsiteY18" fmla="*/ 48333 h 81562"/>
                <a:gd name="connsiteX19" fmla="*/ 607813 w 631667"/>
                <a:gd name="connsiteY19" fmla="*/ 45312 h 81562"/>
                <a:gd name="connsiteX20" fmla="*/ 602969 w 631667"/>
                <a:gd name="connsiteY20" fmla="*/ 41875 h 81562"/>
                <a:gd name="connsiteX21" fmla="*/ 598750 w 631667"/>
                <a:gd name="connsiteY21" fmla="*/ 40625 h 81562"/>
                <a:gd name="connsiteX22" fmla="*/ 593646 w 631667"/>
                <a:gd name="connsiteY22" fmla="*/ 42656 h 81562"/>
                <a:gd name="connsiteX23" fmla="*/ 590105 w 631667"/>
                <a:gd name="connsiteY23" fmla="*/ 48437 h 81562"/>
                <a:gd name="connsiteX24" fmla="*/ 585417 w 631667"/>
                <a:gd name="connsiteY24" fmla="*/ 45625 h 81562"/>
                <a:gd name="connsiteX25" fmla="*/ 590313 w 631667"/>
                <a:gd name="connsiteY25" fmla="*/ 37396 h 81562"/>
                <a:gd name="connsiteX26" fmla="*/ 598855 w 631667"/>
                <a:gd name="connsiteY26" fmla="*/ 33958 h 81562"/>
                <a:gd name="connsiteX27" fmla="*/ 214167 w 631667"/>
                <a:gd name="connsiteY27" fmla="*/ 11250 h 81562"/>
                <a:gd name="connsiteX28" fmla="*/ 187292 w 631667"/>
                <a:gd name="connsiteY28" fmla="*/ 55312 h 81562"/>
                <a:gd name="connsiteX29" fmla="*/ 213959 w 631667"/>
                <a:gd name="connsiteY29" fmla="*/ 55312 h 81562"/>
                <a:gd name="connsiteX30" fmla="*/ 213959 w 631667"/>
                <a:gd name="connsiteY30" fmla="*/ 20833 h 81562"/>
                <a:gd name="connsiteX31" fmla="*/ 519063 w 631667"/>
                <a:gd name="connsiteY31" fmla="*/ 8333 h 81562"/>
                <a:gd name="connsiteX32" fmla="*/ 507032 w 631667"/>
                <a:gd name="connsiteY32" fmla="*/ 13854 h 81562"/>
                <a:gd name="connsiteX33" fmla="*/ 502813 w 631667"/>
                <a:gd name="connsiteY33" fmla="*/ 27292 h 81562"/>
                <a:gd name="connsiteX34" fmla="*/ 503802 w 631667"/>
                <a:gd name="connsiteY34" fmla="*/ 34583 h 81562"/>
                <a:gd name="connsiteX35" fmla="*/ 506875 w 631667"/>
                <a:gd name="connsiteY35" fmla="*/ 40521 h 81562"/>
                <a:gd name="connsiteX36" fmla="*/ 511875 w 631667"/>
                <a:gd name="connsiteY36" fmla="*/ 44635 h 81562"/>
                <a:gd name="connsiteX37" fmla="*/ 518959 w 631667"/>
                <a:gd name="connsiteY37" fmla="*/ 46146 h 81562"/>
                <a:gd name="connsiteX38" fmla="*/ 525365 w 631667"/>
                <a:gd name="connsiteY38" fmla="*/ 44687 h 81562"/>
                <a:gd name="connsiteX39" fmla="*/ 530417 w 631667"/>
                <a:gd name="connsiteY39" fmla="*/ 40833 h 81562"/>
                <a:gd name="connsiteX40" fmla="*/ 533802 w 631667"/>
                <a:gd name="connsiteY40" fmla="*/ 35104 h 81562"/>
                <a:gd name="connsiteX41" fmla="*/ 535000 w 631667"/>
                <a:gd name="connsiteY41" fmla="*/ 28229 h 81562"/>
                <a:gd name="connsiteX42" fmla="*/ 533802 w 631667"/>
                <a:gd name="connsiteY42" fmla="*/ 20417 h 81562"/>
                <a:gd name="connsiteX43" fmla="*/ 530521 w 631667"/>
                <a:gd name="connsiteY43" fmla="*/ 14062 h 81562"/>
                <a:gd name="connsiteX44" fmla="*/ 525521 w 631667"/>
                <a:gd name="connsiteY44" fmla="*/ 9896 h 81562"/>
                <a:gd name="connsiteX45" fmla="*/ 519063 w 631667"/>
                <a:gd name="connsiteY45" fmla="*/ 8333 h 81562"/>
                <a:gd name="connsiteX46" fmla="*/ 89583 w 631667"/>
                <a:gd name="connsiteY46" fmla="*/ 7187 h 81562"/>
                <a:gd name="connsiteX47" fmla="*/ 80781 w 631667"/>
                <a:gd name="connsiteY47" fmla="*/ 10833 h 81562"/>
                <a:gd name="connsiteX48" fmla="*/ 76042 w 631667"/>
                <a:gd name="connsiteY48" fmla="*/ 19583 h 81562"/>
                <a:gd name="connsiteX49" fmla="*/ 74011 w 631667"/>
                <a:gd name="connsiteY49" fmla="*/ 30573 h 81562"/>
                <a:gd name="connsiteX50" fmla="*/ 73646 w 631667"/>
                <a:gd name="connsiteY50" fmla="*/ 40729 h 81562"/>
                <a:gd name="connsiteX51" fmla="*/ 74011 w 631667"/>
                <a:gd name="connsiteY51" fmla="*/ 50781 h 81562"/>
                <a:gd name="connsiteX52" fmla="*/ 76042 w 631667"/>
                <a:gd name="connsiteY52" fmla="*/ 61667 h 81562"/>
                <a:gd name="connsiteX53" fmla="*/ 80781 w 631667"/>
                <a:gd name="connsiteY53" fmla="*/ 70312 h 81562"/>
                <a:gd name="connsiteX54" fmla="*/ 89583 w 631667"/>
                <a:gd name="connsiteY54" fmla="*/ 73854 h 81562"/>
                <a:gd name="connsiteX55" fmla="*/ 98542 w 631667"/>
                <a:gd name="connsiteY55" fmla="*/ 70312 h 81562"/>
                <a:gd name="connsiteX56" fmla="*/ 103542 w 631667"/>
                <a:gd name="connsiteY56" fmla="*/ 61667 h 81562"/>
                <a:gd name="connsiteX57" fmla="*/ 105833 w 631667"/>
                <a:gd name="connsiteY57" fmla="*/ 50781 h 81562"/>
                <a:gd name="connsiteX58" fmla="*/ 106354 w 631667"/>
                <a:gd name="connsiteY58" fmla="*/ 40729 h 81562"/>
                <a:gd name="connsiteX59" fmla="*/ 105833 w 631667"/>
                <a:gd name="connsiteY59" fmla="*/ 30573 h 81562"/>
                <a:gd name="connsiteX60" fmla="*/ 103542 w 631667"/>
                <a:gd name="connsiteY60" fmla="*/ 19583 h 81562"/>
                <a:gd name="connsiteX61" fmla="*/ 98542 w 631667"/>
                <a:gd name="connsiteY61" fmla="*/ 10833 h 81562"/>
                <a:gd name="connsiteX62" fmla="*/ 89583 w 631667"/>
                <a:gd name="connsiteY62" fmla="*/ 7187 h 81562"/>
                <a:gd name="connsiteX63" fmla="*/ 453125 w 631667"/>
                <a:gd name="connsiteY63" fmla="*/ 3125 h 81562"/>
                <a:gd name="connsiteX64" fmla="*/ 459063 w 631667"/>
                <a:gd name="connsiteY64" fmla="*/ 3125 h 81562"/>
                <a:gd name="connsiteX65" fmla="*/ 460625 w 631667"/>
                <a:gd name="connsiteY65" fmla="*/ 3542 h 81562"/>
                <a:gd name="connsiteX66" fmla="*/ 461042 w 631667"/>
                <a:gd name="connsiteY66" fmla="*/ 5104 h 81562"/>
                <a:gd name="connsiteX67" fmla="*/ 461042 w 631667"/>
                <a:gd name="connsiteY67" fmla="*/ 79167 h 81562"/>
                <a:gd name="connsiteX68" fmla="*/ 452813 w 631667"/>
                <a:gd name="connsiteY68" fmla="*/ 79167 h 81562"/>
                <a:gd name="connsiteX69" fmla="*/ 452813 w 631667"/>
                <a:gd name="connsiteY69" fmla="*/ 12083 h 81562"/>
                <a:gd name="connsiteX70" fmla="*/ 445782 w 631667"/>
                <a:gd name="connsiteY70" fmla="*/ 17865 h 81562"/>
                <a:gd name="connsiteX71" fmla="*/ 436563 w 631667"/>
                <a:gd name="connsiteY71" fmla="*/ 23125 h 81562"/>
                <a:gd name="connsiteX72" fmla="*/ 436563 w 631667"/>
                <a:gd name="connsiteY72" fmla="*/ 15208 h 81562"/>
                <a:gd name="connsiteX73" fmla="*/ 445209 w 631667"/>
                <a:gd name="connsiteY73" fmla="*/ 10104 h 81562"/>
                <a:gd name="connsiteX74" fmla="*/ 453125 w 631667"/>
                <a:gd name="connsiteY74" fmla="*/ 3125 h 81562"/>
                <a:gd name="connsiteX75" fmla="*/ 296875 w 631667"/>
                <a:gd name="connsiteY75" fmla="*/ 3125 h 81562"/>
                <a:gd name="connsiteX76" fmla="*/ 302813 w 631667"/>
                <a:gd name="connsiteY76" fmla="*/ 3125 h 81562"/>
                <a:gd name="connsiteX77" fmla="*/ 304375 w 631667"/>
                <a:gd name="connsiteY77" fmla="*/ 3542 h 81562"/>
                <a:gd name="connsiteX78" fmla="*/ 304792 w 631667"/>
                <a:gd name="connsiteY78" fmla="*/ 5104 h 81562"/>
                <a:gd name="connsiteX79" fmla="*/ 304792 w 631667"/>
                <a:gd name="connsiteY79" fmla="*/ 79167 h 81562"/>
                <a:gd name="connsiteX80" fmla="*/ 296563 w 631667"/>
                <a:gd name="connsiteY80" fmla="*/ 79167 h 81562"/>
                <a:gd name="connsiteX81" fmla="*/ 296563 w 631667"/>
                <a:gd name="connsiteY81" fmla="*/ 12083 h 81562"/>
                <a:gd name="connsiteX82" fmla="*/ 289532 w 631667"/>
                <a:gd name="connsiteY82" fmla="*/ 17865 h 81562"/>
                <a:gd name="connsiteX83" fmla="*/ 280313 w 631667"/>
                <a:gd name="connsiteY83" fmla="*/ 23125 h 81562"/>
                <a:gd name="connsiteX84" fmla="*/ 280313 w 631667"/>
                <a:gd name="connsiteY84" fmla="*/ 15208 h 81562"/>
                <a:gd name="connsiteX85" fmla="*/ 288959 w 631667"/>
                <a:gd name="connsiteY85" fmla="*/ 10104 h 81562"/>
                <a:gd name="connsiteX86" fmla="*/ 296875 w 631667"/>
                <a:gd name="connsiteY86" fmla="*/ 3125 h 81562"/>
                <a:gd name="connsiteX87" fmla="*/ 212813 w 631667"/>
                <a:gd name="connsiteY87" fmla="*/ 1979 h 81562"/>
                <a:gd name="connsiteX88" fmla="*/ 219896 w 631667"/>
                <a:gd name="connsiteY88" fmla="*/ 1979 h 81562"/>
                <a:gd name="connsiteX89" fmla="*/ 221458 w 631667"/>
                <a:gd name="connsiteY89" fmla="*/ 2396 h 81562"/>
                <a:gd name="connsiteX90" fmla="*/ 221875 w 631667"/>
                <a:gd name="connsiteY90" fmla="*/ 3958 h 81562"/>
                <a:gd name="connsiteX91" fmla="*/ 221875 w 631667"/>
                <a:gd name="connsiteY91" fmla="*/ 55312 h 81562"/>
                <a:gd name="connsiteX92" fmla="*/ 233229 w 631667"/>
                <a:gd name="connsiteY92" fmla="*/ 55312 h 81562"/>
                <a:gd name="connsiteX93" fmla="*/ 233229 w 631667"/>
                <a:gd name="connsiteY93" fmla="*/ 62500 h 81562"/>
                <a:gd name="connsiteX94" fmla="*/ 221875 w 631667"/>
                <a:gd name="connsiteY94" fmla="*/ 62500 h 81562"/>
                <a:gd name="connsiteX95" fmla="*/ 221875 w 631667"/>
                <a:gd name="connsiteY95" fmla="*/ 79167 h 81562"/>
                <a:gd name="connsiteX96" fmla="*/ 213750 w 631667"/>
                <a:gd name="connsiteY96" fmla="*/ 79167 h 81562"/>
                <a:gd name="connsiteX97" fmla="*/ 213750 w 631667"/>
                <a:gd name="connsiteY97" fmla="*/ 62500 h 81562"/>
                <a:gd name="connsiteX98" fmla="*/ 181354 w 631667"/>
                <a:gd name="connsiteY98" fmla="*/ 62500 h 81562"/>
                <a:gd name="connsiteX99" fmla="*/ 179792 w 631667"/>
                <a:gd name="connsiteY99" fmla="*/ 62083 h 81562"/>
                <a:gd name="connsiteX100" fmla="*/ 179375 w 631667"/>
                <a:gd name="connsiteY100" fmla="*/ 60521 h 81562"/>
                <a:gd name="connsiteX101" fmla="*/ 179375 w 631667"/>
                <a:gd name="connsiteY101" fmla="*/ 56146 h 81562"/>
                <a:gd name="connsiteX102" fmla="*/ 179636 w 631667"/>
                <a:gd name="connsiteY102" fmla="*/ 54635 h 81562"/>
                <a:gd name="connsiteX103" fmla="*/ 180313 w 631667"/>
                <a:gd name="connsiteY103" fmla="*/ 53229 h 81562"/>
                <a:gd name="connsiteX104" fmla="*/ 210729 w 631667"/>
                <a:gd name="connsiteY104" fmla="*/ 3333 h 81562"/>
                <a:gd name="connsiteX105" fmla="*/ 211563 w 631667"/>
                <a:gd name="connsiteY105" fmla="*/ 2344 h 81562"/>
                <a:gd name="connsiteX106" fmla="*/ 212813 w 631667"/>
                <a:gd name="connsiteY106" fmla="*/ 1979 h 81562"/>
                <a:gd name="connsiteX107" fmla="*/ 518542 w 631667"/>
                <a:gd name="connsiteY107" fmla="*/ 1354 h 81562"/>
                <a:gd name="connsiteX108" fmla="*/ 528125 w 631667"/>
                <a:gd name="connsiteY108" fmla="*/ 2917 h 81562"/>
                <a:gd name="connsiteX109" fmla="*/ 536354 w 631667"/>
                <a:gd name="connsiteY109" fmla="*/ 8646 h 81562"/>
                <a:gd name="connsiteX110" fmla="*/ 542032 w 631667"/>
                <a:gd name="connsiteY110" fmla="*/ 20156 h 81562"/>
                <a:gd name="connsiteX111" fmla="*/ 544167 w 631667"/>
                <a:gd name="connsiteY111" fmla="*/ 38958 h 81562"/>
                <a:gd name="connsiteX112" fmla="*/ 537188 w 631667"/>
                <a:gd name="connsiteY112" fmla="*/ 70365 h 81562"/>
                <a:gd name="connsiteX113" fmla="*/ 518229 w 631667"/>
                <a:gd name="connsiteY113" fmla="*/ 80833 h 81562"/>
                <a:gd name="connsiteX114" fmla="*/ 502761 w 631667"/>
                <a:gd name="connsiteY114" fmla="*/ 75521 h 81562"/>
                <a:gd name="connsiteX115" fmla="*/ 495938 w 631667"/>
                <a:gd name="connsiteY115" fmla="*/ 61042 h 81562"/>
                <a:gd name="connsiteX116" fmla="*/ 504167 w 631667"/>
                <a:gd name="connsiteY116" fmla="*/ 61042 h 81562"/>
                <a:gd name="connsiteX117" fmla="*/ 508698 w 631667"/>
                <a:gd name="connsiteY117" fmla="*/ 70417 h 81562"/>
                <a:gd name="connsiteX118" fmla="*/ 518646 w 631667"/>
                <a:gd name="connsiteY118" fmla="*/ 73854 h 81562"/>
                <a:gd name="connsiteX119" fmla="*/ 527657 w 631667"/>
                <a:gd name="connsiteY119" fmla="*/ 70729 h 81562"/>
                <a:gd name="connsiteX120" fmla="*/ 533334 w 631667"/>
                <a:gd name="connsiteY120" fmla="*/ 62604 h 81562"/>
                <a:gd name="connsiteX121" fmla="*/ 536198 w 631667"/>
                <a:gd name="connsiteY121" fmla="*/ 51562 h 81562"/>
                <a:gd name="connsiteX122" fmla="*/ 536980 w 631667"/>
                <a:gd name="connsiteY122" fmla="*/ 39375 h 81562"/>
                <a:gd name="connsiteX123" fmla="*/ 529375 w 631667"/>
                <a:gd name="connsiteY123" fmla="*/ 49375 h 81562"/>
                <a:gd name="connsiteX124" fmla="*/ 517292 w 631667"/>
                <a:gd name="connsiteY124" fmla="*/ 52604 h 81562"/>
                <a:gd name="connsiteX125" fmla="*/ 500782 w 631667"/>
                <a:gd name="connsiteY125" fmla="*/ 45625 h 81562"/>
                <a:gd name="connsiteX126" fmla="*/ 494584 w 631667"/>
                <a:gd name="connsiteY126" fmla="*/ 27083 h 81562"/>
                <a:gd name="connsiteX127" fmla="*/ 496198 w 631667"/>
                <a:gd name="connsiteY127" fmla="*/ 17083 h 81562"/>
                <a:gd name="connsiteX128" fmla="*/ 500938 w 631667"/>
                <a:gd name="connsiteY128" fmla="*/ 8854 h 81562"/>
                <a:gd name="connsiteX129" fmla="*/ 508490 w 631667"/>
                <a:gd name="connsiteY129" fmla="*/ 3385 h 81562"/>
                <a:gd name="connsiteX130" fmla="*/ 518542 w 631667"/>
                <a:gd name="connsiteY130" fmla="*/ 1354 h 81562"/>
                <a:gd name="connsiteX131" fmla="*/ 361563 w 631667"/>
                <a:gd name="connsiteY131" fmla="*/ 1354 h 81562"/>
                <a:gd name="connsiteX132" fmla="*/ 377604 w 631667"/>
                <a:gd name="connsiteY132" fmla="*/ 6458 h 81562"/>
                <a:gd name="connsiteX133" fmla="*/ 384063 w 631667"/>
                <a:gd name="connsiteY133" fmla="*/ 21458 h 81562"/>
                <a:gd name="connsiteX134" fmla="*/ 379948 w 631667"/>
                <a:gd name="connsiteY134" fmla="*/ 35312 h 81562"/>
                <a:gd name="connsiteX135" fmla="*/ 370104 w 631667"/>
                <a:gd name="connsiteY135" fmla="*/ 49271 h 81562"/>
                <a:gd name="connsiteX136" fmla="*/ 358229 w 631667"/>
                <a:gd name="connsiteY136" fmla="*/ 61979 h 81562"/>
                <a:gd name="connsiteX137" fmla="*/ 348021 w 631667"/>
                <a:gd name="connsiteY137" fmla="*/ 71979 h 81562"/>
                <a:gd name="connsiteX138" fmla="*/ 385729 w 631667"/>
                <a:gd name="connsiteY138" fmla="*/ 71979 h 81562"/>
                <a:gd name="connsiteX139" fmla="*/ 385729 w 631667"/>
                <a:gd name="connsiteY139" fmla="*/ 79167 h 81562"/>
                <a:gd name="connsiteX140" fmla="*/ 340000 w 631667"/>
                <a:gd name="connsiteY140" fmla="*/ 79167 h 81562"/>
                <a:gd name="connsiteX141" fmla="*/ 338802 w 631667"/>
                <a:gd name="connsiteY141" fmla="*/ 78854 h 81562"/>
                <a:gd name="connsiteX142" fmla="*/ 338542 w 631667"/>
                <a:gd name="connsiteY142" fmla="*/ 77604 h 81562"/>
                <a:gd name="connsiteX143" fmla="*/ 338542 w 631667"/>
                <a:gd name="connsiteY143" fmla="*/ 71354 h 81562"/>
                <a:gd name="connsiteX144" fmla="*/ 342865 w 631667"/>
                <a:gd name="connsiteY144" fmla="*/ 67187 h 81562"/>
                <a:gd name="connsiteX145" fmla="*/ 348438 w 631667"/>
                <a:gd name="connsiteY145" fmla="*/ 61667 h 81562"/>
                <a:gd name="connsiteX146" fmla="*/ 354479 w 631667"/>
                <a:gd name="connsiteY146" fmla="*/ 55208 h 81562"/>
                <a:gd name="connsiteX147" fmla="*/ 360625 w 631667"/>
                <a:gd name="connsiteY147" fmla="*/ 48125 h 81562"/>
                <a:gd name="connsiteX148" fmla="*/ 366354 w 631667"/>
                <a:gd name="connsiteY148" fmla="*/ 40990 h 81562"/>
                <a:gd name="connsiteX149" fmla="*/ 371042 w 631667"/>
                <a:gd name="connsiteY149" fmla="*/ 34062 h 81562"/>
                <a:gd name="connsiteX150" fmla="*/ 374323 w 631667"/>
                <a:gd name="connsiteY150" fmla="*/ 27604 h 81562"/>
                <a:gd name="connsiteX151" fmla="*/ 375521 w 631667"/>
                <a:gd name="connsiteY151" fmla="*/ 22083 h 81562"/>
                <a:gd name="connsiteX152" fmla="*/ 371563 w 631667"/>
                <a:gd name="connsiteY152" fmla="*/ 11927 h 81562"/>
                <a:gd name="connsiteX153" fmla="*/ 361354 w 631667"/>
                <a:gd name="connsiteY153" fmla="*/ 8542 h 81562"/>
                <a:gd name="connsiteX154" fmla="*/ 351511 w 631667"/>
                <a:gd name="connsiteY154" fmla="*/ 12708 h 81562"/>
                <a:gd name="connsiteX155" fmla="*/ 347708 w 631667"/>
                <a:gd name="connsiteY155" fmla="*/ 23542 h 81562"/>
                <a:gd name="connsiteX156" fmla="*/ 339167 w 631667"/>
                <a:gd name="connsiteY156" fmla="*/ 23542 h 81562"/>
                <a:gd name="connsiteX157" fmla="*/ 340833 w 631667"/>
                <a:gd name="connsiteY157" fmla="*/ 14427 h 81562"/>
                <a:gd name="connsiteX158" fmla="*/ 345521 w 631667"/>
                <a:gd name="connsiteY158" fmla="*/ 7396 h 81562"/>
                <a:gd name="connsiteX159" fmla="*/ 352656 w 631667"/>
                <a:gd name="connsiteY159" fmla="*/ 2917 h 81562"/>
                <a:gd name="connsiteX160" fmla="*/ 361563 w 631667"/>
                <a:gd name="connsiteY160" fmla="*/ 1354 h 81562"/>
                <a:gd name="connsiteX161" fmla="*/ 140208 w 631667"/>
                <a:gd name="connsiteY161" fmla="*/ 1354 h 81562"/>
                <a:gd name="connsiteX162" fmla="*/ 156250 w 631667"/>
                <a:gd name="connsiteY162" fmla="*/ 6458 h 81562"/>
                <a:gd name="connsiteX163" fmla="*/ 162708 w 631667"/>
                <a:gd name="connsiteY163" fmla="*/ 21458 h 81562"/>
                <a:gd name="connsiteX164" fmla="*/ 158594 w 631667"/>
                <a:gd name="connsiteY164" fmla="*/ 35312 h 81562"/>
                <a:gd name="connsiteX165" fmla="*/ 148750 w 631667"/>
                <a:gd name="connsiteY165" fmla="*/ 49271 h 81562"/>
                <a:gd name="connsiteX166" fmla="*/ 136875 w 631667"/>
                <a:gd name="connsiteY166" fmla="*/ 61979 h 81562"/>
                <a:gd name="connsiteX167" fmla="*/ 126667 w 631667"/>
                <a:gd name="connsiteY167" fmla="*/ 71979 h 81562"/>
                <a:gd name="connsiteX168" fmla="*/ 164375 w 631667"/>
                <a:gd name="connsiteY168" fmla="*/ 71979 h 81562"/>
                <a:gd name="connsiteX169" fmla="*/ 164375 w 631667"/>
                <a:gd name="connsiteY169" fmla="*/ 79167 h 81562"/>
                <a:gd name="connsiteX170" fmla="*/ 118646 w 631667"/>
                <a:gd name="connsiteY170" fmla="*/ 79167 h 81562"/>
                <a:gd name="connsiteX171" fmla="*/ 117448 w 631667"/>
                <a:gd name="connsiteY171" fmla="*/ 78854 h 81562"/>
                <a:gd name="connsiteX172" fmla="*/ 117188 w 631667"/>
                <a:gd name="connsiteY172" fmla="*/ 77604 h 81562"/>
                <a:gd name="connsiteX173" fmla="*/ 117188 w 631667"/>
                <a:gd name="connsiteY173" fmla="*/ 71354 h 81562"/>
                <a:gd name="connsiteX174" fmla="*/ 121510 w 631667"/>
                <a:gd name="connsiteY174" fmla="*/ 67187 h 81562"/>
                <a:gd name="connsiteX175" fmla="*/ 127084 w 631667"/>
                <a:gd name="connsiteY175" fmla="*/ 61667 h 81562"/>
                <a:gd name="connsiteX176" fmla="*/ 133125 w 631667"/>
                <a:gd name="connsiteY176" fmla="*/ 55208 h 81562"/>
                <a:gd name="connsiteX177" fmla="*/ 139271 w 631667"/>
                <a:gd name="connsiteY177" fmla="*/ 48125 h 81562"/>
                <a:gd name="connsiteX178" fmla="*/ 145000 w 631667"/>
                <a:gd name="connsiteY178" fmla="*/ 40990 h 81562"/>
                <a:gd name="connsiteX179" fmla="*/ 149688 w 631667"/>
                <a:gd name="connsiteY179" fmla="*/ 34062 h 81562"/>
                <a:gd name="connsiteX180" fmla="*/ 152969 w 631667"/>
                <a:gd name="connsiteY180" fmla="*/ 27604 h 81562"/>
                <a:gd name="connsiteX181" fmla="*/ 154167 w 631667"/>
                <a:gd name="connsiteY181" fmla="*/ 22083 h 81562"/>
                <a:gd name="connsiteX182" fmla="*/ 150208 w 631667"/>
                <a:gd name="connsiteY182" fmla="*/ 11927 h 81562"/>
                <a:gd name="connsiteX183" fmla="*/ 140000 w 631667"/>
                <a:gd name="connsiteY183" fmla="*/ 8542 h 81562"/>
                <a:gd name="connsiteX184" fmla="*/ 130156 w 631667"/>
                <a:gd name="connsiteY184" fmla="*/ 12708 h 81562"/>
                <a:gd name="connsiteX185" fmla="*/ 126354 w 631667"/>
                <a:gd name="connsiteY185" fmla="*/ 23542 h 81562"/>
                <a:gd name="connsiteX186" fmla="*/ 117813 w 631667"/>
                <a:gd name="connsiteY186" fmla="*/ 23542 h 81562"/>
                <a:gd name="connsiteX187" fmla="*/ 119479 w 631667"/>
                <a:gd name="connsiteY187" fmla="*/ 14427 h 81562"/>
                <a:gd name="connsiteX188" fmla="*/ 124167 w 631667"/>
                <a:gd name="connsiteY188" fmla="*/ 7396 h 81562"/>
                <a:gd name="connsiteX189" fmla="*/ 131302 w 631667"/>
                <a:gd name="connsiteY189" fmla="*/ 2917 h 81562"/>
                <a:gd name="connsiteX190" fmla="*/ 140208 w 631667"/>
                <a:gd name="connsiteY190" fmla="*/ 1354 h 81562"/>
                <a:gd name="connsiteX191" fmla="*/ 23021 w 631667"/>
                <a:gd name="connsiteY191" fmla="*/ 1354 h 81562"/>
                <a:gd name="connsiteX192" fmla="*/ 39063 w 631667"/>
                <a:gd name="connsiteY192" fmla="*/ 6458 h 81562"/>
                <a:gd name="connsiteX193" fmla="*/ 45521 w 631667"/>
                <a:gd name="connsiteY193" fmla="*/ 21458 h 81562"/>
                <a:gd name="connsiteX194" fmla="*/ 41406 w 631667"/>
                <a:gd name="connsiteY194" fmla="*/ 35312 h 81562"/>
                <a:gd name="connsiteX195" fmla="*/ 31562 w 631667"/>
                <a:gd name="connsiteY195" fmla="*/ 49271 h 81562"/>
                <a:gd name="connsiteX196" fmla="*/ 19688 w 631667"/>
                <a:gd name="connsiteY196" fmla="*/ 61979 h 81562"/>
                <a:gd name="connsiteX197" fmla="*/ 9479 w 631667"/>
                <a:gd name="connsiteY197" fmla="*/ 71979 h 81562"/>
                <a:gd name="connsiteX198" fmla="*/ 47188 w 631667"/>
                <a:gd name="connsiteY198" fmla="*/ 71979 h 81562"/>
                <a:gd name="connsiteX199" fmla="*/ 47188 w 631667"/>
                <a:gd name="connsiteY199" fmla="*/ 79167 h 81562"/>
                <a:gd name="connsiteX200" fmla="*/ 1458 w 631667"/>
                <a:gd name="connsiteY200" fmla="*/ 79167 h 81562"/>
                <a:gd name="connsiteX201" fmla="*/ 260 w 631667"/>
                <a:gd name="connsiteY201" fmla="*/ 78854 h 81562"/>
                <a:gd name="connsiteX202" fmla="*/ 0 w 631667"/>
                <a:gd name="connsiteY202" fmla="*/ 77604 h 81562"/>
                <a:gd name="connsiteX203" fmla="*/ 0 w 631667"/>
                <a:gd name="connsiteY203" fmla="*/ 71354 h 81562"/>
                <a:gd name="connsiteX204" fmla="*/ 4323 w 631667"/>
                <a:gd name="connsiteY204" fmla="*/ 67187 h 81562"/>
                <a:gd name="connsiteX205" fmla="*/ 9896 w 631667"/>
                <a:gd name="connsiteY205" fmla="*/ 61667 h 81562"/>
                <a:gd name="connsiteX206" fmla="*/ 15937 w 631667"/>
                <a:gd name="connsiteY206" fmla="*/ 55208 h 81562"/>
                <a:gd name="connsiteX207" fmla="*/ 22083 w 631667"/>
                <a:gd name="connsiteY207" fmla="*/ 48125 h 81562"/>
                <a:gd name="connsiteX208" fmla="*/ 27813 w 631667"/>
                <a:gd name="connsiteY208" fmla="*/ 40990 h 81562"/>
                <a:gd name="connsiteX209" fmla="*/ 32500 w 631667"/>
                <a:gd name="connsiteY209" fmla="*/ 34062 h 81562"/>
                <a:gd name="connsiteX210" fmla="*/ 35781 w 631667"/>
                <a:gd name="connsiteY210" fmla="*/ 27604 h 81562"/>
                <a:gd name="connsiteX211" fmla="*/ 36979 w 631667"/>
                <a:gd name="connsiteY211" fmla="*/ 22083 h 81562"/>
                <a:gd name="connsiteX212" fmla="*/ 33021 w 631667"/>
                <a:gd name="connsiteY212" fmla="*/ 11927 h 81562"/>
                <a:gd name="connsiteX213" fmla="*/ 22812 w 631667"/>
                <a:gd name="connsiteY213" fmla="*/ 8542 h 81562"/>
                <a:gd name="connsiteX214" fmla="*/ 12969 w 631667"/>
                <a:gd name="connsiteY214" fmla="*/ 12708 h 81562"/>
                <a:gd name="connsiteX215" fmla="*/ 9167 w 631667"/>
                <a:gd name="connsiteY215" fmla="*/ 23542 h 81562"/>
                <a:gd name="connsiteX216" fmla="*/ 625 w 631667"/>
                <a:gd name="connsiteY216" fmla="*/ 23542 h 81562"/>
                <a:gd name="connsiteX217" fmla="*/ 2292 w 631667"/>
                <a:gd name="connsiteY217" fmla="*/ 14427 h 81562"/>
                <a:gd name="connsiteX218" fmla="*/ 6979 w 631667"/>
                <a:gd name="connsiteY218" fmla="*/ 7396 h 81562"/>
                <a:gd name="connsiteX219" fmla="*/ 14115 w 631667"/>
                <a:gd name="connsiteY219" fmla="*/ 2917 h 81562"/>
                <a:gd name="connsiteX220" fmla="*/ 23021 w 631667"/>
                <a:gd name="connsiteY220" fmla="*/ 1354 h 81562"/>
                <a:gd name="connsiteX221" fmla="*/ 89583 w 631667"/>
                <a:gd name="connsiteY221" fmla="*/ 0 h 81562"/>
                <a:gd name="connsiteX222" fmla="*/ 102344 w 631667"/>
                <a:gd name="connsiteY222" fmla="*/ 3646 h 81562"/>
                <a:gd name="connsiteX223" fmla="*/ 110104 w 631667"/>
                <a:gd name="connsiteY223" fmla="*/ 13021 h 81562"/>
                <a:gd name="connsiteX224" fmla="*/ 113958 w 631667"/>
                <a:gd name="connsiteY224" fmla="*/ 26146 h 81562"/>
                <a:gd name="connsiteX225" fmla="*/ 115000 w 631667"/>
                <a:gd name="connsiteY225" fmla="*/ 40729 h 81562"/>
                <a:gd name="connsiteX226" fmla="*/ 113958 w 631667"/>
                <a:gd name="connsiteY226" fmla="*/ 55312 h 81562"/>
                <a:gd name="connsiteX227" fmla="*/ 110104 w 631667"/>
                <a:gd name="connsiteY227" fmla="*/ 68333 h 81562"/>
                <a:gd name="connsiteX228" fmla="*/ 102344 w 631667"/>
                <a:gd name="connsiteY228" fmla="*/ 77604 h 81562"/>
                <a:gd name="connsiteX229" fmla="*/ 89583 w 631667"/>
                <a:gd name="connsiteY229" fmla="*/ 81146 h 81562"/>
                <a:gd name="connsiteX230" fmla="*/ 77031 w 631667"/>
                <a:gd name="connsiteY230" fmla="*/ 77604 h 81562"/>
                <a:gd name="connsiteX231" fmla="*/ 69583 w 631667"/>
                <a:gd name="connsiteY231" fmla="*/ 68333 h 81562"/>
                <a:gd name="connsiteX232" fmla="*/ 65937 w 631667"/>
                <a:gd name="connsiteY232" fmla="*/ 55312 h 81562"/>
                <a:gd name="connsiteX233" fmla="*/ 65000 w 631667"/>
                <a:gd name="connsiteY233" fmla="*/ 40729 h 81562"/>
                <a:gd name="connsiteX234" fmla="*/ 65937 w 631667"/>
                <a:gd name="connsiteY234" fmla="*/ 26146 h 81562"/>
                <a:gd name="connsiteX235" fmla="*/ 69583 w 631667"/>
                <a:gd name="connsiteY235" fmla="*/ 13021 h 81562"/>
                <a:gd name="connsiteX236" fmla="*/ 77031 w 631667"/>
                <a:gd name="connsiteY236" fmla="*/ 3646 h 81562"/>
                <a:gd name="connsiteX237" fmla="*/ 89583 w 631667"/>
                <a:gd name="connsiteY237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598855" y="33958"/>
                  </a:moveTo>
                  <a:cubicBezTo>
                    <a:pt x="600873" y="33958"/>
                    <a:pt x="602657" y="34297"/>
                    <a:pt x="604219" y="34948"/>
                  </a:cubicBezTo>
                  <a:cubicBezTo>
                    <a:pt x="605782" y="35612"/>
                    <a:pt x="607396" y="36601"/>
                    <a:pt x="609063" y="37917"/>
                  </a:cubicBezTo>
                  <a:cubicBezTo>
                    <a:pt x="610938" y="39453"/>
                    <a:pt x="612539" y="40612"/>
                    <a:pt x="613854" y="41406"/>
                  </a:cubicBezTo>
                  <a:cubicBezTo>
                    <a:pt x="615170" y="42213"/>
                    <a:pt x="616602" y="42604"/>
                    <a:pt x="618125" y="42604"/>
                  </a:cubicBezTo>
                  <a:cubicBezTo>
                    <a:pt x="620352" y="42604"/>
                    <a:pt x="622097" y="41849"/>
                    <a:pt x="623386" y="40312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3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2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7"/>
                  </a:cubicBezTo>
                  <a:lnTo>
                    <a:pt x="585417" y="45625"/>
                  </a:lnTo>
                  <a:cubicBezTo>
                    <a:pt x="586316" y="42435"/>
                    <a:pt x="587956" y="39687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214167" y="11250"/>
                  </a:moveTo>
                  <a:lnTo>
                    <a:pt x="187292" y="55312"/>
                  </a:lnTo>
                  <a:lnTo>
                    <a:pt x="213959" y="55312"/>
                  </a:lnTo>
                  <a:lnTo>
                    <a:pt x="213959" y="20833"/>
                  </a:lnTo>
                  <a:close/>
                  <a:moveTo>
                    <a:pt x="519063" y="8333"/>
                  </a:moveTo>
                  <a:cubicBezTo>
                    <a:pt x="513855" y="8333"/>
                    <a:pt x="509844" y="10182"/>
                    <a:pt x="507032" y="13854"/>
                  </a:cubicBezTo>
                  <a:cubicBezTo>
                    <a:pt x="504219" y="17539"/>
                    <a:pt x="502813" y="22018"/>
                    <a:pt x="502813" y="27292"/>
                  </a:cubicBezTo>
                  <a:cubicBezTo>
                    <a:pt x="502813" y="29870"/>
                    <a:pt x="503138" y="32292"/>
                    <a:pt x="503802" y="34583"/>
                  </a:cubicBezTo>
                  <a:cubicBezTo>
                    <a:pt x="504466" y="36875"/>
                    <a:pt x="505482" y="38854"/>
                    <a:pt x="506875" y="40521"/>
                  </a:cubicBezTo>
                  <a:cubicBezTo>
                    <a:pt x="508190" y="42265"/>
                    <a:pt x="509857" y="43633"/>
                    <a:pt x="511875" y="44635"/>
                  </a:cubicBezTo>
                  <a:cubicBezTo>
                    <a:pt x="513893" y="45651"/>
                    <a:pt x="516250" y="46146"/>
                    <a:pt x="518959" y="46146"/>
                  </a:cubicBezTo>
                  <a:cubicBezTo>
                    <a:pt x="521250" y="46146"/>
                    <a:pt x="523386" y="45664"/>
                    <a:pt x="525365" y="44687"/>
                  </a:cubicBezTo>
                  <a:cubicBezTo>
                    <a:pt x="527344" y="43724"/>
                    <a:pt x="529024" y="42435"/>
                    <a:pt x="530417" y="40833"/>
                  </a:cubicBezTo>
                  <a:cubicBezTo>
                    <a:pt x="531875" y="39167"/>
                    <a:pt x="533008" y="37266"/>
                    <a:pt x="533802" y="35104"/>
                  </a:cubicBezTo>
                  <a:cubicBezTo>
                    <a:pt x="534597" y="32956"/>
                    <a:pt x="535000" y="30664"/>
                    <a:pt x="535000" y="28229"/>
                  </a:cubicBezTo>
                  <a:cubicBezTo>
                    <a:pt x="535000" y="25456"/>
                    <a:pt x="534597" y="22851"/>
                    <a:pt x="533802" y="20417"/>
                  </a:cubicBezTo>
                  <a:cubicBezTo>
                    <a:pt x="533008" y="17995"/>
                    <a:pt x="531914" y="15872"/>
                    <a:pt x="530521" y="14062"/>
                  </a:cubicBezTo>
                  <a:cubicBezTo>
                    <a:pt x="529128" y="12331"/>
                    <a:pt x="527461" y="10937"/>
                    <a:pt x="525521" y="9896"/>
                  </a:cubicBezTo>
                  <a:cubicBezTo>
                    <a:pt x="523581" y="8854"/>
                    <a:pt x="521420" y="8333"/>
                    <a:pt x="519063" y="8333"/>
                  </a:cubicBezTo>
                  <a:close/>
                  <a:moveTo>
                    <a:pt x="89583" y="7187"/>
                  </a:moveTo>
                  <a:cubicBezTo>
                    <a:pt x="85833" y="7187"/>
                    <a:pt x="82904" y="8411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2"/>
                    <a:pt x="73646" y="40729"/>
                  </a:cubicBezTo>
                  <a:cubicBezTo>
                    <a:pt x="73646" y="43646"/>
                    <a:pt x="73763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3" y="65078"/>
                    <a:pt x="78659" y="67956"/>
                    <a:pt x="80781" y="70312"/>
                  </a:cubicBezTo>
                  <a:cubicBezTo>
                    <a:pt x="82904" y="72682"/>
                    <a:pt x="85833" y="73854"/>
                    <a:pt x="89583" y="73854"/>
                  </a:cubicBezTo>
                  <a:cubicBezTo>
                    <a:pt x="93333" y="73854"/>
                    <a:pt x="96315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82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411"/>
                    <a:pt x="93333" y="7187"/>
                    <a:pt x="89583" y="7187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68"/>
                    <a:pt x="460625" y="3542"/>
                  </a:cubicBezTo>
                  <a:cubicBezTo>
                    <a:pt x="460899" y="3828"/>
                    <a:pt x="461042" y="4349"/>
                    <a:pt x="461042" y="5104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101"/>
                    <a:pt x="448594" y="16028"/>
                    <a:pt x="445782" y="17865"/>
                  </a:cubicBezTo>
                  <a:cubicBezTo>
                    <a:pt x="442969" y="19713"/>
                    <a:pt x="439896" y="21458"/>
                    <a:pt x="436563" y="23125"/>
                  </a:cubicBezTo>
                  <a:lnTo>
                    <a:pt x="436563" y="15208"/>
                  </a:lnTo>
                  <a:cubicBezTo>
                    <a:pt x="439545" y="13893"/>
                    <a:pt x="442435" y="12187"/>
                    <a:pt x="445209" y="10104"/>
                  </a:cubicBezTo>
                  <a:cubicBezTo>
                    <a:pt x="447982" y="8021"/>
                    <a:pt x="450625" y="5703"/>
                    <a:pt x="453125" y="3125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68"/>
                    <a:pt x="304375" y="3542"/>
                  </a:cubicBezTo>
                  <a:cubicBezTo>
                    <a:pt x="304649" y="3828"/>
                    <a:pt x="304792" y="4349"/>
                    <a:pt x="304792" y="5104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3"/>
                  </a:lnTo>
                  <a:cubicBezTo>
                    <a:pt x="294688" y="14101"/>
                    <a:pt x="292344" y="16028"/>
                    <a:pt x="289532" y="17865"/>
                  </a:cubicBezTo>
                  <a:cubicBezTo>
                    <a:pt x="286719" y="19713"/>
                    <a:pt x="283646" y="21458"/>
                    <a:pt x="280313" y="23125"/>
                  </a:cubicBezTo>
                  <a:lnTo>
                    <a:pt x="280313" y="15208"/>
                  </a:lnTo>
                  <a:cubicBezTo>
                    <a:pt x="283294" y="13893"/>
                    <a:pt x="286185" y="12187"/>
                    <a:pt x="288959" y="10104"/>
                  </a:cubicBezTo>
                  <a:cubicBezTo>
                    <a:pt x="291732" y="8021"/>
                    <a:pt x="294375" y="5703"/>
                    <a:pt x="296875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2"/>
                    <a:pt x="221458" y="2396"/>
                  </a:cubicBezTo>
                  <a:cubicBezTo>
                    <a:pt x="221732" y="2682"/>
                    <a:pt x="221875" y="3203"/>
                    <a:pt x="221875" y="3958"/>
                  </a:cubicBezTo>
                  <a:lnTo>
                    <a:pt x="221875" y="55312"/>
                  </a:lnTo>
                  <a:lnTo>
                    <a:pt x="233229" y="55312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70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6"/>
                    <a:pt x="179636" y="54635"/>
                  </a:cubicBezTo>
                  <a:cubicBezTo>
                    <a:pt x="179805" y="54114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11" y="2591"/>
                    <a:pt x="211563" y="2344"/>
                  </a:cubicBezTo>
                  <a:cubicBezTo>
                    <a:pt x="211914" y="2109"/>
                    <a:pt x="212331" y="1979"/>
                    <a:pt x="212813" y="1979"/>
                  </a:cubicBezTo>
                  <a:close/>
                  <a:moveTo>
                    <a:pt x="518542" y="1354"/>
                  </a:moveTo>
                  <a:cubicBezTo>
                    <a:pt x="521875" y="1354"/>
                    <a:pt x="525065" y="1875"/>
                    <a:pt x="528125" y="2917"/>
                  </a:cubicBezTo>
                  <a:cubicBezTo>
                    <a:pt x="531185" y="3958"/>
                    <a:pt x="533920" y="5872"/>
                    <a:pt x="536354" y="8646"/>
                  </a:cubicBezTo>
                  <a:cubicBezTo>
                    <a:pt x="538711" y="11432"/>
                    <a:pt x="540612" y="15260"/>
                    <a:pt x="542032" y="20156"/>
                  </a:cubicBezTo>
                  <a:cubicBezTo>
                    <a:pt x="543451" y="25052"/>
                    <a:pt x="544167" y="31328"/>
                    <a:pt x="544167" y="38958"/>
                  </a:cubicBezTo>
                  <a:cubicBezTo>
                    <a:pt x="544167" y="52917"/>
                    <a:pt x="541836" y="63385"/>
                    <a:pt x="537188" y="70365"/>
                  </a:cubicBezTo>
                  <a:cubicBezTo>
                    <a:pt x="532539" y="77344"/>
                    <a:pt x="526211" y="80833"/>
                    <a:pt x="518229" y="80833"/>
                  </a:cubicBezTo>
                  <a:cubicBezTo>
                    <a:pt x="511836" y="80833"/>
                    <a:pt x="506680" y="79062"/>
                    <a:pt x="502761" y="75521"/>
                  </a:cubicBezTo>
                  <a:cubicBezTo>
                    <a:pt x="498841" y="71979"/>
                    <a:pt x="496563" y="67161"/>
                    <a:pt x="495938" y="61042"/>
                  </a:cubicBezTo>
                  <a:lnTo>
                    <a:pt x="504167" y="61042"/>
                  </a:lnTo>
                  <a:cubicBezTo>
                    <a:pt x="504310" y="65000"/>
                    <a:pt x="505821" y="68125"/>
                    <a:pt x="508698" y="70417"/>
                  </a:cubicBezTo>
                  <a:cubicBezTo>
                    <a:pt x="511576" y="72708"/>
                    <a:pt x="514896" y="73854"/>
                    <a:pt x="518646" y="73854"/>
                  </a:cubicBezTo>
                  <a:cubicBezTo>
                    <a:pt x="522253" y="73854"/>
                    <a:pt x="525261" y="72812"/>
                    <a:pt x="527657" y="70729"/>
                  </a:cubicBezTo>
                  <a:cubicBezTo>
                    <a:pt x="530052" y="68646"/>
                    <a:pt x="531940" y="65937"/>
                    <a:pt x="533334" y="62604"/>
                  </a:cubicBezTo>
                  <a:cubicBezTo>
                    <a:pt x="534727" y="59349"/>
                    <a:pt x="535677" y="55664"/>
                    <a:pt x="536198" y="51562"/>
                  </a:cubicBezTo>
                  <a:cubicBezTo>
                    <a:pt x="536719" y="47474"/>
                    <a:pt x="536980" y="43411"/>
                    <a:pt x="536980" y="39375"/>
                  </a:cubicBezTo>
                  <a:cubicBezTo>
                    <a:pt x="535378" y="43893"/>
                    <a:pt x="532852" y="47227"/>
                    <a:pt x="529375" y="49375"/>
                  </a:cubicBezTo>
                  <a:cubicBezTo>
                    <a:pt x="525899" y="51536"/>
                    <a:pt x="521875" y="52604"/>
                    <a:pt x="517292" y="52604"/>
                  </a:cubicBezTo>
                  <a:cubicBezTo>
                    <a:pt x="510417" y="52604"/>
                    <a:pt x="504909" y="50286"/>
                    <a:pt x="500782" y="45625"/>
                  </a:cubicBezTo>
                  <a:cubicBezTo>
                    <a:pt x="496654" y="40976"/>
                    <a:pt x="494584" y="34792"/>
                    <a:pt x="494584" y="27083"/>
                  </a:cubicBezTo>
                  <a:cubicBezTo>
                    <a:pt x="494584" y="23542"/>
                    <a:pt x="495118" y="20208"/>
                    <a:pt x="496198" y="17083"/>
                  </a:cubicBezTo>
                  <a:cubicBezTo>
                    <a:pt x="497279" y="13958"/>
                    <a:pt x="498854" y="11224"/>
                    <a:pt x="500938" y="8854"/>
                  </a:cubicBezTo>
                  <a:cubicBezTo>
                    <a:pt x="503021" y="6562"/>
                    <a:pt x="505534" y="4740"/>
                    <a:pt x="508490" y="3385"/>
                  </a:cubicBezTo>
                  <a:cubicBezTo>
                    <a:pt x="511446" y="2031"/>
                    <a:pt x="514792" y="1354"/>
                    <a:pt x="518542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295" y="3060"/>
                    <a:pt x="377604" y="6458"/>
                  </a:cubicBezTo>
                  <a:cubicBezTo>
                    <a:pt x="381914" y="9870"/>
                    <a:pt x="384063" y="14870"/>
                    <a:pt x="384063" y="21458"/>
                  </a:cubicBezTo>
                  <a:cubicBezTo>
                    <a:pt x="384063" y="25911"/>
                    <a:pt x="382696" y="30521"/>
                    <a:pt x="379948" y="35312"/>
                  </a:cubicBezTo>
                  <a:cubicBezTo>
                    <a:pt x="377201" y="40104"/>
                    <a:pt x="373919" y="44765"/>
                    <a:pt x="370104" y="49271"/>
                  </a:cubicBezTo>
                  <a:cubicBezTo>
                    <a:pt x="366289" y="53789"/>
                    <a:pt x="362331" y="58021"/>
                    <a:pt x="358229" y="61979"/>
                  </a:cubicBezTo>
                  <a:cubicBezTo>
                    <a:pt x="354128" y="65937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72" y="79062"/>
                    <a:pt x="338802" y="78854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4"/>
                  </a:lnTo>
                  <a:cubicBezTo>
                    <a:pt x="339727" y="70247"/>
                    <a:pt x="341159" y="68854"/>
                    <a:pt x="342865" y="67187"/>
                  </a:cubicBezTo>
                  <a:cubicBezTo>
                    <a:pt x="344570" y="65521"/>
                    <a:pt x="346419" y="63685"/>
                    <a:pt x="348438" y="61667"/>
                  </a:cubicBezTo>
                  <a:cubicBezTo>
                    <a:pt x="350378" y="59661"/>
                    <a:pt x="352396" y="57500"/>
                    <a:pt x="354479" y="55208"/>
                  </a:cubicBezTo>
                  <a:cubicBezTo>
                    <a:pt x="356563" y="52917"/>
                    <a:pt x="358607" y="50560"/>
                    <a:pt x="360625" y="48125"/>
                  </a:cubicBezTo>
                  <a:cubicBezTo>
                    <a:pt x="362643" y="45768"/>
                    <a:pt x="364545" y="43385"/>
                    <a:pt x="366354" y="40990"/>
                  </a:cubicBezTo>
                  <a:cubicBezTo>
                    <a:pt x="368164" y="38594"/>
                    <a:pt x="369727" y="36289"/>
                    <a:pt x="371042" y="34062"/>
                  </a:cubicBezTo>
                  <a:cubicBezTo>
                    <a:pt x="372435" y="31771"/>
                    <a:pt x="373529" y="29622"/>
                    <a:pt x="374323" y="27604"/>
                  </a:cubicBezTo>
                  <a:cubicBezTo>
                    <a:pt x="375117" y="25599"/>
                    <a:pt x="375521" y="23750"/>
                    <a:pt x="375521" y="22083"/>
                  </a:cubicBezTo>
                  <a:cubicBezTo>
                    <a:pt x="375521" y="17578"/>
                    <a:pt x="374206" y="14193"/>
                    <a:pt x="371563" y="11927"/>
                  </a:cubicBezTo>
                  <a:cubicBezTo>
                    <a:pt x="368920" y="9674"/>
                    <a:pt x="365521" y="8542"/>
                    <a:pt x="361354" y="8542"/>
                  </a:cubicBezTo>
                  <a:cubicBezTo>
                    <a:pt x="357331" y="8542"/>
                    <a:pt x="354050" y="9935"/>
                    <a:pt x="351511" y="12708"/>
                  </a:cubicBezTo>
                  <a:cubicBezTo>
                    <a:pt x="348971" y="15495"/>
                    <a:pt x="347708" y="19102"/>
                    <a:pt x="347708" y="23542"/>
                  </a:cubicBezTo>
                  <a:lnTo>
                    <a:pt x="339167" y="23542"/>
                  </a:lnTo>
                  <a:cubicBezTo>
                    <a:pt x="339167" y="20208"/>
                    <a:pt x="339727" y="17174"/>
                    <a:pt x="340833" y="14427"/>
                  </a:cubicBezTo>
                  <a:cubicBezTo>
                    <a:pt x="341940" y="11693"/>
                    <a:pt x="343503" y="9349"/>
                    <a:pt x="345521" y="7396"/>
                  </a:cubicBezTo>
                  <a:cubicBezTo>
                    <a:pt x="347539" y="5456"/>
                    <a:pt x="349909" y="3958"/>
                    <a:pt x="352656" y="2917"/>
                  </a:cubicBezTo>
                  <a:cubicBezTo>
                    <a:pt x="355404" y="1875"/>
                    <a:pt x="358373" y="1354"/>
                    <a:pt x="36156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1"/>
                    <a:pt x="161341" y="30521"/>
                    <a:pt x="158594" y="35312"/>
                  </a:cubicBezTo>
                  <a:cubicBezTo>
                    <a:pt x="155847" y="40104"/>
                    <a:pt x="152565" y="44765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7"/>
                    <a:pt x="119805" y="68854"/>
                    <a:pt x="121510" y="67187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61"/>
                    <a:pt x="131042" y="57500"/>
                    <a:pt x="133125" y="55208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63" y="25599"/>
                    <a:pt x="154167" y="23750"/>
                    <a:pt x="154167" y="22083"/>
                  </a:cubicBezTo>
                  <a:cubicBezTo>
                    <a:pt x="154167" y="17578"/>
                    <a:pt x="152852" y="14193"/>
                    <a:pt x="150208" y="11927"/>
                  </a:cubicBezTo>
                  <a:cubicBezTo>
                    <a:pt x="147565" y="9674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8"/>
                  </a:cubicBezTo>
                  <a:cubicBezTo>
                    <a:pt x="127617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93"/>
                    <a:pt x="122148" y="9349"/>
                    <a:pt x="124167" y="7396"/>
                  </a:cubicBezTo>
                  <a:cubicBezTo>
                    <a:pt x="126185" y="5456"/>
                    <a:pt x="128555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1"/>
                    <a:pt x="44154" y="30521"/>
                    <a:pt x="41406" y="35312"/>
                  </a:cubicBezTo>
                  <a:cubicBezTo>
                    <a:pt x="38659" y="40104"/>
                    <a:pt x="35378" y="44765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7"/>
                    <a:pt x="2617" y="68854"/>
                    <a:pt x="4323" y="67187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61"/>
                    <a:pt x="13854" y="57500"/>
                    <a:pt x="15937" y="55208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76" y="25599"/>
                    <a:pt x="36979" y="23750"/>
                    <a:pt x="36979" y="22083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78" y="9674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8"/>
                  </a:cubicBezTo>
                  <a:cubicBezTo>
                    <a:pt x="10430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93"/>
                    <a:pt x="4961" y="9349"/>
                    <a:pt x="6979" y="7396"/>
                  </a:cubicBezTo>
                  <a:cubicBezTo>
                    <a:pt x="8998" y="5456"/>
                    <a:pt x="11367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24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15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2"/>
                  </a:cubicBezTo>
                  <a:cubicBezTo>
                    <a:pt x="113268" y="60104"/>
                    <a:pt x="111979" y="64453"/>
                    <a:pt x="110104" y="68333"/>
                  </a:cubicBezTo>
                  <a:cubicBezTo>
                    <a:pt x="108229" y="72161"/>
                    <a:pt x="105638" y="75247"/>
                    <a:pt x="102344" y="77604"/>
                  </a:cubicBezTo>
                  <a:cubicBezTo>
                    <a:pt x="99049" y="79974"/>
                    <a:pt x="94792" y="81146"/>
                    <a:pt x="89583" y="81146"/>
                  </a:cubicBezTo>
                  <a:cubicBezTo>
                    <a:pt x="84440" y="81146"/>
                    <a:pt x="80260" y="79974"/>
                    <a:pt x="77031" y="77604"/>
                  </a:cubicBezTo>
                  <a:cubicBezTo>
                    <a:pt x="73802" y="75247"/>
                    <a:pt x="71315" y="72161"/>
                    <a:pt x="69583" y="68333"/>
                  </a:cubicBezTo>
                  <a:cubicBezTo>
                    <a:pt x="67773" y="64453"/>
                    <a:pt x="66563" y="60104"/>
                    <a:pt x="65937" y="55312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5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24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85CB8FB0-754C-4E71-89A9-75E2CCFFF8CF}"/>
                </a:ext>
              </a:extLst>
            </p:cNvPr>
            <p:cNvSpPr txBox="1"/>
            <p:nvPr/>
          </p:nvSpPr>
          <p:spPr>
            <a:xfrm>
              <a:off x="2926610" y="3159889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2024.12.19 ~</a:t>
              </a:r>
            </a:p>
          </p:txBody>
        </p:sp>
        <p:sp>
          <p:nvSpPr>
            <p:cNvPr id="369" name="자유형: 도형 368">
              <a:extLst>
                <a:ext uri="{FF2B5EF4-FFF2-40B4-BE49-F238E27FC236}">
                  <a16:creationId xmlns:a16="http://schemas.microsoft.com/office/drawing/2014/main" id="{8781AC31-2F99-4745-AA24-1AA7FB0BFF27}"/>
                </a:ext>
              </a:extLst>
            </p:cNvPr>
            <p:cNvSpPr/>
            <p:nvPr/>
          </p:nvSpPr>
          <p:spPr>
            <a:xfrm>
              <a:off x="3062099" y="3329554"/>
              <a:ext cx="526146" cy="81562"/>
            </a:xfrm>
            <a:custGeom>
              <a:avLst/>
              <a:gdLst>
                <a:gd name="connsiteX0" fmla="*/ 408021 w 526146"/>
                <a:gd name="connsiteY0" fmla="*/ 70833 h 81562"/>
                <a:gd name="connsiteX1" fmla="*/ 418750 w 526146"/>
                <a:gd name="connsiteY1" fmla="*/ 70833 h 81562"/>
                <a:gd name="connsiteX2" fmla="*/ 418750 w 526146"/>
                <a:gd name="connsiteY2" fmla="*/ 81562 h 81562"/>
                <a:gd name="connsiteX3" fmla="*/ 408021 w 526146"/>
                <a:gd name="connsiteY3" fmla="*/ 81562 h 81562"/>
                <a:gd name="connsiteX4" fmla="*/ 251771 w 526146"/>
                <a:gd name="connsiteY4" fmla="*/ 70833 h 81562"/>
                <a:gd name="connsiteX5" fmla="*/ 262500 w 526146"/>
                <a:gd name="connsiteY5" fmla="*/ 70833 h 81562"/>
                <a:gd name="connsiteX6" fmla="*/ 262500 w 526146"/>
                <a:gd name="connsiteY6" fmla="*/ 81562 h 81562"/>
                <a:gd name="connsiteX7" fmla="*/ 251771 w 526146"/>
                <a:gd name="connsiteY7" fmla="*/ 81562 h 81562"/>
                <a:gd name="connsiteX8" fmla="*/ 297917 w 526146"/>
                <a:gd name="connsiteY8" fmla="*/ 7187 h 81562"/>
                <a:gd name="connsiteX9" fmla="*/ 289115 w 526146"/>
                <a:gd name="connsiteY9" fmla="*/ 10833 h 81562"/>
                <a:gd name="connsiteX10" fmla="*/ 284375 w 526146"/>
                <a:gd name="connsiteY10" fmla="*/ 19583 h 81562"/>
                <a:gd name="connsiteX11" fmla="*/ 282344 w 526146"/>
                <a:gd name="connsiteY11" fmla="*/ 30573 h 81562"/>
                <a:gd name="connsiteX12" fmla="*/ 281979 w 526146"/>
                <a:gd name="connsiteY12" fmla="*/ 40729 h 81562"/>
                <a:gd name="connsiteX13" fmla="*/ 282344 w 526146"/>
                <a:gd name="connsiteY13" fmla="*/ 50781 h 81562"/>
                <a:gd name="connsiteX14" fmla="*/ 284375 w 526146"/>
                <a:gd name="connsiteY14" fmla="*/ 61667 h 81562"/>
                <a:gd name="connsiteX15" fmla="*/ 289115 w 526146"/>
                <a:gd name="connsiteY15" fmla="*/ 70312 h 81562"/>
                <a:gd name="connsiteX16" fmla="*/ 297917 w 526146"/>
                <a:gd name="connsiteY16" fmla="*/ 73854 h 81562"/>
                <a:gd name="connsiteX17" fmla="*/ 306875 w 526146"/>
                <a:gd name="connsiteY17" fmla="*/ 70312 h 81562"/>
                <a:gd name="connsiteX18" fmla="*/ 311875 w 526146"/>
                <a:gd name="connsiteY18" fmla="*/ 61667 h 81562"/>
                <a:gd name="connsiteX19" fmla="*/ 314167 w 526146"/>
                <a:gd name="connsiteY19" fmla="*/ 50781 h 81562"/>
                <a:gd name="connsiteX20" fmla="*/ 314688 w 526146"/>
                <a:gd name="connsiteY20" fmla="*/ 40729 h 81562"/>
                <a:gd name="connsiteX21" fmla="*/ 314167 w 526146"/>
                <a:gd name="connsiteY21" fmla="*/ 30573 h 81562"/>
                <a:gd name="connsiteX22" fmla="*/ 311875 w 526146"/>
                <a:gd name="connsiteY22" fmla="*/ 19583 h 81562"/>
                <a:gd name="connsiteX23" fmla="*/ 306875 w 526146"/>
                <a:gd name="connsiteY23" fmla="*/ 10833 h 81562"/>
                <a:gd name="connsiteX24" fmla="*/ 297917 w 526146"/>
                <a:gd name="connsiteY24" fmla="*/ 7187 h 81562"/>
                <a:gd name="connsiteX25" fmla="*/ 89583 w 526146"/>
                <a:gd name="connsiteY25" fmla="*/ 7187 h 81562"/>
                <a:gd name="connsiteX26" fmla="*/ 80781 w 526146"/>
                <a:gd name="connsiteY26" fmla="*/ 10833 h 81562"/>
                <a:gd name="connsiteX27" fmla="*/ 76042 w 526146"/>
                <a:gd name="connsiteY27" fmla="*/ 19583 h 81562"/>
                <a:gd name="connsiteX28" fmla="*/ 74011 w 526146"/>
                <a:gd name="connsiteY28" fmla="*/ 30573 h 81562"/>
                <a:gd name="connsiteX29" fmla="*/ 73646 w 526146"/>
                <a:gd name="connsiteY29" fmla="*/ 40729 h 81562"/>
                <a:gd name="connsiteX30" fmla="*/ 74011 w 526146"/>
                <a:gd name="connsiteY30" fmla="*/ 50781 h 81562"/>
                <a:gd name="connsiteX31" fmla="*/ 76042 w 526146"/>
                <a:gd name="connsiteY31" fmla="*/ 61667 h 81562"/>
                <a:gd name="connsiteX32" fmla="*/ 80781 w 526146"/>
                <a:gd name="connsiteY32" fmla="*/ 70312 h 81562"/>
                <a:gd name="connsiteX33" fmla="*/ 89583 w 526146"/>
                <a:gd name="connsiteY33" fmla="*/ 73854 h 81562"/>
                <a:gd name="connsiteX34" fmla="*/ 98542 w 526146"/>
                <a:gd name="connsiteY34" fmla="*/ 70312 h 81562"/>
                <a:gd name="connsiteX35" fmla="*/ 103542 w 526146"/>
                <a:gd name="connsiteY35" fmla="*/ 61667 h 81562"/>
                <a:gd name="connsiteX36" fmla="*/ 105833 w 526146"/>
                <a:gd name="connsiteY36" fmla="*/ 50781 h 81562"/>
                <a:gd name="connsiteX37" fmla="*/ 106354 w 526146"/>
                <a:gd name="connsiteY37" fmla="*/ 40729 h 81562"/>
                <a:gd name="connsiteX38" fmla="*/ 105833 w 526146"/>
                <a:gd name="connsiteY38" fmla="*/ 30573 h 81562"/>
                <a:gd name="connsiteX39" fmla="*/ 103542 w 526146"/>
                <a:gd name="connsiteY39" fmla="*/ 19583 h 81562"/>
                <a:gd name="connsiteX40" fmla="*/ 98542 w 526146"/>
                <a:gd name="connsiteY40" fmla="*/ 10833 h 81562"/>
                <a:gd name="connsiteX41" fmla="*/ 89583 w 526146"/>
                <a:gd name="connsiteY41" fmla="*/ 7187 h 81562"/>
                <a:gd name="connsiteX42" fmla="*/ 518229 w 526146"/>
                <a:gd name="connsiteY42" fmla="*/ 3125 h 81562"/>
                <a:gd name="connsiteX43" fmla="*/ 524167 w 526146"/>
                <a:gd name="connsiteY43" fmla="*/ 3125 h 81562"/>
                <a:gd name="connsiteX44" fmla="*/ 525730 w 526146"/>
                <a:gd name="connsiteY44" fmla="*/ 3542 h 81562"/>
                <a:gd name="connsiteX45" fmla="*/ 526146 w 526146"/>
                <a:gd name="connsiteY45" fmla="*/ 5104 h 81562"/>
                <a:gd name="connsiteX46" fmla="*/ 526146 w 526146"/>
                <a:gd name="connsiteY46" fmla="*/ 79167 h 81562"/>
                <a:gd name="connsiteX47" fmla="*/ 517917 w 526146"/>
                <a:gd name="connsiteY47" fmla="*/ 79167 h 81562"/>
                <a:gd name="connsiteX48" fmla="*/ 517917 w 526146"/>
                <a:gd name="connsiteY48" fmla="*/ 12083 h 81562"/>
                <a:gd name="connsiteX49" fmla="*/ 510886 w 526146"/>
                <a:gd name="connsiteY49" fmla="*/ 17865 h 81562"/>
                <a:gd name="connsiteX50" fmla="*/ 501667 w 526146"/>
                <a:gd name="connsiteY50" fmla="*/ 23125 h 81562"/>
                <a:gd name="connsiteX51" fmla="*/ 501667 w 526146"/>
                <a:gd name="connsiteY51" fmla="*/ 15208 h 81562"/>
                <a:gd name="connsiteX52" fmla="*/ 510313 w 526146"/>
                <a:gd name="connsiteY52" fmla="*/ 10104 h 81562"/>
                <a:gd name="connsiteX53" fmla="*/ 518229 w 526146"/>
                <a:gd name="connsiteY53" fmla="*/ 3125 h 81562"/>
                <a:gd name="connsiteX54" fmla="*/ 344167 w 526146"/>
                <a:gd name="connsiteY54" fmla="*/ 3125 h 81562"/>
                <a:gd name="connsiteX55" fmla="*/ 383855 w 526146"/>
                <a:gd name="connsiteY55" fmla="*/ 3125 h 81562"/>
                <a:gd name="connsiteX56" fmla="*/ 383855 w 526146"/>
                <a:gd name="connsiteY56" fmla="*/ 10208 h 81562"/>
                <a:gd name="connsiteX57" fmla="*/ 350521 w 526146"/>
                <a:gd name="connsiteY57" fmla="*/ 10208 h 81562"/>
                <a:gd name="connsiteX58" fmla="*/ 349063 w 526146"/>
                <a:gd name="connsiteY58" fmla="*/ 35833 h 81562"/>
                <a:gd name="connsiteX59" fmla="*/ 355886 w 526146"/>
                <a:gd name="connsiteY59" fmla="*/ 30781 h 81562"/>
                <a:gd name="connsiteX60" fmla="*/ 365938 w 526146"/>
                <a:gd name="connsiteY60" fmla="*/ 28958 h 81562"/>
                <a:gd name="connsiteX61" fmla="*/ 374375 w 526146"/>
                <a:gd name="connsiteY61" fmla="*/ 30573 h 81562"/>
                <a:gd name="connsiteX62" fmla="*/ 381355 w 526146"/>
                <a:gd name="connsiteY62" fmla="*/ 35416 h 81562"/>
                <a:gd name="connsiteX63" fmla="*/ 386042 w 526146"/>
                <a:gd name="connsiteY63" fmla="*/ 43490 h 81562"/>
                <a:gd name="connsiteX64" fmla="*/ 387813 w 526146"/>
                <a:gd name="connsiteY64" fmla="*/ 54896 h 81562"/>
                <a:gd name="connsiteX65" fmla="*/ 386094 w 526146"/>
                <a:gd name="connsiteY65" fmla="*/ 65417 h 81562"/>
                <a:gd name="connsiteX66" fmla="*/ 381250 w 526146"/>
                <a:gd name="connsiteY66" fmla="*/ 73646 h 81562"/>
                <a:gd name="connsiteX67" fmla="*/ 373594 w 526146"/>
                <a:gd name="connsiteY67" fmla="*/ 79010 h 81562"/>
                <a:gd name="connsiteX68" fmla="*/ 363750 w 526146"/>
                <a:gd name="connsiteY68" fmla="*/ 80937 h 81562"/>
                <a:gd name="connsiteX69" fmla="*/ 347084 w 526146"/>
                <a:gd name="connsiteY69" fmla="*/ 75729 h 81562"/>
                <a:gd name="connsiteX70" fmla="*/ 339792 w 526146"/>
                <a:gd name="connsiteY70" fmla="*/ 60625 h 81562"/>
                <a:gd name="connsiteX71" fmla="*/ 348021 w 526146"/>
                <a:gd name="connsiteY71" fmla="*/ 60625 h 81562"/>
                <a:gd name="connsiteX72" fmla="*/ 353334 w 526146"/>
                <a:gd name="connsiteY72" fmla="*/ 70469 h 81562"/>
                <a:gd name="connsiteX73" fmla="*/ 364063 w 526146"/>
                <a:gd name="connsiteY73" fmla="*/ 73958 h 81562"/>
                <a:gd name="connsiteX74" fmla="*/ 375052 w 526146"/>
                <a:gd name="connsiteY74" fmla="*/ 68854 h 81562"/>
                <a:gd name="connsiteX75" fmla="*/ 379480 w 526146"/>
                <a:gd name="connsiteY75" fmla="*/ 55000 h 81562"/>
                <a:gd name="connsiteX76" fmla="*/ 375105 w 526146"/>
                <a:gd name="connsiteY76" fmla="*/ 40625 h 81562"/>
                <a:gd name="connsiteX77" fmla="*/ 364167 w 526146"/>
                <a:gd name="connsiteY77" fmla="*/ 35833 h 81562"/>
                <a:gd name="connsiteX78" fmla="*/ 355000 w 526146"/>
                <a:gd name="connsiteY78" fmla="*/ 38490 h 81562"/>
                <a:gd name="connsiteX79" fmla="*/ 349792 w 526146"/>
                <a:gd name="connsiteY79" fmla="*/ 45729 h 81562"/>
                <a:gd name="connsiteX80" fmla="*/ 349480 w 526146"/>
                <a:gd name="connsiteY80" fmla="*/ 46562 h 81562"/>
                <a:gd name="connsiteX81" fmla="*/ 349167 w 526146"/>
                <a:gd name="connsiteY81" fmla="*/ 47083 h 81562"/>
                <a:gd name="connsiteX82" fmla="*/ 348594 w 526146"/>
                <a:gd name="connsiteY82" fmla="*/ 47396 h 81562"/>
                <a:gd name="connsiteX83" fmla="*/ 347709 w 526146"/>
                <a:gd name="connsiteY83" fmla="*/ 47500 h 81562"/>
                <a:gd name="connsiteX84" fmla="*/ 342709 w 526146"/>
                <a:gd name="connsiteY84" fmla="*/ 47500 h 81562"/>
                <a:gd name="connsiteX85" fmla="*/ 341563 w 526146"/>
                <a:gd name="connsiteY85" fmla="*/ 47239 h 81562"/>
                <a:gd name="connsiteX86" fmla="*/ 341354 w 526146"/>
                <a:gd name="connsiteY86" fmla="*/ 45938 h 81562"/>
                <a:gd name="connsiteX87" fmla="*/ 342500 w 526146"/>
                <a:gd name="connsiteY87" fmla="*/ 5104 h 81562"/>
                <a:gd name="connsiteX88" fmla="*/ 342865 w 526146"/>
                <a:gd name="connsiteY88" fmla="*/ 3542 h 81562"/>
                <a:gd name="connsiteX89" fmla="*/ 344167 w 526146"/>
                <a:gd name="connsiteY89" fmla="*/ 3125 h 81562"/>
                <a:gd name="connsiteX90" fmla="*/ 187917 w 526146"/>
                <a:gd name="connsiteY90" fmla="*/ 3125 h 81562"/>
                <a:gd name="connsiteX91" fmla="*/ 227604 w 526146"/>
                <a:gd name="connsiteY91" fmla="*/ 3125 h 81562"/>
                <a:gd name="connsiteX92" fmla="*/ 227604 w 526146"/>
                <a:gd name="connsiteY92" fmla="*/ 10208 h 81562"/>
                <a:gd name="connsiteX93" fmla="*/ 194271 w 526146"/>
                <a:gd name="connsiteY93" fmla="*/ 10208 h 81562"/>
                <a:gd name="connsiteX94" fmla="*/ 192813 w 526146"/>
                <a:gd name="connsiteY94" fmla="*/ 35833 h 81562"/>
                <a:gd name="connsiteX95" fmla="*/ 199636 w 526146"/>
                <a:gd name="connsiteY95" fmla="*/ 30781 h 81562"/>
                <a:gd name="connsiteX96" fmla="*/ 209688 w 526146"/>
                <a:gd name="connsiteY96" fmla="*/ 28958 h 81562"/>
                <a:gd name="connsiteX97" fmla="*/ 218125 w 526146"/>
                <a:gd name="connsiteY97" fmla="*/ 30573 h 81562"/>
                <a:gd name="connsiteX98" fmla="*/ 225104 w 526146"/>
                <a:gd name="connsiteY98" fmla="*/ 35416 h 81562"/>
                <a:gd name="connsiteX99" fmla="*/ 229792 w 526146"/>
                <a:gd name="connsiteY99" fmla="*/ 43490 h 81562"/>
                <a:gd name="connsiteX100" fmla="*/ 231563 w 526146"/>
                <a:gd name="connsiteY100" fmla="*/ 54896 h 81562"/>
                <a:gd name="connsiteX101" fmla="*/ 229844 w 526146"/>
                <a:gd name="connsiteY101" fmla="*/ 65417 h 81562"/>
                <a:gd name="connsiteX102" fmla="*/ 225000 w 526146"/>
                <a:gd name="connsiteY102" fmla="*/ 73646 h 81562"/>
                <a:gd name="connsiteX103" fmla="*/ 217344 w 526146"/>
                <a:gd name="connsiteY103" fmla="*/ 79010 h 81562"/>
                <a:gd name="connsiteX104" fmla="*/ 207500 w 526146"/>
                <a:gd name="connsiteY104" fmla="*/ 80937 h 81562"/>
                <a:gd name="connsiteX105" fmla="*/ 190834 w 526146"/>
                <a:gd name="connsiteY105" fmla="*/ 75729 h 81562"/>
                <a:gd name="connsiteX106" fmla="*/ 183542 w 526146"/>
                <a:gd name="connsiteY106" fmla="*/ 60625 h 81562"/>
                <a:gd name="connsiteX107" fmla="*/ 191771 w 526146"/>
                <a:gd name="connsiteY107" fmla="*/ 60625 h 81562"/>
                <a:gd name="connsiteX108" fmla="*/ 197083 w 526146"/>
                <a:gd name="connsiteY108" fmla="*/ 70469 h 81562"/>
                <a:gd name="connsiteX109" fmla="*/ 207813 w 526146"/>
                <a:gd name="connsiteY109" fmla="*/ 73958 h 81562"/>
                <a:gd name="connsiteX110" fmla="*/ 218802 w 526146"/>
                <a:gd name="connsiteY110" fmla="*/ 68854 h 81562"/>
                <a:gd name="connsiteX111" fmla="*/ 223229 w 526146"/>
                <a:gd name="connsiteY111" fmla="*/ 55000 h 81562"/>
                <a:gd name="connsiteX112" fmla="*/ 218854 w 526146"/>
                <a:gd name="connsiteY112" fmla="*/ 40625 h 81562"/>
                <a:gd name="connsiteX113" fmla="*/ 207917 w 526146"/>
                <a:gd name="connsiteY113" fmla="*/ 35833 h 81562"/>
                <a:gd name="connsiteX114" fmla="*/ 198750 w 526146"/>
                <a:gd name="connsiteY114" fmla="*/ 38490 h 81562"/>
                <a:gd name="connsiteX115" fmla="*/ 193542 w 526146"/>
                <a:gd name="connsiteY115" fmla="*/ 45729 h 81562"/>
                <a:gd name="connsiteX116" fmla="*/ 193229 w 526146"/>
                <a:gd name="connsiteY116" fmla="*/ 46562 h 81562"/>
                <a:gd name="connsiteX117" fmla="*/ 192917 w 526146"/>
                <a:gd name="connsiteY117" fmla="*/ 47083 h 81562"/>
                <a:gd name="connsiteX118" fmla="*/ 192344 w 526146"/>
                <a:gd name="connsiteY118" fmla="*/ 47396 h 81562"/>
                <a:gd name="connsiteX119" fmla="*/ 191459 w 526146"/>
                <a:gd name="connsiteY119" fmla="*/ 47500 h 81562"/>
                <a:gd name="connsiteX120" fmla="*/ 186459 w 526146"/>
                <a:gd name="connsiteY120" fmla="*/ 47500 h 81562"/>
                <a:gd name="connsiteX121" fmla="*/ 185313 w 526146"/>
                <a:gd name="connsiteY121" fmla="*/ 47239 h 81562"/>
                <a:gd name="connsiteX122" fmla="*/ 185104 w 526146"/>
                <a:gd name="connsiteY122" fmla="*/ 45938 h 81562"/>
                <a:gd name="connsiteX123" fmla="*/ 186250 w 526146"/>
                <a:gd name="connsiteY123" fmla="*/ 5104 h 81562"/>
                <a:gd name="connsiteX124" fmla="*/ 186615 w 526146"/>
                <a:gd name="connsiteY124" fmla="*/ 3542 h 81562"/>
                <a:gd name="connsiteX125" fmla="*/ 187917 w 526146"/>
                <a:gd name="connsiteY125" fmla="*/ 3125 h 81562"/>
                <a:gd name="connsiteX126" fmla="*/ 452813 w 526146"/>
                <a:gd name="connsiteY126" fmla="*/ 1354 h 81562"/>
                <a:gd name="connsiteX127" fmla="*/ 461615 w 526146"/>
                <a:gd name="connsiteY127" fmla="*/ 2552 h 81562"/>
                <a:gd name="connsiteX128" fmla="*/ 469063 w 526146"/>
                <a:gd name="connsiteY128" fmla="*/ 6250 h 81562"/>
                <a:gd name="connsiteX129" fmla="*/ 474115 w 526146"/>
                <a:gd name="connsiteY129" fmla="*/ 12604 h 81562"/>
                <a:gd name="connsiteX130" fmla="*/ 476042 w 526146"/>
                <a:gd name="connsiteY130" fmla="*/ 21771 h 81562"/>
                <a:gd name="connsiteX131" fmla="*/ 471771 w 526146"/>
                <a:gd name="connsiteY131" fmla="*/ 33437 h 81562"/>
                <a:gd name="connsiteX132" fmla="*/ 460625 w 526146"/>
                <a:gd name="connsiteY132" fmla="*/ 39792 h 81562"/>
                <a:gd name="connsiteX133" fmla="*/ 472969 w 526146"/>
                <a:gd name="connsiteY133" fmla="*/ 46198 h 81562"/>
                <a:gd name="connsiteX134" fmla="*/ 477709 w 526146"/>
                <a:gd name="connsiteY134" fmla="*/ 59062 h 81562"/>
                <a:gd name="connsiteX135" fmla="*/ 475573 w 526146"/>
                <a:gd name="connsiteY135" fmla="*/ 69010 h 81562"/>
                <a:gd name="connsiteX136" fmla="*/ 469896 w 526146"/>
                <a:gd name="connsiteY136" fmla="*/ 75833 h 81562"/>
                <a:gd name="connsiteX137" fmla="*/ 461771 w 526146"/>
                <a:gd name="connsiteY137" fmla="*/ 79687 h 81562"/>
                <a:gd name="connsiteX138" fmla="*/ 452396 w 526146"/>
                <a:gd name="connsiteY138" fmla="*/ 80937 h 81562"/>
                <a:gd name="connsiteX139" fmla="*/ 434636 w 526146"/>
                <a:gd name="connsiteY139" fmla="*/ 75000 h 81562"/>
                <a:gd name="connsiteX140" fmla="*/ 427917 w 526146"/>
                <a:gd name="connsiteY140" fmla="*/ 58542 h 81562"/>
                <a:gd name="connsiteX141" fmla="*/ 436146 w 526146"/>
                <a:gd name="connsiteY141" fmla="*/ 58542 h 81562"/>
                <a:gd name="connsiteX142" fmla="*/ 441094 w 526146"/>
                <a:gd name="connsiteY142" fmla="*/ 69896 h 81562"/>
                <a:gd name="connsiteX143" fmla="*/ 452709 w 526146"/>
                <a:gd name="connsiteY143" fmla="*/ 73750 h 81562"/>
                <a:gd name="connsiteX144" fmla="*/ 464896 w 526146"/>
                <a:gd name="connsiteY144" fmla="*/ 69687 h 81562"/>
                <a:gd name="connsiteX145" fmla="*/ 469375 w 526146"/>
                <a:gd name="connsiteY145" fmla="*/ 58125 h 81562"/>
                <a:gd name="connsiteX146" fmla="*/ 467917 w 526146"/>
                <a:gd name="connsiteY146" fmla="*/ 51510 h 81562"/>
                <a:gd name="connsiteX147" fmla="*/ 464063 w 526146"/>
                <a:gd name="connsiteY147" fmla="*/ 46979 h 81562"/>
                <a:gd name="connsiteX148" fmla="*/ 458490 w 526146"/>
                <a:gd name="connsiteY148" fmla="*/ 44375 h 81562"/>
                <a:gd name="connsiteX149" fmla="*/ 452188 w 526146"/>
                <a:gd name="connsiteY149" fmla="*/ 43333 h 81562"/>
                <a:gd name="connsiteX150" fmla="*/ 448021 w 526146"/>
                <a:gd name="connsiteY150" fmla="*/ 43333 h 81562"/>
                <a:gd name="connsiteX151" fmla="*/ 446563 w 526146"/>
                <a:gd name="connsiteY151" fmla="*/ 43073 h 81562"/>
                <a:gd name="connsiteX152" fmla="*/ 446355 w 526146"/>
                <a:gd name="connsiteY152" fmla="*/ 41667 h 81562"/>
                <a:gd name="connsiteX153" fmla="*/ 446355 w 526146"/>
                <a:gd name="connsiteY153" fmla="*/ 37812 h 81562"/>
                <a:gd name="connsiteX154" fmla="*/ 446563 w 526146"/>
                <a:gd name="connsiteY154" fmla="*/ 36146 h 81562"/>
                <a:gd name="connsiteX155" fmla="*/ 448021 w 526146"/>
                <a:gd name="connsiteY155" fmla="*/ 35729 h 81562"/>
                <a:gd name="connsiteX156" fmla="*/ 451459 w 526146"/>
                <a:gd name="connsiteY156" fmla="*/ 35729 h 81562"/>
                <a:gd name="connsiteX157" fmla="*/ 457552 w 526146"/>
                <a:gd name="connsiteY157" fmla="*/ 34948 h 81562"/>
                <a:gd name="connsiteX158" fmla="*/ 462709 w 526146"/>
                <a:gd name="connsiteY158" fmla="*/ 32500 h 81562"/>
                <a:gd name="connsiteX159" fmla="*/ 466355 w 526146"/>
                <a:gd name="connsiteY159" fmla="*/ 28385 h 81562"/>
                <a:gd name="connsiteX160" fmla="*/ 467709 w 526146"/>
                <a:gd name="connsiteY160" fmla="*/ 22187 h 81562"/>
                <a:gd name="connsiteX161" fmla="*/ 463386 w 526146"/>
                <a:gd name="connsiteY161" fmla="*/ 12083 h 81562"/>
                <a:gd name="connsiteX162" fmla="*/ 452500 w 526146"/>
                <a:gd name="connsiteY162" fmla="*/ 8542 h 81562"/>
                <a:gd name="connsiteX163" fmla="*/ 441823 w 526146"/>
                <a:gd name="connsiteY163" fmla="*/ 12083 h 81562"/>
                <a:gd name="connsiteX164" fmla="*/ 437292 w 526146"/>
                <a:gd name="connsiteY164" fmla="*/ 22292 h 81562"/>
                <a:gd name="connsiteX165" fmla="*/ 428959 w 526146"/>
                <a:gd name="connsiteY165" fmla="*/ 22292 h 81562"/>
                <a:gd name="connsiteX166" fmla="*/ 435625 w 526146"/>
                <a:gd name="connsiteY166" fmla="*/ 6979 h 81562"/>
                <a:gd name="connsiteX167" fmla="*/ 452813 w 526146"/>
                <a:gd name="connsiteY167" fmla="*/ 1354 h 81562"/>
                <a:gd name="connsiteX168" fmla="*/ 140208 w 526146"/>
                <a:gd name="connsiteY168" fmla="*/ 1354 h 81562"/>
                <a:gd name="connsiteX169" fmla="*/ 156250 w 526146"/>
                <a:gd name="connsiteY169" fmla="*/ 6458 h 81562"/>
                <a:gd name="connsiteX170" fmla="*/ 162708 w 526146"/>
                <a:gd name="connsiteY170" fmla="*/ 21458 h 81562"/>
                <a:gd name="connsiteX171" fmla="*/ 158594 w 526146"/>
                <a:gd name="connsiteY171" fmla="*/ 35312 h 81562"/>
                <a:gd name="connsiteX172" fmla="*/ 148750 w 526146"/>
                <a:gd name="connsiteY172" fmla="*/ 49271 h 81562"/>
                <a:gd name="connsiteX173" fmla="*/ 136875 w 526146"/>
                <a:gd name="connsiteY173" fmla="*/ 61979 h 81562"/>
                <a:gd name="connsiteX174" fmla="*/ 126667 w 526146"/>
                <a:gd name="connsiteY174" fmla="*/ 71979 h 81562"/>
                <a:gd name="connsiteX175" fmla="*/ 164375 w 526146"/>
                <a:gd name="connsiteY175" fmla="*/ 71979 h 81562"/>
                <a:gd name="connsiteX176" fmla="*/ 164375 w 526146"/>
                <a:gd name="connsiteY176" fmla="*/ 79167 h 81562"/>
                <a:gd name="connsiteX177" fmla="*/ 118646 w 526146"/>
                <a:gd name="connsiteY177" fmla="*/ 79167 h 81562"/>
                <a:gd name="connsiteX178" fmla="*/ 117448 w 526146"/>
                <a:gd name="connsiteY178" fmla="*/ 78854 h 81562"/>
                <a:gd name="connsiteX179" fmla="*/ 117188 w 526146"/>
                <a:gd name="connsiteY179" fmla="*/ 77604 h 81562"/>
                <a:gd name="connsiteX180" fmla="*/ 117188 w 526146"/>
                <a:gd name="connsiteY180" fmla="*/ 71354 h 81562"/>
                <a:gd name="connsiteX181" fmla="*/ 121510 w 526146"/>
                <a:gd name="connsiteY181" fmla="*/ 67187 h 81562"/>
                <a:gd name="connsiteX182" fmla="*/ 127084 w 526146"/>
                <a:gd name="connsiteY182" fmla="*/ 61667 h 81562"/>
                <a:gd name="connsiteX183" fmla="*/ 133125 w 526146"/>
                <a:gd name="connsiteY183" fmla="*/ 55208 h 81562"/>
                <a:gd name="connsiteX184" fmla="*/ 139271 w 526146"/>
                <a:gd name="connsiteY184" fmla="*/ 48125 h 81562"/>
                <a:gd name="connsiteX185" fmla="*/ 145000 w 526146"/>
                <a:gd name="connsiteY185" fmla="*/ 40990 h 81562"/>
                <a:gd name="connsiteX186" fmla="*/ 149688 w 526146"/>
                <a:gd name="connsiteY186" fmla="*/ 34062 h 81562"/>
                <a:gd name="connsiteX187" fmla="*/ 152969 w 526146"/>
                <a:gd name="connsiteY187" fmla="*/ 27604 h 81562"/>
                <a:gd name="connsiteX188" fmla="*/ 154167 w 526146"/>
                <a:gd name="connsiteY188" fmla="*/ 22083 h 81562"/>
                <a:gd name="connsiteX189" fmla="*/ 150209 w 526146"/>
                <a:gd name="connsiteY189" fmla="*/ 11927 h 81562"/>
                <a:gd name="connsiteX190" fmla="*/ 140000 w 526146"/>
                <a:gd name="connsiteY190" fmla="*/ 8542 h 81562"/>
                <a:gd name="connsiteX191" fmla="*/ 130156 w 526146"/>
                <a:gd name="connsiteY191" fmla="*/ 12708 h 81562"/>
                <a:gd name="connsiteX192" fmla="*/ 126354 w 526146"/>
                <a:gd name="connsiteY192" fmla="*/ 23542 h 81562"/>
                <a:gd name="connsiteX193" fmla="*/ 117813 w 526146"/>
                <a:gd name="connsiteY193" fmla="*/ 23542 h 81562"/>
                <a:gd name="connsiteX194" fmla="*/ 119479 w 526146"/>
                <a:gd name="connsiteY194" fmla="*/ 14427 h 81562"/>
                <a:gd name="connsiteX195" fmla="*/ 124167 w 526146"/>
                <a:gd name="connsiteY195" fmla="*/ 7396 h 81562"/>
                <a:gd name="connsiteX196" fmla="*/ 131302 w 526146"/>
                <a:gd name="connsiteY196" fmla="*/ 2917 h 81562"/>
                <a:gd name="connsiteX197" fmla="*/ 140208 w 526146"/>
                <a:gd name="connsiteY197" fmla="*/ 1354 h 81562"/>
                <a:gd name="connsiteX198" fmla="*/ 23021 w 526146"/>
                <a:gd name="connsiteY198" fmla="*/ 1354 h 81562"/>
                <a:gd name="connsiteX199" fmla="*/ 39063 w 526146"/>
                <a:gd name="connsiteY199" fmla="*/ 6458 h 81562"/>
                <a:gd name="connsiteX200" fmla="*/ 45521 w 526146"/>
                <a:gd name="connsiteY200" fmla="*/ 21458 h 81562"/>
                <a:gd name="connsiteX201" fmla="*/ 41406 w 526146"/>
                <a:gd name="connsiteY201" fmla="*/ 35312 h 81562"/>
                <a:gd name="connsiteX202" fmla="*/ 31563 w 526146"/>
                <a:gd name="connsiteY202" fmla="*/ 49271 h 81562"/>
                <a:gd name="connsiteX203" fmla="*/ 19688 w 526146"/>
                <a:gd name="connsiteY203" fmla="*/ 61979 h 81562"/>
                <a:gd name="connsiteX204" fmla="*/ 9479 w 526146"/>
                <a:gd name="connsiteY204" fmla="*/ 71979 h 81562"/>
                <a:gd name="connsiteX205" fmla="*/ 47188 w 526146"/>
                <a:gd name="connsiteY205" fmla="*/ 71979 h 81562"/>
                <a:gd name="connsiteX206" fmla="*/ 47188 w 526146"/>
                <a:gd name="connsiteY206" fmla="*/ 79167 h 81562"/>
                <a:gd name="connsiteX207" fmla="*/ 1458 w 526146"/>
                <a:gd name="connsiteY207" fmla="*/ 79167 h 81562"/>
                <a:gd name="connsiteX208" fmla="*/ 260 w 526146"/>
                <a:gd name="connsiteY208" fmla="*/ 78854 h 81562"/>
                <a:gd name="connsiteX209" fmla="*/ 0 w 526146"/>
                <a:gd name="connsiteY209" fmla="*/ 77604 h 81562"/>
                <a:gd name="connsiteX210" fmla="*/ 0 w 526146"/>
                <a:gd name="connsiteY210" fmla="*/ 71354 h 81562"/>
                <a:gd name="connsiteX211" fmla="*/ 4323 w 526146"/>
                <a:gd name="connsiteY211" fmla="*/ 67187 h 81562"/>
                <a:gd name="connsiteX212" fmla="*/ 9896 w 526146"/>
                <a:gd name="connsiteY212" fmla="*/ 61667 h 81562"/>
                <a:gd name="connsiteX213" fmla="*/ 15937 w 526146"/>
                <a:gd name="connsiteY213" fmla="*/ 55208 h 81562"/>
                <a:gd name="connsiteX214" fmla="*/ 22083 w 526146"/>
                <a:gd name="connsiteY214" fmla="*/ 48125 h 81562"/>
                <a:gd name="connsiteX215" fmla="*/ 27813 w 526146"/>
                <a:gd name="connsiteY215" fmla="*/ 40990 h 81562"/>
                <a:gd name="connsiteX216" fmla="*/ 32500 w 526146"/>
                <a:gd name="connsiteY216" fmla="*/ 34062 h 81562"/>
                <a:gd name="connsiteX217" fmla="*/ 35781 w 526146"/>
                <a:gd name="connsiteY217" fmla="*/ 27604 h 81562"/>
                <a:gd name="connsiteX218" fmla="*/ 36979 w 526146"/>
                <a:gd name="connsiteY218" fmla="*/ 22083 h 81562"/>
                <a:gd name="connsiteX219" fmla="*/ 33021 w 526146"/>
                <a:gd name="connsiteY219" fmla="*/ 11927 h 81562"/>
                <a:gd name="connsiteX220" fmla="*/ 22813 w 526146"/>
                <a:gd name="connsiteY220" fmla="*/ 8542 h 81562"/>
                <a:gd name="connsiteX221" fmla="*/ 12969 w 526146"/>
                <a:gd name="connsiteY221" fmla="*/ 12708 h 81562"/>
                <a:gd name="connsiteX222" fmla="*/ 9167 w 526146"/>
                <a:gd name="connsiteY222" fmla="*/ 23542 h 81562"/>
                <a:gd name="connsiteX223" fmla="*/ 625 w 526146"/>
                <a:gd name="connsiteY223" fmla="*/ 23542 h 81562"/>
                <a:gd name="connsiteX224" fmla="*/ 2292 w 526146"/>
                <a:gd name="connsiteY224" fmla="*/ 14427 h 81562"/>
                <a:gd name="connsiteX225" fmla="*/ 6979 w 526146"/>
                <a:gd name="connsiteY225" fmla="*/ 7396 h 81562"/>
                <a:gd name="connsiteX226" fmla="*/ 14115 w 526146"/>
                <a:gd name="connsiteY226" fmla="*/ 2917 h 81562"/>
                <a:gd name="connsiteX227" fmla="*/ 23021 w 526146"/>
                <a:gd name="connsiteY227" fmla="*/ 1354 h 81562"/>
                <a:gd name="connsiteX228" fmla="*/ 297917 w 526146"/>
                <a:gd name="connsiteY228" fmla="*/ 0 h 81562"/>
                <a:gd name="connsiteX229" fmla="*/ 310677 w 526146"/>
                <a:gd name="connsiteY229" fmla="*/ 3646 h 81562"/>
                <a:gd name="connsiteX230" fmla="*/ 318438 w 526146"/>
                <a:gd name="connsiteY230" fmla="*/ 13021 h 81562"/>
                <a:gd name="connsiteX231" fmla="*/ 322292 w 526146"/>
                <a:gd name="connsiteY231" fmla="*/ 26146 h 81562"/>
                <a:gd name="connsiteX232" fmla="*/ 323334 w 526146"/>
                <a:gd name="connsiteY232" fmla="*/ 40729 h 81562"/>
                <a:gd name="connsiteX233" fmla="*/ 322292 w 526146"/>
                <a:gd name="connsiteY233" fmla="*/ 55312 h 81562"/>
                <a:gd name="connsiteX234" fmla="*/ 318438 w 526146"/>
                <a:gd name="connsiteY234" fmla="*/ 68333 h 81562"/>
                <a:gd name="connsiteX235" fmla="*/ 310677 w 526146"/>
                <a:gd name="connsiteY235" fmla="*/ 77604 h 81562"/>
                <a:gd name="connsiteX236" fmla="*/ 297917 w 526146"/>
                <a:gd name="connsiteY236" fmla="*/ 81146 h 81562"/>
                <a:gd name="connsiteX237" fmla="*/ 285365 w 526146"/>
                <a:gd name="connsiteY237" fmla="*/ 77604 h 81562"/>
                <a:gd name="connsiteX238" fmla="*/ 277917 w 526146"/>
                <a:gd name="connsiteY238" fmla="*/ 68333 h 81562"/>
                <a:gd name="connsiteX239" fmla="*/ 274271 w 526146"/>
                <a:gd name="connsiteY239" fmla="*/ 55312 h 81562"/>
                <a:gd name="connsiteX240" fmla="*/ 273334 w 526146"/>
                <a:gd name="connsiteY240" fmla="*/ 40729 h 81562"/>
                <a:gd name="connsiteX241" fmla="*/ 274271 w 526146"/>
                <a:gd name="connsiteY241" fmla="*/ 26146 h 81562"/>
                <a:gd name="connsiteX242" fmla="*/ 277917 w 526146"/>
                <a:gd name="connsiteY242" fmla="*/ 13021 h 81562"/>
                <a:gd name="connsiteX243" fmla="*/ 285365 w 526146"/>
                <a:gd name="connsiteY243" fmla="*/ 3646 h 81562"/>
                <a:gd name="connsiteX244" fmla="*/ 297917 w 526146"/>
                <a:gd name="connsiteY244" fmla="*/ 0 h 81562"/>
                <a:gd name="connsiteX245" fmla="*/ 89583 w 526146"/>
                <a:gd name="connsiteY245" fmla="*/ 0 h 81562"/>
                <a:gd name="connsiteX246" fmla="*/ 102344 w 526146"/>
                <a:gd name="connsiteY246" fmla="*/ 3646 h 81562"/>
                <a:gd name="connsiteX247" fmla="*/ 110104 w 526146"/>
                <a:gd name="connsiteY247" fmla="*/ 13021 h 81562"/>
                <a:gd name="connsiteX248" fmla="*/ 113959 w 526146"/>
                <a:gd name="connsiteY248" fmla="*/ 26146 h 81562"/>
                <a:gd name="connsiteX249" fmla="*/ 115000 w 526146"/>
                <a:gd name="connsiteY249" fmla="*/ 40729 h 81562"/>
                <a:gd name="connsiteX250" fmla="*/ 113959 w 526146"/>
                <a:gd name="connsiteY250" fmla="*/ 55312 h 81562"/>
                <a:gd name="connsiteX251" fmla="*/ 110104 w 526146"/>
                <a:gd name="connsiteY251" fmla="*/ 68333 h 81562"/>
                <a:gd name="connsiteX252" fmla="*/ 102344 w 526146"/>
                <a:gd name="connsiteY252" fmla="*/ 77604 h 81562"/>
                <a:gd name="connsiteX253" fmla="*/ 89583 w 526146"/>
                <a:gd name="connsiteY253" fmla="*/ 81146 h 81562"/>
                <a:gd name="connsiteX254" fmla="*/ 77031 w 526146"/>
                <a:gd name="connsiteY254" fmla="*/ 77604 h 81562"/>
                <a:gd name="connsiteX255" fmla="*/ 69583 w 526146"/>
                <a:gd name="connsiteY255" fmla="*/ 68333 h 81562"/>
                <a:gd name="connsiteX256" fmla="*/ 65938 w 526146"/>
                <a:gd name="connsiteY256" fmla="*/ 55312 h 81562"/>
                <a:gd name="connsiteX257" fmla="*/ 65000 w 526146"/>
                <a:gd name="connsiteY257" fmla="*/ 40729 h 81562"/>
                <a:gd name="connsiteX258" fmla="*/ 65938 w 526146"/>
                <a:gd name="connsiteY258" fmla="*/ 26146 h 81562"/>
                <a:gd name="connsiteX259" fmla="*/ 69583 w 526146"/>
                <a:gd name="connsiteY259" fmla="*/ 13021 h 81562"/>
                <a:gd name="connsiteX260" fmla="*/ 77031 w 526146"/>
                <a:gd name="connsiteY260" fmla="*/ 3646 h 81562"/>
                <a:gd name="connsiteX261" fmla="*/ 89583 w 526146"/>
                <a:gd name="connsiteY26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</a:cxnLst>
              <a:rect l="l" t="t" r="r" b="b"/>
              <a:pathLst>
                <a:path w="526146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297917" y="7187"/>
                  </a:moveTo>
                  <a:cubicBezTo>
                    <a:pt x="294167" y="7187"/>
                    <a:pt x="291237" y="8411"/>
                    <a:pt x="289115" y="10833"/>
                  </a:cubicBezTo>
                  <a:cubicBezTo>
                    <a:pt x="287005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110" y="34427"/>
                    <a:pt x="281979" y="37812"/>
                    <a:pt x="281979" y="40729"/>
                  </a:cubicBezTo>
                  <a:cubicBezTo>
                    <a:pt x="281979" y="43646"/>
                    <a:pt x="282110" y="47005"/>
                    <a:pt x="282344" y="50781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7005" y="67956"/>
                    <a:pt x="289115" y="70312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62" y="72682"/>
                    <a:pt x="306875" y="70312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28" y="54570"/>
                    <a:pt x="314167" y="50781"/>
                  </a:cubicBezTo>
                  <a:cubicBezTo>
                    <a:pt x="314519" y="47005"/>
                    <a:pt x="314688" y="43646"/>
                    <a:pt x="314688" y="40729"/>
                  </a:cubicBezTo>
                  <a:cubicBezTo>
                    <a:pt x="314688" y="37812"/>
                    <a:pt x="314519" y="34427"/>
                    <a:pt x="314167" y="30573"/>
                  </a:cubicBezTo>
                  <a:cubicBezTo>
                    <a:pt x="313828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62" y="8411"/>
                    <a:pt x="301667" y="7187"/>
                    <a:pt x="297917" y="7187"/>
                  </a:cubicBezTo>
                  <a:close/>
                  <a:moveTo>
                    <a:pt x="89583" y="7187"/>
                  </a:moveTo>
                  <a:cubicBezTo>
                    <a:pt x="85834" y="7187"/>
                    <a:pt x="82904" y="8411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2"/>
                    <a:pt x="73646" y="40729"/>
                  </a:cubicBezTo>
                  <a:cubicBezTo>
                    <a:pt x="73646" y="43646"/>
                    <a:pt x="73776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4" y="65078"/>
                    <a:pt x="78672" y="67956"/>
                    <a:pt x="80781" y="70312"/>
                  </a:cubicBezTo>
                  <a:cubicBezTo>
                    <a:pt x="82904" y="72682"/>
                    <a:pt x="85834" y="73854"/>
                    <a:pt x="89583" y="73854"/>
                  </a:cubicBezTo>
                  <a:cubicBezTo>
                    <a:pt x="93333" y="73854"/>
                    <a:pt x="96328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95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411"/>
                    <a:pt x="93333" y="7187"/>
                    <a:pt x="89583" y="7187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68"/>
                    <a:pt x="525730" y="3542"/>
                  </a:cubicBezTo>
                  <a:cubicBezTo>
                    <a:pt x="526016" y="3828"/>
                    <a:pt x="526146" y="4349"/>
                    <a:pt x="526146" y="5104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3"/>
                  </a:lnTo>
                  <a:cubicBezTo>
                    <a:pt x="516042" y="14101"/>
                    <a:pt x="513698" y="16028"/>
                    <a:pt x="510886" y="17865"/>
                  </a:cubicBezTo>
                  <a:cubicBezTo>
                    <a:pt x="508073" y="19713"/>
                    <a:pt x="505000" y="21458"/>
                    <a:pt x="501667" y="23125"/>
                  </a:cubicBezTo>
                  <a:lnTo>
                    <a:pt x="501667" y="15208"/>
                  </a:lnTo>
                  <a:cubicBezTo>
                    <a:pt x="504662" y="13893"/>
                    <a:pt x="507539" y="12187"/>
                    <a:pt x="510313" y="10104"/>
                  </a:cubicBezTo>
                  <a:cubicBezTo>
                    <a:pt x="513099" y="8021"/>
                    <a:pt x="515729" y="5703"/>
                    <a:pt x="518229" y="3125"/>
                  </a:cubicBezTo>
                  <a:close/>
                  <a:moveTo>
                    <a:pt x="344167" y="3125"/>
                  </a:moveTo>
                  <a:lnTo>
                    <a:pt x="383855" y="3125"/>
                  </a:lnTo>
                  <a:lnTo>
                    <a:pt x="383855" y="10208"/>
                  </a:lnTo>
                  <a:lnTo>
                    <a:pt x="350521" y="10208"/>
                  </a:lnTo>
                  <a:lnTo>
                    <a:pt x="349063" y="35833"/>
                  </a:lnTo>
                  <a:cubicBezTo>
                    <a:pt x="350664" y="33685"/>
                    <a:pt x="352943" y="32005"/>
                    <a:pt x="355886" y="30781"/>
                  </a:cubicBezTo>
                  <a:cubicBezTo>
                    <a:pt x="358841" y="29570"/>
                    <a:pt x="362188" y="28958"/>
                    <a:pt x="365938" y="28958"/>
                  </a:cubicBezTo>
                  <a:cubicBezTo>
                    <a:pt x="368932" y="28958"/>
                    <a:pt x="371745" y="29505"/>
                    <a:pt x="374375" y="30573"/>
                  </a:cubicBezTo>
                  <a:cubicBezTo>
                    <a:pt x="377018" y="31654"/>
                    <a:pt x="379349" y="33268"/>
                    <a:pt x="381355" y="35416"/>
                  </a:cubicBezTo>
                  <a:cubicBezTo>
                    <a:pt x="383308" y="37578"/>
                    <a:pt x="384870" y="40260"/>
                    <a:pt x="386042" y="43490"/>
                  </a:cubicBezTo>
                  <a:cubicBezTo>
                    <a:pt x="387227" y="46719"/>
                    <a:pt x="387813" y="50521"/>
                    <a:pt x="387813" y="54896"/>
                  </a:cubicBezTo>
                  <a:cubicBezTo>
                    <a:pt x="387813" y="58724"/>
                    <a:pt x="387240" y="62226"/>
                    <a:pt x="386094" y="65417"/>
                  </a:cubicBezTo>
                  <a:cubicBezTo>
                    <a:pt x="384948" y="68620"/>
                    <a:pt x="383334" y="71354"/>
                    <a:pt x="381250" y="73646"/>
                  </a:cubicBezTo>
                  <a:cubicBezTo>
                    <a:pt x="379102" y="75937"/>
                    <a:pt x="376550" y="77734"/>
                    <a:pt x="373594" y="79010"/>
                  </a:cubicBezTo>
                  <a:cubicBezTo>
                    <a:pt x="370651" y="80299"/>
                    <a:pt x="367370" y="80937"/>
                    <a:pt x="363750" y="80937"/>
                  </a:cubicBezTo>
                  <a:cubicBezTo>
                    <a:pt x="357162" y="80937"/>
                    <a:pt x="351602" y="79206"/>
                    <a:pt x="347084" y="75729"/>
                  </a:cubicBezTo>
                  <a:cubicBezTo>
                    <a:pt x="342578" y="72265"/>
                    <a:pt x="340143" y="67227"/>
                    <a:pt x="339792" y="60625"/>
                  </a:cubicBezTo>
                  <a:lnTo>
                    <a:pt x="348021" y="60625"/>
                  </a:lnTo>
                  <a:cubicBezTo>
                    <a:pt x="348646" y="64870"/>
                    <a:pt x="350417" y="68151"/>
                    <a:pt x="353334" y="70469"/>
                  </a:cubicBezTo>
                  <a:cubicBezTo>
                    <a:pt x="356250" y="72799"/>
                    <a:pt x="359831" y="73958"/>
                    <a:pt x="364063" y="73958"/>
                  </a:cubicBezTo>
                  <a:cubicBezTo>
                    <a:pt x="368438" y="73958"/>
                    <a:pt x="372110" y="72265"/>
                    <a:pt x="375052" y="68854"/>
                  </a:cubicBezTo>
                  <a:cubicBezTo>
                    <a:pt x="378008" y="65456"/>
                    <a:pt x="379480" y="60833"/>
                    <a:pt x="379480" y="55000"/>
                  </a:cubicBezTo>
                  <a:cubicBezTo>
                    <a:pt x="379480" y="48620"/>
                    <a:pt x="378021" y="43828"/>
                    <a:pt x="375105" y="40625"/>
                  </a:cubicBezTo>
                  <a:cubicBezTo>
                    <a:pt x="372188" y="37435"/>
                    <a:pt x="368542" y="35833"/>
                    <a:pt x="364167" y="35833"/>
                  </a:cubicBezTo>
                  <a:cubicBezTo>
                    <a:pt x="360703" y="35833"/>
                    <a:pt x="357644" y="36719"/>
                    <a:pt x="355000" y="38490"/>
                  </a:cubicBezTo>
                  <a:cubicBezTo>
                    <a:pt x="352370" y="40260"/>
                    <a:pt x="350625" y="42682"/>
                    <a:pt x="349792" y="45729"/>
                  </a:cubicBezTo>
                  <a:cubicBezTo>
                    <a:pt x="349662" y="46081"/>
                    <a:pt x="349558" y="46354"/>
                    <a:pt x="349480" y="46562"/>
                  </a:cubicBezTo>
                  <a:cubicBezTo>
                    <a:pt x="349414" y="46771"/>
                    <a:pt x="349310" y="46953"/>
                    <a:pt x="349167" y="47083"/>
                  </a:cubicBezTo>
                  <a:cubicBezTo>
                    <a:pt x="349037" y="47227"/>
                    <a:pt x="348841" y="47331"/>
                    <a:pt x="348594" y="47396"/>
                  </a:cubicBezTo>
                  <a:cubicBezTo>
                    <a:pt x="348360" y="47474"/>
                    <a:pt x="348060" y="47500"/>
                    <a:pt x="347709" y="47500"/>
                  </a:cubicBezTo>
                  <a:lnTo>
                    <a:pt x="342709" y="47500"/>
                  </a:lnTo>
                  <a:cubicBezTo>
                    <a:pt x="342084" y="47500"/>
                    <a:pt x="341706" y="47422"/>
                    <a:pt x="341563" y="47239"/>
                  </a:cubicBezTo>
                  <a:cubicBezTo>
                    <a:pt x="341432" y="47070"/>
                    <a:pt x="341354" y="46640"/>
                    <a:pt x="341354" y="45938"/>
                  </a:cubicBezTo>
                  <a:lnTo>
                    <a:pt x="342500" y="5104"/>
                  </a:lnTo>
                  <a:cubicBezTo>
                    <a:pt x="342500" y="4349"/>
                    <a:pt x="342631" y="3828"/>
                    <a:pt x="342865" y="3542"/>
                  </a:cubicBezTo>
                  <a:cubicBezTo>
                    <a:pt x="343112" y="3268"/>
                    <a:pt x="343542" y="3125"/>
                    <a:pt x="344167" y="3125"/>
                  </a:cubicBezTo>
                  <a:close/>
                  <a:moveTo>
                    <a:pt x="187917" y="3125"/>
                  </a:moveTo>
                  <a:lnTo>
                    <a:pt x="227604" y="3125"/>
                  </a:lnTo>
                  <a:lnTo>
                    <a:pt x="227604" y="10208"/>
                  </a:lnTo>
                  <a:lnTo>
                    <a:pt x="194271" y="10208"/>
                  </a:lnTo>
                  <a:lnTo>
                    <a:pt x="192813" y="35833"/>
                  </a:lnTo>
                  <a:cubicBezTo>
                    <a:pt x="194414" y="33685"/>
                    <a:pt x="196693" y="32005"/>
                    <a:pt x="199636" y="30781"/>
                  </a:cubicBezTo>
                  <a:cubicBezTo>
                    <a:pt x="202591" y="29570"/>
                    <a:pt x="205938" y="28958"/>
                    <a:pt x="209688" y="28958"/>
                  </a:cubicBezTo>
                  <a:cubicBezTo>
                    <a:pt x="212682" y="28958"/>
                    <a:pt x="215495" y="29505"/>
                    <a:pt x="218125" y="30573"/>
                  </a:cubicBezTo>
                  <a:cubicBezTo>
                    <a:pt x="220768" y="31654"/>
                    <a:pt x="223099" y="33268"/>
                    <a:pt x="225104" y="35416"/>
                  </a:cubicBezTo>
                  <a:cubicBezTo>
                    <a:pt x="227057" y="37578"/>
                    <a:pt x="228620" y="40260"/>
                    <a:pt x="229792" y="43490"/>
                  </a:cubicBezTo>
                  <a:cubicBezTo>
                    <a:pt x="230977" y="46719"/>
                    <a:pt x="231563" y="50521"/>
                    <a:pt x="231563" y="54896"/>
                  </a:cubicBezTo>
                  <a:cubicBezTo>
                    <a:pt x="231563" y="58724"/>
                    <a:pt x="230990" y="62226"/>
                    <a:pt x="229844" y="65417"/>
                  </a:cubicBezTo>
                  <a:cubicBezTo>
                    <a:pt x="228698" y="68620"/>
                    <a:pt x="227083" y="71354"/>
                    <a:pt x="225000" y="73646"/>
                  </a:cubicBezTo>
                  <a:cubicBezTo>
                    <a:pt x="222852" y="75937"/>
                    <a:pt x="220300" y="77734"/>
                    <a:pt x="217344" y="79010"/>
                  </a:cubicBezTo>
                  <a:cubicBezTo>
                    <a:pt x="214401" y="80299"/>
                    <a:pt x="211120" y="80937"/>
                    <a:pt x="207500" y="80937"/>
                  </a:cubicBezTo>
                  <a:cubicBezTo>
                    <a:pt x="200912" y="80937"/>
                    <a:pt x="195352" y="79206"/>
                    <a:pt x="190834" y="75729"/>
                  </a:cubicBezTo>
                  <a:cubicBezTo>
                    <a:pt x="186328" y="72265"/>
                    <a:pt x="183893" y="67227"/>
                    <a:pt x="183542" y="60625"/>
                  </a:cubicBezTo>
                  <a:lnTo>
                    <a:pt x="191771" y="60625"/>
                  </a:lnTo>
                  <a:cubicBezTo>
                    <a:pt x="192396" y="64870"/>
                    <a:pt x="194167" y="68151"/>
                    <a:pt x="197083" y="70469"/>
                  </a:cubicBezTo>
                  <a:cubicBezTo>
                    <a:pt x="200000" y="72799"/>
                    <a:pt x="203581" y="73958"/>
                    <a:pt x="207813" y="73958"/>
                  </a:cubicBezTo>
                  <a:cubicBezTo>
                    <a:pt x="212188" y="73958"/>
                    <a:pt x="215860" y="72265"/>
                    <a:pt x="218802" y="68854"/>
                  </a:cubicBezTo>
                  <a:cubicBezTo>
                    <a:pt x="221758" y="65456"/>
                    <a:pt x="223229" y="60833"/>
                    <a:pt x="223229" y="55000"/>
                  </a:cubicBezTo>
                  <a:cubicBezTo>
                    <a:pt x="223229" y="48620"/>
                    <a:pt x="221771" y="43828"/>
                    <a:pt x="218854" y="40625"/>
                  </a:cubicBezTo>
                  <a:cubicBezTo>
                    <a:pt x="215938" y="37435"/>
                    <a:pt x="212292" y="35833"/>
                    <a:pt x="207917" y="35833"/>
                  </a:cubicBezTo>
                  <a:cubicBezTo>
                    <a:pt x="204453" y="35833"/>
                    <a:pt x="201393" y="36719"/>
                    <a:pt x="198750" y="38490"/>
                  </a:cubicBezTo>
                  <a:cubicBezTo>
                    <a:pt x="196120" y="40260"/>
                    <a:pt x="194375" y="42682"/>
                    <a:pt x="193542" y="45729"/>
                  </a:cubicBezTo>
                  <a:cubicBezTo>
                    <a:pt x="193412" y="46081"/>
                    <a:pt x="193308" y="46354"/>
                    <a:pt x="193229" y="46562"/>
                  </a:cubicBezTo>
                  <a:cubicBezTo>
                    <a:pt x="193164" y="46771"/>
                    <a:pt x="193060" y="46953"/>
                    <a:pt x="192917" y="47083"/>
                  </a:cubicBezTo>
                  <a:cubicBezTo>
                    <a:pt x="192787" y="47227"/>
                    <a:pt x="192591" y="47331"/>
                    <a:pt x="192344" y="47396"/>
                  </a:cubicBezTo>
                  <a:cubicBezTo>
                    <a:pt x="192110" y="47474"/>
                    <a:pt x="191810" y="47500"/>
                    <a:pt x="191459" y="47500"/>
                  </a:cubicBezTo>
                  <a:lnTo>
                    <a:pt x="186459" y="47500"/>
                  </a:lnTo>
                  <a:cubicBezTo>
                    <a:pt x="185833" y="47500"/>
                    <a:pt x="185456" y="47422"/>
                    <a:pt x="185313" y="47239"/>
                  </a:cubicBezTo>
                  <a:cubicBezTo>
                    <a:pt x="185182" y="47070"/>
                    <a:pt x="185104" y="46640"/>
                    <a:pt x="185104" y="45938"/>
                  </a:cubicBezTo>
                  <a:lnTo>
                    <a:pt x="186250" y="5104"/>
                  </a:lnTo>
                  <a:cubicBezTo>
                    <a:pt x="186250" y="4349"/>
                    <a:pt x="186380" y="3828"/>
                    <a:pt x="186615" y="3542"/>
                  </a:cubicBezTo>
                  <a:cubicBezTo>
                    <a:pt x="186862" y="3268"/>
                    <a:pt x="187292" y="3125"/>
                    <a:pt x="187917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58"/>
                    <a:pt x="461615" y="2552"/>
                  </a:cubicBezTo>
                  <a:cubicBezTo>
                    <a:pt x="464427" y="3359"/>
                    <a:pt x="466914" y="4583"/>
                    <a:pt x="469063" y="6250"/>
                  </a:cubicBezTo>
                  <a:cubicBezTo>
                    <a:pt x="471146" y="7916"/>
                    <a:pt x="472839" y="10039"/>
                    <a:pt x="474115" y="12604"/>
                  </a:cubicBezTo>
                  <a:cubicBezTo>
                    <a:pt x="475404" y="15182"/>
                    <a:pt x="476042" y="18229"/>
                    <a:pt x="476042" y="21771"/>
                  </a:cubicBezTo>
                  <a:cubicBezTo>
                    <a:pt x="476042" y="26146"/>
                    <a:pt x="474623" y="30039"/>
                    <a:pt x="471771" y="33437"/>
                  </a:cubicBezTo>
                  <a:cubicBezTo>
                    <a:pt x="468933" y="36849"/>
                    <a:pt x="465209" y="38958"/>
                    <a:pt x="460625" y="39792"/>
                  </a:cubicBezTo>
                  <a:cubicBezTo>
                    <a:pt x="465703" y="40495"/>
                    <a:pt x="469818" y="42630"/>
                    <a:pt x="472969" y="46198"/>
                  </a:cubicBezTo>
                  <a:cubicBezTo>
                    <a:pt x="476133" y="49779"/>
                    <a:pt x="477709" y="54062"/>
                    <a:pt x="477709" y="59062"/>
                  </a:cubicBezTo>
                  <a:cubicBezTo>
                    <a:pt x="477709" y="62956"/>
                    <a:pt x="477006" y="66276"/>
                    <a:pt x="475573" y="69010"/>
                  </a:cubicBezTo>
                  <a:cubicBezTo>
                    <a:pt x="474154" y="71758"/>
                    <a:pt x="472266" y="74036"/>
                    <a:pt x="469896" y="75833"/>
                  </a:cubicBezTo>
                  <a:cubicBezTo>
                    <a:pt x="467539" y="77578"/>
                    <a:pt x="464831" y="78854"/>
                    <a:pt x="461771" y="79687"/>
                  </a:cubicBezTo>
                  <a:cubicBezTo>
                    <a:pt x="458724" y="80521"/>
                    <a:pt x="455599" y="80937"/>
                    <a:pt x="452396" y="80937"/>
                  </a:cubicBezTo>
                  <a:cubicBezTo>
                    <a:pt x="444896" y="80937"/>
                    <a:pt x="438985" y="78958"/>
                    <a:pt x="434636" y="75000"/>
                  </a:cubicBezTo>
                  <a:cubicBezTo>
                    <a:pt x="430300" y="71042"/>
                    <a:pt x="428060" y="65560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31"/>
                    <a:pt x="441094" y="69896"/>
                  </a:cubicBezTo>
                  <a:cubicBezTo>
                    <a:pt x="443907" y="72474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79"/>
                    <a:pt x="469375" y="63125"/>
                    <a:pt x="469375" y="58125"/>
                  </a:cubicBezTo>
                  <a:cubicBezTo>
                    <a:pt x="469375" y="55560"/>
                    <a:pt x="468894" y="53359"/>
                    <a:pt x="467917" y="51510"/>
                  </a:cubicBezTo>
                  <a:cubicBezTo>
                    <a:pt x="466953" y="49674"/>
                    <a:pt x="465664" y="48164"/>
                    <a:pt x="464063" y="46979"/>
                  </a:cubicBezTo>
                  <a:cubicBezTo>
                    <a:pt x="462396" y="45807"/>
                    <a:pt x="460547" y="44935"/>
                    <a:pt x="458490" y="44375"/>
                  </a:cubicBezTo>
                  <a:cubicBezTo>
                    <a:pt x="456446" y="43828"/>
                    <a:pt x="454349" y="43476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55"/>
                    <a:pt x="446563" y="43073"/>
                  </a:cubicBezTo>
                  <a:cubicBezTo>
                    <a:pt x="446433" y="42904"/>
                    <a:pt x="446355" y="42435"/>
                    <a:pt x="446355" y="41667"/>
                  </a:cubicBezTo>
                  <a:lnTo>
                    <a:pt x="446355" y="37812"/>
                  </a:lnTo>
                  <a:cubicBezTo>
                    <a:pt x="446355" y="36979"/>
                    <a:pt x="446433" y="36432"/>
                    <a:pt x="446563" y="36146"/>
                  </a:cubicBezTo>
                  <a:cubicBezTo>
                    <a:pt x="446706" y="35872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7"/>
                    <a:pt x="461250" y="33620"/>
                    <a:pt x="462709" y="32500"/>
                  </a:cubicBezTo>
                  <a:cubicBezTo>
                    <a:pt x="464245" y="31458"/>
                    <a:pt x="465456" y="30091"/>
                    <a:pt x="466355" y="28385"/>
                  </a:cubicBezTo>
                  <a:cubicBezTo>
                    <a:pt x="467266" y="26693"/>
                    <a:pt x="467709" y="24622"/>
                    <a:pt x="467709" y="22187"/>
                  </a:cubicBezTo>
                  <a:cubicBezTo>
                    <a:pt x="467709" y="17812"/>
                    <a:pt x="466276" y="14453"/>
                    <a:pt x="463386" y="12083"/>
                  </a:cubicBezTo>
                  <a:cubicBezTo>
                    <a:pt x="460508" y="9726"/>
                    <a:pt x="456875" y="8542"/>
                    <a:pt x="452500" y="8542"/>
                  </a:cubicBezTo>
                  <a:cubicBezTo>
                    <a:pt x="447995" y="8542"/>
                    <a:pt x="444427" y="9726"/>
                    <a:pt x="441823" y="12083"/>
                  </a:cubicBezTo>
                  <a:cubicBezTo>
                    <a:pt x="439219" y="14453"/>
                    <a:pt x="437709" y="17851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29"/>
                    <a:pt x="435625" y="6979"/>
                  </a:cubicBezTo>
                  <a:cubicBezTo>
                    <a:pt x="440000" y="3229"/>
                    <a:pt x="445730" y="1354"/>
                    <a:pt x="4528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1"/>
                    <a:pt x="161341" y="30521"/>
                    <a:pt x="158594" y="35312"/>
                  </a:cubicBezTo>
                  <a:cubicBezTo>
                    <a:pt x="155859" y="40104"/>
                    <a:pt x="152578" y="44765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7"/>
                    <a:pt x="119818" y="68854"/>
                    <a:pt x="121510" y="67187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61"/>
                    <a:pt x="131042" y="57500"/>
                    <a:pt x="133125" y="55208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76" y="25599"/>
                    <a:pt x="154167" y="23750"/>
                    <a:pt x="154167" y="22083"/>
                  </a:cubicBezTo>
                  <a:cubicBezTo>
                    <a:pt x="154167" y="17578"/>
                    <a:pt x="152852" y="14193"/>
                    <a:pt x="150209" y="11927"/>
                  </a:cubicBezTo>
                  <a:cubicBezTo>
                    <a:pt x="147578" y="9674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8"/>
                  </a:cubicBezTo>
                  <a:cubicBezTo>
                    <a:pt x="127630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93"/>
                    <a:pt x="122162" y="9349"/>
                    <a:pt x="124167" y="7396"/>
                  </a:cubicBezTo>
                  <a:cubicBezTo>
                    <a:pt x="126185" y="5456"/>
                    <a:pt x="128568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1"/>
                    <a:pt x="44154" y="30521"/>
                    <a:pt x="41406" y="35312"/>
                  </a:cubicBezTo>
                  <a:cubicBezTo>
                    <a:pt x="38672" y="40104"/>
                    <a:pt x="35391" y="44765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7"/>
                    <a:pt x="2630" y="68854"/>
                    <a:pt x="4323" y="67187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61"/>
                    <a:pt x="13854" y="57500"/>
                    <a:pt x="15937" y="55208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89" y="25599"/>
                    <a:pt x="36979" y="23750"/>
                    <a:pt x="36979" y="22083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91" y="9674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8"/>
                  </a:cubicBezTo>
                  <a:cubicBezTo>
                    <a:pt x="10443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93"/>
                    <a:pt x="4974" y="9349"/>
                    <a:pt x="6979" y="7396"/>
                  </a:cubicBezTo>
                  <a:cubicBezTo>
                    <a:pt x="8998" y="5456"/>
                    <a:pt x="11380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85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95" y="31015"/>
                    <a:pt x="323334" y="35872"/>
                    <a:pt x="323334" y="40729"/>
                  </a:cubicBezTo>
                  <a:cubicBezTo>
                    <a:pt x="323334" y="45664"/>
                    <a:pt x="322995" y="50521"/>
                    <a:pt x="322292" y="55312"/>
                  </a:cubicBezTo>
                  <a:cubicBezTo>
                    <a:pt x="321602" y="60104"/>
                    <a:pt x="320313" y="64453"/>
                    <a:pt x="318438" y="68333"/>
                  </a:cubicBezTo>
                  <a:cubicBezTo>
                    <a:pt x="316563" y="72161"/>
                    <a:pt x="313985" y="75247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87" y="81146"/>
                    <a:pt x="288594" y="79974"/>
                    <a:pt x="285365" y="77604"/>
                  </a:cubicBezTo>
                  <a:cubicBezTo>
                    <a:pt x="282136" y="75247"/>
                    <a:pt x="279662" y="72161"/>
                    <a:pt x="277917" y="68333"/>
                  </a:cubicBezTo>
                  <a:cubicBezTo>
                    <a:pt x="276120" y="64453"/>
                    <a:pt x="274896" y="60104"/>
                    <a:pt x="274271" y="55312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5"/>
                    <a:pt x="274271" y="26146"/>
                  </a:cubicBezTo>
                  <a:cubicBezTo>
                    <a:pt x="274896" y="21289"/>
                    <a:pt x="276120" y="16914"/>
                    <a:pt x="277917" y="13021"/>
                  </a:cubicBezTo>
                  <a:cubicBezTo>
                    <a:pt x="279662" y="9206"/>
                    <a:pt x="282136" y="6081"/>
                    <a:pt x="285365" y="3646"/>
                  </a:cubicBezTo>
                  <a:cubicBezTo>
                    <a:pt x="288594" y="1224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24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15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2"/>
                  </a:cubicBezTo>
                  <a:cubicBezTo>
                    <a:pt x="113268" y="60104"/>
                    <a:pt x="111979" y="64453"/>
                    <a:pt x="110104" y="68333"/>
                  </a:cubicBezTo>
                  <a:cubicBezTo>
                    <a:pt x="108229" y="72161"/>
                    <a:pt x="105651" y="75247"/>
                    <a:pt x="102344" y="77604"/>
                  </a:cubicBezTo>
                  <a:cubicBezTo>
                    <a:pt x="99050" y="79974"/>
                    <a:pt x="94792" y="81146"/>
                    <a:pt x="89583" y="81146"/>
                  </a:cubicBezTo>
                  <a:cubicBezTo>
                    <a:pt x="84453" y="81146"/>
                    <a:pt x="80260" y="79974"/>
                    <a:pt x="77031" y="77604"/>
                  </a:cubicBezTo>
                  <a:cubicBezTo>
                    <a:pt x="73802" y="75247"/>
                    <a:pt x="71328" y="72161"/>
                    <a:pt x="69583" y="68333"/>
                  </a:cubicBezTo>
                  <a:cubicBezTo>
                    <a:pt x="67787" y="64453"/>
                    <a:pt x="66563" y="60104"/>
                    <a:pt x="65938" y="55312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5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24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4BC94459-7201-4D2D-988B-F27C3DC6042C}"/>
                </a:ext>
              </a:extLst>
            </p:cNvPr>
            <p:cNvSpPr txBox="1"/>
            <p:nvPr/>
          </p:nvSpPr>
          <p:spPr>
            <a:xfrm>
              <a:off x="2970659" y="3290097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2025.05.31</a:t>
              </a:r>
            </a:p>
          </p:txBody>
        </p:sp>
        <p:grpSp>
          <p:nvGrpSpPr>
            <p:cNvPr id="371" name="그래픽 5">
              <a:extLst>
                <a:ext uri="{FF2B5EF4-FFF2-40B4-BE49-F238E27FC236}">
                  <a16:creationId xmlns:a16="http://schemas.microsoft.com/office/drawing/2014/main" id="{B5AEE545-658F-4673-846E-7AECB7AC0A2D}"/>
                </a:ext>
              </a:extLst>
            </p:cNvPr>
            <p:cNvGrpSpPr/>
            <p:nvPr/>
          </p:nvGrpSpPr>
          <p:grpSpPr>
            <a:xfrm>
              <a:off x="3869782" y="3264450"/>
              <a:ext cx="702708" cy="95690"/>
              <a:chOff x="3869782" y="3264450"/>
              <a:chExt cx="702708" cy="95690"/>
            </a:xfrm>
          </p:grpSpPr>
          <p:sp>
            <p:nvSpPr>
              <p:cNvPr id="372" name="자유형: 도형 371">
                <a:extLst>
                  <a:ext uri="{FF2B5EF4-FFF2-40B4-BE49-F238E27FC236}">
                    <a16:creationId xmlns:a16="http://schemas.microsoft.com/office/drawing/2014/main" id="{F551AB74-0605-4B32-854E-0C92CAC5060D}"/>
                  </a:ext>
                </a:extLst>
              </p:cNvPr>
              <p:cNvSpPr/>
              <p:nvPr/>
            </p:nvSpPr>
            <p:spPr>
              <a:xfrm>
                <a:off x="3869782" y="3264450"/>
                <a:ext cx="702708" cy="94479"/>
              </a:xfrm>
              <a:custGeom>
                <a:avLst/>
                <a:gdLst>
                  <a:gd name="connsiteX0" fmla="*/ 501042 w 702708"/>
                  <a:gd name="connsiteY0" fmla="*/ 70833 h 94479"/>
                  <a:gd name="connsiteX1" fmla="*/ 511771 w 702708"/>
                  <a:gd name="connsiteY1" fmla="*/ 70833 h 94479"/>
                  <a:gd name="connsiteX2" fmla="*/ 512657 w 702708"/>
                  <a:gd name="connsiteY2" fmla="*/ 71146 h 94479"/>
                  <a:gd name="connsiteX3" fmla="*/ 512917 w 702708"/>
                  <a:gd name="connsiteY3" fmla="*/ 72083 h 94479"/>
                  <a:gd name="connsiteX4" fmla="*/ 512917 w 702708"/>
                  <a:gd name="connsiteY4" fmla="*/ 78750 h 94479"/>
                  <a:gd name="connsiteX5" fmla="*/ 509792 w 702708"/>
                  <a:gd name="connsiteY5" fmla="*/ 90000 h 94479"/>
                  <a:gd name="connsiteX6" fmla="*/ 502188 w 702708"/>
                  <a:gd name="connsiteY6" fmla="*/ 94479 h 94479"/>
                  <a:gd name="connsiteX7" fmla="*/ 502188 w 702708"/>
                  <a:gd name="connsiteY7" fmla="*/ 90833 h 94479"/>
                  <a:gd name="connsiteX8" fmla="*/ 505677 w 702708"/>
                  <a:gd name="connsiteY8" fmla="*/ 87344 h 94479"/>
                  <a:gd name="connsiteX9" fmla="*/ 506459 w 702708"/>
                  <a:gd name="connsiteY9" fmla="*/ 81562 h 94479"/>
                  <a:gd name="connsiteX10" fmla="*/ 501042 w 702708"/>
                  <a:gd name="connsiteY10" fmla="*/ 81562 h 94479"/>
                  <a:gd name="connsiteX11" fmla="*/ 279688 w 702708"/>
                  <a:gd name="connsiteY11" fmla="*/ 70833 h 94479"/>
                  <a:gd name="connsiteX12" fmla="*/ 290417 w 702708"/>
                  <a:gd name="connsiteY12" fmla="*/ 70833 h 94479"/>
                  <a:gd name="connsiteX13" fmla="*/ 291302 w 702708"/>
                  <a:gd name="connsiteY13" fmla="*/ 71146 h 94479"/>
                  <a:gd name="connsiteX14" fmla="*/ 291563 w 702708"/>
                  <a:gd name="connsiteY14" fmla="*/ 72083 h 94479"/>
                  <a:gd name="connsiteX15" fmla="*/ 291563 w 702708"/>
                  <a:gd name="connsiteY15" fmla="*/ 78750 h 94479"/>
                  <a:gd name="connsiteX16" fmla="*/ 288438 w 702708"/>
                  <a:gd name="connsiteY16" fmla="*/ 90000 h 94479"/>
                  <a:gd name="connsiteX17" fmla="*/ 280833 w 702708"/>
                  <a:gd name="connsiteY17" fmla="*/ 94479 h 94479"/>
                  <a:gd name="connsiteX18" fmla="*/ 280833 w 702708"/>
                  <a:gd name="connsiteY18" fmla="*/ 90833 h 94479"/>
                  <a:gd name="connsiteX19" fmla="*/ 284323 w 702708"/>
                  <a:gd name="connsiteY19" fmla="*/ 87344 h 94479"/>
                  <a:gd name="connsiteX20" fmla="*/ 285104 w 702708"/>
                  <a:gd name="connsiteY20" fmla="*/ 81562 h 94479"/>
                  <a:gd name="connsiteX21" fmla="*/ 279688 w 702708"/>
                  <a:gd name="connsiteY21" fmla="*/ 81562 h 94479"/>
                  <a:gd name="connsiteX22" fmla="*/ 71354 w 702708"/>
                  <a:gd name="connsiteY22" fmla="*/ 70833 h 94479"/>
                  <a:gd name="connsiteX23" fmla="*/ 82084 w 702708"/>
                  <a:gd name="connsiteY23" fmla="*/ 70833 h 94479"/>
                  <a:gd name="connsiteX24" fmla="*/ 82969 w 702708"/>
                  <a:gd name="connsiteY24" fmla="*/ 71146 h 94479"/>
                  <a:gd name="connsiteX25" fmla="*/ 83229 w 702708"/>
                  <a:gd name="connsiteY25" fmla="*/ 72083 h 94479"/>
                  <a:gd name="connsiteX26" fmla="*/ 83229 w 702708"/>
                  <a:gd name="connsiteY26" fmla="*/ 78750 h 94479"/>
                  <a:gd name="connsiteX27" fmla="*/ 80104 w 702708"/>
                  <a:gd name="connsiteY27" fmla="*/ 90000 h 94479"/>
                  <a:gd name="connsiteX28" fmla="*/ 72500 w 702708"/>
                  <a:gd name="connsiteY28" fmla="*/ 94479 h 94479"/>
                  <a:gd name="connsiteX29" fmla="*/ 72500 w 702708"/>
                  <a:gd name="connsiteY29" fmla="*/ 90833 h 94479"/>
                  <a:gd name="connsiteX30" fmla="*/ 75990 w 702708"/>
                  <a:gd name="connsiteY30" fmla="*/ 87344 h 94479"/>
                  <a:gd name="connsiteX31" fmla="*/ 76771 w 702708"/>
                  <a:gd name="connsiteY31" fmla="*/ 81562 h 94479"/>
                  <a:gd name="connsiteX32" fmla="*/ 71354 w 702708"/>
                  <a:gd name="connsiteY32" fmla="*/ 81562 h 94479"/>
                  <a:gd name="connsiteX33" fmla="*/ 189896 w 702708"/>
                  <a:gd name="connsiteY33" fmla="*/ 11250 h 94479"/>
                  <a:gd name="connsiteX34" fmla="*/ 163021 w 702708"/>
                  <a:gd name="connsiteY34" fmla="*/ 55312 h 94479"/>
                  <a:gd name="connsiteX35" fmla="*/ 189688 w 702708"/>
                  <a:gd name="connsiteY35" fmla="*/ 55312 h 94479"/>
                  <a:gd name="connsiteX36" fmla="*/ 189688 w 702708"/>
                  <a:gd name="connsiteY36" fmla="*/ 20833 h 94479"/>
                  <a:gd name="connsiteX37" fmla="*/ 677292 w 702708"/>
                  <a:gd name="connsiteY37" fmla="*/ 7187 h 94479"/>
                  <a:gd name="connsiteX38" fmla="*/ 668490 w 702708"/>
                  <a:gd name="connsiteY38" fmla="*/ 10833 h 94479"/>
                  <a:gd name="connsiteX39" fmla="*/ 663751 w 702708"/>
                  <a:gd name="connsiteY39" fmla="*/ 19583 h 94479"/>
                  <a:gd name="connsiteX40" fmla="*/ 661719 w 702708"/>
                  <a:gd name="connsiteY40" fmla="*/ 30573 h 94479"/>
                  <a:gd name="connsiteX41" fmla="*/ 661355 w 702708"/>
                  <a:gd name="connsiteY41" fmla="*/ 40729 h 94479"/>
                  <a:gd name="connsiteX42" fmla="*/ 661719 w 702708"/>
                  <a:gd name="connsiteY42" fmla="*/ 50781 h 94479"/>
                  <a:gd name="connsiteX43" fmla="*/ 663751 w 702708"/>
                  <a:gd name="connsiteY43" fmla="*/ 61667 h 94479"/>
                  <a:gd name="connsiteX44" fmla="*/ 668490 w 702708"/>
                  <a:gd name="connsiteY44" fmla="*/ 70312 h 94479"/>
                  <a:gd name="connsiteX45" fmla="*/ 677292 w 702708"/>
                  <a:gd name="connsiteY45" fmla="*/ 73854 h 94479"/>
                  <a:gd name="connsiteX46" fmla="*/ 686251 w 702708"/>
                  <a:gd name="connsiteY46" fmla="*/ 70312 h 94479"/>
                  <a:gd name="connsiteX47" fmla="*/ 691251 w 702708"/>
                  <a:gd name="connsiteY47" fmla="*/ 61667 h 94479"/>
                  <a:gd name="connsiteX48" fmla="*/ 693542 w 702708"/>
                  <a:gd name="connsiteY48" fmla="*/ 50781 h 94479"/>
                  <a:gd name="connsiteX49" fmla="*/ 694063 w 702708"/>
                  <a:gd name="connsiteY49" fmla="*/ 40729 h 94479"/>
                  <a:gd name="connsiteX50" fmla="*/ 693542 w 702708"/>
                  <a:gd name="connsiteY50" fmla="*/ 30573 h 94479"/>
                  <a:gd name="connsiteX51" fmla="*/ 691251 w 702708"/>
                  <a:gd name="connsiteY51" fmla="*/ 19583 h 94479"/>
                  <a:gd name="connsiteX52" fmla="*/ 686251 w 702708"/>
                  <a:gd name="connsiteY52" fmla="*/ 10833 h 94479"/>
                  <a:gd name="connsiteX53" fmla="*/ 677292 w 702708"/>
                  <a:gd name="connsiteY53" fmla="*/ 7187 h 94479"/>
                  <a:gd name="connsiteX54" fmla="*/ 612188 w 702708"/>
                  <a:gd name="connsiteY54" fmla="*/ 7187 h 94479"/>
                  <a:gd name="connsiteX55" fmla="*/ 603386 w 702708"/>
                  <a:gd name="connsiteY55" fmla="*/ 10833 h 94479"/>
                  <a:gd name="connsiteX56" fmla="*/ 598646 w 702708"/>
                  <a:gd name="connsiteY56" fmla="*/ 19583 h 94479"/>
                  <a:gd name="connsiteX57" fmla="*/ 596615 w 702708"/>
                  <a:gd name="connsiteY57" fmla="*/ 30573 h 94479"/>
                  <a:gd name="connsiteX58" fmla="*/ 596251 w 702708"/>
                  <a:gd name="connsiteY58" fmla="*/ 40729 h 94479"/>
                  <a:gd name="connsiteX59" fmla="*/ 596615 w 702708"/>
                  <a:gd name="connsiteY59" fmla="*/ 50781 h 94479"/>
                  <a:gd name="connsiteX60" fmla="*/ 598646 w 702708"/>
                  <a:gd name="connsiteY60" fmla="*/ 61667 h 94479"/>
                  <a:gd name="connsiteX61" fmla="*/ 603386 w 702708"/>
                  <a:gd name="connsiteY61" fmla="*/ 70312 h 94479"/>
                  <a:gd name="connsiteX62" fmla="*/ 612188 w 702708"/>
                  <a:gd name="connsiteY62" fmla="*/ 73854 h 94479"/>
                  <a:gd name="connsiteX63" fmla="*/ 621146 w 702708"/>
                  <a:gd name="connsiteY63" fmla="*/ 70312 h 94479"/>
                  <a:gd name="connsiteX64" fmla="*/ 626146 w 702708"/>
                  <a:gd name="connsiteY64" fmla="*/ 61667 h 94479"/>
                  <a:gd name="connsiteX65" fmla="*/ 628438 w 702708"/>
                  <a:gd name="connsiteY65" fmla="*/ 50781 h 94479"/>
                  <a:gd name="connsiteX66" fmla="*/ 628959 w 702708"/>
                  <a:gd name="connsiteY66" fmla="*/ 40729 h 94479"/>
                  <a:gd name="connsiteX67" fmla="*/ 628438 w 702708"/>
                  <a:gd name="connsiteY67" fmla="*/ 30573 h 94479"/>
                  <a:gd name="connsiteX68" fmla="*/ 626146 w 702708"/>
                  <a:gd name="connsiteY68" fmla="*/ 19583 h 94479"/>
                  <a:gd name="connsiteX69" fmla="*/ 621146 w 702708"/>
                  <a:gd name="connsiteY69" fmla="*/ 10833 h 94479"/>
                  <a:gd name="connsiteX70" fmla="*/ 612188 w 702708"/>
                  <a:gd name="connsiteY70" fmla="*/ 7187 h 94479"/>
                  <a:gd name="connsiteX71" fmla="*/ 547084 w 702708"/>
                  <a:gd name="connsiteY71" fmla="*/ 7187 h 94479"/>
                  <a:gd name="connsiteX72" fmla="*/ 538282 w 702708"/>
                  <a:gd name="connsiteY72" fmla="*/ 10833 h 94479"/>
                  <a:gd name="connsiteX73" fmla="*/ 533542 w 702708"/>
                  <a:gd name="connsiteY73" fmla="*/ 19583 h 94479"/>
                  <a:gd name="connsiteX74" fmla="*/ 531511 w 702708"/>
                  <a:gd name="connsiteY74" fmla="*/ 30573 h 94479"/>
                  <a:gd name="connsiteX75" fmla="*/ 531146 w 702708"/>
                  <a:gd name="connsiteY75" fmla="*/ 40729 h 94479"/>
                  <a:gd name="connsiteX76" fmla="*/ 531511 w 702708"/>
                  <a:gd name="connsiteY76" fmla="*/ 50781 h 94479"/>
                  <a:gd name="connsiteX77" fmla="*/ 533542 w 702708"/>
                  <a:gd name="connsiteY77" fmla="*/ 61667 h 94479"/>
                  <a:gd name="connsiteX78" fmla="*/ 538282 w 702708"/>
                  <a:gd name="connsiteY78" fmla="*/ 70312 h 94479"/>
                  <a:gd name="connsiteX79" fmla="*/ 547084 w 702708"/>
                  <a:gd name="connsiteY79" fmla="*/ 73854 h 94479"/>
                  <a:gd name="connsiteX80" fmla="*/ 556042 w 702708"/>
                  <a:gd name="connsiteY80" fmla="*/ 70312 h 94479"/>
                  <a:gd name="connsiteX81" fmla="*/ 561042 w 702708"/>
                  <a:gd name="connsiteY81" fmla="*/ 61667 h 94479"/>
                  <a:gd name="connsiteX82" fmla="*/ 563334 w 702708"/>
                  <a:gd name="connsiteY82" fmla="*/ 50781 h 94479"/>
                  <a:gd name="connsiteX83" fmla="*/ 563855 w 702708"/>
                  <a:gd name="connsiteY83" fmla="*/ 40729 h 94479"/>
                  <a:gd name="connsiteX84" fmla="*/ 563334 w 702708"/>
                  <a:gd name="connsiteY84" fmla="*/ 30573 h 94479"/>
                  <a:gd name="connsiteX85" fmla="*/ 561042 w 702708"/>
                  <a:gd name="connsiteY85" fmla="*/ 19583 h 94479"/>
                  <a:gd name="connsiteX86" fmla="*/ 556042 w 702708"/>
                  <a:gd name="connsiteY86" fmla="*/ 10833 h 94479"/>
                  <a:gd name="connsiteX87" fmla="*/ 547084 w 702708"/>
                  <a:gd name="connsiteY87" fmla="*/ 7187 h 94479"/>
                  <a:gd name="connsiteX88" fmla="*/ 455938 w 702708"/>
                  <a:gd name="connsiteY88" fmla="*/ 7187 h 94479"/>
                  <a:gd name="connsiteX89" fmla="*/ 447136 w 702708"/>
                  <a:gd name="connsiteY89" fmla="*/ 10833 h 94479"/>
                  <a:gd name="connsiteX90" fmla="*/ 442396 w 702708"/>
                  <a:gd name="connsiteY90" fmla="*/ 19583 h 94479"/>
                  <a:gd name="connsiteX91" fmla="*/ 440365 w 702708"/>
                  <a:gd name="connsiteY91" fmla="*/ 30573 h 94479"/>
                  <a:gd name="connsiteX92" fmla="*/ 440001 w 702708"/>
                  <a:gd name="connsiteY92" fmla="*/ 40729 h 94479"/>
                  <a:gd name="connsiteX93" fmla="*/ 440365 w 702708"/>
                  <a:gd name="connsiteY93" fmla="*/ 50781 h 94479"/>
                  <a:gd name="connsiteX94" fmla="*/ 442396 w 702708"/>
                  <a:gd name="connsiteY94" fmla="*/ 61667 h 94479"/>
                  <a:gd name="connsiteX95" fmla="*/ 447136 w 702708"/>
                  <a:gd name="connsiteY95" fmla="*/ 70312 h 94479"/>
                  <a:gd name="connsiteX96" fmla="*/ 455938 w 702708"/>
                  <a:gd name="connsiteY96" fmla="*/ 73854 h 94479"/>
                  <a:gd name="connsiteX97" fmla="*/ 464896 w 702708"/>
                  <a:gd name="connsiteY97" fmla="*/ 70312 h 94479"/>
                  <a:gd name="connsiteX98" fmla="*/ 469896 w 702708"/>
                  <a:gd name="connsiteY98" fmla="*/ 61667 h 94479"/>
                  <a:gd name="connsiteX99" fmla="*/ 472188 w 702708"/>
                  <a:gd name="connsiteY99" fmla="*/ 50781 h 94479"/>
                  <a:gd name="connsiteX100" fmla="*/ 472709 w 702708"/>
                  <a:gd name="connsiteY100" fmla="*/ 40729 h 94479"/>
                  <a:gd name="connsiteX101" fmla="*/ 472188 w 702708"/>
                  <a:gd name="connsiteY101" fmla="*/ 30573 h 94479"/>
                  <a:gd name="connsiteX102" fmla="*/ 469896 w 702708"/>
                  <a:gd name="connsiteY102" fmla="*/ 19583 h 94479"/>
                  <a:gd name="connsiteX103" fmla="*/ 464896 w 702708"/>
                  <a:gd name="connsiteY103" fmla="*/ 10833 h 94479"/>
                  <a:gd name="connsiteX104" fmla="*/ 455938 w 702708"/>
                  <a:gd name="connsiteY104" fmla="*/ 7187 h 94479"/>
                  <a:gd name="connsiteX105" fmla="*/ 390834 w 702708"/>
                  <a:gd name="connsiteY105" fmla="*/ 7187 h 94479"/>
                  <a:gd name="connsiteX106" fmla="*/ 382031 w 702708"/>
                  <a:gd name="connsiteY106" fmla="*/ 10833 h 94479"/>
                  <a:gd name="connsiteX107" fmla="*/ 377292 w 702708"/>
                  <a:gd name="connsiteY107" fmla="*/ 19583 h 94479"/>
                  <a:gd name="connsiteX108" fmla="*/ 375261 w 702708"/>
                  <a:gd name="connsiteY108" fmla="*/ 30573 h 94479"/>
                  <a:gd name="connsiteX109" fmla="*/ 374896 w 702708"/>
                  <a:gd name="connsiteY109" fmla="*/ 40729 h 94479"/>
                  <a:gd name="connsiteX110" fmla="*/ 375261 w 702708"/>
                  <a:gd name="connsiteY110" fmla="*/ 50781 h 94479"/>
                  <a:gd name="connsiteX111" fmla="*/ 377292 w 702708"/>
                  <a:gd name="connsiteY111" fmla="*/ 61667 h 94479"/>
                  <a:gd name="connsiteX112" fmla="*/ 382031 w 702708"/>
                  <a:gd name="connsiteY112" fmla="*/ 70312 h 94479"/>
                  <a:gd name="connsiteX113" fmla="*/ 390834 w 702708"/>
                  <a:gd name="connsiteY113" fmla="*/ 73854 h 94479"/>
                  <a:gd name="connsiteX114" fmla="*/ 399792 w 702708"/>
                  <a:gd name="connsiteY114" fmla="*/ 70312 h 94479"/>
                  <a:gd name="connsiteX115" fmla="*/ 404792 w 702708"/>
                  <a:gd name="connsiteY115" fmla="*/ 61667 h 94479"/>
                  <a:gd name="connsiteX116" fmla="*/ 407084 w 702708"/>
                  <a:gd name="connsiteY116" fmla="*/ 50781 h 94479"/>
                  <a:gd name="connsiteX117" fmla="*/ 407605 w 702708"/>
                  <a:gd name="connsiteY117" fmla="*/ 40729 h 94479"/>
                  <a:gd name="connsiteX118" fmla="*/ 407084 w 702708"/>
                  <a:gd name="connsiteY118" fmla="*/ 30573 h 94479"/>
                  <a:gd name="connsiteX119" fmla="*/ 404792 w 702708"/>
                  <a:gd name="connsiteY119" fmla="*/ 19583 h 94479"/>
                  <a:gd name="connsiteX120" fmla="*/ 399792 w 702708"/>
                  <a:gd name="connsiteY120" fmla="*/ 10833 h 94479"/>
                  <a:gd name="connsiteX121" fmla="*/ 390834 w 702708"/>
                  <a:gd name="connsiteY121" fmla="*/ 7187 h 94479"/>
                  <a:gd name="connsiteX122" fmla="*/ 319896 w 702708"/>
                  <a:gd name="connsiteY122" fmla="*/ 3125 h 94479"/>
                  <a:gd name="connsiteX123" fmla="*/ 359583 w 702708"/>
                  <a:gd name="connsiteY123" fmla="*/ 3125 h 94479"/>
                  <a:gd name="connsiteX124" fmla="*/ 359583 w 702708"/>
                  <a:gd name="connsiteY124" fmla="*/ 10208 h 94479"/>
                  <a:gd name="connsiteX125" fmla="*/ 326250 w 702708"/>
                  <a:gd name="connsiteY125" fmla="*/ 10208 h 94479"/>
                  <a:gd name="connsiteX126" fmla="*/ 324792 w 702708"/>
                  <a:gd name="connsiteY126" fmla="*/ 35833 h 94479"/>
                  <a:gd name="connsiteX127" fmla="*/ 331615 w 702708"/>
                  <a:gd name="connsiteY127" fmla="*/ 30781 h 94479"/>
                  <a:gd name="connsiteX128" fmla="*/ 341667 w 702708"/>
                  <a:gd name="connsiteY128" fmla="*/ 28958 h 94479"/>
                  <a:gd name="connsiteX129" fmla="*/ 350104 w 702708"/>
                  <a:gd name="connsiteY129" fmla="*/ 30573 h 94479"/>
                  <a:gd name="connsiteX130" fmla="*/ 357084 w 702708"/>
                  <a:gd name="connsiteY130" fmla="*/ 35416 h 94479"/>
                  <a:gd name="connsiteX131" fmla="*/ 361771 w 702708"/>
                  <a:gd name="connsiteY131" fmla="*/ 43490 h 94479"/>
                  <a:gd name="connsiteX132" fmla="*/ 363542 w 702708"/>
                  <a:gd name="connsiteY132" fmla="*/ 54896 h 94479"/>
                  <a:gd name="connsiteX133" fmla="*/ 361823 w 702708"/>
                  <a:gd name="connsiteY133" fmla="*/ 65417 h 94479"/>
                  <a:gd name="connsiteX134" fmla="*/ 356980 w 702708"/>
                  <a:gd name="connsiteY134" fmla="*/ 73646 h 94479"/>
                  <a:gd name="connsiteX135" fmla="*/ 349323 w 702708"/>
                  <a:gd name="connsiteY135" fmla="*/ 79010 h 94479"/>
                  <a:gd name="connsiteX136" fmla="*/ 339480 w 702708"/>
                  <a:gd name="connsiteY136" fmla="*/ 80937 h 94479"/>
                  <a:gd name="connsiteX137" fmla="*/ 322813 w 702708"/>
                  <a:gd name="connsiteY137" fmla="*/ 75729 h 94479"/>
                  <a:gd name="connsiteX138" fmla="*/ 315521 w 702708"/>
                  <a:gd name="connsiteY138" fmla="*/ 60625 h 94479"/>
                  <a:gd name="connsiteX139" fmla="*/ 323750 w 702708"/>
                  <a:gd name="connsiteY139" fmla="*/ 60625 h 94479"/>
                  <a:gd name="connsiteX140" fmla="*/ 329063 w 702708"/>
                  <a:gd name="connsiteY140" fmla="*/ 70469 h 94479"/>
                  <a:gd name="connsiteX141" fmla="*/ 339792 w 702708"/>
                  <a:gd name="connsiteY141" fmla="*/ 73958 h 94479"/>
                  <a:gd name="connsiteX142" fmla="*/ 350781 w 702708"/>
                  <a:gd name="connsiteY142" fmla="*/ 68854 h 94479"/>
                  <a:gd name="connsiteX143" fmla="*/ 355209 w 702708"/>
                  <a:gd name="connsiteY143" fmla="*/ 55000 h 94479"/>
                  <a:gd name="connsiteX144" fmla="*/ 350834 w 702708"/>
                  <a:gd name="connsiteY144" fmla="*/ 40625 h 94479"/>
                  <a:gd name="connsiteX145" fmla="*/ 339896 w 702708"/>
                  <a:gd name="connsiteY145" fmla="*/ 35833 h 94479"/>
                  <a:gd name="connsiteX146" fmla="*/ 330729 w 702708"/>
                  <a:gd name="connsiteY146" fmla="*/ 38490 h 94479"/>
                  <a:gd name="connsiteX147" fmla="*/ 325521 w 702708"/>
                  <a:gd name="connsiteY147" fmla="*/ 45729 h 94479"/>
                  <a:gd name="connsiteX148" fmla="*/ 325209 w 702708"/>
                  <a:gd name="connsiteY148" fmla="*/ 46562 h 94479"/>
                  <a:gd name="connsiteX149" fmla="*/ 324896 w 702708"/>
                  <a:gd name="connsiteY149" fmla="*/ 47083 h 94479"/>
                  <a:gd name="connsiteX150" fmla="*/ 324323 w 702708"/>
                  <a:gd name="connsiteY150" fmla="*/ 47396 h 94479"/>
                  <a:gd name="connsiteX151" fmla="*/ 323438 w 702708"/>
                  <a:gd name="connsiteY151" fmla="*/ 47500 h 94479"/>
                  <a:gd name="connsiteX152" fmla="*/ 318438 w 702708"/>
                  <a:gd name="connsiteY152" fmla="*/ 47500 h 94479"/>
                  <a:gd name="connsiteX153" fmla="*/ 317292 w 702708"/>
                  <a:gd name="connsiteY153" fmla="*/ 47239 h 94479"/>
                  <a:gd name="connsiteX154" fmla="*/ 317084 w 702708"/>
                  <a:gd name="connsiteY154" fmla="*/ 45938 h 94479"/>
                  <a:gd name="connsiteX155" fmla="*/ 318229 w 702708"/>
                  <a:gd name="connsiteY155" fmla="*/ 5104 h 94479"/>
                  <a:gd name="connsiteX156" fmla="*/ 318594 w 702708"/>
                  <a:gd name="connsiteY156" fmla="*/ 3542 h 94479"/>
                  <a:gd name="connsiteX157" fmla="*/ 319896 w 702708"/>
                  <a:gd name="connsiteY157" fmla="*/ 3125 h 94479"/>
                  <a:gd name="connsiteX158" fmla="*/ 93021 w 702708"/>
                  <a:gd name="connsiteY158" fmla="*/ 3125 h 94479"/>
                  <a:gd name="connsiteX159" fmla="*/ 138021 w 702708"/>
                  <a:gd name="connsiteY159" fmla="*/ 3125 h 94479"/>
                  <a:gd name="connsiteX160" fmla="*/ 139531 w 702708"/>
                  <a:gd name="connsiteY160" fmla="*/ 3594 h 94479"/>
                  <a:gd name="connsiteX161" fmla="*/ 140000 w 702708"/>
                  <a:gd name="connsiteY161" fmla="*/ 5104 h 94479"/>
                  <a:gd name="connsiteX162" fmla="*/ 140000 w 702708"/>
                  <a:gd name="connsiteY162" fmla="*/ 9062 h 94479"/>
                  <a:gd name="connsiteX163" fmla="*/ 139740 w 702708"/>
                  <a:gd name="connsiteY163" fmla="*/ 10625 h 94479"/>
                  <a:gd name="connsiteX164" fmla="*/ 139167 w 702708"/>
                  <a:gd name="connsiteY164" fmla="*/ 11979 h 94479"/>
                  <a:gd name="connsiteX165" fmla="*/ 111979 w 702708"/>
                  <a:gd name="connsiteY165" fmla="*/ 79167 h 94479"/>
                  <a:gd name="connsiteX166" fmla="*/ 102708 w 702708"/>
                  <a:gd name="connsiteY166" fmla="*/ 79167 h 94479"/>
                  <a:gd name="connsiteX167" fmla="*/ 131250 w 702708"/>
                  <a:gd name="connsiteY167" fmla="*/ 10312 h 94479"/>
                  <a:gd name="connsiteX168" fmla="*/ 93021 w 702708"/>
                  <a:gd name="connsiteY168" fmla="*/ 10312 h 94479"/>
                  <a:gd name="connsiteX169" fmla="*/ 188542 w 702708"/>
                  <a:gd name="connsiteY169" fmla="*/ 1979 h 94479"/>
                  <a:gd name="connsiteX170" fmla="*/ 195625 w 702708"/>
                  <a:gd name="connsiteY170" fmla="*/ 1979 h 94479"/>
                  <a:gd name="connsiteX171" fmla="*/ 197188 w 702708"/>
                  <a:gd name="connsiteY171" fmla="*/ 2396 h 94479"/>
                  <a:gd name="connsiteX172" fmla="*/ 197604 w 702708"/>
                  <a:gd name="connsiteY172" fmla="*/ 3958 h 94479"/>
                  <a:gd name="connsiteX173" fmla="*/ 197604 w 702708"/>
                  <a:gd name="connsiteY173" fmla="*/ 55312 h 94479"/>
                  <a:gd name="connsiteX174" fmla="*/ 208959 w 702708"/>
                  <a:gd name="connsiteY174" fmla="*/ 55312 h 94479"/>
                  <a:gd name="connsiteX175" fmla="*/ 208959 w 702708"/>
                  <a:gd name="connsiteY175" fmla="*/ 62500 h 94479"/>
                  <a:gd name="connsiteX176" fmla="*/ 197604 w 702708"/>
                  <a:gd name="connsiteY176" fmla="*/ 62500 h 94479"/>
                  <a:gd name="connsiteX177" fmla="*/ 197604 w 702708"/>
                  <a:gd name="connsiteY177" fmla="*/ 79167 h 94479"/>
                  <a:gd name="connsiteX178" fmla="*/ 189479 w 702708"/>
                  <a:gd name="connsiteY178" fmla="*/ 79167 h 94479"/>
                  <a:gd name="connsiteX179" fmla="*/ 189479 w 702708"/>
                  <a:gd name="connsiteY179" fmla="*/ 62500 h 94479"/>
                  <a:gd name="connsiteX180" fmla="*/ 157083 w 702708"/>
                  <a:gd name="connsiteY180" fmla="*/ 62500 h 94479"/>
                  <a:gd name="connsiteX181" fmla="*/ 155521 w 702708"/>
                  <a:gd name="connsiteY181" fmla="*/ 62083 h 94479"/>
                  <a:gd name="connsiteX182" fmla="*/ 155104 w 702708"/>
                  <a:gd name="connsiteY182" fmla="*/ 60521 h 94479"/>
                  <a:gd name="connsiteX183" fmla="*/ 155104 w 702708"/>
                  <a:gd name="connsiteY183" fmla="*/ 56146 h 94479"/>
                  <a:gd name="connsiteX184" fmla="*/ 155365 w 702708"/>
                  <a:gd name="connsiteY184" fmla="*/ 54635 h 94479"/>
                  <a:gd name="connsiteX185" fmla="*/ 156042 w 702708"/>
                  <a:gd name="connsiteY185" fmla="*/ 53229 h 94479"/>
                  <a:gd name="connsiteX186" fmla="*/ 186459 w 702708"/>
                  <a:gd name="connsiteY186" fmla="*/ 3333 h 94479"/>
                  <a:gd name="connsiteX187" fmla="*/ 187292 w 702708"/>
                  <a:gd name="connsiteY187" fmla="*/ 2344 h 94479"/>
                  <a:gd name="connsiteX188" fmla="*/ 188542 w 702708"/>
                  <a:gd name="connsiteY188" fmla="*/ 1979 h 94479"/>
                  <a:gd name="connsiteX189" fmla="*/ 246146 w 702708"/>
                  <a:gd name="connsiteY189" fmla="*/ 1354 h 94479"/>
                  <a:gd name="connsiteX190" fmla="*/ 262188 w 702708"/>
                  <a:gd name="connsiteY190" fmla="*/ 6458 h 94479"/>
                  <a:gd name="connsiteX191" fmla="*/ 268646 w 702708"/>
                  <a:gd name="connsiteY191" fmla="*/ 21458 h 94479"/>
                  <a:gd name="connsiteX192" fmla="*/ 264532 w 702708"/>
                  <a:gd name="connsiteY192" fmla="*/ 35312 h 94479"/>
                  <a:gd name="connsiteX193" fmla="*/ 254688 w 702708"/>
                  <a:gd name="connsiteY193" fmla="*/ 49271 h 94479"/>
                  <a:gd name="connsiteX194" fmla="*/ 242813 w 702708"/>
                  <a:gd name="connsiteY194" fmla="*/ 61979 h 94479"/>
                  <a:gd name="connsiteX195" fmla="*/ 232604 w 702708"/>
                  <a:gd name="connsiteY195" fmla="*/ 71979 h 94479"/>
                  <a:gd name="connsiteX196" fmla="*/ 270313 w 702708"/>
                  <a:gd name="connsiteY196" fmla="*/ 71979 h 94479"/>
                  <a:gd name="connsiteX197" fmla="*/ 270313 w 702708"/>
                  <a:gd name="connsiteY197" fmla="*/ 79167 h 94479"/>
                  <a:gd name="connsiteX198" fmla="*/ 224584 w 702708"/>
                  <a:gd name="connsiteY198" fmla="*/ 79167 h 94479"/>
                  <a:gd name="connsiteX199" fmla="*/ 223386 w 702708"/>
                  <a:gd name="connsiteY199" fmla="*/ 78854 h 94479"/>
                  <a:gd name="connsiteX200" fmla="*/ 223125 w 702708"/>
                  <a:gd name="connsiteY200" fmla="*/ 77604 h 94479"/>
                  <a:gd name="connsiteX201" fmla="*/ 223125 w 702708"/>
                  <a:gd name="connsiteY201" fmla="*/ 71354 h 94479"/>
                  <a:gd name="connsiteX202" fmla="*/ 227448 w 702708"/>
                  <a:gd name="connsiteY202" fmla="*/ 67187 h 94479"/>
                  <a:gd name="connsiteX203" fmla="*/ 233021 w 702708"/>
                  <a:gd name="connsiteY203" fmla="*/ 61667 h 94479"/>
                  <a:gd name="connsiteX204" fmla="*/ 239063 w 702708"/>
                  <a:gd name="connsiteY204" fmla="*/ 55208 h 94479"/>
                  <a:gd name="connsiteX205" fmla="*/ 245208 w 702708"/>
                  <a:gd name="connsiteY205" fmla="*/ 48125 h 94479"/>
                  <a:gd name="connsiteX206" fmla="*/ 250938 w 702708"/>
                  <a:gd name="connsiteY206" fmla="*/ 40990 h 94479"/>
                  <a:gd name="connsiteX207" fmla="*/ 255625 w 702708"/>
                  <a:gd name="connsiteY207" fmla="*/ 34062 h 94479"/>
                  <a:gd name="connsiteX208" fmla="*/ 258906 w 702708"/>
                  <a:gd name="connsiteY208" fmla="*/ 27604 h 94479"/>
                  <a:gd name="connsiteX209" fmla="*/ 260104 w 702708"/>
                  <a:gd name="connsiteY209" fmla="*/ 22083 h 94479"/>
                  <a:gd name="connsiteX210" fmla="*/ 256146 w 702708"/>
                  <a:gd name="connsiteY210" fmla="*/ 11927 h 94479"/>
                  <a:gd name="connsiteX211" fmla="*/ 245938 w 702708"/>
                  <a:gd name="connsiteY211" fmla="*/ 8542 h 94479"/>
                  <a:gd name="connsiteX212" fmla="*/ 236094 w 702708"/>
                  <a:gd name="connsiteY212" fmla="*/ 12708 h 94479"/>
                  <a:gd name="connsiteX213" fmla="*/ 232292 w 702708"/>
                  <a:gd name="connsiteY213" fmla="*/ 23542 h 94479"/>
                  <a:gd name="connsiteX214" fmla="*/ 223750 w 702708"/>
                  <a:gd name="connsiteY214" fmla="*/ 23542 h 94479"/>
                  <a:gd name="connsiteX215" fmla="*/ 225417 w 702708"/>
                  <a:gd name="connsiteY215" fmla="*/ 14427 h 94479"/>
                  <a:gd name="connsiteX216" fmla="*/ 230104 w 702708"/>
                  <a:gd name="connsiteY216" fmla="*/ 7396 h 94479"/>
                  <a:gd name="connsiteX217" fmla="*/ 237240 w 702708"/>
                  <a:gd name="connsiteY217" fmla="*/ 2917 h 94479"/>
                  <a:gd name="connsiteX218" fmla="*/ 246146 w 702708"/>
                  <a:gd name="connsiteY218" fmla="*/ 1354 h 94479"/>
                  <a:gd name="connsiteX219" fmla="*/ 24896 w 702708"/>
                  <a:gd name="connsiteY219" fmla="*/ 1354 h 94479"/>
                  <a:gd name="connsiteX220" fmla="*/ 33698 w 702708"/>
                  <a:gd name="connsiteY220" fmla="*/ 2552 h 94479"/>
                  <a:gd name="connsiteX221" fmla="*/ 41146 w 702708"/>
                  <a:gd name="connsiteY221" fmla="*/ 6250 h 94479"/>
                  <a:gd name="connsiteX222" fmla="*/ 46198 w 702708"/>
                  <a:gd name="connsiteY222" fmla="*/ 12604 h 94479"/>
                  <a:gd name="connsiteX223" fmla="*/ 48125 w 702708"/>
                  <a:gd name="connsiteY223" fmla="*/ 21771 h 94479"/>
                  <a:gd name="connsiteX224" fmla="*/ 43854 w 702708"/>
                  <a:gd name="connsiteY224" fmla="*/ 33437 h 94479"/>
                  <a:gd name="connsiteX225" fmla="*/ 32708 w 702708"/>
                  <a:gd name="connsiteY225" fmla="*/ 39792 h 94479"/>
                  <a:gd name="connsiteX226" fmla="*/ 45052 w 702708"/>
                  <a:gd name="connsiteY226" fmla="*/ 46198 h 94479"/>
                  <a:gd name="connsiteX227" fmla="*/ 49792 w 702708"/>
                  <a:gd name="connsiteY227" fmla="*/ 59062 h 94479"/>
                  <a:gd name="connsiteX228" fmla="*/ 47656 w 702708"/>
                  <a:gd name="connsiteY228" fmla="*/ 69010 h 94479"/>
                  <a:gd name="connsiteX229" fmla="*/ 41979 w 702708"/>
                  <a:gd name="connsiteY229" fmla="*/ 75833 h 94479"/>
                  <a:gd name="connsiteX230" fmla="*/ 33854 w 702708"/>
                  <a:gd name="connsiteY230" fmla="*/ 79687 h 94479"/>
                  <a:gd name="connsiteX231" fmla="*/ 24479 w 702708"/>
                  <a:gd name="connsiteY231" fmla="*/ 80937 h 94479"/>
                  <a:gd name="connsiteX232" fmla="*/ 6719 w 702708"/>
                  <a:gd name="connsiteY232" fmla="*/ 75000 h 94479"/>
                  <a:gd name="connsiteX233" fmla="*/ 0 w 702708"/>
                  <a:gd name="connsiteY233" fmla="*/ 58542 h 94479"/>
                  <a:gd name="connsiteX234" fmla="*/ 8229 w 702708"/>
                  <a:gd name="connsiteY234" fmla="*/ 58542 h 94479"/>
                  <a:gd name="connsiteX235" fmla="*/ 13177 w 702708"/>
                  <a:gd name="connsiteY235" fmla="*/ 69896 h 94479"/>
                  <a:gd name="connsiteX236" fmla="*/ 24792 w 702708"/>
                  <a:gd name="connsiteY236" fmla="*/ 73750 h 94479"/>
                  <a:gd name="connsiteX237" fmla="*/ 36979 w 702708"/>
                  <a:gd name="connsiteY237" fmla="*/ 69687 h 94479"/>
                  <a:gd name="connsiteX238" fmla="*/ 41459 w 702708"/>
                  <a:gd name="connsiteY238" fmla="*/ 58125 h 94479"/>
                  <a:gd name="connsiteX239" fmla="*/ 40000 w 702708"/>
                  <a:gd name="connsiteY239" fmla="*/ 51510 h 94479"/>
                  <a:gd name="connsiteX240" fmla="*/ 36146 w 702708"/>
                  <a:gd name="connsiteY240" fmla="*/ 46979 h 94479"/>
                  <a:gd name="connsiteX241" fmla="*/ 30573 w 702708"/>
                  <a:gd name="connsiteY241" fmla="*/ 44375 h 94479"/>
                  <a:gd name="connsiteX242" fmla="*/ 24271 w 702708"/>
                  <a:gd name="connsiteY242" fmla="*/ 43333 h 94479"/>
                  <a:gd name="connsiteX243" fmla="*/ 20104 w 702708"/>
                  <a:gd name="connsiteY243" fmla="*/ 43333 h 94479"/>
                  <a:gd name="connsiteX244" fmla="*/ 18646 w 702708"/>
                  <a:gd name="connsiteY244" fmla="*/ 43073 h 94479"/>
                  <a:gd name="connsiteX245" fmla="*/ 18438 w 702708"/>
                  <a:gd name="connsiteY245" fmla="*/ 41667 h 94479"/>
                  <a:gd name="connsiteX246" fmla="*/ 18438 w 702708"/>
                  <a:gd name="connsiteY246" fmla="*/ 37812 h 94479"/>
                  <a:gd name="connsiteX247" fmla="*/ 18646 w 702708"/>
                  <a:gd name="connsiteY247" fmla="*/ 36146 h 94479"/>
                  <a:gd name="connsiteX248" fmla="*/ 20104 w 702708"/>
                  <a:gd name="connsiteY248" fmla="*/ 35729 h 94479"/>
                  <a:gd name="connsiteX249" fmla="*/ 23542 w 702708"/>
                  <a:gd name="connsiteY249" fmla="*/ 35729 h 94479"/>
                  <a:gd name="connsiteX250" fmla="*/ 29635 w 702708"/>
                  <a:gd name="connsiteY250" fmla="*/ 34948 h 94479"/>
                  <a:gd name="connsiteX251" fmla="*/ 34792 w 702708"/>
                  <a:gd name="connsiteY251" fmla="*/ 32500 h 94479"/>
                  <a:gd name="connsiteX252" fmla="*/ 38437 w 702708"/>
                  <a:gd name="connsiteY252" fmla="*/ 28385 h 94479"/>
                  <a:gd name="connsiteX253" fmla="*/ 39792 w 702708"/>
                  <a:gd name="connsiteY253" fmla="*/ 22187 h 94479"/>
                  <a:gd name="connsiteX254" fmla="*/ 35469 w 702708"/>
                  <a:gd name="connsiteY254" fmla="*/ 12083 h 94479"/>
                  <a:gd name="connsiteX255" fmla="*/ 24583 w 702708"/>
                  <a:gd name="connsiteY255" fmla="*/ 8542 h 94479"/>
                  <a:gd name="connsiteX256" fmla="*/ 13906 w 702708"/>
                  <a:gd name="connsiteY256" fmla="*/ 12083 h 94479"/>
                  <a:gd name="connsiteX257" fmla="*/ 9375 w 702708"/>
                  <a:gd name="connsiteY257" fmla="*/ 22292 h 94479"/>
                  <a:gd name="connsiteX258" fmla="*/ 1042 w 702708"/>
                  <a:gd name="connsiteY258" fmla="*/ 22292 h 94479"/>
                  <a:gd name="connsiteX259" fmla="*/ 7708 w 702708"/>
                  <a:gd name="connsiteY259" fmla="*/ 6979 h 94479"/>
                  <a:gd name="connsiteX260" fmla="*/ 24896 w 702708"/>
                  <a:gd name="connsiteY260" fmla="*/ 1354 h 94479"/>
                  <a:gd name="connsiteX261" fmla="*/ 677292 w 702708"/>
                  <a:gd name="connsiteY261" fmla="*/ 0 h 94479"/>
                  <a:gd name="connsiteX262" fmla="*/ 690052 w 702708"/>
                  <a:gd name="connsiteY262" fmla="*/ 3646 h 94479"/>
                  <a:gd name="connsiteX263" fmla="*/ 697813 w 702708"/>
                  <a:gd name="connsiteY263" fmla="*/ 13021 h 94479"/>
                  <a:gd name="connsiteX264" fmla="*/ 701667 w 702708"/>
                  <a:gd name="connsiteY264" fmla="*/ 26146 h 94479"/>
                  <a:gd name="connsiteX265" fmla="*/ 702709 w 702708"/>
                  <a:gd name="connsiteY265" fmla="*/ 40729 h 94479"/>
                  <a:gd name="connsiteX266" fmla="*/ 701667 w 702708"/>
                  <a:gd name="connsiteY266" fmla="*/ 55312 h 94479"/>
                  <a:gd name="connsiteX267" fmla="*/ 697813 w 702708"/>
                  <a:gd name="connsiteY267" fmla="*/ 68333 h 94479"/>
                  <a:gd name="connsiteX268" fmla="*/ 690052 w 702708"/>
                  <a:gd name="connsiteY268" fmla="*/ 77604 h 94479"/>
                  <a:gd name="connsiteX269" fmla="*/ 677292 w 702708"/>
                  <a:gd name="connsiteY269" fmla="*/ 81146 h 94479"/>
                  <a:gd name="connsiteX270" fmla="*/ 664740 w 702708"/>
                  <a:gd name="connsiteY270" fmla="*/ 77604 h 94479"/>
                  <a:gd name="connsiteX271" fmla="*/ 657292 w 702708"/>
                  <a:gd name="connsiteY271" fmla="*/ 68333 h 94479"/>
                  <a:gd name="connsiteX272" fmla="*/ 653646 w 702708"/>
                  <a:gd name="connsiteY272" fmla="*/ 55312 h 94479"/>
                  <a:gd name="connsiteX273" fmla="*/ 652709 w 702708"/>
                  <a:gd name="connsiteY273" fmla="*/ 40729 h 94479"/>
                  <a:gd name="connsiteX274" fmla="*/ 653646 w 702708"/>
                  <a:gd name="connsiteY274" fmla="*/ 26146 h 94479"/>
                  <a:gd name="connsiteX275" fmla="*/ 657292 w 702708"/>
                  <a:gd name="connsiteY275" fmla="*/ 13021 h 94479"/>
                  <a:gd name="connsiteX276" fmla="*/ 664740 w 702708"/>
                  <a:gd name="connsiteY276" fmla="*/ 3646 h 94479"/>
                  <a:gd name="connsiteX277" fmla="*/ 677292 w 702708"/>
                  <a:gd name="connsiteY277" fmla="*/ 0 h 94479"/>
                  <a:gd name="connsiteX278" fmla="*/ 612188 w 702708"/>
                  <a:gd name="connsiteY278" fmla="*/ 0 h 94479"/>
                  <a:gd name="connsiteX279" fmla="*/ 624948 w 702708"/>
                  <a:gd name="connsiteY279" fmla="*/ 3646 h 94479"/>
                  <a:gd name="connsiteX280" fmla="*/ 632709 w 702708"/>
                  <a:gd name="connsiteY280" fmla="*/ 13021 h 94479"/>
                  <a:gd name="connsiteX281" fmla="*/ 636563 w 702708"/>
                  <a:gd name="connsiteY281" fmla="*/ 26146 h 94479"/>
                  <a:gd name="connsiteX282" fmla="*/ 637605 w 702708"/>
                  <a:gd name="connsiteY282" fmla="*/ 40729 h 94479"/>
                  <a:gd name="connsiteX283" fmla="*/ 636563 w 702708"/>
                  <a:gd name="connsiteY283" fmla="*/ 55312 h 94479"/>
                  <a:gd name="connsiteX284" fmla="*/ 632709 w 702708"/>
                  <a:gd name="connsiteY284" fmla="*/ 68333 h 94479"/>
                  <a:gd name="connsiteX285" fmla="*/ 624948 w 702708"/>
                  <a:gd name="connsiteY285" fmla="*/ 77604 h 94479"/>
                  <a:gd name="connsiteX286" fmla="*/ 612188 w 702708"/>
                  <a:gd name="connsiteY286" fmla="*/ 81146 h 94479"/>
                  <a:gd name="connsiteX287" fmla="*/ 599636 w 702708"/>
                  <a:gd name="connsiteY287" fmla="*/ 77604 h 94479"/>
                  <a:gd name="connsiteX288" fmla="*/ 592188 w 702708"/>
                  <a:gd name="connsiteY288" fmla="*/ 68333 h 94479"/>
                  <a:gd name="connsiteX289" fmla="*/ 588542 w 702708"/>
                  <a:gd name="connsiteY289" fmla="*/ 55312 h 94479"/>
                  <a:gd name="connsiteX290" fmla="*/ 587605 w 702708"/>
                  <a:gd name="connsiteY290" fmla="*/ 40729 h 94479"/>
                  <a:gd name="connsiteX291" fmla="*/ 588542 w 702708"/>
                  <a:gd name="connsiteY291" fmla="*/ 26146 h 94479"/>
                  <a:gd name="connsiteX292" fmla="*/ 592188 w 702708"/>
                  <a:gd name="connsiteY292" fmla="*/ 13021 h 94479"/>
                  <a:gd name="connsiteX293" fmla="*/ 599636 w 702708"/>
                  <a:gd name="connsiteY293" fmla="*/ 3646 h 94479"/>
                  <a:gd name="connsiteX294" fmla="*/ 612188 w 702708"/>
                  <a:gd name="connsiteY294" fmla="*/ 0 h 94479"/>
                  <a:gd name="connsiteX295" fmla="*/ 547084 w 702708"/>
                  <a:gd name="connsiteY295" fmla="*/ 0 h 94479"/>
                  <a:gd name="connsiteX296" fmla="*/ 559844 w 702708"/>
                  <a:gd name="connsiteY296" fmla="*/ 3646 h 94479"/>
                  <a:gd name="connsiteX297" fmla="*/ 567605 w 702708"/>
                  <a:gd name="connsiteY297" fmla="*/ 13021 h 94479"/>
                  <a:gd name="connsiteX298" fmla="*/ 571459 w 702708"/>
                  <a:gd name="connsiteY298" fmla="*/ 26146 h 94479"/>
                  <a:gd name="connsiteX299" fmla="*/ 572501 w 702708"/>
                  <a:gd name="connsiteY299" fmla="*/ 40729 h 94479"/>
                  <a:gd name="connsiteX300" fmla="*/ 571459 w 702708"/>
                  <a:gd name="connsiteY300" fmla="*/ 55312 h 94479"/>
                  <a:gd name="connsiteX301" fmla="*/ 567605 w 702708"/>
                  <a:gd name="connsiteY301" fmla="*/ 68333 h 94479"/>
                  <a:gd name="connsiteX302" fmla="*/ 559844 w 702708"/>
                  <a:gd name="connsiteY302" fmla="*/ 77604 h 94479"/>
                  <a:gd name="connsiteX303" fmla="*/ 547084 w 702708"/>
                  <a:gd name="connsiteY303" fmla="*/ 81146 h 94479"/>
                  <a:gd name="connsiteX304" fmla="*/ 534532 w 702708"/>
                  <a:gd name="connsiteY304" fmla="*/ 77604 h 94479"/>
                  <a:gd name="connsiteX305" fmla="*/ 527084 w 702708"/>
                  <a:gd name="connsiteY305" fmla="*/ 68333 h 94479"/>
                  <a:gd name="connsiteX306" fmla="*/ 523438 w 702708"/>
                  <a:gd name="connsiteY306" fmla="*/ 55312 h 94479"/>
                  <a:gd name="connsiteX307" fmla="*/ 522501 w 702708"/>
                  <a:gd name="connsiteY307" fmla="*/ 40729 h 94479"/>
                  <a:gd name="connsiteX308" fmla="*/ 523438 w 702708"/>
                  <a:gd name="connsiteY308" fmla="*/ 26146 h 94479"/>
                  <a:gd name="connsiteX309" fmla="*/ 527084 w 702708"/>
                  <a:gd name="connsiteY309" fmla="*/ 13021 h 94479"/>
                  <a:gd name="connsiteX310" fmla="*/ 534532 w 702708"/>
                  <a:gd name="connsiteY310" fmla="*/ 3646 h 94479"/>
                  <a:gd name="connsiteX311" fmla="*/ 547084 w 702708"/>
                  <a:gd name="connsiteY311" fmla="*/ 0 h 94479"/>
                  <a:gd name="connsiteX312" fmla="*/ 455938 w 702708"/>
                  <a:gd name="connsiteY312" fmla="*/ 0 h 94479"/>
                  <a:gd name="connsiteX313" fmla="*/ 468698 w 702708"/>
                  <a:gd name="connsiteY313" fmla="*/ 3646 h 94479"/>
                  <a:gd name="connsiteX314" fmla="*/ 476459 w 702708"/>
                  <a:gd name="connsiteY314" fmla="*/ 13021 h 94479"/>
                  <a:gd name="connsiteX315" fmla="*/ 480313 w 702708"/>
                  <a:gd name="connsiteY315" fmla="*/ 26146 h 94479"/>
                  <a:gd name="connsiteX316" fmla="*/ 481355 w 702708"/>
                  <a:gd name="connsiteY316" fmla="*/ 40729 h 94479"/>
                  <a:gd name="connsiteX317" fmla="*/ 480313 w 702708"/>
                  <a:gd name="connsiteY317" fmla="*/ 55312 h 94479"/>
                  <a:gd name="connsiteX318" fmla="*/ 476459 w 702708"/>
                  <a:gd name="connsiteY318" fmla="*/ 68333 h 94479"/>
                  <a:gd name="connsiteX319" fmla="*/ 468698 w 702708"/>
                  <a:gd name="connsiteY319" fmla="*/ 77604 h 94479"/>
                  <a:gd name="connsiteX320" fmla="*/ 455938 w 702708"/>
                  <a:gd name="connsiteY320" fmla="*/ 81146 h 94479"/>
                  <a:gd name="connsiteX321" fmla="*/ 443386 w 702708"/>
                  <a:gd name="connsiteY321" fmla="*/ 77604 h 94479"/>
                  <a:gd name="connsiteX322" fmla="*/ 435938 w 702708"/>
                  <a:gd name="connsiteY322" fmla="*/ 68333 h 94479"/>
                  <a:gd name="connsiteX323" fmla="*/ 432292 w 702708"/>
                  <a:gd name="connsiteY323" fmla="*/ 55312 h 94479"/>
                  <a:gd name="connsiteX324" fmla="*/ 431355 w 702708"/>
                  <a:gd name="connsiteY324" fmla="*/ 40729 h 94479"/>
                  <a:gd name="connsiteX325" fmla="*/ 432292 w 702708"/>
                  <a:gd name="connsiteY325" fmla="*/ 26146 h 94479"/>
                  <a:gd name="connsiteX326" fmla="*/ 435938 w 702708"/>
                  <a:gd name="connsiteY326" fmla="*/ 13021 h 94479"/>
                  <a:gd name="connsiteX327" fmla="*/ 443386 w 702708"/>
                  <a:gd name="connsiteY327" fmla="*/ 3646 h 94479"/>
                  <a:gd name="connsiteX328" fmla="*/ 455938 w 702708"/>
                  <a:gd name="connsiteY328" fmla="*/ 0 h 94479"/>
                  <a:gd name="connsiteX329" fmla="*/ 390834 w 702708"/>
                  <a:gd name="connsiteY329" fmla="*/ 0 h 94479"/>
                  <a:gd name="connsiteX330" fmla="*/ 403594 w 702708"/>
                  <a:gd name="connsiteY330" fmla="*/ 3646 h 94479"/>
                  <a:gd name="connsiteX331" fmla="*/ 411355 w 702708"/>
                  <a:gd name="connsiteY331" fmla="*/ 13021 h 94479"/>
                  <a:gd name="connsiteX332" fmla="*/ 415209 w 702708"/>
                  <a:gd name="connsiteY332" fmla="*/ 26146 h 94479"/>
                  <a:gd name="connsiteX333" fmla="*/ 416250 w 702708"/>
                  <a:gd name="connsiteY333" fmla="*/ 40729 h 94479"/>
                  <a:gd name="connsiteX334" fmla="*/ 415209 w 702708"/>
                  <a:gd name="connsiteY334" fmla="*/ 55312 h 94479"/>
                  <a:gd name="connsiteX335" fmla="*/ 411355 w 702708"/>
                  <a:gd name="connsiteY335" fmla="*/ 68333 h 94479"/>
                  <a:gd name="connsiteX336" fmla="*/ 403594 w 702708"/>
                  <a:gd name="connsiteY336" fmla="*/ 77604 h 94479"/>
                  <a:gd name="connsiteX337" fmla="*/ 390834 w 702708"/>
                  <a:gd name="connsiteY337" fmla="*/ 81146 h 94479"/>
                  <a:gd name="connsiteX338" fmla="*/ 378281 w 702708"/>
                  <a:gd name="connsiteY338" fmla="*/ 77604 h 94479"/>
                  <a:gd name="connsiteX339" fmla="*/ 370834 w 702708"/>
                  <a:gd name="connsiteY339" fmla="*/ 68333 h 94479"/>
                  <a:gd name="connsiteX340" fmla="*/ 367188 w 702708"/>
                  <a:gd name="connsiteY340" fmla="*/ 55312 h 94479"/>
                  <a:gd name="connsiteX341" fmla="*/ 366250 w 702708"/>
                  <a:gd name="connsiteY341" fmla="*/ 40729 h 94479"/>
                  <a:gd name="connsiteX342" fmla="*/ 367188 w 702708"/>
                  <a:gd name="connsiteY342" fmla="*/ 26146 h 94479"/>
                  <a:gd name="connsiteX343" fmla="*/ 370834 w 702708"/>
                  <a:gd name="connsiteY343" fmla="*/ 13021 h 94479"/>
                  <a:gd name="connsiteX344" fmla="*/ 378281 w 702708"/>
                  <a:gd name="connsiteY344" fmla="*/ 3646 h 94479"/>
                  <a:gd name="connsiteX345" fmla="*/ 390834 w 702708"/>
                  <a:gd name="connsiteY345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</a:cxnLst>
                <a:rect l="l" t="t" r="r" b="b"/>
                <a:pathLst>
                  <a:path w="702708" h="94479">
                    <a:moveTo>
                      <a:pt x="501042" y="70833"/>
                    </a:moveTo>
                    <a:lnTo>
                      <a:pt x="511771" y="70833"/>
                    </a:lnTo>
                    <a:cubicBezTo>
                      <a:pt x="512188" y="70833"/>
                      <a:pt x="512487" y="70938"/>
                      <a:pt x="512657" y="71146"/>
                    </a:cubicBezTo>
                    <a:cubicBezTo>
                      <a:pt x="512839" y="71354"/>
                      <a:pt x="512917" y="71667"/>
                      <a:pt x="512917" y="72083"/>
                    </a:cubicBezTo>
                    <a:lnTo>
                      <a:pt x="512917" y="78750"/>
                    </a:lnTo>
                    <a:cubicBezTo>
                      <a:pt x="512917" y="83685"/>
                      <a:pt x="511875" y="87435"/>
                      <a:pt x="509792" y="90000"/>
                    </a:cubicBezTo>
                    <a:cubicBezTo>
                      <a:pt x="507709" y="92578"/>
                      <a:pt x="505183" y="94063"/>
                      <a:pt x="502188" y="94479"/>
                    </a:cubicBezTo>
                    <a:lnTo>
                      <a:pt x="502188" y="90833"/>
                    </a:lnTo>
                    <a:cubicBezTo>
                      <a:pt x="503789" y="90417"/>
                      <a:pt x="504948" y="89258"/>
                      <a:pt x="505677" y="87344"/>
                    </a:cubicBezTo>
                    <a:cubicBezTo>
                      <a:pt x="506407" y="85443"/>
                      <a:pt x="506667" y="83515"/>
                      <a:pt x="506459" y="81562"/>
                    </a:cubicBezTo>
                    <a:lnTo>
                      <a:pt x="501042" y="81562"/>
                    </a:lnTo>
                    <a:close/>
                    <a:moveTo>
                      <a:pt x="279688" y="70833"/>
                    </a:moveTo>
                    <a:lnTo>
                      <a:pt x="290417" y="70833"/>
                    </a:lnTo>
                    <a:cubicBezTo>
                      <a:pt x="290833" y="70833"/>
                      <a:pt x="291133" y="70938"/>
                      <a:pt x="291302" y="71146"/>
                    </a:cubicBezTo>
                    <a:cubicBezTo>
                      <a:pt x="291485" y="71354"/>
                      <a:pt x="291563" y="71667"/>
                      <a:pt x="291563" y="72083"/>
                    </a:cubicBezTo>
                    <a:lnTo>
                      <a:pt x="291563" y="78750"/>
                    </a:lnTo>
                    <a:cubicBezTo>
                      <a:pt x="291563" y="83685"/>
                      <a:pt x="290521" y="87435"/>
                      <a:pt x="288438" y="90000"/>
                    </a:cubicBezTo>
                    <a:cubicBezTo>
                      <a:pt x="286354" y="92578"/>
                      <a:pt x="283828" y="94063"/>
                      <a:pt x="280833" y="94479"/>
                    </a:cubicBezTo>
                    <a:lnTo>
                      <a:pt x="280833" y="90833"/>
                    </a:lnTo>
                    <a:cubicBezTo>
                      <a:pt x="282435" y="90417"/>
                      <a:pt x="283594" y="89258"/>
                      <a:pt x="284323" y="87344"/>
                    </a:cubicBezTo>
                    <a:cubicBezTo>
                      <a:pt x="285052" y="85443"/>
                      <a:pt x="285313" y="83515"/>
                      <a:pt x="285104" y="81562"/>
                    </a:cubicBezTo>
                    <a:lnTo>
                      <a:pt x="279688" y="81562"/>
                    </a:lnTo>
                    <a:close/>
                    <a:moveTo>
                      <a:pt x="71354" y="70833"/>
                    </a:moveTo>
                    <a:lnTo>
                      <a:pt x="82084" y="70833"/>
                    </a:lnTo>
                    <a:cubicBezTo>
                      <a:pt x="82500" y="70833"/>
                      <a:pt x="82800" y="70938"/>
                      <a:pt x="82969" y="71146"/>
                    </a:cubicBezTo>
                    <a:cubicBezTo>
                      <a:pt x="83151" y="71354"/>
                      <a:pt x="83229" y="71667"/>
                      <a:pt x="83229" y="72083"/>
                    </a:cubicBezTo>
                    <a:lnTo>
                      <a:pt x="83229" y="78750"/>
                    </a:lnTo>
                    <a:cubicBezTo>
                      <a:pt x="83229" y="83685"/>
                      <a:pt x="82188" y="87435"/>
                      <a:pt x="80104" y="90000"/>
                    </a:cubicBezTo>
                    <a:cubicBezTo>
                      <a:pt x="78021" y="92578"/>
                      <a:pt x="75495" y="94063"/>
                      <a:pt x="72500" y="94479"/>
                    </a:cubicBezTo>
                    <a:lnTo>
                      <a:pt x="72500" y="90833"/>
                    </a:lnTo>
                    <a:cubicBezTo>
                      <a:pt x="74102" y="90417"/>
                      <a:pt x="75260" y="89258"/>
                      <a:pt x="75990" y="87344"/>
                    </a:cubicBezTo>
                    <a:cubicBezTo>
                      <a:pt x="76719" y="85443"/>
                      <a:pt x="76979" y="83515"/>
                      <a:pt x="76771" y="81562"/>
                    </a:cubicBezTo>
                    <a:lnTo>
                      <a:pt x="71354" y="81562"/>
                    </a:lnTo>
                    <a:close/>
                    <a:moveTo>
                      <a:pt x="189896" y="11250"/>
                    </a:moveTo>
                    <a:lnTo>
                      <a:pt x="163021" y="55312"/>
                    </a:lnTo>
                    <a:lnTo>
                      <a:pt x="189688" y="55312"/>
                    </a:lnTo>
                    <a:lnTo>
                      <a:pt x="189688" y="20833"/>
                    </a:lnTo>
                    <a:close/>
                    <a:moveTo>
                      <a:pt x="677292" y="7187"/>
                    </a:moveTo>
                    <a:cubicBezTo>
                      <a:pt x="673542" y="7187"/>
                      <a:pt x="670613" y="8411"/>
                      <a:pt x="668490" y="10833"/>
                    </a:cubicBezTo>
                    <a:cubicBezTo>
                      <a:pt x="666381" y="13268"/>
                      <a:pt x="664792" y="16185"/>
                      <a:pt x="663751" y="19583"/>
                    </a:cubicBezTo>
                    <a:cubicBezTo>
                      <a:pt x="662644" y="23060"/>
                      <a:pt x="661967" y="26719"/>
                      <a:pt x="661719" y="30573"/>
                    </a:cubicBezTo>
                    <a:cubicBezTo>
                      <a:pt x="661485" y="34427"/>
                      <a:pt x="661355" y="37812"/>
                      <a:pt x="661355" y="40729"/>
                    </a:cubicBezTo>
                    <a:cubicBezTo>
                      <a:pt x="661355" y="43646"/>
                      <a:pt x="661485" y="47005"/>
                      <a:pt x="661719" y="50781"/>
                    </a:cubicBezTo>
                    <a:cubicBezTo>
                      <a:pt x="661967" y="54570"/>
                      <a:pt x="662644" y="58203"/>
                      <a:pt x="663751" y="61667"/>
                    </a:cubicBezTo>
                    <a:cubicBezTo>
                      <a:pt x="664792" y="65078"/>
                      <a:pt x="666381" y="67956"/>
                      <a:pt x="668490" y="70312"/>
                    </a:cubicBezTo>
                    <a:cubicBezTo>
                      <a:pt x="670613" y="72682"/>
                      <a:pt x="673542" y="73854"/>
                      <a:pt x="677292" y="73854"/>
                    </a:cubicBezTo>
                    <a:cubicBezTo>
                      <a:pt x="681042" y="73854"/>
                      <a:pt x="684037" y="72682"/>
                      <a:pt x="686251" y="70312"/>
                    </a:cubicBezTo>
                    <a:cubicBezTo>
                      <a:pt x="688477" y="67956"/>
                      <a:pt x="690144" y="65078"/>
                      <a:pt x="691251" y="61667"/>
                    </a:cubicBezTo>
                    <a:cubicBezTo>
                      <a:pt x="692435" y="58203"/>
                      <a:pt x="693204" y="54570"/>
                      <a:pt x="693542" y="50781"/>
                    </a:cubicBezTo>
                    <a:cubicBezTo>
                      <a:pt x="693894" y="47005"/>
                      <a:pt x="694063" y="43646"/>
                      <a:pt x="694063" y="40729"/>
                    </a:cubicBezTo>
                    <a:cubicBezTo>
                      <a:pt x="694063" y="37812"/>
                      <a:pt x="693894" y="34427"/>
                      <a:pt x="693542" y="30573"/>
                    </a:cubicBezTo>
                    <a:cubicBezTo>
                      <a:pt x="693204" y="26719"/>
                      <a:pt x="692435" y="23060"/>
                      <a:pt x="691251" y="19583"/>
                    </a:cubicBezTo>
                    <a:cubicBezTo>
                      <a:pt x="690144" y="16185"/>
                      <a:pt x="688477" y="13268"/>
                      <a:pt x="686251" y="10833"/>
                    </a:cubicBezTo>
                    <a:cubicBezTo>
                      <a:pt x="684037" y="8411"/>
                      <a:pt x="681042" y="7187"/>
                      <a:pt x="677292" y="7187"/>
                    </a:cubicBezTo>
                    <a:close/>
                    <a:moveTo>
                      <a:pt x="612188" y="7187"/>
                    </a:moveTo>
                    <a:cubicBezTo>
                      <a:pt x="608438" y="7187"/>
                      <a:pt x="605508" y="8411"/>
                      <a:pt x="603386" y="10833"/>
                    </a:cubicBezTo>
                    <a:cubicBezTo>
                      <a:pt x="601276" y="13268"/>
                      <a:pt x="599688" y="16185"/>
                      <a:pt x="598646" y="19583"/>
                    </a:cubicBezTo>
                    <a:cubicBezTo>
                      <a:pt x="597540" y="23060"/>
                      <a:pt x="596863" y="26719"/>
                      <a:pt x="596615" y="30573"/>
                    </a:cubicBezTo>
                    <a:cubicBezTo>
                      <a:pt x="596381" y="34427"/>
                      <a:pt x="596251" y="37812"/>
                      <a:pt x="596251" y="40729"/>
                    </a:cubicBezTo>
                    <a:cubicBezTo>
                      <a:pt x="596251" y="43646"/>
                      <a:pt x="596381" y="47005"/>
                      <a:pt x="596615" y="50781"/>
                    </a:cubicBezTo>
                    <a:cubicBezTo>
                      <a:pt x="596863" y="54570"/>
                      <a:pt x="597540" y="58203"/>
                      <a:pt x="598646" y="61667"/>
                    </a:cubicBezTo>
                    <a:cubicBezTo>
                      <a:pt x="599688" y="65078"/>
                      <a:pt x="601276" y="67956"/>
                      <a:pt x="603386" y="70312"/>
                    </a:cubicBezTo>
                    <a:cubicBezTo>
                      <a:pt x="605508" y="72682"/>
                      <a:pt x="608438" y="73854"/>
                      <a:pt x="612188" y="73854"/>
                    </a:cubicBezTo>
                    <a:cubicBezTo>
                      <a:pt x="615938" y="73854"/>
                      <a:pt x="618933" y="72682"/>
                      <a:pt x="621146" y="70312"/>
                    </a:cubicBezTo>
                    <a:cubicBezTo>
                      <a:pt x="623373" y="67956"/>
                      <a:pt x="625040" y="65078"/>
                      <a:pt x="626146" y="61667"/>
                    </a:cubicBezTo>
                    <a:cubicBezTo>
                      <a:pt x="627331" y="58203"/>
                      <a:pt x="628099" y="54570"/>
                      <a:pt x="628438" y="50781"/>
                    </a:cubicBezTo>
                    <a:cubicBezTo>
                      <a:pt x="628790" y="47005"/>
                      <a:pt x="628959" y="43646"/>
                      <a:pt x="628959" y="40729"/>
                    </a:cubicBezTo>
                    <a:cubicBezTo>
                      <a:pt x="628959" y="37812"/>
                      <a:pt x="628790" y="34427"/>
                      <a:pt x="628438" y="30573"/>
                    </a:cubicBezTo>
                    <a:cubicBezTo>
                      <a:pt x="628099" y="26719"/>
                      <a:pt x="627331" y="23060"/>
                      <a:pt x="626146" y="19583"/>
                    </a:cubicBezTo>
                    <a:cubicBezTo>
                      <a:pt x="625040" y="16185"/>
                      <a:pt x="623373" y="13268"/>
                      <a:pt x="621146" y="10833"/>
                    </a:cubicBezTo>
                    <a:cubicBezTo>
                      <a:pt x="618933" y="8411"/>
                      <a:pt x="615938" y="7187"/>
                      <a:pt x="612188" y="7187"/>
                    </a:cubicBezTo>
                    <a:close/>
                    <a:moveTo>
                      <a:pt x="547084" y="7187"/>
                    </a:moveTo>
                    <a:cubicBezTo>
                      <a:pt x="543334" y="7187"/>
                      <a:pt x="540404" y="8411"/>
                      <a:pt x="538282" y="10833"/>
                    </a:cubicBezTo>
                    <a:cubicBezTo>
                      <a:pt x="536172" y="13268"/>
                      <a:pt x="534584" y="16185"/>
                      <a:pt x="533542" y="19583"/>
                    </a:cubicBezTo>
                    <a:cubicBezTo>
                      <a:pt x="532435" y="23060"/>
                      <a:pt x="531758" y="26719"/>
                      <a:pt x="531511" y="30573"/>
                    </a:cubicBezTo>
                    <a:cubicBezTo>
                      <a:pt x="531276" y="34427"/>
                      <a:pt x="531146" y="37812"/>
                      <a:pt x="531146" y="40729"/>
                    </a:cubicBezTo>
                    <a:cubicBezTo>
                      <a:pt x="531146" y="43646"/>
                      <a:pt x="531276" y="47005"/>
                      <a:pt x="531511" y="50781"/>
                    </a:cubicBezTo>
                    <a:cubicBezTo>
                      <a:pt x="531758" y="54570"/>
                      <a:pt x="532435" y="58203"/>
                      <a:pt x="533542" y="61667"/>
                    </a:cubicBezTo>
                    <a:cubicBezTo>
                      <a:pt x="534584" y="65078"/>
                      <a:pt x="536172" y="67956"/>
                      <a:pt x="538282" y="70312"/>
                    </a:cubicBezTo>
                    <a:cubicBezTo>
                      <a:pt x="540404" y="72682"/>
                      <a:pt x="543334" y="73854"/>
                      <a:pt x="547084" y="73854"/>
                    </a:cubicBezTo>
                    <a:cubicBezTo>
                      <a:pt x="550834" y="73854"/>
                      <a:pt x="553828" y="72682"/>
                      <a:pt x="556042" y="70312"/>
                    </a:cubicBezTo>
                    <a:cubicBezTo>
                      <a:pt x="558269" y="67956"/>
                      <a:pt x="559935" y="65078"/>
                      <a:pt x="561042" y="61667"/>
                    </a:cubicBezTo>
                    <a:cubicBezTo>
                      <a:pt x="562227" y="58203"/>
                      <a:pt x="562995" y="54570"/>
                      <a:pt x="563334" y="50781"/>
                    </a:cubicBezTo>
                    <a:cubicBezTo>
                      <a:pt x="563685" y="47005"/>
                      <a:pt x="563855" y="43646"/>
                      <a:pt x="563855" y="40729"/>
                    </a:cubicBezTo>
                    <a:cubicBezTo>
                      <a:pt x="563855" y="37812"/>
                      <a:pt x="563685" y="34427"/>
                      <a:pt x="563334" y="30573"/>
                    </a:cubicBezTo>
                    <a:cubicBezTo>
                      <a:pt x="562995" y="26719"/>
                      <a:pt x="562227" y="23060"/>
                      <a:pt x="561042" y="19583"/>
                    </a:cubicBezTo>
                    <a:cubicBezTo>
                      <a:pt x="559935" y="16185"/>
                      <a:pt x="558269" y="13268"/>
                      <a:pt x="556042" y="10833"/>
                    </a:cubicBezTo>
                    <a:cubicBezTo>
                      <a:pt x="553828" y="8411"/>
                      <a:pt x="550834" y="7187"/>
                      <a:pt x="547084" y="7187"/>
                    </a:cubicBezTo>
                    <a:close/>
                    <a:moveTo>
                      <a:pt x="455938" y="7187"/>
                    </a:moveTo>
                    <a:cubicBezTo>
                      <a:pt x="452188" y="7187"/>
                      <a:pt x="449258" y="8411"/>
                      <a:pt x="447136" y="10833"/>
                    </a:cubicBezTo>
                    <a:cubicBezTo>
                      <a:pt x="445026" y="13268"/>
                      <a:pt x="443438" y="16185"/>
                      <a:pt x="442396" y="19583"/>
                    </a:cubicBezTo>
                    <a:cubicBezTo>
                      <a:pt x="441290" y="23060"/>
                      <a:pt x="440612" y="26719"/>
                      <a:pt x="440365" y="30573"/>
                    </a:cubicBezTo>
                    <a:cubicBezTo>
                      <a:pt x="440130" y="34427"/>
                      <a:pt x="440001" y="37812"/>
                      <a:pt x="440001" y="40729"/>
                    </a:cubicBezTo>
                    <a:cubicBezTo>
                      <a:pt x="440001" y="43646"/>
                      <a:pt x="440130" y="47005"/>
                      <a:pt x="440365" y="50781"/>
                    </a:cubicBezTo>
                    <a:cubicBezTo>
                      <a:pt x="440612" y="54570"/>
                      <a:pt x="441290" y="58203"/>
                      <a:pt x="442396" y="61667"/>
                    </a:cubicBezTo>
                    <a:cubicBezTo>
                      <a:pt x="443438" y="65078"/>
                      <a:pt x="445026" y="67956"/>
                      <a:pt x="447136" y="70312"/>
                    </a:cubicBezTo>
                    <a:cubicBezTo>
                      <a:pt x="449258" y="72682"/>
                      <a:pt x="452188" y="73854"/>
                      <a:pt x="455938" y="73854"/>
                    </a:cubicBezTo>
                    <a:cubicBezTo>
                      <a:pt x="459688" y="73854"/>
                      <a:pt x="462682" y="72682"/>
                      <a:pt x="464896" y="70312"/>
                    </a:cubicBezTo>
                    <a:cubicBezTo>
                      <a:pt x="467123" y="67956"/>
                      <a:pt x="468790" y="65078"/>
                      <a:pt x="469896" y="61667"/>
                    </a:cubicBezTo>
                    <a:cubicBezTo>
                      <a:pt x="471081" y="58203"/>
                      <a:pt x="471849" y="54570"/>
                      <a:pt x="472188" y="50781"/>
                    </a:cubicBezTo>
                    <a:cubicBezTo>
                      <a:pt x="472540" y="47005"/>
                      <a:pt x="472709" y="43646"/>
                      <a:pt x="472709" y="40729"/>
                    </a:cubicBezTo>
                    <a:cubicBezTo>
                      <a:pt x="472709" y="37812"/>
                      <a:pt x="472540" y="34427"/>
                      <a:pt x="472188" y="30573"/>
                    </a:cubicBezTo>
                    <a:cubicBezTo>
                      <a:pt x="471849" y="26719"/>
                      <a:pt x="471081" y="23060"/>
                      <a:pt x="469896" y="19583"/>
                    </a:cubicBezTo>
                    <a:cubicBezTo>
                      <a:pt x="468790" y="16185"/>
                      <a:pt x="467123" y="13268"/>
                      <a:pt x="464896" y="10833"/>
                    </a:cubicBezTo>
                    <a:cubicBezTo>
                      <a:pt x="462682" y="8411"/>
                      <a:pt x="459688" y="7187"/>
                      <a:pt x="455938" y="7187"/>
                    </a:cubicBezTo>
                    <a:close/>
                    <a:moveTo>
                      <a:pt x="390834" y="7187"/>
                    </a:moveTo>
                    <a:cubicBezTo>
                      <a:pt x="387084" y="7187"/>
                      <a:pt x="384154" y="8411"/>
                      <a:pt x="382031" y="10833"/>
                    </a:cubicBezTo>
                    <a:cubicBezTo>
                      <a:pt x="379922" y="13268"/>
                      <a:pt x="378334" y="16185"/>
                      <a:pt x="377292" y="19583"/>
                    </a:cubicBezTo>
                    <a:cubicBezTo>
                      <a:pt x="376185" y="23060"/>
                      <a:pt x="375508" y="26719"/>
                      <a:pt x="375261" y="30573"/>
                    </a:cubicBezTo>
                    <a:cubicBezTo>
                      <a:pt x="375026" y="34427"/>
                      <a:pt x="374896" y="37812"/>
                      <a:pt x="374896" y="40729"/>
                    </a:cubicBezTo>
                    <a:cubicBezTo>
                      <a:pt x="374896" y="43646"/>
                      <a:pt x="375026" y="47005"/>
                      <a:pt x="375261" y="50781"/>
                    </a:cubicBezTo>
                    <a:cubicBezTo>
                      <a:pt x="375508" y="54570"/>
                      <a:pt x="376185" y="58203"/>
                      <a:pt x="377292" y="61667"/>
                    </a:cubicBezTo>
                    <a:cubicBezTo>
                      <a:pt x="378334" y="65078"/>
                      <a:pt x="379922" y="67956"/>
                      <a:pt x="382031" y="70312"/>
                    </a:cubicBezTo>
                    <a:cubicBezTo>
                      <a:pt x="384154" y="72682"/>
                      <a:pt x="387084" y="73854"/>
                      <a:pt x="390834" y="73854"/>
                    </a:cubicBezTo>
                    <a:cubicBezTo>
                      <a:pt x="394584" y="73854"/>
                      <a:pt x="397578" y="72682"/>
                      <a:pt x="399792" y="70312"/>
                    </a:cubicBezTo>
                    <a:cubicBezTo>
                      <a:pt x="402018" y="67956"/>
                      <a:pt x="403685" y="65078"/>
                      <a:pt x="404792" y="61667"/>
                    </a:cubicBezTo>
                    <a:cubicBezTo>
                      <a:pt x="405977" y="58203"/>
                      <a:pt x="406745" y="54570"/>
                      <a:pt x="407084" y="50781"/>
                    </a:cubicBezTo>
                    <a:cubicBezTo>
                      <a:pt x="407435" y="47005"/>
                      <a:pt x="407605" y="43646"/>
                      <a:pt x="407605" y="40729"/>
                    </a:cubicBezTo>
                    <a:cubicBezTo>
                      <a:pt x="407605" y="37812"/>
                      <a:pt x="407435" y="34427"/>
                      <a:pt x="407084" y="30573"/>
                    </a:cubicBezTo>
                    <a:cubicBezTo>
                      <a:pt x="406745" y="26719"/>
                      <a:pt x="405977" y="23060"/>
                      <a:pt x="404792" y="19583"/>
                    </a:cubicBezTo>
                    <a:cubicBezTo>
                      <a:pt x="403685" y="16185"/>
                      <a:pt x="402018" y="13268"/>
                      <a:pt x="399792" y="10833"/>
                    </a:cubicBezTo>
                    <a:cubicBezTo>
                      <a:pt x="397578" y="8411"/>
                      <a:pt x="394584" y="7187"/>
                      <a:pt x="390834" y="7187"/>
                    </a:cubicBezTo>
                    <a:close/>
                    <a:moveTo>
                      <a:pt x="319896" y="3125"/>
                    </a:moveTo>
                    <a:lnTo>
                      <a:pt x="359583" y="3125"/>
                    </a:lnTo>
                    <a:lnTo>
                      <a:pt x="359583" y="10208"/>
                    </a:lnTo>
                    <a:lnTo>
                      <a:pt x="326250" y="10208"/>
                    </a:lnTo>
                    <a:lnTo>
                      <a:pt x="324792" y="35833"/>
                    </a:lnTo>
                    <a:cubicBezTo>
                      <a:pt x="326394" y="33685"/>
                      <a:pt x="328672" y="32005"/>
                      <a:pt x="331615" y="30781"/>
                    </a:cubicBezTo>
                    <a:cubicBezTo>
                      <a:pt x="334571" y="29570"/>
                      <a:pt x="337917" y="28958"/>
                      <a:pt x="341667" y="28958"/>
                    </a:cubicBezTo>
                    <a:cubicBezTo>
                      <a:pt x="344662" y="28958"/>
                      <a:pt x="347474" y="29505"/>
                      <a:pt x="350104" y="30573"/>
                    </a:cubicBezTo>
                    <a:cubicBezTo>
                      <a:pt x="352748" y="31654"/>
                      <a:pt x="355079" y="33268"/>
                      <a:pt x="357084" y="35416"/>
                    </a:cubicBezTo>
                    <a:cubicBezTo>
                      <a:pt x="359037" y="37578"/>
                      <a:pt x="360599" y="40260"/>
                      <a:pt x="361771" y="43490"/>
                    </a:cubicBezTo>
                    <a:cubicBezTo>
                      <a:pt x="362956" y="46719"/>
                      <a:pt x="363542" y="50521"/>
                      <a:pt x="363542" y="54896"/>
                    </a:cubicBezTo>
                    <a:cubicBezTo>
                      <a:pt x="363542" y="58724"/>
                      <a:pt x="362969" y="62226"/>
                      <a:pt x="361823" y="65417"/>
                    </a:cubicBezTo>
                    <a:cubicBezTo>
                      <a:pt x="360677" y="68620"/>
                      <a:pt x="359063" y="71354"/>
                      <a:pt x="356980" y="73646"/>
                    </a:cubicBezTo>
                    <a:cubicBezTo>
                      <a:pt x="354831" y="75937"/>
                      <a:pt x="352279" y="77734"/>
                      <a:pt x="349323" y="79010"/>
                    </a:cubicBezTo>
                    <a:cubicBezTo>
                      <a:pt x="346381" y="80299"/>
                      <a:pt x="343099" y="80937"/>
                      <a:pt x="339480" y="80937"/>
                    </a:cubicBezTo>
                    <a:cubicBezTo>
                      <a:pt x="332891" y="80937"/>
                      <a:pt x="327331" y="79206"/>
                      <a:pt x="322813" y="75729"/>
                    </a:cubicBezTo>
                    <a:cubicBezTo>
                      <a:pt x="318308" y="72265"/>
                      <a:pt x="315873" y="67227"/>
                      <a:pt x="315521" y="60625"/>
                    </a:cubicBezTo>
                    <a:lnTo>
                      <a:pt x="323750" y="60625"/>
                    </a:lnTo>
                    <a:cubicBezTo>
                      <a:pt x="324375" y="64870"/>
                      <a:pt x="326146" y="68151"/>
                      <a:pt x="329063" y="70469"/>
                    </a:cubicBezTo>
                    <a:cubicBezTo>
                      <a:pt x="331979" y="72799"/>
                      <a:pt x="335560" y="73958"/>
                      <a:pt x="339792" y="73958"/>
                    </a:cubicBezTo>
                    <a:cubicBezTo>
                      <a:pt x="344167" y="73958"/>
                      <a:pt x="347839" y="72265"/>
                      <a:pt x="350781" y="68854"/>
                    </a:cubicBezTo>
                    <a:cubicBezTo>
                      <a:pt x="353737" y="65456"/>
                      <a:pt x="355209" y="60833"/>
                      <a:pt x="355209" y="55000"/>
                    </a:cubicBezTo>
                    <a:cubicBezTo>
                      <a:pt x="355209" y="48620"/>
                      <a:pt x="353750" y="43828"/>
                      <a:pt x="350834" y="40625"/>
                    </a:cubicBezTo>
                    <a:cubicBezTo>
                      <a:pt x="347917" y="37435"/>
                      <a:pt x="344271" y="35833"/>
                      <a:pt x="339896" y="35833"/>
                    </a:cubicBezTo>
                    <a:cubicBezTo>
                      <a:pt x="336433" y="35833"/>
                      <a:pt x="333373" y="36719"/>
                      <a:pt x="330729" y="38490"/>
                    </a:cubicBezTo>
                    <a:cubicBezTo>
                      <a:pt x="328099" y="40260"/>
                      <a:pt x="326354" y="42682"/>
                      <a:pt x="325521" y="45729"/>
                    </a:cubicBezTo>
                    <a:cubicBezTo>
                      <a:pt x="325391" y="46081"/>
                      <a:pt x="325287" y="46354"/>
                      <a:pt x="325209" y="46562"/>
                    </a:cubicBezTo>
                    <a:cubicBezTo>
                      <a:pt x="325144" y="46771"/>
                      <a:pt x="325039" y="46953"/>
                      <a:pt x="324896" y="47083"/>
                    </a:cubicBezTo>
                    <a:cubicBezTo>
                      <a:pt x="324766" y="47227"/>
                      <a:pt x="324571" y="47331"/>
                      <a:pt x="324323" y="47396"/>
                    </a:cubicBezTo>
                    <a:cubicBezTo>
                      <a:pt x="324089" y="47474"/>
                      <a:pt x="323789" y="47500"/>
                      <a:pt x="323438" y="47500"/>
                    </a:cubicBezTo>
                    <a:lnTo>
                      <a:pt x="318438" y="47500"/>
                    </a:lnTo>
                    <a:cubicBezTo>
                      <a:pt x="317813" y="47500"/>
                      <a:pt x="317435" y="47422"/>
                      <a:pt x="317292" y="47239"/>
                    </a:cubicBezTo>
                    <a:cubicBezTo>
                      <a:pt x="317162" y="47070"/>
                      <a:pt x="317084" y="46640"/>
                      <a:pt x="317084" y="45938"/>
                    </a:cubicBezTo>
                    <a:lnTo>
                      <a:pt x="318229" y="5104"/>
                    </a:lnTo>
                    <a:cubicBezTo>
                      <a:pt x="318229" y="4349"/>
                      <a:pt x="318360" y="3828"/>
                      <a:pt x="318594" y="3542"/>
                    </a:cubicBezTo>
                    <a:cubicBezTo>
                      <a:pt x="318841" y="3268"/>
                      <a:pt x="319271" y="3125"/>
                      <a:pt x="319896" y="3125"/>
                    </a:cubicBezTo>
                    <a:close/>
                    <a:moveTo>
                      <a:pt x="93021" y="3125"/>
                    </a:moveTo>
                    <a:lnTo>
                      <a:pt x="138021" y="3125"/>
                    </a:lnTo>
                    <a:cubicBezTo>
                      <a:pt x="138724" y="3125"/>
                      <a:pt x="139219" y="3281"/>
                      <a:pt x="139531" y="3594"/>
                    </a:cubicBezTo>
                    <a:cubicBezTo>
                      <a:pt x="139844" y="3906"/>
                      <a:pt x="140000" y="4414"/>
                      <a:pt x="140000" y="5104"/>
                    </a:cubicBezTo>
                    <a:lnTo>
                      <a:pt x="140000" y="9062"/>
                    </a:lnTo>
                    <a:cubicBezTo>
                      <a:pt x="140000" y="9622"/>
                      <a:pt x="139922" y="10143"/>
                      <a:pt x="139740" y="10625"/>
                    </a:cubicBezTo>
                    <a:cubicBezTo>
                      <a:pt x="139570" y="11120"/>
                      <a:pt x="139375" y="11562"/>
                      <a:pt x="139167" y="11979"/>
                    </a:cubicBezTo>
                    <a:lnTo>
                      <a:pt x="111979" y="79167"/>
                    </a:lnTo>
                    <a:lnTo>
                      <a:pt x="102708" y="79167"/>
                    </a:lnTo>
                    <a:lnTo>
                      <a:pt x="131250" y="10312"/>
                    </a:lnTo>
                    <a:lnTo>
                      <a:pt x="93021" y="10312"/>
                    </a:lnTo>
                    <a:close/>
                    <a:moveTo>
                      <a:pt x="188542" y="1979"/>
                    </a:moveTo>
                    <a:lnTo>
                      <a:pt x="195625" y="1979"/>
                    </a:lnTo>
                    <a:cubicBezTo>
                      <a:pt x="196393" y="1979"/>
                      <a:pt x="196914" y="2122"/>
                      <a:pt x="197188" y="2396"/>
                    </a:cubicBezTo>
                    <a:cubicBezTo>
                      <a:pt x="197474" y="2682"/>
                      <a:pt x="197604" y="3203"/>
                      <a:pt x="197604" y="3958"/>
                    </a:cubicBezTo>
                    <a:lnTo>
                      <a:pt x="197604" y="55312"/>
                    </a:lnTo>
                    <a:lnTo>
                      <a:pt x="208959" y="55312"/>
                    </a:lnTo>
                    <a:lnTo>
                      <a:pt x="208959" y="62500"/>
                    </a:lnTo>
                    <a:lnTo>
                      <a:pt x="197604" y="62500"/>
                    </a:lnTo>
                    <a:lnTo>
                      <a:pt x="197604" y="79167"/>
                    </a:lnTo>
                    <a:lnTo>
                      <a:pt x="189479" y="79167"/>
                    </a:lnTo>
                    <a:lnTo>
                      <a:pt x="189479" y="62500"/>
                    </a:lnTo>
                    <a:lnTo>
                      <a:pt x="157083" y="62500"/>
                    </a:lnTo>
                    <a:cubicBezTo>
                      <a:pt x="156328" y="62500"/>
                      <a:pt x="155807" y="62370"/>
                      <a:pt x="155521" y="62083"/>
                    </a:cubicBezTo>
                    <a:cubicBezTo>
                      <a:pt x="155248" y="61810"/>
                      <a:pt x="155104" y="61289"/>
                      <a:pt x="155104" y="60521"/>
                    </a:cubicBezTo>
                    <a:lnTo>
                      <a:pt x="155104" y="56146"/>
                    </a:lnTo>
                    <a:cubicBezTo>
                      <a:pt x="155104" y="55664"/>
                      <a:pt x="155195" y="55156"/>
                      <a:pt x="155365" y="54635"/>
                    </a:cubicBezTo>
                    <a:cubicBezTo>
                      <a:pt x="155547" y="54114"/>
                      <a:pt x="155768" y="53646"/>
                      <a:pt x="156042" y="53229"/>
                    </a:cubicBezTo>
                    <a:lnTo>
                      <a:pt x="186459" y="3333"/>
                    </a:lnTo>
                    <a:cubicBezTo>
                      <a:pt x="186667" y="2917"/>
                      <a:pt x="186953" y="2591"/>
                      <a:pt x="187292" y="2344"/>
                    </a:cubicBezTo>
                    <a:cubicBezTo>
                      <a:pt x="187643" y="2109"/>
                      <a:pt x="188060" y="1979"/>
                      <a:pt x="188542" y="1979"/>
                    </a:cubicBezTo>
                    <a:close/>
                    <a:moveTo>
                      <a:pt x="246146" y="1354"/>
                    </a:moveTo>
                    <a:cubicBezTo>
                      <a:pt x="252539" y="1354"/>
                      <a:pt x="257891" y="3060"/>
                      <a:pt x="262188" y="6458"/>
                    </a:cubicBezTo>
                    <a:cubicBezTo>
                      <a:pt x="266498" y="9870"/>
                      <a:pt x="268646" y="14870"/>
                      <a:pt x="268646" y="21458"/>
                    </a:cubicBezTo>
                    <a:cubicBezTo>
                      <a:pt x="268646" y="25911"/>
                      <a:pt x="267279" y="30521"/>
                      <a:pt x="264532" y="35312"/>
                    </a:cubicBezTo>
                    <a:cubicBezTo>
                      <a:pt x="261797" y="40104"/>
                      <a:pt x="258516" y="44765"/>
                      <a:pt x="254688" y="49271"/>
                    </a:cubicBezTo>
                    <a:cubicBezTo>
                      <a:pt x="250873" y="53789"/>
                      <a:pt x="246914" y="58021"/>
                      <a:pt x="242813" y="61979"/>
                    </a:cubicBezTo>
                    <a:cubicBezTo>
                      <a:pt x="238724" y="65937"/>
                      <a:pt x="235313" y="69271"/>
                      <a:pt x="232604" y="71979"/>
                    </a:cubicBezTo>
                    <a:lnTo>
                      <a:pt x="270313" y="71979"/>
                    </a:lnTo>
                    <a:lnTo>
                      <a:pt x="270313" y="79167"/>
                    </a:lnTo>
                    <a:lnTo>
                      <a:pt x="224584" y="79167"/>
                    </a:lnTo>
                    <a:cubicBezTo>
                      <a:pt x="223959" y="79167"/>
                      <a:pt x="223568" y="79062"/>
                      <a:pt x="223386" y="78854"/>
                    </a:cubicBezTo>
                    <a:cubicBezTo>
                      <a:pt x="223216" y="78646"/>
                      <a:pt x="223125" y="78229"/>
                      <a:pt x="223125" y="77604"/>
                    </a:cubicBezTo>
                    <a:lnTo>
                      <a:pt x="223125" y="71354"/>
                    </a:lnTo>
                    <a:cubicBezTo>
                      <a:pt x="224310" y="70247"/>
                      <a:pt x="225755" y="68854"/>
                      <a:pt x="227448" y="67187"/>
                    </a:cubicBezTo>
                    <a:cubicBezTo>
                      <a:pt x="229154" y="65521"/>
                      <a:pt x="231016" y="63685"/>
                      <a:pt x="233021" y="61667"/>
                    </a:cubicBezTo>
                    <a:cubicBezTo>
                      <a:pt x="234974" y="59661"/>
                      <a:pt x="236979" y="57500"/>
                      <a:pt x="239063" y="55208"/>
                    </a:cubicBezTo>
                    <a:cubicBezTo>
                      <a:pt x="241146" y="52917"/>
                      <a:pt x="243203" y="50560"/>
                      <a:pt x="245208" y="48125"/>
                    </a:cubicBezTo>
                    <a:cubicBezTo>
                      <a:pt x="247227" y="45768"/>
                      <a:pt x="249141" y="43385"/>
                      <a:pt x="250938" y="40990"/>
                    </a:cubicBezTo>
                    <a:cubicBezTo>
                      <a:pt x="252748" y="38594"/>
                      <a:pt x="254310" y="36289"/>
                      <a:pt x="255625" y="34062"/>
                    </a:cubicBezTo>
                    <a:cubicBezTo>
                      <a:pt x="257019" y="31771"/>
                      <a:pt x="258112" y="29622"/>
                      <a:pt x="258906" y="27604"/>
                    </a:cubicBezTo>
                    <a:cubicBezTo>
                      <a:pt x="259714" y="25599"/>
                      <a:pt x="260104" y="23750"/>
                      <a:pt x="260104" y="22083"/>
                    </a:cubicBezTo>
                    <a:cubicBezTo>
                      <a:pt x="260104" y="17578"/>
                      <a:pt x="258789" y="14193"/>
                      <a:pt x="256146" y="11927"/>
                    </a:cubicBezTo>
                    <a:cubicBezTo>
                      <a:pt x="253516" y="9674"/>
                      <a:pt x="250104" y="8542"/>
                      <a:pt x="245938" y="8542"/>
                    </a:cubicBezTo>
                    <a:cubicBezTo>
                      <a:pt x="241914" y="8542"/>
                      <a:pt x="238633" y="9935"/>
                      <a:pt x="236094" y="12708"/>
                    </a:cubicBezTo>
                    <a:cubicBezTo>
                      <a:pt x="233568" y="15495"/>
                      <a:pt x="232292" y="19102"/>
                      <a:pt x="232292" y="23542"/>
                    </a:cubicBezTo>
                    <a:lnTo>
                      <a:pt x="223750" y="23542"/>
                    </a:lnTo>
                    <a:cubicBezTo>
                      <a:pt x="223750" y="20208"/>
                      <a:pt x="224310" y="17174"/>
                      <a:pt x="225417" y="14427"/>
                    </a:cubicBezTo>
                    <a:cubicBezTo>
                      <a:pt x="226537" y="11693"/>
                      <a:pt x="228099" y="9349"/>
                      <a:pt x="230104" y="7396"/>
                    </a:cubicBezTo>
                    <a:cubicBezTo>
                      <a:pt x="232122" y="5456"/>
                      <a:pt x="234505" y="3958"/>
                      <a:pt x="237240" y="2917"/>
                    </a:cubicBezTo>
                    <a:cubicBezTo>
                      <a:pt x="239987" y="1875"/>
                      <a:pt x="242956" y="1354"/>
                      <a:pt x="246146" y="1354"/>
                    </a:cubicBezTo>
                    <a:close/>
                    <a:moveTo>
                      <a:pt x="24896" y="1354"/>
                    </a:moveTo>
                    <a:cubicBezTo>
                      <a:pt x="27956" y="1354"/>
                      <a:pt x="30886" y="1758"/>
                      <a:pt x="33698" y="2552"/>
                    </a:cubicBezTo>
                    <a:cubicBezTo>
                      <a:pt x="36511" y="3359"/>
                      <a:pt x="38997" y="4583"/>
                      <a:pt x="41146" y="6250"/>
                    </a:cubicBezTo>
                    <a:cubicBezTo>
                      <a:pt x="43229" y="7916"/>
                      <a:pt x="44922" y="10039"/>
                      <a:pt x="46198" y="12604"/>
                    </a:cubicBezTo>
                    <a:cubicBezTo>
                      <a:pt x="47487" y="15182"/>
                      <a:pt x="48125" y="18229"/>
                      <a:pt x="48125" y="21771"/>
                    </a:cubicBezTo>
                    <a:cubicBezTo>
                      <a:pt x="48125" y="26146"/>
                      <a:pt x="46706" y="30039"/>
                      <a:pt x="43854" y="33437"/>
                    </a:cubicBezTo>
                    <a:cubicBezTo>
                      <a:pt x="41016" y="36849"/>
                      <a:pt x="37292" y="38958"/>
                      <a:pt x="32708" y="39792"/>
                    </a:cubicBezTo>
                    <a:cubicBezTo>
                      <a:pt x="37787" y="40495"/>
                      <a:pt x="41901" y="42630"/>
                      <a:pt x="45052" y="46198"/>
                    </a:cubicBezTo>
                    <a:cubicBezTo>
                      <a:pt x="48216" y="49779"/>
                      <a:pt x="49792" y="54062"/>
                      <a:pt x="49792" y="59062"/>
                    </a:cubicBezTo>
                    <a:cubicBezTo>
                      <a:pt x="49792" y="62956"/>
                      <a:pt x="49089" y="66276"/>
                      <a:pt x="47656" y="69010"/>
                    </a:cubicBezTo>
                    <a:cubicBezTo>
                      <a:pt x="46237" y="71758"/>
                      <a:pt x="44349" y="74036"/>
                      <a:pt x="41979" y="75833"/>
                    </a:cubicBezTo>
                    <a:cubicBezTo>
                      <a:pt x="39622" y="77578"/>
                      <a:pt x="36914" y="78854"/>
                      <a:pt x="33854" y="79687"/>
                    </a:cubicBezTo>
                    <a:cubicBezTo>
                      <a:pt x="30807" y="80521"/>
                      <a:pt x="27682" y="80937"/>
                      <a:pt x="24479" y="80937"/>
                    </a:cubicBezTo>
                    <a:cubicBezTo>
                      <a:pt x="16979" y="80937"/>
                      <a:pt x="11068" y="78958"/>
                      <a:pt x="6719" y="75000"/>
                    </a:cubicBezTo>
                    <a:cubicBezTo>
                      <a:pt x="2383" y="71042"/>
                      <a:pt x="143" y="65560"/>
                      <a:pt x="0" y="58542"/>
                    </a:cubicBezTo>
                    <a:lnTo>
                      <a:pt x="8229" y="58542"/>
                    </a:lnTo>
                    <a:cubicBezTo>
                      <a:pt x="8724" y="63542"/>
                      <a:pt x="10365" y="67331"/>
                      <a:pt x="13177" y="69896"/>
                    </a:cubicBezTo>
                    <a:cubicBezTo>
                      <a:pt x="15990" y="72474"/>
                      <a:pt x="19870" y="73750"/>
                      <a:pt x="24792" y="73750"/>
                    </a:cubicBezTo>
                    <a:cubicBezTo>
                      <a:pt x="29935" y="73750"/>
                      <a:pt x="33998" y="72396"/>
                      <a:pt x="36979" y="69687"/>
                    </a:cubicBezTo>
                    <a:cubicBezTo>
                      <a:pt x="39974" y="66979"/>
                      <a:pt x="41459" y="63125"/>
                      <a:pt x="41459" y="58125"/>
                    </a:cubicBezTo>
                    <a:cubicBezTo>
                      <a:pt x="41459" y="55560"/>
                      <a:pt x="40977" y="53359"/>
                      <a:pt x="40000" y="51510"/>
                    </a:cubicBezTo>
                    <a:cubicBezTo>
                      <a:pt x="39037" y="49674"/>
                      <a:pt x="37748" y="48164"/>
                      <a:pt x="36146" y="46979"/>
                    </a:cubicBezTo>
                    <a:cubicBezTo>
                      <a:pt x="34479" y="45807"/>
                      <a:pt x="32630" y="44935"/>
                      <a:pt x="30573" y="44375"/>
                    </a:cubicBezTo>
                    <a:cubicBezTo>
                      <a:pt x="28529" y="43828"/>
                      <a:pt x="26432" y="43476"/>
                      <a:pt x="24271" y="43333"/>
                    </a:cubicBezTo>
                    <a:lnTo>
                      <a:pt x="20104" y="43333"/>
                    </a:lnTo>
                    <a:cubicBezTo>
                      <a:pt x="19271" y="43333"/>
                      <a:pt x="18789" y="43255"/>
                      <a:pt x="18646" y="43073"/>
                    </a:cubicBezTo>
                    <a:cubicBezTo>
                      <a:pt x="18516" y="42904"/>
                      <a:pt x="18438" y="42435"/>
                      <a:pt x="18438" y="41667"/>
                    </a:cubicBezTo>
                    <a:lnTo>
                      <a:pt x="18438" y="37812"/>
                    </a:lnTo>
                    <a:cubicBezTo>
                      <a:pt x="18438" y="36979"/>
                      <a:pt x="18516" y="36432"/>
                      <a:pt x="18646" y="36146"/>
                    </a:cubicBezTo>
                    <a:cubicBezTo>
                      <a:pt x="18789" y="35872"/>
                      <a:pt x="19271" y="35729"/>
                      <a:pt x="20104" y="35729"/>
                    </a:cubicBezTo>
                    <a:lnTo>
                      <a:pt x="23542" y="35729"/>
                    </a:lnTo>
                    <a:cubicBezTo>
                      <a:pt x="25625" y="35729"/>
                      <a:pt x="27656" y="35469"/>
                      <a:pt x="29635" y="34948"/>
                    </a:cubicBezTo>
                    <a:cubicBezTo>
                      <a:pt x="31615" y="34427"/>
                      <a:pt x="33333" y="33620"/>
                      <a:pt x="34792" y="32500"/>
                    </a:cubicBezTo>
                    <a:cubicBezTo>
                      <a:pt x="36328" y="31458"/>
                      <a:pt x="37539" y="30091"/>
                      <a:pt x="38437" y="28385"/>
                    </a:cubicBezTo>
                    <a:cubicBezTo>
                      <a:pt x="39349" y="26693"/>
                      <a:pt x="39792" y="24622"/>
                      <a:pt x="39792" y="22187"/>
                    </a:cubicBezTo>
                    <a:cubicBezTo>
                      <a:pt x="39792" y="17812"/>
                      <a:pt x="38360" y="14453"/>
                      <a:pt x="35469" y="12083"/>
                    </a:cubicBezTo>
                    <a:cubicBezTo>
                      <a:pt x="32591" y="9726"/>
                      <a:pt x="28958" y="8542"/>
                      <a:pt x="24583" y="8542"/>
                    </a:cubicBezTo>
                    <a:cubicBezTo>
                      <a:pt x="20078" y="8542"/>
                      <a:pt x="16510" y="9726"/>
                      <a:pt x="13906" y="12083"/>
                    </a:cubicBezTo>
                    <a:cubicBezTo>
                      <a:pt x="11302" y="14453"/>
                      <a:pt x="9792" y="17851"/>
                      <a:pt x="9375" y="22292"/>
                    </a:cubicBezTo>
                    <a:lnTo>
                      <a:pt x="1042" y="22292"/>
                    </a:lnTo>
                    <a:cubicBezTo>
                      <a:pt x="1120" y="15833"/>
                      <a:pt x="3333" y="10729"/>
                      <a:pt x="7708" y="6979"/>
                    </a:cubicBezTo>
                    <a:cubicBezTo>
                      <a:pt x="12083" y="3229"/>
                      <a:pt x="17813" y="1354"/>
                      <a:pt x="24896" y="1354"/>
                    </a:cubicBezTo>
                    <a:close/>
                    <a:moveTo>
                      <a:pt x="677292" y="0"/>
                    </a:moveTo>
                    <a:cubicBezTo>
                      <a:pt x="682501" y="0"/>
                      <a:pt x="686758" y="1224"/>
                      <a:pt x="690052" y="3646"/>
                    </a:cubicBezTo>
                    <a:cubicBezTo>
                      <a:pt x="693360" y="6081"/>
                      <a:pt x="695938" y="9206"/>
                      <a:pt x="697813" y="13021"/>
                    </a:cubicBezTo>
                    <a:cubicBezTo>
                      <a:pt x="699688" y="16914"/>
                      <a:pt x="700977" y="21289"/>
                      <a:pt x="701667" y="26146"/>
                    </a:cubicBezTo>
                    <a:cubicBezTo>
                      <a:pt x="702370" y="31015"/>
                      <a:pt x="702709" y="35872"/>
                      <a:pt x="702709" y="40729"/>
                    </a:cubicBezTo>
                    <a:cubicBezTo>
                      <a:pt x="702709" y="45664"/>
                      <a:pt x="702370" y="50521"/>
                      <a:pt x="701667" y="55312"/>
                    </a:cubicBezTo>
                    <a:cubicBezTo>
                      <a:pt x="700977" y="60104"/>
                      <a:pt x="699688" y="64453"/>
                      <a:pt x="697813" y="68333"/>
                    </a:cubicBezTo>
                    <a:cubicBezTo>
                      <a:pt x="695938" y="72161"/>
                      <a:pt x="693360" y="75247"/>
                      <a:pt x="690052" y="77604"/>
                    </a:cubicBezTo>
                    <a:cubicBezTo>
                      <a:pt x="686758" y="79974"/>
                      <a:pt x="682501" y="81146"/>
                      <a:pt x="677292" y="81146"/>
                    </a:cubicBezTo>
                    <a:cubicBezTo>
                      <a:pt x="672162" y="81146"/>
                      <a:pt x="667969" y="79974"/>
                      <a:pt x="664740" y="77604"/>
                    </a:cubicBezTo>
                    <a:cubicBezTo>
                      <a:pt x="661511" y="75247"/>
                      <a:pt x="659037" y="72161"/>
                      <a:pt x="657292" y="68333"/>
                    </a:cubicBezTo>
                    <a:cubicBezTo>
                      <a:pt x="655495" y="64453"/>
                      <a:pt x="654271" y="60104"/>
                      <a:pt x="653646" y="55312"/>
                    </a:cubicBezTo>
                    <a:cubicBezTo>
                      <a:pt x="653021" y="50521"/>
                      <a:pt x="652709" y="45664"/>
                      <a:pt x="652709" y="40729"/>
                    </a:cubicBezTo>
                    <a:cubicBezTo>
                      <a:pt x="652709" y="35872"/>
                      <a:pt x="653021" y="31015"/>
                      <a:pt x="653646" y="26146"/>
                    </a:cubicBezTo>
                    <a:cubicBezTo>
                      <a:pt x="654271" y="21289"/>
                      <a:pt x="655495" y="16914"/>
                      <a:pt x="657292" y="13021"/>
                    </a:cubicBezTo>
                    <a:cubicBezTo>
                      <a:pt x="659037" y="9206"/>
                      <a:pt x="661511" y="6081"/>
                      <a:pt x="664740" y="3646"/>
                    </a:cubicBezTo>
                    <a:cubicBezTo>
                      <a:pt x="667969" y="1224"/>
                      <a:pt x="672162" y="0"/>
                      <a:pt x="677292" y="0"/>
                    </a:cubicBezTo>
                    <a:close/>
                    <a:moveTo>
                      <a:pt x="612188" y="0"/>
                    </a:moveTo>
                    <a:cubicBezTo>
                      <a:pt x="617396" y="0"/>
                      <a:pt x="621654" y="1224"/>
                      <a:pt x="624948" y="3646"/>
                    </a:cubicBezTo>
                    <a:cubicBezTo>
                      <a:pt x="628256" y="6081"/>
                      <a:pt x="630834" y="9206"/>
                      <a:pt x="632709" y="13021"/>
                    </a:cubicBezTo>
                    <a:cubicBezTo>
                      <a:pt x="634584" y="16914"/>
                      <a:pt x="635873" y="21289"/>
                      <a:pt x="636563" y="26146"/>
                    </a:cubicBezTo>
                    <a:cubicBezTo>
                      <a:pt x="637266" y="31015"/>
                      <a:pt x="637605" y="35872"/>
                      <a:pt x="637605" y="40729"/>
                    </a:cubicBezTo>
                    <a:cubicBezTo>
                      <a:pt x="637605" y="45664"/>
                      <a:pt x="637266" y="50521"/>
                      <a:pt x="636563" y="55312"/>
                    </a:cubicBezTo>
                    <a:cubicBezTo>
                      <a:pt x="635873" y="60104"/>
                      <a:pt x="634584" y="64453"/>
                      <a:pt x="632709" y="68333"/>
                    </a:cubicBezTo>
                    <a:cubicBezTo>
                      <a:pt x="630834" y="72161"/>
                      <a:pt x="628256" y="75247"/>
                      <a:pt x="624948" y="77604"/>
                    </a:cubicBezTo>
                    <a:cubicBezTo>
                      <a:pt x="621654" y="79974"/>
                      <a:pt x="617396" y="81146"/>
                      <a:pt x="612188" y="81146"/>
                    </a:cubicBezTo>
                    <a:cubicBezTo>
                      <a:pt x="607058" y="81146"/>
                      <a:pt x="602865" y="79974"/>
                      <a:pt x="599636" y="77604"/>
                    </a:cubicBezTo>
                    <a:cubicBezTo>
                      <a:pt x="596407" y="75247"/>
                      <a:pt x="593933" y="72161"/>
                      <a:pt x="592188" y="68333"/>
                    </a:cubicBezTo>
                    <a:cubicBezTo>
                      <a:pt x="590391" y="64453"/>
                      <a:pt x="589167" y="60104"/>
                      <a:pt x="588542" y="55312"/>
                    </a:cubicBezTo>
                    <a:cubicBezTo>
                      <a:pt x="587917" y="50521"/>
                      <a:pt x="587605" y="45664"/>
                      <a:pt x="587605" y="40729"/>
                    </a:cubicBezTo>
                    <a:cubicBezTo>
                      <a:pt x="587605" y="35872"/>
                      <a:pt x="587917" y="31015"/>
                      <a:pt x="588542" y="26146"/>
                    </a:cubicBezTo>
                    <a:cubicBezTo>
                      <a:pt x="589167" y="21289"/>
                      <a:pt x="590391" y="16914"/>
                      <a:pt x="592188" y="13021"/>
                    </a:cubicBezTo>
                    <a:cubicBezTo>
                      <a:pt x="593933" y="9206"/>
                      <a:pt x="596407" y="6081"/>
                      <a:pt x="599636" y="3646"/>
                    </a:cubicBezTo>
                    <a:cubicBezTo>
                      <a:pt x="602865" y="1224"/>
                      <a:pt x="607058" y="0"/>
                      <a:pt x="612188" y="0"/>
                    </a:cubicBezTo>
                    <a:close/>
                    <a:moveTo>
                      <a:pt x="547084" y="0"/>
                    </a:moveTo>
                    <a:cubicBezTo>
                      <a:pt x="552292" y="0"/>
                      <a:pt x="556550" y="1224"/>
                      <a:pt x="559844" y="3646"/>
                    </a:cubicBezTo>
                    <a:cubicBezTo>
                      <a:pt x="563151" y="6081"/>
                      <a:pt x="565729" y="9206"/>
                      <a:pt x="567605" y="13021"/>
                    </a:cubicBezTo>
                    <a:cubicBezTo>
                      <a:pt x="569480" y="16914"/>
                      <a:pt x="570769" y="21289"/>
                      <a:pt x="571459" y="26146"/>
                    </a:cubicBezTo>
                    <a:cubicBezTo>
                      <a:pt x="572162" y="31015"/>
                      <a:pt x="572501" y="35872"/>
                      <a:pt x="572501" y="40729"/>
                    </a:cubicBezTo>
                    <a:cubicBezTo>
                      <a:pt x="572501" y="45664"/>
                      <a:pt x="572162" y="50521"/>
                      <a:pt x="571459" y="55312"/>
                    </a:cubicBezTo>
                    <a:cubicBezTo>
                      <a:pt x="570769" y="60104"/>
                      <a:pt x="569480" y="64453"/>
                      <a:pt x="567605" y="68333"/>
                    </a:cubicBezTo>
                    <a:cubicBezTo>
                      <a:pt x="565729" y="72161"/>
                      <a:pt x="563151" y="75247"/>
                      <a:pt x="559844" y="77604"/>
                    </a:cubicBezTo>
                    <a:cubicBezTo>
                      <a:pt x="556550" y="79974"/>
                      <a:pt x="552292" y="81146"/>
                      <a:pt x="547084" y="81146"/>
                    </a:cubicBezTo>
                    <a:cubicBezTo>
                      <a:pt x="541954" y="81146"/>
                      <a:pt x="537761" y="79974"/>
                      <a:pt x="534532" y="77604"/>
                    </a:cubicBezTo>
                    <a:cubicBezTo>
                      <a:pt x="531303" y="75247"/>
                      <a:pt x="528829" y="72161"/>
                      <a:pt x="527084" y="68333"/>
                    </a:cubicBezTo>
                    <a:cubicBezTo>
                      <a:pt x="525287" y="64453"/>
                      <a:pt x="524063" y="60104"/>
                      <a:pt x="523438" y="55312"/>
                    </a:cubicBezTo>
                    <a:cubicBezTo>
                      <a:pt x="522813" y="50521"/>
                      <a:pt x="522501" y="45664"/>
                      <a:pt x="522501" y="40729"/>
                    </a:cubicBezTo>
                    <a:cubicBezTo>
                      <a:pt x="522501" y="35872"/>
                      <a:pt x="522813" y="31015"/>
                      <a:pt x="523438" y="26146"/>
                    </a:cubicBezTo>
                    <a:cubicBezTo>
                      <a:pt x="524063" y="21289"/>
                      <a:pt x="525287" y="16914"/>
                      <a:pt x="527084" y="13021"/>
                    </a:cubicBezTo>
                    <a:cubicBezTo>
                      <a:pt x="528829" y="9206"/>
                      <a:pt x="531303" y="6081"/>
                      <a:pt x="534532" y="3646"/>
                    </a:cubicBezTo>
                    <a:cubicBezTo>
                      <a:pt x="537761" y="1224"/>
                      <a:pt x="541954" y="0"/>
                      <a:pt x="547084" y="0"/>
                    </a:cubicBezTo>
                    <a:close/>
                    <a:moveTo>
                      <a:pt x="455938" y="0"/>
                    </a:moveTo>
                    <a:cubicBezTo>
                      <a:pt x="461146" y="0"/>
                      <a:pt x="465404" y="1224"/>
                      <a:pt x="468698" y="3646"/>
                    </a:cubicBezTo>
                    <a:cubicBezTo>
                      <a:pt x="472005" y="6081"/>
                      <a:pt x="474584" y="9206"/>
                      <a:pt x="476459" y="13021"/>
                    </a:cubicBezTo>
                    <a:cubicBezTo>
                      <a:pt x="478334" y="16914"/>
                      <a:pt x="479623" y="21289"/>
                      <a:pt x="480313" y="26146"/>
                    </a:cubicBezTo>
                    <a:cubicBezTo>
                      <a:pt x="481016" y="31015"/>
                      <a:pt x="481355" y="35872"/>
                      <a:pt x="481355" y="40729"/>
                    </a:cubicBezTo>
                    <a:cubicBezTo>
                      <a:pt x="481355" y="45664"/>
                      <a:pt x="481016" y="50521"/>
                      <a:pt x="480313" y="55312"/>
                    </a:cubicBezTo>
                    <a:cubicBezTo>
                      <a:pt x="479623" y="60104"/>
                      <a:pt x="478334" y="64453"/>
                      <a:pt x="476459" y="68333"/>
                    </a:cubicBezTo>
                    <a:cubicBezTo>
                      <a:pt x="474584" y="72161"/>
                      <a:pt x="472005" y="75247"/>
                      <a:pt x="468698" y="77604"/>
                    </a:cubicBezTo>
                    <a:cubicBezTo>
                      <a:pt x="465404" y="79974"/>
                      <a:pt x="461146" y="81146"/>
                      <a:pt x="455938" y="81146"/>
                    </a:cubicBezTo>
                    <a:cubicBezTo>
                      <a:pt x="450808" y="81146"/>
                      <a:pt x="446615" y="79974"/>
                      <a:pt x="443386" y="77604"/>
                    </a:cubicBezTo>
                    <a:cubicBezTo>
                      <a:pt x="440157" y="75247"/>
                      <a:pt x="437683" y="72161"/>
                      <a:pt x="435938" y="68333"/>
                    </a:cubicBezTo>
                    <a:cubicBezTo>
                      <a:pt x="434141" y="64453"/>
                      <a:pt x="432917" y="60104"/>
                      <a:pt x="432292" y="55312"/>
                    </a:cubicBezTo>
                    <a:cubicBezTo>
                      <a:pt x="431667" y="50521"/>
                      <a:pt x="431355" y="45664"/>
                      <a:pt x="431355" y="40729"/>
                    </a:cubicBezTo>
                    <a:cubicBezTo>
                      <a:pt x="431355" y="35872"/>
                      <a:pt x="431667" y="31015"/>
                      <a:pt x="432292" y="26146"/>
                    </a:cubicBezTo>
                    <a:cubicBezTo>
                      <a:pt x="432917" y="21289"/>
                      <a:pt x="434141" y="16914"/>
                      <a:pt x="435938" y="13021"/>
                    </a:cubicBezTo>
                    <a:cubicBezTo>
                      <a:pt x="437683" y="9206"/>
                      <a:pt x="440157" y="6081"/>
                      <a:pt x="443386" y="3646"/>
                    </a:cubicBezTo>
                    <a:cubicBezTo>
                      <a:pt x="446615" y="1224"/>
                      <a:pt x="450808" y="0"/>
                      <a:pt x="455938" y="0"/>
                    </a:cubicBezTo>
                    <a:close/>
                    <a:moveTo>
                      <a:pt x="390834" y="0"/>
                    </a:moveTo>
                    <a:cubicBezTo>
                      <a:pt x="396042" y="0"/>
                      <a:pt x="400300" y="1224"/>
                      <a:pt x="403594" y="3646"/>
                    </a:cubicBezTo>
                    <a:cubicBezTo>
                      <a:pt x="406901" y="6081"/>
                      <a:pt x="409479" y="9206"/>
                      <a:pt x="411355" y="13021"/>
                    </a:cubicBezTo>
                    <a:cubicBezTo>
                      <a:pt x="413230" y="16914"/>
                      <a:pt x="414519" y="21289"/>
                      <a:pt x="415209" y="26146"/>
                    </a:cubicBezTo>
                    <a:cubicBezTo>
                      <a:pt x="415912" y="31015"/>
                      <a:pt x="416250" y="35872"/>
                      <a:pt x="416250" y="40729"/>
                    </a:cubicBezTo>
                    <a:cubicBezTo>
                      <a:pt x="416250" y="45664"/>
                      <a:pt x="415912" y="50521"/>
                      <a:pt x="415209" y="55312"/>
                    </a:cubicBezTo>
                    <a:cubicBezTo>
                      <a:pt x="414519" y="60104"/>
                      <a:pt x="413230" y="64453"/>
                      <a:pt x="411355" y="68333"/>
                    </a:cubicBezTo>
                    <a:cubicBezTo>
                      <a:pt x="409479" y="72161"/>
                      <a:pt x="406901" y="75247"/>
                      <a:pt x="403594" y="77604"/>
                    </a:cubicBezTo>
                    <a:cubicBezTo>
                      <a:pt x="400300" y="79974"/>
                      <a:pt x="396042" y="81146"/>
                      <a:pt x="390834" y="81146"/>
                    </a:cubicBezTo>
                    <a:cubicBezTo>
                      <a:pt x="385703" y="81146"/>
                      <a:pt x="381511" y="79974"/>
                      <a:pt x="378281" y="77604"/>
                    </a:cubicBezTo>
                    <a:cubicBezTo>
                      <a:pt x="375053" y="75247"/>
                      <a:pt x="372579" y="72161"/>
                      <a:pt x="370834" y="68333"/>
                    </a:cubicBezTo>
                    <a:cubicBezTo>
                      <a:pt x="369037" y="64453"/>
                      <a:pt x="367813" y="60104"/>
                      <a:pt x="367188" y="55312"/>
                    </a:cubicBezTo>
                    <a:cubicBezTo>
                      <a:pt x="366563" y="50521"/>
                      <a:pt x="366250" y="45664"/>
                      <a:pt x="366250" y="40729"/>
                    </a:cubicBezTo>
                    <a:cubicBezTo>
                      <a:pt x="366250" y="35872"/>
                      <a:pt x="366563" y="31015"/>
                      <a:pt x="367188" y="26146"/>
                    </a:cubicBezTo>
                    <a:cubicBezTo>
                      <a:pt x="367813" y="21289"/>
                      <a:pt x="369037" y="16914"/>
                      <a:pt x="370834" y="13021"/>
                    </a:cubicBezTo>
                    <a:cubicBezTo>
                      <a:pt x="372579" y="9206"/>
                      <a:pt x="375053" y="6081"/>
                      <a:pt x="378281" y="3646"/>
                    </a:cubicBezTo>
                    <a:cubicBezTo>
                      <a:pt x="381511" y="1224"/>
                      <a:pt x="385703" y="0"/>
                      <a:pt x="390834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3" name="TextBox 372">
                <a:extLst>
                  <a:ext uri="{FF2B5EF4-FFF2-40B4-BE49-F238E27FC236}">
                    <a16:creationId xmlns:a16="http://schemas.microsoft.com/office/drawing/2014/main" id="{DF8A0E82-D9D6-465B-95F0-A7064F8B8666}"/>
                  </a:ext>
                </a:extLst>
              </p:cNvPr>
              <p:cNvSpPr txBox="1"/>
              <p:nvPr/>
            </p:nvSpPr>
            <p:spPr>
              <a:xfrm>
                <a:off x="3778342" y="3223274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3,742,500,000</a:t>
                </a:r>
              </a:p>
            </p:txBody>
          </p:sp>
        </p:grpSp>
        <p:sp>
          <p:nvSpPr>
            <p:cNvPr id="374" name="자유형: 도형 373">
              <a:extLst>
                <a:ext uri="{FF2B5EF4-FFF2-40B4-BE49-F238E27FC236}">
                  <a16:creationId xmlns:a16="http://schemas.microsoft.com/office/drawing/2014/main" id="{6893B011-E929-4443-A4A2-4F1C5BCD4821}"/>
                </a:ext>
              </a:extLst>
            </p:cNvPr>
            <p:cNvSpPr/>
            <p:nvPr/>
          </p:nvSpPr>
          <p:spPr>
            <a:xfrm>
              <a:off x="4698467" y="3261533"/>
              <a:ext cx="753125" cy="94062"/>
            </a:xfrm>
            <a:custGeom>
              <a:avLst/>
              <a:gdLst>
                <a:gd name="connsiteX0" fmla="*/ 118959 w 753125"/>
                <a:gd name="connsiteY0" fmla="*/ 71667 h 94062"/>
                <a:gd name="connsiteX1" fmla="*/ 118959 w 753125"/>
                <a:gd name="connsiteY1" fmla="*/ 84583 h 94062"/>
                <a:gd name="connsiteX2" fmla="*/ 162604 w 753125"/>
                <a:gd name="connsiteY2" fmla="*/ 84583 h 94062"/>
                <a:gd name="connsiteX3" fmla="*/ 162604 w 753125"/>
                <a:gd name="connsiteY3" fmla="*/ 71667 h 94062"/>
                <a:gd name="connsiteX4" fmla="*/ 617917 w 753125"/>
                <a:gd name="connsiteY4" fmla="*/ 63646 h 94062"/>
                <a:gd name="connsiteX5" fmla="*/ 600365 w 753125"/>
                <a:gd name="connsiteY5" fmla="*/ 66719 h 94062"/>
                <a:gd name="connsiteX6" fmla="*/ 593750 w 753125"/>
                <a:gd name="connsiteY6" fmla="*/ 75417 h 94062"/>
                <a:gd name="connsiteX7" fmla="*/ 600365 w 753125"/>
                <a:gd name="connsiteY7" fmla="*/ 84427 h 94062"/>
                <a:gd name="connsiteX8" fmla="*/ 617917 w 753125"/>
                <a:gd name="connsiteY8" fmla="*/ 87500 h 94062"/>
                <a:gd name="connsiteX9" fmla="*/ 635365 w 753125"/>
                <a:gd name="connsiteY9" fmla="*/ 84427 h 94062"/>
                <a:gd name="connsiteX10" fmla="*/ 642188 w 753125"/>
                <a:gd name="connsiteY10" fmla="*/ 75417 h 94062"/>
                <a:gd name="connsiteX11" fmla="*/ 635365 w 753125"/>
                <a:gd name="connsiteY11" fmla="*/ 66719 h 94062"/>
                <a:gd name="connsiteX12" fmla="*/ 617917 w 753125"/>
                <a:gd name="connsiteY12" fmla="*/ 63646 h 94062"/>
                <a:gd name="connsiteX13" fmla="*/ 18021 w 753125"/>
                <a:gd name="connsiteY13" fmla="*/ 60938 h 94062"/>
                <a:gd name="connsiteX14" fmla="*/ 26250 w 753125"/>
                <a:gd name="connsiteY14" fmla="*/ 60938 h 94062"/>
                <a:gd name="connsiteX15" fmla="*/ 26250 w 753125"/>
                <a:gd name="connsiteY15" fmla="*/ 83333 h 94062"/>
                <a:gd name="connsiteX16" fmla="*/ 78750 w 753125"/>
                <a:gd name="connsiteY16" fmla="*/ 83333 h 94062"/>
                <a:gd name="connsiteX17" fmla="*/ 78750 w 753125"/>
                <a:gd name="connsiteY17" fmla="*/ 90417 h 94062"/>
                <a:gd name="connsiteX18" fmla="*/ 20208 w 753125"/>
                <a:gd name="connsiteY18" fmla="*/ 90417 h 94062"/>
                <a:gd name="connsiteX19" fmla="*/ 18490 w 753125"/>
                <a:gd name="connsiteY19" fmla="*/ 89948 h 94062"/>
                <a:gd name="connsiteX20" fmla="*/ 18021 w 753125"/>
                <a:gd name="connsiteY20" fmla="*/ 88229 h 94062"/>
                <a:gd name="connsiteX21" fmla="*/ 307917 w 753125"/>
                <a:gd name="connsiteY21" fmla="*/ 60834 h 94062"/>
                <a:gd name="connsiteX22" fmla="*/ 316354 w 753125"/>
                <a:gd name="connsiteY22" fmla="*/ 60834 h 94062"/>
                <a:gd name="connsiteX23" fmla="*/ 316354 w 753125"/>
                <a:gd name="connsiteY23" fmla="*/ 83333 h 94062"/>
                <a:gd name="connsiteX24" fmla="*/ 370209 w 753125"/>
                <a:gd name="connsiteY24" fmla="*/ 83333 h 94062"/>
                <a:gd name="connsiteX25" fmla="*/ 370209 w 753125"/>
                <a:gd name="connsiteY25" fmla="*/ 90417 h 94062"/>
                <a:gd name="connsiteX26" fmla="*/ 310104 w 753125"/>
                <a:gd name="connsiteY26" fmla="*/ 90417 h 94062"/>
                <a:gd name="connsiteX27" fmla="*/ 308385 w 753125"/>
                <a:gd name="connsiteY27" fmla="*/ 89948 h 94062"/>
                <a:gd name="connsiteX28" fmla="*/ 307917 w 753125"/>
                <a:gd name="connsiteY28" fmla="*/ 88229 h 94062"/>
                <a:gd name="connsiteX29" fmla="*/ 489063 w 753125"/>
                <a:gd name="connsiteY29" fmla="*/ 60729 h 94062"/>
                <a:gd name="connsiteX30" fmla="*/ 497500 w 753125"/>
                <a:gd name="connsiteY30" fmla="*/ 60729 h 94062"/>
                <a:gd name="connsiteX31" fmla="*/ 497500 w 753125"/>
                <a:gd name="connsiteY31" fmla="*/ 83333 h 94062"/>
                <a:gd name="connsiteX32" fmla="*/ 551459 w 753125"/>
                <a:gd name="connsiteY32" fmla="*/ 83333 h 94062"/>
                <a:gd name="connsiteX33" fmla="*/ 551459 w 753125"/>
                <a:gd name="connsiteY33" fmla="*/ 90417 h 94062"/>
                <a:gd name="connsiteX34" fmla="*/ 491250 w 753125"/>
                <a:gd name="connsiteY34" fmla="*/ 90417 h 94062"/>
                <a:gd name="connsiteX35" fmla="*/ 489532 w 753125"/>
                <a:gd name="connsiteY35" fmla="*/ 89948 h 94062"/>
                <a:gd name="connsiteX36" fmla="*/ 489063 w 753125"/>
                <a:gd name="connsiteY36" fmla="*/ 88229 h 94062"/>
                <a:gd name="connsiteX37" fmla="*/ 213750 w 753125"/>
                <a:gd name="connsiteY37" fmla="*/ 60417 h 94062"/>
                <a:gd name="connsiteX38" fmla="*/ 222083 w 753125"/>
                <a:gd name="connsiteY38" fmla="*/ 60417 h 94062"/>
                <a:gd name="connsiteX39" fmla="*/ 222083 w 753125"/>
                <a:gd name="connsiteY39" fmla="*/ 83333 h 94062"/>
                <a:gd name="connsiteX40" fmla="*/ 274792 w 753125"/>
                <a:gd name="connsiteY40" fmla="*/ 83333 h 94062"/>
                <a:gd name="connsiteX41" fmla="*/ 274792 w 753125"/>
                <a:gd name="connsiteY41" fmla="*/ 90417 h 94062"/>
                <a:gd name="connsiteX42" fmla="*/ 215938 w 753125"/>
                <a:gd name="connsiteY42" fmla="*/ 90417 h 94062"/>
                <a:gd name="connsiteX43" fmla="*/ 214219 w 753125"/>
                <a:gd name="connsiteY43" fmla="*/ 89948 h 94062"/>
                <a:gd name="connsiteX44" fmla="*/ 213750 w 753125"/>
                <a:gd name="connsiteY44" fmla="*/ 88229 h 94062"/>
                <a:gd name="connsiteX45" fmla="*/ 682501 w 753125"/>
                <a:gd name="connsiteY45" fmla="*/ 60104 h 94062"/>
                <a:gd name="connsiteX46" fmla="*/ 690834 w 753125"/>
                <a:gd name="connsiteY46" fmla="*/ 60104 h 94062"/>
                <a:gd name="connsiteX47" fmla="*/ 690834 w 753125"/>
                <a:gd name="connsiteY47" fmla="*/ 83333 h 94062"/>
                <a:gd name="connsiteX48" fmla="*/ 743854 w 753125"/>
                <a:gd name="connsiteY48" fmla="*/ 83333 h 94062"/>
                <a:gd name="connsiteX49" fmla="*/ 743854 w 753125"/>
                <a:gd name="connsiteY49" fmla="*/ 90417 h 94062"/>
                <a:gd name="connsiteX50" fmla="*/ 684688 w 753125"/>
                <a:gd name="connsiteY50" fmla="*/ 90417 h 94062"/>
                <a:gd name="connsiteX51" fmla="*/ 682969 w 753125"/>
                <a:gd name="connsiteY51" fmla="*/ 89948 h 94062"/>
                <a:gd name="connsiteX52" fmla="*/ 682501 w 753125"/>
                <a:gd name="connsiteY52" fmla="*/ 88229 h 94062"/>
                <a:gd name="connsiteX53" fmla="*/ 617917 w 753125"/>
                <a:gd name="connsiteY53" fmla="*/ 56979 h 94062"/>
                <a:gd name="connsiteX54" fmla="*/ 642500 w 753125"/>
                <a:gd name="connsiteY54" fmla="*/ 62292 h 94062"/>
                <a:gd name="connsiteX55" fmla="*/ 651146 w 753125"/>
                <a:gd name="connsiteY55" fmla="*/ 75521 h 94062"/>
                <a:gd name="connsiteX56" fmla="*/ 642552 w 753125"/>
                <a:gd name="connsiteY56" fmla="*/ 88802 h 94062"/>
                <a:gd name="connsiteX57" fmla="*/ 617917 w 753125"/>
                <a:gd name="connsiteY57" fmla="*/ 94063 h 94062"/>
                <a:gd name="connsiteX58" fmla="*/ 593229 w 753125"/>
                <a:gd name="connsiteY58" fmla="*/ 88802 h 94062"/>
                <a:gd name="connsiteX59" fmla="*/ 584584 w 753125"/>
                <a:gd name="connsiteY59" fmla="*/ 75521 h 94062"/>
                <a:gd name="connsiteX60" fmla="*/ 593229 w 753125"/>
                <a:gd name="connsiteY60" fmla="*/ 62292 h 94062"/>
                <a:gd name="connsiteX61" fmla="*/ 617917 w 753125"/>
                <a:gd name="connsiteY61" fmla="*/ 56979 h 94062"/>
                <a:gd name="connsiteX62" fmla="*/ 110833 w 753125"/>
                <a:gd name="connsiteY62" fmla="*/ 53438 h 94062"/>
                <a:gd name="connsiteX63" fmla="*/ 118959 w 753125"/>
                <a:gd name="connsiteY63" fmla="*/ 53438 h 94062"/>
                <a:gd name="connsiteX64" fmla="*/ 118959 w 753125"/>
                <a:gd name="connsiteY64" fmla="*/ 64896 h 94062"/>
                <a:gd name="connsiteX65" fmla="*/ 162604 w 753125"/>
                <a:gd name="connsiteY65" fmla="*/ 64896 h 94062"/>
                <a:gd name="connsiteX66" fmla="*/ 162604 w 753125"/>
                <a:gd name="connsiteY66" fmla="*/ 53438 h 94062"/>
                <a:gd name="connsiteX67" fmla="*/ 170625 w 753125"/>
                <a:gd name="connsiteY67" fmla="*/ 53438 h 94062"/>
                <a:gd name="connsiteX68" fmla="*/ 170625 w 753125"/>
                <a:gd name="connsiteY68" fmla="*/ 89167 h 94062"/>
                <a:gd name="connsiteX69" fmla="*/ 170156 w 753125"/>
                <a:gd name="connsiteY69" fmla="*/ 90886 h 94062"/>
                <a:gd name="connsiteX70" fmla="*/ 168438 w 753125"/>
                <a:gd name="connsiteY70" fmla="*/ 91354 h 94062"/>
                <a:gd name="connsiteX71" fmla="*/ 113021 w 753125"/>
                <a:gd name="connsiteY71" fmla="*/ 91354 h 94062"/>
                <a:gd name="connsiteX72" fmla="*/ 111302 w 753125"/>
                <a:gd name="connsiteY72" fmla="*/ 90886 h 94062"/>
                <a:gd name="connsiteX73" fmla="*/ 110833 w 753125"/>
                <a:gd name="connsiteY73" fmla="*/ 89167 h 94062"/>
                <a:gd name="connsiteX74" fmla="*/ 400000 w 753125"/>
                <a:gd name="connsiteY74" fmla="*/ 26875 h 94062"/>
                <a:gd name="connsiteX75" fmla="*/ 400000 w 753125"/>
                <a:gd name="connsiteY75" fmla="*/ 45938 h 94062"/>
                <a:gd name="connsiteX76" fmla="*/ 445209 w 753125"/>
                <a:gd name="connsiteY76" fmla="*/ 45938 h 94062"/>
                <a:gd name="connsiteX77" fmla="*/ 445209 w 753125"/>
                <a:gd name="connsiteY77" fmla="*/ 26875 h 94062"/>
                <a:gd name="connsiteX78" fmla="*/ 609375 w 753125"/>
                <a:gd name="connsiteY78" fmla="*/ 21875 h 94062"/>
                <a:gd name="connsiteX79" fmla="*/ 617709 w 753125"/>
                <a:gd name="connsiteY79" fmla="*/ 21875 h 94062"/>
                <a:gd name="connsiteX80" fmla="*/ 617709 w 753125"/>
                <a:gd name="connsiteY80" fmla="*/ 41354 h 94062"/>
                <a:gd name="connsiteX81" fmla="*/ 660209 w 753125"/>
                <a:gd name="connsiteY81" fmla="*/ 41354 h 94062"/>
                <a:gd name="connsiteX82" fmla="*/ 660209 w 753125"/>
                <a:gd name="connsiteY82" fmla="*/ 48542 h 94062"/>
                <a:gd name="connsiteX83" fmla="*/ 575625 w 753125"/>
                <a:gd name="connsiteY83" fmla="*/ 48542 h 94062"/>
                <a:gd name="connsiteX84" fmla="*/ 575625 w 753125"/>
                <a:gd name="connsiteY84" fmla="*/ 41354 h 94062"/>
                <a:gd name="connsiteX85" fmla="*/ 609375 w 753125"/>
                <a:gd name="connsiteY85" fmla="*/ 41354 h 94062"/>
                <a:gd name="connsiteX86" fmla="*/ 225000 w 753125"/>
                <a:gd name="connsiteY86" fmla="*/ 8542 h 94062"/>
                <a:gd name="connsiteX87" fmla="*/ 213333 w 753125"/>
                <a:gd name="connsiteY87" fmla="*/ 13646 h 94062"/>
                <a:gd name="connsiteX88" fmla="*/ 209167 w 753125"/>
                <a:gd name="connsiteY88" fmla="*/ 25938 h 94062"/>
                <a:gd name="connsiteX89" fmla="*/ 213333 w 753125"/>
                <a:gd name="connsiteY89" fmla="*/ 38125 h 94062"/>
                <a:gd name="connsiteX90" fmla="*/ 225000 w 753125"/>
                <a:gd name="connsiteY90" fmla="*/ 43125 h 94062"/>
                <a:gd name="connsiteX91" fmla="*/ 236615 w 753125"/>
                <a:gd name="connsiteY91" fmla="*/ 38125 h 94062"/>
                <a:gd name="connsiteX92" fmla="*/ 240729 w 753125"/>
                <a:gd name="connsiteY92" fmla="*/ 25938 h 94062"/>
                <a:gd name="connsiteX93" fmla="*/ 236615 w 753125"/>
                <a:gd name="connsiteY93" fmla="*/ 13646 h 94062"/>
                <a:gd name="connsiteX94" fmla="*/ 225000 w 753125"/>
                <a:gd name="connsiteY94" fmla="*/ 8542 h 94062"/>
                <a:gd name="connsiteX95" fmla="*/ 121042 w 753125"/>
                <a:gd name="connsiteY95" fmla="*/ 8438 h 94062"/>
                <a:gd name="connsiteX96" fmla="*/ 114896 w 753125"/>
                <a:gd name="connsiteY96" fmla="*/ 9688 h 94062"/>
                <a:gd name="connsiteX97" fmla="*/ 110000 w 753125"/>
                <a:gd name="connsiteY97" fmla="*/ 12917 h 94062"/>
                <a:gd name="connsiteX98" fmla="*/ 106667 w 753125"/>
                <a:gd name="connsiteY98" fmla="*/ 17761 h 94062"/>
                <a:gd name="connsiteX99" fmla="*/ 105521 w 753125"/>
                <a:gd name="connsiteY99" fmla="*/ 23646 h 94062"/>
                <a:gd name="connsiteX100" fmla="*/ 106667 w 753125"/>
                <a:gd name="connsiteY100" fmla="*/ 29531 h 94062"/>
                <a:gd name="connsiteX101" fmla="*/ 110000 w 753125"/>
                <a:gd name="connsiteY101" fmla="*/ 34271 h 94062"/>
                <a:gd name="connsiteX102" fmla="*/ 114896 w 753125"/>
                <a:gd name="connsiteY102" fmla="*/ 37500 h 94062"/>
                <a:gd name="connsiteX103" fmla="*/ 121042 w 753125"/>
                <a:gd name="connsiteY103" fmla="*/ 38646 h 94062"/>
                <a:gd name="connsiteX104" fmla="*/ 132240 w 753125"/>
                <a:gd name="connsiteY104" fmla="*/ 34271 h 94062"/>
                <a:gd name="connsiteX105" fmla="*/ 136563 w 753125"/>
                <a:gd name="connsiteY105" fmla="*/ 23646 h 94062"/>
                <a:gd name="connsiteX106" fmla="*/ 132136 w 753125"/>
                <a:gd name="connsiteY106" fmla="*/ 12865 h 94062"/>
                <a:gd name="connsiteX107" fmla="*/ 121042 w 753125"/>
                <a:gd name="connsiteY107" fmla="*/ 8438 h 94062"/>
                <a:gd name="connsiteX108" fmla="*/ 675313 w 753125"/>
                <a:gd name="connsiteY108" fmla="*/ 4271 h 94062"/>
                <a:gd name="connsiteX109" fmla="*/ 715417 w 753125"/>
                <a:gd name="connsiteY109" fmla="*/ 4271 h 94062"/>
                <a:gd name="connsiteX110" fmla="*/ 715417 w 753125"/>
                <a:gd name="connsiteY110" fmla="*/ 11458 h 94062"/>
                <a:gd name="connsiteX111" fmla="*/ 681250 w 753125"/>
                <a:gd name="connsiteY111" fmla="*/ 11458 h 94062"/>
                <a:gd name="connsiteX112" fmla="*/ 681250 w 753125"/>
                <a:gd name="connsiteY112" fmla="*/ 41042 h 94062"/>
                <a:gd name="connsiteX113" fmla="*/ 686355 w 753125"/>
                <a:gd name="connsiteY113" fmla="*/ 41042 h 94062"/>
                <a:gd name="connsiteX114" fmla="*/ 707709 w 753125"/>
                <a:gd name="connsiteY114" fmla="*/ 40261 h 94062"/>
                <a:gd name="connsiteX115" fmla="*/ 728126 w 753125"/>
                <a:gd name="connsiteY115" fmla="*/ 37604 h 94062"/>
                <a:gd name="connsiteX116" fmla="*/ 728126 w 753125"/>
                <a:gd name="connsiteY116" fmla="*/ 44792 h 94062"/>
                <a:gd name="connsiteX117" fmla="*/ 718126 w 753125"/>
                <a:gd name="connsiteY117" fmla="*/ 46406 h 94062"/>
                <a:gd name="connsiteX118" fmla="*/ 706771 w 753125"/>
                <a:gd name="connsiteY118" fmla="*/ 47604 h 94062"/>
                <a:gd name="connsiteX119" fmla="*/ 694636 w 753125"/>
                <a:gd name="connsiteY119" fmla="*/ 48229 h 94062"/>
                <a:gd name="connsiteX120" fmla="*/ 682501 w 753125"/>
                <a:gd name="connsiteY120" fmla="*/ 48438 h 94062"/>
                <a:gd name="connsiteX121" fmla="*/ 675313 w 753125"/>
                <a:gd name="connsiteY121" fmla="*/ 48438 h 94062"/>
                <a:gd name="connsiteX122" fmla="*/ 673542 w 753125"/>
                <a:gd name="connsiteY122" fmla="*/ 48021 h 94062"/>
                <a:gd name="connsiteX123" fmla="*/ 673126 w 753125"/>
                <a:gd name="connsiteY123" fmla="*/ 46354 h 94062"/>
                <a:gd name="connsiteX124" fmla="*/ 673126 w 753125"/>
                <a:gd name="connsiteY124" fmla="*/ 6458 h 94062"/>
                <a:gd name="connsiteX125" fmla="*/ 673594 w 753125"/>
                <a:gd name="connsiteY125" fmla="*/ 4740 h 94062"/>
                <a:gd name="connsiteX126" fmla="*/ 675313 w 753125"/>
                <a:gd name="connsiteY126" fmla="*/ 4271 h 94062"/>
                <a:gd name="connsiteX127" fmla="*/ 479271 w 753125"/>
                <a:gd name="connsiteY127" fmla="*/ 4271 h 94062"/>
                <a:gd name="connsiteX128" fmla="*/ 518646 w 753125"/>
                <a:gd name="connsiteY128" fmla="*/ 4271 h 94062"/>
                <a:gd name="connsiteX129" fmla="*/ 520365 w 753125"/>
                <a:gd name="connsiteY129" fmla="*/ 4740 h 94062"/>
                <a:gd name="connsiteX130" fmla="*/ 520834 w 753125"/>
                <a:gd name="connsiteY130" fmla="*/ 6458 h 94062"/>
                <a:gd name="connsiteX131" fmla="*/ 516615 w 753125"/>
                <a:gd name="connsiteY131" fmla="*/ 23542 h 94062"/>
                <a:gd name="connsiteX132" fmla="*/ 507709 w 753125"/>
                <a:gd name="connsiteY132" fmla="*/ 37708 h 94062"/>
                <a:gd name="connsiteX133" fmla="*/ 494740 w 753125"/>
                <a:gd name="connsiteY133" fmla="*/ 48906 h 94062"/>
                <a:gd name="connsiteX134" fmla="*/ 478438 w 753125"/>
                <a:gd name="connsiteY134" fmla="*/ 56875 h 94062"/>
                <a:gd name="connsiteX135" fmla="*/ 472917 w 753125"/>
                <a:gd name="connsiteY135" fmla="*/ 50729 h 94062"/>
                <a:gd name="connsiteX136" fmla="*/ 499480 w 753125"/>
                <a:gd name="connsiteY136" fmla="*/ 35104 h 94062"/>
                <a:gd name="connsiteX137" fmla="*/ 511771 w 753125"/>
                <a:gd name="connsiteY137" fmla="*/ 11458 h 94062"/>
                <a:gd name="connsiteX138" fmla="*/ 479271 w 753125"/>
                <a:gd name="connsiteY138" fmla="*/ 11458 h 94062"/>
                <a:gd name="connsiteX139" fmla="*/ 296250 w 753125"/>
                <a:gd name="connsiteY139" fmla="*/ 4271 h 94062"/>
                <a:gd name="connsiteX140" fmla="*/ 341250 w 753125"/>
                <a:gd name="connsiteY140" fmla="*/ 4271 h 94062"/>
                <a:gd name="connsiteX141" fmla="*/ 341250 w 753125"/>
                <a:gd name="connsiteY141" fmla="*/ 11250 h 94062"/>
                <a:gd name="connsiteX142" fmla="*/ 323021 w 753125"/>
                <a:gd name="connsiteY142" fmla="*/ 11250 h 94062"/>
                <a:gd name="connsiteX143" fmla="*/ 323021 w 753125"/>
                <a:gd name="connsiteY143" fmla="*/ 16979 h 94062"/>
                <a:gd name="connsiteX144" fmla="*/ 324740 w 753125"/>
                <a:gd name="connsiteY144" fmla="*/ 26615 h 94062"/>
                <a:gd name="connsiteX145" fmla="*/ 329271 w 753125"/>
                <a:gd name="connsiteY145" fmla="*/ 34583 h 94062"/>
                <a:gd name="connsiteX146" fmla="*/ 337500 w 753125"/>
                <a:gd name="connsiteY146" fmla="*/ 42500 h 94062"/>
                <a:gd name="connsiteX147" fmla="*/ 346979 w 753125"/>
                <a:gd name="connsiteY147" fmla="*/ 47292 h 94062"/>
                <a:gd name="connsiteX148" fmla="*/ 343959 w 753125"/>
                <a:gd name="connsiteY148" fmla="*/ 50521 h 94062"/>
                <a:gd name="connsiteX149" fmla="*/ 341563 w 753125"/>
                <a:gd name="connsiteY149" fmla="*/ 53542 h 94062"/>
                <a:gd name="connsiteX150" fmla="*/ 335469 w 753125"/>
                <a:gd name="connsiteY150" fmla="*/ 50156 h 94062"/>
                <a:gd name="connsiteX151" fmla="*/ 329063 w 753125"/>
                <a:gd name="connsiteY151" fmla="*/ 45208 h 94062"/>
                <a:gd name="connsiteX152" fmla="*/ 323386 w 753125"/>
                <a:gd name="connsiteY152" fmla="*/ 39531 h 94062"/>
                <a:gd name="connsiteX153" fmla="*/ 318854 w 753125"/>
                <a:gd name="connsiteY153" fmla="*/ 32604 h 94062"/>
                <a:gd name="connsiteX154" fmla="*/ 315157 w 753125"/>
                <a:gd name="connsiteY154" fmla="*/ 39948 h 94062"/>
                <a:gd name="connsiteX155" fmla="*/ 310104 w 753125"/>
                <a:gd name="connsiteY155" fmla="*/ 46250 h 94062"/>
                <a:gd name="connsiteX156" fmla="*/ 303385 w 753125"/>
                <a:gd name="connsiteY156" fmla="*/ 51823 h 94062"/>
                <a:gd name="connsiteX157" fmla="*/ 296042 w 753125"/>
                <a:gd name="connsiteY157" fmla="*/ 56250 h 94062"/>
                <a:gd name="connsiteX158" fmla="*/ 293073 w 753125"/>
                <a:gd name="connsiteY158" fmla="*/ 53438 h 94062"/>
                <a:gd name="connsiteX159" fmla="*/ 289688 w 753125"/>
                <a:gd name="connsiteY159" fmla="*/ 50521 h 94062"/>
                <a:gd name="connsiteX160" fmla="*/ 300261 w 753125"/>
                <a:gd name="connsiteY160" fmla="*/ 44375 h 94062"/>
                <a:gd name="connsiteX161" fmla="*/ 308750 w 753125"/>
                <a:gd name="connsiteY161" fmla="*/ 35625 h 94062"/>
                <a:gd name="connsiteX162" fmla="*/ 313073 w 753125"/>
                <a:gd name="connsiteY162" fmla="*/ 27083 h 94062"/>
                <a:gd name="connsiteX163" fmla="*/ 314688 w 753125"/>
                <a:gd name="connsiteY163" fmla="*/ 16875 h 94062"/>
                <a:gd name="connsiteX164" fmla="*/ 314688 w 753125"/>
                <a:gd name="connsiteY164" fmla="*/ 11250 h 94062"/>
                <a:gd name="connsiteX165" fmla="*/ 296250 w 753125"/>
                <a:gd name="connsiteY165" fmla="*/ 11250 h 94062"/>
                <a:gd name="connsiteX166" fmla="*/ 391771 w 753125"/>
                <a:gd name="connsiteY166" fmla="*/ 3750 h 94062"/>
                <a:gd name="connsiteX167" fmla="*/ 400000 w 753125"/>
                <a:gd name="connsiteY167" fmla="*/ 3750 h 94062"/>
                <a:gd name="connsiteX168" fmla="*/ 400000 w 753125"/>
                <a:gd name="connsiteY168" fmla="*/ 19896 h 94062"/>
                <a:gd name="connsiteX169" fmla="*/ 445209 w 753125"/>
                <a:gd name="connsiteY169" fmla="*/ 19896 h 94062"/>
                <a:gd name="connsiteX170" fmla="*/ 445209 w 753125"/>
                <a:gd name="connsiteY170" fmla="*/ 3750 h 94062"/>
                <a:gd name="connsiteX171" fmla="*/ 453438 w 753125"/>
                <a:gd name="connsiteY171" fmla="*/ 3750 h 94062"/>
                <a:gd name="connsiteX172" fmla="*/ 453438 w 753125"/>
                <a:gd name="connsiteY172" fmla="*/ 50938 h 94062"/>
                <a:gd name="connsiteX173" fmla="*/ 452969 w 753125"/>
                <a:gd name="connsiteY173" fmla="*/ 52656 h 94062"/>
                <a:gd name="connsiteX174" fmla="*/ 451250 w 753125"/>
                <a:gd name="connsiteY174" fmla="*/ 53125 h 94062"/>
                <a:gd name="connsiteX175" fmla="*/ 426771 w 753125"/>
                <a:gd name="connsiteY175" fmla="*/ 53125 h 94062"/>
                <a:gd name="connsiteX176" fmla="*/ 426771 w 753125"/>
                <a:gd name="connsiteY176" fmla="*/ 73542 h 94062"/>
                <a:gd name="connsiteX177" fmla="*/ 465000 w 753125"/>
                <a:gd name="connsiteY177" fmla="*/ 73542 h 94062"/>
                <a:gd name="connsiteX178" fmla="*/ 465000 w 753125"/>
                <a:gd name="connsiteY178" fmla="*/ 80729 h 94062"/>
                <a:gd name="connsiteX179" fmla="*/ 380209 w 753125"/>
                <a:gd name="connsiteY179" fmla="*/ 80729 h 94062"/>
                <a:gd name="connsiteX180" fmla="*/ 380209 w 753125"/>
                <a:gd name="connsiteY180" fmla="*/ 73542 h 94062"/>
                <a:gd name="connsiteX181" fmla="*/ 418229 w 753125"/>
                <a:gd name="connsiteY181" fmla="*/ 73542 h 94062"/>
                <a:gd name="connsiteX182" fmla="*/ 418229 w 753125"/>
                <a:gd name="connsiteY182" fmla="*/ 53125 h 94062"/>
                <a:gd name="connsiteX183" fmla="*/ 393959 w 753125"/>
                <a:gd name="connsiteY183" fmla="*/ 53125 h 94062"/>
                <a:gd name="connsiteX184" fmla="*/ 392240 w 753125"/>
                <a:gd name="connsiteY184" fmla="*/ 52656 h 94062"/>
                <a:gd name="connsiteX185" fmla="*/ 391771 w 753125"/>
                <a:gd name="connsiteY185" fmla="*/ 50938 h 94062"/>
                <a:gd name="connsiteX186" fmla="*/ 585417 w 753125"/>
                <a:gd name="connsiteY186" fmla="*/ 2708 h 94062"/>
                <a:gd name="connsiteX187" fmla="*/ 648334 w 753125"/>
                <a:gd name="connsiteY187" fmla="*/ 2708 h 94062"/>
                <a:gd name="connsiteX188" fmla="*/ 650053 w 753125"/>
                <a:gd name="connsiteY188" fmla="*/ 3177 h 94062"/>
                <a:gd name="connsiteX189" fmla="*/ 650521 w 753125"/>
                <a:gd name="connsiteY189" fmla="*/ 4896 h 94062"/>
                <a:gd name="connsiteX190" fmla="*/ 649167 w 753125"/>
                <a:gd name="connsiteY190" fmla="*/ 21094 h 94062"/>
                <a:gd name="connsiteX191" fmla="*/ 646979 w 753125"/>
                <a:gd name="connsiteY191" fmla="*/ 34375 h 94062"/>
                <a:gd name="connsiteX192" fmla="*/ 639063 w 753125"/>
                <a:gd name="connsiteY192" fmla="*/ 34375 h 94062"/>
                <a:gd name="connsiteX193" fmla="*/ 641042 w 753125"/>
                <a:gd name="connsiteY193" fmla="*/ 22292 h 94062"/>
                <a:gd name="connsiteX194" fmla="*/ 642084 w 753125"/>
                <a:gd name="connsiteY194" fmla="*/ 9792 h 94062"/>
                <a:gd name="connsiteX195" fmla="*/ 585417 w 753125"/>
                <a:gd name="connsiteY195" fmla="*/ 9792 h 94062"/>
                <a:gd name="connsiteX196" fmla="*/ 25000 w 753125"/>
                <a:gd name="connsiteY196" fmla="*/ 2292 h 94062"/>
                <a:gd name="connsiteX197" fmla="*/ 33646 w 753125"/>
                <a:gd name="connsiteY197" fmla="*/ 2292 h 94062"/>
                <a:gd name="connsiteX198" fmla="*/ 33646 w 753125"/>
                <a:gd name="connsiteY198" fmla="*/ 13021 h 94062"/>
                <a:gd name="connsiteX199" fmla="*/ 35625 w 753125"/>
                <a:gd name="connsiteY199" fmla="*/ 23906 h 94062"/>
                <a:gd name="connsiteX200" fmla="*/ 41042 w 753125"/>
                <a:gd name="connsiteY200" fmla="*/ 33021 h 94062"/>
                <a:gd name="connsiteX201" fmla="*/ 48750 w 753125"/>
                <a:gd name="connsiteY201" fmla="*/ 40104 h 94062"/>
                <a:gd name="connsiteX202" fmla="*/ 57813 w 753125"/>
                <a:gd name="connsiteY202" fmla="*/ 44792 h 94062"/>
                <a:gd name="connsiteX203" fmla="*/ 52396 w 753125"/>
                <a:gd name="connsiteY203" fmla="*/ 51250 h 94062"/>
                <a:gd name="connsiteX204" fmla="*/ 46198 w 753125"/>
                <a:gd name="connsiteY204" fmla="*/ 47760 h 94062"/>
                <a:gd name="connsiteX205" fmla="*/ 39792 w 753125"/>
                <a:gd name="connsiteY205" fmla="*/ 42917 h 94062"/>
                <a:gd name="connsiteX206" fmla="*/ 33906 w 753125"/>
                <a:gd name="connsiteY206" fmla="*/ 36823 h 94062"/>
                <a:gd name="connsiteX207" fmla="*/ 29479 w 753125"/>
                <a:gd name="connsiteY207" fmla="*/ 29792 h 94062"/>
                <a:gd name="connsiteX208" fmla="*/ 25521 w 753125"/>
                <a:gd name="connsiteY208" fmla="*/ 37396 h 94062"/>
                <a:gd name="connsiteX209" fmla="*/ 19896 w 753125"/>
                <a:gd name="connsiteY209" fmla="*/ 44063 h 94062"/>
                <a:gd name="connsiteX210" fmla="*/ 13281 w 753125"/>
                <a:gd name="connsiteY210" fmla="*/ 49584 h 94062"/>
                <a:gd name="connsiteX211" fmla="*/ 6354 w 753125"/>
                <a:gd name="connsiteY211" fmla="*/ 53959 h 94062"/>
                <a:gd name="connsiteX212" fmla="*/ 0 w 753125"/>
                <a:gd name="connsiteY212" fmla="*/ 48229 h 94062"/>
                <a:gd name="connsiteX213" fmla="*/ 9635 w 753125"/>
                <a:gd name="connsiteY213" fmla="*/ 42448 h 94062"/>
                <a:gd name="connsiteX214" fmla="*/ 17604 w 753125"/>
                <a:gd name="connsiteY214" fmla="*/ 34792 h 94062"/>
                <a:gd name="connsiteX215" fmla="*/ 23021 w 753125"/>
                <a:gd name="connsiteY215" fmla="*/ 25260 h 94062"/>
                <a:gd name="connsiteX216" fmla="*/ 25000 w 753125"/>
                <a:gd name="connsiteY216" fmla="*/ 13750 h 94062"/>
                <a:gd name="connsiteX217" fmla="*/ 225000 w 753125"/>
                <a:gd name="connsiteY217" fmla="*/ 1146 h 94062"/>
                <a:gd name="connsiteX218" fmla="*/ 234740 w 753125"/>
                <a:gd name="connsiteY218" fmla="*/ 3125 h 94062"/>
                <a:gd name="connsiteX219" fmla="*/ 242396 w 753125"/>
                <a:gd name="connsiteY219" fmla="*/ 8438 h 94062"/>
                <a:gd name="connsiteX220" fmla="*/ 247448 w 753125"/>
                <a:gd name="connsiteY220" fmla="*/ 16354 h 94062"/>
                <a:gd name="connsiteX221" fmla="*/ 249271 w 753125"/>
                <a:gd name="connsiteY221" fmla="*/ 25938 h 94062"/>
                <a:gd name="connsiteX222" fmla="*/ 247448 w 753125"/>
                <a:gd name="connsiteY222" fmla="*/ 35521 h 94062"/>
                <a:gd name="connsiteX223" fmla="*/ 242396 w 753125"/>
                <a:gd name="connsiteY223" fmla="*/ 43333 h 94062"/>
                <a:gd name="connsiteX224" fmla="*/ 234740 w 753125"/>
                <a:gd name="connsiteY224" fmla="*/ 48698 h 94062"/>
                <a:gd name="connsiteX225" fmla="*/ 225000 w 753125"/>
                <a:gd name="connsiteY225" fmla="*/ 50625 h 94062"/>
                <a:gd name="connsiteX226" fmla="*/ 215104 w 753125"/>
                <a:gd name="connsiteY226" fmla="*/ 48698 h 94062"/>
                <a:gd name="connsiteX227" fmla="*/ 207396 w 753125"/>
                <a:gd name="connsiteY227" fmla="*/ 43333 h 94062"/>
                <a:gd name="connsiteX228" fmla="*/ 202396 w 753125"/>
                <a:gd name="connsiteY228" fmla="*/ 35521 h 94062"/>
                <a:gd name="connsiteX229" fmla="*/ 200625 w 753125"/>
                <a:gd name="connsiteY229" fmla="*/ 25938 h 94062"/>
                <a:gd name="connsiteX230" fmla="*/ 202396 w 753125"/>
                <a:gd name="connsiteY230" fmla="*/ 16354 h 94062"/>
                <a:gd name="connsiteX231" fmla="*/ 207396 w 753125"/>
                <a:gd name="connsiteY231" fmla="*/ 8438 h 94062"/>
                <a:gd name="connsiteX232" fmla="*/ 215104 w 753125"/>
                <a:gd name="connsiteY232" fmla="*/ 3125 h 94062"/>
                <a:gd name="connsiteX233" fmla="*/ 225000 w 753125"/>
                <a:gd name="connsiteY233" fmla="*/ 1146 h 94062"/>
                <a:gd name="connsiteX234" fmla="*/ 732396 w 753125"/>
                <a:gd name="connsiteY234" fmla="*/ 0 h 94062"/>
                <a:gd name="connsiteX235" fmla="*/ 740625 w 753125"/>
                <a:gd name="connsiteY235" fmla="*/ 0 h 94062"/>
                <a:gd name="connsiteX236" fmla="*/ 740625 w 753125"/>
                <a:gd name="connsiteY236" fmla="*/ 22813 h 94062"/>
                <a:gd name="connsiteX237" fmla="*/ 753125 w 753125"/>
                <a:gd name="connsiteY237" fmla="*/ 22813 h 94062"/>
                <a:gd name="connsiteX238" fmla="*/ 753125 w 753125"/>
                <a:gd name="connsiteY238" fmla="*/ 30104 h 94062"/>
                <a:gd name="connsiteX239" fmla="*/ 740625 w 753125"/>
                <a:gd name="connsiteY239" fmla="*/ 30104 h 94062"/>
                <a:gd name="connsiteX240" fmla="*/ 740625 w 753125"/>
                <a:gd name="connsiteY240" fmla="*/ 67709 h 94062"/>
                <a:gd name="connsiteX241" fmla="*/ 732396 w 753125"/>
                <a:gd name="connsiteY241" fmla="*/ 67709 h 94062"/>
                <a:gd name="connsiteX242" fmla="*/ 540730 w 753125"/>
                <a:gd name="connsiteY242" fmla="*/ 0 h 94062"/>
                <a:gd name="connsiteX243" fmla="*/ 548959 w 753125"/>
                <a:gd name="connsiteY243" fmla="*/ 0 h 94062"/>
                <a:gd name="connsiteX244" fmla="*/ 548959 w 753125"/>
                <a:gd name="connsiteY244" fmla="*/ 67500 h 94062"/>
                <a:gd name="connsiteX245" fmla="*/ 540730 w 753125"/>
                <a:gd name="connsiteY245" fmla="*/ 67500 h 94062"/>
                <a:gd name="connsiteX246" fmla="*/ 540730 w 753125"/>
                <a:gd name="connsiteY246" fmla="*/ 34583 h 94062"/>
                <a:gd name="connsiteX247" fmla="*/ 521355 w 753125"/>
                <a:gd name="connsiteY247" fmla="*/ 34583 h 94062"/>
                <a:gd name="connsiteX248" fmla="*/ 521355 w 753125"/>
                <a:gd name="connsiteY248" fmla="*/ 27396 h 94062"/>
                <a:gd name="connsiteX249" fmla="*/ 540730 w 753125"/>
                <a:gd name="connsiteY249" fmla="*/ 27396 h 94062"/>
                <a:gd name="connsiteX250" fmla="*/ 359479 w 753125"/>
                <a:gd name="connsiteY250" fmla="*/ 0 h 94062"/>
                <a:gd name="connsiteX251" fmla="*/ 367604 w 753125"/>
                <a:gd name="connsiteY251" fmla="*/ 0 h 94062"/>
                <a:gd name="connsiteX252" fmla="*/ 367604 w 753125"/>
                <a:gd name="connsiteY252" fmla="*/ 67709 h 94062"/>
                <a:gd name="connsiteX253" fmla="*/ 359479 w 753125"/>
                <a:gd name="connsiteY253" fmla="*/ 67709 h 94062"/>
                <a:gd name="connsiteX254" fmla="*/ 359479 w 753125"/>
                <a:gd name="connsiteY254" fmla="*/ 29063 h 94062"/>
                <a:gd name="connsiteX255" fmla="*/ 340208 w 753125"/>
                <a:gd name="connsiteY255" fmla="*/ 29063 h 94062"/>
                <a:gd name="connsiteX256" fmla="*/ 340208 w 753125"/>
                <a:gd name="connsiteY256" fmla="*/ 21771 h 94062"/>
                <a:gd name="connsiteX257" fmla="*/ 359479 w 753125"/>
                <a:gd name="connsiteY257" fmla="*/ 21771 h 94062"/>
                <a:gd name="connsiteX258" fmla="*/ 263750 w 753125"/>
                <a:gd name="connsiteY258" fmla="*/ 0 h 94062"/>
                <a:gd name="connsiteX259" fmla="*/ 271771 w 753125"/>
                <a:gd name="connsiteY259" fmla="*/ 0 h 94062"/>
                <a:gd name="connsiteX260" fmla="*/ 271771 w 753125"/>
                <a:gd name="connsiteY260" fmla="*/ 22813 h 94062"/>
                <a:gd name="connsiteX261" fmla="*/ 284479 w 753125"/>
                <a:gd name="connsiteY261" fmla="*/ 22813 h 94062"/>
                <a:gd name="connsiteX262" fmla="*/ 284479 w 753125"/>
                <a:gd name="connsiteY262" fmla="*/ 30104 h 94062"/>
                <a:gd name="connsiteX263" fmla="*/ 271771 w 753125"/>
                <a:gd name="connsiteY263" fmla="*/ 30104 h 94062"/>
                <a:gd name="connsiteX264" fmla="*/ 271771 w 753125"/>
                <a:gd name="connsiteY264" fmla="*/ 67917 h 94062"/>
                <a:gd name="connsiteX265" fmla="*/ 263750 w 753125"/>
                <a:gd name="connsiteY265" fmla="*/ 67917 h 94062"/>
                <a:gd name="connsiteX266" fmla="*/ 162604 w 753125"/>
                <a:gd name="connsiteY266" fmla="*/ 0 h 94062"/>
                <a:gd name="connsiteX267" fmla="*/ 170729 w 753125"/>
                <a:gd name="connsiteY267" fmla="*/ 0 h 94062"/>
                <a:gd name="connsiteX268" fmla="*/ 170729 w 753125"/>
                <a:gd name="connsiteY268" fmla="*/ 48542 h 94062"/>
                <a:gd name="connsiteX269" fmla="*/ 162604 w 753125"/>
                <a:gd name="connsiteY269" fmla="*/ 48542 h 94062"/>
                <a:gd name="connsiteX270" fmla="*/ 162604 w 753125"/>
                <a:gd name="connsiteY270" fmla="*/ 27604 h 94062"/>
                <a:gd name="connsiteX271" fmla="*/ 144479 w 753125"/>
                <a:gd name="connsiteY271" fmla="*/ 27604 h 94062"/>
                <a:gd name="connsiteX272" fmla="*/ 141563 w 753125"/>
                <a:gd name="connsiteY272" fmla="*/ 35104 h 94062"/>
                <a:gd name="connsiteX273" fmla="*/ 136354 w 753125"/>
                <a:gd name="connsiteY273" fmla="*/ 40938 h 94062"/>
                <a:gd name="connsiteX274" fmla="*/ 129271 w 753125"/>
                <a:gd name="connsiteY274" fmla="*/ 44688 h 94062"/>
                <a:gd name="connsiteX275" fmla="*/ 121042 w 753125"/>
                <a:gd name="connsiteY275" fmla="*/ 46042 h 94062"/>
                <a:gd name="connsiteX276" fmla="*/ 111927 w 753125"/>
                <a:gd name="connsiteY276" fmla="*/ 44375 h 94062"/>
                <a:gd name="connsiteX277" fmla="*/ 104375 w 753125"/>
                <a:gd name="connsiteY277" fmla="*/ 39688 h 94062"/>
                <a:gd name="connsiteX278" fmla="*/ 99271 w 753125"/>
                <a:gd name="connsiteY278" fmla="*/ 32604 h 94062"/>
                <a:gd name="connsiteX279" fmla="*/ 97396 w 753125"/>
                <a:gd name="connsiteY279" fmla="*/ 23542 h 94062"/>
                <a:gd name="connsiteX280" fmla="*/ 99219 w 753125"/>
                <a:gd name="connsiteY280" fmla="*/ 14531 h 94062"/>
                <a:gd name="connsiteX281" fmla="*/ 104271 w 753125"/>
                <a:gd name="connsiteY281" fmla="*/ 7500 h 94062"/>
                <a:gd name="connsiteX282" fmla="*/ 111823 w 753125"/>
                <a:gd name="connsiteY282" fmla="*/ 2813 h 94062"/>
                <a:gd name="connsiteX283" fmla="*/ 121042 w 753125"/>
                <a:gd name="connsiteY283" fmla="*/ 1146 h 94062"/>
                <a:gd name="connsiteX284" fmla="*/ 129479 w 753125"/>
                <a:gd name="connsiteY284" fmla="*/ 2604 h 94062"/>
                <a:gd name="connsiteX285" fmla="*/ 136667 w 753125"/>
                <a:gd name="connsiteY285" fmla="*/ 6563 h 94062"/>
                <a:gd name="connsiteX286" fmla="*/ 141979 w 753125"/>
                <a:gd name="connsiteY286" fmla="*/ 12709 h 94062"/>
                <a:gd name="connsiteX287" fmla="*/ 144688 w 753125"/>
                <a:gd name="connsiteY287" fmla="*/ 20417 h 94062"/>
                <a:gd name="connsiteX288" fmla="*/ 162604 w 753125"/>
                <a:gd name="connsiteY288" fmla="*/ 20417 h 94062"/>
                <a:gd name="connsiteX289" fmla="*/ 67709 w 753125"/>
                <a:gd name="connsiteY289" fmla="*/ 0 h 94062"/>
                <a:gd name="connsiteX290" fmla="*/ 75833 w 753125"/>
                <a:gd name="connsiteY290" fmla="*/ 0 h 94062"/>
                <a:gd name="connsiteX291" fmla="*/ 75833 w 753125"/>
                <a:gd name="connsiteY291" fmla="*/ 27500 h 94062"/>
                <a:gd name="connsiteX292" fmla="*/ 88542 w 753125"/>
                <a:gd name="connsiteY292" fmla="*/ 27500 h 94062"/>
                <a:gd name="connsiteX293" fmla="*/ 88542 w 753125"/>
                <a:gd name="connsiteY293" fmla="*/ 34792 h 94062"/>
                <a:gd name="connsiteX294" fmla="*/ 75833 w 753125"/>
                <a:gd name="connsiteY294" fmla="*/ 34792 h 94062"/>
                <a:gd name="connsiteX295" fmla="*/ 75833 w 753125"/>
                <a:gd name="connsiteY295" fmla="*/ 67709 h 94062"/>
                <a:gd name="connsiteX296" fmla="*/ 67709 w 753125"/>
                <a:gd name="connsiteY296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753125" h="94062">
                  <a:moveTo>
                    <a:pt x="118959" y="71667"/>
                  </a:moveTo>
                  <a:lnTo>
                    <a:pt x="118959" y="84583"/>
                  </a:lnTo>
                  <a:lnTo>
                    <a:pt x="162604" y="84583"/>
                  </a:lnTo>
                  <a:lnTo>
                    <a:pt x="162604" y="71667"/>
                  </a:lnTo>
                  <a:close/>
                  <a:moveTo>
                    <a:pt x="617917" y="63646"/>
                  </a:moveTo>
                  <a:cubicBezTo>
                    <a:pt x="610625" y="63646"/>
                    <a:pt x="604779" y="64675"/>
                    <a:pt x="600365" y="66719"/>
                  </a:cubicBezTo>
                  <a:cubicBezTo>
                    <a:pt x="595951" y="68776"/>
                    <a:pt x="593750" y="71667"/>
                    <a:pt x="593750" y="75417"/>
                  </a:cubicBezTo>
                  <a:cubicBezTo>
                    <a:pt x="593750" y="79375"/>
                    <a:pt x="595951" y="82383"/>
                    <a:pt x="600365" y="84427"/>
                  </a:cubicBezTo>
                  <a:cubicBezTo>
                    <a:pt x="604779" y="86485"/>
                    <a:pt x="610625" y="87500"/>
                    <a:pt x="617917" y="87500"/>
                  </a:cubicBezTo>
                  <a:cubicBezTo>
                    <a:pt x="625000" y="87500"/>
                    <a:pt x="630821" y="86485"/>
                    <a:pt x="635365" y="84427"/>
                  </a:cubicBezTo>
                  <a:cubicBezTo>
                    <a:pt x="639909" y="82383"/>
                    <a:pt x="642188" y="79375"/>
                    <a:pt x="642188" y="75417"/>
                  </a:cubicBezTo>
                  <a:cubicBezTo>
                    <a:pt x="642188" y="71667"/>
                    <a:pt x="639909" y="68776"/>
                    <a:pt x="635365" y="66719"/>
                  </a:cubicBezTo>
                  <a:cubicBezTo>
                    <a:pt x="630821" y="64675"/>
                    <a:pt x="625000" y="63646"/>
                    <a:pt x="617917" y="63646"/>
                  </a:cubicBezTo>
                  <a:close/>
                  <a:moveTo>
                    <a:pt x="18021" y="60938"/>
                  </a:moveTo>
                  <a:lnTo>
                    <a:pt x="26250" y="60938"/>
                  </a:lnTo>
                  <a:lnTo>
                    <a:pt x="26250" y="83333"/>
                  </a:lnTo>
                  <a:lnTo>
                    <a:pt x="78750" y="83333"/>
                  </a:lnTo>
                  <a:lnTo>
                    <a:pt x="78750" y="90417"/>
                  </a:lnTo>
                  <a:lnTo>
                    <a:pt x="20208" y="90417"/>
                  </a:lnTo>
                  <a:cubicBezTo>
                    <a:pt x="19375" y="90417"/>
                    <a:pt x="18802" y="90261"/>
                    <a:pt x="18490" y="89948"/>
                  </a:cubicBezTo>
                  <a:cubicBezTo>
                    <a:pt x="18177" y="89635"/>
                    <a:pt x="18021" y="89063"/>
                    <a:pt x="18021" y="88229"/>
                  </a:cubicBezTo>
                  <a:close/>
                  <a:moveTo>
                    <a:pt x="307917" y="60834"/>
                  </a:moveTo>
                  <a:lnTo>
                    <a:pt x="316354" y="60834"/>
                  </a:lnTo>
                  <a:lnTo>
                    <a:pt x="316354" y="83333"/>
                  </a:lnTo>
                  <a:lnTo>
                    <a:pt x="370209" y="83333"/>
                  </a:lnTo>
                  <a:lnTo>
                    <a:pt x="370209" y="90417"/>
                  </a:lnTo>
                  <a:lnTo>
                    <a:pt x="310104" y="90417"/>
                  </a:lnTo>
                  <a:cubicBezTo>
                    <a:pt x="309271" y="90417"/>
                    <a:pt x="308698" y="90261"/>
                    <a:pt x="308385" y="89948"/>
                  </a:cubicBezTo>
                  <a:cubicBezTo>
                    <a:pt x="308073" y="89635"/>
                    <a:pt x="307917" y="89063"/>
                    <a:pt x="307917" y="88229"/>
                  </a:cubicBezTo>
                  <a:close/>
                  <a:moveTo>
                    <a:pt x="489063" y="60729"/>
                  </a:moveTo>
                  <a:lnTo>
                    <a:pt x="497500" y="60729"/>
                  </a:lnTo>
                  <a:lnTo>
                    <a:pt x="497500" y="83333"/>
                  </a:lnTo>
                  <a:lnTo>
                    <a:pt x="551459" y="83333"/>
                  </a:lnTo>
                  <a:lnTo>
                    <a:pt x="551459" y="90417"/>
                  </a:lnTo>
                  <a:lnTo>
                    <a:pt x="491250" y="90417"/>
                  </a:lnTo>
                  <a:cubicBezTo>
                    <a:pt x="490417" y="90417"/>
                    <a:pt x="489844" y="90261"/>
                    <a:pt x="489532" y="89948"/>
                  </a:cubicBezTo>
                  <a:cubicBezTo>
                    <a:pt x="489219" y="89635"/>
                    <a:pt x="489063" y="89063"/>
                    <a:pt x="489063" y="88229"/>
                  </a:cubicBezTo>
                  <a:close/>
                  <a:moveTo>
                    <a:pt x="213750" y="60417"/>
                  </a:moveTo>
                  <a:lnTo>
                    <a:pt x="222083" y="60417"/>
                  </a:lnTo>
                  <a:lnTo>
                    <a:pt x="222083" y="83333"/>
                  </a:lnTo>
                  <a:lnTo>
                    <a:pt x="274792" y="83333"/>
                  </a:lnTo>
                  <a:lnTo>
                    <a:pt x="274792" y="90417"/>
                  </a:lnTo>
                  <a:lnTo>
                    <a:pt x="215938" y="90417"/>
                  </a:lnTo>
                  <a:cubicBezTo>
                    <a:pt x="215104" y="90417"/>
                    <a:pt x="214532" y="90261"/>
                    <a:pt x="214219" y="89948"/>
                  </a:cubicBezTo>
                  <a:cubicBezTo>
                    <a:pt x="213906" y="89635"/>
                    <a:pt x="213750" y="89063"/>
                    <a:pt x="213750" y="88229"/>
                  </a:cubicBezTo>
                  <a:close/>
                  <a:moveTo>
                    <a:pt x="682501" y="60104"/>
                  </a:moveTo>
                  <a:lnTo>
                    <a:pt x="690834" y="60104"/>
                  </a:lnTo>
                  <a:lnTo>
                    <a:pt x="690834" y="83333"/>
                  </a:lnTo>
                  <a:lnTo>
                    <a:pt x="743854" y="83333"/>
                  </a:lnTo>
                  <a:lnTo>
                    <a:pt x="743854" y="90417"/>
                  </a:lnTo>
                  <a:lnTo>
                    <a:pt x="684688" y="90417"/>
                  </a:lnTo>
                  <a:cubicBezTo>
                    <a:pt x="683854" y="90417"/>
                    <a:pt x="683282" y="90261"/>
                    <a:pt x="682969" y="89948"/>
                  </a:cubicBezTo>
                  <a:cubicBezTo>
                    <a:pt x="682657" y="89635"/>
                    <a:pt x="682501" y="89063"/>
                    <a:pt x="682501" y="88229"/>
                  </a:cubicBezTo>
                  <a:close/>
                  <a:moveTo>
                    <a:pt x="617917" y="56979"/>
                  </a:moveTo>
                  <a:cubicBezTo>
                    <a:pt x="628542" y="56979"/>
                    <a:pt x="636732" y="58750"/>
                    <a:pt x="642500" y="62292"/>
                  </a:cubicBezTo>
                  <a:cubicBezTo>
                    <a:pt x="648256" y="65833"/>
                    <a:pt x="651146" y="70247"/>
                    <a:pt x="651146" y="75521"/>
                  </a:cubicBezTo>
                  <a:cubicBezTo>
                    <a:pt x="651146" y="80873"/>
                    <a:pt x="648282" y="85300"/>
                    <a:pt x="642552" y="88802"/>
                  </a:cubicBezTo>
                  <a:cubicBezTo>
                    <a:pt x="636823" y="92318"/>
                    <a:pt x="628607" y="94063"/>
                    <a:pt x="617917" y="94063"/>
                  </a:cubicBezTo>
                  <a:cubicBezTo>
                    <a:pt x="607214" y="94063"/>
                    <a:pt x="598998" y="92318"/>
                    <a:pt x="593229" y="88802"/>
                  </a:cubicBezTo>
                  <a:cubicBezTo>
                    <a:pt x="587461" y="85300"/>
                    <a:pt x="584584" y="80873"/>
                    <a:pt x="584584" y="75521"/>
                  </a:cubicBezTo>
                  <a:cubicBezTo>
                    <a:pt x="584584" y="70247"/>
                    <a:pt x="587461" y="65833"/>
                    <a:pt x="593229" y="62292"/>
                  </a:cubicBezTo>
                  <a:cubicBezTo>
                    <a:pt x="598998" y="58750"/>
                    <a:pt x="607214" y="56979"/>
                    <a:pt x="617917" y="56979"/>
                  </a:cubicBezTo>
                  <a:close/>
                  <a:moveTo>
                    <a:pt x="110833" y="53438"/>
                  </a:moveTo>
                  <a:lnTo>
                    <a:pt x="118959" y="53438"/>
                  </a:lnTo>
                  <a:lnTo>
                    <a:pt x="118959" y="64896"/>
                  </a:lnTo>
                  <a:lnTo>
                    <a:pt x="162604" y="64896"/>
                  </a:lnTo>
                  <a:lnTo>
                    <a:pt x="162604" y="53438"/>
                  </a:lnTo>
                  <a:lnTo>
                    <a:pt x="170625" y="53438"/>
                  </a:lnTo>
                  <a:lnTo>
                    <a:pt x="170625" y="89167"/>
                  </a:lnTo>
                  <a:cubicBezTo>
                    <a:pt x="170625" y="90000"/>
                    <a:pt x="170469" y="90573"/>
                    <a:pt x="170156" y="90886"/>
                  </a:cubicBezTo>
                  <a:cubicBezTo>
                    <a:pt x="169844" y="91198"/>
                    <a:pt x="169271" y="91354"/>
                    <a:pt x="168438" y="91354"/>
                  </a:cubicBezTo>
                  <a:lnTo>
                    <a:pt x="113021" y="91354"/>
                  </a:lnTo>
                  <a:cubicBezTo>
                    <a:pt x="112188" y="91354"/>
                    <a:pt x="111615" y="91198"/>
                    <a:pt x="111302" y="90886"/>
                  </a:cubicBezTo>
                  <a:cubicBezTo>
                    <a:pt x="110990" y="90573"/>
                    <a:pt x="110833" y="90000"/>
                    <a:pt x="110833" y="89167"/>
                  </a:cubicBezTo>
                  <a:close/>
                  <a:moveTo>
                    <a:pt x="400000" y="26875"/>
                  </a:moveTo>
                  <a:lnTo>
                    <a:pt x="400000" y="45938"/>
                  </a:lnTo>
                  <a:lnTo>
                    <a:pt x="445209" y="45938"/>
                  </a:lnTo>
                  <a:lnTo>
                    <a:pt x="445209" y="26875"/>
                  </a:lnTo>
                  <a:close/>
                  <a:moveTo>
                    <a:pt x="609375" y="21875"/>
                  </a:moveTo>
                  <a:lnTo>
                    <a:pt x="617709" y="21875"/>
                  </a:lnTo>
                  <a:lnTo>
                    <a:pt x="617709" y="41354"/>
                  </a:lnTo>
                  <a:lnTo>
                    <a:pt x="660209" y="41354"/>
                  </a:lnTo>
                  <a:lnTo>
                    <a:pt x="660209" y="48542"/>
                  </a:lnTo>
                  <a:lnTo>
                    <a:pt x="575625" y="48542"/>
                  </a:lnTo>
                  <a:lnTo>
                    <a:pt x="575625" y="41354"/>
                  </a:lnTo>
                  <a:lnTo>
                    <a:pt x="609375" y="41354"/>
                  </a:lnTo>
                  <a:close/>
                  <a:moveTo>
                    <a:pt x="225000" y="8542"/>
                  </a:moveTo>
                  <a:cubicBezTo>
                    <a:pt x="220000" y="8542"/>
                    <a:pt x="216107" y="10247"/>
                    <a:pt x="213333" y="13646"/>
                  </a:cubicBezTo>
                  <a:cubicBezTo>
                    <a:pt x="210547" y="17057"/>
                    <a:pt x="209167" y="21146"/>
                    <a:pt x="209167" y="25938"/>
                  </a:cubicBezTo>
                  <a:cubicBezTo>
                    <a:pt x="209167" y="30729"/>
                    <a:pt x="210547" y="34792"/>
                    <a:pt x="213333" y="38125"/>
                  </a:cubicBezTo>
                  <a:cubicBezTo>
                    <a:pt x="216107" y="41458"/>
                    <a:pt x="220000" y="43125"/>
                    <a:pt x="225000" y="43125"/>
                  </a:cubicBezTo>
                  <a:cubicBezTo>
                    <a:pt x="230000" y="43125"/>
                    <a:pt x="233867" y="41458"/>
                    <a:pt x="236615" y="38125"/>
                  </a:cubicBezTo>
                  <a:cubicBezTo>
                    <a:pt x="239362" y="34792"/>
                    <a:pt x="240729" y="30729"/>
                    <a:pt x="240729" y="25938"/>
                  </a:cubicBezTo>
                  <a:cubicBezTo>
                    <a:pt x="240729" y="21146"/>
                    <a:pt x="239362" y="17057"/>
                    <a:pt x="236615" y="13646"/>
                  </a:cubicBezTo>
                  <a:cubicBezTo>
                    <a:pt x="233867" y="10247"/>
                    <a:pt x="230000" y="8542"/>
                    <a:pt x="225000" y="8542"/>
                  </a:cubicBezTo>
                  <a:close/>
                  <a:moveTo>
                    <a:pt x="121042" y="8438"/>
                  </a:moveTo>
                  <a:cubicBezTo>
                    <a:pt x="118815" y="8438"/>
                    <a:pt x="116771" y="8854"/>
                    <a:pt x="114896" y="9688"/>
                  </a:cubicBezTo>
                  <a:cubicBezTo>
                    <a:pt x="113021" y="10521"/>
                    <a:pt x="111393" y="11602"/>
                    <a:pt x="110000" y="12917"/>
                  </a:cubicBezTo>
                  <a:cubicBezTo>
                    <a:pt x="108542" y="14310"/>
                    <a:pt x="107422" y="15925"/>
                    <a:pt x="106667" y="17761"/>
                  </a:cubicBezTo>
                  <a:cubicBezTo>
                    <a:pt x="105898" y="19610"/>
                    <a:pt x="105521" y="21563"/>
                    <a:pt x="105521" y="23646"/>
                  </a:cubicBezTo>
                  <a:cubicBezTo>
                    <a:pt x="105521" y="25729"/>
                    <a:pt x="105898" y="27696"/>
                    <a:pt x="106667" y="29531"/>
                  </a:cubicBezTo>
                  <a:cubicBezTo>
                    <a:pt x="107422" y="31380"/>
                    <a:pt x="108542" y="32956"/>
                    <a:pt x="110000" y="34271"/>
                  </a:cubicBezTo>
                  <a:cubicBezTo>
                    <a:pt x="111393" y="35664"/>
                    <a:pt x="113021" y="36745"/>
                    <a:pt x="114896" y="37500"/>
                  </a:cubicBezTo>
                  <a:cubicBezTo>
                    <a:pt x="116771" y="38268"/>
                    <a:pt x="118815" y="38646"/>
                    <a:pt x="121042" y="38646"/>
                  </a:cubicBezTo>
                  <a:cubicBezTo>
                    <a:pt x="125625" y="38646"/>
                    <a:pt x="129362" y="37188"/>
                    <a:pt x="132240" y="34271"/>
                  </a:cubicBezTo>
                  <a:cubicBezTo>
                    <a:pt x="135117" y="31354"/>
                    <a:pt x="136563" y="27813"/>
                    <a:pt x="136563" y="23646"/>
                  </a:cubicBezTo>
                  <a:cubicBezTo>
                    <a:pt x="136563" y="19414"/>
                    <a:pt x="135078" y="15820"/>
                    <a:pt x="132136" y="12865"/>
                  </a:cubicBezTo>
                  <a:cubicBezTo>
                    <a:pt x="129180" y="9922"/>
                    <a:pt x="125482" y="8438"/>
                    <a:pt x="121042" y="8438"/>
                  </a:cubicBezTo>
                  <a:close/>
                  <a:moveTo>
                    <a:pt x="675313" y="4271"/>
                  </a:moveTo>
                  <a:lnTo>
                    <a:pt x="715417" y="4271"/>
                  </a:lnTo>
                  <a:lnTo>
                    <a:pt x="715417" y="11458"/>
                  </a:lnTo>
                  <a:lnTo>
                    <a:pt x="681250" y="11458"/>
                  </a:lnTo>
                  <a:lnTo>
                    <a:pt x="681250" y="41042"/>
                  </a:lnTo>
                  <a:lnTo>
                    <a:pt x="686355" y="41042"/>
                  </a:lnTo>
                  <a:cubicBezTo>
                    <a:pt x="693229" y="41042"/>
                    <a:pt x="700339" y="40781"/>
                    <a:pt x="707709" y="40261"/>
                  </a:cubicBezTo>
                  <a:cubicBezTo>
                    <a:pt x="715065" y="39740"/>
                    <a:pt x="721875" y="38854"/>
                    <a:pt x="728126" y="37604"/>
                  </a:cubicBezTo>
                  <a:lnTo>
                    <a:pt x="728126" y="44792"/>
                  </a:lnTo>
                  <a:cubicBezTo>
                    <a:pt x="725065" y="45417"/>
                    <a:pt x="721732" y="45964"/>
                    <a:pt x="718126" y="46406"/>
                  </a:cubicBezTo>
                  <a:cubicBezTo>
                    <a:pt x="714519" y="46862"/>
                    <a:pt x="710730" y="47266"/>
                    <a:pt x="706771" y="47604"/>
                  </a:cubicBezTo>
                  <a:cubicBezTo>
                    <a:pt x="702813" y="47891"/>
                    <a:pt x="698764" y="48099"/>
                    <a:pt x="694636" y="48229"/>
                  </a:cubicBezTo>
                  <a:cubicBezTo>
                    <a:pt x="690508" y="48373"/>
                    <a:pt x="686459" y="48438"/>
                    <a:pt x="682501" y="48438"/>
                  </a:cubicBezTo>
                  <a:lnTo>
                    <a:pt x="675313" y="48438"/>
                  </a:lnTo>
                  <a:cubicBezTo>
                    <a:pt x="674402" y="48438"/>
                    <a:pt x="673815" y="48307"/>
                    <a:pt x="673542" y="48021"/>
                  </a:cubicBezTo>
                  <a:cubicBezTo>
                    <a:pt x="673269" y="47748"/>
                    <a:pt x="673126" y="47188"/>
                    <a:pt x="673126" y="46354"/>
                  </a:cubicBezTo>
                  <a:lnTo>
                    <a:pt x="673126" y="6458"/>
                  </a:lnTo>
                  <a:cubicBezTo>
                    <a:pt x="673126" y="5625"/>
                    <a:pt x="673282" y="5052"/>
                    <a:pt x="673594" y="4740"/>
                  </a:cubicBezTo>
                  <a:cubicBezTo>
                    <a:pt x="673907" y="4427"/>
                    <a:pt x="674479" y="4271"/>
                    <a:pt x="675313" y="4271"/>
                  </a:cubicBezTo>
                  <a:close/>
                  <a:moveTo>
                    <a:pt x="479271" y="4271"/>
                  </a:moveTo>
                  <a:lnTo>
                    <a:pt x="518646" y="4271"/>
                  </a:lnTo>
                  <a:cubicBezTo>
                    <a:pt x="519479" y="4271"/>
                    <a:pt x="520052" y="4427"/>
                    <a:pt x="520365" y="4740"/>
                  </a:cubicBezTo>
                  <a:cubicBezTo>
                    <a:pt x="520677" y="5052"/>
                    <a:pt x="520834" y="5625"/>
                    <a:pt x="520834" y="6458"/>
                  </a:cubicBezTo>
                  <a:cubicBezTo>
                    <a:pt x="520274" y="12643"/>
                    <a:pt x="518867" y="18333"/>
                    <a:pt x="516615" y="23542"/>
                  </a:cubicBezTo>
                  <a:cubicBezTo>
                    <a:pt x="514362" y="28750"/>
                    <a:pt x="511393" y="33477"/>
                    <a:pt x="507709" y="37708"/>
                  </a:cubicBezTo>
                  <a:cubicBezTo>
                    <a:pt x="504024" y="41953"/>
                    <a:pt x="499701" y="45677"/>
                    <a:pt x="494740" y="48906"/>
                  </a:cubicBezTo>
                  <a:cubicBezTo>
                    <a:pt x="489766" y="52136"/>
                    <a:pt x="484336" y="54792"/>
                    <a:pt x="478438" y="56875"/>
                  </a:cubicBezTo>
                  <a:lnTo>
                    <a:pt x="472917" y="50729"/>
                  </a:lnTo>
                  <a:cubicBezTo>
                    <a:pt x="483750" y="47122"/>
                    <a:pt x="492604" y="41914"/>
                    <a:pt x="499480" y="35104"/>
                  </a:cubicBezTo>
                  <a:cubicBezTo>
                    <a:pt x="506354" y="28307"/>
                    <a:pt x="510443" y="20417"/>
                    <a:pt x="511771" y="11458"/>
                  </a:cubicBezTo>
                  <a:lnTo>
                    <a:pt x="479271" y="11458"/>
                  </a:lnTo>
                  <a:close/>
                  <a:moveTo>
                    <a:pt x="296250" y="4271"/>
                  </a:moveTo>
                  <a:lnTo>
                    <a:pt x="341250" y="4271"/>
                  </a:lnTo>
                  <a:lnTo>
                    <a:pt x="341250" y="11250"/>
                  </a:lnTo>
                  <a:lnTo>
                    <a:pt x="323021" y="11250"/>
                  </a:lnTo>
                  <a:lnTo>
                    <a:pt x="323021" y="16979"/>
                  </a:lnTo>
                  <a:cubicBezTo>
                    <a:pt x="323021" y="20456"/>
                    <a:pt x="323594" y="23672"/>
                    <a:pt x="324740" y="26615"/>
                  </a:cubicBezTo>
                  <a:cubicBezTo>
                    <a:pt x="325886" y="29570"/>
                    <a:pt x="327396" y="32227"/>
                    <a:pt x="329271" y="34583"/>
                  </a:cubicBezTo>
                  <a:cubicBezTo>
                    <a:pt x="331563" y="37708"/>
                    <a:pt x="334297" y="40352"/>
                    <a:pt x="337500" y="42500"/>
                  </a:cubicBezTo>
                  <a:cubicBezTo>
                    <a:pt x="340690" y="44662"/>
                    <a:pt x="343854" y="46250"/>
                    <a:pt x="346979" y="47292"/>
                  </a:cubicBezTo>
                  <a:cubicBezTo>
                    <a:pt x="346003" y="48268"/>
                    <a:pt x="345000" y="49349"/>
                    <a:pt x="343959" y="50521"/>
                  </a:cubicBezTo>
                  <a:cubicBezTo>
                    <a:pt x="342917" y="51706"/>
                    <a:pt x="342123" y="52708"/>
                    <a:pt x="341563" y="53542"/>
                  </a:cubicBezTo>
                  <a:cubicBezTo>
                    <a:pt x="339688" y="52708"/>
                    <a:pt x="337657" y="51589"/>
                    <a:pt x="335469" y="50156"/>
                  </a:cubicBezTo>
                  <a:cubicBezTo>
                    <a:pt x="333282" y="48737"/>
                    <a:pt x="331146" y="47084"/>
                    <a:pt x="329063" y="45208"/>
                  </a:cubicBezTo>
                  <a:cubicBezTo>
                    <a:pt x="327045" y="43542"/>
                    <a:pt x="325157" y="41654"/>
                    <a:pt x="323386" y="39531"/>
                  </a:cubicBezTo>
                  <a:cubicBezTo>
                    <a:pt x="321615" y="37422"/>
                    <a:pt x="320105" y="35104"/>
                    <a:pt x="318854" y="32604"/>
                  </a:cubicBezTo>
                  <a:cubicBezTo>
                    <a:pt x="317878" y="35247"/>
                    <a:pt x="316641" y="37695"/>
                    <a:pt x="315157" y="39948"/>
                  </a:cubicBezTo>
                  <a:cubicBezTo>
                    <a:pt x="313659" y="42214"/>
                    <a:pt x="311979" y="44310"/>
                    <a:pt x="310104" y="46250"/>
                  </a:cubicBezTo>
                  <a:cubicBezTo>
                    <a:pt x="308021" y="48268"/>
                    <a:pt x="305782" y="50130"/>
                    <a:pt x="303385" y="51823"/>
                  </a:cubicBezTo>
                  <a:cubicBezTo>
                    <a:pt x="300990" y="53529"/>
                    <a:pt x="298542" y="55000"/>
                    <a:pt x="296042" y="56250"/>
                  </a:cubicBezTo>
                  <a:cubicBezTo>
                    <a:pt x="295417" y="55560"/>
                    <a:pt x="294427" y="54623"/>
                    <a:pt x="293073" y="53438"/>
                  </a:cubicBezTo>
                  <a:cubicBezTo>
                    <a:pt x="291719" y="52266"/>
                    <a:pt x="290586" y="51289"/>
                    <a:pt x="289688" y="50521"/>
                  </a:cubicBezTo>
                  <a:cubicBezTo>
                    <a:pt x="293360" y="48932"/>
                    <a:pt x="296888" y="46875"/>
                    <a:pt x="300261" y="44375"/>
                  </a:cubicBezTo>
                  <a:cubicBezTo>
                    <a:pt x="303620" y="41875"/>
                    <a:pt x="306459" y="38958"/>
                    <a:pt x="308750" y="35625"/>
                  </a:cubicBezTo>
                  <a:cubicBezTo>
                    <a:pt x="310547" y="33060"/>
                    <a:pt x="311992" y="30208"/>
                    <a:pt x="313073" y="27083"/>
                  </a:cubicBezTo>
                  <a:cubicBezTo>
                    <a:pt x="314141" y="23958"/>
                    <a:pt x="314688" y="20560"/>
                    <a:pt x="314688" y="16875"/>
                  </a:cubicBezTo>
                  <a:lnTo>
                    <a:pt x="314688" y="11250"/>
                  </a:lnTo>
                  <a:lnTo>
                    <a:pt x="296250" y="11250"/>
                  </a:lnTo>
                  <a:close/>
                  <a:moveTo>
                    <a:pt x="391771" y="3750"/>
                  </a:moveTo>
                  <a:lnTo>
                    <a:pt x="400000" y="3750"/>
                  </a:lnTo>
                  <a:lnTo>
                    <a:pt x="400000" y="19896"/>
                  </a:lnTo>
                  <a:lnTo>
                    <a:pt x="445209" y="19896"/>
                  </a:lnTo>
                  <a:lnTo>
                    <a:pt x="445209" y="3750"/>
                  </a:lnTo>
                  <a:lnTo>
                    <a:pt x="453438" y="3750"/>
                  </a:lnTo>
                  <a:lnTo>
                    <a:pt x="453438" y="50938"/>
                  </a:lnTo>
                  <a:cubicBezTo>
                    <a:pt x="453438" y="51771"/>
                    <a:pt x="453282" y="52344"/>
                    <a:pt x="452969" y="52656"/>
                  </a:cubicBezTo>
                  <a:cubicBezTo>
                    <a:pt x="452657" y="52969"/>
                    <a:pt x="452084" y="53125"/>
                    <a:pt x="451250" y="53125"/>
                  </a:cubicBezTo>
                  <a:lnTo>
                    <a:pt x="426771" y="53125"/>
                  </a:lnTo>
                  <a:lnTo>
                    <a:pt x="426771" y="73542"/>
                  </a:lnTo>
                  <a:lnTo>
                    <a:pt x="465000" y="73542"/>
                  </a:lnTo>
                  <a:lnTo>
                    <a:pt x="465000" y="80729"/>
                  </a:lnTo>
                  <a:lnTo>
                    <a:pt x="380209" y="80729"/>
                  </a:lnTo>
                  <a:lnTo>
                    <a:pt x="380209" y="73542"/>
                  </a:lnTo>
                  <a:lnTo>
                    <a:pt x="418229" y="73542"/>
                  </a:lnTo>
                  <a:lnTo>
                    <a:pt x="418229" y="53125"/>
                  </a:lnTo>
                  <a:lnTo>
                    <a:pt x="393959" y="53125"/>
                  </a:lnTo>
                  <a:cubicBezTo>
                    <a:pt x="393125" y="53125"/>
                    <a:pt x="392552" y="52969"/>
                    <a:pt x="392240" y="52656"/>
                  </a:cubicBezTo>
                  <a:cubicBezTo>
                    <a:pt x="391927" y="52344"/>
                    <a:pt x="391771" y="51771"/>
                    <a:pt x="391771" y="50938"/>
                  </a:cubicBezTo>
                  <a:close/>
                  <a:moveTo>
                    <a:pt x="585417" y="2708"/>
                  </a:moveTo>
                  <a:lnTo>
                    <a:pt x="648334" y="2708"/>
                  </a:lnTo>
                  <a:cubicBezTo>
                    <a:pt x="649167" y="2708"/>
                    <a:pt x="649740" y="2865"/>
                    <a:pt x="650053" y="3177"/>
                  </a:cubicBezTo>
                  <a:cubicBezTo>
                    <a:pt x="650365" y="3490"/>
                    <a:pt x="650521" y="4063"/>
                    <a:pt x="650521" y="4896"/>
                  </a:cubicBezTo>
                  <a:cubicBezTo>
                    <a:pt x="650313" y="10938"/>
                    <a:pt x="649857" y="16341"/>
                    <a:pt x="649167" y="21094"/>
                  </a:cubicBezTo>
                  <a:cubicBezTo>
                    <a:pt x="648464" y="25859"/>
                    <a:pt x="647735" y="30287"/>
                    <a:pt x="646979" y="34375"/>
                  </a:cubicBezTo>
                  <a:lnTo>
                    <a:pt x="639063" y="34375"/>
                  </a:lnTo>
                  <a:cubicBezTo>
                    <a:pt x="639896" y="30208"/>
                    <a:pt x="640547" y="26185"/>
                    <a:pt x="641042" y="22292"/>
                  </a:cubicBezTo>
                  <a:cubicBezTo>
                    <a:pt x="641524" y="18411"/>
                    <a:pt x="641875" y="14245"/>
                    <a:pt x="642084" y="9792"/>
                  </a:cubicBezTo>
                  <a:lnTo>
                    <a:pt x="585417" y="9792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021"/>
                  </a:lnTo>
                  <a:cubicBezTo>
                    <a:pt x="33646" y="16914"/>
                    <a:pt x="34297" y="20547"/>
                    <a:pt x="35625" y="23906"/>
                  </a:cubicBezTo>
                  <a:cubicBezTo>
                    <a:pt x="36940" y="27279"/>
                    <a:pt x="38750" y="30313"/>
                    <a:pt x="41042" y="33021"/>
                  </a:cubicBezTo>
                  <a:cubicBezTo>
                    <a:pt x="43255" y="35729"/>
                    <a:pt x="45833" y="38099"/>
                    <a:pt x="48750" y="40104"/>
                  </a:cubicBezTo>
                  <a:cubicBezTo>
                    <a:pt x="51667" y="42122"/>
                    <a:pt x="54688" y="43685"/>
                    <a:pt x="57813" y="44792"/>
                  </a:cubicBezTo>
                  <a:lnTo>
                    <a:pt x="52396" y="51250"/>
                  </a:lnTo>
                  <a:cubicBezTo>
                    <a:pt x="50443" y="50352"/>
                    <a:pt x="48385" y="49193"/>
                    <a:pt x="46198" y="47760"/>
                  </a:cubicBezTo>
                  <a:cubicBezTo>
                    <a:pt x="44011" y="46341"/>
                    <a:pt x="41875" y="44727"/>
                    <a:pt x="39792" y="42917"/>
                  </a:cubicBezTo>
                  <a:cubicBezTo>
                    <a:pt x="37708" y="41042"/>
                    <a:pt x="35742" y="39010"/>
                    <a:pt x="33906" y="36823"/>
                  </a:cubicBezTo>
                  <a:cubicBezTo>
                    <a:pt x="32057" y="34635"/>
                    <a:pt x="30586" y="32292"/>
                    <a:pt x="29479" y="29792"/>
                  </a:cubicBezTo>
                  <a:cubicBezTo>
                    <a:pt x="28503" y="32500"/>
                    <a:pt x="27188" y="35039"/>
                    <a:pt x="25521" y="37396"/>
                  </a:cubicBezTo>
                  <a:cubicBezTo>
                    <a:pt x="23854" y="39766"/>
                    <a:pt x="21979" y="41979"/>
                    <a:pt x="19896" y="44063"/>
                  </a:cubicBezTo>
                  <a:cubicBezTo>
                    <a:pt x="17813" y="46081"/>
                    <a:pt x="15599" y="47917"/>
                    <a:pt x="13281" y="49584"/>
                  </a:cubicBezTo>
                  <a:cubicBezTo>
                    <a:pt x="10951" y="51250"/>
                    <a:pt x="8646" y="52708"/>
                    <a:pt x="6354" y="53959"/>
                  </a:cubicBezTo>
                  <a:lnTo>
                    <a:pt x="0" y="48229"/>
                  </a:lnTo>
                  <a:cubicBezTo>
                    <a:pt x="3399" y="46641"/>
                    <a:pt x="6615" y="44714"/>
                    <a:pt x="9635" y="42448"/>
                  </a:cubicBezTo>
                  <a:cubicBezTo>
                    <a:pt x="12656" y="40195"/>
                    <a:pt x="15312" y="37643"/>
                    <a:pt x="17604" y="34792"/>
                  </a:cubicBezTo>
                  <a:cubicBezTo>
                    <a:pt x="19896" y="31953"/>
                    <a:pt x="21706" y="28776"/>
                    <a:pt x="23021" y="25260"/>
                  </a:cubicBezTo>
                  <a:cubicBezTo>
                    <a:pt x="24336" y="21758"/>
                    <a:pt x="25000" y="17917"/>
                    <a:pt x="25000" y="13750"/>
                  </a:cubicBezTo>
                  <a:close/>
                  <a:moveTo>
                    <a:pt x="225000" y="1146"/>
                  </a:moveTo>
                  <a:cubicBezTo>
                    <a:pt x="228542" y="1146"/>
                    <a:pt x="231784" y="1810"/>
                    <a:pt x="234740" y="3125"/>
                  </a:cubicBezTo>
                  <a:cubicBezTo>
                    <a:pt x="237682" y="4453"/>
                    <a:pt x="240235" y="6224"/>
                    <a:pt x="242396" y="8438"/>
                  </a:cubicBezTo>
                  <a:cubicBezTo>
                    <a:pt x="244544" y="10729"/>
                    <a:pt x="246224" y="13373"/>
                    <a:pt x="247448" y="16354"/>
                  </a:cubicBezTo>
                  <a:cubicBezTo>
                    <a:pt x="248659" y="19349"/>
                    <a:pt x="249271" y="22539"/>
                    <a:pt x="249271" y="25938"/>
                  </a:cubicBezTo>
                  <a:cubicBezTo>
                    <a:pt x="249271" y="29349"/>
                    <a:pt x="248659" y="32539"/>
                    <a:pt x="247448" y="35521"/>
                  </a:cubicBezTo>
                  <a:cubicBezTo>
                    <a:pt x="246224" y="38516"/>
                    <a:pt x="244544" y="41120"/>
                    <a:pt x="242396" y="43333"/>
                  </a:cubicBezTo>
                  <a:cubicBezTo>
                    <a:pt x="240235" y="45625"/>
                    <a:pt x="237682" y="47422"/>
                    <a:pt x="234740" y="48698"/>
                  </a:cubicBezTo>
                  <a:cubicBezTo>
                    <a:pt x="231784" y="49987"/>
                    <a:pt x="228542" y="50625"/>
                    <a:pt x="225000" y="50625"/>
                  </a:cubicBezTo>
                  <a:cubicBezTo>
                    <a:pt x="221393" y="50625"/>
                    <a:pt x="218086" y="49987"/>
                    <a:pt x="215104" y="48698"/>
                  </a:cubicBezTo>
                  <a:cubicBezTo>
                    <a:pt x="212110" y="47422"/>
                    <a:pt x="209545" y="45625"/>
                    <a:pt x="207396" y="43333"/>
                  </a:cubicBezTo>
                  <a:cubicBezTo>
                    <a:pt x="205234" y="41120"/>
                    <a:pt x="203568" y="38516"/>
                    <a:pt x="202396" y="35521"/>
                  </a:cubicBezTo>
                  <a:cubicBezTo>
                    <a:pt x="201211" y="32539"/>
                    <a:pt x="200625" y="29349"/>
                    <a:pt x="200625" y="25938"/>
                  </a:cubicBezTo>
                  <a:cubicBezTo>
                    <a:pt x="200625" y="22539"/>
                    <a:pt x="201211" y="19349"/>
                    <a:pt x="202396" y="16354"/>
                  </a:cubicBezTo>
                  <a:cubicBezTo>
                    <a:pt x="203568" y="13373"/>
                    <a:pt x="205234" y="10729"/>
                    <a:pt x="207396" y="8438"/>
                  </a:cubicBezTo>
                  <a:cubicBezTo>
                    <a:pt x="209545" y="6224"/>
                    <a:pt x="212110" y="4453"/>
                    <a:pt x="215104" y="3125"/>
                  </a:cubicBezTo>
                  <a:cubicBezTo>
                    <a:pt x="218086" y="1810"/>
                    <a:pt x="221393" y="1146"/>
                    <a:pt x="225000" y="1146"/>
                  </a:cubicBezTo>
                  <a:close/>
                  <a:moveTo>
                    <a:pt x="732396" y="0"/>
                  </a:moveTo>
                  <a:lnTo>
                    <a:pt x="740625" y="0"/>
                  </a:lnTo>
                  <a:lnTo>
                    <a:pt x="740625" y="22813"/>
                  </a:lnTo>
                  <a:lnTo>
                    <a:pt x="753125" y="22813"/>
                  </a:lnTo>
                  <a:lnTo>
                    <a:pt x="753125" y="30104"/>
                  </a:lnTo>
                  <a:lnTo>
                    <a:pt x="740625" y="30104"/>
                  </a:lnTo>
                  <a:lnTo>
                    <a:pt x="740625" y="67709"/>
                  </a:lnTo>
                  <a:lnTo>
                    <a:pt x="732396" y="67709"/>
                  </a:lnTo>
                  <a:close/>
                  <a:moveTo>
                    <a:pt x="540730" y="0"/>
                  </a:moveTo>
                  <a:lnTo>
                    <a:pt x="548959" y="0"/>
                  </a:lnTo>
                  <a:lnTo>
                    <a:pt x="548959" y="67500"/>
                  </a:lnTo>
                  <a:lnTo>
                    <a:pt x="540730" y="67500"/>
                  </a:lnTo>
                  <a:lnTo>
                    <a:pt x="540730" y="34583"/>
                  </a:lnTo>
                  <a:lnTo>
                    <a:pt x="521355" y="34583"/>
                  </a:lnTo>
                  <a:lnTo>
                    <a:pt x="521355" y="27396"/>
                  </a:lnTo>
                  <a:lnTo>
                    <a:pt x="540730" y="27396"/>
                  </a:lnTo>
                  <a:close/>
                  <a:moveTo>
                    <a:pt x="359479" y="0"/>
                  </a:moveTo>
                  <a:lnTo>
                    <a:pt x="367604" y="0"/>
                  </a:lnTo>
                  <a:lnTo>
                    <a:pt x="367604" y="67709"/>
                  </a:lnTo>
                  <a:lnTo>
                    <a:pt x="359479" y="67709"/>
                  </a:lnTo>
                  <a:lnTo>
                    <a:pt x="359479" y="29063"/>
                  </a:lnTo>
                  <a:lnTo>
                    <a:pt x="340208" y="29063"/>
                  </a:lnTo>
                  <a:lnTo>
                    <a:pt x="340208" y="21771"/>
                  </a:lnTo>
                  <a:lnTo>
                    <a:pt x="359479" y="21771"/>
                  </a:lnTo>
                  <a:close/>
                  <a:moveTo>
                    <a:pt x="263750" y="0"/>
                  </a:moveTo>
                  <a:lnTo>
                    <a:pt x="271771" y="0"/>
                  </a:lnTo>
                  <a:lnTo>
                    <a:pt x="271771" y="22813"/>
                  </a:lnTo>
                  <a:lnTo>
                    <a:pt x="284479" y="22813"/>
                  </a:lnTo>
                  <a:lnTo>
                    <a:pt x="284479" y="30104"/>
                  </a:lnTo>
                  <a:lnTo>
                    <a:pt x="271771" y="30104"/>
                  </a:lnTo>
                  <a:lnTo>
                    <a:pt x="271771" y="67917"/>
                  </a:lnTo>
                  <a:lnTo>
                    <a:pt x="263750" y="67917"/>
                  </a:lnTo>
                  <a:close/>
                  <a:moveTo>
                    <a:pt x="162604" y="0"/>
                  </a:moveTo>
                  <a:lnTo>
                    <a:pt x="170729" y="0"/>
                  </a:lnTo>
                  <a:lnTo>
                    <a:pt x="170729" y="48542"/>
                  </a:lnTo>
                  <a:lnTo>
                    <a:pt x="162604" y="48542"/>
                  </a:lnTo>
                  <a:lnTo>
                    <a:pt x="162604" y="27604"/>
                  </a:lnTo>
                  <a:lnTo>
                    <a:pt x="144479" y="27604"/>
                  </a:lnTo>
                  <a:cubicBezTo>
                    <a:pt x="143919" y="30313"/>
                    <a:pt x="142943" y="32813"/>
                    <a:pt x="141563" y="35104"/>
                  </a:cubicBezTo>
                  <a:cubicBezTo>
                    <a:pt x="140170" y="37396"/>
                    <a:pt x="138437" y="39349"/>
                    <a:pt x="136354" y="40938"/>
                  </a:cubicBezTo>
                  <a:cubicBezTo>
                    <a:pt x="134271" y="42539"/>
                    <a:pt x="131901" y="43789"/>
                    <a:pt x="129271" y="44688"/>
                  </a:cubicBezTo>
                  <a:cubicBezTo>
                    <a:pt x="126628" y="45599"/>
                    <a:pt x="123880" y="46042"/>
                    <a:pt x="121042" y="46042"/>
                  </a:cubicBezTo>
                  <a:cubicBezTo>
                    <a:pt x="117852" y="46042"/>
                    <a:pt x="114805" y="45495"/>
                    <a:pt x="111927" y="44375"/>
                  </a:cubicBezTo>
                  <a:cubicBezTo>
                    <a:pt x="109036" y="43268"/>
                    <a:pt x="106523" y="41706"/>
                    <a:pt x="104375" y="39688"/>
                  </a:cubicBezTo>
                  <a:cubicBezTo>
                    <a:pt x="102214" y="37747"/>
                    <a:pt x="100521" y="35391"/>
                    <a:pt x="99271" y="32604"/>
                  </a:cubicBezTo>
                  <a:cubicBezTo>
                    <a:pt x="98021" y="29831"/>
                    <a:pt x="97396" y="26810"/>
                    <a:pt x="97396" y="23542"/>
                  </a:cubicBezTo>
                  <a:cubicBezTo>
                    <a:pt x="97396" y="20287"/>
                    <a:pt x="97995" y="17279"/>
                    <a:pt x="99219" y="14531"/>
                  </a:cubicBezTo>
                  <a:cubicBezTo>
                    <a:pt x="100430" y="11797"/>
                    <a:pt x="102110" y="9453"/>
                    <a:pt x="104271" y="7500"/>
                  </a:cubicBezTo>
                  <a:cubicBezTo>
                    <a:pt x="106419" y="5495"/>
                    <a:pt x="108932" y="3932"/>
                    <a:pt x="111823" y="2813"/>
                  </a:cubicBezTo>
                  <a:cubicBezTo>
                    <a:pt x="114700" y="1706"/>
                    <a:pt x="117774" y="1146"/>
                    <a:pt x="121042" y="1146"/>
                  </a:cubicBezTo>
                  <a:cubicBezTo>
                    <a:pt x="123958" y="1146"/>
                    <a:pt x="126771" y="1641"/>
                    <a:pt x="129479" y="2604"/>
                  </a:cubicBezTo>
                  <a:cubicBezTo>
                    <a:pt x="132188" y="3581"/>
                    <a:pt x="134583" y="4896"/>
                    <a:pt x="136667" y="6563"/>
                  </a:cubicBezTo>
                  <a:cubicBezTo>
                    <a:pt x="138815" y="8307"/>
                    <a:pt x="140586" y="10352"/>
                    <a:pt x="141979" y="12709"/>
                  </a:cubicBezTo>
                  <a:cubicBezTo>
                    <a:pt x="143360" y="15078"/>
                    <a:pt x="144271" y="17643"/>
                    <a:pt x="144688" y="20417"/>
                  </a:cubicBezTo>
                  <a:lnTo>
                    <a:pt x="162604" y="20417"/>
                  </a:lnTo>
                  <a:close/>
                  <a:moveTo>
                    <a:pt x="67709" y="0"/>
                  </a:moveTo>
                  <a:lnTo>
                    <a:pt x="75833" y="0"/>
                  </a:lnTo>
                  <a:lnTo>
                    <a:pt x="75833" y="27500"/>
                  </a:lnTo>
                  <a:lnTo>
                    <a:pt x="88542" y="27500"/>
                  </a:lnTo>
                  <a:lnTo>
                    <a:pt x="88542" y="34792"/>
                  </a:lnTo>
                  <a:lnTo>
                    <a:pt x="75833" y="34792"/>
                  </a:lnTo>
                  <a:lnTo>
                    <a:pt x="75833" y="67709"/>
                  </a:lnTo>
                  <a:lnTo>
                    <a:pt x="67709" y="67709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5" name="TextBox 374">
              <a:extLst>
                <a:ext uri="{FF2B5EF4-FFF2-40B4-BE49-F238E27FC236}">
                  <a16:creationId xmlns:a16="http://schemas.microsoft.com/office/drawing/2014/main" id="{2E398F71-725C-42C0-990A-76947D2BBD90}"/>
                </a:ext>
              </a:extLst>
            </p:cNvPr>
            <p:cNvSpPr txBox="1"/>
            <p:nvPr/>
          </p:nvSpPr>
          <p:spPr>
            <a:xfrm>
              <a:off x="4607027" y="3193951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산업안전보건공단</a:t>
              </a:r>
            </a:p>
          </p:txBody>
        </p:sp>
        <p:sp>
          <p:nvSpPr>
            <p:cNvPr id="376" name="자유형: 도형 375">
              <a:extLst>
                <a:ext uri="{FF2B5EF4-FFF2-40B4-BE49-F238E27FC236}">
                  <a16:creationId xmlns:a16="http://schemas.microsoft.com/office/drawing/2014/main" id="{FB06915F-7FE9-400F-B13D-DE854BD42BF5}"/>
                </a:ext>
              </a:extLst>
            </p:cNvPr>
            <p:cNvSpPr/>
            <p:nvPr/>
          </p:nvSpPr>
          <p:spPr>
            <a:xfrm>
              <a:off x="973767" y="3526221"/>
              <a:ext cx="49791" cy="79583"/>
            </a:xfrm>
            <a:custGeom>
              <a:avLst/>
              <a:gdLst>
                <a:gd name="connsiteX0" fmla="*/ 24896 w 49791"/>
                <a:gd name="connsiteY0" fmla="*/ 0 h 79583"/>
                <a:gd name="connsiteX1" fmla="*/ 33698 w 49791"/>
                <a:gd name="connsiteY1" fmla="*/ 1198 h 79583"/>
                <a:gd name="connsiteX2" fmla="*/ 41146 w 49791"/>
                <a:gd name="connsiteY2" fmla="*/ 4896 h 79583"/>
                <a:gd name="connsiteX3" fmla="*/ 46198 w 49791"/>
                <a:gd name="connsiteY3" fmla="*/ 11250 h 79583"/>
                <a:gd name="connsiteX4" fmla="*/ 48125 w 49791"/>
                <a:gd name="connsiteY4" fmla="*/ 20417 h 79583"/>
                <a:gd name="connsiteX5" fmla="*/ 43854 w 49791"/>
                <a:gd name="connsiteY5" fmla="*/ 32083 h 79583"/>
                <a:gd name="connsiteX6" fmla="*/ 32708 w 49791"/>
                <a:gd name="connsiteY6" fmla="*/ 38438 h 79583"/>
                <a:gd name="connsiteX7" fmla="*/ 45052 w 49791"/>
                <a:gd name="connsiteY7" fmla="*/ 44844 h 79583"/>
                <a:gd name="connsiteX8" fmla="*/ 49792 w 49791"/>
                <a:gd name="connsiteY8" fmla="*/ 57708 h 79583"/>
                <a:gd name="connsiteX9" fmla="*/ 47656 w 49791"/>
                <a:gd name="connsiteY9" fmla="*/ 67656 h 79583"/>
                <a:gd name="connsiteX10" fmla="*/ 41979 w 49791"/>
                <a:gd name="connsiteY10" fmla="*/ 74479 h 79583"/>
                <a:gd name="connsiteX11" fmla="*/ 33854 w 49791"/>
                <a:gd name="connsiteY11" fmla="*/ 78333 h 79583"/>
                <a:gd name="connsiteX12" fmla="*/ 24479 w 49791"/>
                <a:gd name="connsiteY12" fmla="*/ 79583 h 79583"/>
                <a:gd name="connsiteX13" fmla="*/ 6719 w 49791"/>
                <a:gd name="connsiteY13" fmla="*/ 73646 h 79583"/>
                <a:gd name="connsiteX14" fmla="*/ 0 w 49791"/>
                <a:gd name="connsiteY14" fmla="*/ 57188 h 79583"/>
                <a:gd name="connsiteX15" fmla="*/ 8229 w 49791"/>
                <a:gd name="connsiteY15" fmla="*/ 57188 h 79583"/>
                <a:gd name="connsiteX16" fmla="*/ 13177 w 49791"/>
                <a:gd name="connsiteY16" fmla="*/ 68542 h 79583"/>
                <a:gd name="connsiteX17" fmla="*/ 24792 w 49791"/>
                <a:gd name="connsiteY17" fmla="*/ 72396 h 79583"/>
                <a:gd name="connsiteX18" fmla="*/ 36979 w 49791"/>
                <a:gd name="connsiteY18" fmla="*/ 68333 h 79583"/>
                <a:gd name="connsiteX19" fmla="*/ 41458 w 49791"/>
                <a:gd name="connsiteY19" fmla="*/ 56771 h 79583"/>
                <a:gd name="connsiteX20" fmla="*/ 40000 w 49791"/>
                <a:gd name="connsiteY20" fmla="*/ 50156 h 79583"/>
                <a:gd name="connsiteX21" fmla="*/ 36146 w 49791"/>
                <a:gd name="connsiteY21" fmla="*/ 45625 h 79583"/>
                <a:gd name="connsiteX22" fmla="*/ 30573 w 49791"/>
                <a:gd name="connsiteY22" fmla="*/ 43021 h 79583"/>
                <a:gd name="connsiteX23" fmla="*/ 24271 w 49791"/>
                <a:gd name="connsiteY23" fmla="*/ 41979 h 79583"/>
                <a:gd name="connsiteX24" fmla="*/ 20104 w 49791"/>
                <a:gd name="connsiteY24" fmla="*/ 41979 h 79583"/>
                <a:gd name="connsiteX25" fmla="*/ 18646 w 49791"/>
                <a:gd name="connsiteY25" fmla="*/ 41719 h 79583"/>
                <a:gd name="connsiteX26" fmla="*/ 18438 w 49791"/>
                <a:gd name="connsiteY26" fmla="*/ 40313 h 79583"/>
                <a:gd name="connsiteX27" fmla="*/ 18438 w 49791"/>
                <a:gd name="connsiteY27" fmla="*/ 36458 h 79583"/>
                <a:gd name="connsiteX28" fmla="*/ 18646 w 49791"/>
                <a:gd name="connsiteY28" fmla="*/ 34792 h 79583"/>
                <a:gd name="connsiteX29" fmla="*/ 20104 w 49791"/>
                <a:gd name="connsiteY29" fmla="*/ 34375 h 79583"/>
                <a:gd name="connsiteX30" fmla="*/ 23542 w 49791"/>
                <a:gd name="connsiteY30" fmla="*/ 34375 h 79583"/>
                <a:gd name="connsiteX31" fmla="*/ 29635 w 49791"/>
                <a:gd name="connsiteY31" fmla="*/ 33594 h 79583"/>
                <a:gd name="connsiteX32" fmla="*/ 34792 w 49791"/>
                <a:gd name="connsiteY32" fmla="*/ 31146 h 79583"/>
                <a:gd name="connsiteX33" fmla="*/ 38438 w 49791"/>
                <a:gd name="connsiteY33" fmla="*/ 27031 h 79583"/>
                <a:gd name="connsiteX34" fmla="*/ 39792 w 49791"/>
                <a:gd name="connsiteY34" fmla="*/ 20833 h 79583"/>
                <a:gd name="connsiteX35" fmla="*/ 35469 w 49791"/>
                <a:gd name="connsiteY35" fmla="*/ 10729 h 79583"/>
                <a:gd name="connsiteX36" fmla="*/ 24583 w 49791"/>
                <a:gd name="connsiteY36" fmla="*/ 7188 h 79583"/>
                <a:gd name="connsiteX37" fmla="*/ 13906 w 49791"/>
                <a:gd name="connsiteY37" fmla="*/ 10729 h 79583"/>
                <a:gd name="connsiteX38" fmla="*/ 9375 w 49791"/>
                <a:gd name="connsiteY38" fmla="*/ 20938 h 79583"/>
                <a:gd name="connsiteX39" fmla="*/ 1042 w 49791"/>
                <a:gd name="connsiteY39" fmla="*/ 20938 h 79583"/>
                <a:gd name="connsiteX40" fmla="*/ 7708 w 49791"/>
                <a:gd name="connsiteY40" fmla="*/ 5625 h 79583"/>
                <a:gd name="connsiteX41" fmla="*/ 24896 w 49791"/>
                <a:gd name="connsiteY41" fmla="*/ 0 h 7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9791" h="79583">
                  <a:moveTo>
                    <a:pt x="24896" y="0"/>
                  </a:moveTo>
                  <a:cubicBezTo>
                    <a:pt x="27952" y="0"/>
                    <a:pt x="30885" y="404"/>
                    <a:pt x="33698" y="1198"/>
                  </a:cubicBezTo>
                  <a:cubicBezTo>
                    <a:pt x="36510" y="2005"/>
                    <a:pt x="38993" y="3229"/>
                    <a:pt x="41146" y="4896"/>
                  </a:cubicBezTo>
                  <a:cubicBezTo>
                    <a:pt x="43229" y="6562"/>
                    <a:pt x="44913" y="8685"/>
                    <a:pt x="46198" y="11250"/>
                  </a:cubicBezTo>
                  <a:cubicBezTo>
                    <a:pt x="47483" y="13828"/>
                    <a:pt x="48125" y="16875"/>
                    <a:pt x="48125" y="20417"/>
                  </a:cubicBezTo>
                  <a:cubicBezTo>
                    <a:pt x="48125" y="24792"/>
                    <a:pt x="46702" y="28685"/>
                    <a:pt x="43854" y="32083"/>
                  </a:cubicBezTo>
                  <a:cubicBezTo>
                    <a:pt x="41007" y="35495"/>
                    <a:pt x="37292" y="37604"/>
                    <a:pt x="32708" y="38438"/>
                  </a:cubicBezTo>
                  <a:cubicBezTo>
                    <a:pt x="37777" y="39141"/>
                    <a:pt x="41892" y="41276"/>
                    <a:pt x="45052" y="44844"/>
                  </a:cubicBezTo>
                  <a:cubicBezTo>
                    <a:pt x="48212" y="48425"/>
                    <a:pt x="49792" y="52708"/>
                    <a:pt x="49792" y="57708"/>
                  </a:cubicBezTo>
                  <a:cubicBezTo>
                    <a:pt x="49792" y="61602"/>
                    <a:pt x="49079" y="64922"/>
                    <a:pt x="47656" y="67656"/>
                  </a:cubicBezTo>
                  <a:cubicBezTo>
                    <a:pt x="46233" y="70404"/>
                    <a:pt x="44340" y="72682"/>
                    <a:pt x="41979" y="74479"/>
                  </a:cubicBezTo>
                  <a:cubicBezTo>
                    <a:pt x="39618" y="76224"/>
                    <a:pt x="36910" y="77500"/>
                    <a:pt x="33854" y="78333"/>
                  </a:cubicBezTo>
                  <a:cubicBezTo>
                    <a:pt x="30798" y="79167"/>
                    <a:pt x="27673" y="79583"/>
                    <a:pt x="24479" y="79583"/>
                  </a:cubicBezTo>
                  <a:cubicBezTo>
                    <a:pt x="16979" y="79583"/>
                    <a:pt x="11059" y="77604"/>
                    <a:pt x="6719" y="73646"/>
                  </a:cubicBezTo>
                  <a:cubicBezTo>
                    <a:pt x="2379" y="69688"/>
                    <a:pt x="139" y="64206"/>
                    <a:pt x="0" y="57188"/>
                  </a:cubicBezTo>
                  <a:lnTo>
                    <a:pt x="8229" y="57188"/>
                  </a:lnTo>
                  <a:cubicBezTo>
                    <a:pt x="8715" y="62188"/>
                    <a:pt x="10365" y="65977"/>
                    <a:pt x="13177" y="68542"/>
                  </a:cubicBezTo>
                  <a:cubicBezTo>
                    <a:pt x="15990" y="71120"/>
                    <a:pt x="19861" y="72396"/>
                    <a:pt x="24792" y="72396"/>
                  </a:cubicBezTo>
                  <a:cubicBezTo>
                    <a:pt x="29931" y="72396"/>
                    <a:pt x="33993" y="71042"/>
                    <a:pt x="36979" y="68333"/>
                  </a:cubicBezTo>
                  <a:cubicBezTo>
                    <a:pt x="39965" y="65625"/>
                    <a:pt x="41458" y="61771"/>
                    <a:pt x="41458" y="56771"/>
                  </a:cubicBezTo>
                  <a:cubicBezTo>
                    <a:pt x="41458" y="54206"/>
                    <a:pt x="40973" y="52005"/>
                    <a:pt x="40000" y="50156"/>
                  </a:cubicBezTo>
                  <a:cubicBezTo>
                    <a:pt x="39027" y="48320"/>
                    <a:pt x="37744" y="46810"/>
                    <a:pt x="36146" y="45625"/>
                  </a:cubicBezTo>
                  <a:cubicBezTo>
                    <a:pt x="34479" y="44453"/>
                    <a:pt x="32621" y="43581"/>
                    <a:pt x="30573" y="43021"/>
                  </a:cubicBezTo>
                  <a:cubicBezTo>
                    <a:pt x="28525" y="42474"/>
                    <a:pt x="26423" y="42122"/>
                    <a:pt x="24271" y="41979"/>
                  </a:cubicBezTo>
                  <a:lnTo>
                    <a:pt x="20104" y="41979"/>
                  </a:lnTo>
                  <a:cubicBezTo>
                    <a:pt x="19271" y="41979"/>
                    <a:pt x="18785" y="41901"/>
                    <a:pt x="18646" y="41719"/>
                  </a:cubicBezTo>
                  <a:cubicBezTo>
                    <a:pt x="18507" y="41550"/>
                    <a:pt x="18438" y="41081"/>
                    <a:pt x="18438" y="40313"/>
                  </a:cubicBezTo>
                  <a:lnTo>
                    <a:pt x="18438" y="36458"/>
                  </a:lnTo>
                  <a:cubicBezTo>
                    <a:pt x="18438" y="35625"/>
                    <a:pt x="18507" y="35078"/>
                    <a:pt x="18646" y="34792"/>
                  </a:cubicBezTo>
                  <a:cubicBezTo>
                    <a:pt x="18785" y="34518"/>
                    <a:pt x="19271" y="34375"/>
                    <a:pt x="20104" y="34375"/>
                  </a:cubicBezTo>
                  <a:lnTo>
                    <a:pt x="23542" y="34375"/>
                  </a:lnTo>
                  <a:cubicBezTo>
                    <a:pt x="25625" y="34375"/>
                    <a:pt x="27656" y="34115"/>
                    <a:pt x="29635" y="33594"/>
                  </a:cubicBezTo>
                  <a:cubicBezTo>
                    <a:pt x="31615" y="33073"/>
                    <a:pt x="33333" y="32266"/>
                    <a:pt x="34792" y="31146"/>
                  </a:cubicBezTo>
                  <a:cubicBezTo>
                    <a:pt x="36319" y="30104"/>
                    <a:pt x="37535" y="28737"/>
                    <a:pt x="38438" y="27031"/>
                  </a:cubicBezTo>
                  <a:cubicBezTo>
                    <a:pt x="39340" y="25339"/>
                    <a:pt x="39792" y="23268"/>
                    <a:pt x="39792" y="20833"/>
                  </a:cubicBezTo>
                  <a:cubicBezTo>
                    <a:pt x="39792" y="16458"/>
                    <a:pt x="38350" y="13099"/>
                    <a:pt x="35469" y="10729"/>
                  </a:cubicBezTo>
                  <a:cubicBezTo>
                    <a:pt x="32587" y="8372"/>
                    <a:pt x="28958" y="7188"/>
                    <a:pt x="24583" y="7188"/>
                  </a:cubicBezTo>
                  <a:cubicBezTo>
                    <a:pt x="20069" y="7188"/>
                    <a:pt x="16510" y="8372"/>
                    <a:pt x="13906" y="10729"/>
                  </a:cubicBezTo>
                  <a:cubicBezTo>
                    <a:pt x="11302" y="13099"/>
                    <a:pt x="9792" y="16497"/>
                    <a:pt x="9375" y="20938"/>
                  </a:cubicBezTo>
                  <a:lnTo>
                    <a:pt x="1042" y="20938"/>
                  </a:lnTo>
                  <a:cubicBezTo>
                    <a:pt x="1111" y="14479"/>
                    <a:pt x="3333" y="9375"/>
                    <a:pt x="7708" y="5625"/>
                  </a:cubicBezTo>
                  <a:cubicBezTo>
                    <a:pt x="12083" y="1875"/>
                    <a:pt x="17813" y="0"/>
                    <a:pt x="2489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E64FCC5E-986A-4AC1-810F-9656B9707A43}"/>
                </a:ext>
              </a:extLst>
            </p:cNvPr>
            <p:cNvSpPr txBox="1"/>
            <p:nvPr/>
          </p:nvSpPr>
          <p:spPr>
            <a:xfrm>
              <a:off x="882327" y="3485032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3</a:t>
              </a:r>
            </a:p>
          </p:txBody>
        </p:sp>
        <p:grpSp>
          <p:nvGrpSpPr>
            <p:cNvPr id="378" name="그래픽 5">
              <a:extLst>
                <a:ext uri="{FF2B5EF4-FFF2-40B4-BE49-F238E27FC236}">
                  <a16:creationId xmlns:a16="http://schemas.microsoft.com/office/drawing/2014/main" id="{B5000646-3E96-4280-A8D9-8CDD560ED47E}"/>
                </a:ext>
              </a:extLst>
            </p:cNvPr>
            <p:cNvGrpSpPr/>
            <p:nvPr/>
          </p:nvGrpSpPr>
          <p:grpSpPr>
            <a:xfrm>
              <a:off x="1218925" y="3525075"/>
              <a:ext cx="412500" cy="84023"/>
              <a:chOff x="1218925" y="3525075"/>
              <a:chExt cx="412500" cy="84023"/>
            </a:xfrm>
          </p:grpSpPr>
          <p:sp>
            <p:nvSpPr>
              <p:cNvPr id="379" name="자유형: 도형 378">
                <a:extLst>
                  <a:ext uri="{FF2B5EF4-FFF2-40B4-BE49-F238E27FC236}">
                    <a16:creationId xmlns:a16="http://schemas.microsoft.com/office/drawing/2014/main" id="{DB9DC19B-6D4D-46C5-9EA6-93D115CC7EC9}"/>
                  </a:ext>
                </a:extLst>
              </p:cNvPr>
              <p:cNvSpPr/>
              <p:nvPr/>
            </p:nvSpPr>
            <p:spPr>
              <a:xfrm>
                <a:off x="1218925" y="3525075"/>
                <a:ext cx="412500" cy="81145"/>
              </a:xfrm>
              <a:custGeom>
                <a:avLst/>
                <a:gdLst>
                  <a:gd name="connsiteX0" fmla="*/ 346563 w 412500"/>
                  <a:gd name="connsiteY0" fmla="*/ 8854 h 81145"/>
                  <a:gd name="connsiteX1" fmla="*/ 346563 w 412500"/>
                  <a:gd name="connsiteY1" fmla="*/ 39167 h 81145"/>
                  <a:gd name="connsiteX2" fmla="*/ 361563 w 412500"/>
                  <a:gd name="connsiteY2" fmla="*/ 39167 h 81145"/>
                  <a:gd name="connsiteX3" fmla="*/ 375209 w 412500"/>
                  <a:gd name="connsiteY3" fmla="*/ 35677 h 81145"/>
                  <a:gd name="connsiteX4" fmla="*/ 380209 w 412500"/>
                  <a:gd name="connsiteY4" fmla="*/ 24063 h 81145"/>
                  <a:gd name="connsiteX5" fmla="*/ 375209 w 412500"/>
                  <a:gd name="connsiteY5" fmla="*/ 12448 h 81145"/>
                  <a:gd name="connsiteX6" fmla="*/ 361563 w 412500"/>
                  <a:gd name="connsiteY6" fmla="*/ 8854 h 81145"/>
                  <a:gd name="connsiteX7" fmla="*/ 163333 w 412500"/>
                  <a:gd name="connsiteY7" fmla="*/ 8854 h 81145"/>
                  <a:gd name="connsiteX8" fmla="*/ 163333 w 412500"/>
                  <a:gd name="connsiteY8" fmla="*/ 72292 h 81145"/>
                  <a:gd name="connsiteX9" fmla="*/ 176979 w 412500"/>
                  <a:gd name="connsiteY9" fmla="*/ 72292 h 81145"/>
                  <a:gd name="connsiteX10" fmla="*/ 198698 w 412500"/>
                  <a:gd name="connsiteY10" fmla="*/ 63750 h 81145"/>
                  <a:gd name="connsiteX11" fmla="*/ 205521 w 412500"/>
                  <a:gd name="connsiteY11" fmla="*/ 40625 h 81145"/>
                  <a:gd name="connsiteX12" fmla="*/ 196563 w 412500"/>
                  <a:gd name="connsiteY12" fmla="*/ 15990 h 81145"/>
                  <a:gd name="connsiteX13" fmla="*/ 172292 w 412500"/>
                  <a:gd name="connsiteY13" fmla="*/ 8854 h 81145"/>
                  <a:gd name="connsiteX14" fmla="*/ 8021 w 412500"/>
                  <a:gd name="connsiteY14" fmla="*/ 8854 h 81145"/>
                  <a:gd name="connsiteX15" fmla="*/ 8021 w 412500"/>
                  <a:gd name="connsiteY15" fmla="*/ 39167 h 81145"/>
                  <a:gd name="connsiteX16" fmla="*/ 23021 w 412500"/>
                  <a:gd name="connsiteY16" fmla="*/ 39167 h 81145"/>
                  <a:gd name="connsiteX17" fmla="*/ 36667 w 412500"/>
                  <a:gd name="connsiteY17" fmla="*/ 35677 h 81145"/>
                  <a:gd name="connsiteX18" fmla="*/ 41667 w 412500"/>
                  <a:gd name="connsiteY18" fmla="*/ 24063 h 81145"/>
                  <a:gd name="connsiteX19" fmla="*/ 36667 w 412500"/>
                  <a:gd name="connsiteY19" fmla="*/ 12448 h 81145"/>
                  <a:gd name="connsiteX20" fmla="*/ 23021 w 412500"/>
                  <a:gd name="connsiteY20" fmla="*/ 8854 h 81145"/>
                  <a:gd name="connsiteX21" fmla="*/ 340417 w 412500"/>
                  <a:gd name="connsiteY21" fmla="*/ 1667 h 81145"/>
                  <a:gd name="connsiteX22" fmla="*/ 363021 w 412500"/>
                  <a:gd name="connsiteY22" fmla="*/ 1667 h 81145"/>
                  <a:gd name="connsiteX23" fmla="*/ 373125 w 412500"/>
                  <a:gd name="connsiteY23" fmla="*/ 3073 h 81145"/>
                  <a:gd name="connsiteX24" fmla="*/ 381250 w 412500"/>
                  <a:gd name="connsiteY24" fmla="*/ 7188 h 81145"/>
                  <a:gd name="connsiteX25" fmla="*/ 386667 w 412500"/>
                  <a:gd name="connsiteY25" fmla="*/ 14219 h 81145"/>
                  <a:gd name="connsiteX26" fmla="*/ 388646 w 412500"/>
                  <a:gd name="connsiteY26" fmla="*/ 24063 h 81145"/>
                  <a:gd name="connsiteX27" fmla="*/ 386667 w 412500"/>
                  <a:gd name="connsiteY27" fmla="*/ 34010 h 81145"/>
                  <a:gd name="connsiteX28" fmla="*/ 381250 w 412500"/>
                  <a:gd name="connsiteY28" fmla="*/ 41042 h 81145"/>
                  <a:gd name="connsiteX29" fmla="*/ 373125 w 412500"/>
                  <a:gd name="connsiteY29" fmla="*/ 45104 h 81145"/>
                  <a:gd name="connsiteX30" fmla="*/ 363021 w 412500"/>
                  <a:gd name="connsiteY30" fmla="*/ 46458 h 81145"/>
                  <a:gd name="connsiteX31" fmla="*/ 346667 w 412500"/>
                  <a:gd name="connsiteY31" fmla="*/ 46458 h 81145"/>
                  <a:gd name="connsiteX32" fmla="*/ 346667 w 412500"/>
                  <a:gd name="connsiteY32" fmla="*/ 79479 h 81145"/>
                  <a:gd name="connsiteX33" fmla="*/ 338542 w 412500"/>
                  <a:gd name="connsiteY33" fmla="*/ 79479 h 81145"/>
                  <a:gd name="connsiteX34" fmla="*/ 338542 w 412500"/>
                  <a:gd name="connsiteY34" fmla="*/ 3646 h 81145"/>
                  <a:gd name="connsiteX35" fmla="*/ 338906 w 412500"/>
                  <a:gd name="connsiteY35" fmla="*/ 2135 h 81145"/>
                  <a:gd name="connsiteX36" fmla="*/ 340417 w 412500"/>
                  <a:gd name="connsiteY36" fmla="*/ 1667 h 81145"/>
                  <a:gd name="connsiteX37" fmla="*/ 156979 w 412500"/>
                  <a:gd name="connsiteY37" fmla="*/ 1667 h 81145"/>
                  <a:gd name="connsiteX38" fmla="*/ 174896 w 412500"/>
                  <a:gd name="connsiteY38" fmla="*/ 1667 h 81145"/>
                  <a:gd name="connsiteX39" fmla="*/ 203802 w 412500"/>
                  <a:gd name="connsiteY39" fmla="*/ 11458 h 81145"/>
                  <a:gd name="connsiteX40" fmla="*/ 213958 w 412500"/>
                  <a:gd name="connsiteY40" fmla="*/ 40625 h 81145"/>
                  <a:gd name="connsiteX41" fmla="*/ 203802 w 412500"/>
                  <a:gd name="connsiteY41" fmla="*/ 69740 h 81145"/>
                  <a:gd name="connsiteX42" fmla="*/ 174896 w 412500"/>
                  <a:gd name="connsiteY42" fmla="*/ 79479 h 81145"/>
                  <a:gd name="connsiteX43" fmla="*/ 156979 w 412500"/>
                  <a:gd name="connsiteY43" fmla="*/ 79479 h 81145"/>
                  <a:gd name="connsiteX44" fmla="*/ 155573 w 412500"/>
                  <a:gd name="connsiteY44" fmla="*/ 79063 h 81145"/>
                  <a:gd name="connsiteX45" fmla="*/ 155208 w 412500"/>
                  <a:gd name="connsiteY45" fmla="*/ 77500 h 81145"/>
                  <a:gd name="connsiteX46" fmla="*/ 155208 w 412500"/>
                  <a:gd name="connsiteY46" fmla="*/ 3646 h 81145"/>
                  <a:gd name="connsiteX47" fmla="*/ 155573 w 412500"/>
                  <a:gd name="connsiteY47" fmla="*/ 2135 h 81145"/>
                  <a:gd name="connsiteX48" fmla="*/ 156979 w 412500"/>
                  <a:gd name="connsiteY48" fmla="*/ 1667 h 81145"/>
                  <a:gd name="connsiteX49" fmla="*/ 66771 w 412500"/>
                  <a:gd name="connsiteY49" fmla="*/ 1667 h 81145"/>
                  <a:gd name="connsiteX50" fmla="*/ 74583 w 412500"/>
                  <a:gd name="connsiteY50" fmla="*/ 1667 h 81145"/>
                  <a:gd name="connsiteX51" fmla="*/ 75781 w 412500"/>
                  <a:gd name="connsiteY51" fmla="*/ 2031 h 81145"/>
                  <a:gd name="connsiteX52" fmla="*/ 76667 w 412500"/>
                  <a:gd name="connsiteY52" fmla="*/ 3021 h 81145"/>
                  <a:gd name="connsiteX53" fmla="*/ 96771 w 412500"/>
                  <a:gd name="connsiteY53" fmla="*/ 58646 h 81145"/>
                  <a:gd name="connsiteX54" fmla="*/ 100729 w 412500"/>
                  <a:gd name="connsiteY54" fmla="*/ 69167 h 81145"/>
                  <a:gd name="connsiteX55" fmla="*/ 104688 w 412500"/>
                  <a:gd name="connsiteY55" fmla="*/ 58646 h 81145"/>
                  <a:gd name="connsiteX56" fmla="*/ 124792 w 412500"/>
                  <a:gd name="connsiteY56" fmla="*/ 3021 h 81145"/>
                  <a:gd name="connsiteX57" fmla="*/ 125573 w 412500"/>
                  <a:gd name="connsiteY57" fmla="*/ 2031 h 81145"/>
                  <a:gd name="connsiteX58" fmla="*/ 126875 w 412500"/>
                  <a:gd name="connsiteY58" fmla="*/ 1667 h 81145"/>
                  <a:gd name="connsiteX59" fmla="*/ 134688 w 412500"/>
                  <a:gd name="connsiteY59" fmla="*/ 1667 h 81145"/>
                  <a:gd name="connsiteX60" fmla="*/ 136042 w 412500"/>
                  <a:gd name="connsiteY60" fmla="*/ 2135 h 81145"/>
                  <a:gd name="connsiteX61" fmla="*/ 136458 w 412500"/>
                  <a:gd name="connsiteY61" fmla="*/ 3646 h 81145"/>
                  <a:gd name="connsiteX62" fmla="*/ 136458 w 412500"/>
                  <a:gd name="connsiteY62" fmla="*/ 79479 h 81145"/>
                  <a:gd name="connsiteX63" fmla="*/ 128750 w 412500"/>
                  <a:gd name="connsiteY63" fmla="*/ 79479 h 81145"/>
                  <a:gd name="connsiteX64" fmla="*/ 128750 w 412500"/>
                  <a:gd name="connsiteY64" fmla="*/ 20729 h 81145"/>
                  <a:gd name="connsiteX65" fmla="*/ 128958 w 412500"/>
                  <a:gd name="connsiteY65" fmla="*/ 11146 h 81145"/>
                  <a:gd name="connsiteX66" fmla="*/ 105104 w 412500"/>
                  <a:gd name="connsiteY66" fmla="*/ 78438 h 81145"/>
                  <a:gd name="connsiteX67" fmla="*/ 104531 w 412500"/>
                  <a:gd name="connsiteY67" fmla="*/ 79271 h 81145"/>
                  <a:gd name="connsiteX68" fmla="*/ 103438 w 412500"/>
                  <a:gd name="connsiteY68" fmla="*/ 79479 h 81145"/>
                  <a:gd name="connsiteX69" fmla="*/ 97917 w 412500"/>
                  <a:gd name="connsiteY69" fmla="*/ 79479 h 81145"/>
                  <a:gd name="connsiteX70" fmla="*/ 96823 w 412500"/>
                  <a:gd name="connsiteY70" fmla="*/ 79271 h 81145"/>
                  <a:gd name="connsiteX71" fmla="*/ 96354 w 412500"/>
                  <a:gd name="connsiteY71" fmla="*/ 78438 h 81145"/>
                  <a:gd name="connsiteX72" fmla="*/ 72500 w 412500"/>
                  <a:gd name="connsiteY72" fmla="*/ 11250 h 81145"/>
                  <a:gd name="connsiteX73" fmla="*/ 72708 w 412500"/>
                  <a:gd name="connsiteY73" fmla="*/ 20833 h 81145"/>
                  <a:gd name="connsiteX74" fmla="*/ 72708 w 412500"/>
                  <a:gd name="connsiteY74" fmla="*/ 79479 h 81145"/>
                  <a:gd name="connsiteX75" fmla="*/ 65000 w 412500"/>
                  <a:gd name="connsiteY75" fmla="*/ 79479 h 81145"/>
                  <a:gd name="connsiteX76" fmla="*/ 65000 w 412500"/>
                  <a:gd name="connsiteY76" fmla="*/ 3646 h 81145"/>
                  <a:gd name="connsiteX77" fmla="*/ 65365 w 412500"/>
                  <a:gd name="connsiteY77" fmla="*/ 2135 h 81145"/>
                  <a:gd name="connsiteX78" fmla="*/ 66771 w 412500"/>
                  <a:gd name="connsiteY78" fmla="*/ 1667 h 81145"/>
                  <a:gd name="connsiteX79" fmla="*/ 1875 w 412500"/>
                  <a:gd name="connsiteY79" fmla="*/ 1667 h 81145"/>
                  <a:gd name="connsiteX80" fmla="*/ 24479 w 412500"/>
                  <a:gd name="connsiteY80" fmla="*/ 1667 h 81145"/>
                  <a:gd name="connsiteX81" fmla="*/ 34583 w 412500"/>
                  <a:gd name="connsiteY81" fmla="*/ 3073 h 81145"/>
                  <a:gd name="connsiteX82" fmla="*/ 42708 w 412500"/>
                  <a:gd name="connsiteY82" fmla="*/ 7188 h 81145"/>
                  <a:gd name="connsiteX83" fmla="*/ 48125 w 412500"/>
                  <a:gd name="connsiteY83" fmla="*/ 14219 h 81145"/>
                  <a:gd name="connsiteX84" fmla="*/ 50104 w 412500"/>
                  <a:gd name="connsiteY84" fmla="*/ 24063 h 81145"/>
                  <a:gd name="connsiteX85" fmla="*/ 48125 w 412500"/>
                  <a:gd name="connsiteY85" fmla="*/ 34010 h 81145"/>
                  <a:gd name="connsiteX86" fmla="*/ 42708 w 412500"/>
                  <a:gd name="connsiteY86" fmla="*/ 41042 h 81145"/>
                  <a:gd name="connsiteX87" fmla="*/ 34583 w 412500"/>
                  <a:gd name="connsiteY87" fmla="*/ 45104 h 81145"/>
                  <a:gd name="connsiteX88" fmla="*/ 24479 w 412500"/>
                  <a:gd name="connsiteY88" fmla="*/ 46458 h 81145"/>
                  <a:gd name="connsiteX89" fmla="*/ 8125 w 412500"/>
                  <a:gd name="connsiteY89" fmla="*/ 46458 h 81145"/>
                  <a:gd name="connsiteX90" fmla="*/ 8125 w 412500"/>
                  <a:gd name="connsiteY90" fmla="*/ 79479 h 81145"/>
                  <a:gd name="connsiteX91" fmla="*/ 0 w 412500"/>
                  <a:gd name="connsiteY91" fmla="*/ 79479 h 81145"/>
                  <a:gd name="connsiteX92" fmla="*/ 0 w 412500"/>
                  <a:gd name="connsiteY92" fmla="*/ 3646 h 81145"/>
                  <a:gd name="connsiteX93" fmla="*/ 365 w 412500"/>
                  <a:gd name="connsiteY93" fmla="*/ 2135 h 81145"/>
                  <a:gd name="connsiteX94" fmla="*/ 1875 w 412500"/>
                  <a:gd name="connsiteY94" fmla="*/ 1667 h 81145"/>
                  <a:gd name="connsiteX95" fmla="*/ 404271 w 412500"/>
                  <a:gd name="connsiteY95" fmla="*/ 1354 h 81145"/>
                  <a:gd name="connsiteX96" fmla="*/ 412500 w 412500"/>
                  <a:gd name="connsiteY96" fmla="*/ 1354 h 81145"/>
                  <a:gd name="connsiteX97" fmla="*/ 412500 w 412500"/>
                  <a:gd name="connsiteY97" fmla="*/ 79479 h 81145"/>
                  <a:gd name="connsiteX98" fmla="*/ 404271 w 412500"/>
                  <a:gd name="connsiteY98" fmla="*/ 79479 h 81145"/>
                  <a:gd name="connsiteX99" fmla="*/ 262604 w 412500"/>
                  <a:gd name="connsiteY99" fmla="*/ 0 h 81145"/>
                  <a:gd name="connsiteX100" fmla="*/ 271927 w 412500"/>
                  <a:gd name="connsiteY100" fmla="*/ 1198 h 81145"/>
                  <a:gd name="connsiteX101" fmla="*/ 280104 w 412500"/>
                  <a:gd name="connsiteY101" fmla="*/ 4896 h 81145"/>
                  <a:gd name="connsiteX102" fmla="*/ 285990 w 412500"/>
                  <a:gd name="connsiteY102" fmla="*/ 11250 h 81145"/>
                  <a:gd name="connsiteX103" fmla="*/ 288959 w 412500"/>
                  <a:gd name="connsiteY103" fmla="*/ 20417 h 81145"/>
                  <a:gd name="connsiteX104" fmla="*/ 280209 w 412500"/>
                  <a:gd name="connsiteY104" fmla="*/ 20417 h 81145"/>
                  <a:gd name="connsiteX105" fmla="*/ 274271 w 412500"/>
                  <a:gd name="connsiteY105" fmla="*/ 10573 h 81145"/>
                  <a:gd name="connsiteX106" fmla="*/ 262604 w 412500"/>
                  <a:gd name="connsiteY106" fmla="*/ 7292 h 81145"/>
                  <a:gd name="connsiteX107" fmla="*/ 251250 w 412500"/>
                  <a:gd name="connsiteY107" fmla="*/ 10260 h 81145"/>
                  <a:gd name="connsiteX108" fmla="*/ 243958 w 412500"/>
                  <a:gd name="connsiteY108" fmla="*/ 18021 h 81145"/>
                  <a:gd name="connsiteX109" fmla="*/ 240104 w 412500"/>
                  <a:gd name="connsiteY109" fmla="*/ 28750 h 81145"/>
                  <a:gd name="connsiteX110" fmla="*/ 238958 w 412500"/>
                  <a:gd name="connsiteY110" fmla="*/ 40625 h 81145"/>
                  <a:gd name="connsiteX111" fmla="*/ 240104 w 412500"/>
                  <a:gd name="connsiteY111" fmla="*/ 52500 h 81145"/>
                  <a:gd name="connsiteX112" fmla="*/ 243958 w 412500"/>
                  <a:gd name="connsiteY112" fmla="*/ 63229 h 81145"/>
                  <a:gd name="connsiteX113" fmla="*/ 251250 w 412500"/>
                  <a:gd name="connsiteY113" fmla="*/ 70938 h 81145"/>
                  <a:gd name="connsiteX114" fmla="*/ 262604 w 412500"/>
                  <a:gd name="connsiteY114" fmla="*/ 73854 h 81145"/>
                  <a:gd name="connsiteX115" fmla="*/ 274115 w 412500"/>
                  <a:gd name="connsiteY115" fmla="*/ 70677 h 81145"/>
                  <a:gd name="connsiteX116" fmla="*/ 280521 w 412500"/>
                  <a:gd name="connsiteY116" fmla="*/ 59896 h 81145"/>
                  <a:gd name="connsiteX117" fmla="*/ 289375 w 412500"/>
                  <a:gd name="connsiteY117" fmla="*/ 59896 h 81145"/>
                  <a:gd name="connsiteX118" fmla="*/ 286406 w 412500"/>
                  <a:gd name="connsiteY118" fmla="*/ 69063 h 81145"/>
                  <a:gd name="connsiteX119" fmla="*/ 280521 w 412500"/>
                  <a:gd name="connsiteY119" fmla="*/ 75729 h 81145"/>
                  <a:gd name="connsiteX120" fmla="*/ 272292 w 412500"/>
                  <a:gd name="connsiteY120" fmla="*/ 79792 h 81145"/>
                  <a:gd name="connsiteX121" fmla="*/ 262604 w 412500"/>
                  <a:gd name="connsiteY121" fmla="*/ 81146 h 81145"/>
                  <a:gd name="connsiteX122" fmla="*/ 247813 w 412500"/>
                  <a:gd name="connsiteY122" fmla="*/ 77865 h 81145"/>
                  <a:gd name="connsiteX123" fmla="*/ 237813 w 412500"/>
                  <a:gd name="connsiteY123" fmla="*/ 69063 h 81145"/>
                  <a:gd name="connsiteX124" fmla="*/ 232031 w 412500"/>
                  <a:gd name="connsiteY124" fmla="*/ 56094 h 81145"/>
                  <a:gd name="connsiteX125" fmla="*/ 230208 w 412500"/>
                  <a:gd name="connsiteY125" fmla="*/ 40625 h 81145"/>
                  <a:gd name="connsiteX126" fmla="*/ 232031 w 412500"/>
                  <a:gd name="connsiteY126" fmla="*/ 25365 h 81145"/>
                  <a:gd name="connsiteX127" fmla="*/ 237813 w 412500"/>
                  <a:gd name="connsiteY127" fmla="*/ 12396 h 81145"/>
                  <a:gd name="connsiteX128" fmla="*/ 247865 w 412500"/>
                  <a:gd name="connsiteY128" fmla="*/ 3385 h 81145"/>
                  <a:gd name="connsiteX129" fmla="*/ 262604 w 412500"/>
                  <a:gd name="connsiteY129" fmla="*/ 0 h 81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</a:cxnLst>
                <a:rect l="l" t="t" r="r" b="b"/>
                <a:pathLst>
                  <a:path w="412500" h="81145">
                    <a:moveTo>
                      <a:pt x="346563" y="8854"/>
                    </a:moveTo>
                    <a:lnTo>
                      <a:pt x="346563" y="39167"/>
                    </a:lnTo>
                    <a:lnTo>
                      <a:pt x="361563" y="39167"/>
                    </a:lnTo>
                    <a:cubicBezTo>
                      <a:pt x="367327" y="39167"/>
                      <a:pt x="371875" y="38008"/>
                      <a:pt x="375209" y="35677"/>
                    </a:cubicBezTo>
                    <a:cubicBezTo>
                      <a:pt x="378542" y="33359"/>
                      <a:pt x="380209" y="29479"/>
                      <a:pt x="380209" y="24063"/>
                    </a:cubicBezTo>
                    <a:cubicBezTo>
                      <a:pt x="380209" y="18724"/>
                      <a:pt x="378542" y="14844"/>
                      <a:pt x="375209" y="12448"/>
                    </a:cubicBezTo>
                    <a:cubicBezTo>
                      <a:pt x="371875" y="10052"/>
                      <a:pt x="367327" y="8854"/>
                      <a:pt x="361563" y="8854"/>
                    </a:cubicBezTo>
                    <a:close/>
                    <a:moveTo>
                      <a:pt x="163333" y="8854"/>
                    </a:moveTo>
                    <a:lnTo>
                      <a:pt x="163333" y="72292"/>
                    </a:lnTo>
                    <a:lnTo>
                      <a:pt x="176979" y="72292"/>
                    </a:lnTo>
                    <a:cubicBezTo>
                      <a:pt x="186910" y="72292"/>
                      <a:pt x="194150" y="69453"/>
                      <a:pt x="198698" y="63750"/>
                    </a:cubicBezTo>
                    <a:cubicBezTo>
                      <a:pt x="203247" y="58060"/>
                      <a:pt x="205521" y="50352"/>
                      <a:pt x="205521" y="40625"/>
                    </a:cubicBezTo>
                    <a:cubicBezTo>
                      <a:pt x="205521" y="29245"/>
                      <a:pt x="202535" y="21029"/>
                      <a:pt x="196563" y="15990"/>
                    </a:cubicBezTo>
                    <a:cubicBezTo>
                      <a:pt x="190591" y="10963"/>
                      <a:pt x="182500" y="8581"/>
                      <a:pt x="172292" y="8854"/>
                    </a:cubicBezTo>
                    <a:close/>
                    <a:moveTo>
                      <a:pt x="8021" y="8854"/>
                    </a:moveTo>
                    <a:lnTo>
                      <a:pt x="8021" y="39167"/>
                    </a:lnTo>
                    <a:lnTo>
                      <a:pt x="23021" y="39167"/>
                    </a:lnTo>
                    <a:cubicBezTo>
                      <a:pt x="28785" y="39167"/>
                      <a:pt x="33333" y="38008"/>
                      <a:pt x="36667" y="35677"/>
                    </a:cubicBezTo>
                    <a:cubicBezTo>
                      <a:pt x="40000" y="33359"/>
                      <a:pt x="41667" y="29479"/>
                      <a:pt x="41667" y="24063"/>
                    </a:cubicBezTo>
                    <a:cubicBezTo>
                      <a:pt x="41667" y="18724"/>
                      <a:pt x="40000" y="14844"/>
                      <a:pt x="36667" y="12448"/>
                    </a:cubicBezTo>
                    <a:cubicBezTo>
                      <a:pt x="33333" y="10052"/>
                      <a:pt x="28785" y="8854"/>
                      <a:pt x="23021" y="8854"/>
                    </a:cubicBezTo>
                    <a:close/>
                    <a:moveTo>
                      <a:pt x="340417" y="1667"/>
                    </a:moveTo>
                    <a:lnTo>
                      <a:pt x="363021" y="1667"/>
                    </a:lnTo>
                    <a:cubicBezTo>
                      <a:pt x="366633" y="1667"/>
                      <a:pt x="370000" y="2135"/>
                      <a:pt x="373125" y="3073"/>
                    </a:cubicBezTo>
                    <a:cubicBezTo>
                      <a:pt x="376250" y="4010"/>
                      <a:pt x="378959" y="5391"/>
                      <a:pt x="381250" y="7188"/>
                    </a:cubicBezTo>
                    <a:cubicBezTo>
                      <a:pt x="383542" y="9062"/>
                      <a:pt x="385348" y="11406"/>
                      <a:pt x="386667" y="14219"/>
                    </a:cubicBezTo>
                    <a:cubicBezTo>
                      <a:pt x="387987" y="17031"/>
                      <a:pt x="388646" y="20312"/>
                      <a:pt x="388646" y="24063"/>
                    </a:cubicBezTo>
                    <a:cubicBezTo>
                      <a:pt x="388646" y="27891"/>
                      <a:pt x="387987" y="31198"/>
                      <a:pt x="386667" y="34010"/>
                    </a:cubicBezTo>
                    <a:cubicBezTo>
                      <a:pt x="385348" y="36823"/>
                      <a:pt x="383542" y="39167"/>
                      <a:pt x="381250" y="41042"/>
                    </a:cubicBezTo>
                    <a:cubicBezTo>
                      <a:pt x="378959" y="42852"/>
                      <a:pt x="376250" y="44206"/>
                      <a:pt x="373125" y="45104"/>
                    </a:cubicBezTo>
                    <a:cubicBezTo>
                      <a:pt x="370000" y="46016"/>
                      <a:pt x="366633" y="46458"/>
                      <a:pt x="363021" y="46458"/>
                    </a:cubicBezTo>
                    <a:lnTo>
                      <a:pt x="346667" y="46458"/>
                    </a:lnTo>
                    <a:lnTo>
                      <a:pt x="346667" y="79479"/>
                    </a:lnTo>
                    <a:lnTo>
                      <a:pt x="338542" y="79479"/>
                    </a:lnTo>
                    <a:lnTo>
                      <a:pt x="338542" y="3646"/>
                    </a:lnTo>
                    <a:cubicBezTo>
                      <a:pt x="338542" y="2956"/>
                      <a:pt x="338664" y="2448"/>
                      <a:pt x="338906" y="2135"/>
                    </a:cubicBezTo>
                    <a:cubicBezTo>
                      <a:pt x="339150" y="1823"/>
                      <a:pt x="339654" y="1667"/>
                      <a:pt x="340417" y="1667"/>
                    </a:cubicBezTo>
                    <a:close/>
                    <a:moveTo>
                      <a:pt x="156979" y="1667"/>
                    </a:moveTo>
                    <a:lnTo>
                      <a:pt x="174896" y="1667"/>
                    </a:lnTo>
                    <a:cubicBezTo>
                      <a:pt x="187396" y="1667"/>
                      <a:pt x="197031" y="4935"/>
                      <a:pt x="203802" y="11458"/>
                    </a:cubicBezTo>
                    <a:cubicBezTo>
                      <a:pt x="210573" y="17995"/>
                      <a:pt x="213958" y="27708"/>
                      <a:pt x="213958" y="40625"/>
                    </a:cubicBezTo>
                    <a:cubicBezTo>
                      <a:pt x="213958" y="53542"/>
                      <a:pt x="210573" y="63255"/>
                      <a:pt x="203802" y="69740"/>
                    </a:cubicBezTo>
                    <a:cubicBezTo>
                      <a:pt x="197031" y="76237"/>
                      <a:pt x="187396" y="79479"/>
                      <a:pt x="174896" y="79479"/>
                    </a:cubicBezTo>
                    <a:lnTo>
                      <a:pt x="156979" y="79479"/>
                    </a:lnTo>
                    <a:cubicBezTo>
                      <a:pt x="156285" y="79479"/>
                      <a:pt x="155816" y="79349"/>
                      <a:pt x="155573" y="79063"/>
                    </a:cubicBezTo>
                    <a:cubicBezTo>
                      <a:pt x="155331" y="78789"/>
                      <a:pt x="155208" y="78268"/>
                      <a:pt x="155208" y="77500"/>
                    </a:cubicBezTo>
                    <a:lnTo>
                      <a:pt x="155208" y="3646"/>
                    </a:lnTo>
                    <a:cubicBezTo>
                      <a:pt x="155208" y="2956"/>
                      <a:pt x="155331" y="2448"/>
                      <a:pt x="155573" y="2135"/>
                    </a:cubicBezTo>
                    <a:cubicBezTo>
                      <a:pt x="155816" y="1823"/>
                      <a:pt x="156285" y="1667"/>
                      <a:pt x="156979" y="1667"/>
                    </a:cubicBezTo>
                    <a:close/>
                    <a:moveTo>
                      <a:pt x="66771" y="1667"/>
                    </a:moveTo>
                    <a:lnTo>
                      <a:pt x="74583" y="1667"/>
                    </a:lnTo>
                    <a:cubicBezTo>
                      <a:pt x="75000" y="1667"/>
                      <a:pt x="75400" y="1797"/>
                      <a:pt x="75781" y="2031"/>
                    </a:cubicBezTo>
                    <a:cubicBezTo>
                      <a:pt x="76164" y="2279"/>
                      <a:pt x="76458" y="2604"/>
                      <a:pt x="76667" y="3021"/>
                    </a:cubicBezTo>
                    <a:lnTo>
                      <a:pt x="96771" y="58646"/>
                    </a:lnTo>
                    <a:lnTo>
                      <a:pt x="100729" y="69167"/>
                    </a:lnTo>
                    <a:lnTo>
                      <a:pt x="104688" y="58646"/>
                    </a:lnTo>
                    <a:lnTo>
                      <a:pt x="124792" y="3021"/>
                    </a:lnTo>
                    <a:cubicBezTo>
                      <a:pt x="124931" y="2604"/>
                      <a:pt x="125191" y="2279"/>
                      <a:pt x="125573" y="2031"/>
                    </a:cubicBezTo>
                    <a:cubicBezTo>
                      <a:pt x="125956" y="1797"/>
                      <a:pt x="126389" y="1667"/>
                      <a:pt x="126875" y="1667"/>
                    </a:cubicBezTo>
                    <a:lnTo>
                      <a:pt x="134688" y="1667"/>
                    </a:lnTo>
                    <a:cubicBezTo>
                      <a:pt x="135313" y="1667"/>
                      <a:pt x="135764" y="1823"/>
                      <a:pt x="136042" y="2135"/>
                    </a:cubicBezTo>
                    <a:cubicBezTo>
                      <a:pt x="136320" y="2448"/>
                      <a:pt x="136458" y="2956"/>
                      <a:pt x="136458" y="3646"/>
                    </a:cubicBezTo>
                    <a:lnTo>
                      <a:pt x="136458" y="79479"/>
                    </a:lnTo>
                    <a:lnTo>
                      <a:pt x="128750" y="79479"/>
                    </a:lnTo>
                    <a:lnTo>
                      <a:pt x="128750" y="20729"/>
                    </a:lnTo>
                    <a:lnTo>
                      <a:pt x="128958" y="11146"/>
                    </a:lnTo>
                    <a:lnTo>
                      <a:pt x="105104" y="78438"/>
                    </a:lnTo>
                    <a:cubicBezTo>
                      <a:pt x="104966" y="78854"/>
                      <a:pt x="104775" y="79141"/>
                      <a:pt x="104531" y="79271"/>
                    </a:cubicBezTo>
                    <a:cubicBezTo>
                      <a:pt x="104289" y="79414"/>
                      <a:pt x="103925" y="79479"/>
                      <a:pt x="103438" y="79479"/>
                    </a:cubicBezTo>
                    <a:lnTo>
                      <a:pt x="97917" y="79479"/>
                    </a:lnTo>
                    <a:cubicBezTo>
                      <a:pt x="97431" y="79479"/>
                      <a:pt x="97066" y="79414"/>
                      <a:pt x="96823" y="79271"/>
                    </a:cubicBezTo>
                    <a:cubicBezTo>
                      <a:pt x="96581" y="79141"/>
                      <a:pt x="96425" y="78854"/>
                      <a:pt x="96354" y="78438"/>
                    </a:cubicBezTo>
                    <a:lnTo>
                      <a:pt x="72500" y="11250"/>
                    </a:lnTo>
                    <a:lnTo>
                      <a:pt x="72708" y="20833"/>
                    </a:lnTo>
                    <a:lnTo>
                      <a:pt x="72708" y="79479"/>
                    </a:lnTo>
                    <a:lnTo>
                      <a:pt x="65000" y="79479"/>
                    </a:lnTo>
                    <a:lnTo>
                      <a:pt x="65000" y="3646"/>
                    </a:lnTo>
                    <a:cubicBezTo>
                      <a:pt x="65000" y="2956"/>
                      <a:pt x="65122" y="2448"/>
                      <a:pt x="65365" y="2135"/>
                    </a:cubicBezTo>
                    <a:cubicBezTo>
                      <a:pt x="65608" y="1823"/>
                      <a:pt x="66077" y="1667"/>
                      <a:pt x="66771" y="1667"/>
                    </a:cubicBezTo>
                    <a:close/>
                    <a:moveTo>
                      <a:pt x="1875" y="1667"/>
                    </a:moveTo>
                    <a:lnTo>
                      <a:pt x="24479" y="1667"/>
                    </a:lnTo>
                    <a:cubicBezTo>
                      <a:pt x="28091" y="1667"/>
                      <a:pt x="31458" y="2135"/>
                      <a:pt x="34583" y="3073"/>
                    </a:cubicBezTo>
                    <a:cubicBezTo>
                      <a:pt x="37708" y="4010"/>
                      <a:pt x="40417" y="5391"/>
                      <a:pt x="42708" y="7188"/>
                    </a:cubicBezTo>
                    <a:cubicBezTo>
                      <a:pt x="45000" y="9062"/>
                      <a:pt x="46806" y="11406"/>
                      <a:pt x="48125" y="14219"/>
                    </a:cubicBezTo>
                    <a:cubicBezTo>
                      <a:pt x="49445" y="17031"/>
                      <a:pt x="50104" y="20312"/>
                      <a:pt x="50104" y="24063"/>
                    </a:cubicBezTo>
                    <a:cubicBezTo>
                      <a:pt x="50104" y="27891"/>
                      <a:pt x="49445" y="31198"/>
                      <a:pt x="48125" y="34010"/>
                    </a:cubicBezTo>
                    <a:cubicBezTo>
                      <a:pt x="46806" y="36823"/>
                      <a:pt x="45000" y="39167"/>
                      <a:pt x="42708" y="41042"/>
                    </a:cubicBezTo>
                    <a:cubicBezTo>
                      <a:pt x="40417" y="42852"/>
                      <a:pt x="37708" y="44206"/>
                      <a:pt x="34583" y="45104"/>
                    </a:cubicBezTo>
                    <a:cubicBezTo>
                      <a:pt x="31458" y="46016"/>
                      <a:pt x="28091" y="46458"/>
                      <a:pt x="24479" y="46458"/>
                    </a:cubicBezTo>
                    <a:lnTo>
                      <a:pt x="8125" y="46458"/>
                    </a:lnTo>
                    <a:lnTo>
                      <a:pt x="8125" y="79479"/>
                    </a:lnTo>
                    <a:lnTo>
                      <a:pt x="0" y="79479"/>
                    </a:lnTo>
                    <a:lnTo>
                      <a:pt x="0" y="3646"/>
                    </a:lnTo>
                    <a:cubicBezTo>
                      <a:pt x="0" y="2956"/>
                      <a:pt x="122" y="2448"/>
                      <a:pt x="365" y="2135"/>
                    </a:cubicBezTo>
                    <a:cubicBezTo>
                      <a:pt x="608" y="1823"/>
                      <a:pt x="1112" y="1667"/>
                      <a:pt x="1875" y="1667"/>
                    </a:cubicBezTo>
                    <a:close/>
                    <a:moveTo>
                      <a:pt x="404271" y="1354"/>
                    </a:moveTo>
                    <a:lnTo>
                      <a:pt x="412500" y="1354"/>
                    </a:lnTo>
                    <a:lnTo>
                      <a:pt x="412500" y="79479"/>
                    </a:lnTo>
                    <a:lnTo>
                      <a:pt x="404271" y="79479"/>
                    </a:lnTo>
                    <a:close/>
                    <a:moveTo>
                      <a:pt x="262604" y="0"/>
                    </a:moveTo>
                    <a:cubicBezTo>
                      <a:pt x="265800" y="0"/>
                      <a:pt x="268906" y="404"/>
                      <a:pt x="271927" y="1198"/>
                    </a:cubicBezTo>
                    <a:cubicBezTo>
                      <a:pt x="274948" y="2005"/>
                      <a:pt x="277675" y="3229"/>
                      <a:pt x="280104" y="4896"/>
                    </a:cubicBezTo>
                    <a:cubicBezTo>
                      <a:pt x="282466" y="6562"/>
                      <a:pt x="284427" y="8685"/>
                      <a:pt x="285990" y="11250"/>
                    </a:cubicBezTo>
                    <a:cubicBezTo>
                      <a:pt x="287552" y="13828"/>
                      <a:pt x="288542" y="16875"/>
                      <a:pt x="288959" y="20417"/>
                    </a:cubicBezTo>
                    <a:lnTo>
                      <a:pt x="280209" y="20417"/>
                    </a:lnTo>
                    <a:cubicBezTo>
                      <a:pt x="279583" y="16042"/>
                      <a:pt x="277604" y="12760"/>
                      <a:pt x="274271" y="10573"/>
                    </a:cubicBezTo>
                    <a:cubicBezTo>
                      <a:pt x="270938" y="8385"/>
                      <a:pt x="267050" y="7292"/>
                      <a:pt x="262604" y="7292"/>
                    </a:cubicBezTo>
                    <a:cubicBezTo>
                      <a:pt x="258091" y="7292"/>
                      <a:pt x="254306" y="8281"/>
                      <a:pt x="251250" y="10260"/>
                    </a:cubicBezTo>
                    <a:cubicBezTo>
                      <a:pt x="248195" y="12240"/>
                      <a:pt x="245764" y="14831"/>
                      <a:pt x="243958" y="18021"/>
                    </a:cubicBezTo>
                    <a:cubicBezTo>
                      <a:pt x="242154" y="21224"/>
                      <a:pt x="240869" y="24792"/>
                      <a:pt x="240104" y="28750"/>
                    </a:cubicBezTo>
                    <a:cubicBezTo>
                      <a:pt x="239341" y="32708"/>
                      <a:pt x="238958" y="36667"/>
                      <a:pt x="238958" y="40625"/>
                    </a:cubicBezTo>
                    <a:cubicBezTo>
                      <a:pt x="238958" y="44583"/>
                      <a:pt x="239341" y="48542"/>
                      <a:pt x="240104" y="52500"/>
                    </a:cubicBezTo>
                    <a:cubicBezTo>
                      <a:pt x="240869" y="56458"/>
                      <a:pt x="242154" y="60039"/>
                      <a:pt x="243958" y="63229"/>
                    </a:cubicBezTo>
                    <a:cubicBezTo>
                      <a:pt x="245764" y="66432"/>
                      <a:pt x="248195" y="68997"/>
                      <a:pt x="251250" y="70938"/>
                    </a:cubicBezTo>
                    <a:cubicBezTo>
                      <a:pt x="254306" y="72891"/>
                      <a:pt x="258091" y="73854"/>
                      <a:pt x="262604" y="73854"/>
                    </a:cubicBezTo>
                    <a:cubicBezTo>
                      <a:pt x="267050" y="73854"/>
                      <a:pt x="270886" y="72800"/>
                      <a:pt x="274115" y="70677"/>
                    </a:cubicBezTo>
                    <a:cubicBezTo>
                      <a:pt x="277344" y="68568"/>
                      <a:pt x="279479" y="64974"/>
                      <a:pt x="280521" y="59896"/>
                    </a:cubicBezTo>
                    <a:lnTo>
                      <a:pt x="289375" y="59896"/>
                    </a:lnTo>
                    <a:cubicBezTo>
                      <a:pt x="288959" y="63372"/>
                      <a:pt x="287969" y="66432"/>
                      <a:pt x="286406" y="69063"/>
                    </a:cubicBezTo>
                    <a:cubicBezTo>
                      <a:pt x="284844" y="71706"/>
                      <a:pt x="282883" y="73932"/>
                      <a:pt x="280521" y="75729"/>
                    </a:cubicBezTo>
                    <a:cubicBezTo>
                      <a:pt x="278091" y="77539"/>
                      <a:pt x="275348" y="78893"/>
                      <a:pt x="272292" y="79792"/>
                    </a:cubicBezTo>
                    <a:cubicBezTo>
                      <a:pt x="269237" y="80703"/>
                      <a:pt x="266008" y="81146"/>
                      <a:pt x="262604" y="81146"/>
                    </a:cubicBezTo>
                    <a:cubicBezTo>
                      <a:pt x="256841" y="81146"/>
                      <a:pt x="251910" y="80052"/>
                      <a:pt x="247813" y="77865"/>
                    </a:cubicBezTo>
                    <a:cubicBezTo>
                      <a:pt x="243716" y="75677"/>
                      <a:pt x="240383" y="72748"/>
                      <a:pt x="237813" y="69063"/>
                    </a:cubicBezTo>
                    <a:cubicBezTo>
                      <a:pt x="235175" y="65313"/>
                      <a:pt x="233248" y="60990"/>
                      <a:pt x="232031" y="56094"/>
                    </a:cubicBezTo>
                    <a:cubicBezTo>
                      <a:pt x="230817" y="51198"/>
                      <a:pt x="230208" y="46042"/>
                      <a:pt x="230208" y="40625"/>
                    </a:cubicBezTo>
                    <a:cubicBezTo>
                      <a:pt x="230208" y="35352"/>
                      <a:pt x="230817" y="30260"/>
                      <a:pt x="232031" y="25365"/>
                    </a:cubicBezTo>
                    <a:cubicBezTo>
                      <a:pt x="233248" y="20469"/>
                      <a:pt x="235175" y="16146"/>
                      <a:pt x="237813" y="12396"/>
                    </a:cubicBezTo>
                    <a:cubicBezTo>
                      <a:pt x="240452" y="8646"/>
                      <a:pt x="243802" y="5651"/>
                      <a:pt x="247865" y="3385"/>
                    </a:cubicBezTo>
                    <a:cubicBezTo>
                      <a:pt x="251927" y="1133"/>
                      <a:pt x="256841" y="0"/>
                      <a:pt x="26260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80" name="TextBox 379">
                <a:extLst>
                  <a:ext uri="{FF2B5EF4-FFF2-40B4-BE49-F238E27FC236}">
                    <a16:creationId xmlns:a16="http://schemas.microsoft.com/office/drawing/2014/main" id="{164991C8-E75F-49B1-949D-5FC56A7F7D5E}"/>
                  </a:ext>
                </a:extLst>
              </p:cNvPr>
              <p:cNvSpPr txBox="1"/>
              <p:nvPr/>
            </p:nvSpPr>
            <p:spPr>
              <a:xfrm>
                <a:off x="1127485" y="3485254"/>
                <a:ext cx="508401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PMDC PI</a:t>
                </a:r>
              </a:p>
            </p:txBody>
          </p:sp>
        </p:grpSp>
        <p:sp>
          <p:nvSpPr>
            <p:cNvPr id="381" name="자유형: 도형 380">
              <a:extLst>
                <a:ext uri="{FF2B5EF4-FFF2-40B4-BE49-F238E27FC236}">
                  <a16:creationId xmlns:a16="http://schemas.microsoft.com/office/drawing/2014/main" id="{C3B78952-8F70-4EBA-A715-5C00633CA2A7}"/>
                </a:ext>
              </a:extLst>
            </p:cNvPr>
            <p:cNvSpPr/>
            <p:nvPr/>
          </p:nvSpPr>
          <p:spPr>
            <a:xfrm>
              <a:off x="1682492" y="3522158"/>
              <a:ext cx="371039" cy="92291"/>
            </a:xfrm>
            <a:custGeom>
              <a:avLst/>
              <a:gdLst>
                <a:gd name="connsiteX0" fmla="*/ 0 w 371039"/>
                <a:gd name="connsiteY0" fmla="*/ 52500 h 92291"/>
                <a:gd name="connsiteX1" fmla="*/ 84479 w 371039"/>
                <a:gd name="connsiteY1" fmla="*/ 52500 h 92291"/>
                <a:gd name="connsiteX2" fmla="*/ 84479 w 371039"/>
                <a:gd name="connsiteY2" fmla="*/ 59583 h 92291"/>
                <a:gd name="connsiteX3" fmla="*/ 62396 w 371039"/>
                <a:gd name="connsiteY3" fmla="*/ 59583 h 92291"/>
                <a:gd name="connsiteX4" fmla="*/ 62396 w 371039"/>
                <a:gd name="connsiteY4" fmla="*/ 92083 h 92291"/>
                <a:gd name="connsiteX5" fmla="*/ 54167 w 371039"/>
                <a:gd name="connsiteY5" fmla="*/ 92083 h 92291"/>
                <a:gd name="connsiteX6" fmla="*/ 54167 w 371039"/>
                <a:gd name="connsiteY6" fmla="*/ 59583 h 92291"/>
                <a:gd name="connsiteX7" fmla="*/ 30625 w 371039"/>
                <a:gd name="connsiteY7" fmla="*/ 59583 h 92291"/>
                <a:gd name="connsiteX8" fmla="*/ 30625 w 371039"/>
                <a:gd name="connsiteY8" fmla="*/ 91354 h 92291"/>
                <a:gd name="connsiteX9" fmla="*/ 22292 w 371039"/>
                <a:gd name="connsiteY9" fmla="*/ 91354 h 92291"/>
                <a:gd name="connsiteX10" fmla="*/ 22292 w 371039"/>
                <a:gd name="connsiteY10" fmla="*/ 59583 h 92291"/>
                <a:gd name="connsiteX11" fmla="*/ 0 w 371039"/>
                <a:gd name="connsiteY11" fmla="*/ 59583 h 92291"/>
                <a:gd name="connsiteX12" fmla="*/ 286560 w 371039"/>
                <a:gd name="connsiteY12" fmla="*/ 50833 h 92291"/>
                <a:gd name="connsiteX13" fmla="*/ 371039 w 371039"/>
                <a:gd name="connsiteY13" fmla="*/ 50833 h 92291"/>
                <a:gd name="connsiteX14" fmla="*/ 371039 w 371039"/>
                <a:gd name="connsiteY14" fmla="*/ 57917 h 92291"/>
                <a:gd name="connsiteX15" fmla="*/ 333331 w 371039"/>
                <a:gd name="connsiteY15" fmla="*/ 57917 h 92291"/>
                <a:gd name="connsiteX16" fmla="*/ 333331 w 371039"/>
                <a:gd name="connsiteY16" fmla="*/ 92292 h 92291"/>
                <a:gd name="connsiteX17" fmla="*/ 324893 w 371039"/>
                <a:gd name="connsiteY17" fmla="*/ 92292 h 92291"/>
                <a:gd name="connsiteX18" fmla="*/ 324893 w 371039"/>
                <a:gd name="connsiteY18" fmla="*/ 57917 h 92291"/>
                <a:gd name="connsiteX19" fmla="*/ 286560 w 371039"/>
                <a:gd name="connsiteY19" fmla="*/ 57917 h 92291"/>
                <a:gd name="connsiteX20" fmla="*/ 214998 w 371039"/>
                <a:gd name="connsiteY20" fmla="*/ 26667 h 92291"/>
                <a:gd name="connsiteX21" fmla="*/ 214998 w 371039"/>
                <a:gd name="connsiteY21" fmla="*/ 45729 h 92291"/>
                <a:gd name="connsiteX22" fmla="*/ 260206 w 371039"/>
                <a:gd name="connsiteY22" fmla="*/ 45729 h 92291"/>
                <a:gd name="connsiteX23" fmla="*/ 260206 w 371039"/>
                <a:gd name="connsiteY23" fmla="*/ 26667 h 92291"/>
                <a:gd name="connsiteX24" fmla="*/ 42292 w 371039"/>
                <a:gd name="connsiteY24" fmla="*/ 7396 h 92291"/>
                <a:gd name="connsiteX25" fmla="*/ 24844 w 371039"/>
                <a:gd name="connsiteY25" fmla="*/ 11198 h 92291"/>
                <a:gd name="connsiteX26" fmla="*/ 18229 w 371039"/>
                <a:gd name="connsiteY26" fmla="*/ 22187 h 92291"/>
                <a:gd name="connsiteX27" fmla="*/ 20052 w 371039"/>
                <a:gd name="connsiteY27" fmla="*/ 28438 h 92291"/>
                <a:gd name="connsiteX28" fmla="*/ 25104 w 371039"/>
                <a:gd name="connsiteY28" fmla="*/ 33021 h 92291"/>
                <a:gd name="connsiteX29" fmla="*/ 32761 w 371039"/>
                <a:gd name="connsiteY29" fmla="*/ 35833 h 92291"/>
                <a:gd name="connsiteX30" fmla="*/ 42292 w 371039"/>
                <a:gd name="connsiteY30" fmla="*/ 36771 h 92291"/>
                <a:gd name="connsiteX31" fmla="*/ 59427 w 371039"/>
                <a:gd name="connsiteY31" fmla="*/ 32969 h 92291"/>
                <a:gd name="connsiteX32" fmla="*/ 66250 w 371039"/>
                <a:gd name="connsiteY32" fmla="*/ 22187 h 92291"/>
                <a:gd name="connsiteX33" fmla="*/ 59479 w 371039"/>
                <a:gd name="connsiteY33" fmla="*/ 11198 h 92291"/>
                <a:gd name="connsiteX34" fmla="*/ 42292 w 371039"/>
                <a:gd name="connsiteY34" fmla="*/ 7396 h 92291"/>
                <a:gd name="connsiteX35" fmla="*/ 97917 w 371039"/>
                <a:gd name="connsiteY35" fmla="*/ 5104 h 92291"/>
                <a:gd name="connsiteX36" fmla="*/ 146458 w 371039"/>
                <a:gd name="connsiteY36" fmla="*/ 5104 h 92291"/>
                <a:gd name="connsiteX37" fmla="*/ 146458 w 371039"/>
                <a:gd name="connsiteY37" fmla="*/ 12083 h 92291"/>
                <a:gd name="connsiteX38" fmla="*/ 126354 w 371039"/>
                <a:gd name="connsiteY38" fmla="*/ 12083 h 92291"/>
                <a:gd name="connsiteX39" fmla="*/ 126354 w 371039"/>
                <a:gd name="connsiteY39" fmla="*/ 21354 h 92291"/>
                <a:gd name="connsiteX40" fmla="*/ 132604 w 371039"/>
                <a:gd name="connsiteY40" fmla="*/ 47031 h 92291"/>
                <a:gd name="connsiteX41" fmla="*/ 151664 w 371039"/>
                <a:gd name="connsiteY41" fmla="*/ 65313 h 92291"/>
                <a:gd name="connsiteX42" fmla="*/ 145729 w 371039"/>
                <a:gd name="connsiteY42" fmla="*/ 71250 h 92291"/>
                <a:gd name="connsiteX43" fmla="*/ 131875 w 371039"/>
                <a:gd name="connsiteY43" fmla="*/ 59167 h 92291"/>
                <a:gd name="connsiteX44" fmla="*/ 122083 w 371039"/>
                <a:gd name="connsiteY44" fmla="*/ 42396 h 92291"/>
                <a:gd name="connsiteX45" fmla="*/ 118021 w 371039"/>
                <a:gd name="connsiteY45" fmla="*/ 51615 h 92291"/>
                <a:gd name="connsiteX46" fmla="*/ 112083 w 371039"/>
                <a:gd name="connsiteY46" fmla="*/ 60313 h 92291"/>
                <a:gd name="connsiteX47" fmla="*/ 105156 w 371039"/>
                <a:gd name="connsiteY47" fmla="*/ 67813 h 92291"/>
                <a:gd name="connsiteX48" fmla="*/ 98021 w 371039"/>
                <a:gd name="connsiteY48" fmla="*/ 73750 h 92291"/>
                <a:gd name="connsiteX49" fmla="*/ 91250 w 371039"/>
                <a:gd name="connsiteY49" fmla="*/ 68021 h 92291"/>
                <a:gd name="connsiteX50" fmla="*/ 110781 w 371039"/>
                <a:gd name="connsiteY50" fmla="*/ 48229 h 92291"/>
                <a:gd name="connsiteX51" fmla="*/ 117813 w 371039"/>
                <a:gd name="connsiteY51" fmla="*/ 20000 h 92291"/>
                <a:gd name="connsiteX52" fmla="*/ 117813 w 371039"/>
                <a:gd name="connsiteY52" fmla="*/ 12083 h 92291"/>
                <a:gd name="connsiteX53" fmla="*/ 97917 w 371039"/>
                <a:gd name="connsiteY53" fmla="*/ 12083 h 92291"/>
                <a:gd name="connsiteX54" fmla="*/ 206768 w 371039"/>
                <a:gd name="connsiteY54" fmla="*/ 3542 h 92291"/>
                <a:gd name="connsiteX55" fmla="*/ 214998 w 371039"/>
                <a:gd name="connsiteY55" fmla="*/ 3542 h 92291"/>
                <a:gd name="connsiteX56" fmla="*/ 214998 w 371039"/>
                <a:gd name="connsiteY56" fmla="*/ 19687 h 92291"/>
                <a:gd name="connsiteX57" fmla="*/ 260206 w 371039"/>
                <a:gd name="connsiteY57" fmla="*/ 19687 h 92291"/>
                <a:gd name="connsiteX58" fmla="*/ 260206 w 371039"/>
                <a:gd name="connsiteY58" fmla="*/ 3542 h 92291"/>
                <a:gd name="connsiteX59" fmla="*/ 268435 w 371039"/>
                <a:gd name="connsiteY59" fmla="*/ 3542 h 92291"/>
                <a:gd name="connsiteX60" fmla="*/ 268435 w 371039"/>
                <a:gd name="connsiteY60" fmla="*/ 50729 h 92291"/>
                <a:gd name="connsiteX61" fmla="*/ 267966 w 371039"/>
                <a:gd name="connsiteY61" fmla="*/ 52448 h 92291"/>
                <a:gd name="connsiteX62" fmla="*/ 266248 w 371039"/>
                <a:gd name="connsiteY62" fmla="*/ 52917 h 92291"/>
                <a:gd name="connsiteX63" fmla="*/ 241768 w 371039"/>
                <a:gd name="connsiteY63" fmla="*/ 52917 h 92291"/>
                <a:gd name="connsiteX64" fmla="*/ 241768 w 371039"/>
                <a:gd name="connsiteY64" fmla="*/ 73333 h 92291"/>
                <a:gd name="connsiteX65" fmla="*/ 279998 w 371039"/>
                <a:gd name="connsiteY65" fmla="*/ 73333 h 92291"/>
                <a:gd name="connsiteX66" fmla="*/ 279998 w 371039"/>
                <a:gd name="connsiteY66" fmla="*/ 80521 h 92291"/>
                <a:gd name="connsiteX67" fmla="*/ 195206 w 371039"/>
                <a:gd name="connsiteY67" fmla="*/ 80521 h 92291"/>
                <a:gd name="connsiteX68" fmla="*/ 195206 w 371039"/>
                <a:gd name="connsiteY68" fmla="*/ 73333 h 92291"/>
                <a:gd name="connsiteX69" fmla="*/ 233227 w 371039"/>
                <a:gd name="connsiteY69" fmla="*/ 73333 h 92291"/>
                <a:gd name="connsiteX70" fmla="*/ 233227 w 371039"/>
                <a:gd name="connsiteY70" fmla="*/ 52917 h 92291"/>
                <a:gd name="connsiteX71" fmla="*/ 208956 w 371039"/>
                <a:gd name="connsiteY71" fmla="*/ 52917 h 92291"/>
                <a:gd name="connsiteX72" fmla="*/ 207237 w 371039"/>
                <a:gd name="connsiteY72" fmla="*/ 52448 h 92291"/>
                <a:gd name="connsiteX73" fmla="*/ 206768 w 371039"/>
                <a:gd name="connsiteY73" fmla="*/ 50729 h 92291"/>
                <a:gd name="connsiteX74" fmla="*/ 324164 w 371039"/>
                <a:gd name="connsiteY74" fmla="*/ 1979 h 92291"/>
                <a:gd name="connsiteX75" fmla="*/ 333331 w 371039"/>
                <a:gd name="connsiteY75" fmla="*/ 1979 h 92291"/>
                <a:gd name="connsiteX76" fmla="*/ 333331 w 371039"/>
                <a:gd name="connsiteY76" fmla="*/ 6771 h 92291"/>
                <a:gd name="connsiteX77" fmla="*/ 336143 w 371039"/>
                <a:gd name="connsiteY77" fmla="*/ 16771 h 92291"/>
                <a:gd name="connsiteX78" fmla="*/ 343643 w 371039"/>
                <a:gd name="connsiteY78" fmla="*/ 24687 h 92291"/>
                <a:gd name="connsiteX79" fmla="*/ 354373 w 371039"/>
                <a:gd name="connsiteY79" fmla="*/ 30521 h 92291"/>
                <a:gd name="connsiteX80" fmla="*/ 366768 w 371039"/>
                <a:gd name="connsiteY80" fmla="*/ 34167 h 92291"/>
                <a:gd name="connsiteX81" fmla="*/ 361560 w 371039"/>
                <a:gd name="connsiteY81" fmla="*/ 40729 h 92291"/>
                <a:gd name="connsiteX82" fmla="*/ 351612 w 371039"/>
                <a:gd name="connsiteY82" fmla="*/ 37448 h 92291"/>
                <a:gd name="connsiteX83" fmla="*/ 342081 w 371039"/>
                <a:gd name="connsiteY83" fmla="*/ 32604 h 92291"/>
                <a:gd name="connsiteX84" fmla="*/ 334112 w 371039"/>
                <a:gd name="connsiteY84" fmla="*/ 26354 h 92291"/>
                <a:gd name="connsiteX85" fmla="*/ 328852 w 371039"/>
                <a:gd name="connsiteY85" fmla="*/ 18750 h 92291"/>
                <a:gd name="connsiteX86" fmla="*/ 323018 w 371039"/>
                <a:gd name="connsiteY86" fmla="*/ 26615 h 92291"/>
                <a:gd name="connsiteX87" fmla="*/ 315102 w 371039"/>
                <a:gd name="connsiteY87" fmla="*/ 32708 h 92291"/>
                <a:gd name="connsiteX88" fmla="*/ 305883 w 371039"/>
                <a:gd name="connsiteY88" fmla="*/ 37396 h 92291"/>
                <a:gd name="connsiteX89" fmla="*/ 296143 w 371039"/>
                <a:gd name="connsiteY89" fmla="*/ 40729 h 92291"/>
                <a:gd name="connsiteX90" fmla="*/ 290414 w 371039"/>
                <a:gd name="connsiteY90" fmla="*/ 34271 h 92291"/>
                <a:gd name="connsiteX91" fmla="*/ 315727 w 371039"/>
                <a:gd name="connsiteY91" fmla="*/ 23333 h 92291"/>
                <a:gd name="connsiteX92" fmla="*/ 324164 w 371039"/>
                <a:gd name="connsiteY92" fmla="*/ 6875 h 92291"/>
                <a:gd name="connsiteX93" fmla="*/ 42292 w 371039"/>
                <a:gd name="connsiteY93" fmla="*/ 521 h 92291"/>
                <a:gd name="connsiteX94" fmla="*/ 66302 w 371039"/>
                <a:gd name="connsiteY94" fmla="*/ 6354 h 92291"/>
                <a:gd name="connsiteX95" fmla="*/ 75000 w 371039"/>
                <a:gd name="connsiteY95" fmla="*/ 22187 h 92291"/>
                <a:gd name="connsiteX96" fmla="*/ 66354 w 371039"/>
                <a:gd name="connsiteY96" fmla="*/ 37760 h 92291"/>
                <a:gd name="connsiteX97" fmla="*/ 42292 w 371039"/>
                <a:gd name="connsiteY97" fmla="*/ 43646 h 92291"/>
                <a:gd name="connsiteX98" fmla="*/ 28594 w 371039"/>
                <a:gd name="connsiteY98" fmla="*/ 42136 h 92291"/>
                <a:gd name="connsiteX99" fmla="*/ 18229 w 371039"/>
                <a:gd name="connsiteY99" fmla="*/ 37813 h 92291"/>
                <a:gd name="connsiteX100" fmla="*/ 11719 w 371039"/>
                <a:gd name="connsiteY100" fmla="*/ 31042 h 92291"/>
                <a:gd name="connsiteX101" fmla="*/ 9479 w 371039"/>
                <a:gd name="connsiteY101" fmla="*/ 22187 h 92291"/>
                <a:gd name="connsiteX102" fmla="*/ 18229 w 371039"/>
                <a:gd name="connsiteY102" fmla="*/ 6510 h 92291"/>
                <a:gd name="connsiteX103" fmla="*/ 42292 w 371039"/>
                <a:gd name="connsiteY103" fmla="*/ 521 h 92291"/>
                <a:gd name="connsiteX104" fmla="*/ 161768 w 371039"/>
                <a:gd name="connsiteY104" fmla="*/ 0 h 92291"/>
                <a:gd name="connsiteX105" fmla="*/ 169998 w 371039"/>
                <a:gd name="connsiteY105" fmla="*/ 0 h 92291"/>
                <a:gd name="connsiteX106" fmla="*/ 169998 w 371039"/>
                <a:gd name="connsiteY106" fmla="*/ 92292 h 92291"/>
                <a:gd name="connsiteX107" fmla="*/ 161768 w 371039"/>
                <a:gd name="connsiteY107" fmla="*/ 92292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371039" h="92291">
                  <a:moveTo>
                    <a:pt x="0" y="52500"/>
                  </a:moveTo>
                  <a:lnTo>
                    <a:pt x="84479" y="52500"/>
                  </a:lnTo>
                  <a:lnTo>
                    <a:pt x="84479" y="59583"/>
                  </a:lnTo>
                  <a:lnTo>
                    <a:pt x="62396" y="59583"/>
                  </a:lnTo>
                  <a:lnTo>
                    <a:pt x="62396" y="92083"/>
                  </a:lnTo>
                  <a:lnTo>
                    <a:pt x="54167" y="92083"/>
                  </a:lnTo>
                  <a:lnTo>
                    <a:pt x="54167" y="59583"/>
                  </a:lnTo>
                  <a:lnTo>
                    <a:pt x="30625" y="59583"/>
                  </a:lnTo>
                  <a:lnTo>
                    <a:pt x="30625" y="91354"/>
                  </a:lnTo>
                  <a:lnTo>
                    <a:pt x="22292" y="91354"/>
                  </a:lnTo>
                  <a:lnTo>
                    <a:pt x="22292" y="59583"/>
                  </a:lnTo>
                  <a:lnTo>
                    <a:pt x="0" y="59583"/>
                  </a:lnTo>
                  <a:close/>
                  <a:moveTo>
                    <a:pt x="286560" y="50833"/>
                  </a:moveTo>
                  <a:lnTo>
                    <a:pt x="371039" y="50833"/>
                  </a:lnTo>
                  <a:lnTo>
                    <a:pt x="371039" y="57917"/>
                  </a:lnTo>
                  <a:lnTo>
                    <a:pt x="333331" y="57917"/>
                  </a:lnTo>
                  <a:lnTo>
                    <a:pt x="333331" y="92292"/>
                  </a:lnTo>
                  <a:lnTo>
                    <a:pt x="324893" y="92292"/>
                  </a:lnTo>
                  <a:lnTo>
                    <a:pt x="324893" y="57917"/>
                  </a:lnTo>
                  <a:lnTo>
                    <a:pt x="286560" y="57917"/>
                  </a:lnTo>
                  <a:close/>
                  <a:moveTo>
                    <a:pt x="214998" y="26667"/>
                  </a:moveTo>
                  <a:lnTo>
                    <a:pt x="214998" y="45729"/>
                  </a:lnTo>
                  <a:lnTo>
                    <a:pt x="260206" y="45729"/>
                  </a:lnTo>
                  <a:lnTo>
                    <a:pt x="260206" y="26667"/>
                  </a:lnTo>
                  <a:close/>
                  <a:moveTo>
                    <a:pt x="42292" y="7396"/>
                  </a:moveTo>
                  <a:cubicBezTo>
                    <a:pt x="35069" y="7396"/>
                    <a:pt x="29253" y="8672"/>
                    <a:pt x="24844" y="11198"/>
                  </a:cubicBezTo>
                  <a:cubicBezTo>
                    <a:pt x="20434" y="13737"/>
                    <a:pt x="18229" y="17396"/>
                    <a:pt x="18229" y="22187"/>
                  </a:cubicBezTo>
                  <a:cubicBezTo>
                    <a:pt x="18229" y="24557"/>
                    <a:pt x="18836" y="26641"/>
                    <a:pt x="20052" y="28438"/>
                  </a:cubicBezTo>
                  <a:cubicBezTo>
                    <a:pt x="21267" y="30247"/>
                    <a:pt x="22951" y="31771"/>
                    <a:pt x="25104" y="33021"/>
                  </a:cubicBezTo>
                  <a:cubicBezTo>
                    <a:pt x="27257" y="34271"/>
                    <a:pt x="29809" y="35208"/>
                    <a:pt x="32761" y="35833"/>
                  </a:cubicBezTo>
                  <a:cubicBezTo>
                    <a:pt x="35711" y="36458"/>
                    <a:pt x="38888" y="36771"/>
                    <a:pt x="42292" y="36771"/>
                  </a:cubicBezTo>
                  <a:cubicBezTo>
                    <a:pt x="49167" y="36771"/>
                    <a:pt x="54878" y="35508"/>
                    <a:pt x="59427" y="32969"/>
                  </a:cubicBezTo>
                  <a:cubicBezTo>
                    <a:pt x="63975" y="30443"/>
                    <a:pt x="66250" y="26849"/>
                    <a:pt x="66250" y="22187"/>
                  </a:cubicBezTo>
                  <a:cubicBezTo>
                    <a:pt x="66250" y="17396"/>
                    <a:pt x="63992" y="13737"/>
                    <a:pt x="59479" y="11198"/>
                  </a:cubicBezTo>
                  <a:cubicBezTo>
                    <a:pt x="54965" y="8672"/>
                    <a:pt x="49236" y="7396"/>
                    <a:pt x="42292" y="7396"/>
                  </a:cubicBezTo>
                  <a:close/>
                  <a:moveTo>
                    <a:pt x="97917" y="5104"/>
                  </a:moveTo>
                  <a:lnTo>
                    <a:pt x="146458" y="5104"/>
                  </a:lnTo>
                  <a:lnTo>
                    <a:pt x="146458" y="12083"/>
                  </a:lnTo>
                  <a:lnTo>
                    <a:pt x="126354" y="12083"/>
                  </a:lnTo>
                  <a:lnTo>
                    <a:pt x="126354" y="21354"/>
                  </a:lnTo>
                  <a:cubicBezTo>
                    <a:pt x="126354" y="31289"/>
                    <a:pt x="128438" y="39844"/>
                    <a:pt x="132604" y="47031"/>
                  </a:cubicBezTo>
                  <a:cubicBezTo>
                    <a:pt x="136771" y="54219"/>
                    <a:pt x="143125" y="60313"/>
                    <a:pt x="151664" y="65313"/>
                  </a:cubicBezTo>
                  <a:lnTo>
                    <a:pt x="145729" y="71250"/>
                  </a:lnTo>
                  <a:cubicBezTo>
                    <a:pt x="140938" y="68125"/>
                    <a:pt x="136319" y="64102"/>
                    <a:pt x="131875" y="59167"/>
                  </a:cubicBezTo>
                  <a:cubicBezTo>
                    <a:pt x="127430" y="54245"/>
                    <a:pt x="124167" y="48646"/>
                    <a:pt x="122083" y="42396"/>
                  </a:cubicBezTo>
                  <a:cubicBezTo>
                    <a:pt x="121111" y="45521"/>
                    <a:pt x="119757" y="48594"/>
                    <a:pt x="118021" y="51615"/>
                  </a:cubicBezTo>
                  <a:cubicBezTo>
                    <a:pt x="116284" y="54635"/>
                    <a:pt x="114305" y="57539"/>
                    <a:pt x="112083" y="60313"/>
                  </a:cubicBezTo>
                  <a:cubicBezTo>
                    <a:pt x="109930" y="63021"/>
                    <a:pt x="107621" y="65521"/>
                    <a:pt x="105156" y="67813"/>
                  </a:cubicBezTo>
                  <a:cubicBezTo>
                    <a:pt x="102690" y="70104"/>
                    <a:pt x="100313" y="72083"/>
                    <a:pt x="98021" y="73750"/>
                  </a:cubicBezTo>
                  <a:lnTo>
                    <a:pt x="91250" y="68021"/>
                  </a:lnTo>
                  <a:cubicBezTo>
                    <a:pt x="99583" y="62813"/>
                    <a:pt x="106094" y="56224"/>
                    <a:pt x="110781" y="48229"/>
                  </a:cubicBezTo>
                  <a:cubicBezTo>
                    <a:pt x="115469" y="40247"/>
                    <a:pt x="117813" y="30833"/>
                    <a:pt x="117813" y="20000"/>
                  </a:cubicBezTo>
                  <a:lnTo>
                    <a:pt x="117813" y="12083"/>
                  </a:lnTo>
                  <a:lnTo>
                    <a:pt x="97917" y="12083"/>
                  </a:lnTo>
                  <a:close/>
                  <a:moveTo>
                    <a:pt x="206768" y="3542"/>
                  </a:moveTo>
                  <a:lnTo>
                    <a:pt x="214998" y="3542"/>
                  </a:lnTo>
                  <a:lnTo>
                    <a:pt x="214998" y="19687"/>
                  </a:lnTo>
                  <a:lnTo>
                    <a:pt x="260206" y="19687"/>
                  </a:lnTo>
                  <a:lnTo>
                    <a:pt x="260206" y="3542"/>
                  </a:lnTo>
                  <a:lnTo>
                    <a:pt x="268435" y="3542"/>
                  </a:lnTo>
                  <a:lnTo>
                    <a:pt x="268435" y="50729"/>
                  </a:lnTo>
                  <a:cubicBezTo>
                    <a:pt x="268435" y="51563"/>
                    <a:pt x="268279" y="52135"/>
                    <a:pt x="267966" y="52448"/>
                  </a:cubicBezTo>
                  <a:cubicBezTo>
                    <a:pt x="267654" y="52760"/>
                    <a:pt x="267081" y="52917"/>
                    <a:pt x="266248" y="52917"/>
                  </a:cubicBezTo>
                  <a:lnTo>
                    <a:pt x="241768" y="52917"/>
                  </a:lnTo>
                  <a:lnTo>
                    <a:pt x="241768" y="73333"/>
                  </a:lnTo>
                  <a:lnTo>
                    <a:pt x="279998" y="73333"/>
                  </a:lnTo>
                  <a:lnTo>
                    <a:pt x="279998" y="80521"/>
                  </a:lnTo>
                  <a:lnTo>
                    <a:pt x="195206" y="80521"/>
                  </a:lnTo>
                  <a:lnTo>
                    <a:pt x="195206" y="73333"/>
                  </a:lnTo>
                  <a:lnTo>
                    <a:pt x="233227" y="73333"/>
                  </a:lnTo>
                  <a:lnTo>
                    <a:pt x="233227" y="52917"/>
                  </a:lnTo>
                  <a:lnTo>
                    <a:pt x="208956" y="52917"/>
                  </a:lnTo>
                  <a:cubicBezTo>
                    <a:pt x="208123" y="52917"/>
                    <a:pt x="207550" y="52760"/>
                    <a:pt x="207237" y="52448"/>
                  </a:cubicBezTo>
                  <a:cubicBezTo>
                    <a:pt x="206925" y="52135"/>
                    <a:pt x="206768" y="51563"/>
                    <a:pt x="206768" y="50729"/>
                  </a:cubicBezTo>
                  <a:close/>
                  <a:moveTo>
                    <a:pt x="324164" y="1979"/>
                  </a:moveTo>
                  <a:lnTo>
                    <a:pt x="333331" y="1979"/>
                  </a:lnTo>
                  <a:lnTo>
                    <a:pt x="333331" y="6771"/>
                  </a:lnTo>
                  <a:cubicBezTo>
                    <a:pt x="333331" y="10456"/>
                    <a:pt x="334268" y="13789"/>
                    <a:pt x="336143" y="16771"/>
                  </a:cubicBezTo>
                  <a:cubicBezTo>
                    <a:pt x="338018" y="19766"/>
                    <a:pt x="340518" y="22396"/>
                    <a:pt x="343643" y="24687"/>
                  </a:cubicBezTo>
                  <a:cubicBezTo>
                    <a:pt x="346768" y="26979"/>
                    <a:pt x="350349" y="28932"/>
                    <a:pt x="354373" y="30521"/>
                  </a:cubicBezTo>
                  <a:cubicBezTo>
                    <a:pt x="358396" y="32122"/>
                    <a:pt x="362537" y="33333"/>
                    <a:pt x="366768" y="34167"/>
                  </a:cubicBezTo>
                  <a:lnTo>
                    <a:pt x="361560" y="40729"/>
                  </a:lnTo>
                  <a:cubicBezTo>
                    <a:pt x="358305" y="39896"/>
                    <a:pt x="354985" y="38802"/>
                    <a:pt x="351612" y="37448"/>
                  </a:cubicBezTo>
                  <a:cubicBezTo>
                    <a:pt x="348240" y="36094"/>
                    <a:pt x="345063" y="34479"/>
                    <a:pt x="342081" y="32604"/>
                  </a:cubicBezTo>
                  <a:cubicBezTo>
                    <a:pt x="339099" y="30729"/>
                    <a:pt x="336443" y="28646"/>
                    <a:pt x="334112" y="26354"/>
                  </a:cubicBezTo>
                  <a:cubicBezTo>
                    <a:pt x="331781" y="24063"/>
                    <a:pt x="330037" y="21537"/>
                    <a:pt x="328852" y="18750"/>
                  </a:cubicBezTo>
                  <a:cubicBezTo>
                    <a:pt x="327328" y="21667"/>
                    <a:pt x="325388" y="24297"/>
                    <a:pt x="323018" y="26615"/>
                  </a:cubicBezTo>
                  <a:cubicBezTo>
                    <a:pt x="320662" y="28945"/>
                    <a:pt x="318018" y="30977"/>
                    <a:pt x="315102" y="32708"/>
                  </a:cubicBezTo>
                  <a:cubicBezTo>
                    <a:pt x="312185" y="34518"/>
                    <a:pt x="309112" y="36081"/>
                    <a:pt x="305883" y="37396"/>
                  </a:cubicBezTo>
                  <a:cubicBezTo>
                    <a:pt x="302654" y="38724"/>
                    <a:pt x="299412" y="39831"/>
                    <a:pt x="296143" y="40729"/>
                  </a:cubicBezTo>
                  <a:lnTo>
                    <a:pt x="290414" y="34271"/>
                  </a:lnTo>
                  <a:cubicBezTo>
                    <a:pt x="301664" y="31562"/>
                    <a:pt x="310102" y="27917"/>
                    <a:pt x="315727" y="23333"/>
                  </a:cubicBezTo>
                  <a:cubicBezTo>
                    <a:pt x="321352" y="18750"/>
                    <a:pt x="324164" y="13268"/>
                    <a:pt x="324164" y="6875"/>
                  </a:cubicBezTo>
                  <a:close/>
                  <a:moveTo>
                    <a:pt x="42292" y="521"/>
                  </a:moveTo>
                  <a:cubicBezTo>
                    <a:pt x="52500" y="521"/>
                    <a:pt x="60503" y="2474"/>
                    <a:pt x="66302" y="6354"/>
                  </a:cubicBezTo>
                  <a:cubicBezTo>
                    <a:pt x="72100" y="10247"/>
                    <a:pt x="75000" y="15521"/>
                    <a:pt x="75000" y="22187"/>
                  </a:cubicBezTo>
                  <a:cubicBezTo>
                    <a:pt x="75000" y="28646"/>
                    <a:pt x="72117" y="33841"/>
                    <a:pt x="66354" y="37760"/>
                  </a:cubicBezTo>
                  <a:cubicBezTo>
                    <a:pt x="60590" y="41693"/>
                    <a:pt x="52569" y="43646"/>
                    <a:pt x="42292" y="43646"/>
                  </a:cubicBezTo>
                  <a:cubicBezTo>
                    <a:pt x="37221" y="43646"/>
                    <a:pt x="32656" y="43151"/>
                    <a:pt x="28594" y="42136"/>
                  </a:cubicBezTo>
                  <a:cubicBezTo>
                    <a:pt x="24531" y="41133"/>
                    <a:pt x="21076" y="39688"/>
                    <a:pt x="18229" y="37813"/>
                  </a:cubicBezTo>
                  <a:cubicBezTo>
                    <a:pt x="15382" y="35937"/>
                    <a:pt x="13211" y="33685"/>
                    <a:pt x="11719" y="31042"/>
                  </a:cubicBezTo>
                  <a:cubicBezTo>
                    <a:pt x="10225" y="28412"/>
                    <a:pt x="9479" y="25456"/>
                    <a:pt x="9479" y="22187"/>
                  </a:cubicBezTo>
                  <a:cubicBezTo>
                    <a:pt x="9479" y="15729"/>
                    <a:pt x="12396" y="10508"/>
                    <a:pt x="18229" y="6510"/>
                  </a:cubicBezTo>
                  <a:cubicBezTo>
                    <a:pt x="24063" y="2526"/>
                    <a:pt x="32083" y="521"/>
                    <a:pt x="42292" y="521"/>
                  </a:cubicBezTo>
                  <a:close/>
                  <a:moveTo>
                    <a:pt x="161768" y="0"/>
                  </a:moveTo>
                  <a:lnTo>
                    <a:pt x="169998" y="0"/>
                  </a:lnTo>
                  <a:lnTo>
                    <a:pt x="169998" y="92292"/>
                  </a:lnTo>
                  <a:lnTo>
                    <a:pt x="161768" y="922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CD25E1CA-711C-427B-8D84-E627E0ABFA38}"/>
                </a:ext>
              </a:extLst>
            </p:cNvPr>
            <p:cNvSpPr txBox="1"/>
            <p:nvPr/>
          </p:nvSpPr>
          <p:spPr>
            <a:xfrm>
              <a:off x="1591052" y="3453027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유지보수</a:t>
              </a:r>
            </a:p>
          </p:txBody>
        </p:sp>
        <p:sp>
          <p:nvSpPr>
            <p:cNvPr id="383" name="자유형: 도형 382">
              <a:extLst>
                <a:ext uri="{FF2B5EF4-FFF2-40B4-BE49-F238E27FC236}">
                  <a16:creationId xmlns:a16="http://schemas.microsoft.com/office/drawing/2014/main" id="{50E8E129-0E49-4B14-AAFD-16A7A1D3099C}"/>
                </a:ext>
              </a:extLst>
            </p:cNvPr>
            <p:cNvSpPr/>
            <p:nvPr/>
          </p:nvSpPr>
          <p:spPr>
            <a:xfrm>
              <a:off x="2093466" y="3521325"/>
              <a:ext cx="168229" cy="94791"/>
            </a:xfrm>
            <a:custGeom>
              <a:avLst/>
              <a:gdLst>
                <a:gd name="connsiteX0" fmla="*/ 42396 w 168229"/>
                <a:gd name="connsiteY0" fmla="*/ 66667 h 94791"/>
                <a:gd name="connsiteX1" fmla="*/ 24635 w 168229"/>
                <a:gd name="connsiteY1" fmla="*/ 69583 h 94791"/>
                <a:gd name="connsiteX2" fmla="*/ 18333 w 168229"/>
                <a:gd name="connsiteY2" fmla="*/ 77604 h 94791"/>
                <a:gd name="connsiteX3" fmla="*/ 24635 w 168229"/>
                <a:gd name="connsiteY3" fmla="*/ 85573 h 94791"/>
                <a:gd name="connsiteX4" fmla="*/ 42396 w 168229"/>
                <a:gd name="connsiteY4" fmla="*/ 88437 h 94791"/>
                <a:gd name="connsiteX5" fmla="*/ 59740 w 168229"/>
                <a:gd name="connsiteY5" fmla="*/ 85573 h 94791"/>
                <a:gd name="connsiteX6" fmla="*/ 66146 w 168229"/>
                <a:gd name="connsiteY6" fmla="*/ 77708 h 94791"/>
                <a:gd name="connsiteX7" fmla="*/ 59792 w 168229"/>
                <a:gd name="connsiteY7" fmla="*/ 69583 h 94791"/>
                <a:gd name="connsiteX8" fmla="*/ 42396 w 168229"/>
                <a:gd name="connsiteY8" fmla="*/ 66667 h 94791"/>
                <a:gd name="connsiteX9" fmla="*/ 42396 w 168229"/>
                <a:gd name="connsiteY9" fmla="*/ 60521 h 94791"/>
                <a:gd name="connsiteX10" fmla="*/ 67135 w 168229"/>
                <a:gd name="connsiteY10" fmla="*/ 65417 h 94791"/>
                <a:gd name="connsiteX11" fmla="*/ 75312 w 168229"/>
                <a:gd name="connsiteY11" fmla="*/ 77708 h 94791"/>
                <a:gd name="connsiteX12" fmla="*/ 67187 w 168229"/>
                <a:gd name="connsiteY12" fmla="*/ 89896 h 94791"/>
                <a:gd name="connsiteX13" fmla="*/ 42396 w 168229"/>
                <a:gd name="connsiteY13" fmla="*/ 94792 h 94791"/>
                <a:gd name="connsiteX14" fmla="*/ 17500 w 168229"/>
                <a:gd name="connsiteY14" fmla="*/ 89896 h 94791"/>
                <a:gd name="connsiteX15" fmla="*/ 9271 w 168229"/>
                <a:gd name="connsiteY15" fmla="*/ 77604 h 94791"/>
                <a:gd name="connsiteX16" fmla="*/ 17552 w 168229"/>
                <a:gd name="connsiteY16" fmla="*/ 65312 h 94791"/>
                <a:gd name="connsiteX17" fmla="*/ 42396 w 168229"/>
                <a:gd name="connsiteY17" fmla="*/ 60521 h 94791"/>
                <a:gd name="connsiteX18" fmla="*/ 106667 w 168229"/>
                <a:gd name="connsiteY18" fmla="*/ 59688 h 94791"/>
                <a:gd name="connsiteX19" fmla="*/ 165833 w 168229"/>
                <a:gd name="connsiteY19" fmla="*/ 59688 h 94791"/>
                <a:gd name="connsiteX20" fmla="*/ 167552 w 168229"/>
                <a:gd name="connsiteY20" fmla="*/ 60156 h 94791"/>
                <a:gd name="connsiteX21" fmla="*/ 168021 w 168229"/>
                <a:gd name="connsiteY21" fmla="*/ 61875 h 94791"/>
                <a:gd name="connsiteX22" fmla="*/ 168021 w 168229"/>
                <a:gd name="connsiteY22" fmla="*/ 93542 h 94791"/>
                <a:gd name="connsiteX23" fmla="*/ 159792 w 168229"/>
                <a:gd name="connsiteY23" fmla="*/ 93542 h 94791"/>
                <a:gd name="connsiteX24" fmla="*/ 159792 w 168229"/>
                <a:gd name="connsiteY24" fmla="*/ 66771 h 94791"/>
                <a:gd name="connsiteX25" fmla="*/ 106667 w 168229"/>
                <a:gd name="connsiteY25" fmla="*/ 66771 h 94791"/>
                <a:gd name="connsiteX26" fmla="*/ 53646 w 168229"/>
                <a:gd name="connsiteY26" fmla="*/ 34375 h 94791"/>
                <a:gd name="connsiteX27" fmla="*/ 48125 w 168229"/>
                <a:gd name="connsiteY27" fmla="*/ 35208 h 94791"/>
                <a:gd name="connsiteX28" fmla="*/ 42292 w 168229"/>
                <a:gd name="connsiteY28" fmla="*/ 35417 h 94791"/>
                <a:gd name="connsiteX29" fmla="*/ 36510 w 168229"/>
                <a:gd name="connsiteY29" fmla="*/ 35208 h 94791"/>
                <a:gd name="connsiteX30" fmla="*/ 31354 w 168229"/>
                <a:gd name="connsiteY30" fmla="*/ 34479 h 94791"/>
                <a:gd name="connsiteX31" fmla="*/ 31354 w 168229"/>
                <a:gd name="connsiteY31" fmla="*/ 46042 h 94791"/>
                <a:gd name="connsiteX32" fmla="*/ 53646 w 168229"/>
                <a:gd name="connsiteY32" fmla="*/ 46042 h 94791"/>
                <a:gd name="connsiteX33" fmla="*/ 141979 w 168229"/>
                <a:gd name="connsiteY33" fmla="*/ 18021 h 94791"/>
                <a:gd name="connsiteX34" fmla="*/ 142917 w 168229"/>
                <a:gd name="connsiteY34" fmla="*/ 21823 h 94791"/>
                <a:gd name="connsiteX35" fmla="*/ 143229 w 168229"/>
                <a:gd name="connsiteY35" fmla="*/ 25625 h 94791"/>
                <a:gd name="connsiteX36" fmla="*/ 143021 w 168229"/>
                <a:gd name="connsiteY36" fmla="*/ 28698 h 94791"/>
                <a:gd name="connsiteX37" fmla="*/ 142500 w 168229"/>
                <a:gd name="connsiteY37" fmla="*/ 31562 h 94791"/>
                <a:gd name="connsiteX38" fmla="*/ 159896 w 168229"/>
                <a:gd name="connsiteY38" fmla="*/ 31562 h 94791"/>
                <a:gd name="connsiteX39" fmla="*/ 159896 w 168229"/>
                <a:gd name="connsiteY39" fmla="*/ 18021 h 94791"/>
                <a:gd name="connsiteX40" fmla="*/ 118958 w 168229"/>
                <a:gd name="connsiteY40" fmla="*/ 9271 h 94791"/>
                <a:gd name="connsiteX41" fmla="*/ 107240 w 168229"/>
                <a:gd name="connsiteY41" fmla="*/ 14063 h 94791"/>
                <a:gd name="connsiteX42" fmla="*/ 103125 w 168229"/>
                <a:gd name="connsiteY42" fmla="*/ 25729 h 94791"/>
                <a:gd name="connsiteX43" fmla="*/ 107240 w 168229"/>
                <a:gd name="connsiteY43" fmla="*/ 37344 h 94791"/>
                <a:gd name="connsiteX44" fmla="*/ 118958 w 168229"/>
                <a:gd name="connsiteY44" fmla="*/ 42187 h 94791"/>
                <a:gd name="connsiteX45" fmla="*/ 130573 w 168229"/>
                <a:gd name="connsiteY45" fmla="*/ 37344 h 94791"/>
                <a:gd name="connsiteX46" fmla="*/ 134688 w 168229"/>
                <a:gd name="connsiteY46" fmla="*/ 25729 h 94791"/>
                <a:gd name="connsiteX47" fmla="*/ 130573 w 168229"/>
                <a:gd name="connsiteY47" fmla="*/ 14063 h 94791"/>
                <a:gd name="connsiteX48" fmla="*/ 118958 w 168229"/>
                <a:gd name="connsiteY48" fmla="*/ 9271 h 94791"/>
                <a:gd name="connsiteX49" fmla="*/ 42292 w 168229"/>
                <a:gd name="connsiteY49" fmla="*/ 6250 h 94791"/>
                <a:gd name="connsiteX50" fmla="*/ 24896 w 168229"/>
                <a:gd name="connsiteY50" fmla="*/ 9375 h 94791"/>
                <a:gd name="connsiteX51" fmla="*/ 18750 w 168229"/>
                <a:gd name="connsiteY51" fmla="*/ 17500 h 94791"/>
                <a:gd name="connsiteX52" fmla="*/ 25208 w 168229"/>
                <a:gd name="connsiteY52" fmla="*/ 25625 h 94791"/>
                <a:gd name="connsiteX53" fmla="*/ 42292 w 168229"/>
                <a:gd name="connsiteY53" fmla="*/ 28854 h 94791"/>
                <a:gd name="connsiteX54" fmla="*/ 59271 w 168229"/>
                <a:gd name="connsiteY54" fmla="*/ 25781 h 94791"/>
                <a:gd name="connsiteX55" fmla="*/ 65937 w 168229"/>
                <a:gd name="connsiteY55" fmla="*/ 17708 h 94791"/>
                <a:gd name="connsiteX56" fmla="*/ 59583 w 168229"/>
                <a:gd name="connsiteY56" fmla="*/ 9479 h 94791"/>
                <a:gd name="connsiteX57" fmla="*/ 42292 w 168229"/>
                <a:gd name="connsiteY57" fmla="*/ 6250 h 94791"/>
                <a:gd name="connsiteX58" fmla="*/ 159896 w 168229"/>
                <a:gd name="connsiteY58" fmla="*/ 625 h 94791"/>
                <a:gd name="connsiteX59" fmla="*/ 168229 w 168229"/>
                <a:gd name="connsiteY59" fmla="*/ 625 h 94791"/>
                <a:gd name="connsiteX60" fmla="*/ 168229 w 168229"/>
                <a:gd name="connsiteY60" fmla="*/ 54687 h 94791"/>
                <a:gd name="connsiteX61" fmla="*/ 159896 w 168229"/>
                <a:gd name="connsiteY61" fmla="*/ 54687 h 94791"/>
                <a:gd name="connsiteX62" fmla="*/ 159896 w 168229"/>
                <a:gd name="connsiteY62" fmla="*/ 38542 h 94791"/>
                <a:gd name="connsiteX63" fmla="*/ 139583 w 168229"/>
                <a:gd name="connsiteY63" fmla="*/ 38542 h 94791"/>
                <a:gd name="connsiteX64" fmla="*/ 131094 w 168229"/>
                <a:gd name="connsiteY64" fmla="*/ 46562 h 94791"/>
                <a:gd name="connsiteX65" fmla="*/ 118854 w 168229"/>
                <a:gd name="connsiteY65" fmla="*/ 49583 h 94791"/>
                <a:gd name="connsiteX66" fmla="*/ 109062 w 168229"/>
                <a:gd name="connsiteY66" fmla="*/ 47708 h 94791"/>
                <a:gd name="connsiteX67" fmla="*/ 101354 w 168229"/>
                <a:gd name="connsiteY67" fmla="*/ 42604 h 94791"/>
                <a:gd name="connsiteX68" fmla="*/ 96354 w 168229"/>
                <a:gd name="connsiteY68" fmla="*/ 35000 h 94791"/>
                <a:gd name="connsiteX69" fmla="*/ 94583 w 168229"/>
                <a:gd name="connsiteY69" fmla="*/ 25625 h 94791"/>
                <a:gd name="connsiteX70" fmla="*/ 96354 w 168229"/>
                <a:gd name="connsiteY70" fmla="*/ 16510 h 94791"/>
                <a:gd name="connsiteX71" fmla="*/ 101354 w 168229"/>
                <a:gd name="connsiteY71" fmla="*/ 8958 h 94791"/>
                <a:gd name="connsiteX72" fmla="*/ 109062 w 168229"/>
                <a:gd name="connsiteY72" fmla="*/ 3802 h 94791"/>
                <a:gd name="connsiteX73" fmla="*/ 118854 w 168229"/>
                <a:gd name="connsiteY73" fmla="*/ 1875 h 94791"/>
                <a:gd name="connsiteX74" fmla="*/ 130000 w 168229"/>
                <a:gd name="connsiteY74" fmla="*/ 4427 h 94791"/>
                <a:gd name="connsiteX75" fmla="*/ 138333 w 168229"/>
                <a:gd name="connsiteY75" fmla="*/ 11042 h 94791"/>
                <a:gd name="connsiteX76" fmla="*/ 159896 w 168229"/>
                <a:gd name="connsiteY76" fmla="*/ 11042 h 94791"/>
                <a:gd name="connsiteX77" fmla="*/ 42292 w 168229"/>
                <a:gd name="connsiteY77" fmla="*/ 0 h 94791"/>
                <a:gd name="connsiteX78" fmla="*/ 66771 w 168229"/>
                <a:gd name="connsiteY78" fmla="*/ 5260 h 94791"/>
                <a:gd name="connsiteX79" fmla="*/ 74792 w 168229"/>
                <a:gd name="connsiteY79" fmla="*/ 17812 h 94791"/>
                <a:gd name="connsiteX80" fmla="*/ 71510 w 168229"/>
                <a:gd name="connsiteY80" fmla="*/ 26146 h 94791"/>
                <a:gd name="connsiteX81" fmla="*/ 61667 w 168229"/>
                <a:gd name="connsiteY81" fmla="*/ 32500 h 94791"/>
                <a:gd name="connsiteX82" fmla="*/ 61667 w 168229"/>
                <a:gd name="connsiteY82" fmla="*/ 46042 h 94791"/>
                <a:gd name="connsiteX83" fmla="*/ 84583 w 168229"/>
                <a:gd name="connsiteY83" fmla="*/ 46042 h 94791"/>
                <a:gd name="connsiteX84" fmla="*/ 84583 w 168229"/>
                <a:gd name="connsiteY84" fmla="*/ 53125 h 94791"/>
                <a:gd name="connsiteX85" fmla="*/ 0 w 168229"/>
                <a:gd name="connsiteY85" fmla="*/ 53125 h 94791"/>
                <a:gd name="connsiteX86" fmla="*/ 0 w 168229"/>
                <a:gd name="connsiteY86" fmla="*/ 46042 h 94791"/>
                <a:gd name="connsiteX87" fmla="*/ 23229 w 168229"/>
                <a:gd name="connsiteY87" fmla="*/ 46042 h 94791"/>
                <a:gd name="connsiteX88" fmla="*/ 23229 w 168229"/>
                <a:gd name="connsiteY88" fmla="*/ 32500 h 94791"/>
                <a:gd name="connsiteX89" fmla="*/ 13281 w 168229"/>
                <a:gd name="connsiteY89" fmla="*/ 26094 h 94791"/>
                <a:gd name="connsiteX90" fmla="*/ 10000 w 168229"/>
                <a:gd name="connsiteY90" fmla="*/ 17604 h 94791"/>
                <a:gd name="connsiteX91" fmla="*/ 18125 w 168229"/>
                <a:gd name="connsiteY91" fmla="*/ 5208 h 94791"/>
                <a:gd name="connsiteX92" fmla="*/ 42292 w 168229"/>
                <a:gd name="connsiteY92" fmla="*/ 0 h 9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68229" h="94791">
                  <a:moveTo>
                    <a:pt x="42396" y="66667"/>
                  </a:moveTo>
                  <a:cubicBezTo>
                    <a:pt x="34753" y="66667"/>
                    <a:pt x="28828" y="67643"/>
                    <a:pt x="24635" y="69583"/>
                  </a:cubicBezTo>
                  <a:cubicBezTo>
                    <a:pt x="20430" y="71537"/>
                    <a:pt x="18333" y="74206"/>
                    <a:pt x="18333" y="77604"/>
                  </a:cubicBezTo>
                  <a:cubicBezTo>
                    <a:pt x="18333" y="81016"/>
                    <a:pt x="20430" y="83672"/>
                    <a:pt x="24635" y="85573"/>
                  </a:cubicBezTo>
                  <a:cubicBezTo>
                    <a:pt x="28828" y="87487"/>
                    <a:pt x="34753" y="88437"/>
                    <a:pt x="42396" y="88437"/>
                  </a:cubicBezTo>
                  <a:cubicBezTo>
                    <a:pt x="49687" y="88437"/>
                    <a:pt x="55469" y="87487"/>
                    <a:pt x="59740" y="85573"/>
                  </a:cubicBezTo>
                  <a:cubicBezTo>
                    <a:pt x="64010" y="83672"/>
                    <a:pt x="66146" y="81042"/>
                    <a:pt x="66146" y="77708"/>
                  </a:cubicBezTo>
                  <a:cubicBezTo>
                    <a:pt x="66146" y="74245"/>
                    <a:pt x="64023" y="71537"/>
                    <a:pt x="59792" y="69583"/>
                  </a:cubicBezTo>
                  <a:cubicBezTo>
                    <a:pt x="55547" y="67643"/>
                    <a:pt x="49753" y="66667"/>
                    <a:pt x="42396" y="66667"/>
                  </a:cubicBezTo>
                  <a:close/>
                  <a:moveTo>
                    <a:pt x="42396" y="60521"/>
                  </a:moveTo>
                  <a:cubicBezTo>
                    <a:pt x="53437" y="60521"/>
                    <a:pt x="61680" y="62162"/>
                    <a:pt x="67135" y="65417"/>
                  </a:cubicBezTo>
                  <a:cubicBezTo>
                    <a:pt x="72578" y="68685"/>
                    <a:pt x="75312" y="72786"/>
                    <a:pt x="75312" y="77708"/>
                  </a:cubicBezTo>
                  <a:cubicBezTo>
                    <a:pt x="75312" y="82578"/>
                    <a:pt x="72604" y="86641"/>
                    <a:pt x="67187" y="89896"/>
                  </a:cubicBezTo>
                  <a:cubicBezTo>
                    <a:pt x="61771" y="93164"/>
                    <a:pt x="53503" y="94792"/>
                    <a:pt x="42396" y="94792"/>
                  </a:cubicBezTo>
                  <a:cubicBezTo>
                    <a:pt x="31276" y="94792"/>
                    <a:pt x="22982" y="93164"/>
                    <a:pt x="17500" y="89896"/>
                  </a:cubicBezTo>
                  <a:cubicBezTo>
                    <a:pt x="12005" y="86641"/>
                    <a:pt x="9271" y="82539"/>
                    <a:pt x="9271" y="77604"/>
                  </a:cubicBezTo>
                  <a:cubicBezTo>
                    <a:pt x="9271" y="72604"/>
                    <a:pt x="12031" y="68516"/>
                    <a:pt x="17552" y="65312"/>
                  </a:cubicBezTo>
                  <a:cubicBezTo>
                    <a:pt x="23073" y="62122"/>
                    <a:pt x="31354" y="60521"/>
                    <a:pt x="42396" y="60521"/>
                  </a:cubicBezTo>
                  <a:close/>
                  <a:moveTo>
                    <a:pt x="106667" y="59688"/>
                  </a:moveTo>
                  <a:lnTo>
                    <a:pt x="165833" y="59688"/>
                  </a:lnTo>
                  <a:cubicBezTo>
                    <a:pt x="166667" y="59688"/>
                    <a:pt x="167240" y="59844"/>
                    <a:pt x="167552" y="60156"/>
                  </a:cubicBezTo>
                  <a:cubicBezTo>
                    <a:pt x="167865" y="60469"/>
                    <a:pt x="168021" y="61042"/>
                    <a:pt x="168021" y="61875"/>
                  </a:cubicBezTo>
                  <a:lnTo>
                    <a:pt x="168021" y="93542"/>
                  </a:lnTo>
                  <a:lnTo>
                    <a:pt x="159792" y="93542"/>
                  </a:lnTo>
                  <a:lnTo>
                    <a:pt x="159792" y="66771"/>
                  </a:lnTo>
                  <a:lnTo>
                    <a:pt x="106667" y="66771"/>
                  </a:lnTo>
                  <a:close/>
                  <a:moveTo>
                    <a:pt x="53646" y="34375"/>
                  </a:moveTo>
                  <a:cubicBezTo>
                    <a:pt x="51901" y="34792"/>
                    <a:pt x="50065" y="35078"/>
                    <a:pt x="48125" y="35208"/>
                  </a:cubicBezTo>
                  <a:cubicBezTo>
                    <a:pt x="46172" y="35352"/>
                    <a:pt x="44232" y="35417"/>
                    <a:pt x="42292" y="35417"/>
                  </a:cubicBezTo>
                  <a:cubicBezTo>
                    <a:pt x="40339" y="35417"/>
                    <a:pt x="38411" y="35352"/>
                    <a:pt x="36510" y="35208"/>
                  </a:cubicBezTo>
                  <a:cubicBezTo>
                    <a:pt x="34596" y="35078"/>
                    <a:pt x="32878" y="34831"/>
                    <a:pt x="31354" y="34479"/>
                  </a:cubicBezTo>
                  <a:lnTo>
                    <a:pt x="31354" y="46042"/>
                  </a:lnTo>
                  <a:lnTo>
                    <a:pt x="53646" y="46042"/>
                  </a:lnTo>
                  <a:close/>
                  <a:moveTo>
                    <a:pt x="141979" y="18021"/>
                  </a:moveTo>
                  <a:cubicBezTo>
                    <a:pt x="142396" y="19271"/>
                    <a:pt x="142708" y="20547"/>
                    <a:pt x="142917" y="21823"/>
                  </a:cubicBezTo>
                  <a:cubicBezTo>
                    <a:pt x="143125" y="23112"/>
                    <a:pt x="143229" y="24375"/>
                    <a:pt x="143229" y="25625"/>
                  </a:cubicBezTo>
                  <a:cubicBezTo>
                    <a:pt x="143229" y="26667"/>
                    <a:pt x="143151" y="27695"/>
                    <a:pt x="143021" y="28698"/>
                  </a:cubicBezTo>
                  <a:cubicBezTo>
                    <a:pt x="142878" y="29714"/>
                    <a:pt x="142708" y="30664"/>
                    <a:pt x="142500" y="31562"/>
                  </a:cubicBezTo>
                  <a:lnTo>
                    <a:pt x="159896" y="31562"/>
                  </a:lnTo>
                  <a:lnTo>
                    <a:pt x="159896" y="18021"/>
                  </a:lnTo>
                  <a:close/>
                  <a:moveTo>
                    <a:pt x="118958" y="9271"/>
                  </a:moveTo>
                  <a:cubicBezTo>
                    <a:pt x="113880" y="9271"/>
                    <a:pt x="109974" y="10872"/>
                    <a:pt x="107240" y="14063"/>
                  </a:cubicBezTo>
                  <a:cubicBezTo>
                    <a:pt x="104492" y="17265"/>
                    <a:pt x="103125" y="21146"/>
                    <a:pt x="103125" y="25729"/>
                  </a:cubicBezTo>
                  <a:cubicBezTo>
                    <a:pt x="103125" y="30247"/>
                    <a:pt x="104492" y="34115"/>
                    <a:pt x="107240" y="37344"/>
                  </a:cubicBezTo>
                  <a:cubicBezTo>
                    <a:pt x="109974" y="40573"/>
                    <a:pt x="113880" y="42187"/>
                    <a:pt x="118958" y="42187"/>
                  </a:cubicBezTo>
                  <a:cubicBezTo>
                    <a:pt x="123958" y="42187"/>
                    <a:pt x="127826" y="40573"/>
                    <a:pt x="130573" y="37344"/>
                  </a:cubicBezTo>
                  <a:cubicBezTo>
                    <a:pt x="133307" y="34115"/>
                    <a:pt x="134688" y="30247"/>
                    <a:pt x="134688" y="25729"/>
                  </a:cubicBezTo>
                  <a:cubicBezTo>
                    <a:pt x="134688" y="21146"/>
                    <a:pt x="133307" y="17265"/>
                    <a:pt x="130573" y="14063"/>
                  </a:cubicBezTo>
                  <a:cubicBezTo>
                    <a:pt x="127826" y="10872"/>
                    <a:pt x="123958" y="9271"/>
                    <a:pt x="118958" y="9271"/>
                  </a:cubicBezTo>
                  <a:close/>
                  <a:moveTo>
                    <a:pt x="42292" y="6250"/>
                  </a:moveTo>
                  <a:cubicBezTo>
                    <a:pt x="34792" y="6250"/>
                    <a:pt x="28984" y="7292"/>
                    <a:pt x="24896" y="9375"/>
                  </a:cubicBezTo>
                  <a:cubicBezTo>
                    <a:pt x="20794" y="11458"/>
                    <a:pt x="18750" y="14167"/>
                    <a:pt x="18750" y="17500"/>
                  </a:cubicBezTo>
                  <a:cubicBezTo>
                    <a:pt x="18750" y="20768"/>
                    <a:pt x="20898" y="23476"/>
                    <a:pt x="25208" y="25625"/>
                  </a:cubicBezTo>
                  <a:cubicBezTo>
                    <a:pt x="29505" y="27787"/>
                    <a:pt x="35208" y="28854"/>
                    <a:pt x="42292" y="28854"/>
                  </a:cubicBezTo>
                  <a:cubicBezTo>
                    <a:pt x="49167" y="28854"/>
                    <a:pt x="54818" y="27839"/>
                    <a:pt x="59271" y="25781"/>
                  </a:cubicBezTo>
                  <a:cubicBezTo>
                    <a:pt x="63711" y="23737"/>
                    <a:pt x="65937" y="21042"/>
                    <a:pt x="65937" y="17708"/>
                  </a:cubicBezTo>
                  <a:cubicBezTo>
                    <a:pt x="65937" y="14375"/>
                    <a:pt x="63815" y="11641"/>
                    <a:pt x="59583" y="9479"/>
                  </a:cubicBezTo>
                  <a:cubicBezTo>
                    <a:pt x="55339" y="7331"/>
                    <a:pt x="49583" y="6250"/>
                    <a:pt x="42292" y="6250"/>
                  </a:cubicBezTo>
                  <a:close/>
                  <a:moveTo>
                    <a:pt x="159896" y="625"/>
                  </a:moveTo>
                  <a:lnTo>
                    <a:pt x="168229" y="625"/>
                  </a:lnTo>
                  <a:lnTo>
                    <a:pt x="168229" y="54687"/>
                  </a:lnTo>
                  <a:lnTo>
                    <a:pt x="159896" y="54687"/>
                  </a:lnTo>
                  <a:lnTo>
                    <a:pt x="159896" y="38542"/>
                  </a:lnTo>
                  <a:lnTo>
                    <a:pt x="139583" y="38542"/>
                  </a:lnTo>
                  <a:cubicBezTo>
                    <a:pt x="137500" y="41875"/>
                    <a:pt x="134661" y="44557"/>
                    <a:pt x="131094" y="46562"/>
                  </a:cubicBezTo>
                  <a:cubicBezTo>
                    <a:pt x="127513" y="48581"/>
                    <a:pt x="123438" y="49583"/>
                    <a:pt x="118854" y="49583"/>
                  </a:cubicBezTo>
                  <a:cubicBezTo>
                    <a:pt x="115313" y="49583"/>
                    <a:pt x="112044" y="48958"/>
                    <a:pt x="109062" y="47708"/>
                  </a:cubicBezTo>
                  <a:cubicBezTo>
                    <a:pt x="106068" y="46458"/>
                    <a:pt x="103503" y="44765"/>
                    <a:pt x="101354" y="42604"/>
                  </a:cubicBezTo>
                  <a:cubicBezTo>
                    <a:pt x="99193" y="40456"/>
                    <a:pt x="97526" y="37917"/>
                    <a:pt x="96354" y="35000"/>
                  </a:cubicBezTo>
                  <a:cubicBezTo>
                    <a:pt x="95169" y="32083"/>
                    <a:pt x="94583" y="28958"/>
                    <a:pt x="94583" y="25625"/>
                  </a:cubicBezTo>
                  <a:cubicBezTo>
                    <a:pt x="94583" y="22435"/>
                    <a:pt x="95169" y="19401"/>
                    <a:pt x="96354" y="16510"/>
                  </a:cubicBezTo>
                  <a:cubicBezTo>
                    <a:pt x="97526" y="13633"/>
                    <a:pt x="99193" y="11120"/>
                    <a:pt x="101354" y="8958"/>
                  </a:cubicBezTo>
                  <a:cubicBezTo>
                    <a:pt x="103503" y="6810"/>
                    <a:pt x="106068" y="5091"/>
                    <a:pt x="109062" y="3802"/>
                  </a:cubicBezTo>
                  <a:cubicBezTo>
                    <a:pt x="112044" y="2526"/>
                    <a:pt x="115313" y="1875"/>
                    <a:pt x="118854" y="1875"/>
                  </a:cubicBezTo>
                  <a:cubicBezTo>
                    <a:pt x="122943" y="1875"/>
                    <a:pt x="126667" y="2734"/>
                    <a:pt x="130000" y="4427"/>
                  </a:cubicBezTo>
                  <a:cubicBezTo>
                    <a:pt x="133333" y="6133"/>
                    <a:pt x="136107" y="8333"/>
                    <a:pt x="138333" y="11042"/>
                  </a:cubicBezTo>
                  <a:lnTo>
                    <a:pt x="159896" y="11042"/>
                  </a:lnTo>
                  <a:close/>
                  <a:moveTo>
                    <a:pt x="42292" y="0"/>
                  </a:moveTo>
                  <a:cubicBezTo>
                    <a:pt x="53255" y="0"/>
                    <a:pt x="61419" y="1758"/>
                    <a:pt x="66771" y="5260"/>
                  </a:cubicBezTo>
                  <a:cubicBezTo>
                    <a:pt x="72109" y="8776"/>
                    <a:pt x="74792" y="12956"/>
                    <a:pt x="74792" y="17812"/>
                  </a:cubicBezTo>
                  <a:cubicBezTo>
                    <a:pt x="74792" y="20807"/>
                    <a:pt x="73698" y="23581"/>
                    <a:pt x="71510" y="26146"/>
                  </a:cubicBezTo>
                  <a:cubicBezTo>
                    <a:pt x="69323" y="28724"/>
                    <a:pt x="66042" y="30833"/>
                    <a:pt x="61667" y="32500"/>
                  </a:cubicBezTo>
                  <a:lnTo>
                    <a:pt x="61667" y="46042"/>
                  </a:lnTo>
                  <a:lnTo>
                    <a:pt x="84583" y="46042"/>
                  </a:lnTo>
                  <a:lnTo>
                    <a:pt x="84583" y="53125"/>
                  </a:lnTo>
                  <a:lnTo>
                    <a:pt x="0" y="53125"/>
                  </a:lnTo>
                  <a:lnTo>
                    <a:pt x="0" y="46042"/>
                  </a:lnTo>
                  <a:lnTo>
                    <a:pt x="23229" y="46042"/>
                  </a:lnTo>
                  <a:lnTo>
                    <a:pt x="23229" y="32500"/>
                  </a:lnTo>
                  <a:cubicBezTo>
                    <a:pt x="18776" y="30833"/>
                    <a:pt x="15469" y="28698"/>
                    <a:pt x="13281" y="26094"/>
                  </a:cubicBezTo>
                  <a:cubicBezTo>
                    <a:pt x="11094" y="23490"/>
                    <a:pt x="10000" y="20664"/>
                    <a:pt x="10000" y="17604"/>
                  </a:cubicBezTo>
                  <a:cubicBezTo>
                    <a:pt x="10000" y="12812"/>
                    <a:pt x="12708" y="8685"/>
                    <a:pt x="18125" y="5208"/>
                  </a:cubicBezTo>
                  <a:cubicBezTo>
                    <a:pt x="23542" y="1745"/>
                    <a:pt x="31588" y="0"/>
                    <a:pt x="42292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29BEEDC0-5CBE-43D1-927F-D79A944114EC}"/>
                </a:ext>
              </a:extLst>
            </p:cNvPr>
            <p:cNvSpPr txBox="1"/>
            <p:nvPr/>
          </p:nvSpPr>
          <p:spPr>
            <a:xfrm>
              <a:off x="2002026" y="3454381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용역</a:t>
              </a:r>
            </a:p>
          </p:txBody>
        </p:sp>
        <p:sp>
          <p:nvSpPr>
            <p:cNvPr id="385" name="자유형: 도형 384">
              <a:extLst>
                <a:ext uri="{FF2B5EF4-FFF2-40B4-BE49-F238E27FC236}">
                  <a16:creationId xmlns:a16="http://schemas.microsoft.com/office/drawing/2014/main" id="{54DB7041-6546-42DD-B6B6-2D2A8FBAD1F8}"/>
                </a:ext>
              </a:extLst>
            </p:cNvPr>
            <p:cNvSpPr/>
            <p:nvPr/>
          </p:nvSpPr>
          <p:spPr>
            <a:xfrm>
              <a:off x="2281265" y="3612888"/>
              <a:ext cx="49374" cy="6875"/>
            </a:xfrm>
            <a:custGeom>
              <a:avLst/>
              <a:gdLst>
                <a:gd name="connsiteX0" fmla="*/ 0 w 49374"/>
                <a:gd name="connsiteY0" fmla="*/ 0 h 6875"/>
                <a:gd name="connsiteX1" fmla="*/ 49375 w 49374"/>
                <a:gd name="connsiteY1" fmla="*/ 0 h 6875"/>
                <a:gd name="connsiteX2" fmla="*/ 49375 w 49374"/>
                <a:gd name="connsiteY2" fmla="*/ 6875 h 6875"/>
                <a:gd name="connsiteX3" fmla="*/ 0 w 49374"/>
                <a:gd name="connsiteY3" fmla="*/ 6875 h 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74" h="6875">
                  <a:moveTo>
                    <a:pt x="0" y="0"/>
                  </a:moveTo>
                  <a:lnTo>
                    <a:pt x="49375" y="0"/>
                  </a:lnTo>
                  <a:lnTo>
                    <a:pt x="49375" y="6875"/>
                  </a:lnTo>
                  <a:lnTo>
                    <a:pt x="0" y="6875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8501D7CF-2B6C-45F6-9B21-CB56FA6F573A}"/>
                </a:ext>
              </a:extLst>
            </p:cNvPr>
            <p:cNvSpPr txBox="1"/>
            <p:nvPr/>
          </p:nvSpPr>
          <p:spPr>
            <a:xfrm>
              <a:off x="2189825" y="3560162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_</a:t>
              </a:r>
            </a:p>
          </p:txBody>
        </p:sp>
        <p:sp>
          <p:nvSpPr>
            <p:cNvPr id="387" name="자유형: 도형 386">
              <a:extLst>
                <a:ext uri="{FF2B5EF4-FFF2-40B4-BE49-F238E27FC236}">
                  <a16:creationId xmlns:a16="http://schemas.microsoft.com/office/drawing/2014/main" id="{0301436D-79B0-438E-AF76-F546C6D61476}"/>
                </a:ext>
              </a:extLst>
            </p:cNvPr>
            <p:cNvSpPr/>
            <p:nvPr/>
          </p:nvSpPr>
          <p:spPr>
            <a:xfrm>
              <a:off x="2342698" y="3521950"/>
              <a:ext cx="169270" cy="92291"/>
            </a:xfrm>
            <a:custGeom>
              <a:avLst/>
              <a:gdLst>
                <a:gd name="connsiteX0" fmla="*/ 17188 w 169270"/>
                <a:gd name="connsiteY0" fmla="*/ 62396 h 92291"/>
                <a:gd name="connsiteX1" fmla="*/ 17188 w 169270"/>
                <a:gd name="connsiteY1" fmla="*/ 84479 h 92291"/>
                <a:gd name="connsiteX2" fmla="*/ 59597 w 169270"/>
                <a:gd name="connsiteY2" fmla="*/ 84479 h 92291"/>
                <a:gd name="connsiteX3" fmla="*/ 59597 w 169270"/>
                <a:gd name="connsiteY3" fmla="*/ 62396 h 92291"/>
                <a:gd name="connsiteX4" fmla="*/ 11250 w 169270"/>
                <a:gd name="connsiteY4" fmla="*/ 55417 h 92291"/>
                <a:gd name="connsiteX5" fmla="*/ 65521 w 169270"/>
                <a:gd name="connsiteY5" fmla="*/ 55417 h 92291"/>
                <a:gd name="connsiteX6" fmla="*/ 67240 w 169270"/>
                <a:gd name="connsiteY6" fmla="*/ 55886 h 92291"/>
                <a:gd name="connsiteX7" fmla="*/ 67709 w 169270"/>
                <a:gd name="connsiteY7" fmla="*/ 57604 h 92291"/>
                <a:gd name="connsiteX8" fmla="*/ 67709 w 169270"/>
                <a:gd name="connsiteY8" fmla="*/ 89063 h 92291"/>
                <a:gd name="connsiteX9" fmla="*/ 67240 w 169270"/>
                <a:gd name="connsiteY9" fmla="*/ 90781 h 92291"/>
                <a:gd name="connsiteX10" fmla="*/ 65521 w 169270"/>
                <a:gd name="connsiteY10" fmla="*/ 91250 h 92291"/>
                <a:gd name="connsiteX11" fmla="*/ 11250 w 169270"/>
                <a:gd name="connsiteY11" fmla="*/ 91250 h 92291"/>
                <a:gd name="connsiteX12" fmla="*/ 9531 w 169270"/>
                <a:gd name="connsiteY12" fmla="*/ 90781 h 92291"/>
                <a:gd name="connsiteX13" fmla="*/ 9062 w 169270"/>
                <a:gd name="connsiteY13" fmla="*/ 89063 h 92291"/>
                <a:gd name="connsiteX14" fmla="*/ 9062 w 169270"/>
                <a:gd name="connsiteY14" fmla="*/ 57604 h 92291"/>
                <a:gd name="connsiteX15" fmla="*/ 9531 w 169270"/>
                <a:gd name="connsiteY15" fmla="*/ 55886 h 92291"/>
                <a:gd name="connsiteX16" fmla="*/ 11250 w 169270"/>
                <a:gd name="connsiteY16" fmla="*/ 55417 h 92291"/>
                <a:gd name="connsiteX17" fmla="*/ 84688 w 169270"/>
                <a:gd name="connsiteY17" fmla="*/ 54375 h 92291"/>
                <a:gd name="connsiteX18" fmla="*/ 169271 w 169270"/>
                <a:gd name="connsiteY18" fmla="*/ 54375 h 92291"/>
                <a:gd name="connsiteX19" fmla="*/ 169271 w 169270"/>
                <a:gd name="connsiteY19" fmla="*/ 61458 h 92291"/>
                <a:gd name="connsiteX20" fmla="*/ 131459 w 169270"/>
                <a:gd name="connsiteY20" fmla="*/ 61458 h 92291"/>
                <a:gd name="connsiteX21" fmla="*/ 131459 w 169270"/>
                <a:gd name="connsiteY21" fmla="*/ 92292 h 92291"/>
                <a:gd name="connsiteX22" fmla="*/ 123125 w 169270"/>
                <a:gd name="connsiteY22" fmla="*/ 92292 h 92291"/>
                <a:gd name="connsiteX23" fmla="*/ 123125 w 169270"/>
                <a:gd name="connsiteY23" fmla="*/ 61458 h 92291"/>
                <a:gd name="connsiteX24" fmla="*/ 84688 w 169270"/>
                <a:gd name="connsiteY24" fmla="*/ 61458 h 92291"/>
                <a:gd name="connsiteX25" fmla="*/ 104076 w 169270"/>
                <a:gd name="connsiteY25" fmla="*/ 20625 h 92291"/>
                <a:gd name="connsiteX26" fmla="*/ 104076 w 169270"/>
                <a:gd name="connsiteY26" fmla="*/ 35729 h 92291"/>
                <a:gd name="connsiteX27" fmla="*/ 149688 w 169270"/>
                <a:gd name="connsiteY27" fmla="*/ 35729 h 92291"/>
                <a:gd name="connsiteX28" fmla="*/ 149688 w 169270"/>
                <a:gd name="connsiteY28" fmla="*/ 20625 h 92291"/>
                <a:gd name="connsiteX29" fmla="*/ 0 w 169270"/>
                <a:gd name="connsiteY29" fmla="*/ 2604 h 92291"/>
                <a:gd name="connsiteX30" fmla="*/ 8125 w 169270"/>
                <a:gd name="connsiteY30" fmla="*/ 2604 h 92291"/>
                <a:gd name="connsiteX31" fmla="*/ 8125 w 169270"/>
                <a:gd name="connsiteY31" fmla="*/ 34792 h 92291"/>
                <a:gd name="connsiteX32" fmla="*/ 17396 w 169270"/>
                <a:gd name="connsiteY32" fmla="*/ 34792 h 92291"/>
                <a:gd name="connsiteX33" fmla="*/ 28177 w 169270"/>
                <a:gd name="connsiteY33" fmla="*/ 34479 h 92291"/>
                <a:gd name="connsiteX34" fmla="*/ 39063 w 169270"/>
                <a:gd name="connsiteY34" fmla="*/ 33646 h 92291"/>
                <a:gd name="connsiteX35" fmla="*/ 48542 w 169270"/>
                <a:gd name="connsiteY35" fmla="*/ 32552 h 92291"/>
                <a:gd name="connsiteX36" fmla="*/ 55000 w 169270"/>
                <a:gd name="connsiteY36" fmla="*/ 31354 h 92291"/>
                <a:gd name="connsiteX37" fmla="*/ 55000 w 169270"/>
                <a:gd name="connsiteY37" fmla="*/ 38438 h 92291"/>
                <a:gd name="connsiteX38" fmla="*/ 48347 w 169270"/>
                <a:gd name="connsiteY38" fmla="*/ 39792 h 92291"/>
                <a:gd name="connsiteX39" fmla="*/ 38854 w 169270"/>
                <a:gd name="connsiteY39" fmla="*/ 41042 h 92291"/>
                <a:gd name="connsiteX40" fmla="*/ 27774 w 169270"/>
                <a:gd name="connsiteY40" fmla="*/ 41927 h 92291"/>
                <a:gd name="connsiteX41" fmla="*/ 15937 w 169270"/>
                <a:gd name="connsiteY41" fmla="*/ 42292 h 92291"/>
                <a:gd name="connsiteX42" fmla="*/ 2187 w 169270"/>
                <a:gd name="connsiteY42" fmla="*/ 42292 h 92291"/>
                <a:gd name="connsiteX43" fmla="*/ 469 w 169270"/>
                <a:gd name="connsiteY43" fmla="*/ 41823 h 92291"/>
                <a:gd name="connsiteX44" fmla="*/ 0 w 169270"/>
                <a:gd name="connsiteY44" fmla="*/ 40104 h 92291"/>
                <a:gd name="connsiteX45" fmla="*/ 95938 w 169270"/>
                <a:gd name="connsiteY45" fmla="*/ 1979 h 92291"/>
                <a:gd name="connsiteX46" fmla="*/ 104076 w 169270"/>
                <a:gd name="connsiteY46" fmla="*/ 1979 h 92291"/>
                <a:gd name="connsiteX47" fmla="*/ 104076 w 169270"/>
                <a:gd name="connsiteY47" fmla="*/ 13854 h 92291"/>
                <a:gd name="connsiteX48" fmla="*/ 149688 w 169270"/>
                <a:gd name="connsiteY48" fmla="*/ 13854 h 92291"/>
                <a:gd name="connsiteX49" fmla="*/ 149688 w 169270"/>
                <a:gd name="connsiteY49" fmla="*/ 1979 h 92291"/>
                <a:gd name="connsiteX50" fmla="*/ 157930 w 169270"/>
                <a:gd name="connsiteY50" fmla="*/ 1979 h 92291"/>
                <a:gd name="connsiteX51" fmla="*/ 157930 w 169270"/>
                <a:gd name="connsiteY51" fmla="*/ 40521 h 92291"/>
                <a:gd name="connsiteX52" fmla="*/ 157448 w 169270"/>
                <a:gd name="connsiteY52" fmla="*/ 42240 h 92291"/>
                <a:gd name="connsiteX53" fmla="*/ 155742 w 169270"/>
                <a:gd name="connsiteY53" fmla="*/ 42709 h 92291"/>
                <a:gd name="connsiteX54" fmla="*/ 98125 w 169270"/>
                <a:gd name="connsiteY54" fmla="*/ 42709 h 92291"/>
                <a:gd name="connsiteX55" fmla="*/ 96420 w 169270"/>
                <a:gd name="connsiteY55" fmla="*/ 42240 h 92291"/>
                <a:gd name="connsiteX56" fmla="*/ 95938 w 169270"/>
                <a:gd name="connsiteY56" fmla="*/ 40521 h 92291"/>
                <a:gd name="connsiteX57" fmla="*/ 59375 w 169270"/>
                <a:gd name="connsiteY57" fmla="*/ 0 h 92291"/>
                <a:gd name="connsiteX58" fmla="*/ 67513 w 169270"/>
                <a:gd name="connsiteY58" fmla="*/ 0 h 92291"/>
                <a:gd name="connsiteX59" fmla="*/ 67513 w 169270"/>
                <a:gd name="connsiteY59" fmla="*/ 16146 h 92291"/>
                <a:gd name="connsiteX60" fmla="*/ 80104 w 169270"/>
                <a:gd name="connsiteY60" fmla="*/ 16146 h 92291"/>
                <a:gd name="connsiteX61" fmla="*/ 80104 w 169270"/>
                <a:gd name="connsiteY61" fmla="*/ 23438 h 92291"/>
                <a:gd name="connsiteX62" fmla="*/ 67513 w 169270"/>
                <a:gd name="connsiteY62" fmla="*/ 23438 h 92291"/>
                <a:gd name="connsiteX63" fmla="*/ 67513 w 169270"/>
                <a:gd name="connsiteY63" fmla="*/ 50313 h 92291"/>
                <a:gd name="connsiteX64" fmla="*/ 59375 w 169270"/>
                <a:gd name="connsiteY64" fmla="*/ 50313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69270" h="92291">
                  <a:moveTo>
                    <a:pt x="17188" y="62396"/>
                  </a:moveTo>
                  <a:lnTo>
                    <a:pt x="17188" y="84479"/>
                  </a:lnTo>
                  <a:lnTo>
                    <a:pt x="59597" y="84479"/>
                  </a:lnTo>
                  <a:lnTo>
                    <a:pt x="59597" y="62396"/>
                  </a:lnTo>
                  <a:close/>
                  <a:moveTo>
                    <a:pt x="11250" y="55417"/>
                  </a:moveTo>
                  <a:lnTo>
                    <a:pt x="65521" y="55417"/>
                  </a:lnTo>
                  <a:cubicBezTo>
                    <a:pt x="66354" y="55417"/>
                    <a:pt x="66927" y="55573"/>
                    <a:pt x="67240" y="55886"/>
                  </a:cubicBezTo>
                  <a:cubicBezTo>
                    <a:pt x="67565" y="56198"/>
                    <a:pt x="67709" y="56771"/>
                    <a:pt x="67709" y="57604"/>
                  </a:cubicBezTo>
                  <a:lnTo>
                    <a:pt x="67709" y="89063"/>
                  </a:lnTo>
                  <a:cubicBezTo>
                    <a:pt x="67709" y="89896"/>
                    <a:pt x="67565" y="90469"/>
                    <a:pt x="67240" y="90781"/>
                  </a:cubicBezTo>
                  <a:cubicBezTo>
                    <a:pt x="66927" y="91094"/>
                    <a:pt x="66354" y="91250"/>
                    <a:pt x="65521" y="91250"/>
                  </a:cubicBezTo>
                  <a:lnTo>
                    <a:pt x="11250" y="91250"/>
                  </a:lnTo>
                  <a:cubicBezTo>
                    <a:pt x="10417" y="91250"/>
                    <a:pt x="9844" y="91094"/>
                    <a:pt x="9531" y="90781"/>
                  </a:cubicBezTo>
                  <a:cubicBezTo>
                    <a:pt x="9219" y="90469"/>
                    <a:pt x="9062" y="89896"/>
                    <a:pt x="9062" y="89063"/>
                  </a:cubicBezTo>
                  <a:lnTo>
                    <a:pt x="9062" y="57604"/>
                  </a:lnTo>
                  <a:cubicBezTo>
                    <a:pt x="9062" y="56771"/>
                    <a:pt x="9219" y="56198"/>
                    <a:pt x="9531" y="55886"/>
                  </a:cubicBezTo>
                  <a:cubicBezTo>
                    <a:pt x="9844" y="55573"/>
                    <a:pt x="10417" y="55417"/>
                    <a:pt x="11250" y="55417"/>
                  </a:cubicBezTo>
                  <a:close/>
                  <a:moveTo>
                    <a:pt x="84688" y="54375"/>
                  </a:moveTo>
                  <a:lnTo>
                    <a:pt x="169271" y="54375"/>
                  </a:lnTo>
                  <a:lnTo>
                    <a:pt x="169271" y="61458"/>
                  </a:lnTo>
                  <a:lnTo>
                    <a:pt x="131459" y="61458"/>
                  </a:lnTo>
                  <a:lnTo>
                    <a:pt x="131459" y="92292"/>
                  </a:lnTo>
                  <a:lnTo>
                    <a:pt x="123125" y="92292"/>
                  </a:lnTo>
                  <a:lnTo>
                    <a:pt x="123125" y="61458"/>
                  </a:lnTo>
                  <a:lnTo>
                    <a:pt x="84688" y="61458"/>
                  </a:lnTo>
                  <a:close/>
                  <a:moveTo>
                    <a:pt x="104076" y="20625"/>
                  </a:moveTo>
                  <a:lnTo>
                    <a:pt x="104076" y="35729"/>
                  </a:lnTo>
                  <a:lnTo>
                    <a:pt x="149688" y="35729"/>
                  </a:lnTo>
                  <a:lnTo>
                    <a:pt x="149688" y="20625"/>
                  </a:ln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34792"/>
                  </a:lnTo>
                  <a:lnTo>
                    <a:pt x="17396" y="34792"/>
                  </a:lnTo>
                  <a:cubicBezTo>
                    <a:pt x="20807" y="34792"/>
                    <a:pt x="24401" y="34688"/>
                    <a:pt x="28177" y="34479"/>
                  </a:cubicBezTo>
                  <a:cubicBezTo>
                    <a:pt x="31966" y="34271"/>
                    <a:pt x="35599" y="33998"/>
                    <a:pt x="39063" y="33646"/>
                  </a:cubicBezTo>
                  <a:cubicBezTo>
                    <a:pt x="42539" y="33307"/>
                    <a:pt x="45703" y="32943"/>
                    <a:pt x="48542" y="32552"/>
                  </a:cubicBezTo>
                  <a:cubicBezTo>
                    <a:pt x="51393" y="32175"/>
                    <a:pt x="53542" y="31771"/>
                    <a:pt x="55000" y="31354"/>
                  </a:cubicBezTo>
                  <a:lnTo>
                    <a:pt x="55000" y="38438"/>
                  </a:lnTo>
                  <a:cubicBezTo>
                    <a:pt x="53333" y="38854"/>
                    <a:pt x="51120" y="39310"/>
                    <a:pt x="48347" y="39792"/>
                  </a:cubicBezTo>
                  <a:cubicBezTo>
                    <a:pt x="45560" y="40287"/>
                    <a:pt x="42396" y="40703"/>
                    <a:pt x="38854" y="41042"/>
                  </a:cubicBezTo>
                  <a:cubicBezTo>
                    <a:pt x="35391" y="41393"/>
                    <a:pt x="31693" y="41693"/>
                    <a:pt x="27774" y="41927"/>
                  </a:cubicBezTo>
                  <a:cubicBezTo>
                    <a:pt x="23841" y="42175"/>
                    <a:pt x="19896" y="42292"/>
                    <a:pt x="15937" y="42292"/>
                  </a:cubicBezTo>
                  <a:lnTo>
                    <a:pt x="2187" y="42292"/>
                  </a:lnTo>
                  <a:cubicBezTo>
                    <a:pt x="1367" y="42292"/>
                    <a:pt x="781" y="42136"/>
                    <a:pt x="469" y="41823"/>
                  </a:cubicBezTo>
                  <a:cubicBezTo>
                    <a:pt x="156" y="41510"/>
                    <a:pt x="0" y="40938"/>
                    <a:pt x="0" y="40104"/>
                  </a:cubicBezTo>
                  <a:close/>
                  <a:moveTo>
                    <a:pt x="95938" y="1979"/>
                  </a:moveTo>
                  <a:lnTo>
                    <a:pt x="104076" y="1979"/>
                  </a:lnTo>
                  <a:lnTo>
                    <a:pt x="104076" y="13854"/>
                  </a:lnTo>
                  <a:lnTo>
                    <a:pt x="149688" y="13854"/>
                  </a:lnTo>
                  <a:lnTo>
                    <a:pt x="149688" y="1979"/>
                  </a:lnTo>
                  <a:lnTo>
                    <a:pt x="157930" y="1979"/>
                  </a:lnTo>
                  <a:lnTo>
                    <a:pt x="157930" y="40521"/>
                  </a:lnTo>
                  <a:cubicBezTo>
                    <a:pt x="157930" y="41354"/>
                    <a:pt x="157761" y="41927"/>
                    <a:pt x="157448" y="42240"/>
                  </a:cubicBezTo>
                  <a:cubicBezTo>
                    <a:pt x="157149" y="42552"/>
                    <a:pt x="156563" y="42709"/>
                    <a:pt x="155742" y="42709"/>
                  </a:cubicBezTo>
                  <a:lnTo>
                    <a:pt x="98125" y="42709"/>
                  </a:lnTo>
                  <a:cubicBezTo>
                    <a:pt x="97292" y="42709"/>
                    <a:pt x="96719" y="42552"/>
                    <a:pt x="96420" y="42240"/>
                  </a:cubicBezTo>
                  <a:cubicBezTo>
                    <a:pt x="96107" y="41927"/>
                    <a:pt x="95938" y="41354"/>
                    <a:pt x="95938" y="40521"/>
                  </a:cubicBezTo>
                  <a:close/>
                  <a:moveTo>
                    <a:pt x="59375" y="0"/>
                  </a:moveTo>
                  <a:lnTo>
                    <a:pt x="67513" y="0"/>
                  </a:lnTo>
                  <a:lnTo>
                    <a:pt x="67513" y="16146"/>
                  </a:lnTo>
                  <a:lnTo>
                    <a:pt x="80104" y="16146"/>
                  </a:lnTo>
                  <a:lnTo>
                    <a:pt x="80104" y="23438"/>
                  </a:lnTo>
                  <a:lnTo>
                    <a:pt x="67513" y="23438"/>
                  </a:lnTo>
                  <a:lnTo>
                    <a:pt x="67513" y="50313"/>
                  </a:lnTo>
                  <a:lnTo>
                    <a:pt x="59375" y="50313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7B77BED4-6796-4C26-8EDD-5B9EFA83A15B}"/>
                </a:ext>
              </a:extLst>
            </p:cNvPr>
            <p:cNvSpPr txBox="1"/>
            <p:nvPr/>
          </p:nvSpPr>
          <p:spPr>
            <a:xfrm>
              <a:off x="2251258" y="3452819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남부</a:t>
              </a:r>
            </a:p>
          </p:txBody>
        </p:sp>
        <p:sp>
          <p:nvSpPr>
            <p:cNvPr id="389" name="자유형: 도형 388">
              <a:extLst>
                <a:ext uri="{FF2B5EF4-FFF2-40B4-BE49-F238E27FC236}">
                  <a16:creationId xmlns:a16="http://schemas.microsoft.com/office/drawing/2014/main" id="{B5638A50-AB40-4F9D-8730-1C460FFE999B}"/>
                </a:ext>
              </a:extLst>
            </p:cNvPr>
            <p:cNvSpPr/>
            <p:nvPr/>
          </p:nvSpPr>
          <p:spPr>
            <a:xfrm>
              <a:off x="2529365" y="3517575"/>
              <a:ext cx="27395" cy="100000"/>
            </a:xfrm>
            <a:custGeom>
              <a:avLst/>
              <a:gdLst>
                <a:gd name="connsiteX0" fmla="*/ 21146 w 27395"/>
                <a:gd name="connsiteY0" fmla="*/ 0 h 100000"/>
                <a:gd name="connsiteX1" fmla="*/ 27396 w 27395"/>
                <a:gd name="connsiteY1" fmla="*/ 0 h 100000"/>
                <a:gd name="connsiteX2" fmla="*/ 13698 w 27395"/>
                <a:gd name="connsiteY2" fmla="*/ 25052 h 100000"/>
                <a:gd name="connsiteX3" fmla="*/ 9271 w 27395"/>
                <a:gd name="connsiteY3" fmla="*/ 50000 h 100000"/>
                <a:gd name="connsiteX4" fmla="*/ 13698 w 27395"/>
                <a:gd name="connsiteY4" fmla="*/ 75052 h 100000"/>
                <a:gd name="connsiteX5" fmla="*/ 27396 w 27395"/>
                <a:gd name="connsiteY5" fmla="*/ 100000 h 100000"/>
                <a:gd name="connsiteX6" fmla="*/ 21146 w 27395"/>
                <a:gd name="connsiteY6" fmla="*/ 100000 h 100000"/>
                <a:gd name="connsiteX7" fmla="*/ 12239 w 27395"/>
                <a:gd name="connsiteY7" fmla="*/ 88854 h 100000"/>
                <a:gd name="connsiteX8" fmla="*/ 5521 w 27395"/>
                <a:gd name="connsiteY8" fmla="*/ 76250 h 100000"/>
                <a:gd name="connsiteX9" fmla="*/ 1406 w 27395"/>
                <a:gd name="connsiteY9" fmla="*/ 63125 h 100000"/>
                <a:gd name="connsiteX10" fmla="*/ 0 w 27395"/>
                <a:gd name="connsiteY10" fmla="*/ 50000 h 100000"/>
                <a:gd name="connsiteX11" fmla="*/ 1406 w 27395"/>
                <a:gd name="connsiteY11" fmla="*/ 36979 h 100000"/>
                <a:gd name="connsiteX12" fmla="*/ 5521 w 27395"/>
                <a:gd name="connsiteY12" fmla="*/ 23750 h 100000"/>
                <a:gd name="connsiteX13" fmla="*/ 12239 w 27395"/>
                <a:gd name="connsiteY13" fmla="*/ 11250 h 100000"/>
                <a:gd name="connsiteX14" fmla="*/ 21146 w 27395"/>
                <a:gd name="connsiteY14" fmla="*/ 0 h 1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95" h="100000">
                  <a:moveTo>
                    <a:pt x="21146" y="0"/>
                  </a:moveTo>
                  <a:lnTo>
                    <a:pt x="27396" y="0"/>
                  </a:lnTo>
                  <a:cubicBezTo>
                    <a:pt x="21211" y="8125"/>
                    <a:pt x="16654" y="16484"/>
                    <a:pt x="13698" y="25052"/>
                  </a:cubicBezTo>
                  <a:cubicBezTo>
                    <a:pt x="10742" y="33633"/>
                    <a:pt x="9271" y="41953"/>
                    <a:pt x="9271" y="50000"/>
                  </a:cubicBezTo>
                  <a:cubicBezTo>
                    <a:pt x="9271" y="58125"/>
                    <a:pt x="10742" y="66484"/>
                    <a:pt x="13698" y="75052"/>
                  </a:cubicBezTo>
                  <a:cubicBezTo>
                    <a:pt x="16654" y="83633"/>
                    <a:pt x="21211" y="91953"/>
                    <a:pt x="27396" y="100000"/>
                  </a:cubicBezTo>
                  <a:lnTo>
                    <a:pt x="21146" y="100000"/>
                  </a:lnTo>
                  <a:cubicBezTo>
                    <a:pt x="17812" y="96602"/>
                    <a:pt x="14844" y="92891"/>
                    <a:pt x="12239" y="88854"/>
                  </a:cubicBezTo>
                  <a:cubicBezTo>
                    <a:pt x="9635" y="84831"/>
                    <a:pt x="7396" y="80625"/>
                    <a:pt x="5521" y="76250"/>
                  </a:cubicBezTo>
                  <a:cubicBezTo>
                    <a:pt x="3711" y="71953"/>
                    <a:pt x="2344" y="67578"/>
                    <a:pt x="1406" y="63125"/>
                  </a:cubicBezTo>
                  <a:cubicBezTo>
                    <a:pt x="469" y="58685"/>
                    <a:pt x="0" y="54310"/>
                    <a:pt x="0" y="50000"/>
                  </a:cubicBezTo>
                  <a:cubicBezTo>
                    <a:pt x="0" y="45768"/>
                    <a:pt x="469" y="41432"/>
                    <a:pt x="1406" y="36979"/>
                  </a:cubicBezTo>
                  <a:cubicBezTo>
                    <a:pt x="2344" y="32539"/>
                    <a:pt x="3711" y="28125"/>
                    <a:pt x="5521" y="23750"/>
                  </a:cubicBezTo>
                  <a:cubicBezTo>
                    <a:pt x="7396" y="19453"/>
                    <a:pt x="9635" y="15287"/>
                    <a:pt x="12239" y="11250"/>
                  </a:cubicBezTo>
                  <a:cubicBezTo>
                    <a:pt x="14844" y="7227"/>
                    <a:pt x="17812" y="3477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5A7E5504-8B25-4EF6-8CCE-B2F4EC4418A1}"/>
                </a:ext>
              </a:extLst>
            </p:cNvPr>
            <p:cNvSpPr txBox="1"/>
            <p:nvPr/>
          </p:nvSpPr>
          <p:spPr>
            <a:xfrm>
              <a:off x="2437925" y="3468209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</a:p>
          </p:txBody>
        </p:sp>
        <p:grpSp>
          <p:nvGrpSpPr>
            <p:cNvPr id="391" name="그래픽 5">
              <a:extLst>
                <a:ext uri="{FF2B5EF4-FFF2-40B4-BE49-F238E27FC236}">
                  <a16:creationId xmlns:a16="http://schemas.microsoft.com/office/drawing/2014/main" id="{CF8D88A9-76B4-493F-B0BA-11D4213B10FA}"/>
                </a:ext>
              </a:extLst>
            </p:cNvPr>
            <p:cNvGrpSpPr/>
            <p:nvPr/>
          </p:nvGrpSpPr>
          <p:grpSpPr>
            <a:xfrm>
              <a:off x="2563062" y="3498630"/>
              <a:ext cx="273437" cy="130208"/>
              <a:chOff x="2563062" y="3498630"/>
              <a:chExt cx="273437" cy="130208"/>
            </a:xfrm>
          </p:grpSpPr>
          <p:sp>
            <p:nvSpPr>
              <p:cNvPr id="392" name="자유형: 도형 391">
                <a:extLst>
                  <a:ext uri="{FF2B5EF4-FFF2-40B4-BE49-F238E27FC236}">
                    <a16:creationId xmlns:a16="http://schemas.microsoft.com/office/drawing/2014/main" id="{D8F01B08-C8F3-4927-9954-ECE929F693F1}"/>
                  </a:ext>
                </a:extLst>
              </p:cNvPr>
              <p:cNvSpPr/>
              <p:nvPr/>
            </p:nvSpPr>
            <p:spPr>
              <a:xfrm>
                <a:off x="2563062" y="3521950"/>
                <a:ext cx="269583" cy="92395"/>
              </a:xfrm>
              <a:custGeom>
                <a:avLst/>
                <a:gdLst>
                  <a:gd name="connsiteX0" fmla="*/ 103854 w 269583"/>
                  <a:gd name="connsiteY0" fmla="*/ 61042 h 92395"/>
                  <a:gd name="connsiteX1" fmla="*/ 112188 w 269583"/>
                  <a:gd name="connsiteY1" fmla="*/ 61042 h 92395"/>
                  <a:gd name="connsiteX2" fmla="*/ 112188 w 269583"/>
                  <a:gd name="connsiteY2" fmla="*/ 83333 h 92395"/>
                  <a:gd name="connsiteX3" fmla="*/ 164896 w 269583"/>
                  <a:gd name="connsiteY3" fmla="*/ 83333 h 92395"/>
                  <a:gd name="connsiteX4" fmla="*/ 164896 w 269583"/>
                  <a:gd name="connsiteY4" fmla="*/ 90417 h 92395"/>
                  <a:gd name="connsiteX5" fmla="*/ 106042 w 269583"/>
                  <a:gd name="connsiteY5" fmla="*/ 90417 h 92395"/>
                  <a:gd name="connsiteX6" fmla="*/ 104323 w 269583"/>
                  <a:gd name="connsiteY6" fmla="*/ 89948 h 92395"/>
                  <a:gd name="connsiteX7" fmla="*/ 103854 w 269583"/>
                  <a:gd name="connsiteY7" fmla="*/ 88229 h 92395"/>
                  <a:gd name="connsiteX8" fmla="*/ 26354 w 269583"/>
                  <a:gd name="connsiteY8" fmla="*/ 38229 h 92395"/>
                  <a:gd name="connsiteX9" fmla="*/ 15677 w 269583"/>
                  <a:gd name="connsiteY9" fmla="*/ 42396 h 92395"/>
                  <a:gd name="connsiteX10" fmla="*/ 11875 w 269583"/>
                  <a:gd name="connsiteY10" fmla="*/ 53229 h 92395"/>
                  <a:gd name="connsiteX11" fmla="*/ 15677 w 269583"/>
                  <a:gd name="connsiteY11" fmla="*/ 64063 h 92395"/>
                  <a:gd name="connsiteX12" fmla="*/ 26354 w 269583"/>
                  <a:gd name="connsiteY12" fmla="*/ 68333 h 92395"/>
                  <a:gd name="connsiteX13" fmla="*/ 36979 w 269583"/>
                  <a:gd name="connsiteY13" fmla="*/ 64063 h 92395"/>
                  <a:gd name="connsiteX14" fmla="*/ 40833 w 269583"/>
                  <a:gd name="connsiteY14" fmla="*/ 53229 h 92395"/>
                  <a:gd name="connsiteX15" fmla="*/ 36979 w 269583"/>
                  <a:gd name="connsiteY15" fmla="*/ 42396 h 92395"/>
                  <a:gd name="connsiteX16" fmla="*/ 26354 w 269583"/>
                  <a:gd name="connsiteY16" fmla="*/ 38229 h 92395"/>
                  <a:gd name="connsiteX17" fmla="*/ 26354 w 269583"/>
                  <a:gd name="connsiteY17" fmla="*/ 31146 h 92395"/>
                  <a:gd name="connsiteX18" fmla="*/ 35677 w 269583"/>
                  <a:gd name="connsiteY18" fmla="*/ 32761 h 92395"/>
                  <a:gd name="connsiteX19" fmla="*/ 42917 w 269583"/>
                  <a:gd name="connsiteY19" fmla="*/ 37292 h 92395"/>
                  <a:gd name="connsiteX20" fmla="*/ 47604 w 269583"/>
                  <a:gd name="connsiteY20" fmla="*/ 44271 h 92395"/>
                  <a:gd name="connsiteX21" fmla="*/ 49271 w 269583"/>
                  <a:gd name="connsiteY21" fmla="*/ 53229 h 92395"/>
                  <a:gd name="connsiteX22" fmla="*/ 47500 w 269583"/>
                  <a:gd name="connsiteY22" fmla="*/ 62188 h 92395"/>
                  <a:gd name="connsiteX23" fmla="*/ 42708 w 269583"/>
                  <a:gd name="connsiteY23" fmla="*/ 69271 h 92395"/>
                  <a:gd name="connsiteX24" fmla="*/ 35469 w 269583"/>
                  <a:gd name="connsiteY24" fmla="*/ 73854 h 92395"/>
                  <a:gd name="connsiteX25" fmla="*/ 26354 w 269583"/>
                  <a:gd name="connsiteY25" fmla="*/ 75521 h 92395"/>
                  <a:gd name="connsiteX26" fmla="*/ 17135 w 269583"/>
                  <a:gd name="connsiteY26" fmla="*/ 73854 h 92395"/>
                  <a:gd name="connsiteX27" fmla="*/ 9896 w 269583"/>
                  <a:gd name="connsiteY27" fmla="*/ 69271 h 92395"/>
                  <a:gd name="connsiteX28" fmla="*/ 5156 w 269583"/>
                  <a:gd name="connsiteY28" fmla="*/ 62188 h 92395"/>
                  <a:gd name="connsiteX29" fmla="*/ 3437 w 269583"/>
                  <a:gd name="connsiteY29" fmla="*/ 53229 h 92395"/>
                  <a:gd name="connsiteX30" fmla="*/ 5104 w 269583"/>
                  <a:gd name="connsiteY30" fmla="*/ 44271 h 92395"/>
                  <a:gd name="connsiteX31" fmla="*/ 9792 w 269583"/>
                  <a:gd name="connsiteY31" fmla="*/ 37292 h 92395"/>
                  <a:gd name="connsiteX32" fmla="*/ 17031 w 269583"/>
                  <a:gd name="connsiteY32" fmla="*/ 32761 h 92395"/>
                  <a:gd name="connsiteX33" fmla="*/ 26354 w 269583"/>
                  <a:gd name="connsiteY33" fmla="*/ 31146 h 92395"/>
                  <a:gd name="connsiteX34" fmla="*/ 101771 w 269583"/>
                  <a:gd name="connsiteY34" fmla="*/ 26563 h 92395"/>
                  <a:gd name="connsiteX35" fmla="*/ 101771 w 269583"/>
                  <a:gd name="connsiteY35" fmla="*/ 42813 h 92395"/>
                  <a:gd name="connsiteX36" fmla="*/ 127604 w 269583"/>
                  <a:gd name="connsiteY36" fmla="*/ 42813 h 92395"/>
                  <a:gd name="connsiteX37" fmla="*/ 127604 w 269583"/>
                  <a:gd name="connsiteY37" fmla="*/ 26563 h 92395"/>
                  <a:gd name="connsiteX38" fmla="*/ 0 w 269583"/>
                  <a:gd name="connsiteY38" fmla="*/ 16667 h 92395"/>
                  <a:gd name="connsiteX39" fmla="*/ 52500 w 269583"/>
                  <a:gd name="connsiteY39" fmla="*/ 16667 h 92395"/>
                  <a:gd name="connsiteX40" fmla="*/ 52500 w 269583"/>
                  <a:gd name="connsiteY40" fmla="*/ 23750 h 92395"/>
                  <a:gd name="connsiteX41" fmla="*/ 0 w 269583"/>
                  <a:gd name="connsiteY41" fmla="*/ 23750 h 92395"/>
                  <a:gd name="connsiteX42" fmla="*/ 200833 w 269583"/>
                  <a:gd name="connsiteY42" fmla="*/ 5313 h 92395"/>
                  <a:gd name="connsiteX43" fmla="*/ 239687 w 269583"/>
                  <a:gd name="connsiteY43" fmla="*/ 5313 h 92395"/>
                  <a:gd name="connsiteX44" fmla="*/ 241406 w 269583"/>
                  <a:gd name="connsiteY44" fmla="*/ 5781 h 92395"/>
                  <a:gd name="connsiteX45" fmla="*/ 241875 w 269583"/>
                  <a:gd name="connsiteY45" fmla="*/ 7500 h 92395"/>
                  <a:gd name="connsiteX46" fmla="*/ 238281 w 269583"/>
                  <a:gd name="connsiteY46" fmla="*/ 28021 h 92395"/>
                  <a:gd name="connsiteX47" fmla="*/ 230000 w 269583"/>
                  <a:gd name="connsiteY47" fmla="*/ 45938 h 92395"/>
                  <a:gd name="connsiteX48" fmla="*/ 217708 w 269583"/>
                  <a:gd name="connsiteY48" fmla="*/ 61094 h 92395"/>
                  <a:gd name="connsiteX49" fmla="*/ 202083 w 269583"/>
                  <a:gd name="connsiteY49" fmla="*/ 72917 h 92395"/>
                  <a:gd name="connsiteX50" fmla="*/ 195417 w 269583"/>
                  <a:gd name="connsiteY50" fmla="*/ 67396 h 92395"/>
                  <a:gd name="connsiteX51" fmla="*/ 221406 w 269583"/>
                  <a:gd name="connsiteY51" fmla="*/ 44948 h 92395"/>
                  <a:gd name="connsiteX52" fmla="*/ 232708 w 269583"/>
                  <a:gd name="connsiteY52" fmla="*/ 12500 h 92395"/>
                  <a:gd name="connsiteX53" fmla="*/ 200833 w 269583"/>
                  <a:gd name="connsiteY53" fmla="*/ 12500 h 92395"/>
                  <a:gd name="connsiteX54" fmla="*/ 93750 w 269583"/>
                  <a:gd name="connsiteY54" fmla="*/ 3229 h 92395"/>
                  <a:gd name="connsiteX55" fmla="*/ 101771 w 269583"/>
                  <a:gd name="connsiteY55" fmla="*/ 3229 h 92395"/>
                  <a:gd name="connsiteX56" fmla="*/ 101771 w 269583"/>
                  <a:gd name="connsiteY56" fmla="*/ 19584 h 92395"/>
                  <a:gd name="connsiteX57" fmla="*/ 127604 w 269583"/>
                  <a:gd name="connsiteY57" fmla="*/ 19584 h 92395"/>
                  <a:gd name="connsiteX58" fmla="*/ 127604 w 269583"/>
                  <a:gd name="connsiteY58" fmla="*/ 3229 h 92395"/>
                  <a:gd name="connsiteX59" fmla="*/ 135625 w 269583"/>
                  <a:gd name="connsiteY59" fmla="*/ 3229 h 92395"/>
                  <a:gd name="connsiteX60" fmla="*/ 135625 w 269583"/>
                  <a:gd name="connsiteY60" fmla="*/ 47604 h 92395"/>
                  <a:gd name="connsiteX61" fmla="*/ 135156 w 269583"/>
                  <a:gd name="connsiteY61" fmla="*/ 49323 h 92395"/>
                  <a:gd name="connsiteX62" fmla="*/ 133438 w 269583"/>
                  <a:gd name="connsiteY62" fmla="*/ 49792 h 92395"/>
                  <a:gd name="connsiteX63" fmla="*/ 95938 w 269583"/>
                  <a:gd name="connsiteY63" fmla="*/ 49792 h 92395"/>
                  <a:gd name="connsiteX64" fmla="*/ 94219 w 269583"/>
                  <a:gd name="connsiteY64" fmla="*/ 49323 h 92395"/>
                  <a:gd name="connsiteX65" fmla="*/ 93750 w 269583"/>
                  <a:gd name="connsiteY65" fmla="*/ 47604 h 92395"/>
                  <a:gd name="connsiteX66" fmla="*/ 12812 w 269583"/>
                  <a:gd name="connsiteY66" fmla="*/ 1667 h 92395"/>
                  <a:gd name="connsiteX67" fmla="*/ 39896 w 269583"/>
                  <a:gd name="connsiteY67" fmla="*/ 1667 h 92395"/>
                  <a:gd name="connsiteX68" fmla="*/ 39896 w 269583"/>
                  <a:gd name="connsiteY68" fmla="*/ 8542 h 92395"/>
                  <a:gd name="connsiteX69" fmla="*/ 12812 w 269583"/>
                  <a:gd name="connsiteY69" fmla="*/ 8646 h 92395"/>
                  <a:gd name="connsiteX70" fmla="*/ 261250 w 269583"/>
                  <a:gd name="connsiteY70" fmla="*/ 0 h 92395"/>
                  <a:gd name="connsiteX71" fmla="*/ 269583 w 269583"/>
                  <a:gd name="connsiteY71" fmla="*/ 0 h 92395"/>
                  <a:gd name="connsiteX72" fmla="*/ 269583 w 269583"/>
                  <a:gd name="connsiteY72" fmla="*/ 92292 h 92395"/>
                  <a:gd name="connsiteX73" fmla="*/ 261250 w 269583"/>
                  <a:gd name="connsiteY73" fmla="*/ 92292 h 92395"/>
                  <a:gd name="connsiteX74" fmla="*/ 153750 w 269583"/>
                  <a:gd name="connsiteY74" fmla="*/ 0 h 92395"/>
                  <a:gd name="connsiteX75" fmla="*/ 161979 w 269583"/>
                  <a:gd name="connsiteY75" fmla="*/ 0 h 92395"/>
                  <a:gd name="connsiteX76" fmla="*/ 161979 w 269583"/>
                  <a:gd name="connsiteY76" fmla="*/ 24167 h 92395"/>
                  <a:gd name="connsiteX77" fmla="*/ 174583 w 269583"/>
                  <a:gd name="connsiteY77" fmla="*/ 24167 h 92395"/>
                  <a:gd name="connsiteX78" fmla="*/ 174583 w 269583"/>
                  <a:gd name="connsiteY78" fmla="*/ 31458 h 92395"/>
                  <a:gd name="connsiteX79" fmla="*/ 161979 w 269583"/>
                  <a:gd name="connsiteY79" fmla="*/ 31458 h 92395"/>
                  <a:gd name="connsiteX80" fmla="*/ 161979 w 269583"/>
                  <a:gd name="connsiteY80" fmla="*/ 67813 h 92395"/>
                  <a:gd name="connsiteX81" fmla="*/ 153750 w 269583"/>
                  <a:gd name="connsiteY81" fmla="*/ 67813 h 92395"/>
                  <a:gd name="connsiteX82" fmla="*/ 62917 w 269583"/>
                  <a:gd name="connsiteY82" fmla="*/ 0 h 92395"/>
                  <a:gd name="connsiteX83" fmla="*/ 71042 w 269583"/>
                  <a:gd name="connsiteY83" fmla="*/ 0 h 92395"/>
                  <a:gd name="connsiteX84" fmla="*/ 71042 w 269583"/>
                  <a:gd name="connsiteY84" fmla="*/ 37500 h 92395"/>
                  <a:gd name="connsiteX85" fmla="*/ 84792 w 269583"/>
                  <a:gd name="connsiteY85" fmla="*/ 37500 h 92395"/>
                  <a:gd name="connsiteX86" fmla="*/ 84792 w 269583"/>
                  <a:gd name="connsiteY86" fmla="*/ 45104 h 92395"/>
                  <a:gd name="connsiteX87" fmla="*/ 71042 w 269583"/>
                  <a:gd name="connsiteY87" fmla="*/ 45104 h 92395"/>
                  <a:gd name="connsiteX88" fmla="*/ 71042 w 269583"/>
                  <a:gd name="connsiteY88" fmla="*/ 92396 h 92395"/>
                  <a:gd name="connsiteX89" fmla="*/ 62917 w 269583"/>
                  <a:gd name="connsiteY89" fmla="*/ 92396 h 92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269583" h="92395">
                    <a:moveTo>
                      <a:pt x="103854" y="61042"/>
                    </a:moveTo>
                    <a:lnTo>
                      <a:pt x="112188" y="61042"/>
                    </a:lnTo>
                    <a:lnTo>
                      <a:pt x="112188" y="83333"/>
                    </a:lnTo>
                    <a:lnTo>
                      <a:pt x="164896" y="83333"/>
                    </a:lnTo>
                    <a:lnTo>
                      <a:pt x="164896" y="90417"/>
                    </a:lnTo>
                    <a:lnTo>
                      <a:pt x="106042" y="90417"/>
                    </a:lnTo>
                    <a:cubicBezTo>
                      <a:pt x="105208" y="90417"/>
                      <a:pt x="104635" y="90261"/>
                      <a:pt x="104323" y="89948"/>
                    </a:cubicBezTo>
                    <a:cubicBezTo>
                      <a:pt x="104010" y="89635"/>
                      <a:pt x="103854" y="89063"/>
                      <a:pt x="103854" y="88229"/>
                    </a:cubicBezTo>
                    <a:close/>
                    <a:moveTo>
                      <a:pt x="26354" y="38229"/>
                    </a:moveTo>
                    <a:cubicBezTo>
                      <a:pt x="21771" y="38229"/>
                      <a:pt x="18216" y="39622"/>
                      <a:pt x="15677" y="42396"/>
                    </a:cubicBezTo>
                    <a:cubicBezTo>
                      <a:pt x="13138" y="45182"/>
                      <a:pt x="11875" y="48789"/>
                      <a:pt x="11875" y="53229"/>
                    </a:cubicBezTo>
                    <a:cubicBezTo>
                      <a:pt x="11875" y="57604"/>
                      <a:pt x="13138" y="61224"/>
                      <a:pt x="15677" y="64063"/>
                    </a:cubicBezTo>
                    <a:cubicBezTo>
                      <a:pt x="18216" y="66914"/>
                      <a:pt x="21771" y="68333"/>
                      <a:pt x="26354" y="68333"/>
                    </a:cubicBezTo>
                    <a:cubicBezTo>
                      <a:pt x="30872" y="68333"/>
                      <a:pt x="34414" y="66914"/>
                      <a:pt x="36979" y="64063"/>
                    </a:cubicBezTo>
                    <a:cubicBezTo>
                      <a:pt x="39544" y="61224"/>
                      <a:pt x="40833" y="57604"/>
                      <a:pt x="40833" y="53229"/>
                    </a:cubicBezTo>
                    <a:cubicBezTo>
                      <a:pt x="40833" y="48789"/>
                      <a:pt x="39544" y="45182"/>
                      <a:pt x="36979" y="42396"/>
                    </a:cubicBezTo>
                    <a:cubicBezTo>
                      <a:pt x="34414" y="39622"/>
                      <a:pt x="30872" y="38229"/>
                      <a:pt x="26354" y="38229"/>
                    </a:cubicBezTo>
                    <a:close/>
                    <a:moveTo>
                      <a:pt x="26354" y="31146"/>
                    </a:moveTo>
                    <a:cubicBezTo>
                      <a:pt x="29752" y="31146"/>
                      <a:pt x="32865" y="31693"/>
                      <a:pt x="35677" y="32761"/>
                    </a:cubicBezTo>
                    <a:cubicBezTo>
                      <a:pt x="38490" y="33841"/>
                      <a:pt x="40898" y="35352"/>
                      <a:pt x="42917" y="37292"/>
                    </a:cubicBezTo>
                    <a:cubicBezTo>
                      <a:pt x="44935" y="39245"/>
                      <a:pt x="46497" y="41563"/>
                      <a:pt x="47604" y="44271"/>
                    </a:cubicBezTo>
                    <a:cubicBezTo>
                      <a:pt x="48711" y="46979"/>
                      <a:pt x="49271" y="49974"/>
                      <a:pt x="49271" y="53229"/>
                    </a:cubicBezTo>
                    <a:cubicBezTo>
                      <a:pt x="49271" y="56497"/>
                      <a:pt x="48685" y="59479"/>
                      <a:pt x="47500" y="62188"/>
                    </a:cubicBezTo>
                    <a:cubicBezTo>
                      <a:pt x="46315" y="64896"/>
                      <a:pt x="44727" y="67266"/>
                      <a:pt x="42708" y="69271"/>
                    </a:cubicBezTo>
                    <a:cubicBezTo>
                      <a:pt x="40690" y="71224"/>
                      <a:pt x="38281" y="72748"/>
                      <a:pt x="35469" y="73854"/>
                    </a:cubicBezTo>
                    <a:cubicBezTo>
                      <a:pt x="32656" y="74974"/>
                      <a:pt x="29622" y="75521"/>
                      <a:pt x="26354" y="75521"/>
                    </a:cubicBezTo>
                    <a:cubicBezTo>
                      <a:pt x="23021" y="75521"/>
                      <a:pt x="19948" y="74974"/>
                      <a:pt x="17135" y="73854"/>
                    </a:cubicBezTo>
                    <a:cubicBezTo>
                      <a:pt x="14323" y="72748"/>
                      <a:pt x="11914" y="71224"/>
                      <a:pt x="9896" y="69271"/>
                    </a:cubicBezTo>
                    <a:cubicBezTo>
                      <a:pt x="7878" y="67266"/>
                      <a:pt x="6302" y="64896"/>
                      <a:pt x="5156" y="62188"/>
                    </a:cubicBezTo>
                    <a:cubicBezTo>
                      <a:pt x="4010" y="59479"/>
                      <a:pt x="3437" y="56497"/>
                      <a:pt x="3437" y="53229"/>
                    </a:cubicBezTo>
                    <a:cubicBezTo>
                      <a:pt x="3437" y="49974"/>
                      <a:pt x="3997" y="46979"/>
                      <a:pt x="5104" y="44271"/>
                    </a:cubicBezTo>
                    <a:cubicBezTo>
                      <a:pt x="6211" y="41563"/>
                      <a:pt x="7773" y="39245"/>
                      <a:pt x="9792" y="37292"/>
                    </a:cubicBezTo>
                    <a:cubicBezTo>
                      <a:pt x="11810" y="35352"/>
                      <a:pt x="14219" y="33841"/>
                      <a:pt x="17031" y="32761"/>
                    </a:cubicBezTo>
                    <a:cubicBezTo>
                      <a:pt x="19844" y="31693"/>
                      <a:pt x="22956" y="31146"/>
                      <a:pt x="26354" y="31146"/>
                    </a:cubicBezTo>
                    <a:close/>
                    <a:moveTo>
                      <a:pt x="101771" y="26563"/>
                    </a:moveTo>
                    <a:lnTo>
                      <a:pt x="101771" y="42813"/>
                    </a:lnTo>
                    <a:lnTo>
                      <a:pt x="127604" y="42813"/>
                    </a:lnTo>
                    <a:lnTo>
                      <a:pt x="127604" y="26563"/>
                    </a:lnTo>
                    <a:close/>
                    <a:moveTo>
                      <a:pt x="0" y="16667"/>
                    </a:moveTo>
                    <a:lnTo>
                      <a:pt x="52500" y="16667"/>
                    </a:lnTo>
                    <a:lnTo>
                      <a:pt x="52500" y="23750"/>
                    </a:lnTo>
                    <a:lnTo>
                      <a:pt x="0" y="23750"/>
                    </a:lnTo>
                    <a:close/>
                    <a:moveTo>
                      <a:pt x="200833" y="5313"/>
                    </a:moveTo>
                    <a:lnTo>
                      <a:pt x="239687" y="5313"/>
                    </a:lnTo>
                    <a:cubicBezTo>
                      <a:pt x="240521" y="5313"/>
                      <a:pt x="241094" y="5469"/>
                      <a:pt x="241406" y="5781"/>
                    </a:cubicBezTo>
                    <a:cubicBezTo>
                      <a:pt x="241719" y="6094"/>
                      <a:pt x="241875" y="6667"/>
                      <a:pt x="241875" y="7500"/>
                    </a:cubicBezTo>
                    <a:cubicBezTo>
                      <a:pt x="241524" y="14727"/>
                      <a:pt x="240326" y="21563"/>
                      <a:pt x="238281" y="28021"/>
                    </a:cubicBezTo>
                    <a:cubicBezTo>
                      <a:pt x="236237" y="34479"/>
                      <a:pt x="233477" y="40456"/>
                      <a:pt x="230000" y="45938"/>
                    </a:cubicBezTo>
                    <a:cubicBezTo>
                      <a:pt x="226523" y="51497"/>
                      <a:pt x="222435" y="56550"/>
                      <a:pt x="217708" y="61094"/>
                    </a:cubicBezTo>
                    <a:cubicBezTo>
                      <a:pt x="212982" y="65651"/>
                      <a:pt x="207774" y="69583"/>
                      <a:pt x="202083" y="72917"/>
                    </a:cubicBezTo>
                    <a:lnTo>
                      <a:pt x="195417" y="67396"/>
                    </a:lnTo>
                    <a:cubicBezTo>
                      <a:pt x="206185" y="61771"/>
                      <a:pt x="214844" y="54297"/>
                      <a:pt x="221406" y="44948"/>
                    </a:cubicBezTo>
                    <a:cubicBezTo>
                      <a:pt x="227969" y="35612"/>
                      <a:pt x="231732" y="24792"/>
                      <a:pt x="232708" y="12500"/>
                    </a:cubicBezTo>
                    <a:lnTo>
                      <a:pt x="200833" y="12500"/>
                    </a:lnTo>
                    <a:close/>
                    <a:moveTo>
                      <a:pt x="93750" y="3229"/>
                    </a:moveTo>
                    <a:lnTo>
                      <a:pt x="101771" y="3229"/>
                    </a:lnTo>
                    <a:lnTo>
                      <a:pt x="101771" y="19584"/>
                    </a:lnTo>
                    <a:lnTo>
                      <a:pt x="127604" y="19584"/>
                    </a:lnTo>
                    <a:lnTo>
                      <a:pt x="127604" y="3229"/>
                    </a:lnTo>
                    <a:lnTo>
                      <a:pt x="135625" y="3229"/>
                    </a:lnTo>
                    <a:lnTo>
                      <a:pt x="135625" y="47604"/>
                    </a:lnTo>
                    <a:cubicBezTo>
                      <a:pt x="135625" y="48438"/>
                      <a:pt x="135469" y="49011"/>
                      <a:pt x="135156" y="49323"/>
                    </a:cubicBezTo>
                    <a:cubicBezTo>
                      <a:pt x="134844" y="49636"/>
                      <a:pt x="134271" y="49792"/>
                      <a:pt x="133438" y="49792"/>
                    </a:cubicBezTo>
                    <a:lnTo>
                      <a:pt x="95938" y="49792"/>
                    </a:lnTo>
                    <a:cubicBezTo>
                      <a:pt x="95104" y="49792"/>
                      <a:pt x="94531" y="49636"/>
                      <a:pt x="94219" y="49323"/>
                    </a:cubicBezTo>
                    <a:cubicBezTo>
                      <a:pt x="93906" y="49011"/>
                      <a:pt x="93750" y="48438"/>
                      <a:pt x="93750" y="47604"/>
                    </a:cubicBezTo>
                    <a:close/>
                    <a:moveTo>
                      <a:pt x="12812" y="1667"/>
                    </a:moveTo>
                    <a:lnTo>
                      <a:pt x="39896" y="1667"/>
                    </a:lnTo>
                    <a:lnTo>
                      <a:pt x="39896" y="8542"/>
                    </a:lnTo>
                    <a:lnTo>
                      <a:pt x="12812" y="8646"/>
                    </a:lnTo>
                    <a:close/>
                    <a:moveTo>
                      <a:pt x="261250" y="0"/>
                    </a:moveTo>
                    <a:lnTo>
                      <a:pt x="269583" y="0"/>
                    </a:lnTo>
                    <a:lnTo>
                      <a:pt x="269583" y="92292"/>
                    </a:lnTo>
                    <a:lnTo>
                      <a:pt x="261250" y="92292"/>
                    </a:lnTo>
                    <a:close/>
                    <a:moveTo>
                      <a:pt x="153750" y="0"/>
                    </a:moveTo>
                    <a:lnTo>
                      <a:pt x="161979" y="0"/>
                    </a:lnTo>
                    <a:lnTo>
                      <a:pt x="161979" y="24167"/>
                    </a:lnTo>
                    <a:lnTo>
                      <a:pt x="174583" y="24167"/>
                    </a:lnTo>
                    <a:lnTo>
                      <a:pt x="174583" y="31458"/>
                    </a:lnTo>
                    <a:lnTo>
                      <a:pt x="161979" y="31458"/>
                    </a:lnTo>
                    <a:lnTo>
                      <a:pt x="161979" y="67813"/>
                    </a:lnTo>
                    <a:lnTo>
                      <a:pt x="153750" y="67813"/>
                    </a:lnTo>
                    <a:close/>
                    <a:moveTo>
                      <a:pt x="62917" y="0"/>
                    </a:moveTo>
                    <a:lnTo>
                      <a:pt x="71042" y="0"/>
                    </a:lnTo>
                    <a:lnTo>
                      <a:pt x="71042" y="37500"/>
                    </a:lnTo>
                    <a:lnTo>
                      <a:pt x="84792" y="37500"/>
                    </a:lnTo>
                    <a:lnTo>
                      <a:pt x="84792" y="45104"/>
                    </a:lnTo>
                    <a:lnTo>
                      <a:pt x="71042" y="45104"/>
                    </a:lnTo>
                    <a:lnTo>
                      <a:pt x="71042" y="92396"/>
                    </a:lnTo>
                    <a:lnTo>
                      <a:pt x="62917" y="92396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C9FB3592-FF61-4898-AB62-4E4308FD4037}"/>
                  </a:ext>
                </a:extLst>
              </p:cNvPr>
              <p:cNvSpPr txBox="1"/>
              <p:nvPr/>
            </p:nvSpPr>
            <p:spPr>
              <a:xfrm>
                <a:off x="2471622" y="3452910"/>
                <a:ext cx="456317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하반기</a:t>
                </a:r>
              </a:p>
            </p:txBody>
          </p:sp>
        </p:grpSp>
        <p:grpSp>
          <p:nvGrpSpPr>
            <p:cNvPr id="394" name="그래픽 5">
              <a:extLst>
                <a:ext uri="{FF2B5EF4-FFF2-40B4-BE49-F238E27FC236}">
                  <a16:creationId xmlns:a16="http://schemas.microsoft.com/office/drawing/2014/main" id="{BB9B6D1A-42DE-423F-832F-63E3DAD8BB59}"/>
                </a:ext>
              </a:extLst>
            </p:cNvPr>
            <p:cNvGrpSpPr/>
            <p:nvPr/>
          </p:nvGrpSpPr>
          <p:grpSpPr>
            <a:xfrm>
              <a:off x="2841852" y="3513929"/>
              <a:ext cx="39062" cy="117187"/>
              <a:chOff x="2841852" y="3513929"/>
              <a:chExt cx="39062" cy="117187"/>
            </a:xfrm>
          </p:grpSpPr>
          <p:sp>
            <p:nvSpPr>
              <p:cNvPr id="395" name="자유형: 도형 394">
                <a:extLst>
                  <a:ext uri="{FF2B5EF4-FFF2-40B4-BE49-F238E27FC236}">
                    <a16:creationId xmlns:a16="http://schemas.microsoft.com/office/drawing/2014/main" id="{6491B2FD-4B90-4A16-AFA8-3BD0FB1EC608}"/>
                  </a:ext>
                </a:extLst>
              </p:cNvPr>
              <p:cNvSpPr/>
              <p:nvPr/>
            </p:nvSpPr>
            <p:spPr>
              <a:xfrm>
                <a:off x="2841852" y="3517575"/>
                <a:ext cx="27395" cy="100000"/>
              </a:xfrm>
              <a:custGeom>
                <a:avLst/>
                <a:gdLst>
                  <a:gd name="connsiteX0" fmla="*/ 0 w 27395"/>
                  <a:gd name="connsiteY0" fmla="*/ 0 h 100000"/>
                  <a:gd name="connsiteX1" fmla="*/ 6250 w 27395"/>
                  <a:gd name="connsiteY1" fmla="*/ 0 h 100000"/>
                  <a:gd name="connsiteX2" fmla="*/ 15052 w 27395"/>
                  <a:gd name="connsiteY2" fmla="*/ 11250 h 100000"/>
                  <a:gd name="connsiteX3" fmla="*/ 21771 w 27395"/>
                  <a:gd name="connsiteY3" fmla="*/ 23750 h 100000"/>
                  <a:gd name="connsiteX4" fmla="*/ 25938 w 27395"/>
                  <a:gd name="connsiteY4" fmla="*/ 36979 h 100000"/>
                  <a:gd name="connsiteX5" fmla="*/ 27396 w 27395"/>
                  <a:gd name="connsiteY5" fmla="*/ 50000 h 100000"/>
                  <a:gd name="connsiteX6" fmla="*/ 25938 w 27395"/>
                  <a:gd name="connsiteY6" fmla="*/ 63125 h 100000"/>
                  <a:gd name="connsiteX7" fmla="*/ 21771 w 27395"/>
                  <a:gd name="connsiteY7" fmla="*/ 76250 h 100000"/>
                  <a:gd name="connsiteX8" fmla="*/ 15052 w 27395"/>
                  <a:gd name="connsiteY8" fmla="*/ 88854 h 100000"/>
                  <a:gd name="connsiteX9" fmla="*/ 6250 w 27395"/>
                  <a:gd name="connsiteY9" fmla="*/ 100000 h 100000"/>
                  <a:gd name="connsiteX10" fmla="*/ 0 w 27395"/>
                  <a:gd name="connsiteY10" fmla="*/ 100000 h 100000"/>
                  <a:gd name="connsiteX11" fmla="*/ 13646 w 27395"/>
                  <a:gd name="connsiteY11" fmla="*/ 75052 h 100000"/>
                  <a:gd name="connsiteX12" fmla="*/ 18125 w 27395"/>
                  <a:gd name="connsiteY12" fmla="*/ 50000 h 100000"/>
                  <a:gd name="connsiteX13" fmla="*/ 13646 w 27395"/>
                  <a:gd name="connsiteY13" fmla="*/ 25052 h 100000"/>
                  <a:gd name="connsiteX14" fmla="*/ 0 w 27395"/>
                  <a:gd name="connsiteY14" fmla="*/ 0 h 1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395" h="100000">
                    <a:moveTo>
                      <a:pt x="0" y="0"/>
                    </a:moveTo>
                    <a:lnTo>
                      <a:pt x="6250" y="0"/>
                    </a:lnTo>
                    <a:cubicBezTo>
                      <a:pt x="9518" y="3477"/>
                      <a:pt x="12448" y="7227"/>
                      <a:pt x="15052" y="11250"/>
                    </a:cubicBezTo>
                    <a:cubicBezTo>
                      <a:pt x="17656" y="15287"/>
                      <a:pt x="19896" y="19453"/>
                      <a:pt x="21771" y="23750"/>
                    </a:cubicBezTo>
                    <a:cubicBezTo>
                      <a:pt x="23581" y="28125"/>
                      <a:pt x="24961" y="32539"/>
                      <a:pt x="25938" y="36979"/>
                    </a:cubicBezTo>
                    <a:cubicBezTo>
                      <a:pt x="26914" y="41432"/>
                      <a:pt x="27396" y="45768"/>
                      <a:pt x="27396" y="50000"/>
                    </a:cubicBezTo>
                    <a:cubicBezTo>
                      <a:pt x="27396" y="54310"/>
                      <a:pt x="26914" y="58685"/>
                      <a:pt x="25938" y="63125"/>
                    </a:cubicBezTo>
                    <a:cubicBezTo>
                      <a:pt x="24961" y="67578"/>
                      <a:pt x="23581" y="71953"/>
                      <a:pt x="21771" y="76250"/>
                    </a:cubicBezTo>
                    <a:cubicBezTo>
                      <a:pt x="19896" y="80625"/>
                      <a:pt x="17656" y="84831"/>
                      <a:pt x="15052" y="88854"/>
                    </a:cubicBezTo>
                    <a:cubicBezTo>
                      <a:pt x="12448" y="92891"/>
                      <a:pt x="9518" y="96602"/>
                      <a:pt x="6250" y="100000"/>
                    </a:cubicBezTo>
                    <a:lnTo>
                      <a:pt x="0" y="100000"/>
                    </a:lnTo>
                    <a:cubicBezTo>
                      <a:pt x="6107" y="91953"/>
                      <a:pt x="10664" y="83633"/>
                      <a:pt x="13646" y="75052"/>
                    </a:cubicBezTo>
                    <a:cubicBezTo>
                      <a:pt x="16628" y="66484"/>
                      <a:pt x="18125" y="58125"/>
                      <a:pt x="18125" y="50000"/>
                    </a:cubicBezTo>
                    <a:cubicBezTo>
                      <a:pt x="18125" y="41953"/>
                      <a:pt x="16628" y="33633"/>
                      <a:pt x="13646" y="25052"/>
                    </a:cubicBezTo>
                    <a:cubicBezTo>
                      <a:pt x="10664" y="16484"/>
                      <a:pt x="6107" y="8125"/>
                      <a:pt x="0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76A9AD0F-6D8B-4544-9901-5FFF36144E4A}"/>
                  </a:ext>
                </a:extLst>
              </p:cNvPr>
              <p:cNvSpPr txBox="1"/>
              <p:nvPr/>
            </p:nvSpPr>
            <p:spPr>
              <a:xfrm>
                <a:off x="2750412" y="3468209"/>
                <a:ext cx="221942" cy="208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20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)</a:t>
                </a:r>
              </a:p>
            </p:txBody>
          </p:sp>
        </p:grpSp>
        <p:sp>
          <p:nvSpPr>
            <p:cNvPr id="397" name="자유형: 도형 396">
              <a:extLst>
                <a:ext uri="{FF2B5EF4-FFF2-40B4-BE49-F238E27FC236}">
                  <a16:creationId xmlns:a16="http://schemas.microsoft.com/office/drawing/2014/main" id="{DECEC901-60CF-44C8-8EC0-D19653687CC0}"/>
                </a:ext>
              </a:extLst>
            </p:cNvPr>
            <p:cNvSpPr/>
            <p:nvPr/>
          </p:nvSpPr>
          <p:spPr>
            <a:xfrm>
              <a:off x="3018050" y="3459763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2 h 81562"/>
                <a:gd name="connsiteX3" fmla="*/ 408021 w 631667"/>
                <a:gd name="connsiteY3" fmla="*/ 81562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2 h 81562"/>
                <a:gd name="connsiteX7" fmla="*/ 251771 w 631667"/>
                <a:gd name="connsiteY7" fmla="*/ 81562 h 81562"/>
                <a:gd name="connsiteX8" fmla="*/ 363021 w 631667"/>
                <a:gd name="connsiteY8" fmla="*/ 43437 h 81562"/>
                <a:gd name="connsiteX9" fmla="*/ 356875 w 631667"/>
                <a:gd name="connsiteY9" fmla="*/ 44427 h 81562"/>
                <a:gd name="connsiteX10" fmla="*/ 351563 w 631667"/>
                <a:gd name="connsiteY10" fmla="*/ 47292 h 81562"/>
                <a:gd name="connsiteX11" fmla="*/ 347761 w 631667"/>
                <a:gd name="connsiteY11" fmla="*/ 52031 h 81562"/>
                <a:gd name="connsiteX12" fmla="*/ 346354 w 631667"/>
                <a:gd name="connsiteY12" fmla="*/ 58646 h 81562"/>
                <a:gd name="connsiteX13" fmla="*/ 350781 w 631667"/>
                <a:gd name="connsiteY13" fmla="*/ 69687 h 81562"/>
                <a:gd name="connsiteX14" fmla="*/ 363021 w 631667"/>
                <a:gd name="connsiteY14" fmla="*/ 73854 h 81562"/>
                <a:gd name="connsiteX15" fmla="*/ 375156 w 631667"/>
                <a:gd name="connsiteY15" fmla="*/ 69687 h 81562"/>
                <a:gd name="connsiteX16" fmla="*/ 379688 w 631667"/>
                <a:gd name="connsiteY16" fmla="*/ 58646 h 81562"/>
                <a:gd name="connsiteX17" fmla="*/ 378229 w 631667"/>
                <a:gd name="connsiteY17" fmla="*/ 52031 h 81562"/>
                <a:gd name="connsiteX18" fmla="*/ 374375 w 631667"/>
                <a:gd name="connsiteY18" fmla="*/ 47292 h 81562"/>
                <a:gd name="connsiteX19" fmla="*/ 369063 w 631667"/>
                <a:gd name="connsiteY19" fmla="*/ 44427 h 81562"/>
                <a:gd name="connsiteX20" fmla="*/ 363021 w 631667"/>
                <a:gd name="connsiteY20" fmla="*/ 43437 h 81562"/>
                <a:gd name="connsiteX21" fmla="*/ 598855 w 631667"/>
                <a:gd name="connsiteY21" fmla="*/ 33958 h 81562"/>
                <a:gd name="connsiteX22" fmla="*/ 604219 w 631667"/>
                <a:gd name="connsiteY22" fmla="*/ 34948 h 81562"/>
                <a:gd name="connsiteX23" fmla="*/ 609063 w 631667"/>
                <a:gd name="connsiteY23" fmla="*/ 37917 h 81562"/>
                <a:gd name="connsiteX24" fmla="*/ 613854 w 631667"/>
                <a:gd name="connsiteY24" fmla="*/ 41406 h 81562"/>
                <a:gd name="connsiteX25" fmla="*/ 618125 w 631667"/>
                <a:gd name="connsiteY25" fmla="*/ 42604 h 81562"/>
                <a:gd name="connsiteX26" fmla="*/ 623386 w 631667"/>
                <a:gd name="connsiteY26" fmla="*/ 40312 h 81562"/>
                <a:gd name="connsiteX27" fmla="*/ 626980 w 631667"/>
                <a:gd name="connsiteY27" fmla="*/ 33958 h 81562"/>
                <a:gd name="connsiteX28" fmla="*/ 631667 w 631667"/>
                <a:gd name="connsiteY28" fmla="*/ 36771 h 81562"/>
                <a:gd name="connsiteX29" fmla="*/ 626719 w 631667"/>
                <a:gd name="connsiteY29" fmla="*/ 45833 h 81562"/>
                <a:gd name="connsiteX30" fmla="*/ 618021 w 631667"/>
                <a:gd name="connsiteY30" fmla="*/ 49271 h 81562"/>
                <a:gd name="connsiteX31" fmla="*/ 612605 w 631667"/>
                <a:gd name="connsiteY31" fmla="*/ 48333 h 81562"/>
                <a:gd name="connsiteX32" fmla="*/ 607813 w 631667"/>
                <a:gd name="connsiteY32" fmla="*/ 45312 h 81562"/>
                <a:gd name="connsiteX33" fmla="*/ 602969 w 631667"/>
                <a:gd name="connsiteY33" fmla="*/ 41875 h 81562"/>
                <a:gd name="connsiteX34" fmla="*/ 598750 w 631667"/>
                <a:gd name="connsiteY34" fmla="*/ 40625 h 81562"/>
                <a:gd name="connsiteX35" fmla="*/ 593646 w 631667"/>
                <a:gd name="connsiteY35" fmla="*/ 42656 h 81562"/>
                <a:gd name="connsiteX36" fmla="*/ 590105 w 631667"/>
                <a:gd name="connsiteY36" fmla="*/ 48437 h 81562"/>
                <a:gd name="connsiteX37" fmla="*/ 585417 w 631667"/>
                <a:gd name="connsiteY37" fmla="*/ 45625 h 81562"/>
                <a:gd name="connsiteX38" fmla="*/ 590313 w 631667"/>
                <a:gd name="connsiteY38" fmla="*/ 37396 h 81562"/>
                <a:gd name="connsiteX39" fmla="*/ 598855 w 631667"/>
                <a:gd name="connsiteY39" fmla="*/ 33958 h 81562"/>
                <a:gd name="connsiteX40" fmla="*/ 214167 w 631667"/>
                <a:gd name="connsiteY40" fmla="*/ 11250 h 81562"/>
                <a:gd name="connsiteX41" fmla="*/ 187292 w 631667"/>
                <a:gd name="connsiteY41" fmla="*/ 55312 h 81562"/>
                <a:gd name="connsiteX42" fmla="*/ 213959 w 631667"/>
                <a:gd name="connsiteY42" fmla="*/ 55312 h 81562"/>
                <a:gd name="connsiteX43" fmla="*/ 213959 w 631667"/>
                <a:gd name="connsiteY43" fmla="*/ 20833 h 81562"/>
                <a:gd name="connsiteX44" fmla="*/ 363021 w 631667"/>
                <a:gd name="connsiteY44" fmla="*/ 8333 h 81562"/>
                <a:gd name="connsiteX45" fmla="*/ 351875 w 631667"/>
                <a:gd name="connsiteY45" fmla="*/ 12083 h 81562"/>
                <a:gd name="connsiteX46" fmla="*/ 347292 w 631667"/>
                <a:gd name="connsiteY46" fmla="*/ 22083 h 81562"/>
                <a:gd name="connsiteX47" fmla="*/ 351771 w 631667"/>
                <a:gd name="connsiteY47" fmla="*/ 32240 h 81562"/>
                <a:gd name="connsiteX48" fmla="*/ 363021 w 631667"/>
                <a:gd name="connsiteY48" fmla="*/ 35833 h 81562"/>
                <a:gd name="connsiteX49" fmla="*/ 374167 w 631667"/>
                <a:gd name="connsiteY49" fmla="*/ 32240 h 81562"/>
                <a:gd name="connsiteX50" fmla="*/ 378750 w 631667"/>
                <a:gd name="connsiteY50" fmla="*/ 22083 h 81562"/>
                <a:gd name="connsiteX51" fmla="*/ 374167 w 631667"/>
                <a:gd name="connsiteY51" fmla="*/ 12083 h 81562"/>
                <a:gd name="connsiteX52" fmla="*/ 363021 w 631667"/>
                <a:gd name="connsiteY52" fmla="*/ 8333 h 81562"/>
                <a:gd name="connsiteX53" fmla="*/ 519271 w 631667"/>
                <a:gd name="connsiteY53" fmla="*/ 7187 h 81562"/>
                <a:gd name="connsiteX54" fmla="*/ 510469 w 631667"/>
                <a:gd name="connsiteY54" fmla="*/ 10833 h 81562"/>
                <a:gd name="connsiteX55" fmla="*/ 505729 w 631667"/>
                <a:gd name="connsiteY55" fmla="*/ 19583 h 81562"/>
                <a:gd name="connsiteX56" fmla="*/ 503698 w 631667"/>
                <a:gd name="connsiteY56" fmla="*/ 30573 h 81562"/>
                <a:gd name="connsiteX57" fmla="*/ 503334 w 631667"/>
                <a:gd name="connsiteY57" fmla="*/ 40729 h 81562"/>
                <a:gd name="connsiteX58" fmla="*/ 503698 w 631667"/>
                <a:gd name="connsiteY58" fmla="*/ 50781 h 81562"/>
                <a:gd name="connsiteX59" fmla="*/ 505729 w 631667"/>
                <a:gd name="connsiteY59" fmla="*/ 61667 h 81562"/>
                <a:gd name="connsiteX60" fmla="*/ 510469 w 631667"/>
                <a:gd name="connsiteY60" fmla="*/ 70312 h 81562"/>
                <a:gd name="connsiteX61" fmla="*/ 519271 w 631667"/>
                <a:gd name="connsiteY61" fmla="*/ 73854 h 81562"/>
                <a:gd name="connsiteX62" fmla="*/ 528230 w 631667"/>
                <a:gd name="connsiteY62" fmla="*/ 70312 h 81562"/>
                <a:gd name="connsiteX63" fmla="*/ 533229 w 631667"/>
                <a:gd name="connsiteY63" fmla="*/ 61667 h 81562"/>
                <a:gd name="connsiteX64" fmla="*/ 535521 w 631667"/>
                <a:gd name="connsiteY64" fmla="*/ 50781 h 81562"/>
                <a:gd name="connsiteX65" fmla="*/ 536042 w 631667"/>
                <a:gd name="connsiteY65" fmla="*/ 40729 h 81562"/>
                <a:gd name="connsiteX66" fmla="*/ 535521 w 631667"/>
                <a:gd name="connsiteY66" fmla="*/ 30573 h 81562"/>
                <a:gd name="connsiteX67" fmla="*/ 533229 w 631667"/>
                <a:gd name="connsiteY67" fmla="*/ 19583 h 81562"/>
                <a:gd name="connsiteX68" fmla="*/ 528230 w 631667"/>
                <a:gd name="connsiteY68" fmla="*/ 10833 h 81562"/>
                <a:gd name="connsiteX69" fmla="*/ 519271 w 631667"/>
                <a:gd name="connsiteY69" fmla="*/ 7187 h 81562"/>
                <a:gd name="connsiteX70" fmla="*/ 297917 w 631667"/>
                <a:gd name="connsiteY70" fmla="*/ 7187 h 81562"/>
                <a:gd name="connsiteX71" fmla="*/ 289115 w 631667"/>
                <a:gd name="connsiteY71" fmla="*/ 10833 h 81562"/>
                <a:gd name="connsiteX72" fmla="*/ 284375 w 631667"/>
                <a:gd name="connsiteY72" fmla="*/ 19583 h 81562"/>
                <a:gd name="connsiteX73" fmla="*/ 282344 w 631667"/>
                <a:gd name="connsiteY73" fmla="*/ 30573 h 81562"/>
                <a:gd name="connsiteX74" fmla="*/ 281979 w 631667"/>
                <a:gd name="connsiteY74" fmla="*/ 40729 h 81562"/>
                <a:gd name="connsiteX75" fmla="*/ 282344 w 631667"/>
                <a:gd name="connsiteY75" fmla="*/ 50781 h 81562"/>
                <a:gd name="connsiteX76" fmla="*/ 284375 w 631667"/>
                <a:gd name="connsiteY76" fmla="*/ 61667 h 81562"/>
                <a:gd name="connsiteX77" fmla="*/ 289115 w 631667"/>
                <a:gd name="connsiteY77" fmla="*/ 70312 h 81562"/>
                <a:gd name="connsiteX78" fmla="*/ 297917 w 631667"/>
                <a:gd name="connsiteY78" fmla="*/ 73854 h 81562"/>
                <a:gd name="connsiteX79" fmla="*/ 306875 w 631667"/>
                <a:gd name="connsiteY79" fmla="*/ 70312 h 81562"/>
                <a:gd name="connsiteX80" fmla="*/ 311875 w 631667"/>
                <a:gd name="connsiteY80" fmla="*/ 61667 h 81562"/>
                <a:gd name="connsiteX81" fmla="*/ 314167 w 631667"/>
                <a:gd name="connsiteY81" fmla="*/ 50781 h 81562"/>
                <a:gd name="connsiteX82" fmla="*/ 314688 w 631667"/>
                <a:gd name="connsiteY82" fmla="*/ 40729 h 81562"/>
                <a:gd name="connsiteX83" fmla="*/ 314167 w 631667"/>
                <a:gd name="connsiteY83" fmla="*/ 30573 h 81562"/>
                <a:gd name="connsiteX84" fmla="*/ 311875 w 631667"/>
                <a:gd name="connsiteY84" fmla="*/ 19583 h 81562"/>
                <a:gd name="connsiteX85" fmla="*/ 306875 w 631667"/>
                <a:gd name="connsiteY85" fmla="*/ 10833 h 81562"/>
                <a:gd name="connsiteX86" fmla="*/ 297917 w 631667"/>
                <a:gd name="connsiteY86" fmla="*/ 7187 h 81562"/>
                <a:gd name="connsiteX87" fmla="*/ 89583 w 631667"/>
                <a:gd name="connsiteY87" fmla="*/ 7187 h 81562"/>
                <a:gd name="connsiteX88" fmla="*/ 80781 w 631667"/>
                <a:gd name="connsiteY88" fmla="*/ 10833 h 81562"/>
                <a:gd name="connsiteX89" fmla="*/ 76042 w 631667"/>
                <a:gd name="connsiteY89" fmla="*/ 19583 h 81562"/>
                <a:gd name="connsiteX90" fmla="*/ 74011 w 631667"/>
                <a:gd name="connsiteY90" fmla="*/ 30573 h 81562"/>
                <a:gd name="connsiteX91" fmla="*/ 73646 w 631667"/>
                <a:gd name="connsiteY91" fmla="*/ 40729 h 81562"/>
                <a:gd name="connsiteX92" fmla="*/ 74011 w 631667"/>
                <a:gd name="connsiteY92" fmla="*/ 50781 h 81562"/>
                <a:gd name="connsiteX93" fmla="*/ 76042 w 631667"/>
                <a:gd name="connsiteY93" fmla="*/ 61667 h 81562"/>
                <a:gd name="connsiteX94" fmla="*/ 80781 w 631667"/>
                <a:gd name="connsiteY94" fmla="*/ 70312 h 81562"/>
                <a:gd name="connsiteX95" fmla="*/ 89583 w 631667"/>
                <a:gd name="connsiteY95" fmla="*/ 73854 h 81562"/>
                <a:gd name="connsiteX96" fmla="*/ 98542 w 631667"/>
                <a:gd name="connsiteY96" fmla="*/ 70312 h 81562"/>
                <a:gd name="connsiteX97" fmla="*/ 103542 w 631667"/>
                <a:gd name="connsiteY97" fmla="*/ 61667 h 81562"/>
                <a:gd name="connsiteX98" fmla="*/ 105833 w 631667"/>
                <a:gd name="connsiteY98" fmla="*/ 50781 h 81562"/>
                <a:gd name="connsiteX99" fmla="*/ 106354 w 631667"/>
                <a:gd name="connsiteY99" fmla="*/ 40729 h 81562"/>
                <a:gd name="connsiteX100" fmla="*/ 105833 w 631667"/>
                <a:gd name="connsiteY100" fmla="*/ 30573 h 81562"/>
                <a:gd name="connsiteX101" fmla="*/ 103542 w 631667"/>
                <a:gd name="connsiteY101" fmla="*/ 19583 h 81562"/>
                <a:gd name="connsiteX102" fmla="*/ 98542 w 631667"/>
                <a:gd name="connsiteY102" fmla="*/ 10833 h 81562"/>
                <a:gd name="connsiteX103" fmla="*/ 89583 w 631667"/>
                <a:gd name="connsiteY103" fmla="*/ 7187 h 81562"/>
                <a:gd name="connsiteX104" fmla="*/ 212813 w 631667"/>
                <a:gd name="connsiteY104" fmla="*/ 1979 h 81562"/>
                <a:gd name="connsiteX105" fmla="*/ 219896 w 631667"/>
                <a:gd name="connsiteY105" fmla="*/ 1979 h 81562"/>
                <a:gd name="connsiteX106" fmla="*/ 221458 w 631667"/>
                <a:gd name="connsiteY106" fmla="*/ 2396 h 81562"/>
                <a:gd name="connsiteX107" fmla="*/ 221875 w 631667"/>
                <a:gd name="connsiteY107" fmla="*/ 3958 h 81562"/>
                <a:gd name="connsiteX108" fmla="*/ 221875 w 631667"/>
                <a:gd name="connsiteY108" fmla="*/ 55312 h 81562"/>
                <a:gd name="connsiteX109" fmla="*/ 233229 w 631667"/>
                <a:gd name="connsiteY109" fmla="*/ 55312 h 81562"/>
                <a:gd name="connsiteX110" fmla="*/ 233229 w 631667"/>
                <a:gd name="connsiteY110" fmla="*/ 62500 h 81562"/>
                <a:gd name="connsiteX111" fmla="*/ 221875 w 631667"/>
                <a:gd name="connsiteY111" fmla="*/ 62500 h 81562"/>
                <a:gd name="connsiteX112" fmla="*/ 221875 w 631667"/>
                <a:gd name="connsiteY112" fmla="*/ 79167 h 81562"/>
                <a:gd name="connsiteX113" fmla="*/ 213750 w 631667"/>
                <a:gd name="connsiteY113" fmla="*/ 79167 h 81562"/>
                <a:gd name="connsiteX114" fmla="*/ 213750 w 631667"/>
                <a:gd name="connsiteY114" fmla="*/ 62500 h 81562"/>
                <a:gd name="connsiteX115" fmla="*/ 181354 w 631667"/>
                <a:gd name="connsiteY115" fmla="*/ 62500 h 81562"/>
                <a:gd name="connsiteX116" fmla="*/ 179792 w 631667"/>
                <a:gd name="connsiteY116" fmla="*/ 62083 h 81562"/>
                <a:gd name="connsiteX117" fmla="*/ 179375 w 631667"/>
                <a:gd name="connsiteY117" fmla="*/ 60521 h 81562"/>
                <a:gd name="connsiteX118" fmla="*/ 179375 w 631667"/>
                <a:gd name="connsiteY118" fmla="*/ 56146 h 81562"/>
                <a:gd name="connsiteX119" fmla="*/ 179636 w 631667"/>
                <a:gd name="connsiteY119" fmla="*/ 54635 h 81562"/>
                <a:gd name="connsiteX120" fmla="*/ 180313 w 631667"/>
                <a:gd name="connsiteY120" fmla="*/ 53229 h 81562"/>
                <a:gd name="connsiteX121" fmla="*/ 210729 w 631667"/>
                <a:gd name="connsiteY121" fmla="*/ 3333 h 81562"/>
                <a:gd name="connsiteX122" fmla="*/ 211563 w 631667"/>
                <a:gd name="connsiteY122" fmla="*/ 2344 h 81562"/>
                <a:gd name="connsiteX123" fmla="*/ 212813 w 631667"/>
                <a:gd name="connsiteY123" fmla="*/ 1979 h 81562"/>
                <a:gd name="connsiteX124" fmla="*/ 452709 w 631667"/>
                <a:gd name="connsiteY124" fmla="*/ 1354 h 81562"/>
                <a:gd name="connsiteX125" fmla="*/ 468750 w 631667"/>
                <a:gd name="connsiteY125" fmla="*/ 6458 h 81562"/>
                <a:gd name="connsiteX126" fmla="*/ 475209 w 631667"/>
                <a:gd name="connsiteY126" fmla="*/ 21458 h 81562"/>
                <a:gd name="connsiteX127" fmla="*/ 471094 w 631667"/>
                <a:gd name="connsiteY127" fmla="*/ 35312 h 81562"/>
                <a:gd name="connsiteX128" fmla="*/ 461250 w 631667"/>
                <a:gd name="connsiteY128" fmla="*/ 49271 h 81562"/>
                <a:gd name="connsiteX129" fmla="*/ 449375 w 631667"/>
                <a:gd name="connsiteY129" fmla="*/ 61979 h 81562"/>
                <a:gd name="connsiteX130" fmla="*/ 439167 w 631667"/>
                <a:gd name="connsiteY130" fmla="*/ 71979 h 81562"/>
                <a:gd name="connsiteX131" fmla="*/ 476875 w 631667"/>
                <a:gd name="connsiteY131" fmla="*/ 71979 h 81562"/>
                <a:gd name="connsiteX132" fmla="*/ 476875 w 631667"/>
                <a:gd name="connsiteY132" fmla="*/ 79167 h 81562"/>
                <a:gd name="connsiteX133" fmla="*/ 431146 w 631667"/>
                <a:gd name="connsiteY133" fmla="*/ 79167 h 81562"/>
                <a:gd name="connsiteX134" fmla="*/ 429948 w 631667"/>
                <a:gd name="connsiteY134" fmla="*/ 78854 h 81562"/>
                <a:gd name="connsiteX135" fmla="*/ 429688 w 631667"/>
                <a:gd name="connsiteY135" fmla="*/ 77604 h 81562"/>
                <a:gd name="connsiteX136" fmla="*/ 429688 w 631667"/>
                <a:gd name="connsiteY136" fmla="*/ 71354 h 81562"/>
                <a:gd name="connsiteX137" fmla="*/ 434011 w 631667"/>
                <a:gd name="connsiteY137" fmla="*/ 67187 h 81562"/>
                <a:gd name="connsiteX138" fmla="*/ 439584 w 631667"/>
                <a:gd name="connsiteY138" fmla="*/ 61667 h 81562"/>
                <a:gd name="connsiteX139" fmla="*/ 445625 w 631667"/>
                <a:gd name="connsiteY139" fmla="*/ 55208 h 81562"/>
                <a:gd name="connsiteX140" fmla="*/ 451771 w 631667"/>
                <a:gd name="connsiteY140" fmla="*/ 48125 h 81562"/>
                <a:gd name="connsiteX141" fmla="*/ 457500 w 631667"/>
                <a:gd name="connsiteY141" fmla="*/ 40990 h 81562"/>
                <a:gd name="connsiteX142" fmla="*/ 462188 w 631667"/>
                <a:gd name="connsiteY142" fmla="*/ 34062 h 81562"/>
                <a:gd name="connsiteX143" fmla="*/ 465469 w 631667"/>
                <a:gd name="connsiteY143" fmla="*/ 27604 h 81562"/>
                <a:gd name="connsiteX144" fmla="*/ 466667 w 631667"/>
                <a:gd name="connsiteY144" fmla="*/ 22083 h 81562"/>
                <a:gd name="connsiteX145" fmla="*/ 462709 w 631667"/>
                <a:gd name="connsiteY145" fmla="*/ 11927 h 81562"/>
                <a:gd name="connsiteX146" fmla="*/ 452500 w 631667"/>
                <a:gd name="connsiteY146" fmla="*/ 8542 h 81562"/>
                <a:gd name="connsiteX147" fmla="*/ 442657 w 631667"/>
                <a:gd name="connsiteY147" fmla="*/ 12708 h 81562"/>
                <a:gd name="connsiteX148" fmla="*/ 438854 w 631667"/>
                <a:gd name="connsiteY148" fmla="*/ 23542 h 81562"/>
                <a:gd name="connsiteX149" fmla="*/ 430313 w 631667"/>
                <a:gd name="connsiteY149" fmla="*/ 23542 h 81562"/>
                <a:gd name="connsiteX150" fmla="*/ 431979 w 631667"/>
                <a:gd name="connsiteY150" fmla="*/ 14427 h 81562"/>
                <a:gd name="connsiteX151" fmla="*/ 436667 w 631667"/>
                <a:gd name="connsiteY151" fmla="*/ 7396 h 81562"/>
                <a:gd name="connsiteX152" fmla="*/ 443802 w 631667"/>
                <a:gd name="connsiteY152" fmla="*/ 2917 h 81562"/>
                <a:gd name="connsiteX153" fmla="*/ 452709 w 631667"/>
                <a:gd name="connsiteY153" fmla="*/ 1354 h 81562"/>
                <a:gd name="connsiteX154" fmla="*/ 363021 w 631667"/>
                <a:gd name="connsiteY154" fmla="*/ 1354 h 81562"/>
                <a:gd name="connsiteX155" fmla="*/ 380365 w 631667"/>
                <a:gd name="connsiteY155" fmla="*/ 6771 h 81562"/>
                <a:gd name="connsiteX156" fmla="*/ 387084 w 631667"/>
                <a:gd name="connsiteY156" fmla="*/ 21979 h 81562"/>
                <a:gd name="connsiteX157" fmla="*/ 386094 w 631667"/>
                <a:gd name="connsiteY157" fmla="*/ 27604 h 81562"/>
                <a:gd name="connsiteX158" fmla="*/ 383334 w 631667"/>
                <a:gd name="connsiteY158" fmla="*/ 32917 h 81562"/>
                <a:gd name="connsiteX159" fmla="*/ 378959 w 631667"/>
                <a:gd name="connsiteY159" fmla="*/ 37344 h 81562"/>
                <a:gd name="connsiteX160" fmla="*/ 373438 w 631667"/>
                <a:gd name="connsiteY160" fmla="*/ 40104 h 81562"/>
                <a:gd name="connsiteX161" fmla="*/ 384167 w 631667"/>
                <a:gd name="connsiteY161" fmla="*/ 46927 h 81562"/>
                <a:gd name="connsiteX162" fmla="*/ 388021 w 631667"/>
                <a:gd name="connsiteY162" fmla="*/ 58542 h 81562"/>
                <a:gd name="connsiteX163" fmla="*/ 380990 w 631667"/>
                <a:gd name="connsiteY163" fmla="*/ 75052 h 81562"/>
                <a:gd name="connsiteX164" fmla="*/ 362917 w 631667"/>
                <a:gd name="connsiteY164" fmla="*/ 80833 h 81562"/>
                <a:gd name="connsiteX165" fmla="*/ 344844 w 631667"/>
                <a:gd name="connsiteY165" fmla="*/ 75052 h 81562"/>
                <a:gd name="connsiteX166" fmla="*/ 338021 w 631667"/>
                <a:gd name="connsiteY166" fmla="*/ 58542 h 81562"/>
                <a:gd name="connsiteX167" fmla="*/ 341771 w 631667"/>
                <a:gd name="connsiteY167" fmla="*/ 47448 h 81562"/>
                <a:gd name="connsiteX168" fmla="*/ 352708 w 631667"/>
                <a:gd name="connsiteY168" fmla="*/ 39687 h 81562"/>
                <a:gd name="connsiteX169" fmla="*/ 342552 w 631667"/>
                <a:gd name="connsiteY169" fmla="*/ 33333 h 81562"/>
                <a:gd name="connsiteX170" fmla="*/ 338958 w 631667"/>
                <a:gd name="connsiteY170" fmla="*/ 21979 h 81562"/>
                <a:gd name="connsiteX171" fmla="*/ 345625 w 631667"/>
                <a:gd name="connsiteY171" fmla="*/ 6771 h 81562"/>
                <a:gd name="connsiteX172" fmla="*/ 363021 w 631667"/>
                <a:gd name="connsiteY172" fmla="*/ 1354 h 81562"/>
                <a:gd name="connsiteX173" fmla="*/ 140208 w 631667"/>
                <a:gd name="connsiteY173" fmla="*/ 1354 h 81562"/>
                <a:gd name="connsiteX174" fmla="*/ 156250 w 631667"/>
                <a:gd name="connsiteY174" fmla="*/ 6458 h 81562"/>
                <a:gd name="connsiteX175" fmla="*/ 162708 w 631667"/>
                <a:gd name="connsiteY175" fmla="*/ 21458 h 81562"/>
                <a:gd name="connsiteX176" fmla="*/ 158594 w 631667"/>
                <a:gd name="connsiteY176" fmla="*/ 35312 h 81562"/>
                <a:gd name="connsiteX177" fmla="*/ 148750 w 631667"/>
                <a:gd name="connsiteY177" fmla="*/ 49271 h 81562"/>
                <a:gd name="connsiteX178" fmla="*/ 136875 w 631667"/>
                <a:gd name="connsiteY178" fmla="*/ 61979 h 81562"/>
                <a:gd name="connsiteX179" fmla="*/ 126667 w 631667"/>
                <a:gd name="connsiteY179" fmla="*/ 71979 h 81562"/>
                <a:gd name="connsiteX180" fmla="*/ 164375 w 631667"/>
                <a:gd name="connsiteY180" fmla="*/ 71979 h 81562"/>
                <a:gd name="connsiteX181" fmla="*/ 164375 w 631667"/>
                <a:gd name="connsiteY181" fmla="*/ 79167 h 81562"/>
                <a:gd name="connsiteX182" fmla="*/ 118646 w 631667"/>
                <a:gd name="connsiteY182" fmla="*/ 79167 h 81562"/>
                <a:gd name="connsiteX183" fmla="*/ 117448 w 631667"/>
                <a:gd name="connsiteY183" fmla="*/ 78854 h 81562"/>
                <a:gd name="connsiteX184" fmla="*/ 117188 w 631667"/>
                <a:gd name="connsiteY184" fmla="*/ 77604 h 81562"/>
                <a:gd name="connsiteX185" fmla="*/ 117188 w 631667"/>
                <a:gd name="connsiteY185" fmla="*/ 71354 h 81562"/>
                <a:gd name="connsiteX186" fmla="*/ 121510 w 631667"/>
                <a:gd name="connsiteY186" fmla="*/ 67187 h 81562"/>
                <a:gd name="connsiteX187" fmla="*/ 127084 w 631667"/>
                <a:gd name="connsiteY187" fmla="*/ 61667 h 81562"/>
                <a:gd name="connsiteX188" fmla="*/ 133125 w 631667"/>
                <a:gd name="connsiteY188" fmla="*/ 55208 h 81562"/>
                <a:gd name="connsiteX189" fmla="*/ 139271 w 631667"/>
                <a:gd name="connsiteY189" fmla="*/ 48125 h 81562"/>
                <a:gd name="connsiteX190" fmla="*/ 145000 w 631667"/>
                <a:gd name="connsiteY190" fmla="*/ 40990 h 81562"/>
                <a:gd name="connsiteX191" fmla="*/ 149688 w 631667"/>
                <a:gd name="connsiteY191" fmla="*/ 34062 h 81562"/>
                <a:gd name="connsiteX192" fmla="*/ 152969 w 631667"/>
                <a:gd name="connsiteY192" fmla="*/ 27604 h 81562"/>
                <a:gd name="connsiteX193" fmla="*/ 154167 w 631667"/>
                <a:gd name="connsiteY193" fmla="*/ 22083 h 81562"/>
                <a:gd name="connsiteX194" fmla="*/ 150208 w 631667"/>
                <a:gd name="connsiteY194" fmla="*/ 11927 h 81562"/>
                <a:gd name="connsiteX195" fmla="*/ 140000 w 631667"/>
                <a:gd name="connsiteY195" fmla="*/ 8542 h 81562"/>
                <a:gd name="connsiteX196" fmla="*/ 130156 w 631667"/>
                <a:gd name="connsiteY196" fmla="*/ 12708 h 81562"/>
                <a:gd name="connsiteX197" fmla="*/ 126354 w 631667"/>
                <a:gd name="connsiteY197" fmla="*/ 23542 h 81562"/>
                <a:gd name="connsiteX198" fmla="*/ 117813 w 631667"/>
                <a:gd name="connsiteY198" fmla="*/ 23542 h 81562"/>
                <a:gd name="connsiteX199" fmla="*/ 119479 w 631667"/>
                <a:gd name="connsiteY199" fmla="*/ 14427 h 81562"/>
                <a:gd name="connsiteX200" fmla="*/ 124167 w 631667"/>
                <a:gd name="connsiteY200" fmla="*/ 7396 h 81562"/>
                <a:gd name="connsiteX201" fmla="*/ 131302 w 631667"/>
                <a:gd name="connsiteY201" fmla="*/ 2917 h 81562"/>
                <a:gd name="connsiteX202" fmla="*/ 140208 w 631667"/>
                <a:gd name="connsiteY202" fmla="*/ 1354 h 81562"/>
                <a:gd name="connsiteX203" fmla="*/ 23021 w 631667"/>
                <a:gd name="connsiteY203" fmla="*/ 1354 h 81562"/>
                <a:gd name="connsiteX204" fmla="*/ 39063 w 631667"/>
                <a:gd name="connsiteY204" fmla="*/ 6458 h 81562"/>
                <a:gd name="connsiteX205" fmla="*/ 45521 w 631667"/>
                <a:gd name="connsiteY205" fmla="*/ 21458 h 81562"/>
                <a:gd name="connsiteX206" fmla="*/ 41406 w 631667"/>
                <a:gd name="connsiteY206" fmla="*/ 35312 h 81562"/>
                <a:gd name="connsiteX207" fmla="*/ 31562 w 631667"/>
                <a:gd name="connsiteY207" fmla="*/ 49271 h 81562"/>
                <a:gd name="connsiteX208" fmla="*/ 19688 w 631667"/>
                <a:gd name="connsiteY208" fmla="*/ 61979 h 81562"/>
                <a:gd name="connsiteX209" fmla="*/ 9479 w 631667"/>
                <a:gd name="connsiteY209" fmla="*/ 71979 h 81562"/>
                <a:gd name="connsiteX210" fmla="*/ 47188 w 631667"/>
                <a:gd name="connsiteY210" fmla="*/ 71979 h 81562"/>
                <a:gd name="connsiteX211" fmla="*/ 47188 w 631667"/>
                <a:gd name="connsiteY211" fmla="*/ 79167 h 81562"/>
                <a:gd name="connsiteX212" fmla="*/ 1458 w 631667"/>
                <a:gd name="connsiteY212" fmla="*/ 79167 h 81562"/>
                <a:gd name="connsiteX213" fmla="*/ 260 w 631667"/>
                <a:gd name="connsiteY213" fmla="*/ 78854 h 81562"/>
                <a:gd name="connsiteX214" fmla="*/ 0 w 631667"/>
                <a:gd name="connsiteY214" fmla="*/ 77604 h 81562"/>
                <a:gd name="connsiteX215" fmla="*/ 0 w 631667"/>
                <a:gd name="connsiteY215" fmla="*/ 71354 h 81562"/>
                <a:gd name="connsiteX216" fmla="*/ 4323 w 631667"/>
                <a:gd name="connsiteY216" fmla="*/ 67187 h 81562"/>
                <a:gd name="connsiteX217" fmla="*/ 9896 w 631667"/>
                <a:gd name="connsiteY217" fmla="*/ 61667 h 81562"/>
                <a:gd name="connsiteX218" fmla="*/ 15937 w 631667"/>
                <a:gd name="connsiteY218" fmla="*/ 55208 h 81562"/>
                <a:gd name="connsiteX219" fmla="*/ 22083 w 631667"/>
                <a:gd name="connsiteY219" fmla="*/ 48125 h 81562"/>
                <a:gd name="connsiteX220" fmla="*/ 27813 w 631667"/>
                <a:gd name="connsiteY220" fmla="*/ 40990 h 81562"/>
                <a:gd name="connsiteX221" fmla="*/ 32500 w 631667"/>
                <a:gd name="connsiteY221" fmla="*/ 34062 h 81562"/>
                <a:gd name="connsiteX222" fmla="*/ 35781 w 631667"/>
                <a:gd name="connsiteY222" fmla="*/ 27604 h 81562"/>
                <a:gd name="connsiteX223" fmla="*/ 36979 w 631667"/>
                <a:gd name="connsiteY223" fmla="*/ 22083 h 81562"/>
                <a:gd name="connsiteX224" fmla="*/ 33021 w 631667"/>
                <a:gd name="connsiteY224" fmla="*/ 11927 h 81562"/>
                <a:gd name="connsiteX225" fmla="*/ 22812 w 631667"/>
                <a:gd name="connsiteY225" fmla="*/ 8542 h 81562"/>
                <a:gd name="connsiteX226" fmla="*/ 12969 w 631667"/>
                <a:gd name="connsiteY226" fmla="*/ 12708 h 81562"/>
                <a:gd name="connsiteX227" fmla="*/ 9167 w 631667"/>
                <a:gd name="connsiteY227" fmla="*/ 23542 h 81562"/>
                <a:gd name="connsiteX228" fmla="*/ 625 w 631667"/>
                <a:gd name="connsiteY228" fmla="*/ 23542 h 81562"/>
                <a:gd name="connsiteX229" fmla="*/ 2292 w 631667"/>
                <a:gd name="connsiteY229" fmla="*/ 14427 h 81562"/>
                <a:gd name="connsiteX230" fmla="*/ 6979 w 631667"/>
                <a:gd name="connsiteY230" fmla="*/ 7396 h 81562"/>
                <a:gd name="connsiteX231" fmla="*/ 14115 w 631667"/>
                <a:gd name="connsiteY231" fmla="*/ 2917 h 81562"/>
                <a:gd name="connsiteX232" fmla="*/ 23021 w 631667"/>
                <a:gd name="connsiteY232" fmla="*/ 1354 h 81562"/>
                <a:gd name="connsiteX233" fmla="*/ 519271 w 631667"/>
                <a:gd name="connsiteY233" fmla="*/ 0 h 81562"/>
                <a:gd name="connsiteX234" fmla="*/ 532032 w 631667"/>
                <a:gd name="connsiteY234" fmla="*/ 3646 h 81562"/>
                <a:gd name="connsiteX235" fmla="*/ 539792 w 631667"/>
                <a:gd name="connsiteY235" fmla="*/ 13021 h 81562"/>
                <a:gd name="connsiteX236" fmla="*/ 543646 w 631667"/>
                <a:gd name="connsiteY236" fmla="*/ 26146 h 81562"/>
                <a:gd name="connsiteX237" fmla="*/ 544688 w 631667"/>
                <a:gd name="connsiteY237" fmla="*/ 40729 h 81562"/>
                <a:gd name="connsiteX238" fmla="*/ 543646 w 631667"/>
                <a:gd name="connsiteY238" fmla="*/ 55312 h 81562"/>
                <a:gd name="connsiteX239" fmla="*/ 539792 w 631667"/>
                <a:gd name="connsiteY239" fmla="*/ 68333 h 81562"/>
                <a:gd name="connsiteX240" fmla="*/ 532032 w 631667"/>
                <a:gd name="connsiteY240" fmla="*/ 77604 h 81562"/>
                <a:gd name="connsiteX241" fmla="*/ 519271 w 631667"/>
                <a:gd name="connsiteY241" fmla="*/ 81146 h 81562"/>
                <a:gd name="connsiteX242" fmla="*/ 506719 w 631667"/>
                <a:gd name="connsiteY242" fmla="*/ 77604 h 81562"/>
                <a:gd name="connsiteX243" fmla="*/ 499271 w 631667"/>
                <a:gd name="connsiteY243" fmla="*/ 68333 h 81562"/>
                <a:gd name="connsiteX244" fmla="*/ 495625 w 631667"/>
                <a:gd name="connsiteY244" fmla="*/ 55312 h 81562"/>
                <a:gd name="connsiteX245" fmla="*/ 494688 w 631667"/>
                <a:gd name="connsiteY245" fmla="*/ 40729 h 81562"/>
                <a:gd name="connsiteX246" fmla="*/ 495625 w 631667"/>
                <a:gd name="connsiteY246" fmla="*/ 26146 h 81562"/>
                <a:gd name="connsiteX247" fmla="*/ 499271 w 631667"/>
                <a:gd name="connsiteY247" fmla="*/ 13021 h 81562"/>
                <a:gd name="connsiteX248" fmla="*/ 506719 w 631667"/>
                <a:gd name="connsiteY248" fmla="*/ 3646 h 81562"/>
                <a:gd name="connsiteX249" fmla="*/ 519271 w 631667"/>
                <a:gd name="connsiteY249" fmla="*/ 0 h 81562"/>
                <a:gd name="connsiteX250" fmla="*/ 297917 w 631667"/>
                <a:gd name="connsiteY250" fmla="*/ 0 h 81562"/>
                <a:gd name="connsiteX251" fmla="*/ 310677 w 631667"/>
                <a:gd name="connsiteY251" fmla="*/ 3646 h 81562"/>
                <a:gd name="connsiteX252" fmla="*/ 318438 w 631667"/>
                <a:gd name="connsiteY252" fmla="*/ 13021 h 81562"/>
                <a:gd name="connsiteX253" fmla="*/ 322292 w 631667"/>
                <a:gd name="connsiteY253" fmla="*/ 26146 h 81562"/>
                <a:gd name="connsiteX254" fmla="*/ 323334 w 631667"/>
                <a:gd name="connsiteY254" fmla="*/ 40729 h 81562"/>
                <a:gd name="connsiteX255" fmla="*/ 322292 w 631667"/>
                <a:gd name="connsiteY255" fmla="*/ 55312 h 81562"/>
                <a:gd name="connsiteX256" fmla="*/ 318438 w 631667"/>
                <a:gd name="connsiteY256" fmla="*/ 68333 h 81562"/>
                <a:gd name="connsiteX257" fmla="*/ 310677 w 631667"/>
                <a:gd name="connsiteY257" fmla="*/ 77604 h 81562"/>
                <a:gd name="connsiteX258" fmla="*/ 297917 w 631667"/>
                <a:gd name="connsiteY258" fmla="*/ 81146 h 81562"/>
                <a:gd name="connsiteX259" fmla="*/ 285365 w 631667"/>
                <a:gd name="connsiteY259" fmla="*/ 77604 h 81562"/>
                <a:gd name="connsiteX260" fmla="*/ 277917 w 631667"/>
                <a:gd name="connsiteY260" fmla="*/ 68333 h 81562"/>
                <a:gd name="connsiteX261" fmla="*/ 274271 w 631667"/>
                <a:gd name="connsiteY261" fmla="*/ 55312 h 81562"/>
                <a:gd name="connsiteX262" fmla="*/ 273334 w 631667"/>
                <a:gd name="connsiteY262" fmla="*/ 40729 h 81562"/>
                <a:gd name="connsiteX263" fmla="*/ 274271 w 631667"/>
                <a:gd name="connsiteY263" fmla="*/ 26146 h 81562"/>
                <a:gd name="connsiteX264" fmla="*/ 277917 w 631667"/>
                <a:gd name="connsiteY264" fmla="*/ 13021 h 81562"/>
                <a:gd name="connsiteX265" fmla="*/ 285365 w 631667"/>
                <a:gd name="connsiteY265" fmla="*/ 3646 h 81562"/>
                <a:gd name="connsiteX266" fmla="*/ 297917 w 631667"/>
                <a:gd name="connsiteY266" fmla="*/ 0 h 81562"/>
                <a:gd name="connsiteX267" fmla="*/ 89583 w 631667"/>
                <a:gd name="connsiteY267" fmla="*/ 0 h 81562"/>
                <a:gd name="connsiteX268" fmla="*/ 102344 w 631667"/>
                <a:gd name="connsiteY268" fmla="*/ 3646 h 81562"/>
                <a:gd name="connsiteX269" fmla="*/ 110104 w 631667"/>
                <a:gd name="connsiteY269" fmla="*/ 13021 h 81562"/>
                <a:gd name="connsiteX270" fmla="*/ 113958 w 631667"/>
                <a:gd name="connsiteY270" fmla="*/ 26146 h 81562"/>
                <a:gd name="connsiteX271" fmla="*/ 115000 w 631667"/>
                <a:gd name="connsiteY271" fmla="*/ 40729 h 81562"/>
                <a:gd name="connsiteX272" fmla="*/ 113958 w 631667"/>
                <a:gd name="connsiteY272" fmla="*/ 55312 h 81562"/>
                <a:gd name="connsiteX273" fmla="*/ 110104 w 631667"/>
                <a:gd name="connsiteY273" fmla="*/ 68333 h 81562"/>
                <a:gd name="connsiteX274" fmla="*/ 102344 w 631667"/>
                <a:gd name="connsiteY274" fmla="*/ 77604 h 81562"/>
                <a:gd name="connsiteX275" fmla="*/ 89583 w 631667"/>
                <a:gd name="connsiteY275" fmla="*/ 81146 h 81562"/>
                <a:gd name="connsiteX276" fmla="*/ 77031 w 631667"/>
                <a:gd name="connsiteY276" fmla="*/ 77604 h 81562"/>
                <a:gd name="connsiteX277" fmla="*/ 69583 w 631667"/>
                <a:gd name="connsiteY277" fmla="*/ 68333 h 81562"/>
                <a:gd name="connsiteX278" fmla="*/ 65937 w 631667"/>
                <a:gd name="connsiteY278" fmla="*/ 55312 h 81562"/>
                <a:gd name="connsiteX279" fmla="*/ 65000 w 631667"/>
                <a:gd name="connsiteY279" fmla="*/ 40729 h 81562"/>
                <a:gd name="connsiteX280" fmla="*/ 65937 w 631667"/>
                <a:gd name="connsiteY280" fmla="*/ 26146 h 81562"/>
                <a:gd name="connsiteX281" fmla="*/ 69583 w 631667"/>
                <a:gd name="connsiteY281" fmla="*/ 13021 h 81562"/>
                <a:gd name="connsiteX282" fmla="*/ 77031 w 631667"/>
                <a:gd name="connsiteY282" fmla="*/ 3646 h 81562"/>
                <a:gd name="connsiteX283" fmla="*/ 89583 w 631667"/>
                <a:gd name="connsiteY283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363021" y="43437"/>
                  </a:moveTo>
                  <a:cubicBezTo>
                    <a:pt x="360938" y="43437"/>
                    <a:pt x="358893" y="43776"/>
                    <a:pt x="356875" y="44427"/>
                  </a:cubicBezTo>
                  <a:cubicBezTo>
                    <a:pt x="354857" y="45091"/>
                    <a:pt x="353086" y="46042"/>
                    <a:pt x="351563" y="47292"/>
                  </a:cubicBezTo>
                  <a:cubicBezTo>
                    <a:pt x="349961" y="48542"/>
                    <a:pt x="348698" y="50130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26" y="66914"/>
                    <a:pt x="350781" y="69687"/>
                  </a:cubicBezTo>
                  <a:cubicBezTo>
                    <a:pt x="353737" y="72474"/>
                    <a:pt x="357813" y="73854"/>
                    <a:pt x="363021" y="73854"/>
                  </a:cubicBezTo>
                  <a:cubicBezTo>
                    <a:pt x="368086" y="73854"/>
                    <a:pt x="372136" y="72474"/>
                    <a:pt x="375156" y="69687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53" y="50130"/>
                    <a:pt x="375977" y="48542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44" y="43776"/>
                    <a:pt x="365039" y="43437"/>
                    <a:pt x="363021" y="43437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97"/>
                    <a:pt x="604219" y="34948"/>
                  </a:cubicBezTo>
                  <a:cubicBezTo>
                    <a:pt x="605782" y="35612"/>
                    <a:pt x="607396" y="36601"/>
                    <a:pt x="609063" y="37917"/>
                  </a:cubicBezTo>
                  <a:cubicBezTo>
                    <a:pt x="610938" y="39453"/>
                    <a:pt x="612539" y="40612"/>
                    <a:pt x="613854" y="41406"/>
                  </a:cubicBezTo>
                  <a:cubicBezTo>
                    <a:pt x="615170" y="42213"/>
                    <a:pt x="616602" y="42604"/>
                    <a:pt x="618125" y="42604"/>
                  </a:cubicBezTo>
                  <a:cubicBezTo>
                    <a:pt x="620352" y="42604"/>
                    <a:pt x="622097" y="41849"/>
                    <a:pt x="623386" y="40312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3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2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7"/>
                  </a:cubicBezTo>
                  <a:lnTo>
                    <a:pt x="585417" y="45625"/>
                  </a:lnTo>
                  <a:cubicBezTo>
                    <a:pt x="586316" y="42435"/>
                    <a:pt x="587956" y="39687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214167" y="11250"/>
                  </a:moveTo>
                  <a:lnTo>
                    <a:pt x="187292" y="55312"/>
                  </a:lnTo>
                  <a:lnTo>
                    <a:pt x="213959" y="55312"/>
                  </a:lnTo>
                  <a:lnTo>
                    <a:pt x="213959" y="20833"/>
                  </a:lnTo>
                  <a:close/>
                  <a:moveTo>
                    <a:pt x="363021" y="8333"/>
                  </a:moveTo>
                  <a:cubicBezTo>
                    <a:pt x="358646" y="8333"/>
                    <a:pt x="354935" y="9583"/>
                    <a:pt x="351875" y="12083"/>
                  </a:cubicBezTo>
                  <a:cubicBezTo>
                    <a:pt x="348815" y="14583"/>
                    <a:pt x="347292" y="17917"/>
                    <a:pt x="347292" y="22083"/>
                  </a:cubicBezTo>
                  <a:cubicBezTo>
                    <a:pt x="347292" y="26458"/>
                    <a:pt x="348789" y="29844"/>
                    <a:pt x="351771" y="32240"/>
                  </a:cubicBezTo>
                  <a:cubicBezTo>
                    <a:pt x="354753" y="34635"/>
                    <a:pt x="358503" y="35833"/>
                    <a:pt x="363021" y="35833"/>
                  </a:cubicBezTo>
                  <a:cubicBezTo>
                    <a:pt x="367396" y="35833"/>
                    <a:pt x="371107" y="34635"/>
                    <a:pt x="374167" y="32240"/>
                  </a:cubicBezTo>
                  <a:cubicBezTo>
                    <a:pt x="377227" y="29844"/>
                    <a:pt x="378750" y="26458"/>
                    <a:pt x="378750" y="22083"/>
                  </a:cubicBezTo>
                  <a:cubicBezTo>
                    <a:pt x="378750" y="17917"/>
                    <a:pt x="377227" y="14583"/>
                    <a:pt x="374167" y="12083"/>
                  </a:cubicBezTo>
                  <a:cubicBezTo>
                    <a:pt x="371107" y="9583"/>
                    <a:pt x="367396" y="8333"/>
                    <a:pt x="363021" y="8333"/>
                  </a:cubicBezTo>
                  <a:close/>
                  <a:moveTo>
                    <a:pt x="519271" y="7187"/>
                  </a:moveTo>
                  <a:cubicBezTo>
                    <a:pt x="515521" y="7187"/>
                    <a:pt x="512591" y="8411"/>
                    <a:pt x="510469" y="10833"/>
                  </a:cubicBezTo>
                  <a:cubicBezTo>
                    <a:pt x="508347" y="13268"/>
                    <a:pt x="506771" y="16185"/>
                    <a:pt x="505729" y="19583"/>
                  </a:cubicBezTo>
                  <a:cubicBezTo>
                    <a:pt x="504623" y="23060"/>
                    <a:pt x="503946" y="26719"/>
                    <a:pt x="503698" y="30573"/>
                  </a:cubicBezTo>
                  <a:cubicBezTo>
                    <a:pt x="503451" y="34427"/>
                    <a:pt x="503334" y="37812"/>
                    <a:pt x="503334" y="40729"/>
                  </a:cubicBezTo>
                  <a:cubicBezTo>
                    <a:pt x="503334" y="43646"/>
                    <a:pt x="503451" y="47005"/>
                    <a:pt x="503698" y="50781"/>
                  </a:cubicBezTo>
                  <a:cubicBezTo>
                    <a:pt x="503946" y="54570"/>
                    <a:pt x="504623" y="58203"/>
                    <a:pt x="505729" y="61667"/>
                  </a:cubicBezTo>
                  <a:cubicBezTo>
                    <a:pt x="506771" y="65078"/>
                    <a:pt x="508347" y="67956"/>
                    <a:pt x="510469" y="70312"/>
                  </a:cubicBezTo>
                  <a:cubicBezTo>
                    <a:pt x="512591" y="72682"/>
                    <a:pt x="515521" y="73854"/>
                    <a:pt x="519271" y="73854"/>
                  </a:cubicBezTo>
                  <a:cubicBezTo>
                    <a:pt x="523021" y="73854"/>
                    <a:pt x="526003" y="72682"/>
                    <a:pt x="528230" y="70312"/>
                  </a:cubicBezTo>
                  <a:cubicBezTo>
                    <a:pt x="530456" y="67956"/>
                    <a:pt x="532123" y="65078"/>
                    <a:pt x="533229" y="61667"/>
                  </a:cubicBezTo>
                  <a:cubicBezTo>
                    <a:pt x="534414" y="58203"/>
                    <a:pt x="535170" y="54570"/>
                    <a:pt x="535521" y="50781"/>
                  </a:cubicBezTo>
                  <a:cubicBezTo>
                    <a:pt x="535873" y="47005"/>
                    <a:pt x="536042" y="43646"/>
                    <a:pt x="536042" y="40729"/>
                  </a:cubicBezTo>
                  <a:cubicBezTo>
                    <a:pt x="536042" y="37812"/>
                    <a:pt x="535873" y="34427"/>
                    <a:pt x="535521" y="30573"/>
                  </a:cubicBezTo>
                  <a:cubicBezTo>
                    <a:pt x="535170" y="26719"/>
                    <a:pt x="534414" y="23060"/>
                    <a:pt x="533229" y="19583"/>
                  </a:cubicBezTo>
                  <a:cubicBezTo>
                    <a:pt x="532123" y="16185"/>
                    <a:pt x="530456" y="13268"/>
                    <a:pt x="528230" y="10833"/>
                  </a:cubicBezTo>
                  <a:cubicBezTo>
                    <a:pt x="526003" y="8411"/>
                    <a:pt x="523021" y="7187"/>
                    <a:pt x="519271" y="7187"/>
                  </a:cubicBezTo>
                  <a:close/>
                  <a:moveTo>
                    <a:pt x="297917" y="7187"/>
                  </a:moveTo>
                  <a:cubicBezTo>
                    <a:pt x="294167" y="7187"/>
                    <a:pt x="291237" y="8411"/>
                    <a:pt x="289115" y="10833"/>
                  </a:cubicBezTo>
                  <a:cubicBezTo>
                    <a:pt x="286992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097" y="34427"/>
                    <a:pt x="281979" y="37812"/>
                    <a:pt x="281979" y="40729"/>
                  </a:cubicBezTo>
                  <a:cubicBezTo>
                    <a:pt x="281979" y="43646"/>
                    <a:pt x="282097" y="47005"/>
                    <a:pt x="282344" y="50781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6992" y="67956"/>
                    <a:pt x="289115" y="70312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49" y="72682"/>
                    <a:pt x="306875" y="70312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15" y="54570"/>
                    <a:pt x="314167" y="50781"/>
                  </a:cubicBezTo>
                  <a:cubicBezTo>
                    <a:pt x="314518" y="47005"/>
                    <a:pt x="314688" y="43646"/>
                    <a:pt x="314688" y="40729"/>
                  </a:cubicBezTo>
                  <a:cubicBezTo>
                    <a:pt x="314688" y="37812"/>
                    <a:pt x="314518" y="34427"/>
                    <a:pt x="314167" y="30573"/>
                  </a:cubicBezTo>
                  <a:cubicBezTo>
                    <a:pt x="313815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49" y="8411"/>
                    <a:pt x="301667" y="7187"/>
                    <a:pt x="297917" y="7187"/>
                  </a:cubicBezTo>
                  <a:close/>
                  <a:moveTo>
                    <a:pt x="89583" y="7187"/>
                  </a:moveTo>
                  <a:cubicBezTo>
                    <a:pt x="85833" y="7187"/>
                    <a:pt x="82904" y="8411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2"/>
                    <a:pt x="73646" y="40729"/>
                  </a:cubicBezTo>
                  <a:cubicBezTo>
                    <a:pt x="73646" y="43646"/>
                    <a:pt x="73763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3" y="65078"/>
                    <a:pt x="78659" y="67956"/>
                    <a:pt x="80781" y="70312"/>
                  </a:cubicBezTo>
                  <a:cubicBezTo>
                    <a:pt x="82904" y="72682"/>
                    <a:pt x="85833" y="73854"/>
                    <a:pt x="89583" y="73854"/>
                  </a:cubicBezTo>
                  <a:cubicBezTo>
                    <a:pt x="93333" y="73854"/>
                    <a:pt x="96315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82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411"/>
                    <a:pt x="93333" y="7187"/>
                    <a:pt x="89583" y="7187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2"/>
                    <a:pt x="221458" y="2396"/>
                  </a:cubicBezTo>
                  <a:cubicBezTo>
                    <a:pt x="221732" y="2682"/>
                    <a:pt x="221875" y="3203"/>
                    <a:pt x="221875" y="3958"/>
                  </a:cubicBezTo>
                  <a:lnTo>
                    <a:pt x="221875" y="55312"/>
                  </a:lnTo>
                  <a:lnTo>
                    <a:pt x="233229" y="55312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70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6"/>
                    <a:pt x="179636" y="54635"/>
                  </a:cubicBezTo>
                  <a:cubicBezTo>
                    <a:pt x="179805" y="54114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11" y="2591"/>
                    <a:pt x="211563" y="2344"/>
                  </a:cubicBezTo>
                  <a:cubicBezTo>
                    <a:pt x="211914" y="2109"/>
                    <a:pt x="212331" y="1979"/>
                    <a:pt x="212813" y="1979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40" y="3060"/>
                    <a:pt x="468750" y="6458"/>
                  </a:cubicBezTo>
                  <a:cubicBezTo>
                    <a:pt x="473060" y="9870"/>
                    <a:pt x="475209" y="14870"/>
                    <a:pt x="475209" y="21458"/>
                  </a:cubicBezTo>
                  <a:cubicBezTo>
                    <a:pt x="475209" y="25911"/>
                    <a:pt x="473841" y="30521"/>
                    <a:pt x="471094" y="35312"/>
                  </a:cubicBezTo>
                  <a:cubicBezTo>
                    <a:pt x="468347" y="40104"/>
                    <a:pt x="465065" y="44765"/>
                    <a:pt x="461250" y="49271"/>
                  </a:cubicBezTo>
                  <a:cubicBezTo>
                    <a:pt x="457435" y="53789"/>
                    <a:pt x="453477" y="58021"/>
                    <a:pt x="449375" y="61979"/>
                  </a:cubicBezTo>
                  <a:cubicBezTo>
                    <a:pt x="445274" y="65937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17" y="79062"/>
                    <a:pt x="429948" y="78854"/>
                  </a:cubicBezTo>
                  <a:cubicBezTo>
                    <a:pt x="429779" y="78646"/>
                    <a:pt x="429688" y="78229"/>
                    <a:pt x="429688" y="77604"/>
                  </a:cubicBezTo>
                  <a:lnTo>
                    <a:pt x="429688" y="71354"/>
                  </a:lnTo>
                  <a:cubicBezTo>
                    <a:pt x="430873" y="70247"/>
                    <a:pt x="432305" y="68854"/>
                    <a:pt x="434011" y="67187"/>
                  </a:cubicBezTo>
                  <a:cubicBezTo>
                    <a:pt x="435716" y="65521"/>
                    <a:pt x="437565" y="63685"/>
                    <a:pt x="439584" y="61667"/>
                  </a:cubicBezTo>
                  <a:cubicBezTo>
                    <a:pt x="441524" y="59661"/>
                    <a:pt x="443542" y="57500"/>
                    <a:pt x="445625" y="55208"/>
                  </a:cubicBezTo>
                  <a:cubicBezTo>
                    <a:pt x="447709" y="52917"/>
                    <a:pt x="449753" y="50560"/>
                    <a:pt x="451771" y="48125"/>
                  </a:cubicBezTo>
                  <a:cubicBezTo>
                    <a:pt x="453789" y="45768"/>
                    <a:pt x="455690" y="43385"/>
                    <a:pt x="457500" y="40990"/>
                  </a:cubicBezTo>
                  <a:cubicBezTo>
                    <a:pt x="459310" y="38594"/>
                    <a:pt x="460873" y="36289"/>
                    <a:pt x="462188" y="34062"/>
                  </a:cubicBezTo>
                  <a:cubicBezTo>
                    <a:pt x="463581" y="31771"/>
                    <a:pt x="464675" y="29622"/>
                    <a:pt x="465469" y="27604"/>
                  </a:cubicBezTo>
                  <a:cubicBezTo>
                    <a:pt x="466263" y="25599"/>
                    <a:pt x="466667" y="23750"/>
                    <a:pt x="466667" y="22083"/>
                  </a:cubicBezTo>
                  <a:cubicBezTo>
                    <a:pt x="466667" y="17578"/>
                    <a:pt x="465352" y="14193"/>
                    <a:pt x="462709" y="11927"/>
                  </a:cubicBezTo>
                  <a:cubicBezTo>
                    <a:pt x="460065" y="9674"/>
                    <a:pt x="456667" y="8542"/>
                    <a:pt x="452500" y="8542"/>
                  </a:cubicBezTo>
                  <a:cubicBezTo>
                    <a:pt x="448477" y="8542"/>
                    <a:pt x="445196" y="9935"/>
                    <a:pt x="442657" y="12708"/>
                  </a:cubicBezTo>
                  <a:cubicBezTo>
                    <a:pt x="440117" y="15495"/>
                    <a:pt x="438854" y="19102"/>
                    <a:pt x="438854" y="23542"/>
                  </a:cubicBezTo>
                  <a:lnTo>
                    <a:pt x="430313" y="23542"/>
                  </a:lnTo>
                  <a:cubicBezTo>
                    <a:pt x="430313" y="20208"/>
                    <a:pt x="430873" y="17174"/>
                    <a:pt x="431979" y="14427"/>
                  </a:cubicBezTo>
                  <a:cubicBezTo>
                    <a:pt x="433086" y="11693"/>
                    <a:pt x="434649" y="9349"/>
                    <a:pt x="436667" y="7396"/>
                  </a:cubicBezTo>
                  <a:cubicBezTo>
                    <a:pt x="438685" y="5456"/>
                    <a:pt x="441055" y="3958"/>
                    <a:pt x="443802" y="2917"/>
                  </a:cubicBezTo>
                  <a:cubicBezTo>
                    <a:pt x="446550" y="1875"/>
                    <a:pt x="449518" y="1354"/>
                    <a:pt x="452709" y="1354"/>
                  </a:cubicBezTo>
                  <a:close/>
                  <a:moveTo>
                    <a:pt x="363021" y="1354"/>
                  </a:moveTo>
                  <a:cubicBezTo>
                    <a:pt x="370104" y="1354"/>
                    <a:pt x="375886" y="3164"/>
                    <a:pt x="380365" y="6771"/>
                  </a:cubicBezTo>
                  <a:cubicBezTo>
                    <a:pt x="384844" y="10390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4"/>
                  </a:cubicBezTo>
                  <a:cubicBezTo>
                    <a:pt x="385430" y="29479"/>
                    <a:pt x="384519" y="31250"/>
                    <a:pt x="383334" y="32917"/>
                  </a:cubicBezTo>
                  <a:cubicBezTo>
                    <a:pt x="382084" y="34583"/>
                    <a:pt x="380625" y="36068"/>
                    <a:pt x="378959" y="37344"/>
                  </a:cubicBezTo>
                  <a:cubicBezTo>
                    <a:pt x="377292" y="38633"/>
                    <a:pt x="375456" y="39557"/>
                    <a:pt x="373438" y="40104"/>
                  </a:cubicBezTo>
                  <a:cubicBezTo>
                    <a:pt x="378021" y="41354"/>
                    <a:pt x="381602" y="43633"/>
                    <a:pt x="384167" y="46927"/>
                  </a:cubicBezTo>
                  <a:cubicBezTo>
                    <a:pt x="386732" y="50234"/>
                    <a:pt x="388021" y="54102"/>
                    <a:pt x="388021" y="58542"/>
                  </a:cubicBezTo>
                  <a:cubicBezTo>
                    <a:pt x="387956" y="65703"/>
                    <a:pt x="385612" y="71198"/>
                    <a:pt x="380990" y="75052"/>
                  </a:cubicBezTo>
                  <a:cubicBezTo>
                    <a:pt x="376367" y="78906"/>
                    <a:pt x="370352" y="80833"/>
                    <a:pt x="362917" y="80833"/>
                  </a:cubicBezTo>
                  <a:cubicBezTo>
                    <a:pt x="355417" y="80833"/>
                    <a:pt x="349388" y="78906"/>
                    <a:pt x="344844" y="75052"/>
                  </a:cubicBezTo>
                  <a:cubicBezTo>
                    <a:pt x="340300" y="71198"/>
                    <a:pt x="338021" y="65703"/>
                    <a:pt x="338021" y="58542"/>
                  </a:cubicBezTo>
                  <a:cubicBezTo>
                    <a:pt x="338021" y="54661"/>
                    <a:pt x="339271" y="50963"/>
                    <a:pt x="341771" y="47448"/>
                  </a:cubicBezTo>
                  <a:cubicBezTo>
                    <a:pt x="344271" y="43945"/>
                    <a:pt x="347917" y="41354"/>
                    <a:pt x="352708" y="39687"/>
                  </a:cubicBezTo>
                  <a:cubicBezTo>
                    <a:pt x="348334" y="38854"/>
                    <a:pt x="344948" y="36745"/>
                    <a:pt x="342552" y="33333"/>
                  </a:cubicBezTo>
                  <a:cubicBezTo>
                    <a:pt x="340157" y="29935"/>
                    <a:pt x="338958" y="26146"/>
                    <a:pt x="338958" y="21979"/>
                  </a:cubicBezTo>
                  <a:cubicBezTo>
                    <a:pt x="338958" y="15456"/>
                    <a:pt x="341185" y="10390"/>
                    <a:pt x="345625" y="6771"/>
                  </a:cubicBezTo>
                  <a:cubicBezTo>
                    <a:pt x="350065" y="3164"/>
                    <a:pt x="355873" y="1354"/>
                    <a:pt x="363021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1"/>
                    <a:pt x="161341" y="30521"/>
                    <a:pt x="158594" y="35312"/>
                  </a:cubicBezTo>
                  <a:cubicBezTo>
                    <a:pt x="155847" y="40104"/>
                    <a:pt x="152565" y="44765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7"/>
                    <a:pt x="119805" y="68854"/>
                    <a:pt x="121510" y="67187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61"/>
                    <a:pt x="131042" y="57500"/>
                    <a:pt x="133125" y="55208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63" y="25599"/>
                    <a:pt x="154167" y="23750"/>
                    <a:pt x="154167" y="22083"/>
                  </a:cubicBezTo>
                  <a:cubicBezTo>
                    <a:pt x="154167" y="17578"/>
                    <a:pt x="152852" y="14193"/>
                    <a:pt x="150208" y="11927"/>
                  </a:cubicBezTo>
                  <a:cubicBezTo>
                    <a:pt x="147565" y="9674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8"/>
                  </a:cubicBezTo>
                  <a:cubicBezTo>
                    <a:pt x="127617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93"/>
                    <a:pt x="122148" y="9349"/>
                    <a:pt x="124167" y="7396"/>
                  </a:cubicBezTo>
                  <a:cubicBezTo>
                    <a:pt x="126185" y="5456"/>
                    <a:pt x="128555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1"/>
                    <a:pt x="44154" y="30521"/>
                    <a:pt x="41406" y="35312"/>
                  </a:cubicBezTo>
                  <a:cubicBezTo>
                    <a:pt x="38659" y="40104"/>
                    <a:pt x="35378" y="44765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7"/>
                    <a:pt x="2617" y="68854"/>
                    <a:pt x="4323" y="67187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61"/>
                    <a:pt x="13854" y="57500"/>
                    <a:pt x="15937" y="55208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76" y="25599"/>
                    <a:pt x="36979" y="23750"/>
                    <a:pt x="36979" y="22083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78" y="9674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8"/>
                  </a:cubicBezTo>
                  <a:cubicBezTo>
                    <a:pt x="10430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93"/>
                    <a:pt x="4961" y="9349"/>
                    <a:pt x="6979" y="7396"/>
                  </a:cubicBezTo>
                  <a:cubicBezTo>
                    <a:pt x="8998" y="5456"/>
                    <a:pt x="11367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79" y="0"/>
                    <a:pt x="528737" y="1224"/>
                    <a:pt x="532032" y="3646"/>
                  </a:cubicBezTo>
                  <a:cubicBezTo>
                    <a:pt x="535326" y="6081"/>
                    <a:pt x="537917" y="9206"/>
                    <a:pt x="539792" y="13021"/>
                  </a:cubicBezTo>
                  <a:cubicBezTo>
                    <a:pt x="541667" y="16914"/>
                    <a:pt x="542956" y="21289"/>
                    <a:pt x="543646" y="26146"/>
                  </a:cubicBezTo>
                  <a:cubicBezTo>
                    <a:pt x="544336" y="31015"/>
                    <a:pt x="544688" y="35872"/>
                    <a:pt x="544688" y="40729"/>
                  </a:cubicBezTo>
                  <a:cubicBezTo>
                    <a:pt x="544688" y="45664"/>
                    <a:pt x="544336" y="50521"/>
                    <a:pt x="543646" y="55312"/>
                  </a:cubicBezTo>
                  <a:cubicBezTo>
                    <a:pt x="542956" y="60104"/>
                    <a:pt x="541667" y="64453"/>
                    <a:pt x="539792" y="68333"/>
                  </a:cubicBezTo>
                  <a:cubicBezTo>
                    <a:pt x="537917" y="72161"/>
                    <a:pt x="535326" y="75247"/>
                    <a:pt x="532032" y="77604"/>
                  </a:cubicBezTo>
                  <a:cubicBezTo>
                    <a:pt x="528737" y="79974"/>
                    <a:pt x="524479" y="81146"/>
                    <a:pt x="519271" y="81146"/>
                  </a:cubicBezTo>
                  <a:cubicBezTo>
                    <a:pt x="514128" y="81146"/>
                    <a:pt x="509948" y="79974"/>
                    <a:pt x="506719" y="77604"/>
                  </a:cubicBezTo>
                  <a:cubicBezTo>
                    <a:pt x="503490" y="75247"/>
                    <a:pt x="501003" y="72161"/>
                    <a:pt x="499271" y="68333"/>
                  </a:cubicBezTo>
                  <a:cubicBezTo>
                    <a:pt x="497461" y="64453"/>
                    <a:pt x="496250" y="60104"/>
                    <a:pt x="495625" y="55312"/>
                  </a:cubicBezTo>
                  <a:cubicBezTo>
                    <a:pt x="495000" y="50521"/>
                    <a:pt x="494688" y="45664"/>
                    <a:pt x="494688" y="40729"/>
                  </a:cubicBezTo>
                  <a:cubicBezTo>
                    <a:pt x="494688" y="35872"/>
                    <a:pt x="495000" y="31015"/>
                    <a:pt x="495625" y="26146"/>
                  </a:cubicBezTo>
                  <a:cubicBezTo>
                    <a:pt x="496250" y="21289"/>
                    <a:pt x="497461" y="16914"/>
                    <a:pt x="499271" y="13021"/>
                  </a:cubicBezTo>
                  <a:cubicBezTo>
                    <a:pt x="501003" y="9206"/>
                    <a:pt x="503490" y="6081"/>
                    <a:pt x="506719" y="3646"/>
                  </a:cubicBezTo>
                  <a:cubicBezTo>
                    <a:pt x="509948" y="1224"/>
                    <a:pt x="514128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72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82" y="31015"/>
                    <a:pt x="323334" y="35872"/>
                    <a:pt x="323334" y="40729"/>
                  </a:cubicBezTo>
                  <a:cubicBezTo>
                    <a:pt x="323334" y="45664"/>
                    <a:pt x="322982" y="50521"/>
                    <a:pt x="322292" y="55312"/>
                  </a:cubicBezTo>
                  <a:cubicBezTo>
                    <a:pt x="321602" y="60104"/>
                    <a:pt x="320313" y="64453"/>
                    <a:pt x="318438" y="68333"/>
                  </a:cubicBezTo>
                  <a:cubicBezTo>
                    <a:pt x="316563" y="72161"/>
                    <a:pt x="313972" y="75247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74" y="81146"/>
                    <a:pt x="288594" y="79974"/>
                    <a:pt x="285365" y="77604"/>
                  </a:cubicBezTo>
                  <a:cubicBezTo>
                    <a:pt x="282136" y="75247"/>
                    <a:pt x="279649" y="72161"/>
                    <a:pt x="277917" y="68333"/>
                  </a:cubicBezTo>
                  <a:cubicBezTo>
                    <a:pt x="276107" y="64453"/>
                    <a:pt x="274896" y="60104"/>
                    <a:pt x="274271" y="55312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5"/>
                    <a:pt x="274271" y="26146"/>
                  </a:cubicBezTo>
                  <a:cubicBezTo>
                    <a:pt x="274896" y="21289"/>
                    <a:pt x="276107" y="16914"/>
                    <a:pt x="277917" y="13021"/>
                  </a:cubicBezTo>
                  <a:cubicBezTo>
                    <a:pt x="279649" y="9206"/>
                    <a:pt x="282136" y="6081"/>
                    <a:pt x="285365" y="3646"/>
                  </a:cubicBezTo>
                  <a:cubicBezTo>
                    <a:pt x="288594" y="1224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24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15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2"/>
                  </a:cubicBezTo>
                  <a:cubicBezTo>
                    <a:pt x="113268" y="60104"/>
                    <a:pt x="111979" y="64453"/>
                    <a:pt x="110104" y="68333"/>
                  </a:cubicBezTo>
                  <a:cubicBezTo>
                    <a:pt x="108229" y="72161"/>
                    <a:pt x="105638" y="75247"/>
                    <a:pt x="102344" y="77604"/>
                  </a:cubicBezTo>
                  <a:cubicBezTo>
                    <a:pt x="99049" y="79974"/>
                    <a:pt x="94792" y="81146"/>
                    <a:pt x="89583" y="81146"/>
                  </a:cubicBezTo>
                  <a:cubicBezTo>
                    <a:pt x="84440" y="81146"/>
                    <a:pt x="80260" y="79974"/>
                    <a:pt x="77031" y="77604"/>
                  </a:cubicBezTo>
                  <a:cubicBezTo>
                    <a:pt x="73802" y="75247"/>
                    <a:pt x="71315" y="72161"/>
                    <a:pt x="69583" y="68333"/>
                  </a:cubicBezTo>
                  <a:cubicBezTo>
                    <a:pt x="67773" y="64453"/>
                    <a:pt x="66563" y="60104"/>
                    <a:pt x="65937" y="55312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5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24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398" name="TextBox 397">
              <a:extLst>
                <a:ext uri="{FF2B5EF4-FFF2-40B4-BE49-F238E27FC236}">
                  <a16:creationId xmlns:a16="http://schemas.microsoft.com/office/drawing/2014/main" id="{EAAA7C68-5E99-4524-A2AF-7B268097195D}"/>
                </a:ext>
              </a:extLst>
            </p:cNvPr>
            <p:cNvSpPr txBox="1"/>
            <p:nvPr/>
          </p:nvSpPr>
          <p:spPr>
            <a:xfrm>
              <a:off x="2926610" y="3420305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2024.08.20 ~</a:t>
              </a:r>
            </a:p>
          </p:txBody>
        </p:sp>
        <p:sp>
          <p:nvSpPr>
            <p:cNvPr id="399" name="자유형: 도형 398">
              <a:extLst>
                <a:ext uri="{FF2B5EF4-FFF2-40B4-BE49-F238E27FC236}">
                  <a16:creationId xmlns:a16="http://schemas.microsoft.com/office/drawing/2014/main" id="{50A0E799-C247-4AA8-83CD-1E2DAA9C130A}"/>
                </a:ext>
              </a:extLst>
            </p:cNvPr>
            <p:cNvSpPr/>
            <p:nvPr/>
          </p:nvSpPr>
          <p:spPr>
            <a:xfrm>
              <a:off x="3062099" y="3589971"/>
              <a:ext cx="544167" cy="81562"/>
            </a:xfrm>
            <a:custGeom>
              <a:avLst/>
              <a:gdLst>
                <a:gd name="connsiteX0" fmla="*/ 408021 w 544167"/>
                <a:gd name="connsiteY0" fmla="*/ 70833 h 81562"/>
                <a:gd name="connsiteX1" fmla="*/ 418750 w 544167"/>
                <a:gd name="connsiteY1" fmla="*/ 70833 h 81562"/>
                <a:gd name="connsiteX2" fmla="*/ 418750 w 544167"/>
                <a:gd name="connsiteY2" fmla="*/ 81562 h 81562"/>
                <a:gd name="connsiteX3" fmla="*/ 408021 w 544167"/>
                <a:gd name="connsiteY3" fmla="*/ 81562 h 81562"/>
                <a:gd name="connsiteX4" fmla="*/ 251771 w 544167"/>
                <a:gd name="connsiteY4" fmla="*/ 70833 h 81562"/>
                <a:gd name="connsiteX5" fmla="*/ 262500 w 544167"/>
                <a:gd name="connsiteY5" fmla="*/ 70833 h 81562"/>
                <a:gd name="connsiteX6" fmla="*/ 262500 w 544167"/>
                <a:gd name="connsiteY6" fmla="*/ 81562 h 81562"/>
                <a:gd name="connsiteX7" fmla="*/ 251771 w 544167"/>
                <a:gd name="connsiteY7" fmla="*/ 81562 h 81562"/>
                <a:gd name="connsiteX8" fmla="*/ 363021 w 544167"/>
                <a:gd name="connsiteY8" fmla="*/ 43437 h 81562"/>
                <a:gd name="connsiteX9" fmla="*/ 356875 w 544167"/>
                <a:gd name="connsiteY9" fmla="*/ 44427 h 81562"/>
                <a:gd name="connsiteX10" fmla="*/ 351563 w 544167"/>
                <a:gd name="connsiteY10" fmla="*/ 47292 h 81562"/>
                <a:gd name="connsiteX11" fmla="*/ 347761 w 544167"/>
                <a:gd name="connsiteY11" fmla="*/ 52031 h 81562"/>
                <a:gd name="connsiteX12" fmla="*/ 346354 w 544167"/>
                <a:gd name="connsiteY12" fmla="*/ 58646 h 81562"/>
                <a:gd name="connsiteX13" fmla="*/ 350781 w 544167"/>
                <a:gd name="connsiteY13" fmla="*/ 69688 h 81562"/>
                <a:gd name="connsiteX14" fmla="*/ 363021 w 544167"/>
                <a:gd name="connsiteY14" fmla="*/ 73854 h 81562"/>
                <a:gd name="connsiteX15" fmla="*/ 375157 w 544167"/>
                <a:gd name="connsiteY15" fmla="*/ 69688 h 81562"/>
                <a:gd name="connsiteX16" fmla="*/ 379688 w 544167"/>
                <a:gd name="connsiteY16" fmla="*/ 58646 h 81562"/>
                <a:gd name="connsiteX17" fmla="*/ 378229 w 544167"/>
                <a:gd name="connsiteY17" fmla="*/ 52031 h 81562"/>
                <a:gd name="connsiteX18" fmla="*/ 374375 w 544167"/>
                <a:gd name="connsiteY18" fmla="*/ 47292 h 81562"/>
                <a:gd name="connsiteX19" fmla="*/ 369063 w 544167"/>
                <a:gd name="connsiteY19" fmla="*/ 44427 h 81562"/>
                <a:gd name="connsiteX20" fmla="*/ 363021 w 544167"/>
                <a:gd name="connsiteY20" fmla="*/ 43437 h 81562"/>
                <a:gd name="connsiteX21" fmla="*/ 519063 w 544167"/>
                <a:gd name="connsiteY21" fmla="*/ 8333 h 81562"/>
                <a:gd name="connsiteX22" fmla="*/ 507032 w 544167"/>
                <a:gd name="connsiteY22" fmla="*/ 13854 h 81562"/>
                <a:gd name="connsiteX23" fmla="*/ 502813 w 544167"/>
                <a:gd name="connsiteY23" fmla="*/ 27292 h 81562"/>
                <a:gd name="connsiteX24" fmla="*/ 503802 w 544167"/>
                <a:gd name="connsiteY24" fmla="*/ 34583 h 81562"/>
                <a:gd name="connsiteX25" fmla="*/ 506875 w 544167"/>
                <a:gd name="connsiteY25" fmla="*/ 40521 h 81562"/>
                <a:gd name="connsiteX26" fmla="*/ 511875 w 544167"/>
                <a:gd name="connsiteY26" fmla="*/ 44635 h 81562"/>
                <a:gd name="connsiteX27" fmla="*/ 518959 w 544167"/>
                <a:gd name="connsiteY27" fmla="*/ 46146 h 81562"/>
                <a:gd name="connsiteX28" fmla="*/ 525365 w 544167"/>
                <a:gd name="connsiteY28" fmla="*/ 44687 h 81562"/>
                <a:gd name="connsiteX29" fmla="*/ 530417 w 544167"/>
                <a:gd name="connsiteY29" fmla="*/ 40833 h 81562"/>
                <a:gd name="connsiteX30" fmla="*/ 533802 w 544167"/>
                <a:gd name="connsiteY30" fmla="*/ 35104 h 81562"/>
                <a:gd name="connsiteX31" fmla="*/ 535000 w 544167"/>
                <a:gd name="connsiteY31" fmla="*/ 28229 h 81562"/>
                <a:gd name="connsiteX32" fmla="*/ 533802 w 544167"/>
                <a:gd name="connsiteY32" fmla="*/ 20417 h 81562"/>
                <a:gd name="connsiteX33" fmla="*/ 530521 w 544167"/>
                <a:gd name="connsiteY33" fmla="*/ 14062 h 81562"/>
                <a:gd name="connsiteX34" fmla="*/ 525521 w 544167"/>
                <a:gd name="connsiteY34" fmla="*/ 9896 h 81562"/>
                <a:gd name="connsiteX35" fmla="*/ 519063 w 544167"/>
                <a:gd name="connsiteY35" fmla="*/ 8333 h 81562"/>
                <a:gd name="connsiteX36" fmla="*/ 363021 w 544167"/>
                <a:gd name="connsiteY36" fmla="*/ 8333 h 81562"/>
                <a:gd name="connsiteX37" fmla="*/ 351875 w 544167"/>
                <a:gd name="connsiteY37" fmla="*/ 12083 h 81562"/>
                <a:gd name="connsiteX38" fmla="*/ 347292 w 544167"/>
                <a:gd name="connsiteY38" fmla="*/ 22083 h 81562"/>
                <a:gd name="connsiteX39" fmla="*/ 351771 w 544167"/>
                <a:gd name="connsiteY39" fmla="*/ 32240 h 81562"/>
                <a:gd name="connsiteX40" fmla="*/ 363021 w 544167"/>
                <a:gd name="connsiteY40" fmla="*/ 35833 h 81562"/>
                <a:gd name="connsiteX41" fmla="*/ 374167 w 544167"/>
                <a:gd name="connsiteY41" fmla="*/ 32240 h 81562"/>
                <a:gd name="connsiteX42" fmla="*/ 378750 w 544167"/>
                <a:gd name="connsiteY42" fmla="*/ 22083 h 81562"/>
                <a:gd name="connsiteX43" fmla="*/ 374167 w 544167"/>
                <a:gd name="connsiteY43" fmla="*/ 12083 h 81562"/>
                <a:gd name="connsiteX44" fmla="*/ 363021 w 544167"/>
                <a:gd name="connsiteY44" fmla="*/ 8333 h 81562"/>
                <a:gd name="connsiteX45" fmla="*/ 297917 w 544167"/>
                <a:gd name="connsiteY45" fmla="*/ 7187 h 81562"/>
                <a:gd name="connsiteX46" fmla="*/ 289115 w 544167"/>
                <a:gd name="connsiteY46" fmla="*/ 10833 h 81562"/>
                <a:gd name="connsiteX47" fmla="*/ 284375 w 544167"/>
                <a:gd name="connsiteY47" fmla="*/ 19583 h 81562"/>
                <a:gd name="connsiteX48" fmla="*/ 282344 w 544167"/>
                <a:gd name="connsiteY48" fmla="*/ 30573 h 81562"/>
                <a:gd name="connsiteX49" fmla="*/ 281979 w 544167"/>
                <a:gd name="connsiteY49" fmla="*/ 40729 h 81562"/>
                <a:gd name="connsiteX50" fmla="*/ 282344 w 544167"/>
                <a:gd name="connsiteY50" fmla="*/ 50781 h 81562"/>
                <a:gd name="connsiteX51" fmla="*/ 284375 w 544167"/>
                <a:gd name="connsiteY51" fmla="*/ 61667 h 81562"/>
                <a:gd name="connsiteX52" fmla="*/ 289115 w 544167"/>
                <a:gd name="connsiteY52" fmla="*/ 70312 h 81562"/>
                <a:gd name="connsiteX53" fmla="*/ 297917 w 544167"/>
                <a:gd name="connsiteY53" fmla="*/ 73854 h 81562"/>
                <a:gd name="connsiteX54" fmla="*/ 306875 w 544167"/>
                <a:gd name="connsiteY54" fmla="*/ 70312 h 81562"/>
                <a:gd name="connsiteX55" fmla="*/ 311875 w 544167"/>
                <a:gd name="connsiteY55" fmla="*/ 61667 h 81562"/>
                <a:gd name="connsiteX56" fmla="*/ 314167 w 544167"/>
                <a:gd name="connsiteY56" fmla="*/ 50781 h 81562"/>
                <a:gd name="connsiteX57" fmla="*/ 314688 w 544167"/>
                <a:gd name="connsiteY57" fmla="*/ 40729 h 81562"/>
                <a:gd name="connsiteX58" fmla="*/ 314167 w 544167"/>
                <a:gd name="connsiteY58" fmla="*/ 30573 h 81562"/>
                <a:gd name="connsiteX59" fmla="*/ 311875 w 544167"/>
                <a:gd name="connsiteY59" fmla="*/ 19583 h 81562"/>
                <a:gd name="connsiteX60" fmla="*/ 306875 w 544167"/>
                <a:gd name="connsiteY60" fmla="*/ 10833 h 81562"/>
                <a:gd name="connsiteX61" fmla="*/ 297917 w 544167"/>
                <a:gd name="connsiteY61" fmla="*/ 7187 h 81562"/>
                <a:gd name="connsiteX62" fmla="*/ 89583 w 544167"/>
                <a:gd name="connsiteY62" fmla="*/ 7187 h 81562"/>
                <a:gd name="connsiteX63" fmla="*/ 80781 w 544167"/>
                <a:gd name="connsiteY63" fmla="*/ 10833 h 81562"/>
                <a:gd name="connsiteX64" fmla="*/ 76042 w 544167"/>
                <a:gd name="connsiteY64" fmla="*/ 19583 h 81562"/>
                <a:gd name="connsiteX65" fmla="*/ 74011 w 544167"/>
                <a:gd name="connsiteY65" fmla="*/ 30573 h 81562"/>
                <a:gd name="connsiteX66" fmla="*/ 73646 w 544167"/>
                <a:gd name="connsiteY66" fmla="*/ 40729 h 81562"/>
                <a:gd name="connsiteX67" fmla="*/ 74011 w 544167"/>
                <a:gd name="connsiteY67" fmla="*/ 50781 h 81562"/>
                <a:gd name="connsiteX68" fmla="*/ 76042 w 544167"/>
                <a:gd name="connsiteY68" fmla="*/ 61667 h 81562"/>
                <a:gd name="connsiteX69" fmla="*/ 80781 w 544167"/>
                <a:gd name="connsiteY69" fmla="*/ 70312 h 81562"/>
                <a:gd name="connsiteX70" fmla="*/ 89583 w 544167"/>
                <a:gd name="connsiteY70" fmla="*/ 73854 h 81562"/>
                <a:gd name="connsiteX71" fmla="*/ 98542 w 544167"/>
                <a:gd name="connsiteY71" fmla="*/ 70312 h 81562"/>
                <a:gd name="connsiteX72" fmla="*/ 103542 w 544167"/>
                <a:gd name="connsiteY72" fmla="*/ 61667 h 81562"/>
                <a:gd name="connsiteX73" fmla="*/ 105833 w 544167"/>
                <a:gd name="connsiteY73" fmla="*/ 50781 h 81562"/>
                <a:gd name="connsiteX74" fmla="*/ 106354 w 544167"/>
                <a:gd name="connsiteY74" fmla="*/ 40729 h 81562"/>
                <a:gd name="connsiteX75" fmla="*/ 105833 w 544167"/>
                <a:gd name="connsiteY75" fmla="*/ 30573 h 81562"/>
                <a:gd name="connsiteX76" fmla="*/ 103542 w 544167"/>
                <a:gd name="connsiteY76" fmla="*/ 19583 h 81562"/>
                <a:gd name="connsiteX77" fmla="*/ 98542 w 544167"/>
                <a:gd name="connsiteY77" fmla="*/ 10833 h 81562"/>
                <a:gd name="connsiteX78" fmla="*/ 89583 w 544167"/>
                <a:gd name="connsiteY78" fmla="*/ 7187 h 81562"/>
                <a:gd name="connsiteX79" fmla="*/ 453125 w 544167"/>
                <a:gd name="connsiteY79" fmla="*/ 3125 h 81562"/>
                <a:gd name="connsiteX80" fmla="*/ 459063 w 544167"/>
                <a:gd name="connsiteY80" fmla="*/ 3125 h 81562"/>
                <a:gd name="connsiteX81" fmla="*/ 460625 w 544167"/>
                <a:gd name="connsiteY81" fmla="*/ 3542 h 81562"/>
                <a:gd name="connsiteX82" fmla="*/ 461042 w 544167"/>
                <a:gd name="connsiteY82" fmla="*/ 5104 h 81562"/>
                <a:gd name="connsiteX83" fmla="*/ 461042 w 544167"/>
                <a:gd name="connsiteY83" fmla="*/ 79167 h 81562"/>
                <a:gd name="connsiteX84" fmla="*/ 452813 w 544167"/>
                <a:gd name="connsiteY84" fmla="*/ 79167 h 81562"/>
                <a:gd name="connsiteX85" fmla="*/ 452813 w 544167"/>
                <a:gd name="connsiteY85" fmla="*/ 12083 h 81562"/>
                <a:gd name="connsiteX86" fmla="*/ 445782 w 544167"/>
                <a:gd name="connsiteY86" fmla="*/ 17865 h 81562"/>
                <a:gd name="connsiteX87" fmla="*/ 436563 w 544167"/>
                <a:gd name="connsiteY87" fmla="*/ 23125 h 81562"/>
                <a:gd name="connsiteX88" fmla="*/ 436563 w 544167"/>
                <a:gd name="connsiteY88" fmla="*/ 15208 h 81562"/>
                <a:gd name="connsiteX89" fmla="*/ 445209 w 544167"/>
                <a:gd name="connsiteY89" fmla="*/ 10104 h 81562"/>
                <a:gd name="connsiteX90" fmla="*/ 453125 w 544167"/>
                <a:gd name="connsiteY90" fmla="*/ 3125 h 81562"/>
                <a:gd name="connsiteX91" fmla="*/ 187917 w 544167"/>
                <a:gd name="connsiteY91" fmla="*/ 3125 h 81562"/>
                <a:gd name="connsiteX92" fmla="*/ 227604 w 544167"/>
                <a:gd name="connsiteY92" fmla="*/ 3125 h 81562"/>
                <a:gd name="connsiteX93" fmla="*/ 227604 w 544167"/>
                <a:gd name="connsiteY93" fmla="*/ 10208 h 81562"/>
                <a:gd name="connsiteX94" fmla="*/ 194271 w 544167"/>
                <a:gd name="connsiteY94" fmla="*/ 10208 h 81562"/>
                <a:gd name="connsiteX95" fmla="*/ 192813 w 544167"/>
                <a:gd name="connsiteY95" fmla="*/ 35833 h 81562"/>
                <a:gd name="connsiteX96" fmla="*/ 199636 w 544167"/>
                <a:gd name="connsiteY96" fmla="*/ 30781 h 81562"/>
                <a:gd name="connsiteX97" fmla="*/ 209688 w 544167"/>
                <a:gd name="connsiteY97" fmla="*/ 28958 h 81562"/>
                <a:gd name="connsiteX98" fmla="*/ 218125 w 544167"/>
                <a:gd name="connsiteY98" fmla="*/ 30573 h 81562"/>
                <a:gd name="connsiteX99" fmla="*/ 225104 w 544167"/>
                <a:gd name="connsiteY99" fmla="*/ 35416 h 81562"/>
                <a:gd name="connsiteX100" fmla="*/ 229792 w 544167"/>
                <a:gd name="connsiteY100" fmla="*/ 43489 h 81562"/>
                <a:gd name="connsiteX101" fmla="*/ 231563 w 544167"/>
                <a:gd name="connsiteY101" fmla="*/ 54896 h 81562"/>
                <a:gd name="connsiteX102" fmla="*/ 229844 w 544167"/>
                <a:gd name="connsiteY102" fmla="*/ 65417 h 81562"/>
                <a:gd name="connsiteX103" fmla="*/ 225000 w 544167"/>
                <a:gd name="connsiteY103" fmla="*/ 73646 h 81562"/>
                <a:gd name="connsiteX104" fmla="*/ 217344 w 544167"/>
                <a:gd name="connsiteY104" fmla="*/ 79010 h 81562"/>
                <a:gd name="connsiteX105" fmla="*/ 207500 w 544167"/>
                <a:gd name="connsiteY105" fmla="*/ 80937 h 81562"/>
                <a:gd name="connsiteX106" fmla="*/ 190834 w 544167"/>
                <a:gd name="connsiteY106" fmla="*/ 75729 h 81562"/>
                <a:gd name="connsiteX107" fmla="*/ 183542 w 544167"/>
                <a:gd name="connsiteY107" fmla="*/ 60625 h 81562"/>
                <a:gd name="connsiteX108" fmla="*/ 191771 w 544167"/>
                <a:gd name="connsiteY108" fmla="*/ 60625 h 81562"/>
                <a:gd name="connsiteX109" fmla="*/ 197083 w 544167"/>
                <a:gd name="connsiteY109" fmla="*/ 70469 h 81562"/>
                <a:gd name="connsiteX110" fmla="*/ 207813 w 544167"/>
                <a:gd name="connsiteY110" fmla="*/ 73958 h 81562"/>
                <a:gd name="connsiteX111" fmla="*/ 218802 w 544167"/>
                <a:gd name="connsiteY111" fmla="*/ 68854 h 81562"/>
                <a:gd name="connsiteX112" fmla="*/ 223229 w 544167"/>
                <a:gd name="connsiteY112" fmla="*/ 55000 h 81562"/>
                <a:gd name="connsiteX113" fmla="*/ 218854 w 544167"/>
                <a:gd name="connsiteY113" fmla="*/ 40625 h 81562"/>
                <a:gd name="connsiteX114" fmla="*/ 207917 w 544167"/>
                <a:gd name="connsiteY114" fmla="*/ 35833 h 81562"/>
                <a:gd name="connsiteX115" fmla="*/ 198750 w 544167"/>
                <a:gd name="connsiteY115" fmla="*/ 38490 h 81562"/>
                <a:gd name="connsiteX116" fmla="*/ 193542 w 544167"/>
                <a:gd name="connsiteY116" fmla="*/ 45729 h 81562"/>
                <a:gd name="connsiteX117" fmla="*/ 193229 w 544167"/>
                <a:gd name="connsiteY117" fmla="*/ 46563 h 81562"/>
                <a:gd name="connsiteX118" fmla="*/ 192917 w 544167"/>
                <a:gd name="connsiteY118" fmla="*/ 47083 h 81562"/>
                <a:gd name="connsiteX119" fmla="*/ 192344 w 544167"/>
                <a:gd name="connsiteY119" fmla="*/ 47396 h 81562"/>
                <a:gd name="connsiteX120" fmla="*/ 191459 w 544167"/>
                <a:gd name="connsiteY120" fmla="*/ 47500 h 81562"/>
                <a:gd name="connsiteX121" fmla="*/ 186459 w 544167"/>
                <a:gd name="connsiteY121" fmla="*/ 47500 h 81562"/>
                <a:gd name="connsiteX122" fmla="*/ 185313 w 544167"/>
                <a:gd name="connsiteY122" fmla="*/ 47240 h 81562"/>
                <a:gd name="connsiteX123" fmla="*/ 185104 w 544167"/>
                <a:gd name="connsiteY123" fmla="*/ 45938 h 81562"/>
                <a:gd name="connsiteX124" fmla="*/ 186250 w 544167"/>
                <a:gd name="connsiteY124" fmla="*/ 5104 h 81562"/>
                <a:gd name="connsiteX125" fmla="*/ 186615 w 544167"/>
                <a:gd name="connsiteY125" fmla="*/ 3542 h 81562"/>
                <a:gd name="connsiteX126" fmla="*/ 187917 w 544167"/>
                <a:gd name="connsiteY126" fmla="*/ 3125 h 81562"/>
                <a:gd name="connsiteX127" fmla="*/ 518542 w 544167"/>
                <a:gd name="connsiteY127" fmla="*/ 1354 h 81562"/>
                <a:gd name="connsiteX128" fmla="*/ 528125 w 544167"/>
                <a:gd name="connsiteY128" fmla="*/ 2917 h 81562"/>
                <a:gd name="connsiteX129" fmla="*/ 536354 w 544167"/>
                <a:gd name="connsiteY129" fmla="*/ 8646 h 81562"/>
                <a:gd name="connsiteX130" fmla="*/ 542032 w 544167"/>
                <a:gd name="connsiteY130" fmla="*/ 20156 h 81562"/>
                <a:gd name="connsiteX131" fmla="*/ 544167 w 544167"/>
                <a:gd name="connsiteY131" fmla="*/ 38958 h 81562"/>
                <a:gd name="connsiteX132" fmla="*/ 537188 w 544167"/>
                <a:gd name="connsiteY132" fmla="*/ 70365 h 81562"/>
                <a:gd name="connsiteX133" fmla="*/ 518229 w 544167"/>
                <a:gd name="connsiteY133" fmla="*/ 80833 h 81562"/>
                <a:gd name="connsiteX134" fmla="*/ 502761 w 544167"/>
                <a:gd name="connsiteY134" fmla="*/ 75521 h 81562"/>
                <a:gd name="connsiteX135" fmla="*/ 495938 w 544167"/>
                <a:gd name="connsiteY135" fmla="*/ 61042 h 81562"/>
                <a:gd name="connsiteX136" fmla="*/ 504167 w 544167"/>
                <a:gd name="connsiteY136" fmla="*/ 61042 h 81562"/>
                <a:gd name="connsiteX137" fmla="*/ 508698 w 544167"/>
                <a:gd name="connsiteY137" fmla="*/ 70417 h 81562"/>
                <a:gd name="connsiteX138" fmla="*/ 518646 w 544167"/>
                <a:gd name="connsiteY138" fmla="*/ 73854 h 81562"/>
                <a:gd name="connsiteX139" fmla="*/ 527657 w 544167"/>
                <a:gd name="connsiteY139" fmla="*/ 70729 h 81562"/>
                <a:gd name="connsiteX140" fmla="*/ 533334 w 544167"/>
                <a:gd name="connsiteY140" fmla="*/ 62604 h 81562"/>
                <a:gd name="connsiteX141" fmla="*/ 536198 w 544167"/>
                <a:gd name="connsiteY141" fmla="*/ 51563 h 81562"/>
                <a:gd name="connsiteX142" fmla="*/ 536980 w 544167"/>
                <a:gd name="connsiteY142" fmla="*/ 39375 h 81562"/>
                <a:gd name="connsiteX143" fmla="*/ 529375 w 544167"/>
                <a:gd name="connsiteY143" fmla="*/ 49375 h 81562"/>
                <a:gd name="connsiteX144" fmla="*/ 517292 w 544167"/>
                <a:gd name="connsiteY144" fmla="*/ 52604 h 81562"/>
                <a:gd name="connsiteX145" fmla="*/ 500782 w 544167"/>
                <a:gd name="connsiteY145" fmla="*/ 45625 h 81562"/>
                <a:gd name="connsiteX146" fmla="*/ 494584 w 544167"/>
                <a:gd name="connsiteY146" fmla="*/ 27083 h 81562"/>
                <a:gd name="connsiteX147" fmla="*/ 496198 w 544167"/>
                <a:gd name="connsiteY147" fmla="*/ 17083 h 81562"/>
                <a:gd name="connsiteX148" fmla="*/ 500938 w 544167"/>
                <a:gd name="connsiteY148" fmla="*/ 8854 h 81562"/>
                <a:gd name="connsiteX149" fmla="*/ 508490 w 544167"/>
                <a:gd name="connsiteY149" fmla="*/ 3385 h 81562"/>
                <a:gd name="connsiteX150" fmla="*/ 518542 w 544167"/>
                <a:gd name="connsiteY150" fmla="*/ 1354 h 81562"/>
                <a:gd name="connsiteX151" fmla="*/ 363021 w 544167"/>
                <a:gd name="connsiteY151" fmla="*/ 1354 h 81562"/>
                <a:gd name="connsiteX152" fmla="*/ 380365 w 544167"/>
                <a:gd name="connsiteY152" fmla="*/ 6771 h 81562"/>
                <a:gd name="connsiteX153" fmla="*/ 387084 w 544167"/>
                <a:gd name="connsiteY153" fmla="*/ 21979 h 81562"/>
                <a:gd name="connsiteX154" fmla="*/ 386094 w 544167"/>
                <a:gd name="connsiteY154" fmla="*/ 27604 h 81562"/>
                <a:gd name="connsiteX155" fmla="*/ 383334 w 544167"/>
                <a:gd name="connsiteY155" fmla="*/ 32917 h 81562"/>
                <a:gd name="connsiteX156" fmla="*/ 378959 w 544167"/>
                <a:gd name="connsiteY156" fmla="*/ 37344 h 81562"/>
                <a:gd name="connsiteX157" fmla="*/ 373438 w 544167"/>
                <a:gd name="connsiteY157" fmla="*/ 40104 h 81562"/>
                <a:gd name="connsiteX158" fmla="*/ 384167 w 544167"/>
                <a:gd name="connsiteY158" fmla="*/ 46927 h 81562"/>
                <a:gd name="connsiteX159" fmla="*/ 388021 w 544167"/>
                <a:gd name="connsiteY159" fmla="*/ 58542 h 81562"/>
                <a:gd name="connsiteX160" fmla="*/ 380990 w 544167"/>
                <a:gd name="connsiteY160" fmla="*/ 75052 h 81562"/>
                <a:gd name="connsiteX161" fmla="*/ 362917 w 544167"/>
                <a:gd name="connsiteY161" fmla="*/ 80833 h 81562"/>
                <a:gd name="connsiteX162" fmla="*/ 344844 w 544167"/>
                <a:gd name="connsiteY162" fmla="*/ 75052 h 81562"/>
                <a:gd name="connsiteX163" fmla="*/ 338021 w 544167"/>
                <a:gd name="connsiteY163" fmla="*/ 58542 h 81562"/>
                <a:gd name="connsiteX164" fmla="*/ 341771 w 544167"/>
                <a:gd name="connsiteY164" fmla="*/ 47448 h 81562"/>
                <a:gd name="connsiteX165" fmla="*/ 352709 w 544167"/>
                <a:gd name="connsiteY165" fmla="*/ 39687 h 81562"/>
                <a:gd name="connsiteX166" fmla="*/ 342552 w 544167"/>
                <a:gd name="connsiteY166" fmla="*/ 33333 h 81562"/>
                <a:gd name="connsiteX167" fmla="*/ 338959 w 544167"/>
                <a:gd name="connsiteY167" fmla="*/ 21979 h 81562"/>
                <a:gd name="connsiteX168" fmla="*/ 345625 w 544167"/>
                <a:gd name="connsiteY168" fmla="*/ 6771 h 81562"/>
                <a:gd name="connsiteX169" fmla="*/ 363021 w 544167"/>
                <a:gd name="connsiteY169" fmla="*/ 1354 h 81562"/>
                <a:gd name="connsiteX170" fmla="*/ 140208 w 544167"/>
                <a:gd name="connsiteY170" fmla="*/ 1354 h 81562"/>
                <a:gd name="connsiteX171" fmla="*/ 156250 w 544167"/>
                <a:gd name="connsiteY171" fmla="*/ 6458 h 81562"/>
                <a:gd name="connsiteX172" fmla="*/ 162708 w 544167"/>
                <a:gd name="connsiteY172" fmla="*/ 21458 h 81562"/>
                <a:gd name="connsiteX173" fmla="*/ 158594 w 544167"/>
                <a:gd name="connsiteY173" fmla="*/ 35312 h 81562"/>
                <a:gd name="connsiteX174" fmla="*/ 148750 w 544167"/>
                <a:gd name="connsiteY174" fmla="*/ 49271 h 81562"/>
                <a:gd name="connsiteX175" fmla="*/ 136875 w 544167"/>
                <a:gd name="connsiteY175" fmla="*/ 61979 h 81562"/>
                <a:gd name="connsiteX176" fmla="*/ 126667 w 544167"/>
                <a:gd name="connsiteY176" fmla="*/ 71979 h 81562"/>
                <a:gd name="connsiteX177" fmla="*/ 164375 w 544167"/>
                <a:gd name="connsiteY177" fmla="*/ 71979 h 81562"/>
                <a:gd name="connsiteX178" fmla="*/ 164375 w 544167"/>
                <a:gd name="connsiteY178" fmla="*/ 79167 h 81562"/>
                <a:gd name="connsiteX179" fmla="*/ 118646 w 544167"/>
                <a:gd name="connsiteY179" fmla="*/ 79167 h 81562"/>
                <a:gd name="connsiteX180" fmla="*/ 117448 w 544167"/>
                <a:gd name="connsiteY180" fmla="*/ 78854 h 81562"/>
                <a:gd name="connsiteX181" fmla="*/ 117188 w 544167"/>
                <a:gd name="connsiteY181" fmla="*/ 77604 h 81562"/>
                <a:gd name="connsiteX182" fmla="*/ 117188 w 544167"/>
                <a:gd name="connsiteY182" fmla="*/ 71354 h 81562"/>
                <a:gd name="connsiteX183" fmla="*/ 121510 w 544167"/>
                <a:gd name="connsiteY183" fmla="*/ 67187 h 81562"/>
                <a:gd name="connsiteX184" fmla="*/ 127084 w 544167"/>
                <a:gd name="connsiteY184" fmla="*/ 61667 h 81562"/>
                <a:gd name="connsiteX185" fmla="*/ 133125 w 544167"/>
                <a:gd name="connsiteY185" fmla="*/ 55208 h 81562"/>
                <a:gd name="connsiteX186" fmla="*/ 139271 w 544167"/>
                <a:gd name="connsiteY186" fmla="*/ 48125 h 81562"/>
                <a:gd name="connsiteX187" fmla="*/ 145000 w 544167"/>
                <a:gd name="connsiteY187" fmla="*/ 40990 h 81562"/>
                <a:gd name="connsiteX188" fmla="*/ 149688 w 544167"/>
                <a:gd name="connsiteY188" fmla="*/ 34062 h 81562"/>
                <a:gd name="connsiteX189" fmla="*/ 152969 w 544167"/>
                <a:gd name="connsiteY189" fmla="*/ 27604 h 81562"/>
                <a:gd name="connsiteX190" fmla="*/ 154167 w 544167"/>
                <a:gd name="connsiteY190" fmla="*/ 22083 h 81562"/>
                <a:gd name="connsiteX191" fmla="*/ 150209 w 544167"/>
                <a:gd name="connsiteY191" fmla="*/ 11927 h 81562"/>
                <a:gd name="connsiteX192" fmla="*/ 140000 w 544167"/>
                <a:gd name="connsiteY192" fmla="*/ 8542 h 81562"/>
                <a:gd name="connsiteX193" fmla="*/ 130156 w 544167"/>
                <a:gd name="connsiteY193" fmla="*/ 12708 h 81562"/>
                <a:gd name="connsiteX194" fmla="*/ 126354 w 544167"/>
                <a:gd name="connsiteY194" fmla="*/ 23542 h 81562"/>
                <a:gd name="connsiteX195" fmla="*/ 117813 w 544167"/>
                <a:gd name="connsiteY195" fmla="*/ 23542 h 81562"/>
                <a:gd name="connsiteX196" fmla="*/ 119479 w 544167"/>
                <a:gd name="connsiteY196" fmla="*/ 14427 h 81562"/>
                <a:gd name="connsiteX197" fmla="*/ 124167 w 544167"/>
                <a:gd name="connsiteY197" fmla="*/ 7396 h 81562"/>
                <a:gd name="connsiteX198" fmla="*/ 131302 w 544167"/>
                <a:gd name="connsiteY198" fmla="*/ 2917 h 81562"/>
                <a:gd name="connsiteX199" fmla="*/ 140208 w 544167"/>
                <a:gd name="connsiteY199" fmla="*/ 1354 h 81562"/>
                <a:gd name="connsiteX200" fmla="*/ 23021 w 544167"/>
                <a:gd name="connsiteY200" fmla="*/ 1354 h 81562"/>
                <a:gd name="connsiteX201" fmla="*/ 39063 w 544167"/>
                <a:gd name="connsiteY201" fmla="*/ 6458 h 81562"/>
                <a:gd name="connsiteX202" fmla="*/ 45521 w 544167"/>
                <a:gd name="connsiteY202" fmla="*/ 21458 h 81562"/>
                <a:gd name="connsiteX203" fmla="*/ 41406 w 544167"/>
                <a:gd name="connsiteY203" fmla="*/ 35312 h 81562"/>
                <a:gd name="connsiteX204" fmla="*/ 31563 w 544167"/>
                <a:gd name="connsiteY204" fmla="*/ 49271 h 81562"/>
                <a:gd name="connsiteX205" fmla="*/ 19688 w 544167"/>
                <a:gd name="connsiteY205" fmla="*/ 61979 h 81562"/>
                <a:gd name="connsiteX206" fmla="*/ 9479 w 544167"/>
                <a:gd name="connsiteY206" fmla="*/ 71979 h 81562"/>
                <a:gd name="connsiteX207" fmla="*/ 47188 w 544167"/>
                <a:gd name="connsiteY207" fmla="*/ 71979 h 81562"/>
                <a:gd name="connsiteX208" fmla="*/ 47188 w 544167"/>
                <a:gd name="connsiteY208" fmla="*/ 79167 h 81562"/>
                <a:gd name="connsiteX209" fmla="*/ 1458 w 544167"/>
                <a:gd name="connsiteY209" fmla="*/ 79167 h 81562"/>
                <a:gd name="connsiteX210" fmla="*/ 260 w 544167"/>
                <a:gd name="connsiteY210" fmla="*/ 78854 h 81562"/>
                <a:gd name="connsiteX211" fmla="*/ 0 w 544167"/>
                <a:gd name="connsiteY211" fmla="*/ 77604 h 81562"/>
                <a:gd name="connsiteX212" fmla="*/ 0 w 544167"/>
                <a:gd name="connsiteY212" fmla="*/ 71354 h 81562"/>
                <a:gd name="connsiteX213" fmla="*/ 4323 w 544167"/>
                <a:gd name="connsiteY213" fmla="*/ 67187 h 81562"/>
                <a:gd name="connsiteX214" fmla="*/ 9896 w 544167"/>
                <a:gd name="connsiteY214" fmla="*/ 61667 h 81562"/>
                <a:gd name="connsiteX215" fmla="*/ 15937 w 544167"/>
                <a:gd name="connsiteY215" fmla="*/ 55208 h 81562"/>
                <a:gd name="connsiteX216" fmla="*/ 22083 w 544167"/>
                <a:gd name="connsiteY216" fmla="*/ 48125 h 81562"/>
                <a:gd name="connsiteX217" fmla="*/ 27813 w 544167"/>
                <a:gd name="connsiteY217" fmla="*/ 40990 h 81562"/>
                <a:gd name="connsiteX218" fmla="*/ 32500 w 544167"/>
                <a:gd name="connsiteY218" fmla="*/ 34062 h 81562"/>
                <a:gd name="connsiteX219" fmla="*/ 35781 w 544167"/>
                <a:gd name="connsiteY219" fmla="*/ 27604 h 81562"/>
                <a:gd name="connsiteX220" fmla="*/ 36979 w 544167"/>
                <a:gd name="connsiteY220" fmla="*/ 22083 h 81562"/>
                <a:gd name="connsiteX221" fmla="*/ 33021 w 544167"/>
                <a:gd name="connsiteY221" fmla="*/ 11927 h 81562"/>
                <a:gd name="connsiteX222" fmla="*/ 22813 w 544167"/>
                <a:gd name="connsiteY222" fmla="*/ 8542 h 81562"/>
                <a:gd name="connsiteX223" fmla="*/ 12969 w 544167"/>
                <a:gd name="connsiteY223" fmla="*/ 12708 h 81562"/>
                <a:gd name="connsiteX224" fmla="*/ 9167 w 544167"/>
                <a:gd name="connsiteY224" fmla="*/ 23542 h 81562"/>
                <a:gd name="connsiteX225" fmla="*/ 625 w 544167"/>
                <a:gd name="connsiteY225" fmla="*/ 23542 h 81562"/>
                <a:gd name="connsiteX226" fmla="*/ 2292 w 544167"/>
                <a:gd name="connsiteY226" fmla="*/ 14427 h 81562"/>
                <a:gd name="connsiteX227" fmla="*/ 6979 w 544167"/>
                <a:gd name="connsiteY227" fmla="*/ 7396 h 81562"/>
                <a:gd name="connsiteX228" fmla="*/ 14115 w 544167"/>
                <a:gd name="connsiteY228" fmla="*/ 2917 h 81562"/>
                <a:gd name="connsiteX229" fmla="*/ 23021 w 544167"/>
                <a:gd name="connsiteY229" fmla="*/ 1354 h 81562"/>
                <a:gd name="connsiteX230" fmla="*/ 297917 w 544167"/>
                <a:gd name="connsiteY230" fmla="*/ 0 h 81562"/>
                <a:gd name="connsiteX231" fmla="*/ 310677 w 544167"/>
                <a:gd name="connsiteY231" fmla="*/ 3646 h 81562"/>
                <a:gd name="connsiteX232" fmla="*/ 318438 w 544167"/>
                <a:gd name="connsiteY232" fmla="*/ 13021 h 81562"/>
                <a:gd name="connsiteX233" fmla="*/ 322292 w 544167"/>
                <a:gd name="connsiteY233" fmla="*/ 26146 h 81562"/>
                <a:gd name="connsiteX234" fmla="*/ 323334 w 544167"/>
                <a:gd name="connsiteY234" fmla="*/ 40729 h 81562"/>
                <a:gd name="connsiteX235" fmla="*/ 322292 w 544167"/>
                <a:gd name="connsiteY235" fmla="*/ 55313 h 81562"/>
                <a:gd name="connsiteX236" fmla="*/ 318438 w 544167"/>
                <a:gd name="connsiteY236" fmla="*/ 68333 h 81562"/>
                <a:gd name="connsiteX237" fmla="*/ 310677 w 544167"/>
                <a:gd name="connsiteY237" fmla="*/ 77604 h 81562"/>
                <a:gd name="connsiteX238" fmla="*/ 297917 w 544167"/>
                <a:gd name="connsiteY238" fmla="*/ 81146 h 81562"/>
                <a:gd name="connsiteX239" fmla="*/ 285365 w 544167"/>
                <a:gd name="connsiteY239" fmla="*/ 77604 h 81562"/>
                <a:gd name="connsiteX240" fmla="*/ 277917 w 544167"/>
                <a:gd name="connsiteY240" fmla="*/ 68333 h 81562"/>
                <a:gd name="connsiteX241" fmla="*/ 274271 w 544167"/>
                <a:gd name="connsiteY241" fmla="*/ 55313 h 81562"/>
                <a:gd name="connsiteX242" fmla="*/ 273334 w 544167"/>
                <a:gd name="connsiteY242" fmla="*/ 40729 h 81562"/>
                <a:gd name="connsiteX243" fmla="*/ 274271 w 544167"/>
                <a:gd name="connsiteY243" fmla="*/ 26146 h 81562"/>
                <a:gd name="connsiteX244" fmla="*/ 277917 w 544167"/>
                <a:gd name="connsiteY244" fmla="*/ 13021 h 81562"/>
                <a:gd name="connsiteX245" fmla="*/ 285365 w 544167"/>
                <a:gd name="connsiteY245" fmla="*/ 3646 h 81562"/>
                <a:gd name="connsiteX246" fmla="*/ 297917 w 544167"/>
                <a:gd name="connsiteY246" fmla="*/ 0 h 81562"/>
                <a:gd name="connsiteX247" fmla="*/ 89583 w 544167"/>
                <a:gd name="connsiteY247" fmla="*/ 0 h 81562"/>
                <a:gd name="connsiteX248" fmla="*/ 102344 w 544167"/>
                <a:gd name="connsiteY248" fmla="*/ 3646 h 81562"/>
                <a:gd name="connsiteX249" fmla="*/ 110104 w 544167"/>
                <a:gd name="connsiteY249" fmla="*/ 13021 h 81562"/>
                <a:gd name="connsiteX250" fmla="*/ 113959 w 544167"/>
                <a:gd name="connsiteY250" fmla="*/ 26146 h 81562"/>
                <a:gd name="connsiteX251" fmla="*/ 115000 w 544167"/>
                <a:gd name="connsiteY251" fmla="*/ 40729 h 81562"/>
                <a:gd name="connsiteX252" fmla="*/ 113959 w 544167"/>
                <a:gd name="connsiteY252" fmla="*/ 55313 h 81562"/>
                <a:gd name="connsiteX253" fmla="*/ 110104 w 544167"/>
                <a:gd name="connsiteY253" fmla="*/ 68333 h 81562"/>
                <a:gd name="connsiteX254" fmla="*/ 102344 w 544167"/>
                <a:gd name="connsiteY254" fmla="*/ 77604 h 81562"/>
                <a:gd name="connsiteX255" fmla="*/ 89583 w 544167"/>
                <a:gd name="connsiteY255" fmla="*/ 81146 h 81562"/>
                <a:gd name="connsiteX256" fmla="*/ 77031 w 544167"/>
                <a:gd name="connsiteY256" fmla="*/ 77604 h 81562"/>
                <a:gd name="connsiteX257" fmla="*/ 69583 w 544167"/>
                <a:gd name="connsiteY257" fmla="*/ 68333 h 81562"/>
                <a:gd name="connsiteX258" fmla="*/ 65938 w 544167"/>
                <a:gd name="connsiteY258" fmla="*/ 55313 h 81562"/>
                <a:gd name="connsiteX259" fmla="*/ 65000 w 544167"/>
                <a:gd name="connsiteY259" fmla="*/ 40729 h 81562"/>
                <a:gd name="connsiteX260" fmla="*/ 65938 w 544167"/>
                <a:gd name="connsiteY260" fmla="*/ 26146 h 81562"/>
                <a:gd name="connsiteX261" fmla="*/ 69583 w 544167"/>
                <a:gd name="connsiteY261" fmla="*/ 13021 h 81562"/>
                <a:gd name="connsiteX262" fmla="*/ 77031 w 544167"/>
                <a:gd name="connsiteY262" fmla="*/ 3646 h 81562"/>
                <a:gd name="connsiteX263" fmla="*/ 89583 w 544167"/>
                <a:gd name="connsiteY263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</a:cxnLst>
              <a:rect l="l" t="t" r="r" b="b"/>
              <a:pathLst>
                <a:path w="5441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363021" y="43437"/>
                  </a:moveTo>
                  <a:cubicBezTo>
                    <a:pt x="360938" y="43437"/>
                    <a:pt x="358893" y="43776"/>
                    <a:pt x="356875" y="44427"/>
                  </a:cubicBezTo>
                  <a:cubicBezTo>
                    <a:pt x="354870" y="45091"/>
                    <a:pt x="353099" y="46042"/>
                    <a:pt x="351563" y="47292"/>
                  </a:cubicBezTo>
                  <a:cubicBezTo>
                    <a:pt x="349974" y="48541"/>
                    <a:pt x="348698" y="50130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39" y="66914"/>
                    <a:pt x="350781" y="69688"/>
                  </a:cubicBezTo>
                  <a:cubicBezTo>
                    <a:pt x="353737" y="72474"/>
                    <a:pt x="357813" y="73854"/>
                    <a:pt x="363021" y="73854"/>
                  </a:cubicBezTo>
                  <a:cubicBezTo>
                    <a:pt x="368099" y="73854"/>
                    <a:pt x="372136" y="72474"/>
                    <a:pt x="375157" y="69688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66" y="50130"/>
                    <a:pt x="375977" y="48541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58" y="43776"/>
                    <a:pt x="365039" y="43437"/>
                    <a:pt x="363021" y="43437"/>
                  </a:cubicBezTo>
                  <a:close/>
                  <a:moveTo>
                    <a:pt x="519063" y="8333"/>
                  </a:moveTo>
                  <a:cubicBezTo>
                    <a:pt x="513855" y="8333"/>
                    <a:pt x="509844" y="10182"/>
                    <a:pt x="507032" y="13854"/>
                  </a:cubicBezTo>
                  <a:cubicBezTo>
                    <a:pt x="504219" y="17539"/>
                    <a:pt x="502813" y="22018"/>
                    <a:pt x="502813" y="27292"/>
                  </a:cubicBezTo>
                  <a:cubicBezTo>
                    <a:pt x="502813" y="29870"/>
                    <a:pt x="503151" y="32292"/>
                    <a:pt x="503802" y="34583"/>
                  </a:cubicBezTo>
                  <a:cubicBezTo>
                    <a:pt x="504467" y="36875"/>
                    <a:pt x="505495" y="38854"/>
                    <a:pt x="506875" y="40521"/>
                  </a:cubicBezTo>
                  <a:cubicBezTo>
                    <a:pt x="508204" y="42265"/>
                    <a:pt x="509870" y="43633"/>
                    <a:pt x="511875" y="44635"/>
                  </a:cubicBezTo>
                  <a:cubicBezTo>
                    <a:pt x="513894" y="45651"/>
                    <a:pt x="516250" y="46146"/>
                    <a:pt x="518959" y="46146"/>
                  </a:cubicBezTo>
                  <a:cubicBezTo>
                    <a:pt x="521250" y="46146"/>
                    <a:pt x="523386" y="45664"/>
                    <a:pt x="525365" y="44687"/>
                  </a:cubicBezTo>
                  <a:cubicBezTo>
                    <a:pt x="527344" y="43724"/>
                    <a:pt x="529037" y="42435"/>
                    <a:pt x="530417" y="40833"/>
                  </a:cubicBezTo>
                  <a:cubicBezTo>
                    <a:pt x="531875" y="39167"/>
                    <a:pt x="533008" y="37266"/>
                    <a:pt x="533802" y="35104"/>
                  </a:cubicBezTo>
                  <a:cubicBezTo>
                    <a:pt x="534610" y="32956"/>
                    <a:pt x="535000" y="30664"/>
                    <a:pt x="535000" y="28229"/>
                  </a:cubicBezTo>
                  <a:cubicBezTo>
                    <a:pt x="535000" y="25456"/>
                    <a:pt x="534610" y="22851"/>
                    <a:pt x="533802" y="20417"/>
                  </a:cubicBezTo>
                  <a:cubicBezTo>
                    <a:pt x="533008" y="17995"/>
                    <a:pt x="531915" y="15872"/>
                    <a:pt x="530521" y="14062"/>
                  </a:cubicBezTo>
                  <a:cubicBezTo>
                    <a:pt x="529141" y="12331"/>
                    <a:pt x="527474" y="10937"/>
                    <a:pt x="525521" y="9896"/>
                  </a:cubicBezTo>
                  <a:cubicBezTo>
                    <a:pt x="523581" y="8854"/>
                    <a:pt x="521433" y="8333"/>
                    <a:pt x="519063" y="8333"/>
                  </a:cubicBezTo>
                  <a:close/>
                  <a:moveTo>
                    <a:pt x="363021" y="8333"/>
                  </a:moveTo>
                  <a:cubicBezTo>
                    <a:pt x="358646" y="8333"/>
                    <a:pt x="354935" y="9583"/>
                    <a:pt x="351875" y="12083"/>
                  </a:cubicBezTo>
                  <a:cubicBezTo>
                    <a:pt x="348828" y="14583"/>
                    <a:pt x="347292" y="17917"/>
                    <a:pt x="347292" y="22083"/>
                  </a:cubicBezTo>
                  <a:cubicBezTo>
                    <a:pt x="347292" y="26458"/>
                    <a:pt x="348789" y="29844"/>
                    <a:pt x="351771" y="32240"/>
                  </a:cubicBezTo>
                  <a:cubicBezTo>
                    <a:pt x="354766" y="34635"/>
                    <a:pt x="358516" y="35833"/>
                    <a:pt x="363021" y="35833"/>
                  </a:cubicBezTo>
                  <a:cubicBezTo>
                    <a:pt x="367396" y="35833"/>
                    <a:pt x="371120" y="34635"/>
                    <a:pt x="374167" y="32240"/>
                  </a:cubicBezTo>
                  <a:cubicBezTo>
                    <a:pt x="377227" y="29844"/>
                    <a:pt x="378750" y="26458"/>
                    <a:pt x="378750" y="22083"/>
                  </a:cubicBezTo>
                  <a:cubicBezTo>
                    <a:pt x="378750" y="17917"/>
                    <a:pt x="377227" y="14583"/>
                    <a:pt x="374167" y="12083"/>
                  </a:cubicBezTo>
                  <a:cubicBezTo>
                    <a:pt x="371120" y="9583"/>
                    <a:pt x="367396" y="8333"/>
                    <a:pt x="363021" y="8333"/>
                  </a:cubicBezTo>
                  <a:close/>
                  <a:moveTo>
                    <a:pt x="297917" y="7187"/>
                  </a:moveTo>
                  <a:cubicBezTo>
                    <a:pt x="294167" y="7187"/>
                    <a:pt x="291237" y="8411"/>
                    <a:pt x="289115" y="10833"/>
                  </a:cubicBezTo>
                  <a:cubicBezTo>
                    <a:pt x="287005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110" y="34427"/>
                    <a:pt x="281979" y="37812"/>
                    <a:pt x="281979" y="40729"/>
                  </a:cubicBezTo>
                  <a:cubicBezTo>
                    <a:pt x="281979" y="43646"/>
                    <a:pt x="282110" y="47005"/>
                    <a:pt x="282344" y="50781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7005" y="67955"/>
                    <a:pt x="289115" y="70312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62" y="72682"/>
                    <a:pt x="306875" y="70312"/>
                  </a:cubicBezTo>
                  <a:cubicBezTo>
                    <a:pt x="309102" y="67955"/>
                    <a:pt x="310768" y="65078"/>
                    <a:pt x="311875" y="61667"/>
                  </a:cubicBezTo>
                  <a:cubicBezTo>
                    <a:pt x="313060" y="58203"/>
                    <a:pt x="313828" y="54570"/>
                    <a:pt x="314167" y="50781"/>
                  </a:cubicBezTo>
                  <a:cubicBezTo>
                    <a:pt x="314519" y="47005"/>
                    <a:pt x="314688" y="43646"/>
                    <a:pt x="314688" y="40729"/>
                  </a:cubicBezTo>
                  <a:cubicBezTo>
                    <a:pt x="314688" y="37812"/>
                    <a:pt x="314519" y="34427"/>
                    <a:pt x="314167" y="30573"/>
                  </a:cubicBezTo>
                  <a:cubicBezTo>
                    <a:pt x="313828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62" y="8411"/>
                    <a:pt x="301667" y="7187"/>
                    <a:pt x="297917" y="7187"/>
                  </a:cubicBezTo>
                  <a:close/>
                  <a:moveTo>
                    <a:pt x="89583" y="7187"/>
                  </a:moveTo>
                  <a:cubicBezTo>
                    <a:pt x="85834" y="7187"/>
                    <a:pt x="82904" y="8411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2"/>
                    <a:pt x="73646" y="40729"/>
                  </a:cubicBezTo>
                  <a:cubicBezTo>
                    <a:pt x="73646" y="43646"/>
                    <a:pt x="73776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4" y="65078"/>
                    <a:pt x="78672" y="67955"/>
                    <a:pt x="80781" y="70312"/>
                  </a:cubicBezTo>
                  <a:cubicBezTo>
                    <a:pt x="82904" y="72682"/>
                    <a:pt x="85834" y="73854"/>
                    <a:pt x="89583" y="73854"/>
                  </a:cubicBezTo>
                  <a:cubicBezTo>
                    <a:pt x="93333" y="73854"/>
                    <a:pt x="96328" y="72682"/>
                    <a:pt x="98542" y="70312"/>
                  </a:cubicBezTo>
                  <a:cubicBezTo>
                    <a:pt x="100768" y="67955"/>
                    <a:pt x="102435" y="65078"/>
                    <a:pt x="103542" y="61667"/>
                  </a:cubicBezTo>
                  <a:cubicBezTo>
                    <a:pt x="104727" y="58203"/>
                    <a:pt x="105495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411"/>
                    <a:pt x="93333" y="7187"/>
                    <a:pt x="89583" y="7187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68"/>
                    <a:pt x="460625" y="3542"/>
                  </a:cubicBezTo>
                  <a:cubicBezTo>
                    <a:pt x="460912" y="3828"/>
                    <a:pt x="461042" y="4349"/>
                    <a:pt x="461042" y="5104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101"/>
                    <a:pt x="448594" y="16028"/>
                    <a:pt x="445782" y="17865"/>
                  </a:cubicBezTo>
                  <a:cubicBezTo>
                    <a:pt x="442969" y="19713"/>
                    <a:pt x="439896" y="21458"/>
                    <a:pt x="436563" y="23125"/>
                  </a:cubicBezTo>
                  <a:lnTo>
                    <a:pt x="436563" y="15208"/>
                  </a:lnTo>
                  <a:cubicBezTo>
                    <a:pt x="439558" y="13893"/>
                    <a:pt x="442435" y="12187"/>
                    <a:pt x="445209" y="10104"/>
                  </a:cubicBezTo>
                  <a:cubicBezTo>
                    <a:pt x="447995" y="8021"/>
                    <a:pt x="450625" y="5703"/>
                    <a:pt x="453125" y="3125"/>
                  </a:cubicBezTo>
                  <a:close/>
                  <a:moveTo>
                    <a:pt x="187917" y="3125"/>
                  </a:moveTo>
                  <a:lnTo>
                    <a:pt x="227604" y="3125"/>
                  </a:lnTo>
                  <a:lnTo>
                    <a:pt x="227604" y="10208"/>
                  </a:lnTo>
                  <a:lnTo>
                    <a:pt x="194271" y="10208"/>
                  </a:lnTo>
                  <a:lnTo>
                    <a:pt x="192813" y="35833"/>
                  </a:lnTo>
                  <a:cubicBezTo>
                    <a:pt x="194414" y="33685"/>
                    <a:pt x="196693" y="32005"/>
                    <a:pt x="199636" y="30781"/>
                  </a:cubicBezTo>
                  <a:cubicBezTo>
                    <a:pt x="202591" y="29570"/>
                    <a:pt x="205938" y="28958"/>
                    <a:pt x="209688" y="28958"/>
                  </a:cubicBezTo>
                  <a:cubicBezTo>
                    <a:pt x="212682" y="28958"/>
                    <a:pt x="215495" y="29505"/>
                    <a:pt x="218125" y="30573"/>
                  </a:cubicBezTo>
                  <a:cubicBezTo>
                    <a:pt x="220768" y="31654"/>
                    <a:pt x="223099" y="33268"/>
                    <a:pt x="225104" y="35416"/>
                  </a:cubicBezTo>
                  <a:cubicBezTo>
                    <a:pt x="227057" y="37578"/>
                    <a:pt x="228620" y="40260"/>
                    <a:pt x="229792" y="43489"/>
                  </a:cubicBezTo>
                  <a:cubicBezTo>
                    <a:pt x="230977" y="46719"/>
                    <a:pt x="231563" y="50521"/>
                    <a:pt x="231563" y="54896"/>
                  </a:cubicBezTo>
                  <a:cubicBezTo>
                    <a:pt x="231563" y="58724"/>
                    <a:pt x="230990" y="62227"/>
                    <a:pt x="229844" y="65417"/>
                  </a:cubicBezTo>
                  <a:cubicBezTo>
                    <a:pt x="228698" y="68620"/>
                    <a:pt x="227083" y="71354"/>
                    <a:pt x="225000" y="73646"/>
                  </a:cubicBezTo>
                  <a:cubicBezTo>
                    <a:pt x="222852" y="75937"/>
                    <a:pt x="220300" y="77734"/>
                    <a:pt x="217344" y="79010"/>
                  </a:cubicBezTo>
                  <a:cubicBezTo>
                    <a:pt x="214401" y="80300"/>
                    <a:pt x="211120" y="80937"/>
                    <a:pt x="207500" y="80937"/>
                  </a:cubicBezTo>
                  <a:cubicBezTo>
                    <a:pt x="200912" y="80937"/>
                    <a:pt x="195352" y="79206"/>
                    <a:pt x="190834" y="75729"/>
                  </a:cubicBezTo>
                  <a:cubicBezTo>
                    <a:pt x="186328" y="72266"/>
                    <a:pt x="183893" y="67226"/>
                    <a:pt x="183542" y="60625"/>
                  </a:cubicBezTo>
                  <a:lnTo>
                    <a:pt x="191771" y="60625"/>
                  </a:lnTo>
                  <a:cubicBezTo>
                    <a:pt x="192396" y="64870"/>
                    <a:pt x="194167" y="68151"/>
                    <a:pt x="197083" y="70469"/>
                  </a:cubicBezTo>
                  <a:cubicBezTo>
                    <a:pt x="200000" y="72799"/>
                    <a:pt x="203581" y="73958"/>
                    <a:pt x="207813" y="73958"/>
                  </a:cubicBezTo>
                  <a:cubicBezTo>
                    <a:pt x="212188" y="73958"/>
                    <a:pt x="215860" y="72266"/>
                    <a:pt x="218802" y="68854"/>
                  </a:cubicBezTo>
                  <a:cubicBezTo>
                    <a:pt x="221758" y="65456"/>
                    <a:pt x="223229" y="60833"/>
                    <a:pt x="223229" y="55000"/>
                  </a:cubicBezTo>
                  <a:cubicBezTo>
                    <a:pt x="223229" y="48620"/>
                    <a:pt x="221771" y="43828"/>
                    <a:pt x="218854" y="40625"/>
                  </a:cubicBezTo>
                  <a:cubicBezTo>
                    <a:pt x="215938" y="37435"/>
                    <a:pt x="212292" y="35833"/>
                    <a:pt x="207917" y="35833"/>
                  </a:cubicBezTo>
                  <a:cubicBezTo>
                    <a:pt x="204453" y="35833"/>
                    <a:pt x="201393" y="36719"/>
                    <a:pt x="198750" y="38490"/>
                  </a:cubicBezTo>
                  <a:cubicBezTo>
                    <a:pt x="196120" y="40260"/>
                    <a:pt x="194375" y="42682"/>
                    <a:pt x="193542" y="45729"/>
                  </a:cubicBezTo>
                  <a:cubicBezTo>
                    <a:pt x="193412" y="46081"/>
                    <a:pt x="193308" y="46354"/>
                    <a:pt x="193229" y="46563"/>
                  </a:cubicBezTo>
                  <a:cubicBezTo>
                    <a:pt x="193164" y="46771"/>
                    <a:pt x="193060" y="46953"/>
                    <a:pt x="192917" y="47083"/>
                  </a:cubicBezTo>
                  <a:cubicBezTo>
                    <a:pt x="192787" y="47227"/>
                    <a:pt x="192591" y="47331"/>
                    <a:pt x="192344" y="47396"/>
                  </a:cubicBezTo>
                  <a:cubicBezTo>
                    <a:pt x="192110" y="47474"/>
                    <a:pt x="191810" y="47500"/>
                    <a:pt x="191459" y="47500"/>
                  </a:cubicBezTo>
                  <a:lnTo>
                    <a:pt x="186459" y="47500"/>
                  </a:lnTo>
                  <a:cubicBezTo>
                    <a:pt x="185833" y="47500"/>
                    <a:pt x="185456" y="47422"/>
                    <a:pt x="185313" y="47240"/>
                  </a:cubicBezTo>
                  <a:cubicBezTo>
                    <a:pt x="185182" y="47070"/>
                    <a:pt x="185104" y="46640"/>
                    <a:pt x="185104" y="45938"/>
                  </a:cubicBezTo>
                  <a:lnTo>
                    <a:pt x="186250" y="5104"/>
                  </a:lnTo>
                  <a:cubicBezTo>
                    <a:pt x="186250" y="4349"/>
                    <a:pt x="186380" y="3828"/>
                    <a:pt x="186615" y="3542"/>
                  </a:cubicBezTo>
                  <a:cubicBezTo>
                    <a:pt x="186862" y="3268"/>
                    <a:pt x="187292" y="3125"/>
                    <a:pt x="187917" y="3125"/>
                  </a:cubicBezTo>
                  <a:close/>
                  <a:moveTo>
                    <a:pt x="518542" y="1354"/>
                  </a:moveTo>
                  <a:cubicBezTo>
                    <a:pt x="521875" y="1354"/>
                    <a:pt x="525078" y="1875"/>
                    <a:pt x="528125" y="2917"/>
                  </a:cubicBezTo>
                  <a:cubicBezTo>
                    <a:pt x="531185" y="3958"/>
                    <a:pt x="533933" y="5872"/>
                    <a:pt x="536354" y="8646"/>
                  </a:cubicBezTo>
                  <a:cubicBezTo>
                    <a:pt x="538724" y="11432"/>
                    <a:pt x="540612" y="15260"/>
                    <a:pt x="542032" y="20156"/>
                  </a:cubicBezTo>
                  <a:cubicBezTo>
                    <a:pt x="543464" y="25052"/>
                    <a:pt x="544167" y="31328"/>
                    <a:pt x="544167" y="38958"/>
                  </a:cubicBezTo>
                  <a:cubicBezTo>
                    <a:pt x="544167" y="52916"/>
                    <a:pt x="541849" y="63385"/>
                    <a:pt x="537188" y="70365"/>
                  </a:cubicBezTo>
                  <a:cubicBezTo>
                    <a:pt x="532539" y="77344"/>
                    <a:pt x="526224" y="80833"/>
                    <a:pt x="518229" y="80833"/>
                  </a:cubicBezTo>
                  <a:cubicBezTo>
                    <a:pt x="511849" y="80833"/>
                    <a:pt x="506693" y="79063"/>
                    <a:pt x="502761" y="75521"/>
                  </a:cubicBezTo>
                  <a:cubicBezTo>
                    <a:pt x="498841" y="71979"/>
                    <a:pt x="496563" y="67162"/>
                    <a:pt x="495938" y="61042"/>
                  </a:cubicBezTo>
                  <a:lnTo>
                    <a:pt x="504167" y="61042"/>
                  </a:lnTo>
                  <a:cubicBezTo>
                    <a:pt x="504310" y="65000"/>
                    <a:pt x="505821" y="68125"/>
                    <a:pt x="508698" y="70417"/>
                  </a:cubicBezTo>
                  <a:cubicBezTo>
                    <a:pt x="511589" y="72708"/>
                    <a:pt x="514896" y="73854"/>
                    <a:pt x="518646" y="73854"/>
                  </a:cubicBezTo>
                  <a:cubicBezTo>
                    <a:pt x="522266" y="73854"/>
                    <a:pt x="525261" y="72812"/>
                    <a:pt x="527657" y="70729"/>
                  </a:cubicBezTo>
                  <a:cubicBezTo>
                    <a:pt x="530052" y="68646"/>
                    <a:pt x="531953" y="65937"/>
                    <a:pt x="533334" y="62604"/>
                  </a:cubicBezTo>
                  <a:cubicBezTo>
                    <a:pt x="534727" y="59349"/>
                    <a:pt x="535677" y="55664"/>
                    <a:pt x="536198" y="51563"/>
                  </a:cubicBezTo>
                  <a:cubicBezTo>
                    <a:pt x="536719" y="47474"/>
                    <a:pt x="536980" y="43411"/>
                    <a:pt x="536980" y="39375"/>
                  </a:cubicBezTo>
                  <a:cubicBezTo>
                    <a:pt x="535391" y="43893"/>
                    <a:pt x="532852" y="47227"/>
                    <a:pt x="529375" y="49375"/>
                  </a:cubicBezTo>
                  <a:cubicBezTo>
                    <a:pt x="525912" y="51536"/>
                    <a:pt x="521875" y="52604"/>
                    <a:pt x="517292" y="52604"/>
                  </a:cubicBezTo>
                  <a:cubicBezTo>
                    <a:pt x="510417" y="52604"/>
                    <a:pt x="504922" y="50286"/>
                    <a:pt x="500782" y="45625"/>
                  </a:cubicBezTo>
                  <a:cubicBezTo>
                    <a:pt x="496654" y="40976"/>
                    <a:pt x="494584" y="34792"/>
                    <a:pt x="494584" y="27083"/>
                  </a:cubicBezTo>
                  <a:cubicBezTo>
                    <a:pt x="494584" y="23542"/>
                    <a:pt x="495130" y="20208"/>
                    <a:pt x="496198" y="17083"/>
                  </a:cubicBezTo>
                  <a:cubicBezTo>
                    <a:pt x="497279" y="13958"/>
                    <a:pt x="498855" y="11224"/>
                    <a:pt x="500938" y="8854"/>
                  </a:cubicBezTo>
                  <a:cubicBezTo>
                    <a:pt x="503021" y="6562"/>
                    <a:pt x="505547" y="4740"/>
                    <a:pt x="508490" y="3385"/>
                  </a:cubicBezTo>
                  <a:cubicBezTo>
                    <a:pt x="511446" y="2031"/>
                    <a:pt x="514792" y="1354"/>
                    <a:pt x="518542" y="1354"/>
                  </a:cubicBezTo>
                  <a:close/>
                  <a:moveTo>
                    <a:pt x="363021" y="1354"/>
                  </a:moveTo>
                  <a:cubicBezTo>
                    <a:pt x="370105" y="1354"/>
                    <a:pt x="375886" y="3164"/>
                    <a:pt x="380365" y="6771"/>
                  </a:cubicBezTo>
                  <a:cubicBezTo>
                    <a:pt x="384844" y="10390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4"/>
                  </a:cubicBezTo>
                  <a:cubicBezTo>
                    <a:pt x="385443" y="29479"/>
                    <a:pt x="384519" y="31250"/>
                    <a:pt x="383334" y="32917"/>
                  </a:cubicBezTo>
                  <a:cubicBezTo>
                    <a:pt x="382084" y="34583"/>
                    <a:pt x="380625" y="36068"/>
                    <a:pt x="378959" y="37344"/>
                  </a:cubicBezTo>
                  <a:cubicBezTo>
                    <a:pt x="377292" y="38633"/>
                    <a:pt x="375456" y="39557"/>
                    <a:pt x="373438" y="40104"/>
                  </a:cubicBezTo>
                  <a:cubicBezTo>
                    <a:pt x="378021" y="41354"/>
                    <a:pt x="381602" y="43633"/>
                    <a:pt x="384167" y="46927"/>
                  </a:cubicBezTo>
                  <a:cubicBezTo>
                    <a:pt x="386745" y="50234"/>
                    <a:pt x="388021" y="54101"/>
                    <a:pt x="388021" y="58542"/>
                  </a:cubicBezTo>
                  <a:cubicBezTo>
                    <a:pt x="387956" y="65703"/>
                    <a:pt x="385612" y="71198"/>
                    <a:pt x="380990" y="75052"/>
                  </a:cubicBezTo>
                  <a:cubicBezTo>
                    <a:pt x="376380" y="78906"/>
                    <a:pt x="370352" y="80833"/>
                    <a:pt x="362917" y="80833"/>
                  </a:cubicBezTo>
                  <a:cubicBezTo>
                    <a:pt x="355417" y="80833"/>
                    <a:pt x="349401" y="78906"/>
                    <a:pt x="344844" y="75052"/>
                  </a:cubicBezTo>
                  <a:cubicBezTo>
                    <a:pt x="340300" y="71198"/>
                    <a:pt x="338021" y="65703"/>
                    <a:pt x="338021" y="58542"/>
                  </a:cubicBezTo>
                  <a:cubicBezTo>
                    <a:pt x="338021" y="54661"/>
                    <a:pt x="339271" y="50963"/>
                    <a:pt x="341771" y="47448"/>
                  </a:cubicBezTo>
                  <a:cubicBezTo>
                    <a:pt x="344271" y="43945"/>
                    <a:pt x="347917" y="41354"/>
                    <a:pt x="352709" y="39687"/>
                  </a:cubicBezTo>
                  <a:cubicBezTo>
                    <a:pt x="348334" y="38854"/>
                    <a:pt x="344948" y="36745"/>
                    <a:pt x="342552" y="33333"/>
                  </a:cubicBezTo>
                  <a:cubicBezTo>
                    <a:pt x="340157" y="29935"/>
                    <a:pt x="338959" y="26146"/>
                    <a:pt x="338959" y="21979"/>
                  </a:cubicBezTo>
                  <a:cubicBezTo>
                    <a:pt x="338959" y="15456"/>
                    <a:pt x="341185" y="10390"/>
                    <a:pt x="345625" y="6771"/>
                  </a:cubicBezTo>
                  <a:cubicBezTo>
                    <a:pt x="350078" y="3164"/>
                    <a:pt x="355873" y="1354"/>
                    <a:pt x="363021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1"/>
                    <a:pt x="161341" y="30521"/>
                    <a:pt x="158594" y="35312"/>
                  </a:cubicBezTo>
                  <a:cubicBezTo>
                    <a:pt x="155859" y="40104"/>
                    <a:pt x="152578" y="44766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7"/>
                    <a:pt x="119818" y="68854"/>
                    <a:pt x="121510" y="67187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61"/>
                    <a:pt x="131042" y="57500"/>
                    <a:pt x="133125" y="55208"/>
                  </a:cubicBezTo>
                  <a:cubicBezTo>
                    <a:pt x="135208" y="52916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76" y="25599"/>
                    <a:pt x="154167" y="23750"/>
                    <a:pt x="154167" y="22083"/>
                  </a:cubicBezTo>
                  <a:cubicBezTo>
                    <a:pt x="154167" y="17578"/>
                    <a:pt x="152852" y="14193"/>
                    <a:pt x="150209" y="11927"/>
                  </a:cubicBezTo>
                  <a:cubicBezTo>
                    <a:pt x="147578" y="9674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8"/>
                  </a:cubicBezTo>
                  <a:cubicBezTo>
                    <a:pt x="127630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93"/>
                    <a:pt x="122162" y="9349"/>
                    <a:pt x="124167" y="7396"/>
                  </a:cubicBezTo>
                  <a:cubicBezTo>
                    <a:pt x="126185" y="5456"/>
                    <a:pt x="128568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1"/>
                    <a:pt x="44154" y="30521"/>
                    <a:pt x="41406" y="35312"/>
                  </a:cubicBezTo>
                  <a:cubicBezTo>
                    <a:pt x="38672" y="40104"/>
                    <a:pt x="35391" y="44766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7"/>
                    <a:pt x="2630" y="68854"/>
                    <a:pt x="4323" y="67187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61"/>
                    <a:pt x="13854" y="57500"/>
                    <a:pt x="15937" y="55208"/>
                  </a:cubicBezTo>
                  <a:cubicBezTo>
                    <a:pt x="18021" y="52916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89" y="25599"/>
                    <a:pt x="36979" y="23750"/>
                    <a:pt x="36979" y="22083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91" y="9674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8"/>
                  </a:cubicBezTo>
                  <a:cubicBezTo>
                    <a:pt x="10443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93"/>
                    <a:pt x="4974" y="9349"/>
                    <a:pt x="6979" y="7396"/>
                  </a:cubicBezTo>
                  <a:cubicBezTo>
                    <a:pt x="8998" y="5456"/>
                    <a:pt x="11380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85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95" y="31015"/>
                    <a:pt x="323334" y="35872"/>
                    <a:pt x="323334" y="40729"/>
                  </a:cubicBezTo>
                  <a:cubicBezTo>
                    <a:pt x="323334" y="45664"/>
                    <a:pt x="322995" y="50521"/>
                    <a:pt x="322292" y="55313"/>
                  </a:cubicBezTo>
                  <a:cubicBezTo>
                    <a:pt x="321602" y="60104"/>
                    <a:pt x="320313" y="64453"/>
                    <a:pt x="318438" y="68333"/>
                  </a:cubicBezTo>
                  <a:cubicBezTo>
                    <a:pt x="316563" y="72162"/>
                    <a:pt x="313985" y="75248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87" y="81146"/>
                    <a:pt x="288594" y="79974"/>
                    <a:pt x="285365" y="77604"/>
                  </a:cubicBezTo>
                  <a:cubicBezTo>
                    <a:pt x="282136" y="75248"/>
                    <a:pt x="279662" y="72162"/>
                    <a:pt x="277917" y="68333"/>
                  </a:cubicBezTo>
                  <a:cubicBezTo>
                    <a:pt x="276120" y="64453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5"/>
                    <a:pt x="274271" y="26146"/>
                  </a:cubicBezTo>
                  <a:cubicBezTo>
                    <a:pt x="274896" y="21289"/>
                    <a:pt x="276120" y="16914"/>
                    <a:pt x="277917" y="13021"/>
                  </a:cubicBezTo>
                  <a:cubicBezTo>
                    <a:pt x="279662" y="9206"/>
                    <a:pt x="282136" y="6081"/>
                    <a:pt x="285365" y="3646"/>
                  </a:cubicBezTo>
                  <a:cubicBezTo>
                    <a:pt x="288594" y="1224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24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15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3"/>
                  </a:cubicBezTo>
                  <a:cubicBezTo>
                    <a:pt x="113268" y="60104"/>
                    <a:pt x="111979" y="64453"/>
                    <a:pt x="110104" y="68333"/>
                  </a:cubicBezTo>
                  <a:cubicBezTo>
                    <a:pt x="108229" y="72162"/>
                    <a:pt x="105651" y="75248"/>
                    <a:pt x="102344" y="77604"/>
                  </a:cubicBezTo>
                  <a:cubicBezTo>
                    <a:pt x="99050" y="79974"/>
                    <a:pt x="94792" y="81146"/>
                    <a:pt x="89583" y="81146"/>
                  </a:cubicBezTo>
                  <a:cubicBezTo>
                    <a:pt x="84453" y="81146"/>
                    <a:pt x="80260" y="79974"/>
                    <a:pt x="77031" y="77604"/>
                  </a:cubicBezTo>
                  <a:cubicBezTo>
                    <a:pt x="73802" y="75248"/>
                    <a:pt x="71328" y="72162"/>
                    <a:pt x="69583" y="68333"/>
                  </a:cubicBezTo>
                  <a:cubicBezTo>
                    <a:pt x="67787" y="64453"/>
                    <a:pt x="66563" y="60104"/>
                    <a:pt x="65938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5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24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275E9268-6970-4ADE-8D27-C18234AC6CDF}"/>
                </a:ext>
              </a:extLst>
            </p:cNvPr>
            <p:cNvSpPr txBox="1"/>
            <p:nvPr/>
          </p:nvSpPr>
          <p:spPr>
            <a:xfrm>
              <a:off x="2970659" y="3550514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2025.08.19</a:t>
              </a:r>
            </a:p>
          </p:txBody>
        </p:sp>
        <p:grpSp>
          <p:nvGrpSpPr>
            <p:cNvPr id="401" name="그래픽 5">
              <a:extLst>
                <a:ext uri="{FF2B5EF4-FFF2-40B4-BE49-F238E27FC236}">
                  <a16:creationId xmlns:a16="http://schemas.microsoft.com/office/drawing/2014/main" id="{C6423FCE-03FC-410A-86F5-68F6DC70F59D}"/>
                </a:ext>
              </a:extLst>
            </p:cNvPr>
            <p:cNvGrpSpPr/>
            <p:nvPr/>
          </p:nvGrpSpPr>
          <p:grpSpPr>
            <a:xfrm>
              <a:off x="3965146" y="3526221"/>
              <a:ext cx="608958" cy="94505"/>
              <a:chOff x="3965146" y="3526221"/>
              <a:chExt cx="608958" cy="94505"/>
            </a:xfrm>
          </p:grpSpPr>
          <p:sp>
            <p:nvSpPr>
              <p:cNvPr id="402" name="자유형: 도형 401">
                <a:extLst>
                  <a:ext uri="{FF2B5EF4-FFF2-40B4-BE49-F238E27FC236}">
                    <a16:creationId xmlns:a16="http://schemas.microsoft.com/office/drawing/2014/main" id="{B1CB93F0-D0F2-4E19-B809-601C51EDB4EA}"/>
                  </a:ext>
                </a:extLst>
              </p:cNvPr>
              <p:cNvSpPr/>
              <p:nvPr/>
            </p:nvSpPr>
            <p:spPr>
              <a:xfrm>
                <a:off x="3965146" y="3526221"/>
                <a:ext cx="608958" cy="93125"/>
              </a:xfrm>
              <a:custGeom>
                <a:avLst/>
                <a:gdLst>
                  <a:gd name="connsiteX0" fmla="*/ 408125 w 608958"/>
                  <a:gd name="connsiteY0" fmla="*/ 69479 h 93125"/>
                  <a:gd name="connsiteX1" fmla="*/ 418854 w 608958"/>
                  <a:gd name="connsiteY1" fmla="*/ 69479 h 93125"/>
                  <a:gd name="connsiteX2" fmla="*/ 419740 w 608958"/>
                  <a:gd name="connsiteY2" fmla="*/ 69792 h 93125"/>
                  <a:gd name="connsiteX3" fmla="*/ 420000 w 608958"/>
                  <a:gd name="connsiteY3" fmla="*/ 70729 h 93125"/>
                  <a:gd name="connsiteX4" fmla="*/ 420000 w 608958"/>
                  <a:gd name="connsiteY4" fmla="*/ 77396 h 93125"/>
                  <a:gd name="connsiteX5" fmla="*/ 416875 w 608958"/>
                  <a:gd name="connsiteY5" fmla="*/ 88646 h 93125"/>
                  <a:gd name="connsiteX6" fmla="*/ 409271 w 608958"/>
                  <a:gd name="connsiteY6" fmla="*/ 93125 h 93125"/>
                  <a:gd name="connsiteX7" fmla="*/ 409271 w 608958"/>
                  <a:gd name="connsiteY7" fmla="*/ 89479 h 93125"/>
                  <a:gd name="connsiteX8" fmla="*/ 412761 w 608958"/>
                  <a:gd name="connsiteY8" fmla="*/ 85990 h 93125"/>
                  <a:gd name="connsiteX9" fmla="*/ 413542 w 608958"/>
                  <a:gd name="connsiteY9" fmla="*/ 80208 h 93125"/>
                  <a:gd name="connsiteX10" fmla="*/ 408125 w 608958"/>
                  <a:gd name="connsiteY10" fmla="*/ 80208 h 93125"/>
                  <a:gd name="connsiteX11" fmla="*/ 186771 w 608958"/>
                  <a:gd name="connsiteY11" fmla="*/ 69479 h 93125"/>
                  <a:gd name="connsiteX12" fmla="*/ 197500 w 608958"/>
                  <a:gd name="connsiteY12" fmla="*/ 69479 h 93125"/>
                  <a:gd name="connsiteX13" fmla="*/ 198385 w 608958"/>
                  <a:gd name="connsiteY13" fmla="*/ 69792 h 93125"/>
                  <a:gd name="connsiteX14" fmla="*/ 198646 w 608958"/>
                  <a:gd name="connsiteY14" fmla="*/ 70729 h 93125"/>
                  <a:gd name="connsiteX15" fmla="*/ 198646 w 608958"/>
                  <a:gd name="connsiteY15" fmla="*/ 77396 h 93125"/>
                  <a:gd name="connsiteX16" fmla="*/ 195521 w 608958"/>
                  <a:gd name="connsiteY16" fmla="*/ 88646 h 93125"/>
                  <a:gd name="connsiteX17" fmla="*/ 187917 w 608958"/>
                  <a:gd name="connsiteY17" fmla="*/ 93125 h 93125"/>
                  <a:gd name="connsiteX18" fmla="*/ 187917 w 608958"/>
                  <a:gd name="connsiteY18" fmla="*/ 89479 h 93125"/>
                  <a:gd name="connsiteX19" fmla="*/ 191407 w 608958"/>
                  <a:gd name="connsiteY19" fmla="*/ 85990 h 93125"/>
                  <a:gd name="connsiteX20" fmla="*/ 192188 w 608958"/>
                  <a:gd name="connsiteY20" fmla="*/ 80208 h 93125"/>
                  <a:gd name="connsiteX21" fmla="*/ 186771 w 608958"/>
                  <a:gd name="connsiteY21" fmla="*/ 80208 h 93125"/>
                  <a:gd name="connsiteX22" fmla="*/ 584584 w 608958"/>
                  <a:gd name="connsiteY22" fmla="*/ 34792 h 93125"/>
                  <a:gd name="connsiteX23" fmla="*/ 578073 w 608958"/>
                  <a:gd name="connsiteY23" fmla="*/ 36302 h 93125"/>
                  <a:gd name="connsiteX24" fmla="*/ 573021 w 608958"/>
                  <a:gd name="connsiteY24" fmla="*/ 40208 h 93125"/>
                  <a:gd name="connsiteX25" fmla="*/ 569688 w 608958"/>
                  <a:gd name="connsiteY25" fmla="*/ 45938 h 93125"/>
                  <a:gd name="connsiteX26" fmla="*/ 568542 w 608958"/>
                  <a:gd name="connsiteY26" fmla="*/ 52708 h 93125"/>
                  <a:gd name="connsiteX27" fmla="*/ 569636 w 608958"/>
                  <a:gd name="connsiteY27" fmla="*/ 60625 h 93125"/>
                  <a:gd name="connsiteX28" fmla="*/ 572813 w 608958"/>
                  <a:gd name="connsiteY28" fmla="*/ 66875 h 93125"/>
                  <a:gd name="connsiteX29" fmla="*/ 577813 w 608958"/>
                  <a:gd name="connsiteY29" fmla="*/ 71094 h 93125"/>
                  <a:gd name="connsiteX30" fmla="*/ 584375 w 608958"/>
                  <a:gd name="connsiteY30" fmla="*/ 72604 h 93125"/>
                  <a:gd name="connsiteX31" fmla="*/ 596459 w 608958"/>
                  <a:gd name="connsiteY31" fmla="*/ 67136 h 93125"/>
                  <a:gd name="connsiteX32" fmla="*/ 600730 w 608958"/>
                  <a:gd name="connsiteY32" fmla="*/ 53646 h 93125"/>
                  <a:gd name="connsiteX33" fmla="*/ 599688 w 608958"/>
                  <a:gd name="connsiteY33" fmla="*/ 46458 h 93125"/>
                  <a:gd name="connsiteX34" fmla="*/ 596563 w 608958"/>
                  <a:gd name="connsiteY34" fmla="*/ 40521 h 93125"/>
                  <a:gd name="connsiteX35" fmla="*/ 591563 w 608958"/>
                  <a:gd name="connsiteY35" fmla="*/ 36354 h 93125"/>
                  <a:gd name="connsiteX36" fmla="*/ 584584 w 608958"/>
                  <a:gd name="connsiteY36" fmla="*/ 34792 h 93125"/>
                  <a:gd name="connsiteX37" fmla="*/ 298125 w 608958"/>
                  <a:gd name="connsiteY37" fmla="*/ 34792 h 93125"/>
                  <a:gd name="connsiteX38" fmla="*/ 291615 w 608958"/>
                  <a:gd name="connsiteY38" fmla="*/ 36302 h 93125"/>
                  <a:gd name="connsiteX39" fmla="*/ 286563 w 608958"/>
                  <a:gd name="connsiteY39" fmla="*/ 40208 h 93125"/>
                  <a:gd name="connsiteX40" fmla="*/ 283230 w 608958"/>
                  <a:gd name="connsiteY40" fmla="*/ 45938 h 93125"/>
                  <a:gd name="connsiteX41" fmla="*/ 282084 w 608958"/>
                  <a:gd name="connsiteY41" fmla="*/ 52708 h 93125"/>
                  <a:gd name="connsiteX42" fmla="*/ 283177 w 608958"/>
                  <a:gd name="connsiteY42" fmla="*/ 60625 h 93125"/>
                  <a:gd name="connsiteX43" fmla="*/ 286354 w 608958"/>
                  <a:gd name="connsiteY43" fmla="*/ 66875 h 93125"/>
                  <a:gd name="connsiteX44" fmla="*/ 291354 w 608958"/>
                  <a:gd name="connsiteY44" fmla="*/ 71094 h 93125"/>
                  <a:gd name="connsiteX45" fmla="*/ 297917 w 608958"/>
                  <a:gd name="connsiteY45" fmla="*/ 72604 h 93125"/>
                  <a:gd name="connsiteX46" fmla="*/ 310000 w 608958"/>
                  <a:gd name="connsiteY46" fmla="*/ 67136 h 93125"/>
                  <a:gd name="connsiteX47" fmla="*/ 314271 w 608958"/>
                  <a:gd name="connsiteY47" fmla="*/ 53646 h 93125"/>
                  <a:gd name="connsiteX48" fmla="*/ 313229 w 608958"/>
                  <a:gd name="connsiteY48" fmla="*/ 46458 h 93125"/>
                  <a:gd name="connsiteX49" fmla="*/ 310104 w 608958"/>
                  <a:gd name="connsiteY49" fmla="*/ 40521 h 93125"/>
                  <a:gd name="connsiteX50" fmla="*/ 305104 w 608958"/>
                  <a:gd name="connsiteY50" fmla="*/ 36354 h 93125"/>
                  <a:gd name="connsiteX51" fmla="*/ 298125 w 608958"/>
                  <a:gd name="connsiteY51" fmla="*/ 34792 h 93125"/>
                  <a:gd name="connsiteX52" fmla="*/ 149063 w 608958"/>
                  <a:gd name="connsiteY52" fmla="*/ 9896 h 93125"/>
                  <a:gd name="connsiteX53" fmla="*/ 122188 w 608958"/>
                  <a:gd name="connsiteY53" fmla="*/ 53958 h 93125"/>
                  <a:gd name="connsiteX54" fmla="*/ 148854 w 608958"/>
                  <a:gd name="connsiteY54" fmla="*/ 53958 h 93125"/>
                  <a:gd name="connsiteX55" fmla="*/ 148854 w 608958"/>
                  <a:gd name="connsiteY55" fmla="*/ 19479 h 93125"/>
                  <a:gd name="connsiteX56" fmla="*/ 361979 w 608958"/>
                  <a:gd name="connsiteY56" fmla="*/ 1771 h 93125"/>
                  <a:gd name="connsiteX57" fmla="*/ 367917 w 608958"/>
                  <a:gd name="connsiteY57" fmla="*/ 1771 h 93125"/>
                  <a:gd name="connsiteX58" fmla="*/ 369479 w 608958"/>
                  <a:gd name="connsiteY58" fmla="*/ 2187 h 93125"/>
                  <a:gd name="connsiteX59" fmla="*/ 369896 w 608958"/>
                  <a:gd name="connsiteY59" fmla="*/ 3750 h 93125"/>
                  <a:gd name="connsiteX60" fmla="*/ 369896 w 608958"/>
                  <a:gd name="connsiteY60" fmla="*/ 77813 h 93125"/>
                  <a:gd name="connsiteX61" fmla="*/ 361667 w 608958"/>
                  <a:gd name="connsiteY61" fmla="*/ 77813 h 93125"/>
                  <a:gd name="connsiteX62" fmla="*/ 361667 w 608958"/>
                  <a:gd name="connsiteY62" fmla="*/ 10729 h 93125"/>
                  <a:gd name="connsiteX63" fmla="*/ 354636 w 608958"/>
                  <a:gd name="connsiteY63" fmla="*/ 16510 h 93125"/>
                  <a:gd name="connsiteX64" fmla="*/ 345417 w 608958"/>
                  <a:gd name="connsiteY64" fmla="*/ 21771 h 93125"/>
                  <a:gd name="connsiteX65" fmla="*/ 345417 w 608958"/>
                  <a:gd name="connsiteY65" fmla="*/ 13854 h 93125"/>
                  <a:gd name="connsiteX66" fmla="*/ 354063 w 608958"/>
                  <a:gd name="connsiteY66" fmla="*/ 8750 h 93125"/>
                  <a:gd name="connsiteX67" fmla="*/ 361979 w 608958"/>
                  <a:gd name="connsiteY67" fmla="*/ 1771 h 93125"/>
                  <a:gd name="connsiteX68" fmla="*/ 244792 w 608958"/>
                  <a:gd name="connsiteY68" fmla="*/ 1771 h 93125"/>
                  <a:gd name="connsiteX69" fmla="*/ 250729 w 608958"/>
                  <a:gd name="connsiteY69" fmla="*/ 1771 h 93125"/>
                  <a:gd name="connsiteX70" fmla="*/ 252292 w 608958"/>
                  <a:gd name="connsiteY70" fmla="*/ 2187 h 93125"/>
                  <a:gd name="connsiteX71" fmla="*/ 252708 w 608958"/>
                  <a:gd name="connsiteY71" fmla="*/ 3750 h 93125"/>
                  <a:gd name="connsiteX72" fmla="*/ 252708 w 608958"/>
                  <a:gd name="connsiteY72" fmla="*/ 77813 h 93125"/>
                  <a:gd name="connsiteX73" fmla="*/ 244479 w 608958"/>
                  <a:gd name="connsiteY73" fmla="*/ 77813 h 93125"/>
                  <a:gd name="connsiteX74" fmla="*/ 244479 w 608958"/>
                  <a:gd name="connsiteY74" fmla="*/ 10729 h 93125"/>
                  <a:gd name="connsiteX75" fmla="*/ 237448 w 608958"/>
                  <a:gd name="connsiteY75" fmla="*/ 16510 h 93125"/>
                  <a:gd name="connsiteX76" fmla="*/ 228229 w 608958"/>
                  <a:gd name="connsiteY76" fmla="*/ 21771 h 93125"/>
                  <a:gd name="connsiteX77" fmla="*/ 228229 w 608958"/>
                  <a:gd name="connsiteY77" fmla="*/ 13854 h 93125"/>
                  <a:gd name="connsiteX78" fmla="*/ 236875 w 608958"/>
                  <a:gd name="connsiteY78" fmla="*/ 8750 h 93125"/>
                  <a:gd name="connsiteX79" fmla="*/ 244792 w 608958"/>
                  <a:gd name="connsiteY79" fmla="*/ 1771 h 93125"/>
                  <a:gd name="connsiteX80" fmla="*/ 65208 w 608958"/>
                  <a:gd name="connsiteY80" fmla="*/ 1771 h 93125"/>
                  <a:gd name="connsiteX81" fmla="*/ 110208 w 608958"/>
                  <a:gd name="connsiteY81" fmla="*/ 1771 h 93125"/>
                  <a:gd name="connsiteX82" fmla="*/ 111719 w 608958"/>
                  <a:gd name="connsiteY82" fmla="*/ 2240 h 93125"/>
                  <a:gd name="connsiteX83" fmla="*/ 112188 w 608958"/>
                  <a:gd name="connsiteY83" fmla="*/ 3750 h 93125"/>
                  <a:gd name="connsiteX84" fmla="*/ 112188 w 608958"/>
                  <a:gd name="connsiteY84" fmla="*/ 7708 h 93125"/>
                  <a:gd name="connsiteX85" fmla="*/ 111927 w 608958"/>
                  <a:gd name="connsiteY85" fmla="*/ 9271 h 93125"/>
                  <a:gd name="connsiteX86" fmla="*/ 111354 w 608958"/>
                  <a:gd name="connsiteY86" fmla="*/ 10625 h 93125"/>
                  <a:gd name="connsiteX87" fmla="*/ 84167 w 608958"/>
                  <a:gd name="connsiteY87" fmla="*/ 77813 h 93125"/>
                  <a:gd name="connsiteX88" fmla="*/ 74896 w 608958"/>
                  <a:gd name="connsiteY88" fmla="*/ 77813 h 93125"/>
                  <a:gd name="connsiteX89" fmla="*/ 103438 w 608958"/>
                  <a:gd name="connsiteY89" fmla="*/ 8958 h 93125"/>
                  <a:gd name="connsiteX90" fmla="*/ 65208 w 608958"/>
                  <a:gd name="connsiteY90" fmla="*/ 8958 h 93125"/>
                  <a:gd name="connsiteX91" fmla="*/ 147708 w 608958"/>
                  <a:gd name="connsiteY91" fmla="*/ 625 h 93125"/>
                  <a:gd name="connsiteX92" fmla="*/ 154792 w 608958"/>
                  <a:gd name="connsiteY92" fmla="*/ 625 h 93125"/>
                  <a:gd name="connsiteX93" fmla="*/ 156354 w 608958"/>
                  <a:gd name="connsiteY93" fmla="*/ 1042 h 93125"/>
                  <a:gd name="connsiteX94" fmla="*/ 156771 w 608958"/>
                  <a:gd name="connsiteY94" fmla="*/ 2604 h 93125"/>
                  <a:gd name="connsiteX95" fmla="*/ 156771 w 608958"/>
                  <a:gd name="connsiteY95" fmla="*/ 53958 h 93125"/>
                  <a:gd name="connsiteX96" fmla="*/ 168125 w 608958"/>
                  <a:gd name="connsiteY96" fmla="*/ 53958 h 93125"/>
                  <a:gd name="connsiteX97" fmla="*/ 168125 w 608958"/>
                  <a:gd name="connsiteY97" fmla="*/ 61146 h 93125"/>
                  <a:gd name="connsiteX98" fmla="*/ 156771 w 608958"/>
                  <a:gd name="connsiteY98" fmla="*/ 61146 h 93125"/>
                  <a:gd name="connsiteX99" fmla="*/ 156771 w 608958"/>
                  <a:gd name="connsiteY99" fmla="*/ 77813 h 93125"/>
                  <a:gd name="connsiteX100" fmla="*/ 148646 w 608958"/>
                  <a:gd name="connsiteY100" fmla="*/ 77813 h 93125"/>
                  <a:gd name="connsiteX101" fmla="*/ 148646 w 608958"/>
                  <a:gd name="connsiteY101" fmla="*/ 61146 h 93125"/>
                  <a:gd name="connsiteX102" fmla="*/ 116250 w 608958"/>
                  <a:gd name="connsiteY102" fmla="*/ 61146 h 93125"/>
                  <a:gd name="connsiteX103" fmla="*/ 114688 w 608958"/>
                  <a:gd name="connsiteY103" fmla="*/ 60729 h 93125"/>
                  <a:gd name="connsiteX104" fmla="*/ 114271 w 608958"/>
                  <a:gd name="connsiteY104" fmla="*/ 59167 h 93125"/>
                  <a:gd name="connsiteX105" fmla="*/ 114271 w 608958"/>
                  <a:gd name="connsiteY105" fmla="*/ 54792 h 93125"/>
                  <a:gd name="connsiteX106" fmla="*/ 114531 w 608958"/>
                  <a:gd name="connsiteY106" fmla="*/ 53281 h 93125"/>
                  <a:gd name="connsiteX107" fmla="*/ 115208 w 608958"/>
                  <a:gd name="connsiteY107" fmla="*/ 51875 h 93125"/>
                  <a:gd name="connsiteX108" fmla="*/ 145625 w 608958"/>
                  <a:gd name="connsiteY108" fmla="*/ 1979 h 93125"/>
                  <a:gd name="connsiteX109" fmla="*/ 146459 w 608958"/>
                  <a:gd name="connsiteY109" fmla="*/ 990 h 93125"/>
                  <a:gd name="connsiteX110" fmla="*/ 147708 w 608958"/>
                  <a:gd name="connsiteY110" fmla="*/ 625 h 93125"/>
                  <a:gd name="connsiteX111" fmla="*/ 585417 w 608958"/>
                  <a:gd name="connsiteY111" fmla="*/ 104 h 93125"/>
                  <a:gd name="connsiteX112" fmla="*/ 600834 w 608958"/>
                  <a:gd name="connsiteY112" fmla="*/ 5469 h 93125"/>
                  <a:gd name="connsiteX113" fmla="*/ 607813 w 608958"/>
                  <a:gd name="connsiteY113" fmla="*/ 19896 h 93125"/>
                  <a:gd name="connsiteX114" fmla="*/ 599584 w 608958"/>
                  <a:gd name="connsiteY114" fmla="*/ 19896 h 93125"/>
                  <a:gd name="connsiteX115" fmla="*/ 595209 w 608958"/>
                  <a:gd name="connsiteY115" fmla="*/ 10573 h 93125"/>
                  <a:gd name="connsiteX116" fmla="*/ 585521 w 608958"/>
                  <a:gd name="connsiteY116" fmla="*/ 7083 h 93125"/>
                  <a:gd name="connsiteX117" fmla="*/ 576355 w 608958"/>
                  <a:gd name="connsiteY117" fmla="*/ 10521 h 93125"/>
                  <a:gd name="connsiteX118" fmla="*/ 570521 w 608958"/>
                  <a:gd name="connsiteY118" fmla="*/ 19167 h 93125"/>
                  <a:gd name="connsiteX119" fmla="*/ 567448 w 608958"/>
                  <a:gd name="connsiteY119" fmla="*/ 30313 h 93125"/>
                  <a:gd name="connsiteX120" fmla="*/ 566563 w 608958"/>
                  <a:gd name="connsiteY120" fmla="*/ 41563 h 93125"/>
                  <a:gd name="connsiteX121" fmla="*/ 574271 w 608958"/>
                  <a:gd name="connsiteY121" fmla="*/ 31615 h 93125"/>
                  <a:gd name="connsiteX122" fmla="*/ 586667 w 608958"/>
                  <a:gd name="connsiteY122" fmla="*/ 28333 h 93125"/>
                  <a:gd name="connsiteX123" fmla="*/ 602969 w 608958"/>
                  <a:gd name="connsiteY123" fmla="*/ 35313 h 93125"/>
                  <a:gd name="connsiteX124" fmla="*/ 608959 w 608958"/>
                  <a:gd name="connsiteY124" fmla="*/ 53854 h 93125"/>
                  <a:gd name="connsiteX125" fmla="*/ 607344 w 608958"/>
                  <a:gd name="connsiteY125" fmla="*/ 63958 h 93125"/>
                  <a:gd name="connsiteX126" fmla="*/ 602604 w 608958"/>
                  <a:gd name="connsiteY126" fmla="*/ 72188 h 93125"/>
                  <a:gd name="connsiteX127" fmla="*/ 595209 w 608958"/>
                  <a:gd name="connsiteY127" fmla="*/ 77604 h 93125"/>
                  <a:gd name="connsiteX128" fmla="*/ 585313 w 608958"/>
                  <a:gd name="connsiteY128" fmla="*/ 79583 h 93125"/>
                  <a:gd name="connsiteX129" fmla="*/ 570677 w 608958"/>
                  <a:gd name="connsiteY129" fmla="*/ 75052 h 93125"/>
                  <a:gd name="connsiteX130" fmla="*/ 562292 w 608958"/>
                  <a:gd name="connsiteY130" fmla="*/ 63542 h 93125"/>
                  <a:gd name="connsiteX131" fmla="*/ 560052 w 608958"/>
                  <a:gd name="connsiteY131" fmla="*/ 54323 h 93125"/>
                  <a:gd name="connsiteX132" fmla="*/ 559375 w 608958"/>
                  <a:gd name="connsiteY132" fmla="*/ 42188 h 93125"/>
                  <a:gd name="connsiteX133" fmla="*/ 561302 w 608958"/>
                  <a:gd name="connsiteY133" fmla="*/ 23906 h 93125"/>
                  <a:gd name="connsiteX134" fmla="*/ 566771 w 608958"/>
                  <a:gd name="connsiteY134" fmla="*/ 10729 h 93125"/>
                  <a:gd name="connsiteX135" fmla="*/ 575000 w 608958"/>
                  <a:gd name="connsiteY135" fmla="*/ 2813 h 93125"/>
                  <a:gd name="connsiteX136" fmla="*/ 585417 w 608958"/>
                  <a:gd name="connsiteY136" fmla="*/ 104 h 93125"/>
                  <a:gd name="connsiteX137" fmla="*/ 298958 w 608958"/>
                  <a:gd name="connsiteY137" fmla="*/ 104 h 93125"/>
                  <a:gd name="connsiteX138" fmla="*/ 314375 w 608958"/>
                  <a:gd name="connsiteY138" fmla="*/ 5469 h 93125"/>
                  <a:gd name="connsiteX139" fmla="*/ 321354 w 608958"/>
                  <a:gd name="connsiteY139" fmla="*/ 19896 h 93125"/>
                  <a:gd name="connsiteX140" fmla="*/ 313125 w 608958"/>
                  <a:gd name="connsiteY140" fmla="*/ 19896 h 93125"/>
                  <a:gd name="connsiteX141" fmla="*/ 308750 w 608958"/>
                  <a:gd name="connsiteY141" fmla="*/ 10573 h 93125"/>
                  <a:gd name="connsiteX142" fmla="*/ 299063 w 608958"/>
                  <a:gd name="connsiteY142" fmla="*/ 7083 h 93125"/>
                  <a:gd name="connsiteX143" fmla="*/ 289896 w 608958"/>
                  <a:gd name="connsiteY143" fmla="*/ 10521 h 93125"/>
                  <a:gd name="connsiteX144" fmla="*/ 284063 w 608958"/>
                  <a:gd name="connsiteY144" fmla="*/ 19167 h 93125"/>
                  <a:gd name="connsiteX145" fmla="*/ 280990 w 608958"/>
                  <a:gd name="connsiteY145" fmla="*/ 30313 h 93125"/>
                  <a:gd name="connsiteX146" fmla="*/ 280104 w 608958"/>
                  <a:gd name="connsiteY146" fmla="*/ 41563 h 93125"/>
                  <a:gd name="connsiteX147" fmla="*/ 287813 w 608958"/>
                  <a:gd name="connsiteY147" fmla="*/ 31615 h 93125"/>
                  <a:gd name="connsiteX148" fmla="*/ 300208 w 608958"/>
                  <a:gd name="connsiteY148" fmla="*/ 28333 h 93125"/>
                  <a:gd name="connsiteX149" fmla="*/ 316511 w 608958"/>
                  <a:gd name="connsiteY149" fmla="*/ 35313 h 93125"/>
                  <a:gd name="connsiteX150" fmla="*/ 322500 w 608958"/>
                  <a:gd name="connsiteY150" fmla="*/ 53854 h 93125"/>
                  <a:gd name="connsiteX151" fmla="*/ 320886 w 608958"/>
                  <a:gd name="connsiteY151" fmla="*/ 63958 h 93125"/>
                  <a:gd name="connsiteX152" fmla="*/ 316146 w 608958"/>
                  <a:gd name="connsiteY152" fmla="*/ 72188 h 93125"/>
                  <a:gd name="connsiteX153" fmla="*/ 308750 w 608958"/>
                  <a:gd name="connsiteY153" fmla="*/ 77604 h 93125"/>
                  <a:gd name="connsiteX154" fmla="*/ 298854 w 608958"/>
                  <a:gd name="connsiteY154" fmla="*/ 79583 h 93125"/>
                  <a:gd name="connsiteX155" fmla="*/ 284219 w 608958"/>
                  <a:gd name="connsiteY155" fmla="*/ 75052 h 93125"/>
                  <a:gd name="connsiteX156" fmla="*/ 275833 w 608958"/>
                  <a:gd name="connsiteY156" fmla="*/ 63542 h 93125"/>
                  <a:gd name="connsiteX157" fmla="*/ 273594 w 608958"/>
                  <a:gd name="connsiteY157" fmla="*/ 54323 h 93125"/>
                  <a:gd name="connsiteX158" fmla="*/ 272917 w 608958"/>
                  <a:gd name="connsiteY158" fmla="*/ 42188 h 93125"/>
                  <a:gd name="connsiteX159" fmla="*/ 274844 w 608958"/>
                  <a:gd name="connsiteY159" fmla="*/ 23906 h 93125"/>
                  <a:gd name="connsiteX160" fmla="*/ 280313 w 608958"/>
                  <a:gd name="connsiteY160" fmla="*/ 10729 h 93125"/>
                  <a:gd name="connsiteX161" fmla="*/ 288542 w 608958"/>
                  <a:gd name="connsiteY161" fmla="*/ 2813 h 93125"/>
                  <a:gd name="connsiteX162" fmla="*/ 298958 w 608958"/>
                  <a:gd name="connsiteY162" fmla="*/ 104 h 93125"/>
                  <a:gd name="connsiteX163" fmla="*/ 517917 w 608958"/>
                  <a:gd name="connsiteY163" fmla="*/ 0 h 93125"/>
                  <a:gd name="connsiteX164" fmla="*/ 526719 w 608958"/>
                  <a:gd name="connsiteY164" fmla="*/ 1198 h 93125"/>
                  <a:gd name="connsiteX165" fmla="*/ 534167 w 608958"/>
                  <a:gd name="connsiteY165" fmla="*/ 4896 h 93125"/>
                  <a:gd name="connsiteX166" fmla="*/ 539219 w 608958"/>
                  <a:gd name="connsiteY166" fmla="*/ 11250 h 93125"/>
                  <a:gd name="connsiteX167" fmla="*/ 541146 w 608958"/>
                  <a:gd name="connsiteY167" fmla="*/ 20417 h 93125"/>
                  <a:gd name="connsiteX168" fmla="*/ 536875 w 608958"/>
                  <a:gd name="connsiteY168" fmla="*/ 32083 h 93125"/>
                  <a:gd name="connsiteX169" fmla="*/ 525730 w 608958"/>
                  <a:gd name="connsiteY169" fmla="*/ 38438 h 93125"/>
                  <a:gd name="connsiteX170" fmla="*/ 538073 w 608958"/>
                  <a:gd name="connsiteY170" fmla="*/ 44844 h 93125"/>
                  <a:gd name="connsiteX171" fmla="*/ 542813 w 608958"/>
                  <a:gd name="connsiteY171" fmla="*/ 57708 h 93125"/>
                  <a:gd name="connsiteX172" fmla="*/ 540678 w 608958"/>
                  <a:gd name="connsiteY172" fmla="*/ 67656 h 93125"/>
                  <a:gd name="connsiteX173" fmla="*/ 535000 w 608958"/>
                  <a:gd name="connsiteY173" fmla="*/ 74479 h 93125"/>
                  <a:gd name="connsiteX174" fmla="*/ 526875 w 608958"/>
                  <a:gd name="connsiteY174" fmla="*/ 78333 h 93125"/>
                  <a:gd name="connsiteX175" fmla="*/ 517500 w 608958"/>
                  <a:gd name="connsiteY175" fmla="*/ 79583 h 93125"/>
                  <a:gd name="connsiteX176" fmla="*/ 499740 w 608958"/>
                  <a:gd name="connsiteY176" fmla="*/ 73646 h 93125"/>
                  <a:gd name="connsiteX177" fmla="*/ 493021 w 608958"/>
                  <a:gd name="connsiteY177" fmla="*/ 57188 h 93125"/>
                  <a:gd name="connsiteX178" fmla="*/ 501250 w 608958"/>
                  <a:gd name="connsiteY178" fmla="*/ 57188 h 93125"/>
                  <a:gd name="connsiteX179" fmla="*/ 506198 w 608958"/>
                  <a:gd name="connsiteY179" fmla="*/ 68542 h 93125"/>
                  <a:gd name="connsiteX180" fmla="*/ 517813 w 608958"/>
                  <a:gd name="connsiteY180" fmla="*/ 72396 h 93125"/>
                  <a:gd name="connsiteX181" fmla="*/ 530000 w 608958"/>
                  <a:gd name="connsiteY181" fmla="*/ 68333 h 93125"/>
                  <a:gd name="connsiteX182" fmla="*/ 534480 w 608958"/>
                  <a:gd name="connsiteY182" fmla="*/ 56771 h 93125"/>
                  <a:gd name="connsiteX183" fmla="*/ 533021 w 608958"/>
                  <a:gd name="connsiteY183" fmla="*/ 50156 h 93125"/>
                  <a:gd name="connsiteX184" fmla="*/ 529167 w 608958"/>
                  <a:gd name="connsiteY184" fmla="*/ 45625 h 93125"/>
                  <a:gd name="connsiteX185" fmla="*/ 523594 w 608958"/>
                  <a:gd name="connsiteY185" fmla="*/ 43021 h 93125"/>
                  <a:gd name="connsiteX186" fmla="*/ 517292 w 608958"/>
                  <a:gd name="connsiteY186" fmla="*/ 41979 h 93125"/>
                  <a:gd name="connsiteX187" fmla="*/ 513125 w 608958"/>
                  <a:gd name="connsiteY187" fmla="*/ 41979 h 93125"/>
                  <a:gd name="connsiteX188" fmla="*/ 511667 w 608958"/>
                  <a:gd name="connsiteY188" fmla="*/ 41719 h 93125"/>
                  <a:gd name="connsiteX189" fmla="*/ 511459 w 608958"/>
                  <a:gd name="connsiteY189" fmla="*/ 40313 h 93125"/>
                  <a:gd name="connsiteX190" fmla="*/ 511459 w 608958"/>
                  <a:gd name="connsiteY190" fmla="*/ 36458 h 93125"/>
                  <a:gd name="connsiteX191" fmla="*/ 511667 w 608958"/>
                  <a:gd name="connsiteY191" fmla="*/ 34792 h 93125"/>
                  <a:gd name="connsiteX192" fmla="*/ 513125 w 608958"/>
                  <a:gd name="connsiteY192" fmla="*/ 34375 h 93125"/>
                  <a:gd name="connsiteX193" fmla="*/ 516563 w 608958"/>
                  <a:gd name="connsiteY193" fmla="*/ 34375 h 93125"/>
                  <a:gd name="connsiteX194" fmla="*/ 522657 w 608958"/>
                  <a:gd name="connsiteY194" fmla="*/ 33594 h 93125"/>
                  <a:gd name="connsiteX195" fmla="*/ 527813 w 608958"/>
                  <a:gd name="connsiteY195" fmla="*/ 31146 h 93125"/>
                  <a:gd name="connsiteX196" fmla="*/ 531459 w 608958"/>
                  <a:gd name="connsiteY196" fmla="*/ 27031 h 93125"/>
                  <a:gd name="connsiteX197" fmla="*/ 532813 w 608958"/>
                  <a:gd name="connsiteY197" fmla="*/ 20833 h 93125"/>
                  <a:gd name="connsiteX198" fmla="*/ 528490 w 608958"/>
                  <a:gd name="connsiteY198" fmla="*/ 10729 h 93125"/>
                  <a:gd name="connsiteX199" fmla="*/ 517605 w 608958"/>
                  <a:gd name="connsiteY199" fmla="*/ 7188 h 93125"/>
                  <a:gd name="connsiteX200" fmla="*/ 506927 w 608958"/>
                  <a:gd name="connsiteY200" fmla="*/ 10729 h 93125"/>
                  <a:gd name="connsiteX201" fmla="*/ 502396 w 608958"/>
                  <a:gd name="connsiteY201" fmla="*/ 20938 h 93125"/>
                  <a:gd name="connsiteX202" fmla="*/ 494063 w 608958"/>
                  <a:gd name="connsiteY202" fmla="*/ 20938 h 93125"/>
                  <a:gd name="connsiteX203" fmla="*/ 500729 w 608958"/>
                  <a:gd name="connsiteY203" fmla="*/ 5625 h 93125"/>
                  <a:gd name="connsiteX204" fmla="*/ 517917 w 608958"/>
                  <a:gd name="connsiteY204" fmla="*/ 0 h 93125"/>
                  <a:gd name="connsiteX205" fmla="*/ 452813 w 608958"/>
                  <a:gd name="connsiteY205" fmla="*/ 0 h 93125"/>
                  <a:gd name="connsiteX206" fmla="*/ 461615 w 608958"/>
                  <a:gd name="connsiteY206" fmla="*/ 1198 h 93125"/>
                  <a:gd name="connsiteX207" fmla="*/ 469063 w 608958"/>
                  <a:gd name="connsiteY207" fmla="*/ 4896 h 93125"/>
                  <a:gd name="connsiteX208" fmla="*/ 474115 w 608958"/>
                  <a:gd name="connsiteY208" fmla="*/ 11250 h 93125"/>
                  <a:gd name="connsiteX209" fmla="*/ 476042 w 608958"/>
                  <a:gd name="connsiteY209" fmla="*/ 20417 h 93125"/>
                  <a:gd name="connsiteX210" fmla="*/ 471771 w 608958"/>
                  <a:gd name="connsiteY210" fmla="*/ 32083 h 93125"/>
                  <a:gd name="connsiteX211" fmla="*/ 460625 w 608958"/>
                  <a:gd name="connsiteY211" fmla="*/ 38438 h 93125"/>
                  <a:gd name="connsiteX212" fmla="*/ 472969 w 608958"/>
                  <a:gd name="connsiteY212" fmla="*/ 44844 h 93125"/>
                  <a:gd name="connsiteX213" fmla="*/ 477708 w 608958"/>
                  <a:gd name="connsiteY213" fmla="*/ 57708 h 93125"/>
                  <a:gd name="connsiteX214" fmla="*/ 475573 w 608958"/>
                  <a:gd name="connsiteY214" fmla="*/ 67656 h 93125"/>
                  <a:gd name="connsiteX215" fmla="*/ 469896 w 608958"/>
                  <a:gd name="connsiteY215" fmla="*/ 74479 h 93125"/>
                  <a:gd name="connsiteX216" fmla="*/ 461771 w 608958"/>
                  <a:gd name="connsiteY216" fmla="*/ 78333 h 93125"/>
                  <a:gd name="connsiteX217" fmla="*/ 452396 w 608958"/>
                  <a:gd name="connsiteY217" fmla="*/ 79583 h 93125"/>
                  <a:gd name="connsiteX218" fmla="*/ 434636 w 608958"/>
                  <a:gd name="connsiteY218" fmla="*/ 73646 h 93125"/>
                  <a:gd name="connsiteX219" fmla="*/ 427917 w 608958"/>
                  <a:gd name="connsiteY219" fmla="*/ 57188 h 93125"/>
                  <a:gd name="connsiteX220" fmla="*/ 436146 w 608958"/>
                  <a:gd name="connsiteY220" fmla="*/ 57188 h 93125"/>
                  <a:gd name="connsiteX221" fmla="*/ 441094 w 608958"/>
                  <a:gd name="connsiteY221" fmla="*/ 68542 h 93125"/>
                  <a:gd name="connsiteX222" fmla="*/ 452709 w 608958"/>
                  <a:gd name="connsiteY222" fmla="*/ 72396 h 93125"/>
                  <a:gd name="connsiteX223" fmla="*/ 464896 w 608958"/>
                  <a:gd name="connsiteY223" fmla="*/ 68333 h 93125"/>
                  <a:gd name="connsiteX224" fmla="*/ 469375 w 608958"/>
                  <a:gd name="connsiteY224" fmla="*/ 56771 h 93125"/>
                  <a:gd name="connsiteX225" fmla="*/ 467917 w 608958"/>
                  <a:gd name="connsiteY225" fmla="*/ 50156 h 93125"/>
                  <a:gd name="connsiteX226" fmla="*/ 464063 w 608958"/>
                  <a:gd name="connsiteY226" fmla="*/ 45625 h 93125"/>
                  <a:gd name="connsiteX227" fmla="*/ 458490 w 608958"/>
                  <a:gd name="connsiteY227" fmla="*/ 43021 h 93125"/>
                  <a:gd name="connsiteX228" fmla="*/ 452188 w 608958"/>
                  <a:gd name="connsiteY228" fmla="*/ 41979 h 93125"/>
                  <a:gd name="connsiteX229" fmla="*/ 448021 w 608958"/>
                  <a:gd name="connsiteY229" fmla="*/ 41979 h 93125"/>
                  <a:gd name="connsiteX230" fmla="*/ 446563 w 608958"/>
                  <a:gd name="connsiteY230" fmla="*/ 41719 h 93125"/>
                  <a:gd name="connsiteX231" fmla="*/ 446354 w 608958"/>
                  <a:gd name="connsiteY231" fmla="*/ 40313 h 93125"/>
                  <a:gd name="connsiteX232" fmla="*/ 446354 w 608958"/>
                  <a:gd name="connsiteY232" fmla="*/ 36458 h 93125"/>
                  <a:gd name="connsiteX233" fmla="*/ 446563 w 608958"/>
                  <a:gd name="connsiteY233" fmla="*/ 34792 h 93125"/>
                  <a:gd name="connsiteX234" fmla="*/ 448021 w 608958"/>
                  <a:gd name="connsiteY234" fmla="*/ 34375 h 93125"/>
                  <a:gd name="connsiteX235" fmla="*/ 451459 w 608958"/>
                  <a:gd name="connsiteY235" fmla="*/ 34375 h 93125"/>
                  <a:gd name="connsiteX236" fmla="*/ 457553 w 608958"/>
                  <a:gd name="connsiteY236" fmla="*/ 33594 h 93125"/>
                  <a:gd name="connsiteX237" fmla="*/ 462709 w 608958"/>
                  <a:gd name="connsiteY237" fmla="*/ 31146 h 93125"/>
                  <a:gd name="connsiteX238" fmla="*/ 466355 w 608958"/>
                  <a:gd name="connsiteY238" fmla="*/ 27031 h 93125"/>
                  <a:gd name="connsiteX239" fmla="*/ 467709 w 608958"/>
                  <a:gd name="connsiteY239" fmla="*/ 20833 h 93125"/>
                  <a:gd name="connsiteX240" fmla="*/ 463386 w 608958"/>
                  <a:gd name="connsiteY240" fmla="*/ 10729 h 93125"/>
                  <a:gd name="connsiteX241" fmla="*/ 452500 w 608958"/>
                  <a:gd name="connsiteY241" fmla="*/ 7188 h 93125"/>
                  <a:gd name="connsiteX242" fmla="*/ 441823 w 608958"/>
                  <a:gd name="connsiteY242" fmla="*/ 10729 h 93125"/>
                  <a:gd name="connsiteX243" fmla="*/ 437292 w 608958"/>
                  <a:gd name="connsiteY243" fmla="*/ 20938 h 93125"/>
                  <a:gd name="connsiteX244" fmla="*/ 428959 w 608958"/>
                  <a:gd name="connsiteY244" fmla="*/ 20938 h 93125"/>
                  <a:gd name="connsiteX245" fmla="*/ 435625 w 608958"/>
                  <a:gd name="connsiteY245" fmla="*/ 5625 h 93125"/>
                  <a:gd name="connsiteX246" fmla="*/ 452813 w 608958"/>
                  <a:gd name="connsiteY246" fmla="*/ 0 h 93125"/>
                  <a:gd name="connsiteX247" fmla="*/ 23021 w 608958"/>
                  <a:gd name="connsiteY247" fmla="*/ 0 h 93125"/>
                  <a:gd name="connsiteX248" fmla="*/ 39063 w 608958"/>
                  <a:gd name="connsiteY248" fmla="*/ 5104 h 93125"/>
                  <a:gd name="connsiteX249" fmla="*/ 45521 w 608958"/>
                  <a:gd name="connsiteY249" fmla="*/ 20104 h 93125"/>
                  <a:gd name="connsiteX250" fmla="*/ 41406 w 608958"/>
                  <a:gd name="connsiteY250" fmla="*/ 33958 h 93125"/>
                  <a:gd name="connsiteX251" fmla="*/ 31563 w 608958"/>
                  <a:gd name="connsiteY251" fmla="*/ 47917 h 93125"/>
                  <a:gd name="connsiteX252" fmla="*/ 19687 w 608958"/>
                  <a:gd name="connsiteY252" fmla="*/ 60625 h 93125"/>
                  <a:gd name="connsiteX253" fmla="*/ 9479 w 608958"/>
                  <a:gd name="connsiteY253" fmla="*/ 70625 h 93125"/>
                  <a:gd name="connsiteX254" fmla="*/ 47187 w 608958"/>
                  <a:gd name="connsiteY254" fmla="*/ 70625 h 93125"/>
                  <a:gd name="connsiteX255" fmla="*/ 47187 w 608958"/>
                  <a:gd name="connsiteY255" fmla="*/ 77813 h 93125"/>
                  <a:gd name="connsiteX256" fmla="*/ 1458 w 608958"/>
                  <a:gd name="connsiteY256" fmla="*/ 77813 h 93125"/>
                  <a:gd name="connsiteX257" fmla="*/ 260 w 608958"/>
                  <a:gd name="connsiteY257" fmla="*/ 77500 h 93125"/>
                  <a:gd name="connsiteX258" fmla="*/ 0 w 608958"/>
                  <a:gd name="connsiteY258" fmla="*/ 76250 h 93125"/>
                  <a:gd name="connsiteX259" fmla="*/ 0 w 608958"/>
                  <a:gd name="connsiteY259" fmla="*/ 70000 h 93125"/>
                  <a:gd name="connsiteX260" fmla="*/ 4323 w 608958"/>
                  <a:gd name="connsiteY260" fmla="*/ 65833 h 93125"/>
                  <a:gd name="connsiteX261" fmla="*/ 9896 w 608958"/>
                  <a:gd name="connsiteY261" fmla="*/ 60313 h 93125"/>
                  <a:gd name="connsiteX262" fmla="*/ 15937 w 608958"/>
                  <a:gd name="connsiteY262" fmla="*/ 53854 h 93125"/>
                  <a:gd name="connsiteX263" fmla="*/ 22084 w 608958"/>
                  <a:gd name="connsiteY263" fmla="*/ 46771 h 93125"/>
                  <a:gd name="connsiteX264" fmla="*/ 27813 w 608958"/>
                  <a:gd name="connsiteY264" fmla="*/ 39636 h 93125"/>
                  <a:gd name="connsiteX265" fmla="*/ 32500 w 608958"/>
                  <a:gd name="connsiteY265" fmla="*/ 32708 h 93125"/>
                  <a:gd name="connsiteX266" fmla="*/ 35781 w 608958"/>
                  <a:gd name="connsiteY266" fmla="*/ 26250 h 93125"/>
                  <a:gd name="connsiteX267" fmla="*/ 36979 w 608958"/>
                  <a:gd name="connsiteY267" fmla="*/ 20729 h 93125"/>
                  <a:gd name="connsiteX268" fmla="*/ 33021 w 608958"/>
                  <a:gd name="connsiteY268" fmla="*/ 10573 h 93125"/>
                  <a:gd name="connsiteX269" fmla="*/ 22813 w 608958"/>
                  <a:gd name="connsiteY269" fmla="*/ 7188 h 93125"/>
                  <a:gd name="connsiteX270" fmla="*/ 12969 w 608958"/>
                  <a:gd name="connsiteY270" fmla="*/ 11354 h 93125"/>
                  <a:gd name="connsiteX271" fmla="*/ 9167 w 608958"/>
                  <a:gd name="connsiteY271" fmla="*/ 22188 h 93125"/>
                  <a:gd name="connsiteX272" fmla="*/ 625 w 608958"/>
                  <a:gd name="connsiteY272" fmla="*/ 22188 h 93125"/>
                  <a:gd name="connsiteX273" fmla="*/ 2292 w 608958"/>
                  <a:gd name="connsiteY273" fmla="*/ 13073 h 93125"/>
                  <a:gd name="connsiteX274" fmla="*/ 6979 w 608958"/>
                  <a:gd name="connsiteY274" fmla="*/ 6042 h 93125"/>
                  <a:gd name="connsiteX275" fmla="*/ 14115 w 608958"/>
                  <a:gd name="connsiteY275" fmla="*/ 1563 h 93125"/>
                  <a:gd name="connsiteX276" fmla="*/ 23021 w 608958"/>
                  <a:gd name="connsiteY276" fmla="*/ 0 h 93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</a:cxnLst>
                <a:rect l="l" t="t" r="r" b="b"/>
                <a:pathLst>
                  <a:path w="608958" h="93125">
                    <a:moveTo>
                      <a:pt x="408125" y="69479"/>
                    </a:moveTo>
                    <a:lnTo>
                      <a:pt x="418854" y="69479"/>
                    </a:lnTo>
                    <a:cubicBezTo>
                      <a:pt x="419271" y="69479"/>
                      <a:pt x="419558" y="69583"/>
                      <a:pt x="419740" y="69792"/>
                    </a:cubicBezTo>
                    <a:cubicBezTo>
                      <a:pt x="419909" y="70000"/>
                      <a:pt x="420000" y="70313"/>
                      <a:pt x="420000" y="70729"/>
                    </a:cubicBezTo>
                    <a:lnTo>
                      <a:pt x="420000" y="77396"/>
                    </a:lnTo>
                    <a:cubicBezTo>
                      <a:pt x="420000" y="82331"/>
                      <a:pt x="418958" y="86081"/>
                      <a:pt x="416875" y="88646"/>
                    </a:cubicBezTo>
                    <a:cubicBezTo>
                      <a:pt x="414792" y="91224"/>
                      <a:pt x="412253" y="92709"/>
                      <a:pt x="409271" y="93125"/>
                    </a:cubicBezTo>
                    <a:lnTo>
                      <a:pt x="409271" y="89479"/>
                    </a:lnTo>
                    <a:cubicBezTo>
                      <a:pt x="410860" y="89062"/>
                      <a:pt x="412032" y="87904"/>
                      <a:pt x="412761" y="85990"/>
                    </a:cubicBezTo>
                    <a:cubicBezTo>
                      <a:pt x="413490" y="84089"/>
                      <a:pt x="413750" y="82161"/>
                      <a:pt x="413542" y="80208"/>
                    </a:cubicBezTo>
                    <a:lnTo>
                      <a:pt x="408125" y="80208"/>
                    </a:lnTo>
                    <a:close/>
                    <a:moveTo>
                      <a:pt x="186771" y="69479"/>
                    </a:moveTo>
                    <a:lnTo>
                      <a:pt x="197500" y="69479"/>
                    </a:lnTo>
                    <a:cubicBezTo>
                      <a:pt x="197917" y="69479"/>
                      <a:pt x="198203" y="69583"/>
                      <a:pt x="198385" y="69792"/>
                    </a:cubicBezTo>
                    <a:cubicBezTo>
                      <a:pt x="198555" y="70000"/>
                      <a:pt x="198646" y="70313"/>
                      <a:pt x="198646" y="70729"/>
                    </a:cubicBezTo>
                    <a:lnTo>
                      <a:pt x="198646" y="77396"/>
                    </a:lnTo>
                    <a:cubicBezTo>
                      <a:pt x="198646" y="82331"/>
                      <a:pt x="197604" y="86081"/>
                      <a:pt x="195521" y="88646"/>
                    </a:cubicBezTo>
                    <a:cubicBezTo>
                      <a:pt x="193437" y="91224"/>
                      <a:pt x="190899" y="92709"/>
                      <a:pt x="187917" y="93125"/>
                    </a:cubicBezTo>
                    <a:lnTo>
                      <a:pt x="187917" y="89479"/>
                    </a:lnTo>
                    <a:cubicBezTo>
                      <a:pt x="189506" y="89062"/>
                      <a:pt x="190677" y="87904"/>
                      <a:pt x="191407" y="85990"/>
                    </a:cubicBezTo>
                    <a:cubicBezTo>
                      <a:pt x="192136" y="84089"/>
                      <a:pt x="192396" y="82161"/>
                      <a:pt x="192188" y="80208"/>
                    </a:cubicBezTo>
                    <a:lnTo>
                      <a:pt x="186771" y="80208"/>
                    </a:lnTo>
                    <a:close/>
                    <a:moveTo>
                      <a:pt x="584584" y="34792"/>
                    </a:moveTo>
                    <a:cubicBezTo>
                      <a:pt x="582214" y="34792"/>
                      <a:pt x="580052" y="35299"/>
                      <a:pt x="578073" y="36302"/>
                    </a:cubicBezTo>
                    <a:cubicBezTo>
                      <a:pt x="576094" y="37318"/>
                      <a:pt x="574402" y="38620"/>
                      <a:pt x="573021" y="40208"/>
                    </a:cubicBezTo>
                    <a:cubicBezTo>
                      <a:pt x="571563" y="41875"/>
                      <a:pt x="570443" y="43789"/>
                      <a:pt x="569688" y="45938"/>
                    </a:cubicBezTo>
                    <a:cubicBezTo>
                      <a:pt x="568920" y="48099"/>
                      <a:pt x="568542" y="50352"/>
                      <a:pt x="568542" y="52708"/>
                    </a:cubicBezTo>
                    <a:cubicBezTo>
                      <a:pt x="568542" y="55560"/>
                      <a:pt x="568907" y="58203"/>
                      <a:pt x="569636" y="60625"/>
                    </a:cubicBezTo>
                    <a:cubicBezTo>
                      <a:pt x="570365" y="63060"/>
                      <a:pt x="571420" y="65143"/>
                      <a:pt x="572813" y="66875"/>
                    </a:cubicBezTo>
                    <a:cubicBezTo>
                      <a:pt x="574193" y="68685"/>
                      <a:pt x="575860" y="70091"/>
                      <a:pt x="577813" y="71094"/>
                    </a:cubicBezTo>
                    <a:cubicBezTo>
                      <a:pt x="579753" y="72110"/>
                      <a:pt x="581940" y="72604"/>
                      <a:pt x="584375" y="72604"/>
                    </a:cubicBezTo>
                    <a:cubicBezTo>
                      <a:pt x="589584" y="72604"/>
                      <a:pt x="593607" y="70781"/>
                      <a:pt x="596459" y="67136"/>
                    </a:cubicBezTo>
                    <a:cubicBezTo>
                      <a:pt x="599297" y="63490"/>
                      <a:pt x="600730" y="58997"/>
                      <a:pt x="600730" y="53646"/>
                    </a:cubicBezTo>
                    <a:cubicBezTo>
                      <a:pt x="600730" y="51146"/>
                      <a:pt x="600378" y="48750"/>
                      <a:pt x="599688" y="46458"/>
                    </a:cubicBezTo>
                    <a:cubicBezTo>
                      <a:pt x="598985" y="44167"/>
                      <a:pt x="597943" y="42188"/>
                      <a:pt x="596563" y="40521"/>
                    </a:cubicBezTo>
                    <a:cubicBezTo>
                      <a:pt x="595235" y="38789"/>
                      <a:pt x="593568" y="37396"/>
                      <a:pt x="591563" y="36354"/>
                    </a:cubicBezTo>
                    <a:cubicBezTo>
                      <a:pt x="589545" y="35313"/>
                      <a:pt x="587214" y="34792"/>
                      <a:pt x="584584" y="34792"/>
                    </a:cubicBezTo>
                    <a:close/>
                    <a:moveTo>
                      <a:pt x="298125" y="34792"/>
                    </a:moveTo>
                    <a:cubicBezTo>
                      <a:pt x="295755" y="34792"/>
                      <a:pt x="293594" y="35299"/>
                      <a:pt x="291615" y="36302"/>
                    </a:cubicBezTo>
                    <a:cubicBezTo>
                      <a:pt x="289635" y="37318"/>
                      <a:pt x="287943" y="38620"/>
                      <a:pt x="286563" y="40208"/>
                    </a:cubicBezTo>
                    <a:cubicBezTo>
                      <a:pt x="285104" y="41875"/>
                      <a:pt x="283985" y="43789"/>
                      <a:pt x="283230" y="45938"/>
                    </a:cubicBezTo>
                    <a:cubicBezTo>
                      <a:pt x="282461" y="48099"/>
                      <a:pt x="282084" y="50352"/>
                      <a:pt x="282084" y="52708"/>
                    </a:cubicBezTo>
                    <a:cubicBezTo>
                      <a:pt x="282084" y="55560"/>
                      <a:pt x="282448" y="58203"/>
                      <a:pt x="283177" y="60625"/>
                    </a:cubicBezTo>
                    <a:cubicBezTo>
                      <a:pt x="283907" y="63060"/>
                      <a:pt x="284961" y="65143"/>
                      <a:pt x="286354" y="66875"/>
                    </a:cubicBezTo>
                    <a:cubicBezTo>
                      <a:pt x="287734" y="68685"/>
                      <a:pt x="289401" y="70091"/>
                      <a:pt x="291354" y="71094"/>
                    </a:cubicBezTo>
                    <a:cubicBezTo>
                      <a:pt x="293294" y="72110"/>
                      <a:pt x="295482" y="72604"/>
                      <a:pt x="297917" y="72604"/>
                    </a:cubicBezTo>
                    <a:cubicBezTo>
                      <a:pt x="303125" y="72604"/>
                      <a:pt x="307148" y="70781"/>
                      <a:pt x="310000" y="67136"/>
                    </a:cubicBezTo>
                    <a:cubicBezTo>
                      <a:pt x="312839" y="63490"/>
                      <a:pt x="314271" y="58997"/>
                      <a:pt x="314271" y="53646"/>
                    </a:cubicBezTo>
                    <a:cubicBezTo>
                      <a:pt x="314271" y="51146"/>
                      <a:pt x="313920" y="48750"/>
                      <a:pt x="313229" y="46458"/>
                    </a:cubicBezTo>
                    <a:cubicBezTo>
                      <a:pt x="312526" y="44167"/>
                      <a:pt x="311485" y="42188"/>
                      <a:pt x="310104" y="40521"/>
                    </a:cubicBezTo>
                    <a:cubicBezTo>
                      <a:pt x="308776" y="38789"/>
                      <a:pt x="307110" y="37396"/>
                      <a:pt x="305104" y="36354"/>
                    </a:cubicBezTo>
                    <a:cubicBezTo>
                      <a:pt x="303086" y="35313"/>
                      <a:pt x="300755" y="34792"/>
                      <a:pt x="298125" y="34792"/>
                    </a:cubicBezTo>
                    <a:close/>
                    <a:moveTo>
                      <a:pt x="149063" y="9896"/>
                    </a:moveTo>
                    <a:lnTo>
                      <a:pt x="122188" y="53958"/>
                    </a:lnTo>
                    <a:lnTo>
                      <a:pt x="148854" y="53958"/>
                    </a:lnTo>
                    <a:lnTo>
                      <a:pt x="148854" y="19479"/>
                    </a:lnTo>
                    <a:close/>
                    <a:moveTo>
                      <a:pt x="361979" y="1771"/>
                    </a:moveTo>
                    <a:lnTo>
                      <a:pt x="367917" y="1771"/>
                    </a:lnTo>
                    <a:cubicBezTo>
                      <a:pt x="368672" y="1771"/>
                      <a:pt x="369193" y="1914"/>
                      <a:pt x="369479" y="2187"/>
                    </a:cubicBezTo>
                    <a:cubicBezTo>
                      <a:pt x="369753" y="2474"/>
                      <a:pt x="369896" y="2995"/>
                      <a:pt x="369896" y="3750"/>
                    </a:cubicBezTo>
                    <a:lnTo>
                      <a:pt x="369896" y="77813"/>
                    </a:lnTo>
                    <a:lnTo>
                      <a:pt x="361667" y="77813"/>
                    </a:lnTo>
                    <a:lnTo>
                      <a:pt x="361667" y="10729"/>
                    </a:lnTo>
                    <a:cubicBezTo>
                      <a:pt x="359792" y="12747"/>
                      <a:pt x="357448" y="14674"/>
                      <a:pt x="354636" y="16510"/>
                    </a:cubicBezTo>
                    <a:cubicBezTo>
                      <a:pt x="351823" y="18359"/>
                      <a:pt x="348750" y="20104"/>
                      <a:pt x="345417" y="21771"/>
                    </a:cubicBezTo>
                    <a:lnTo>
                      <a:pt x="345417" y="13854"/>
                    </a:lnTo>
                    <a:cubicBezTo>
                      <a:pt x="348398" y="12539"/>
                      <a:pt x="351276" y="10833"/>
                      <a:pt x="354063" y="8750"/>
                    </a:cubicBezTo>
                    <a:cubicBezTo>
                      <a:pt x="356836" y="6667"/>
                      <a:pt x="359479" y="4349"/>
                      <a:pt x="361979" y="1771"/>
                    </a:cubicBezTo>
                    <a:close/>
                    <a:moveTo>
                      <a:pt x="244792" y="1771"/>
                    </a:moveTo>
                    <a:lnTo>
                      <a:pt x="250729" y="1771"/>
                    </a:lnTo>
                    <a:cubicBezTo>
                      <a:pt x="251484" y="1771"/>
                      <a:pt x="252005" y="1914"/>
                      <a:pt x="252292" y="2187"/>
                    </a:cubicBezTo>
                    <a:cubicBezTo>
                      <a:pt x="252565" y="2474"/>
                      <a:pt x="252708" y="2995"/>
                      <a:pt x="252708" y="3750"/>
                    </a:cubicBezTo>
                    <a:lnTo>
                      <a:pt x="252708" y="77813"/>
                    </a:lnTo>
                    <a:lnTo>
                      <a:pt x="244479" y="77813"/>
                    </a:lnTo>
                    <a:lnTo>
                      <a:pt x="244479" y="10729"/>
                    </a:lnTo>
                    <a:cubicBezTo>
                      <a:pt x="242604" y="12747"/>
                      <a:pt x="240260" y="14674"/>
                      <a:pt x="237448" y="16510"/>
                    </a:cubicBezTo>
                    <a:cubicBezTo>
                      <a:pt x="234635" y="18359"/>
                      <a:pt x="231563" y="20104"/>
                      <a:pt x="228229" y="21771"/>
                    </a:cubicBezTo>
                    <a:lnTo>
                      <a:pt x="228229" y="13854"/>
                    </a:lnTo>
                    <a:cubicBezTo>
                      <a:pt x="231211" y="12539"/>
                      <a:pt x="234089" y="10833"/>
                      <a:pt x="236875" y="8750"/>
                    </a:cubicBezTo>
                    <a:cubicBezTo>
                      <a:pt x="239649" y="6667"/>
                      <a:pt x="242292" y="4349"/>
                      <a:pt x="244792" y="1771"/>
                    </a:cubicBezTo>
                    <a:close/>
                    <a:moveTo>
                      <a:pt x="65208" y="1771"/>
                    </a:moveTo>
                    <a:lnTo>
                      <a:pt x="110208" y="1771"/>
                    </a:lnTo>
                    <a:cubicBezTo>
                      <a:pt x="110898" y="1771"/>
                      <a:pt x="111406" y="1927"/>
                      <a:pt x="111719" y="2240"/>
                    </a:cubicBezTo>
                    <a:cubicBezTo>
                      <a:pt x="112031" y="2552"/>
                      <a:pt x="112188" y="3060"/>
                      <a:pt x="112188" y="3750"/>
                    </a:cubicBezTo>
                    <a:lnTo>
                      <a:pt x="112188" y="7708"/>
                    </a:lnTo>
                    <a:cubicBezTo>
                      <a:pt x="112188" y="8268"/>
                      <a:pt x="112097" y="8789"/>
                      <a:pt x="111927" y="9271"/>
                    </a:cubicBezTo>
                    <a:cubicBezTo>
                      <a:pt x="111745" y="9766"/>
                      <a:pt x="111562" y="10208"/>
                      <a:pt x="111354" y="10625"/>
                    </a:cubicBezTo>
                    <a:lnTo>
                      <a:pt x="84167" y="77813"/>
                    </a:lnTo>
                    <a:lnTo>
                      <a:pt x="74896" y="77813"/>
                    </a:lnTo>
                    <a:lnTo>
                      <a:pt x="103438" y="8958"/>
                    </a:lnTo>
                    <a:lnTo>
                      <a:pt x="65208" y="8958"/>
                    </a:lnTo>
                    <a:close/>
                    <a:moveTo>
                      <a:pt x="147708" y="625"/>
                    </a:moveTo>
                    <a:lnTo>
                      <a:pt x="154792" y="625"/>
                    </a:lnTo>
                    <a:cubicBezTo>
                      <a:pt x="155547" y="625"/>
                      <a:pt x="156068" y="768"/>
                      <a:pt x="156354" y="1042"/>
                    </a:cubicBezTo>
                    <a:cubicBezTo>
                      <a:pt x="156628" y="1328"/>
                      <a:pt x="156771" y="1849"/>
                      <a:pt x="156771" y="2604"/>
                    </a:cubicBezTo>
                    <a:lnTo>
                      <a:pt x="156771" y="53958"/>
                    </a:lnTo>
                    <a:lnTo>
                      <a:pt x="168125" y="53958"/>
                    </a:lnTo>
                    <a:lnTo>
                      <a:pt x="168125" y="61146"/>
                    </a:lnTo>
                    <a:lnTo>
                      <a:pt x="156771" y="61146"/>
                    </a:lnTo>
                    <a:lnTo>
                      <a:pt x="156771" y="77813"/>
                    </a:lnTo>
                    <a:lnTo>
                      <a:pt x="148646" y="77813"/>
                    </a:lnTo>
                    <a:lnTo>
                      <a:pt x="148646" y="61146"/>
                    </a:lnTo>
                    <a:lnTo>
                      <a:pt x="116250" y="61146"/>
                    </a:lnTo>
                    <a:cubicBezTo>
                      <a:pt x="115482" y="61146"/>
                      <a:pt x="114961" y="61016"/>
                      <a:pt x="114688" y="60729"/>
                    </a:cubicBezTo>
                    <a:cubicBezTo>
                      <a:pt x="114401" y="60456"/>
                      <a:pt x="114271" y="59935"/>
                      <a:pt x="114271" y="59167"/>
                    </a:cubicBezTo>
                    <a:lnTo>
                      <a:pt x="114271" y="54792"/>
                    </a:lnTo>
                    <a:cubicBezTo>
                      <a:pt x="114271" y="54310"/>
                      <a:pt x="114349" y="53802"/>
                      <a:pt x="114531" y="53281"/>
                    </a:cubicBezTo>
                    <a:cubicBezTo>
                      <a:pt x="114700" y="52760"/>
                      <a:pt x="114922" y="52292"/>
                      <a:pt x="115208" y="51875"/>
                    </a:cubicBezTo>
                    <a:lnTo>
                      <a:pt x="145625" y="1979"/>
                    </a:lnTo>
                    <a:cubicBezTo>
                      <a:pt x="145834" y="1563"/>
                      <a:pt x="146107" y="1237"/>
                      <a:pt x="146459" y="990"/>
                    </a:cubicBezTo>
                    <a:cubicBezTo>
                      <a:pt x="146797" y="755"/>
                      <a:pt x="147214" y="625"/>
                      <a:pt x="147708" y="625"/>
                    </a:cubicBezTo>
                    <a:close/>
                    <a:moveTo>
                      <a:pt x="585417" y="104"/>
                    </a:moveTo>
                    <a:cubicBezTo>
                      <a:pt x="591732" y="104"/>
                      <a:pt x="596875" y="1901"/>
                      <a:pt x="600834" y="5469"/>
                    </a:cubicBezTo>
                    <a:cubicBezTo>
                      <a:pt x="604792" y="9050"/>
                      <a:pt x="607110" y="13854"/>
                      <a:pt x="607813" y="19896"/>
                    </a:cubicBezTo>
                    <a:lnTo>
                      <a:pt x="599584" y="19896"/>
                    </a:lnTo>
                    <a:cubicBezTo>
                      <a:pt x="599376" y="16016"/>
                      <a:pt x="597917" y="12904"/>
                      <a:pt x="595209" y="10573"/>
                    </a:cubicBezTo>
                    <a:cubicBezTo>
                      <a:pt x="592500" y="8255"/>
                      <a:pt x="589271" y="7083"/>
                      <a:pt x="585521" y="7083"/>
                    </a:cubicBezTo>
                    <a:cubicBezTo>
                      <a:pt x="581836" y="7083"/>
                      <a:pt x="578777" y="8229"/>
                      <a:pt x="576355" y="10521"/>
                    </a:cubicBezTo>
                    <a:cubicBezTo>
                      <a:pt x="573920" y="12813"/>
                      <a:pt x="571980" y="15703"/>
                      <a:pt x="570521" y="19167"/>
                    </a:cubicBezTo>
                    <a:cubicBezTo>
                      <a:pt x="569063" y="22578"/>
                      <a:pt x="568034" y="26289"/>
                      <a:pt x="567448" y="30313"/>
                    </a:cubicBezTo>
                    <a:cubicBezTo>
                      <a:pt x="566849" y="34349"/>
                      <a:pt x="566563" y="38099"/>
                      <a:pt x="566563" y="41563"/>
                    </a:cubicBezTo>
                    <a:cubicBezTo>
                      <a:pt x="568086" y="37122"/>
                      <a:pt x="570651" y="33802"/>
                      <a:pt x="574271" y="31615"/>
                    </a:cubicBezTo>
                    <a:cubicBezTo>
                      <a:pt x="577878" y="29427"/>
                      <a:pt x="582006" y="28333"/>
                      <a:pt x="586667" y="28333"/>
                    </a:cubicBezTo>
                    <a:cubicBezTo>
                      <a:pt x="593542" y="28333"/>
                      <a:pt x="598972" y="30664"/>
                      <a:pt x="602969" y="35313"/>
                    </a:cubicBezTo>
                    <a:cubicBezTo>
                      <a:pt x="606954" y="39974"/>
                      <a:pt x="608959" y="46146"/>
                      <a:pt x="608959" y="53854"/>
                    </a:cubicBezTo>
                    <a:cubicBezTo>
                      <a:pt x="608959" y="57474"/>
                      <a:pt x="608412" y="60833"/>
                      <a:pt x="607344" y="63958"/>
                    </a:cubicBezTo>
                    <a:cubicBezTo>
                      <a:pt x="606263" y="67083"/>
                      <a:pt x="604688" y="69831"/>
                      <a:pt x="602604" y="72188"/>
                    </a:cubicBezTo>
                    <a:cubicBezTo>
                      <a:pt x="600586" y="74479"/>
                      <a:pt x="598125" y="76289"/>
                      <a:pt x="595209" y="77604"/>
                    </a:cubicBezTo>
                    <a:cubicBezTo>
                      <a:pt x="592292" y="78932"/>
                      <a:pt x="588985" y="79583"/>
                      <a:pt x="585313" y="79583"/>
                    </a:cubicBezTo>
                    <a:cubicBezTo>
                      <a:pt x="579545" y="79583"/>
                      <a:pt x="574662" y="78073"/>
                      <a:pt x="570677" y="75052"/>
                    </a:cubicBezTo>
                    <a:cubicBezTo>
                      <a:pt x="566680" y="72031"/>
                      <a:pt x="563881" y="68203"/>
                      <a:pt x="562292" y="63542"/>
                    </a:cubicBezTo>
                    <a:cubicBezTo>
                      <a:pt x="561250" y="60703"/>
                      <a:pt x="560495" y="57630"/>
                      <a:pt x="560052" y="54323"/>
                    </a:cubicBezTo>
                    <a:cubicBezTo>
                      <a:pt x="559597" y="51029"/>
                      <a:pt x="559375" y="46979"/>
                      <a:pt x="559375" y="42188"/>
                    </a:cubicBezTo>
                    <a:cubicBezTo>
                      <a:pt x="559375" y="35247"/>
                      <a:pt x="560013" y="29154"/>
                      <a:pt x="561302" y="23906"/>
                    </a:cubicBezTo>
                    <a:cubicBezTo>
                      <a:pt x="562578" y="18672"/>
                      <a:pt x="564401" y="14271"/>
                      <a:pt x="566771" y="10729"/>
                    </a:cubicBezTo>
                    <a:cubicBezTo>
                      <a:pt x="569063" y="7266"/>
                      <a:pt x="571797" y="4623"/>
                      <a:pt x="575000" y="2813"/>
                    </a:cubicBezTo>
                    <a:cubicBezTo>
                      <a:pt x="578190" y="1016"/>
                      <a:pt x="581667" y="104"/>
                      <a:pt x="585417" y="104"/>
                    </a:cubicBezTo>
                    <a:close/>
                    <a:moveTo>
                      <a:pt x="298958" y="104"/>
                    </a:moveTo>
                    <a:cubicBezTo>
                      <a:pt x="305274" y="104"/>
                      <a:pt x="310417" y="1901"/>
                      <a:pt x="314375" y="5469"/>
                    </a:cubicBezTo>
                    <a:cubicBezTo>
                      <a:pt x="318333" y="9050"/>
                      <a:pt x="320651" y="13854"/>
                      <a:pt x="321354" y="19896"/>
                    </a:cubicBezTo>
                    <a:lnTo>
                      <a:pt x="313125" y="19896"/>
                    </a:lnTo>
                    <a:cubicBezTo>
                      <a:pt x="312917" y="16016"/>
                      <a:pt x="311459" y="12904"/>
                      <a:pt x="308750" y="10573"/>
                    </a:cubicBezTo>
                    <a:cubicBezTo>
                      <a:pt x="306042" y="8255"/>
                      <a:pt x="302813" y="7083"/>
                      <a:pt x="299063" y="7083"/>
                    </a:cubicBezTo>
                    <a:cubicBezTo>
                      <a:pt x="295378" y="7083"/>
                      <a:pt x="292318" y="8229"/>
                      <a:pt x="289896" y="10521"/>
                    </a:cubicBezTo>
                    <a:cubicBezTo>
                      <a:pt x="287461" y="12813"/>
                      <a:pt x="285521" y="15703"/>
                      <a:pt x="284063" y="19167"/>
                    </a:cubicBezTo>
                    <a:cubicBezTo>
                      <a:pt x="282604" y="22578"/>
                      <a:pt x="281576" y="26289"/>
                      <a:pt x="280990" y="30313"/>
                    </a:cubicBezTo>
                    <a:cubicBezTo>
                      <a:pt x="280391" y="34349"/>
                      <a:pt x="280104" y="38099"/>
                      <a:pt x="280104" y="41563"/>
                    </a:cubicBezTo>
                    <a:cubicBezTo>
                      <a:pt x="281628" y="37122"/>
                      <a:pt x="284193" y="33802"/>
                      <a:pt x="287813" y="31615"/>
                    </a:cubicBezTo>
                    <a:cubicBezTo>
                      <a:pt x="291420" y="29427"/>
                      <a:pt x="295547" y="28333"/>
                      <a:pt x="300208" y="28333"/>
                    </a:cubicBezTo>
                    <a:cubicBezTo>
                      <a:pt x="307084" y="28333"/>
                      <a:pt x="312513" y="30664"/>
                      <a:pt x="316511" y="35313"/>
                    </a:cubicBezTo>
                    <a:cubicBezTo>
                      <a:pt x="320495" y="39974"/>
                      <a:pt x="322500" y="46146"/>
                      <a:pt x="322500" y="53854"/>
                    </a:cubicBezTo>
                    <a:cubicBezTo>
                      <a:pt x="322500" y="57474"/>
                      <a:pt x="321953" y="60833"/>
                      <a:pt x="320886" y="63958"/>
                    </a:cubicBezTo>
                    <a:cubicBezTo>
                      <a:pt x="319805" y="67083"/>
                      <a:pt x="318229" y="69831"/>
                      <a:pt x="316146" y="72188"/>
                    </a:cubicBezTo>
                    <a:cubicBezTo>
                      <a:pt x="314128" y="74479"/>
                      <a:pt x="311667" y="76289"/>
                      <a:pt x="308750" y="77604"/>
                    </a:cubicBezTo>
                    <a:cubicBezTo>
                      <a:pt x="305834" y="78932"/>
                      <a:pt x="302526" y="79583"/>
                      <a:pt x="298854" y="79583"/>
                    </a:cubicBezTo>
                    <a:cubicBezTo>
                      <a:pt x="293086" y="79583"/>
                      <a:pt x="288203" y="78073"/>
                      <a:pt x="284219" y="75052"/>
                    </a:cubicBezTo>
                    <a:cubicBezTo>
                      <a:pt x="280221" y="72031"/>
                      <a:pt x="277422" y="68203"/>
                      <a:pt x="275833" y="63542"/>
                    </a:cubicBezTo>
                    <a:cubicBezTo>
                      <a:pt x="274792" y="60703"/>
                      <a:pt x="274036" y="57630"/>
                      <a:pt x="273594" y="54323"/>
                    </a:cubicBezTo>
                    <a:cubicBezTo>
                      <a:pt x="273138" y="51029"/>
                      <a:pt x="272917" y="46979"/>
                      <a:pt x="272917" y="42188"/>
                    </a:cubicBezTo>
                    <a:cubicBezTo>
                      <a:pt x="272917" y="35247"/>
                      <a:pt x="273555" y="29154"/>
                      <a:pt x="274844" y="23906"/>
                    </a:cubicBezTo>
                    <a:cubicBezTo>
                      <a:pt x="276120" y="18672"/>
                      <a:pt x="277943" y="14271"/>
                      <a:pt x="280313" y="10729"/>
                    </a:cubicBezTo>
                    <a:cubicBezTo>
                      <a:pt x="282604" y="7266"/>
                      <a:pt x="285339" y="4623"/>
                      <a:pt x="288542" y="2813"/>
                    </a:cubicBezTo>
                    <a:cubicBezTo>
                      <a:pt x="291732" y="1016"/>
                      <a:pt x="295208" y="104"/>
                      <a:pt x="298958" y="104"/>
                    </a:cubicBezTo>
                    <a:close/>
                    <a:moveTo>
                      <a:pt x="517917" y="0"/>
                    </a:moveTo>
                    <a:cubicBezTo>
                      <a:pt x="520964" y="0"/>
                      <a:pt x="523906" y="404"/>
                      <a:pt x="526719" y="1198"/>
                    </a:cubicBezTo>
                    <a:cubicBezTo>
                      <a:pt x="529532" y="2005"/>
                      <a:pt x="532006" y="3229"/>
                      <a:pt x="534167" y="4896"/>
                    </a:cubicBezTo>
                    <a:cubicBezTo>
                      <a:pt x="536250" y="6562"/>
                      <a:pt x="537930" y="8685"/>
                      <a:pt x="539219" y="11250"/>
                    </a:cubicBezTo>
                    <a:cubicBezTo>
                      <a:pt x="540495" y="13828"/>
                      <a:pt x="541146" y="16875"/>
                      <a:pt x="541146" y="20417"/>
                    </a:cubicBezTo>
                    <a:cubicBezTo>
                      <a:pt x="541146" y="24792"/>
                      <a:pt x="539714" y="28685"/>
                      <a:pt x="536875" y="32083"/>
                    </a:cubicBezTo>
                    <a:cubicBezTo>
                      <a:pt x="534024" y="35495"/>
                      <a:pt x="530313" y="37604"/>
                      <a:pt x="525730" y="38438"/>
                    </a:cubicBezTo>
                    <a:cubicBezTo>
                      <a:pt x="530795" y="39141"/>
                      <a:pt x="534909" y="41276"/>
                      <a:pt x="538073" y="44844"/>
                    </a:cubicBezTo>
                    <a:cubicBezTo>
                      <a:pt x="541224" y="48425"/>
                      <a:pt x="542813" y="52708"/>
                      <a:pt x="542813" y="57708"/>
                    </a:cubicBezTo>
                    <a:cubicBezTo>
                      <a:pt x="542813" y="61602"/>
                      <a:pt x="542097" y="64922"/>
                      <a:pt x="540678" y="67656"/>
                    </a:cubicBezTo>
                    <a:cubicBezTo>
                      <a:pt x="539245" y="70404"/>
                      <a:pt x="537357" y="72682"/>
                      <a:pt x="535000" y="74479"/>
                    </a:cubicBezTo>
                    <a:cubicBezTo>
                      <a:pt x="532631" y="76224"/>
                      <a:pt x="529922" y="77500"/>
                      <a:pt x="526875" y="78333"/>
                    </a:cubicBezTo>
                    <a:cubicBezTo>
                      <a:pt x="523815" y="79167"/>
                      <a:pt x="520691" y="79583"/>
                      <a:pt x="517500" y="79583"/>
                    </a:cubicBezTo>
                    <a:cubicBezTo>
                      <a:pt x="510000" y="79583"/>
                      <a:pt x="504076" y="77604"/>
                      <a:pt x="499740" y="73646"/>
                    </a:cubicBezTo>
                    <a:cubicBezTo>
                      <a:pt x="495391" y="69688"/>
                      <a:pt x="493151" y="64206"/>
                      <a:pt x="493021" y="57188"/>
                    </a:cubicBezTo>
                    <a:lnTo>
                      <a:pt x="501250" y="57188"/>
                    </a:lnTo>
                    <a:cubicBezTo>
                      <a:pt x="501732" y="62188"/>
                      <a:pt x="503386" y="65977"/>
                      <a:pt x="506198" y="68542"/>
                    </a:cubicBezTo>
                    <a:cubicBezTo>
                      <a:pt x="509011" y="71120"/>
                      <a:pt x="512878" y="72396"/>
                      <a:pt x="517813" y="72396"/>
                    </a:cubicBezTo>
                    <a:cubicBezTo>
                      <a:pt x="522943" y="72396"/>
                      <a:pt x="527005" y="71042"/>
                      <a:pt x="530000" y="68333"/>
                    </a:cubicBezTo>
                    <a:cubicBezTo>
                      <a:pt x="532982" y="65625"/>
                      <a:pt x="534480" y="61771"/>
                      <a:pt x="534480" y="56771"/>
                    </a:cubicBezTo>
                    <a:cubicBezTo>
                      <a:pt x="534480" y="54206"/>
                      <a:pt x="533985" y="52005"/>
                      <a:pt x="533021" y="50156"/>
                    </a:cubicBezTo>
                    <a:cubicBezTo>
                      <a:pt x="532044" y="48320"/>
                      <a:pt x="530755" y="46810"/>
                      <a:pt x="529167" y="45625"/>
                    </a:cubicBezTo>
                    <a:cubicBezTo>
                      <a:pt x="527500" y="44453"/>
                      <a:pt x="525638" y="43581"/>
                      <a:pt x="523594" y="43021"/>
                    </a:cubicBezTo>
                    <a:cubicBezTo>
                      <a:pt x="521537" y="42474"/>
                      <a:pt x="519440" y="42122"/>
                      <a:pt x="517292" y="41979"/>
                    </a:cubicBezTo>
                    <a:lnTo>
                      <a:pt x="513125" y="41979"/>
                    </a:lnTo>
                    <a:cubicBezTo>
                      <a:pt x="512292" y="41979"/>
                      <a:pt x="511797" y="41901"/>
                      <a:pt x="511667" y="41719"/>
                    </a:cubicBezTo>
                    <a:cubicBezTo>
                      <a:pt x="511524" y="41550"/>
                      <a:pt x="511459" y="41081"/>
                      <a:pt x="511459" y="40313"/>
                    </a:cubicBezTo>
                    <a:lnTo>
                      <a:pt x="511459" y="36458"/>
                    </a:lnTo>
                    <a:cubicBezTo>
                      <a:pt x="511459" y="35625"/>
                      <a:pt x="511524" y="35078"/>
                      <a:pt x="511667" y="34792"/>
                    </a:cubicBezTo>
                    <a:cubicBezTo>
                      <a:pt x="511797" y="34518"/>
                      <a:pt x="512292" y="34375"/>
                      <a:pt x="513125" y="34375"/>
                    </a:cubicBezTo>
                    <a:lnTo>
                      <a:pt x="516563" y="34375"/>
                    </a:lnTo>
                    <a:cubicBezTo>
                      <a:pt x="518646" y="34375"/>
                      <a:pt x="520677" y="34115"/>
                      <a:pt x="522657" y="33594"/>
                    </a:cubicBezTo>
                    <a:cubicBezTo>
                      <a:pt x="524636" y="33073"/>
                      <a:pt x="526355" y="32266"/>
                      <a:pt x="527813" y="31146"/>
                    </a:cubicBezTo>
                    <a:cubicBezTo>
                      <a:pt x="529336" y="30104"/>
                      <a:pt x="530547" y="28737"/>
                      <a:pt x="531459" y="27031"/>
                    </a:cubicBezTo>
                    <a:cubicBezTo>
                      <a:pt x="532357" y="25339"/>
                      <a:pt x="532813" y="23268"/>
                      <a:pt x="532813" y="20833"/>
                    </a:cubicBezTo>
                    <a:cubicBezTo>
                      <a:pt x="532813" y="16458"/>
                      <a:pt x="531367" y="13099"/>
                      <a:pt x="528490" y="10729"/>
                    </a:cubicBezTo>
                    <a:cubicBezTo>
                      <a:pt x="525599" y="8372"/>
                      <a:pt x="521980" y="7188"/>
                      <a:pt x="517605" y="7188"/>
                    </a:cubicBezTo>
                    <a:cubicBezTo>
                      <a:pt x="513086" y="7188"/>
                      <a:pt x="509531" y="8372"/>
                      <a:pt x="506927" y="10729"/>
                    </a:cubicBezTo>
                    <a:cubicBezTo>
                      <a:pt x="504323" y="13099"/>
                      <a:pt x="502813" y="16497"/>
                      <a:pt x="502396" y="20938"/>
                    </a:cubicBezTo>
                    <a:lnTo>
                      <a:pt x="494063" y="20938"/>
                    </a:lnTo>
                    <a:cubicBezTo>
                      <a:pt x="494128" y="14479"/>
                      <a:pt x="496354" y="9375"/>
                      <a:pt x="500729" y="5625"/>
                    </a:cubicBezTo>
                    <a:cubicBezTo>
                      <a:pt x="505104" y="1875"/>
                      <a:pt x="510834" y="0"/>
                      <a:pt x="517917" y="0"/>
                    </a:cubicBezTo>
                    <a:close/>
                    <a:moveTo>
                      <a:pt x="452813" y="0"/>
                    </a:moveTo>
                    <a:cubicBezTo>
                      <a:pt x="455860" y="0"/>
                      <a:pt x="458802" y="404"/>
                      <a:pt x="461615" y="1198"/>
                    </a:cubicBezTo>
                    <a:cubicBezTo>
                      <a:pt x="464427" y="2005"/>
                      <a:pt x="466901" y="3229"/>
                      <a:pt x="469063" y="4896"/>
                    </a:cubicBezTo>
                    <a:cubicBezTo>
                      <a:pt x="471146" y="6562"/>
                      <a:pt x="472826" y="8685"/>
                      <a:pt x="474115" y="11250"/>
                    </a:cubicBezTo>
                    <a:cubicBezTo>
                      <a:pt x="475391" y="13828"/>
                      <a:pt x="476042" y="16875"/>
                      <a:pt x="476042" y="20417"/>
                    </a:cubicBezTo>
                    <a:cubicBezTo>
                      <a:pt x="476042" y="24792"/>
                      <a:pt x="474610" y="28685"/>
                      <a:pt x="471771" y="32083"/>
                    </a:cubicBezTo>
                    <a:cubicBezTo>
                      <a:pt x="468920" y="35495"/>
                      <a:pt x="465209" y="37604"/>
                      <a:pt x="460625" y="38438"/>
                    </a:cubicBezTo>
                    <a:cubicBezTo>
                      <a:pt x="465691" y="39141"/>
                      <a:pt x="469805" y="41276"/>
                      <a:pt x="472969" y="44844"/>
                    </a:cubicBezTo>
                    <a:cubicBezTo>
                      <a:pt x="476120" y="48425"/>
                      <a:pt x="477708" y="52708"/>
                      <a:pt x="477708" y="57708"/>
                    </a:cubicBezTo>
                    <a:cubicBezTo>
                      <a:pt x="477708" y="61602"/>
                      <a:pt x="476992" y="64922"/>
                      <a:pt x="475573" y="67656"/>
                    </a:cubicBezTo>
                    <a:cubicBezTo>
                      <a:pt x="474141" y="70404"/>
                      <a:pt x="472253" y="72682"/>
                      <a:pt x="469896" y="74479"/>
                    </a:cubicBezTo>
                    <a:cubicBezTo>
                      <a:pt x="467526" y="76224"/>
                      <a:pt x="464818" y="77500"/>
                      <a:pt x="461771" y="78333"/>
                    </a:cubicBezTo>
                    <a:cubicBezTo>
                      <a:pt x="458711" y="79167"/>
                      <a:pt x="455586" y="79583"/>
                      <a:pt x="452396" y="79583"/>
                    </a:cubicBezTo>
                    <a:cubicBezTo>
                      <a:pt x="444896" y="79583"/>
                      <a:pt x="438972" y="77604"/>
                      <a:pt x="434636" y="73646"/>
                    </a:cubicBezTo>
                    <a:cubicBezTo>
                      <a:pt x="430287" y="69688"/>
                      <a:pt x="428047" y="64206"/>
                      <a:pt x="427917" y="57188"/>
                    </a:cubicBezTo>
                    <a:lnTo>
                      <a:pt x="436146" y="57188"/>
                    </a:lnTo>
                    <a:cubicBezTo>
                      <a:pt x="436628" y="62188"/>
                      <a:pt x="438282" y="65977"/>
                      <a:pt x="441094" y="68542"/>
                    </a:cubicBezTo>
                    <a:cubicBezTo>
                      <a:pt x="443907" y="71120"/>
                      <a:pt x="447774" y="72396"/>
                      <a:pt x="452709" y="72396"/>
                    </a:cubicBezTo>
                    <a:cubicBezTo>
                      <a:pt x="457839" y="72396"/>
                      <a:pt x="461901" y="71042"/>
                      <a:pt x="464896" y="68333"/>
                    </a:cubicBezTo>
                    <a:cubicBezTo>
                      <a:pt x="467878" y="65625"/>
                      <a:pt x="469375" y="61771"/>
                      <a:pt x="469375" y="56771"/>
                    </a:cubicBezTo>
                    <a:cubicBezTo>
                      <a:pt x="469375" y="54206"/>
                      <a:pt x="468881" y="52005"/>
                      <a:pt x="467917" y="50156"/>
                    </a:cubicBezTo>
                    <a:cubicBezTo>
                      <a:pt x="466940" y="48320"/>
                      <a:pt x="465651" y="46810"/>
                      <a:pt x="464063" y="45625"/>
                    </a:cubicBezTo>
                    <a:cubicBezTo>
                      <a:pt x="462396" y="44453"/>
                      <a:pt x="460534" y="43581"/>
                      <a:pt x="458490" y="43021"/>
                    </a:cubicBezTo>
                    <a:cubicBezTo>
                      <a:pt x="456433" y="42474"/>
                      <a:pt x="454336" y="42122"/>
                      <a:pt x="452188" y="41979"/>
                    </a:cubicBezTo>
                    <a:lnTo>
                      <a:pt x="448021" y="41979"/>
                    </a:lnTo>
                    <a:cubicBezTo>
                      <a:pt x="447188" y="41979"/>
                      <a:pt x="446693" y="41901"/>
                      <a:pt x="446563" y="41719"/>
                    </a:cubicBezTo>
                    <a:cubicBezTo>
                      <a:pt x="446420" y="41550"/>
                      <a:pt x="446354" y="41081"/>
                      <a:pt x="446354" y="40313"/>
                    </a:cubicBezTo>
                    <a:lnTo>
                      <a:pt x="446354" y="36458"/>
                    </a:lnTo>
                    <a:cubicBezTo>
                      <a:pt x="446354" y="35625"/>
                      <a:pt x="446420" y="35078"/>
                      <a:pt x="446563" y="34792"/>
                    </a:cubicBezTo>
                    <a:cubicBezTo>
                      <a:pt x="446693" y="34518"/>
                      <a:pt x="447188" y="34375"/>
                      <a:pt x="448021" y="34375"/>
                    </a:cubicBezTo>
                    <a:lnTo>
                      <a:pt x="451459" y="34375"/>
                    </a:lnTo>
                    <a:cubicBezTo>
                      <a:pt x="453542" y="34375"/>
                      <a:pt x="455573" y="34115"/>
                      <a:pt x="457553" y="33594"/>
                    </a:cubicBezTo>
                    <a:cubicBezTo>
                      <a:pt x="459531" y="33073"/>
                      <a:pt x="461250" y="32266"/>
                      <a:pt x="462709" y="31146"/>
                    </a:cubicBezTo>
                    <a:cubicBezTo>
                      <a:pt x="464232" y="30104"/>
                      <a:pt x="465443" y="28737"/>
                      <a:pt x="466355" y="27031"/>
                    </a:cubicBezTo>
                    <a:cubicBezTo>
                      <a:pt x="467253" y="25339"/>
                      <a:pt x="467709" y="23268"/>
                      <a:pt x="467709" y="20833"/>
                    </a:cubicBezTo>
                    <a:cubicBezTo>
                      <a:pt x="467709" y="16458"/>
                      <a:pt x="466263" y="13099"/>
                      <a:pt x="463386" y="10729"/>
                    </a:cubicBezTo>
                    <a:cubicBezTo>
                      <a:pt x="460495" y="8372"/>
                      <a:pt x="456875" y="7188"/>
                      <a:pt x="452500" y="7188"/>
                    </a:cubicBezTo>
                    <a:cubicBezTo>
                      <a:pt x="447982" y="7188"/>
                      <a:pt x="444427" y="8372"/>
                      <a:pt x="441823" y="10729"/>
                    </a:cubicBezTo>
                    <a:cubicBezTo>
                      <a:pt x="439219" y="13099"/>
                      <a:pt x="437709" y="16497"/>
                      <a:pt x="437292" y="20938"/>
                    </a:cubicBezTo>
                    <a:lnTo>
                      <a:pt x="428959" y="20938"/>
                    </a:lnTo>
                    <a:cubicBezTo>
                      <a:pt x="429024" y="14479"/>
                      <a:pt x="431250" y="9375"/>
                      <a:pt x="435625" y="5625"/>
                    </a:cubicBezTo>
                    <a:cubicBezTo>
                      <a:pt x="440000" y="1875"/>
                      <a:pt x="445729" y="0"/>
                      <a:pt x="452813" y="0"/>
                    </a:cubicBezTo>
                    <a:close/>
                    <a:moveTo>
                      <a:pt x="23021" y="0"/>
                    </a:moveTo>
                    <a:cubicBezTo>
                      <a:pt x="29401" y="0"/>
                      <a:pt x="34753" y="1706"/>
                      <a:pt x="39063" y="5104"/>
                    </a:cubicBezTo>
                    <a:cubicBezTo>
                      <a:pt x="43360" y="8516"/>
                      <a:pt x="45521" y="13516"/>
                      <a:pt x="45521" y="20104"/>
                    </a:cubicBezTo>
                    <a:cubicBezTo>
                      <a:pt x="45521" y="24557"/>
                      <a:pt x="44141" y="29167"/>
                      <a:pt x="41406" y="33958"/>
                    </a:cubicBezTo>
                    <a:cubicBezTo>
                      <a:pt x="38659" y="38750"/>
                      <a:pt x="35378" y="43411"/>
                      <a:pt x="31563" y="47917"/>
                    </a:cubicBezTo>
                    <a:cubicBezTo>
                      <a:pt x="27734" y="52435"/>
                      <a:pt x="23776" y="56667"/>
                      <a:pt x="19687" y="60625"/>
                    </a:cubicBezTo>
                    <a:cubicBezTo>
                      <a:pt x="15586" y="64583"/>
                      <a:pt x="12188" y="67917"/>
                      <a:pt x="9479" y="70625"/>
                    </a:cubicBezTo>
                    <a:lnTo>
                      <a:pt x="47187" y="70625"/>
                    </a:lnTo>
                    <a:lnTo>
                      <a:pt x="47187" y="77813"/>
                    </a:lnTo>
                    <a:lnTo>
                      <a:pt x="1458" y="77813"/>
                    </a:lnTo>
                    <a:cubicBezTo>
                      <a:pt x="833" y="77813"/>
                      <a:pt x="430" y="77708"/>
                      <a:pt x="260" y="77500"/>
                    </a:cubicBezTo>
                    <a:cubicBezTo>
                      <a:pt x="78" y="77292"/>
                      <a:pt x="0" y="76875"/>
                      <a:pt x="0" y="76250"/>
                    </a:cubicBezTo>
                    <a:lnTo>
                      <a:pt x="0" y="70000"/>
                    </a:lnTo>
                    <a:cubicBezTo>
                      <a:pt x="1172" y="68893"/>
                      <a:pt x="2617" y="67500"/>
                      <a:pt x="4323" y="65833"/>
                    </a:cubicBezTo>
                    <a:cubicBezTo>
                      <a:pt x="6016" y="64167"/>
                      <a:pt x="7878" y="62331"/>
                      <a:pt x="9896" y="60313"/>
                    </a:cubicBezTo>
                    <a:cubicBezTo>
                      <a:pt x="11836" y="58307"/>
                      <a:pt x="13854" y="56146"/>
                      <a:pt x="15937" y="53854"/>
                    </a:cubicBezTo>
                    <a:cubicBezTo>
                      <a:pt x="18021" y="51563"/>
                      <a:pt x="20065" y="49206"/>
                      <a:pt x="22084" y="46771"/>
                    </a:cubicBezTo>
                    <a:cubicBezTo>
                      <a:pt x="24089" y="44414"/>
                      <a:pt x="26003" y="42031"/>
                      <a:pt x="27813" y="39636"/>
                    </a:cubicBezTo>
                    <a:cubicBezTo>
                      <a:pt x="29610" y="37240"/>
                      <a:pt x="31172" y="34935"/>
                      <a:pt x="32500" y="32708"/>
                    </a:cubicBezTo>
                    <a:cubicBezTo>
                      <a:pt x="33880" y="30417"/>
                      <a:pt x="34974" y="28268"/>
                      <a:pt x="35781" y="26250"/>
                    </a:cubicBezTo>
                    <a:cubicBezTo>
                      <a:pt x="36575" y="24245"/>
                      <a:pt x="36979" y="22396"/>
                      <a:pt x="36979" y="20729"/>
                    </a:cubicBezTo>
                    <a:cubicBezTo>
                      <a:pt x="36979" y="16224"/>
                      <a:pt x="35651" y="12839"/>
                      <a:pt x="33021" y="10573"/>
                    </a:cubicBezTo>
                    <a:cubicBezTo>
                      <a:pt x="30378" y="8320"/>
                      <a:pt x="26979" y="7188"/>
                      <a:pt x="22813" y="7188"/>
                    </a:cubicBezTo>
                    <a:cubicBezTo>
                      <a:pt x="18776" y="7188"/>
                      <a:pt x="15495" y="8581"/>
                      <a:pt x="12969" y="11354"/>
                    </a:cubicBezTo>
                    <a:cubicBezTo>
                      <a:pt x="10430" y="14141"/>
                      <a:pt x="9167" y="17747"/>
                      <a:pt x="9167" y="22188"/>
                    </a:cubicBezTo>
                    <a:lnTo>
                      <a:pt x="625" y="22188"/>
                    </a:lnTo>
                    <a:cubicBezTo>
                      <a:pt x="625" y="18854"/>
                      <a:pt x="1172" y="15820"/>
                      <a:pt x="2292" y="13073"/>
                    </a:cubicBezTo>
                    <a:cubicBezTo>
                      <a:pt x="3399" y="10339"/>
                      <a:pt x="4961" y="7995"/>
                      <a:pt x="6979" y="6042"/>
                    </a:cubicBezTo>
                    <a:cubicBezTo>
                      <a:pt x="8984" y="4102"/>
                      <a:pt x="11367" y="2604"/>
                      <a:pt x="14115" y="1563"/>
                    </a:cubicBezTo>
                    <a:cubicBezTo>
                      <a:pt x="16849" y="521"/>
                      <a:pt x="19818" y="0"/>
                      <a:pt x="23021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03" name="TextBox 402">
                <a:extLst>
                  <a:ext uri="{FF2B5EF4-FFF2-40B4-BE49-F238E27FC236}">
                    <a16:creationId xmlns:a16="http://schemas.microsoft.com/office/drawing/2014/main" id="{1E63A727-4DCF-4D8A-97C6-E8C5DC06CABA}"/>
                  </a:ext>
                </a:extLst>
              </p:cNvPr>
              <p:cNvSpPr txBox="1"/>
              <p:nvPr/>
            </p:nvSpPr>
            <p:spPr>
              <a:xfrm>
                <a:off x="3873706" y="3483860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274,161,336</a:t>
                </a:r>
              </a:p>
            </p:txBody>
          </p:sp>
        </p:grpSp>
        <p:sp>
          <p:nvSpPr>
            <p:cNvPr id="404" name="자유형: 도형 403">
              <a:extLst>
                <a:ext uri="{FF2B5EF4-FFF2-40B4-BE49-F238E27FC236}">
                  <a16:creationId xmlns:a16="http://schemas.microsoft.com/office/drawing/2014/main" id="{340705D1-E749-4D1B-A822-0B01D4BD83F7}"/>
                </a:ext>
              </a:extLst>
            </p:cNvPr>
            <p:cNvSpPr/>
            <p:nvPr/>
          </p:nvSpPr>
          <p:spPr>
            <a:xfrm>
              <a:off x="4879001" y="3521742"/>
              <a:ext cx="168646" cy="90624"/>
            </a:xfrm>
            <a:custGeom>
              <a:avLst/>
              <a:gdLst>
                <a:gd name="connsiteX0" fmla="*/ 13438 w 168646"/>
                <a:gd name="connsiteY0" fmla="*/ 64896 h 90624"/>
                <a:gd name="connsiteX1" fmla="*/ 21875 w 168646"/>
                <a:gd name="connsiteY1" fmla="*/ 64896 h 90624"/>
                <a:gd name="connsiteX2" fmla="*/ 21875 w 168646"/>
                <a:gd name="connsiteY2" fmla="*/ 83646 h 90624"/>
                <a:gd name="connsiteX3" fmla="*/ 74375 w 168646"/>
                <a:gd name="connsiteY3" fmla="*/ 83646 h 90624"/>
                <a:gd name="connsiteX4" fmla="*/ 74375 w 168646"/>
                <a:gd name="connsiteY4" fmla="*/ 90625 h 90624"/>
                <a:gd name="connsiteX5" fmla="*/ 15625 w 168646"/>
                <a:gd name="connsiteY5" fmla="*/ 90625 h 90624"/>
                <a:gd name="connsiteX6" fmla="*/ 13907 w 168646"/>
                <a:gd name="connsiteY6" fmla="*/ 90156 h 90624"/>
                <a:gd name="connsiteX7" fmla="*/ 13438 w 168646"/>
                <a:gd name="connsiteY7" fmla="*/ 88437 h 90624"/>
                <a:gd name="connsiteX8" fmla="*/ 106354 w 168646"/>
                <a:gd name="connsiteY8" fmla="*/ 61042 h 90624"/>
                <a:gd name="connsiteX9" fmla="*/ 114792 w 168646"/>
                <a:gd name="connsiteY9" fmla="*/ 61042 h 90624"/>
                <a:gd name="connsiteX10" fmla="*/ 114792 w 168646"/>
                <a:gd name="connsiteY10" fmla="*/ 83542 h 90624"/>
                <a:gd name="connsiteX11" fmla="*/ 168646 w 168646"/>
                <a:gd name="connsiteY11" fmla="*/ 83542 h 90624"/>
                <a:gd name="connsiteX12" fmla="*/ 168646 w 168646"/>
                <a:gd name="connsiteY12" fmla="*/ 90625 h 90624"/>
                <a:gd name="connsiteX13" fmla="*/ 108542 w 168646"/>
                <a:gd name="connsiteY13" fmla="*/ 90625 h 90624"/>
                <a:gd name="connsiteX14" fmla="*/ 106823 w 168646"/>
                <a:gd name="connsiteY14" fmla="*/ 90156 h 90624"/>
                <a:gd name="connsiteX15" fmla="*/ 106354 w 168646"/>
                <a:gd name="connsiteY15" fmla="*/ 88437 h 90624"/>
                <a:gd name="connsiteX16" fmla="*/ 26459 w 168646"/>
                <a:gd name="connsiteY16" fmla="*/ 30937 h 90624"/>
                <a:gd name="connsiteX17" fmla="*/ 15885 w 168646"/>
                <a:gd name="connsiteY17" fmla="*/ 33750 h 90624"/>
                <a:gd name="connsiteX18" fmla="*/ 11979 w 168646"/>
                <a:gd name="connsiteY18" fmla="*/ 41563 h 90624"/>
                <a:gd name="connsiteX19" fmla="*/ 15885 w 168646"/>
                <a:gd name="connsiteY19" fmla="*/ 49427 h 90624"/>
                <a:gd name="connsiteX20" fmla="*/ 26459 w 168646"/>
                <a:gd name="connsiteY20" fmla="*/ 52187 h 90624"/>
                <a:gd name="connsiteX21" fmla="*/ 36719 w 168646"/>
                <a:gd name="connsiteY21" fmla="*/ 49427 h 90624"/>
                <a:gd name="connsiteX22" fmla="*/ 40625 w 168646"/>
                <a:gd name="connsiteY22" fmla="*/ 41563 h 90624"/>
                <a:gd name="connsiteX23" fmla="*/ 36719 w 168646"/>
                <a:gd name="connsiteY23" fmla="*/ 33750 h 90624"/>
                <a:gd name="connsiteX24" fmla="*/ 26459 w 168646"/>
                <a:gd name="connsiteY24" fmla="*/ 30937 h 90624"/>
                <a:gd name="connsiteX25" fmla="*/ 26354 w 168646"/>
                <a:gd name="connsiteY25" fmla="*/ 24687 h 90624"/>
                <a:gd name="connsiteX26" fmla="*/ 42761 w 168646"/>
                <a:gd name="connsiteY26" fmla="*/ 29323 h 90624"/>
                <a:gd name="connsiteX27" fmla="*/ 49167 w 168646"/>
                <a:gd name="connsiteY27" fmla="*/ 41563 h 90624"/>
                <a:gd name="connsiteX28" fmla="*/ 42813 w 168646"/>
                <a:gd name="connsiteY28" fmla="*/ 53854 h 90624"/>
                <a:gd name="connsiteX29" fmla="*/ 26354 w 168646"/>
                <a:gd name="connsiteY29" fmla="*/ 58437 h 90624"/>
                <a:gd name="connsiteX30" fmla="*/ 9792 w 168646"/>
                <a:gd name="connsiteY30" fmla="*/ 53854 h 90624"/>
                <a:gd name="connsiteX31" fmla="*/ 3542 w 168646"/>
                <a:gd name="connsiteY31" fmla="*/ 41563 h 90624"/>
                <a:gd name="connsiteX32" fmla="*/ 9792 w 168646"/>
                <a:gd name="connsiteY32" fmla="*/ 29323 h 90624"/>
                <a:gd name="connsiteX33" fmla="*/ 26354 w 168646"/>
                <a:gd name="connsiteY33" fmla="*/ 24687 h 90624"/>
                <a:gd name="connsiteX34" fmla="*/ 0 w 168646"/>
                <a:gd name="connsiteY34" fmla="*/ 13333 h 90624"/>
                <a:gd name="connsiteX35" fmla="*/ 52917 w 168646"/>
                <a:gd name="connsiteY35" fmla="*/ 13333 h 90624"/>
                <a:gd name="connsiteX36" fmla="*/ 52917 w 168646"/>
                <a:gd name="connsiteY36" fmla="*/ 19896 h 90624"/>
                <a:gd name="connsiteX37" fmla="*/ 0 w 168646"/>
                <a:gd name="connsiteY37" fmla="*/ 19896 h 90624"/>
                <a:gd name="connsiteX38" fmla="*/ 94688 w 168646"/>
                <a:gd name="connsiteY38" fmla="*/ 4479 h 90624"/>
                <a:gd name="connsiteX39" fmla="*/ 139688 w 168646"/>
                <a:gd name="connsiteY39" fmla="*/ 4479 h 90624"/>
                <a:gd name="connsiteX40" fmla="*/ 139688 w 168646"/>
                <a:gd name="connsiteY40" fmla="*/ 11458 h 90624"/>
                <a:gd name="connsiteX41" fmla="*/ 121458 w 168646"/>
                <a:gd name="connsiteY41" fmla="*/ 11458 h 90624"/>
                <a:gd name="connsiteX42" fmla="*/ 121458 w 168646"/>
                <a:gd name="connsiteY42" fmla="*/ 17187 h 90624"/>
                <a:gd name="connsiteX43" fmla="*/ 123177 w 168646"/>
                <a:gd name="connsiteY43" fmla="*/ 26823 h 90624"/>
                <a:gd name="connsiteX44" fmla="*/ 127709 w 168646"/>
                <a:gd name="connsiteY44" fmla="*/ 34792 h 90624"/>
                <a:gd name="connsiteX45" fmla="*/ 135938 w 168646"/>
                <a:gd name="connsiteY45" fmla="*/ 42708 h 90624"/>
                <a:gd name="connsiteX46" fmla="*/ 145417 w 168646"/>
                <a:gd name="connsiteY46" fmla="*/ 47500 h 90624"/>
                <a:gd name="connsiteX47" fmla="*/ 142396 w 168646"/>
                <a:gd name="connsiteY47" fmla="*/ 50729 h 90624"/>
                <a:gd name="connsiteX48" fmla="*/ 140000 w 168646"/>
                <a:gd name="connsiteY48" fmla="*/ 53750 h 90624"/>
                <a:gd name="connsiteX49" fmla="*/ 133907 w 168646"/>
                <a:gd name="connsiteY49" fmla="*/ 50365 h 90624"/>
                <a:gd name="connsiteX50" fmla="*/ 127500 w 168646"/>
                <a:gd name="connsiteY50" fmla="*/ 45417 h 90624"/>
                <a:gd name="connsiteX51" fmla="*/ 121823 w 168646"/>
                <a:gd name="connsiteY51" fmla="*/ 39740 h 90624"/>
                <a:gd name="connsiteX52" fmla="*/ 117292 w 168646"/>
                <a:gd name="connsiteY52" fmla="*/ 32813 h 90624"/>
                <a:gd name="connsiteX53" fmla="*/ 113594 w 168646"/>
                <a:gd name="connsiteY53" fmla="*/ 40156 h 90624"/>
                <a:gd name="connsiteX54" fmla="*/ 108542 w 168646"/>
                <a:gd name="connsiteY54" fmla="*/ 46458 h 90624"/>
                <a:gd name="connsiteX55" fmla="*/ 101823 w 168646"/>
                <a:gd name="connsiteY55" fmla="*/ 52031 h 90624"/>
                <a:gd name="connsiteX56" fmla="*/ 94479 w 168646"/>
                <a:gd name="connsiteY56" fmla="*/ 56458 h 90624"/>
                <a:gd name="connsiteX57" fmla="*/ 91511 w 168646"/>
                <a:gd name="connsiteY57" fmla="*/ 53646 h 90624"/>
                <a:gd name="connsiteX58" fmla="*/ 88125 w 168646"/>
                <a:gd name="connsiteY58" fmla="*/ 50729 h 90624"/>
                <a:gd name="connsiteX59" fmla="*/ 98698 w 168646"/>
                <a:gd name="connsiteY59" fmla="*/ 44583 h 90624"/>
                <a:gd name="connsiteX60" fmla="*/ 107188 w 168646"/>
                <a:gd name="connsiteY60" fmla="*/ 35833 h 90624"/>
                <a:gd name="connsiteX61" fmla="*/ 111511 w 168646"/>
                <a:gd name="connsiteY61" fmla="*/ 27292 h 90624"/>
                <a:gd name="connsiteX62" fmla="*/ 113125 w 168646"/>
                <a:gd name="connsiteY62" fmla="*/ 17083 h 90624"/>
                <a:gd name="connsiteX63" fmla="*/ 113125 w 168646"/>
                <a:gd name="connsiteY63" fmla="*/ 11458 h 90624"/>
                <a:gd name="connsiteX64" fmla="*/ 94688 w 168646"/>
                <a:gd name="connsiteY64" fmla="*/ 11458 h 90624"/>
                <a:gd name="connsiteX65" fmla="*/ 157917 w 168646"/>
                <a:gd name="connsiteY65" fmla="*/ 208 h 90624"/>
                <a:gd name="connsiteX66" fmla="*/ 166042 w 168646"/>
                <a:gd name="connsiteY66" fmla="*/ 208 h 90624"/>
                <a:gd name="connsiteX67" fmla="*/ 166042 w 168646"/>
                <a:gd name="connsiteY67" fmla="*/ 67917 h 90624"/>
                <a:gd name="connsiteX68" fmla="*/ 157917 w 168646"/>
                <a:gd name="connsiteY68" fmla="*/ 67917 h 90624"/>
                <a:gd name="connsiteX69" fmla="*/ 157917 w 168646"/>
                <a:gd name="connsiteY69" fmla="*/ 29271 h 90624"/>
                <a:gd name="connsiteX70" fmla="*/ 138646 w 168646"/>
                <a:gd name="connsiteY70" fmla="*/ 29271 h 90624"/>
                <a:gd name="connsiteX71" fmla="*/ 138646 w 168646"/>
                <a:gd name="connsiteY71" fmla="*/ 21979 h 90624"/>
                <a:gd name="connsiteX72" fmla="*/ 157917 w 168646"/>
                <a:gd name="connsiteY72" fmla="*/ 21979 h 90624"/>
                <a:gd name="connsiteX73" fmla="*/ 63229 w 168646"/>
                <a:gd name="connsiteY73" fmla="*/ 208 h 90624"/>
                <a:gd name="connsiteX74" fmla="*/ 71354 w 168646"/>
                <a:gd name="connsiteY74" fmla="*/ 208 h 90624"/>
                <a:gd name="connsiteX75" fmla="*/ 71354 w 168646"/>
                <a:gd name="connsiteY75" fmla="*/ 28333 h 90624"/>
                <a:gd name="connsiteX76" fmla="*/ 84271 w 168646"/>
                <a:gd name="connsiteY76" fmla="*/ 28333 h 90624"/>
                <a:gd name="connsiteX77" fmla="*/ 84271 w 168646"/>
                <a:gd name="connsiteY77" fmla="*/ 35625 h 90624"/>
                <a:gd name="connsiteX78" fmla="*/ 71354 w 168646"/>
                <a:gd name="connsiteY78" fmla="*/ 35625 h 90624"/>
                <a:gd name="connsiteX79" fmla="*/ 71354 w 168646"/>
                <a:gd name="connsiteY79" fmla="*/ 68229 h 90624"/>
                <a:gd name="connsiteX80" fmla="*/ 63229 w 168646"/>
                <a:gd name="connsiteY80" fmla="*/ 68229 h 90624"/>
                <a:gd name="connsiteX81" fmla="*/ 12604 w 168646"/>
                <a:gd name="connsiteY81" fmla="*/ 0 h 90624"/>
                <a:gd name="connsiteX82" fmla="*/ 39896 w 168646"/>
                <a:gd name="connsiteY82" fmla="*/ 0 h 90624"/>
                <a:gd name="connsiteX83" fmla="*/ 39896 w 168646"/>
                <a:gd name="connsiteY83" fmla="*/ 6667 h 90624"/>
                <a:gd name="connsiteX84" fmla="*/ 12604 w 168646"/>
                <a:gd name="connsiteY84" fmla="*/ 6667 h 9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68646" h="90624">
                  <a:moveTo>
                    <a:pt x="13438" y="64896"/>
                  </a:moveTo>
                  <a:lnTo>
                    <a:pt x="21875" y="64896"/>
                  </a:lnTo>
                  <a:lnTo>
                    <a:pt x="21875" y="83646"/>
                  </a:lnTo>
                  <a:lnTo>
                    <a:pt x="74375" y="83646"/>
                  </a:lnTo>
                  <a:lnTo>
                    <a:pt x="74375" y="90625"/>
                  </a:lnTo>
                  <a:lnTo>
                    <a:pt x="15625" y="90625"/>
                  </a:lnTo>
                  <a:cubicBezTo>
                    <a:pt x="14792" y="90625"/>
                    <a:pt x="14219" y="90469"/>
                    <a:pt x="13907" y="90156"/>
                  </a:cubicBezTo>
                  <a:cubicBezTo>
                    <a:pt x="13594" y="89844"/>
                    <a:pt x="13438" y="89271"/>
                    <a:pt x="13438" y="88437"/>
                  </a:cubicBezTo>
                  <a:close/>
                  <a:moveTo>
                    <a:pt x="106354" y="61042"/>
                  </a:moveTo>
                  <a:lnTo>
                    <a:pt x="114792" y="61042"/>
                  </a:lnTo>
                  <a:lnTo>
                    <a:pt x="114792" y="83542"/>
                  </a:lnTo>
                  <a:lnTo>
                    <a:pt x="168646" y="83542"/>
                  </a:lnTo>
                  <a:lnTo>
                    <a:pt x="168646" y="90625"/>
                  </a:lnTo>
                  <a:lnTo>
                    <a:pt x="108542" y="90625"/>
                  </a:lnTo>
                  <a:cubicBezTo>
                    <a:pt x="107708" y="90625"/>
                    <a:pt x="107136" y="90469"/>
                    <a:pt x="106823" y="90156"/>
                  </a:cubicBezTo>
                  <a:cubicBezTo>
                    <a:pt x="106511" y="89844"/>
                    <a:pt x="106354" y="89271"/>
                    <a:pt x="106354" y="88437"/>
                  </a:cubicBezTo>
                  <a:close/>
                  <a:moveTo>
                    <a:pt x="26459" y="30937"/>
                  </a:moveTo>
                  <a:cubicBezTo>
                    <a:pt x="22018" y="30937"/>
                    <a:pt x="18490" y="31875"/>
                    <a:pt x="15885" y="33750"/>
                  </a:cubicBezTo>
                  <a:cubicBezTo>
                    <a:pt x="13282" y="35625"/>
                    <a:pt x="11979" y="38229"/>
                    <a:pt x="11979" y="41563"/>
                  </a:cubicBezTo>
                  <a:cubicBezTo>
                    <a:pt x="11979" y="44974"/>
                    <a:pt x="13282" y="47591"/>
                    <a:pt x="15885" y="49427"/>
                  </a:cubicBezTo>
                  <a:cubicBezTo>
                    <a:pt x="18490" y="51276"/>
                    <a:pt x="22018" y="52187"/>
                    <a:pt x="26459" y="52187"/>
                  </a:cubicBezTo>
                  <a:cubicBezTo>
                    <a:pt x="30703" y="52187"/>
                    <a:pt x="34115" y="51276"/>
                    <a:pt x="36719" y="49427"/>
                  </a:cubicBezTo>
                  <a:cubicBezTo>
                    <a:pt x="39323" y="47591"/>
                    <a:pt x="40625" y="44974"/>
                    <a:pt x="40625" y="41563"/>
                  </a:cubicBezTo>
                  <a:cubicBezTo>
                    <a:pt x="40625" y="38229"/>
                    <a:pt x="39323" y="35625"/>
                    <a:pt x="36719" y="33750"/>
                  </a:cubicBezTo>
                  <a:cubicBezTo>
                    <a:pt x="34115" y="31875"/>
                    <a:pt x="30703" y="30937"/>
                    <a:pt x="26459" y="30937"/>
                  </a:cubicBezTo>
                  <a:close/>
                  <a:moveTo>
                    <a:pt x="26354" y="24687"/>
                  </a:moveTo>
                  <a:cubicBezTo>
                    <a:pt x="33021" y="24687"/>
                    <a:pt x="38490" y="26237"/>
                    <a:pt x="42761" y="29323"/>
                  </a:cubicBezTo>
                  <a:cubicBezTo>
                    <a:pt x="47031" y="32422"/>
                    <a:pt x="49167" y="36497"/>
                    <a:pt x="49167" y="41563"/>
                  </a:cubicBezTo>
                  <a:cubicBezTo>
                    <a:pt x="49167" y="46706"/>
                    <a:pt x="47057" y="50807"/>
                    <a:pt x="42813" y="53854"/>
                  </a:cubicBezTo>
                  <a:cubicBezTo>
                    <a:pt x="38581" y="56914"/>
                    <a:pt x="33099" y="58437"/>
                    <a:pt x="26354" y="58437"/>
                  </a:cubicBezTo>
                  <a:cubicBezTo>
                    <a:pt x="19479" y="58437"/>
                    <a:pt x="13959" y="56914"/>
                    <a:pt x="9792" y="53854"/>
                  </a:cubicBezTo>
                  <a:cubicBezTo>
                    <a:pt x="5625" y="50807"/>
                    <a:pt x="3542" y="46706"/>
                    <a:pt x="3542" y="41563"/>
                  </a:cubicBezTo>
                  <a:cubicBezTo>
                    <a:pt x="3542" y="36497"/>
                    <a:pt x="5625" y="32422"/>
                    <a:pt x="9792" y="29323"/>
                  </a:cubicBezTo>
                  <a:cubicBezTo>
                    <a:pt x="13959" y="26237"/>
                    <a:pt x="19479" y="24687"/>
                    <a:pt x="26354" y="24687"/>
                  </a:cubicBezTo>
                  <a:close/>
                  <a:moveTo>
                    <a:pt x="0" y="13333"/>
                  </a:moveTo>
                  <a:lnTo>
                    <a:pt x="52917" y="13333"/>
                  </a:lnTo>
                  <a:lnTo>
                    <a:pt x="52917" y="19896"/>
                  </a:lnTo>
                  <a:lnTo>
                    <a:pt x="0" y="19896"/>
                  </a:lnTo>
                  <a:close/>
                  <a:moveTo>
                    <a:pt x="94688" y="4479"/>
                  </a:moveTo>
                  <a:lnTo>
                    <a:pt x="139688" y="4479"/>
                  </a:lnTo>
                  <a:lnTo>
                    <a:pt x="139688" y="11458"/>
                  </a:lnTo>
                  <a:lnTo>
                    <a:pt x="121458" y="11458"/>
                  </a:lnTo>
                  <a:lnTo>
                    <a:pt x="121458" y="17187"/>
                  </a:lnTo>
                  <a:cubicBezTo>
                    <a:pt x="121458" y="20664"/>
                    <a:pt x="122031" y="23880"/>
                    <a:pt x="123177" y="26823"/>
                  </a:cubicBezTo>
                  <a:cubicBezTo>
                    <a:pt x="124323" y="29779"/>
                    <a:pt x="125833" y="32435"/>
                    <a:pt x="127709" y="34792"/>
                  </a:cubicBezTo>
                  <a:cubicBezTo>
                    <a:pt x="130000" y="37917"/>
                    <a:pt x="132748" y="40560"/>
                    <a:pt x="135938" y="42708"/>
                  </a:cubicBezTo>
                  <a:cubicBezTo>
                    <a:pt x="139141" y="44870"/>
                    <a:pt x="142292" y="46458"/>
                    <a:pt x="145417" y="47500"/>
                  </a:cubicBezTo>
                  <a:cubicBezTo>
                    <a:pt x="144454" y="48476"/>
                    <a:pt x="143438" y="49557"/>
                    <a:pt x="142396" y="50729"/>
                  </a:cubicBezTo>
                  <a:cubicBezTo>
                    <a:pt x="141354" y="51914"/>
                    <a:pt x="140560" y="52917"/>
                    <a:pt x="140000" y="53750"/>
                  </a:cubicBezTo>
                  <a:cubicBezTo>
                    <a:pt x="138125" y="52917"/>
                    <a:pt x="136094" y="51797"/>
                    <a:pt x="133907" y="50365"/>
                  </a:cubicBezTo>
                  <a:cubicBezTo>
                    <a:pt x="131719" y="48945"/>
                    <a:pt x="129584" y="47292"/>
                    <a:pt x="127500" y="45417"/>
                  </a:cubicBezTo>
                  <a:cubicBezTo>
                    <a:pt x="125495" y="43750"/>
                    <a:pt x="123594" y="41862"/>
                    <a:pt x="121823" y="39740"/>
                  </a:cubicBezTo>
                  <a:cubicBezTo>
                    <a:pt x="120052" y="37630"/>
                    <a:pt x="118542" y="35313"/>
                    <a:pt x="117292" y="32813"/>
                  </a:cubicBezTo>
                  <a:cubicBezTo>
                    <a:pt x="116328" y="35456"/>
                    <a:pt x="115091" y="37904"/>
                    <a:pt x="113594" y="40156"/>
                  </a:cubicBezTo>
                  <a:cubicBezTo>
                    <a:pt x="112110" y="42422"/>
                    <a:pt x="110417" y="44518"/>
                    <a:pt x="108542" y="46458"/>
                  </a:cubicBezTo>
                  <a:cubicBezTo>
                    <a:pt x="106459" y="48476"/>
                    <a:pt x="104219" y="50339"/>
                    <a:pt x="101823" y="52031"/>
                  </a:cubicBezTo>
                  <a:cubicBezTo>
                    <a:pt x="99427" y="53737"/>
                    <a:pt x="96979" y="55208"/>
                    <a:pt x="94479" y="56458"/>
                  </a:cubicBezTo>
                  <a:cubicBezTo>
                    <a:pt x="93854" y="55768"/>
                    <a:pt x="92865" y="54831"/>
                    <a:pt x="91511" y="53646"/>
                  </a:cubicBezTo>
                  <a:cubicBezTo>
                    <a:pt x="90156" y="52474"/>
                    <a:pt x="89037" y="51497"/>
                    <a:pt x="88125" y="50729"/>
                  </a:cubicBezTo>
                  <a:cubicBezTo>
                    <a:pt x="91810" y="49141"/>
                    <a:pt x="95339" y="47083"/>
                    <a:pt x="98698" y="44583"/>
                  </a:cubicBezTo>
                  <a:cubicBezTo>
                    <a:pt x="102071" y="42083"/>
                    <a:pt x="104896" y="39167"/>
                    <a:pt x="107188" y="35833"/>
                  </a:cubicBezTo>
                  <a:cubicBezTo>
                    <a:pt x="108997" y="33268"/>
                    <a:pt x="110443" y="30417"/>
                    <a:pt x="111511" y="27292"/>
                  </a:cubicBezTo>
                  <a:cubicBezTo>
                    <a:pt x="112591" y="24167"/>
                    <a:pt x="113125" y="20768"/>
                    <a:pt x="113125" y="17083"/>
                  </a:cubicBezTo>
                  <a:lnTo>
                    <a:pt x="113125" y="11458"/>
                  </a:lnTo>
                  <a:lnTo>
                    <a:pt x="94688" y="11458"/>
                  </a:lnTo>
                  <a:close/>
                  <a:moveTo>
                    <a:pt x="157917" y="208"/>
                  </a:moveTo>
                  <a:lnTo>
                    <a:pt x="166042" y="208"/>
                  </a:lnTo>
                  <a:lnTo>
                    <a:pt x="166042" y="67917"/>
                  </a:lnTo>
                  <a:lnTo>
                    <a:pt x="157917" y="67917"/>
                  </a:lnTo>
                  <a:lnTo>
                    <a:pt x="157917" y="29271"/>
                  </a:lnTo>
                  <a:lnTo>
                    <a:pt x="138646" y="29271"/>
                  </a:lnTo>
                  <a:lnTo>
                    <a:pt x="138646" y="21979"/>
                  </a:lnTo>
                  <a:lnTo>
                    <a:pt x="157917" y="21979"/>
                  </a:lnTo>
                  <a:close/>
                  <a:moveTo>
                    <a:pt x="63229" y="208"/>
                  </a:moveTo>
                  <a:lnTo>
                    <a:pt x="71354" y="208"/>
                  </a:lnTo>
                  <a:lnTo>
                    <a:pt x="71354" y="28333"/>
                  </a:lnTo>
                  <a:lnTo>
                    <a:pt x="84271" y="28333"/>
                  </a:lnTo>
                  <a:lnTo>
                    <a:pt x="84271" y="35625"/>
                  </a:lnTo>
                  <a:lnTo>
                    <a:pt x="71354" y="35625"/>
                  </a:lnTo>
                  <a:lnTo>
                    <a:pt x="71354" y="68229"/>
                  </a:lnTo>
                  <a:lnTo>
                    <a:pt x="63229" y="68229"/>
                  </a:lnTo>
                  <a:close/>
                  <a:moveTo>
                    <a:pt x="12604" y="0"/>
                  </a:moveTo>
                  <a:lnTo>
                    <a:pt x="39896" y="0"/>
                  </a:lnTo>
                  <a:lnTo>
                    <a:pt x="39896" y="6667"/>
                  </a:lnTo>
                  <a:lnTo>
                    <a:pt x="12604" y="6667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5" name="TextBox 404">
              <a:extLst>
                <a:ext uri="{FF2B5EF4-FFF2-40B4-BE49-F238E27FC236}">
                  <a16:creationId xmlns:a16="http://schemas.microsoft.com/office/drawing/2014/main" id="{83A4D168-10D7-4A74-8473-B615D9CFAB35}"/>
                </a:ext>
              </a:extLst>
            </p:cNvPr>
            <p:cNvSpPr txBox="1"/>
            <p:nvPr/>
          </p:nvSpPr>
          <p:spPr>
            <a:xfrm>
              <a:off x="4787561" y="3451152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한전</a:t>
              </a:r>
            </a:p>
          </p:txBody>
        </p:sp>
        <p:sp>
          <p:nvSpPr>
            <p:cNvPr id="406" name="자유형: 도형 405">
              <a:extLst>
                <a:ext uri="{FF2B5EF4-FFF2-40B4-BE49-F238E27FC236}">
                  <a16:creationId xmlns:a16="http://schemas.microsoft.com/office/drawing/2014/main" id="{B06387D5-87C5-4152-A0F2-0E702F327FDF}"/>
                </a:ext>
              </a:extLst>
            </p:cNvPr>
            <p:cNvSpPr/>
            <p:nvPr/>
          </p:nvSpPr>
          <p:spPr>
            <a:xfrm>
              <a:off x="5073480" y="3526742"/>
              <a:ext cx="198021" cy="78645"/>
            </a:xfrm>
            <a:custGeom>
              <a:avLst/>
              <a:gdLst>
                <a:gd name="connsiteX0" fmla="*/ 71146 w 198021"/>
                <a:gd name="connsiteY0" fmla="*/ 7188 h 78645"/>
                <a:gd name="connsiteX1" fmla="*/ 71146 w 198021"/>
                <a:gd name="connsiteY1" fmla="*/ 70625 h 78645"/>
                <a:gd name="connsiteX2" fmla="*/ 84792 w 198021"/>
                <a:gd name="connsiteY2" fmla="*/ 70625 h 78645"/>
                <a:gd name="connsiteX3" fmla="*/ 106510 w 198021"/>
                <a:gd name="connsiteY3" fmla="*/ 62083 h 78645"/>
                <a:gd name="connsiteX4" fmla="*/ 113334 w 198021"/>
                <a:gd name="connsiteY4" fmla="*/ 38958 h 78645"/>
                <a:gd name="connsiteX5" fmla="*/ 104375 w 198021"/>
                <a:gd name="connsiteY5" fmla="*/ 14323 h 78645"/>
                <a:gd name="connsiteX6" fmla="*/ 80104 w 198021"/>
                <a:gd name="connsiteY6" fmla="*/ 7188 h 78645"/>
                <a:gd name="connsiteX7" fmla="*/ 0 w 198021"/>
                <a:gd name="connsiteY7" fmla="*/ 833 h 78645"/>
                <a:gd name="connsiteX8" fmla="*/ 7500 w 198021"/>
                <a:gd name="connsiteY8" fmla="*/ 833 h 78645"/>
                <a:gd name="connsiteX9" fmla="*/ 7500 w 198021"/>
                <a:gd name="connsiteY9" fmla="*/ 33021 h 78645"/>
                <a:gd name="connsiteX10" fmla="*/ 38542 w 198021"/>
                <a:gd name="connsiteY10" fmla="*/ 833 h 78645"/>
                <a:gd name="connsiteX11" fmla="*/ 49063 w 198021"/>
                <a:gd name="connsiteY11" fmla="*/ 833 h 78645"/>
                <a:gd name="connsiteX12" fmla="*/ 14479 w 198021"/>
                <a:gd name="connsiteY12" fmla="*/ 35937 h 78645"/>
                <a:gd name="connsiteX13" fmla="*/ 52500 w 198021"/>
                <a:gd name="connsiteY13" fmla="*/ 78646 h 78645"/>
                <a:gd name="connsiteX14" fmla="*/ 41875 w 198021"/>
                <a:gd name="connsiteY14" fmla="*/ 78646 h 78645"/>
                <a:gd name="connsiteX15" fmla="*/ 7500 w 198021"/>
                <a:gd name="connsiteY15" fmla="*/ 39583 h 78645"/>
                <a:gd name="connsiteX16" fmla="*/ 7500 w 198021"/>
                <a:gd name="connsiteY16" fmla="*/ 78646 h 78645"/>
                <a:gd name="connsiteX17" fmla="*/ 0 w 198021"/>
                <a:gd name="connsiteY17" fmla="*/ 78646 h 78645"/>
                <a:gd name="connsiteX18" fmla="*/ 143125 w 198021"/>
                <a:gd name="connsiteY18" fmla="*/ 0 h 78645"/>
                <a:gd name="connsiteX19" fmla="*/ 149792 w 198021"/>
                <a:gd name="connsiteY19" fmla="*/ 0 h 78645"/>
                <a:gd name="connsiteX20" fmla="*/ 150990 w 198021"/>
                <a:gd name="connsiteY20" fmla="*/ 365 h 78645"/>
                <a:gd name="connsiteX21" fmla="*/ 151875 w 198021"/>
                <a:gd name="connsiteY21" fmla="*/ 1354 h 78645"/>
                <a:gd name="connsiteX22" fmla="*/ 184271 w 198021"/>
                <a:gd name="connsiteY22" fmla="*/ 55521 h 78645"/>
                <a:gd name="connsiteX23" fmla="*/ 190208 w 198021"/>
                <a:gd name="connsiteY23" fmla="*/ 66875 h 78645"/>
                <a:gd name="connsiteX24" fmla="*/ 190000 w 198021"/>
                <a:gd name="connsiteY24" fmla="*/ 54479 h 78645"/>
                <a:gd name="connsiteX25" fmla="*/ 190000 w 198021"/>
                <a:gd name="connsiteY25" fmla="*/ 0 h 78645"/>
                <a:gd name="connsiteX26" fmla="*/ 198021 w 198021"/>
                <a:gd name="connsiteY26" fmla="*/ 0 h 78645"/>
                <a:gd name="connsiteX27" fmla="*/ 198021 w 198021"/>
                <a:gd name="connsiteY27" fmla="*/ 75833 h 78645"/>
                <a:gd name="connsiteX28" fmla="*/ 197604 w 198021"/>
                <a:gd name="connsiteY28" fmla="*/ 77396 h 78645"/>
                <a:gd name="connsiteX29" fmla="*/ 196250 w 198021"/>
                <a:gd name="connsiteY29" fmla="*/ 77813 h 78645"/>
                <a:gd name="connsiteX30" fmla="*/ 189583 w 198021"/>
                <a:gd name="connsiteY30" fmla="*/ 77813 h 78645"/>
                <a:gd name="connsiteX31" fmla="*/ 188334 w 198021"/>
                <a:gd name="connsiteY31" fmla="*/ 77448 h 78645"/>
                <a:gd name="connsiteX32" fmla="*/ 187500 w 198021"/>
                <a:gd name="connsiteY32" fmla="*/ 76458 h 78645"/>
                <a:gd name="connsiteX33" fmla="*/ 155104 w 198021"/>
                <a:gd name="connsiteY33" fmla="*/ 22292 h 78645"/>
                <a:gd name="connsiteX34" fmla="*/ 149167 w 198021"/>
                <a:gd name="connsiteY34" fmla="*/ 10937 h 78645"/>
                <a:gd name="connsiteX35" fmla="*/ 149375 w 198021"/>
                <a:gd name="connsiteY35" fmla="*/ 23333 h 78645"/>
                <a:gd name="connsiteX36" fmla="*/ 149375 w 198021"/>
                <a:gd name="connsiteY36" fmla="*/ 77813 h 78645"/>
                <a:gd name="connsiteX37" fmla="*/ 141354 w 198021"/>
                <a:gd name="connsiteY37" fmla="*/ 77813 h 78645"/>
                <a:gd name="connsiteX38" fmla="*/ 141354 w 198021"/>
                <a:gd name="connsiteY38" fmla="*/ 1979 h 78645"/>
                <a:gd name="connsiteX39" fmla="*/ 141719 w 198021"/>
                <a:gd name="connsiteY39" fmla="*/ 469 h 78645"/>
                <a:gd name="connsiteX40" fmla="*/ 143125 w 198021"/>
                <a:gd name="connsiteY40" fmla="*/ 0 h 78645"/>
                <a:gd name="connsiteX41" fmla="*/ 64792 w 198021"/>
                <a:gd name="connsiteY41" fmla="*/ 0 h 78645"/>
                <a:gd name="connsiteX42" fmla="*/ 82709 w 198021"/>
                <a:gd name="connsiteY42" fmla="*/ 0 h 78645"/>
                <a:gd name="connsiteX43" fmla="*/ 111615 w 198021"/>
                <a:gd name="connsiteY43" fmla="*/ 9792 h 78645"/>
                <a:gd name="connsiteX44" fmla="*/ 121771 w 198021"/>
                <a:gd name="connsiteY44" fmla="*/ 38958 h 78645"/>
                <a:gd name="connsiteX45" fmla="*/ 111615 w 198021"/>
                <a:gd name="connsiteY45" fmla="*/ 68073 h 78645"/>
                <a:gd name="connsiteX46" fmla="*/ 82709 w 198021"/>
                <a:gd name="connsiteY46" fmla="*/ 77813 h 78645"/>
                <a:gd name="connsiteX47" fmla="*/ 64792 w 198021"/>
                <a:gd name="connsiteY47" fmla="*/ 77813 h 78645"/>
                <a:gd name="connsiteX48" fmla="*/ 63386 w 198021"/>
                <a:gd name="connsiteY48" fmla="*/ 77396 h 78645"/>
                <a:gd name="connsiteX49" fmla="*/ 63021 w 198021"/>
                <a:gd name="connsiteY49" fmla="*/ 75833 h 78645"/>
                <a:gd name="connsiteX50" fmla="*/ 63021 w 198021"/>
                <a:gd name="connsiteY50" fmla="*/ 1979 h 78645"/>
                <a:gd name="connsiteX51" fmla="*/ 63386 w 198021"/>
                <a:gd name="connsiteY51" fmla="*/ 469 h 78645"/>
                <a:gd name="connsiteX52" fmla="*/ 64792 w 198021"/>
                <a:gd name="connsiteY52" fmla="*/ 0 h 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98021" h="78645">
                  <a:moveTo>
                    <a:pt x="71146" y="7188"/>
                  </a:moveTo>
                  <a:lnTo>
                    <a:pt x="71146" y="70625"/>
                  </a:lnTo>
                  <a:lnTo>
                    <a:pt x="84792" y="70625"/>
                  </a:lnTo>
                  <a:cubicBezTo>
                    <a:pt x="94714" y="70625"/>
                    <a:pt x="101953" y="67786"/>
                    <a:pt x="106510" y="62083"/>
                  </a:cubicBezTo>
                  <a:cubicBezTo>
                    <a:pt x="111055" y="56393"/>
                    <a:pt x="113334" y="48685"/>
                    <a:pt x="113334" y="38958"/>
                  </a:cubicBezTo>
                  <a:cubicBezTo>
                    <a:pt x="113334" y="27578"/>
                    <a:pt x="110339" y="19362"/>
                    <a:pt x="104375" y="14323"/>
                  </a:cubicBezTo>
                  <a:cubicBezTo>
                    <a:pt x="98399" y="9297"/>
                    <a:pt x="90313" y="6914"/>
                    <a:pt x="80104" y="7188"/>
                  </a:cubicBezTo>
                  <a:close/>
                  <a:moveTo>
                    <a:pt x="0" y="833"/>
                  </a:moveTo>
                  <a:lnTo>
                    <a:pt x="7500" y="833"/>
                  </a:lnTo>
                  <a:lnTo>
                    <a:pt x="7500" y="33021"/>
                  </a:lnTo>
                  <a:lnTo>
                    <a:pt x="38542" y="833"/>
                  </a:lnTo>
                  <a:lnTo>
                    <a:pt x="49063" y="833"/>
                  </a:lnTo>
                  <a:lnTo>
                    <a:pt x="14479" y="35937"/>
                  </a:lnTo>
                  <a:lnTo>
                    <a:pt x="52500" y="78646"/>
                  </a:lnTo>
                  <a:lnTo>
                    <a:pt x="41875" y="78646"/>
                  </a:lnTo>
                  <a:lnTo>
                    <a:pt x="7500" y="39583"/>
                  </a:lnTo>
                  <a:lnTo>
                    <a:pt x="7500" y="78646"/>
                  </a:lnTo>
                  <a:lnTo>
                    <a:pt x="0" y="78646"/>
                  </a:lnTo>
                  <a:close/>
                  <a:moveTo>
                    <a:pt x="143125" y="0"/>
                  </a:moveTo>
                  <a:lnTo>
                    <a:pt x="149792" y="0"/>
                  </a:lnTo>
                  <a:cubicBezTo>
                    <a:pt x="150209" y="0"/>
                    <a:pt x="150599" y="130"/>
                    <a:pt x="150990" y="365"/>
                  </a:cubicBezTo>
                  <a:cubicBezTo>
                    <a:pt x="151367" y="612"/>
                    <a:pt x="151667" y="937"/>
                    <a:pt x="151875" y="1354"/>
                  </a:cubicBezTo>
                  <a:lnTo>
                    <a:pt x="184271" y="55521"/>
                  </a:lnTo>
                  <a:lnTo>
                    <a:pt x="190208" y="66875"/>
                  </a:lnTo>
                  <a:lnTo>
                    <a:pt x="190000" y="54479"/>
                  </a:lnTo>
                  <a:lnTo>
                    <a:pt x="190000" y="0"/>
                  </a:lnTo>
                  <a:lnTo>
                    <a:pt x="198021" y="0"/>
                  </a:lnTo>
                  <a:lnTo>
                    <a:pt x="198021" y="75833"/>
                  </a:lnTo>
                  <a:cubicBezTo>
                    <a:pt x="198021" y="76602"/>
                    <a:pt x="197878" y="77122"/>
                    <a:pt x="197604" y="77396"/>
                  </a:cubicBezTo>
                  <a:cubicBezTo>
                    <a:pt x="197318" y="77682"/>
                    <a:pt x="196875" y="77813"/>
                    <a:pt x="196250" y="77813"/>
                  </a:cubicBezTo>
                  <a:lnTo>
                    <a:pt x="189583" y="77813"/>
                  </a:lnTo>
                  <a:cubicBezTo>
                    <a:pt x="189089" y="77813"/>
                    <a:pt x="188672" y="77695"/>
                    <a:pt x="188334" y="77448"/>
                  </a:cubicBezTo>
                  <a:cubicBezTo>
                    <a:pt x="187982" y="77213"/>
                    <a:pt x="187709" y="76875"/>
                    <a:pt x="187500" y="76458"/>
                  </a:cubicBezTo>
                  <a:lnTo>
                    <a:pt x="155104" y="22292"/>
                  </a:lnTo>
                  <a:lnTo>
                    <a:pt x="149167" y="10937"/>
                  </a:lnTo>
                  <a:lnTo>
                    <a:pt x="149375" y="23333"/>
                  </a:lnTo>
                  <a:lnTo>
                    <a:pt x="149375" y="77813"/>
                  </a:lnTo>
                  <a:lnTo>
                    <a:pt x="141354" y="77813"/>
                  </a:lnTo>
                  <a:lnTo>
                    <a:pt x="141354" y="1979"/>
                  </a:lnTo>
                  <a:cubicBezTo>
                    <a:pt x="141354" y="1289"/>
                    <a:pt x="141472" y="781"/>
                    <a:pt x="141719" y="469"/>
                  </a:cubicBezTo>
                  <a:cubicBezTo>
                    <a:pt x="141953" y="156"/>
                    <a:pt x="142422" y="0"/>
                    <a:pt x="143125" y="0"/>
                  </a:cubicBezTo>
                  <a:close/>
                  <a:moveTo>
                    <a:pt x="64792" y="0"/>
                  </a:moveTo>
                  <a:lnTo>
                    <a:pt x="82709" y="0"/>
                  </a:lnTo>
                  <a:cubicBezTo>
                    <a:pt x="95209" y="0"/>
                    <a:pt x="104844" y="3268"/>
                    <a:pt x="111615" y="9792"/>
                  </a:cubicBezTo>
                  <a:cubicBezTo>
                    <a:pt x="118386" y="16328"/>
                    <a:pt x="121771" y="26042"/>
                    <a:pt x="121771" y="38958"/>
                  </a:cubicBezTo>
                  <a:cubicBezTo>
                    <a:pt x="121771" y="51875"/>
                    <a:pt x="118386" y="61589"/>
                    <a:pt x="111615" y="68073"/>
                  </a:cubicBezTo>
                  <a:cubicBezTo>
                    <a:pt x="104844" y="74570"/>
                    <a:pt x="95209" y="77813"/>
                    <a:pt x="82709" y="77813"/>
                  </a:cubicBezTo>
                  <a:lnTo>
                    <a:pt x="64792" y="77813"/>
                  </a:lnTo>
                  <a:cubicBezTo>
                    <a:pt x="64089" y="77813"/>
                    <a:pt x="63620" y="77682"/>
                    <a:pt x="63386" y="77396"/>
                  </a:cubicBezTo>
                  <a:cubicBezTo>
                    <a:pt x="63138" y="77122"/>
                    <a:pt x="63021" y="76602"/>
                    <a:pt x="63021" y="75833"/>
                  </a:cubicBezTo>
                  <a:lnTo>
                    <a:pt x="63021" y="1979"/>
                  </a:lnTo>
                  <a:cubicBezTo>
                    <a:pt x="63021" y="1289"/>
                    <a:pt x="63138" y="781"/>
                    <a:pt x="63386" y="469"/>
                  </a:cubicBezTo>
                  <a:cubicBezTo>
                    <a:pt x="63620" y="156"/>
                    <a:pt x="64089" y="0"/>
                    <a:pt x="64792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7A43FEC5-BEAB-4029-BB96-8266BD4BB198}"/>
                </a:ext>
              </a:extLst>
            </p:cNvPr>
            <p:cNvSpPr txBox="1"/>
            <p:nvPr/>
          </p:nvSpPr>
          <p:spPr>
            <a:xfrm>
              <a:off x="4982040" y="3484733"/>
              <a:ext cx="339130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KDN</a:t>
              </a:r>
            </a:p>
          </p:txBody>
        </p:sp>
        <p:sp>
          <p:nvSpPr>
            <p:cNvPr id="408" name="자유형: 도형 407">
              <a:extLst>
                <a:ext uri="{FF2B5EF4-FFF2-40B4-BE49-F238E27FC236}">
                  <a16:creationId xmlns:a16="http://schemas.microsoft.com/office/drawing/2014/main" id="{A50B911F-E6D0-4BF1-9EC3-433ECBA0423A}"/>
                </a:ext>
              </a:extLst>
            </p:cNvPr>
            <p:cNvSpPr/>
            <p:nvPr/>
          </p:nvSpPr>
          <p:spPr>
            <a:xfrm>
              <a:off x="5677205" y="3521950"/>
              <a:ext cx="279791" cy="94270"/>
            </a:xfrm>
            <a:custGeom>
              <a:avLst/>
              <a:gdLst>
                <a:gd name="connsiteX0" fmla="*/ 237500 w 279791"/>
                <a:gd name="connsiteY0" fmla="*/ 66042 h 94270"/>
                <a:gd name="connsiteX1" fmla="*/ 220105 w 279791"/>
                <a:gd name="connsiteY1" fmla="*/ 68802 h 94270"/>
                <a:gd name="connsiteX2" fmla="*/ 213646 w 279791"/>
                <a:gd name="connsiteY2" fmla="*/ 76875 h 94270"/>
                <a:gd name="connsiteX3" fmla="*/ 220105 w 279791"/>
                <a:gd name="connsiteY3" fmla="*/ 84844 h 94270"/>
                <a:gd name="connsiteX4" fmla="*/ 237500 w 279791"/>
                <a:gd name="connsiteY4" fmla="*/ 87813 h 94270"/>
                <a:gd name="connsiteX5" fmla="*/ 254636 w 279791"/>
                <a:gd name="connsiteY5" fmla="*/ 84844 h 94270"/>
                <a:gd name="connsiteX6" fmla="*/ 261250 w 279791"/>
                <a:gd name="connsiteY6" fmla="*/ 76875 h 94270"/>
                <a:gd name="connsiteX7" fmla="*/ 254636 w 279791"/>
                <a:gd name="connsiteY7" fmla="*/ 68854 h 94270"/>
                <a:gd name="connsiteX8" fmla="*/ 237500 w 279791"/>
                <a:gd name="connsiteY8" fmla="*/ 66042 h 94270"/>
                <a:gd name="connsiteX9" fmla="*/ 139063 w 279791"/>
                <a:gd name="connsiteY9" fmla="*/ 65938 h 94270"/>
                <a:gd name="connsiteX10" fmla="*/ 121771 w 279791"/>
                <a:gd name="connsiteY10" fmla="*/ 68750 h 94270"/>
                <a:gd name="connsiteX11" fmla="*/ 115209 w 279791"/>
                <a:gd name="connsiteY11" fmla="*/ 76771 h 94270"/>
                <a:gd name="connsiteX12" fmla="*/ 121771 w 279791"/>
                <a:gd name="connsiteY12" fmla="*/ 84844 h 94270"/>
                <a:gd name="connsiteX13" fmla="*/ 139063 w 279791"/>
                <a:gd name="connsiteY13" fmla="*/ 87813 h 94270"/>
                <a:gd name="connsiteX14" fmla="*/ 155990 w 279791"/>
                <a:gd name="connsiteY14" fmla="*/ 84844 h 94270"/>
                <a:gd name="connsiteX15" fmla="*/ 162500 w 279791"/>
                <a:gd name="connsiteY15" fmla="*/ 76875 h 94270"/>
                <a:gd name="connsiteX16" fmla="*/ 155990 w 279791"/>
                <a:gd name="connsiteY16" fmla="*/ 68750 h 94270"/>
                <a:gd name="connsiteX17" fmla="*/ 139063 w 279791"/>
                <a:gd name="connsiteY17" fmla="*/ 65938 h 94270"/>
                <a:gd name="connsiteX18" fmla="*/ 139063 w 279791"/>
                <a:gd name="connsiteY18" fmla="*/ 59375 h 94270"/>
                <a:gd name="connsiteX19" fmla="*/ 163125 w 279791"/>
                <a:gd name="connsiteY19" fmla="*/ 64323 h 94270"/>
                <a:gd name="connsiteX20" fmla="*/ 171250 w 279791"/>
                <a:gd name="connsiteY20" fmla="*/ 76771 h 94270"/>
                <a:gd name="connsiteX21" fmla="*/ 163125 w 279791"/>
                <a:gd name="connsiteY21" fmla="*/ 89323 h 94270"/>
                <a:gd name="connsiteX22" fmla="*/ 139063 w 279791"/>
                <a:gd name="connsiteY22" fmla="*/ 94271 h 94270"/>
                <a:gd name="connsiteX23" fmla="*/ 114532 w 279791"/>
                <a:gd name="connsiteY23" fmla="*/ 89323 h 94270"/>
                <a:gd name="connsiteX24" fmla="*/ 106354 w 279791"/>
                <a:gd name="connsiteY24" fmla="*/ 76771 h 94270"/>
                <a:gd name="connsiteX25" fmla="*/ 114636 w 279791"/>
                <a:gd name="connsiteY25" fmla="*/ 64323 h 94270"/>
                <a:gd name="connsiteX26" fmla="*/ 139063 w 279791"/>
                <a:gd name="connsiteY26" fmla="*/ 59375 h 94270"/>
                <a:gd name="connsiteX27" fmla="*/ 0 w 279791"/>
                <a:gd name="connsiteY27" fmla="*/ 51042 h 94270"/>
                <a:gd name="connsiteX28" fmla="*/ 84479 w 279791"/>
                <a:gd name="connsiteY28" fmla="*/ 51042 h 94270"/>
                <a:gd name="connsiteX29" fmla="*/ 84479 w 279791"/>
                <a:gd name="connsiteY29" fmla="*/ 58125 h 94270"/>
                <a:gd name="connsiteX30" fmla="*/ 46771 w 279791"/>
                <a:gd name="connsiteY30" fmla="*/ 58125 h 94270"/>
                <a:gd name="connsiteX31" fmla="*/ 46771 w 279791"/>
                <a:gd name="connsiteY31" fmla="*/ 92500 h 94270"/>
                <a:gd name="connsiteX32" fmla="*/ 38333 w 279791"/>
                <a:gd name="connsiteY32" fmla="*/ 92500 h 94270"/>
                <a:gd name="connsiteX33" fmla="*/ 38333 w 279791"/>
                <a:gd name="connsiteY33" fmla="*/ 58125 h 94270"/>
                <a:gd name="connsiteX34" fmla="*/ 0 w 279791"/>
                <a:gd name="connsiteY34" fmla="*/ 58125 h 94270"/>
                <a:gd name="connsiteX35" fmla="*/ 195208 w 279791"/>
                <a:gd name="connsiteY35" fmla="*/ 41563 h 94270"/>
                <a:gd name="connsiteX36" fmla="*/ 279792 w 279791"/>
                <a:gd name="connsiteY36" fmla="*/ 41563 h 94270"/>
                <a:gd name="connsiteX37" fmla="*/ 279792 w 279791"/>
                <a:gd name="connsiteY37" fmla="*/ 48438 h 94270"/>
                <a:gd name="connsiteX38" fmla="*/ 241875 w 279791"/>
                <a:gd name="connsiteY38" fmla="*/ 48438 h 94270"/>
                <a:gd name="connsiteX39" fmla="*/ 241875 w 279791"/>
                <a:gd name="connsiteY39" fmla="*/ 59792 h 94270"/>
                <a:gd name="connsiteX40" fmla="*/ 263177 w 279791"/>
                <a:gd name="connsiteY40" fmla="*/ 65313 h 94270"/>
                <a:gd name="connsiteX41" fmla="*/ 270521 w 279791"/>
                <a:gd name="connsiteY41" fmla="*/ 76979 h 94270"/>
                <a:gd name="connsiteX42" fmla="*/ 262032 w 279791"/>
                <a:gd name="connsiteY42" fmla="*/ 89323 h 94270"/>
                <a:gd name="connsiteX43" fmla="*/ 237500 w 279791"/>
                <a:gd name="connsiteY43" fmla="*/ 94167 h 94270"/>
                <a:gd name="connsiteX44" fmla="*/ 212969 w 279791"/>
                <a:gd name="connsiteY44" fmla="*/ 89323 h 94270"/>
                <a:gd name="connsiteX45" fmla="*/ 204479 w 279791"/>
                <a:gd name="connsiteY45" fmla="*/ 76979 h 94270"/>
                <a:gd name="connsiteX46" fmla="*/ 211823 w 279791"/>
                <a:gd name="connsiteY46" fmla="*/ 65313 h 94270"/>
                <a:gd name="connsiteX47" fmla="*/ 233125 w 279791"/>
                <a:gd name="connsiteY47" fmla="*/ 59792 h 94270"/>
                <a:gd name="connsiteX48" fmla="*/ 233125 w 279791"/>
                <a:gd name="connsiteY48" fmla="*/ 48438 h 94270"/>
                <a:gd name="connsiteX49" fmla="*/ 195208 w 279791"/>
                <a:gd name="connsiteY49" fmla="*/ 48438 h 94270"/>
                <a:gd name="connsiteX50" fmla="*/ 115625 w 279791"/>
                <a:gd name="connsiteY50" fmla="*/ 29479 h 94270"/>
                <a:gd name="connsiteX51" fmla="*/ 106667 w 279791"/>
                <a:gd name="connsiteY51" fmla="*/ 32188 h 94270"/>
                <a:gd name="connsiteX52" fmla="*/ 103542 w 279791"/>
                <a:gd name="connsiteY52" fmla="*/ 39479 h 94270"/>
                <a:gd name="connsiteX53" fmla="*/ 106667 w 279791"/>
                <a:gd name="connsiteY53" fmla="*/ 46719 h 94270"/>
                <a:gd name="connsiteX54" fmla="*/ 115625 w 279791"/>
                <a:gd name="connsiteY54" fmla="*/ 49479 h 94270"/>
                <a:gd name="connsiteX55" fmla="*/ 124323 w 279791"/>
                <a:gd name="connsiteY55" fmla="*/ 46719 h 94270"/>
                <a:gd name="connsiteX56" fmla="*/ 127500 w 279791"/>
                <a:gd name="connsiteY56" fmla="*/ 39479 h 94270"/>
                <a:gd name="connsiteX57" fmla="*/ 124323 w 279791"/>
                <a:gd name="connsiteY57" fmla="*/ 32188 h 94270"/>
                <a:gd name="connsiteX58" fmla="*/ 115625 w 279791"/>
                <a:gd name="connsiteY58" fmla="*/ 29479 h 94270"/>
                <a:gd name="connsiteX59" fmla="*/ 115625 w 279791"/>
                <a:gd name="connsiteY59" fmla="*/ 23646 h 94270"/>
                <a:gd name="connsiteX60" fmla="*/ 129792 w 279791"/>
                <a:gd name="connsiteY60" fmla="*/ 27917 h 94270"/>
                <a:gd name="connsiteX61" fmla="*/ 135208 w 279791"/>
                <a:gd name="connsiteY61" fmla="*/ 39375 h 94270"/>
                <a:gd name="connsiteX62" fmla="*/ 129636 w 279791"/>
                <a:gd name="connsiteY62" fmla="*/ 50781 h 94270"/>
                <a:gd name="connsiteX63" fmla="*/ 115625 w 279791"/>
                <a:gd name="connsiteY63" fmla="*/ 55208 h 94270"/>
                <a:gd name="connsiteX64" fmla="*/ 101511 w 279791"/>
                <a:gd name="connsiteY64" fmla="*/ 50781 h 94270"/>
                <a:gd name="connsiteX65" fmla="*/ 95938 w 279791"/>
                <a:gd name="connsiteY65" fmla="*/ 39375 h 94270"/>
                <a:gd name="connsiteX66" fmla="*/ 101407 w 279791"/>
                <a:gd name="connsiteY66" fmla="*/ 27917 h 94270"/>
                <a:gd name="connsiteX67" fmla="*/ 115625 w 279791"/>
                <a:gd name="connsiteY67" fmla="*/ 23646 h 94270"/>
                <a:gd name="connsiteX68" fmla="*/ 94271 w 279791"/>
                <a:gd name="connsiteY68" fmla="*/ 13333 h 94270"/>
                <a:gd name="connsiteX69" fmla="*/ 137188 w 279791"/>
                <a:gd name="connsiteY69" fmla="*/ 13333 h 94270"/>
                <a:gd name="connsiteX70" fmla="*/ 137188 w 279791"/>
                <a:gd name="connsiteY70" fmla="*/ 19792 h 94270"/>
                <a:gd name="connsiteX71" fmla="*/ 94271 w 279791"/>
                <a:gd name="connsiteY71" fmla="*/ 19792 h 94270"/>
                <a:gd name="connsiteX72" fmla="*/ 205625 w 279791"/>
                <a:gd name="connsiteY72" fmla="*/ 2708 h 94270"/>
                <a:gd name="connsiteX73" fmla="*/ 269271 w 279791"/>
                <a:gd name="connsiteY73" fmla="*/ 2708 h 94270"/>
                <a:gd name="connsiteX74" fmla="*/ 269271 w 279791"/>
                <a:gd name="connsiteY74" fmla="*/ 9583 h 94270"/>
                <a:gd name="connsiteX75" fmla="*/ 242292 w 279791"/>
                <a:gd name="connsiteY75" fmla="*/ 9583 h 94270"/>
                <a:gd name="connsiteX76" fmla="*/ 246719 w 279791"/>
                <a:gd name="connsiteY76" fmla="*/ 16875 h 94270"/>
                <a:gd name="connsiteX77" fmla="*/ 254792 w 279791"/>
                <a:gd name="connsiteY77" fmla="*/ 22292 h 94270"/>
                <a:gd name="connsiteX78" fmla="*/ 264688 w 279791"/>
                <a:gd name="connsiteY78" fmla="*/ 25938 h 94270"/>
                <a:gd name="connsiteX79" fmla="*/ 275000 w 279791"/>
                <a:gd name="connsiteY79" fmla="*/ 28125 h 94270"/>
                <a:gd name="connsiteX80" fmla="*/ 270000 w 279791"/>
                <a:gd name="connsiteY80" fmla="*/ 34479 h 94270"/>
                <a:gd name="connsiteX81" fmla="*/ 261407 w 279791"/>
                <a:gd name="connsiteY81" fmla="*/ 32448 h 94270"/>
                <a:gd name="connsiteX82" fmla="*/ 252188 w 279791"/>
                <a:gd name="connsiteY82" fmla="*/ 29063 h 94270"/>
                <a:gd name="connsiteX83" fmla="*/ 243646 w 279791"/>
                <a:gd name="connsiteY83" fmla="*/ 24219 h 94270"/>
                <a:gd name="connsiteX84" fmla="*/ 237500 w 279791"/>
                <a:gd name="connsiteY84" fmla="*/ 17396 h 94270"/>
                <a:gd name="connsiteX85" fmla="*/ 231354 w 279791"/>
                <a:gd name="connsiteY85" fmla="*/ 23854 h 94270"/>
                <a:gd name="connsiteX86" fmla="*/ 223438 w 279791"/>
                <a:gd name="connsiteY86" fmla="*/ 28750 h 94270"/>
                <a:gd name="connsiteX87" fmla="*/ 214375 w 279791"/>
                <a:gd name="connsiteY87" fmla="*/ 32240 h 94270"/>
                <a:gd name="connsiteX88" fmla="*/ 204792 w 279791"/>
                <a:gd name="connsiteY88" fmla="*/ 34479 h 94270"/>
                <a:gd name="connsiteX89" fmla="*/ 199792 w 279791"/>
                <a:gd name="connsiteY89" fmla="*/ 28021 h 94270"/>
                <a:gd name="connsiteX90" fmla="*/ 210678 w 279791"/>
                <a:gd name="connsiteY90" fmla="*/ 25781 h 94270"/>
                <a:gd name="connsiteX91" fmla="*/ 220625 w 279791"/>
                <a:gd name="connsiteY91" fmla="*/ 22084 h 94270"/>
                <a:gd name="connsiteX92" fmla="*/ 228386 w 279791"/>
                <a:gd name="connsiteY92" fmla="*/ 16823 h 94270"/>
                <a:gd name="connsiteX93" fmla="*/ 232604 w 279791"/>
                <a:gd name="connsiteY93" fmla="*/ 9583 h 94270"/>
                <a:gd name="connsiteX94" fmla="*/ 205625 w 279791"/>
                <a:gd name="connsiteY94" fmla="*/ 9583 h 94270"/>
                <a:gd name="connsiteX95" fmla="*/ 37604 w 279791"/>
                <a:gd name="connsiteY95" fmla="*/ 2187 h 94270"/>
                <a:gd name="connsiteX96" fmla="*/ 46771 w 279791"/>
                <a:gd name="connsiteY96" fmla="*/ 2187 h 94270"/>
                <a:gd name="connsiteX97" fmla="*/ 46771 w 279791"/>
                <a:gd name="connsiteY97" fmla="*/ 6979 h 94270"/>
                <a:gd name="connsiteX98" fmla="*/ 49584 w 279791"/>
                <a:gd name="connsiteY98" fmla="*/ 16979 h 94270"/>
                <a:gd name="connsiteX99" fmla="*/ 57083 w 279791"/>
                <a:gd name="connsiteY99" fmla="*/ 24896 h 94270"/>
                <a:gd name="connsiteX100" fmla="*/ 67813 w 279791"/>
                <a:gd name="connsiteY100" fmla="*/ 30729 h 94270"/>
                <a:gd name="connsiteX101" fmla="*/ 80208 w 279791"/>
                <a:gd name="connsiteY101" fmla="*/ 34375 h 94270"/>
                <a:gd name="connsiteX102" fmla="*/ 75000 w 279791"/>
                <a:gd name="connsiteY102" fmla="*/ 40938 h 94270"/>
                <a:gd name="connsiteX103" fmla="*/ 65052 w 279791"/>
                <a:gd name="connsiteY103" fmla="*/ 37656 h 94270"/>
                <a:gd name="connsiteX104" fmla="*/ 55521 w 279791"/>
                <a:gd name="connsiteY104" fmla="*/ 32813 h 94270"/>
                <a:gd name="connsiteX105" fmla="*/ 47552 w 279791"/>
                <a:gd name="connsiteY105" fmla="*/ 26563 h 94270"/>
                <a:gd name="connsiteX106" fmla="*/ 42292 w 279791"/>
                <a:gd name="connsiteY106" fmla="*/ 18958 h 94270"/>
                <a:gd name="connsiteX107" fmla="*/ 36459 w 279791"/>
                <a:gd name="connsiteY107" fmla="*/ 26823 h 94270"/>
                <a:gd name="connsiteX108" fmla="*/ 28542 w 279791"/>
                <a:gd name="connsiteY108" fmla="*/ 32917 h 94270"/>
                <a:gd name="connsiteX109" fmla="*/ 19323 w 279791"/>
                <a:gd name="connsiteY109" fmla="*/ 37604 h 94270"/>
                <a:gd name="connsiteX110" fmla="*/ 9584 w 279791"/>
                <a:gd name="connsiteY110" fmla="*/ 40938 h 94270"/>
                <a:gd name="connsiteX111" fmla="*/ 3854 w 279791"/>
                <a:gd name="connsiteY111" fmla="*/ 34479 h 94270"/>
                <a:gd name="connsiteX112" fmla="*/ 29167 w 279791"/>
                <a:gd name="connsiteY112" fmla="*/ 23542 h 94270"/>
                <a:gd name="connsiteX113" fmla="*/ 37604 w 279791"/>
                <a:gd name="connsiteY113" fmla="*/ 7083 h 94270"/>
                <a:gd name="connsiteX114" fmla="*/ 104584 w 279791"/>
                <a:gd name="connsiteY114" fmla="*/ 1146 h 94270"/>
                <a:gd name="connsiteX115" fmla="*/ 126667 w 279791"/>
                <a:gd name="connsiteY115" fmla="*/ 1146 h 94270"/>
                <a:gd name="connsiteX116" fmla="*/ 126667 w 279791"/>
                <a:gd name="connsiteY116" fmla="*/ 7604 h 94270"/>
                <a:gd name="connsiteX117" fmla="*/ 104584 w 279791"/>
                <a:gd name="connsiteY117" fmla="*/ 7604 h 94270"/>
                <a:gd name="connsiteX118" fmla="*/ 163125 w 279791"/>
                <a:gd name="connsiteY118" fmla="*/ 0 h 94270"/>
                <a:gd name="connsiteX119" fmla="*/ 171042 w 279791"/>
                <a:gd name="connsiteY119" fmla="*/ 0 h 94270"/>
                <a:gd name="connsiteX120" fmla="*/ 171042 w 279791"/>
                <a:gd name="connsiteY120" fmla="*/ 59583 h 94270"/>
                <a:gd name="connsiteX121" fmla="*/ 163125 w 279791"/>
                <a:gd name="connsiteY121" fmla="*/ 59583 h 94270"/>
                <a:gd name="connsiteX122" fmla="*/ 163125 w 279791"/>
                <a:gd name="connsiteY122" fmla="*/ 32604 h 94270"/>
                <a:gd name="connsiteX123" fmla="*/ 151667 w 279791"/>
                <a:gd name="connsiteY123" fmla="*/ 32604 h 94270"/>
                <a:gd name="connsiteX124" fmla="*/ 151667 w 279791"/>
                <a:gd name="connsiteY124" fmla="*/ 56563 h 94270"/>
                <a:gd name="connsiteX125" fmla="*/ 143750 w 279791"/>
                <a:gd name="connsiteY125" fmla="*/ 56563 h 94270"/>
                <a:gd name="connsiteX126" fmla="*/ 143750 w 279791"/>
                <a:gd name="connsiteY126" fmla="*/ 1667 h 94270"/>
                <a:gd name="connsiteX127" fmla="*/ 151667 w 279791"/>
                <a:gd name="connsiteY127" fmla="*/ 1667 h 94270"/>
                <a:gd name="connsiteX128" fmla="*/ 151667 w 279791"/>
                <a:gd name="connsiteY128" fmla="*/ 25313 h 94270"/>
                <a:gd name="connsiteX129" fmla="*/ 163125 w 279791"/>
                <a:gd name="connsiteY129" fmla="*/ 25313 h 9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279791" h="94270">
                  <a:moveTo>
                    <a:pt x="237500" y="66042"/>
                  </a:moveTo>
                  <a:cubicBezTo>
                    <a:pt x="230209" y="66042"/>
                    <a:pt x="224414" y="66966"/>
                    <a:pt x="220105" y="68802"/>
                  </a:cubicBezTo>
                  <a:cubicBezTo>
                    <a:pt x="215794" y="70651"/>
                    <a:pt x="213646" y="73333"/>
                    <a:pt x="213646" y="76875"/>
                  </a:cubicBezTo>
                  <a:cubicBezTo>
                    <a:pt x="213646" y="80208"/>
                    <a:pt x="215794" y="82865"/>
                    <a:pt x="220105" y="84844"/>
                  </a:cubicBezTo>
                  <a:cubicBezTo>
                    <a:pt x="224414" y="86823"/>
                    <a:pt x="230209" y="87813"/>
                    <a:pt x="237500" y="87813"/>
                  </a:cubicBezTo>
                  <a:cubicBezTo>
                    <a:pt x="244519" y="87813"/>
                    <a:pt x="250222" y="86823"/>
                    <a:pt x="254636" y="84844"/>
                  </a:cubicBezTo>
                  <a:cubicBezTo>
                    <a:pt x="259050" y="82865"/>
                    <a:pt x="261250" y="80208"/>
                    <a:pt x="261250" y="76875"/>
                  </a:cubicBezTo>
                  <a:cubicBezTo>
                    <a:pt x="261250" y="73411"/>
                    <a:pt x="259050" y="70729"/>
                    <a:pt x="254636" y="68854"/>
                  </a:cubicBezTo>
                  <a:cubicBezTo>
                    <a:pt x="250222" y="66979"/>
                    <a:pt x="244519" y="66042"/>
                    <a:pt x="237500" y="66042"/>
                  </a:cubicBezTo>
                  <a:close/>
                  <a:moveTo>
                    <a:pt x="139063" y="65938"/>
                  </a:moveTo>
                  <a:cubicBezTo>
                    <a:pt x="131914" y="65938"/>
                    <a:pt x="126146" y="66875"/>
                    <a:pt x="121771" y="68750"/>
                  </a:cubicBezTo>
                  <a:cubicBezTo>
                    <a:pt x="117396" y="70625"/>
                    <a:pt x="115209" y="73307"/>
                    <a:pt x="115209" y="76771"/>
                  </a:cubicBezTo>
                  <a:cubicBezTo>
                    <a:pt x="115209" y="80182"/>
                    <a:pt x="117396" y="82865"/>
                    <a:pt x="121771" y="84844"/>
                  </a:cubicBezTo>
                  <a:cubicBezTo>
                    <a:pt x="126146" y="86823"/>
                    <a:pt x="131914" y="87813"/>
                    <a:pt x="139063" y="87813"/>
                  </a:cubicBezTo>
                  <a:cubicBezTo>
                    <a:pt x="146003" y="87813"/>
                    <a:pt x="151654" y="86823"/>
                    <a:pt x="155990" y="84844"/>
                  </a:cubicBezTo>
                  <a:cubicBezTo>
                    <a:pt x="160326" y="82865"/>
                    <a:pt x="162500" y="80208"/>
                    <a:pt x="162500" y="76875"/>
                  </a:cubicBezTo>
                  <a:cubicBezTo>
                    <a:pt x="162500" y="73333"/>
                    <a:pt x="160326" y="70625"/>
                    <a:pt x="155990" y="68750"/>
                  </a:cubicBezTo>
                  <a:cubicBezTo>
                    <a:pt x="151654" y="66875"/>
                    <a:pt x="146003" y="65938"/>
                    <a:pt x="139063" y="65938"/>
                  </a:cubicBezTo>
                  <a:close/>
                  <a:moveTo>
                    <a:pt x="139063" y="59375"/>
                  </a:moveTo>
                  <a:cubicBezTo>
                    <a:pt x="149688" y="59375"/>
                    <a:pt x="157708" y="61029"/>
                    <a:pt x="163125" y="64323"/>
                  </a:cubicBezTo>
                  <a:cubicBezTo>
                    <a:pt x="168542" y="67630"/>
                    <a:pt x="171250" y="71771"/>
                    <a:pt x="171250" y="76771"/>
                  </a:cubicBezTo>
                  <a:cubicBezTo>
                    <a:pt x="171250" y="81849"/>
                    <a:pt x="168542" y="86029"/>
                    <a:pt x="163125" y="89323"/>
                  </a:cubicBezTo>
                  <a:cubicBezTo>
                    <a:pt x="157708" y="92630"/>
                    <a:pt x="149688" y="94271"/>
                    <a:pt x="139063" y="94271"/>
                  </a:cubicBezTo>
                  <a:cubicBezTo>
                    <a:pt x="128164" y="94271"/>
                    <a:pt x="119987" y="92630"/>
                    <a:pt x="114532" y="89323"/>
                  </a:cubicBezTo>
                  <a:cubicBezTo>
                    <a:pt x="109076" y="86029"/>
                    <a:pt x="106354" y="81849"/>
                    <a:pt x="106354" y="76771"/>
                  </a:cubicBezTo>
                  <a:cubicBezTo>
                    <a:pt x="106354" y="71771"/>
                    <a:pt x="109115" y="67630"/>
                    <a:pt x="114636" y="64323"/>
                  </a:cubicBezTo>
                  <a:cubicBezTo>
                    <a:pt x="120156" y="61029"/>
                    <a:pt x="128294" y="59375"/>
                    <a:pt x="139063" y="59375"/>
                  </a:cubicBezTo>
                  <a:close/>
                  <a:moveTo>
                    <a:pt x="0" y="51042"/>
                  </a:moveTo>
                  <a:lnTo>
                    <a:pt x="84479" y="51042"/>
                  </a:lnTo>
                  <a:lnTo>
                    <a:pt x="84479" y="58125"/>
                  </a:lnTo>
                  <a:lnTo>
                    <a:pt x="46771" y="58125"/>
                  </a:lnTo>
                  <a:lnTo>
                    <a:pt x="46771" y="92500"/>
                  </a:lnTo>
                  <a:lnTo>
                    <a:pt x="38333" y="92500"/>
                  </a:lnTo>
                  <a:lnTo>
                    <a:pt x="38333" y="58125"/>
                  </a:lnTo>
                  <a:lnTo>
                    <a:pt x="0" y="58125"/>
                  </a:lnTo>
                  <a:close/>
                  <a:moveTo>
                    <a:pt x="195208" y="41563"/>
                  </a:moveTo>
                  <a:lnTo>
                    <a:pt x="279792" y="41563"/>
                  </a:lnTo>
                  <a:lnTo>
                    <a:pt x="279792" y="48438"/>
                  </a:lnTo>
                  <a:lnTo>
                    <a:pt x="241875" y="48438"/>
                  </a:lnTo>
                  <a:lnTo>
                    <a:pt x="241875" y="59792"/>
                  </a:lnTo>
                  <a:cubicBezTo>
                    <a:pt x="251185" y="60287"/>
                    <a:pt x="258281" y="62123"/>
                    <a:pt x="263177" y="65313"/>
                  </a:cubicBezTo>
                  <a:cubicBezTo>
                    <a:pt x="268073" y="68516"/>
                    <a:pt x="270521" y="72396"/>
                    <a:pt x="270521" y="76979"/>
                  </a:cubicBezTo>
                  <a:cubicBezTo>
                    <a:pt x="270521" y="81979"/>
                    <a:pt x="267696" y="86094"/>
                    <a:pt x="262032" y="89323"/>
                  </a:cubicBezTo>
                  <a:cubicBezTo>
                    <a:pt x="256367" y="92552"/>
                    <a:pt x="248190" y="94167"/>
                    <a:pt x="237500" y="94167"/>
                  </a:cubicBezTo>
                  <a:cubicBezTo>
                    <a:pt x="226810" y="94167"/>
                    <a:pt x="218633" y="92552"/>
                    <a:pt x="212969" y="89323"/>
                  </a:cubicBezTo>
                  <a:cubicBezTo>
                    <a:pt x="207305" y="86094"/>
                    <a:pt x="204479" y="81979"/>
                    <a:pt x="204479" y="76979"/>
                  </a:cubicBezTo>
                  <a:cubicBezTo>
                    <a:pt x="204479" y="72396"/>
                    <a:pt x="206927" y="68516"/>
                    <a:pt x="211823" y="65313"/>
                  </a:cubicBezTo>
                  <a:cubicBezTo>
                    <a:pt x="216719" y="62123"/>
                    <a:pt x="223815" y="60287"/>
                    <a:pt x="233125" y="59792"/>
                  </a:cubicBezTo>
                  <a:lnTo>
                    <a:pt x="233125" y="48438"/>
                  </a:lnTo>
                  <a:lnTo>
                    <a:pt x="195208" y="48438"/>
                  </a:lnTo>
                  <a:close/>
                  <a:moveTo>
                    <a:pt x="115625" y="29479"/>
                  </a:moveTo>
                  <a:cubicBezTo>
                    <a:pt x="111732" y="29479"/>
                    <a:pt x="108750" y="30391"/>
                    <a:pt x="106667" y="32188"/>
                  </a:cubicBezTo>
                  <a:cubicBezTo>
                    <a:pt x="104584" y="33998"/>
                    <a:pt x="103542" y="36432"/>
                    <a:pt x="103542" y="39479"/>
                  </a:cubicBezTo>
                  <a:cubicBezTo>
                    <a:pt x="103542" y="42474"/>
                    <a:pt x="104584" y="44883"/>
                    <a:pt x="106667" y="46719"/>
                  </a:cubicBezTo>
                  <a:cubicBezTo>
                    <a:pt x="108750" y="48568"/>
                    <a:pt x="111732" y="49479"/>
                    <a:pt x="115625" y="49479"/>
                  </a:cubicBezTo>
                  <a:cubicBezTo>
                    <a:pt x="119310" y="49479"/>
                    <a:pt x="122201" y="48568"/>
                    <a:pt x="124323" y="46719"/>
                  </a:cubicBezTo>
                  <a:cubicBezTo>
                    <a:pt x="126445" y="44883"/>
                    <a:pt x="127500" y="42474"/>
                    <a:pt x="127500" y="39479"/>
                  </a:cubicBezTo>
                  <a:cubicBezTo>
                    <a:pt x="127500" y="36432"/>
                    <a:pt x="126445" y="33998"/>
                    <a:pt x="124323" y="32188"/>
                  </a:cubicBezTo>
                  <a:cubicBezTo>
                    <a:pt x="122201" y="30391"/>
                    <a:pt x="119310" y="29479"/>
                    <a:pt x="115625" y="29479"/>
                  </a:cubicBezTo>
                  <a:close/>
                  <a:moveTo>
                    <a:pt x="115625" y="23646"/>
                  </a:moveTo>
                  <a:cubicBezTo>
                    <a:pt x="121458" y="23646"/>
                    <a:pt x="126185" y="25078"/>
                    <a:pt x="129792" y="27917"/>
                  </a:cubicBezTo>
                  <a:cubicBezTo>
                    <a:pt x="133398" y="30768"/>
                    <a:pt x="135208" y="34583"/>
                    <a:pt x="135208" y="39375"/>
                  </a:cubicBezTo>
                  <a:cubicBezTo>
                    <a:pt x="135208" y="44037"/>
                    <a:pt x="133346" y="47839"/>
                    <a:pt x="129636" y="50781"/>
                  </a:cubicBezTo>
                  <a:cubicBezTo>
                    <a:pt x="125925" y="53737"/>
                    <a:pt x="121250" y="55208"/>
                    <a:pt x="115625" y="55208"/>
                  </a:cubicBezTo>
                  <a:cubicBezTo>
                    <a:pt x="109935" y="55208"/>
                    <a:pt x="105222" y="53737"/>
                    <a:pt x="101511" y="50781"/>
                  </a:cubicBezTo>
                  <a:cubicBezTo>
                    <a:pt x="97800" y="47839"/>
                    <a:pt x="95938" y="44037"/>
                    <a:pt x="95938" y="39375"/>
                  </a:cubicBezTo>
                  <a:cubicBezTo>
                    <a:pt x="95938" y="34583"/>
                    <a:pt x="97760" y="30768"/>
                    <a:pt x="101407" y="27917"/>
                  </a:cubicBezTo>
                  <a:cubicBezTo>
                    <a:pt x="105052" y="25078"/>
                    <a:pt x="109792" y="23646"/>
                    <a:pt x="115625" y="23646"/>
                  </a:cubicBezTo>
                  <a:close/>
                  <a:moveTo>
                    <a:pt x="94271" y="13333"/>
                  </a:moveTo>
                  <a:lnTo>
                    <a:pt x="137188" y="13333"/>
                  </a:lnTo>
                  <a:lnTo>
                    <a:pt x="137188" y="19792"/>
                  </a:lnTo>
                  <a:lnTo>
                    <a:pt x="94271" y="19792"/>
                  </a:lnTo>
                  <a:close/>
                  <a:moveTo>
                    <a:pt x="205625" y="2708"/>
                  </a:moveTo>
                  <a:lnTo>
                    <a:pt x="269271" y="2708"/>
                  </a:lnTo>
                  <a:lnTo>
                    <a:pt x="269271" y="9583"/>
                  </a:lnTo>
                  <a:lnTo>
                    <a:pt x="242292" y="9583"/>
                  </a:lnTo>
                  <a:cubicBezTo>
                    <a:pt x="242982" y="12370"/>
                    <a:pt x="244467" y="14792"/>
                    <a:pt x="246719" y="16875"/>
                  </a:cubicBezTo>
                  <a:cubicBezTo>
                    <a:pt x="248972" y="18958"/>
                    <a:pt x="251667" y="20768"/>
                    <a:pt x="254792" y="22292"/>
                  </a:cubicBezTo>
                  <a:cubicBezTo>
                    <a:pt x="257852" y="23750"/>
                    <a:pt x="261146" y="24974"/>
                    <a:pt x="264688" y="25938"/>
                  </a:cubicBezTo>
                  <a:cubicBezTo>
                    <a:pt x="268229" y="26914"/>
                    <a:pt x="271667" y="27643"/>
                    <a:pt x="275000" y="28125"/>
                  </a:cubicBezTo>
                  <a:lnTo>
                    <a:pt x="270000" y="34479"/>
                  </a:lnTo>
                  <a:cubicBezTo>
                    <a:pt x="267435" y="33998"/>
                    <a:pt x="264570" y="33320"/>
                    <a:pt x="261407" y="32448"/>
                  </a:cubicBezTo>
                  <a:cubicBezTo>
                    <a:pt x="258242" y="31589"/>
                    <a:pt x="255170" y="30456"/>
                    <a:pt x="252188" y="29063"/>
                  </a:cubicBezTo>
                  <a:cubicBezTo>
                    <a:pt x="249128" y="27748"/>
                    <a:pt x="246289" y="26133"/>
                    <a:pt x="243646" y="24219"/>
                  </a:cubicBezTo>
                  <a:cubicBezTo>
                    <a:pt x="241003" y="22318"/>
                    <a:pt x="238959" y="20039"/>
                    <a:pt x="237500" y="17396"/>
                  </a:cubicBezTo>
                  <a:cubicBezTo>
                    <a:pt x="235833" y="19831"/>
                    <a:pt x="233789" y="21979"/>
                    <a:pt x="231354" y="23854"/>
                  </a:cubicBezTo>
                  <a:cubicBezTo>
                    <a:pt x="228920" y="25729"/>
                    <a:pt x="226289" y="27370"/>
                    <a:pt x="223438" y="28750"/>
                  </a:cubicBezTo>
                  <a:cubicBezTo>
                    <a:pt x="220586" y="30143"/>
                    <a:pt x="217565" y="31302"/>
                    <a:pt x="214375" y="32240"/>
                  </a:cubicBezTo>
                  <a:cubicBezTo>
                    <a:pt x="211185" y="33177"/>
                    <a:pt x="207982" y="33932"/>
                    <a:pt x="204792" y="34479"/>
                  </a:cubicBezTo>
                  <a:lnTo>
                    <a:pt x="199792" y="28021"/>
                  </a:lnTo>
                  <a:cubicBezTo>
                    <a:pt x="203399" y="27474"/>
                    <a:pt x="207032" y="26719"/>
                    <a:pt x="210678" y="25781"/>
                  </a:cubicBezTo>
                  <a:cubicBezTo>
                    <a:pt x="214323" y="24844"/>
                    <a:pt x="217643" y="23620"/>
                    <a:pt x="220625" y="22084"/>
                  </a:cubicBezTo>
                  <a:cubicBezTo>
                    <a:pt x="223685" y="20625"/>
                    <a:pt x="226263" y="18880"/>
                    <a:pt x="228386" y="16823"/>
                  </a:cubicBezTo>
                  <a:cubicBezTo>
                    <a:pt x="230508" y="14779"/>
                    <a:pt x="231914" y="12370"/>
                    <a:pt x="232604" y="9583"/>
                  </a:cubicBezTo>
                  <a:lnTo>
                    <a:pt x="205625" y="9583"/>
                  </a:lnTo>
                  <a:close/>
                  <a:moveTo>
                    <a:pt x="37604" y="2187"/>
                  </a:moveTo>
                  <a:lnTo>
                    <a:pt x="46771" y="2187"/>
                  </a:lnTo>
                  <a:lnTo>
                    <a:pt x="46771" y="6979"/>
                  </a:lnTo>
                  <a:cubicBezTo>
                    <a:pt x="46771" y="10664"/>
                    <a:pt x="47708" y="13998"/>
                    <a:pt x="49584" y="16979"/>
                  </a:cubicBezTo>
                  <a:cubicBezTo>
                    <a:pt x="51458" y="19974"/>
                    <a:pt x="53959" y="22604"/>
                    <a:pt x="57083" y="24896"/>
                  </a:cubicBezTo>
                  <a:cubicBezTo>
                    <a:pt x="60209" y="27188"/>
                    <a:pt x="63789" y="29141"/>
                    <a:pt x="67813" y="30729"/>
                  </a:cubicBezTo>
                  <a:cubicBezTo>
                    <a:pt x="71836" y="32331"/>
                    <a:pt x="75977" y="33542"/>
                    <a:pt x="80208" y="34375"/>
                  </a:cubicBezTo>
                  <a:lnTo>
                    <a:pt x="75000" y="40938"/>
                  </a:lnTo>
                  <a:cubicBezTo>
                    <a:pt x="71732" y="40104"/>
                    <a:pt x="68425" y="39010"/>
                    <a:pt x="65052" y="37656"/>
                  </a:cubicBezTo>
                  <a:cubicBezTo>
                    <a:pt x="61680" y="36302"/>
                    <a:pt x="58503" y="34688"/>
                    <a:pt x="55521" y="32813"/>
                  </a:cubicBezTo>
                  <a:cubicBezTo>
                    <a:pt x="52539" y="30938"/>
                    <a:pt x="49883" y="28854"/>
                    <a:pt x="47552" y="26563"/>
                  </a:cubicBezTo>
                  <a:cubicBezTo>
                    <a:pt x="45222" y="24271"/>
                    <a:pt x="43477" y="21745"/>
                    <a:pt x="42292" y="18958"/>
                  </a:cubicBezTo>
                  <a:cubicBezTo>
                    <a:pt x="40768" y="21875"/>
                    <a:pt x="38815" y="24505"/>
                    <a:pt x="36459" y="26823"/>
                  </a:cubicBezTo>
                  <a:cubicBezTo>
                    <a:pt x="34102" y="29154"/>
                    <a:pt x="31459" y="31185"/>
                    <a:pt x="28542" y="32917"/>
                  </a:cubicBezTo>
                  <a:cubicBezTo>
                    <a:pt x="25625" y="34727"/>
                    <a:pt x="22552" y="36289"/>
                    <a:pt x="19323" y="37604"/>
                  </a:cubicBezTo>
                  <a:cubicBezTo>
                    <a:pt x="16094" y="38932"/>
                    <a:pt x="12852" y="40039"/>
                    <a:pt x="9584" y="40938"/>
                  </a:cubicBezTo>
                  <a:lnTo>
                    <a:pt x="3854" y="34479"/>
                  </a:lnTo>
                  <a:cubicBezTo>
                    <a:pt x="15104" y="31771"/>
                    <a:pt x="23542" y="28125"/>
                    <a:pt x="29167" y="23542"/>
                  </a:cubicBezTo>
                  <a:cubicBezTo>
                    <a:pt x="34792" y="18958"/>
                    <a:pt x="37604" y="13477"/>
                    <a:pt x="37604" y="7083"/>
                  </a:cubicBezTo>
                  <a:close/>
                  <a:moveTo>
                    <a:pt x="104584" y="1146"/>
                  </a:moveTo>
                  <a:lnTo>
                    <a:pt x="126667" y="1146"/>
                  </a:lnTo>
                  <a:lnTo>
                    <a:pt x="126667" y="7604"/>
                  </a:lnTo>
                  <a:lnTo>
                    <a:pt x="104584" y="7604"/>
                  </a:lnTo>
                  <a:close/>
                  <a:moveTo>
                    <a:pt x="163125" y="0"/>
                  </a:moveTo>
                  <a:lnTo>
                    <a:pt x="171042" y="0"/>
                  </a:lnTo>
                  <a:lnTo>
                    <a:pt x="171042" y="59583"/>
                  </a:lnTo>
                  <a:lnTo>
                    <a:pt x="163125" y="59583"/>
                  </a:lnTo>
                  <a:lnTo>
                    <a:pt x="163125" y="32604"/>
                  </a:lnTo>
                  <a:lnTo>
                    <a:pt x="151667" y="32604"/>
                  </a:lnTo>
                  <a:lnTo>
                    <a:pt x="151667" y="56563"/>
                  </a:lnTo>
                  <a:lnTo>
                    <a:pt x="143750" y="56563"/>
                  </a:lnTo>
                  <a:lnTo>
                    <a:pt x="143750" y="1667"/>
                  </a:lnTo>
                  <a:lnTo>
                    <a:pt x="151667" y="1667"/>
                  </a:lnTo>
                  <a:lnTo>
                    <a:pt x="151667" y="25313"/>
                  </a:lnTo>
                  <a:lnTo>
                    <a:pt x="163125" y="25313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AA1B11B1-FADF-4F51-8367-787041007C82}"/>
                </a:ext>
              </a:extLst>
            </p:cNvPr>
            <p:cNvSpPr txBox="1"/>
            <p:nvPr/>
          </p:nvSpPr>
          <p:spPr>
            <a:xfrm>
              <a:off x="5585765" y="3454550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수행중</a:t>
              </a:r>
            </a:p>
          </p:txBody>
        </p:sp>
        <p:sp>
          <p:nvSpPr>
            <p:cNvPr id="410" name="자유형: 도형 409">
              <a:extLst>
                <a:ext uri="{FF2B5EF4-FFF2-40B4-BE49-F238E27FC236}">
                  <a16:creationId xmlns:a16="http://schemas.microsoft.com/office/drawing/2014/main" id="{173C9940-78CC-4F95-8851-3027059CC8D1}"/>
                </a:ext>
              </a:extLst>
            </p:cNvPr>
            <p:cNvSpPr/>
            <p:nvPr/>
          </p:nvSpPr>
          <p:spPr>
            <a:xfrm>
              <a:off x="972621" y="3787263"/>
              <a:ext cx="53854" cy="77187"/>
            </a:xfrm>
            <a:custGeom>
              <a:avLst/>
              <a:gdLst>
                <a:gd name="connsiteX0" fmla="*/ 34792 w 53854"/>
                <a:gd name="connsiteY0" fmla="*/ 9271 h 77187"/>
                <a:gd name="connsiteX1" fmla="*/ 7917 w 53854"/>
                <a:gd name="connsiteY1" fmla="*/ 53333 h 77187"/>
                <a:gd name="connsiteX2" fmla="*/ 34583 w 53854"/>
                <a:gd name="connsiteY2" fmla="*/ 53333 h 77187"/>
                <a:gd name="connsiteX3" fmla="*/ 34583 w 53854"/>
                <a:gd name="connsiteY3" fmla="*/ 18854 h 77187"/>
                <a:gd name="connsiteX4" fmla="*/ 33438 w 53854"/>
                <a:gd name="connsiteY4" fmla="*/ 0 h 77187"/>
                <a:gd name="connsiteX5" fmla="*/ 40521 w 53854"/>
                <a:gd name="connsiteY5" fmla="*/ 0 h 77187"/>
                <a:gd name="connsiteX6" fmla="*/ 42083 w 53854"/>
                <a:gd name="connsiteY6" fmla="*/ 417 h 77187"/>
                <a:gd name="connsiteX7" fmla="*/ 42500 w 53854"/>
                <a:gd name="connsiteY7" fmla="*/ 1979 h 77187"/>
                <a:gd name="connsiteX8" fmla="*/ 42500 w 53854"/>
                <a:gd name="connsiteY8" fmla="*/ 53333 h 77187"/>
                <a:gd name="connsiteX9" fmla="*/ 53854 w 53854"/>
                <a:gd name="connsiteY9" fmla="*/ 53333 h 77187"/>
                <a:gd name="connsiteX10" fmla="*/ 53854 w 53854"/>
                <a:gd name="connsiteY10" fmla="*/ 60521 h 77187"/>
                <a:gd name="connsiteX11" fmla="*/ 42500 w 53854"/>
                <a:gd name="connsiteY11" fmla="*/ 60521 h 77187"/>
                <a:gd name="connsiteX12" fmla="*/ 42500 w 53854"/>
                <a:gd name="connsiteY12" fmla="*/ 77188 h 77187"/>
                <a:gd name="connsiteX13" fmla="*/ 34375 w 53854"/>
                <a:gd name="connsiteY13" fmla="*/ 77188 h 77187"/>
                <a:gd name="connsiteX14" fmla="*/ 34375 w 53854"/>
                <a:gd name="connsiteY14" fmla="*/ 60521 h 77187"/>
                <a:gd name="connsiteX15" fmla="*/ 1979 w 53854"/>
                <a:gd name="connsiteY15" fmla="*/ 60521 h 77187"/>
                <a:gd name="connsiteX16" fmla="*/ 417 w 53854"/>
                <a:gd name="connsiteY16" fmla="*/ 60104 h 77187"/>
                <a:gd name="connsiteX17" fmla="*/ 0 w 53854"/>
                <a:gd name="connsiteY17" fmla="*/ 58542 h 77187"/>
                <a:gd name="connsiteX18" fmla="*/ 0 w 53854"/>
                <a:gd name="connsiteY18" fmla="*/ 54167 h 77187"/>
                <a:gd name="connsiteX19" fmla="*/ 260 w 53854"/>
                <a:gd name="connsiteY19" fmla="*/ 52656 h 77187"/>
                <a:gd name="connsiteX20" fmla="*/ 938 w 53854"/>
                <a:gd name="connsiteY20" fmla="*/ 51250 h 77187"/>
                <a:gd name="connsiteX21" fmla="*/ 31354 w 53854"/>
                <a:gd name="connsiteY21" fmla="*/ 1354 h 77187"/>
                <a:gd name="connsiteX22" fmla="*/ 32188 w 53854"/>
                <a:gd name="connsiteY22" fmla="*/ 364 h 77187"/>
                <a:gd name="connsiteX23" fmla="*/ 33438 w 53854"/>
                <a:gd name="connsiteY23" fmla="*/ 0 h 7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854" h="77187">
                  <a:moveTo>
                    <a:pt x="34792" y="9271"/>
                  </a:moveTo>
                  <a:lnTo>
                    <a:pt x="7917" y="53333"/>
                  </a:lnTo>
                  <a:lnTo>
                    <a:pt x="34583" y="53333"/>
                  </a:lnTo>
                  <a:lnTo>
                    <a:pt x="34583" y="18854"/>
                  </a:lnTo>
                  <a:close/>
                  <a:moveTo>
                    <a:pt x="33438" y="0"/>
                  </a:moveTo>
                  <a:lnTo>
                    <a:pt x="40521" y="0"/>
                  </a:lnTo>
                  <a:cubicBezTo>
                    <a:pt x="41285" y="0"/>
                    <a:pt x="41806" y="143"/>
                    <a:pt x="42083" y="417"/>
                  </a:cubicBezTo>
                  <a:cubicBezTo>
                    <a:pt x="42361" y="703"/>
                    <a:pt x="42500" y="1224"/>
                    <a:pt x="42500" y="1979"/>
                  </a:cubicBezTo>
                  <a:lnTo>
                    <a:pt x="42500" y="53333"/>
                  </a:lnTo>
                  <a:lnTo>
                    <a:pt x="53854" y="53333"/>
                  </a:lnTo>
                  <a:lnTo>
                    <a:pt x="53854" y="60521"/>
                  </a:lnTo>
                  <a:lnTo>
                    <a:pt x="42500" y="60521"/>
                  </a:lnTo>
                  <a:lnTo>
                    <a:pt x="42500" y="77188"/>
                  </a:lnTo>
                  <a:lnTo>
                    <a:pt x="34375" y="77188"/>
                  </a:lnTo>
                  <a:lnTo>
                    <a:pt x="34375" y="60521"/>
                  </a:lnTo>
                  <a:lnTo>
                    <a:pt x="1979" y="60521"/>
                  </a:lnTo>
                  <a:cubicBezTo>
                    <a:pt x="1215" y="60521"/>
                    <a:pt x="694" y="60391"/>
                    <a:pt x="417" y="60104"/>
                  </a:cubicBezTo>
                  <a:cubicBezTo>
                    <a:pt x="139" y="59831"/>
                    <a:pt x="0" y="59310"/>
                    <a:pt x="0" y="58542"/>
                  </a:cubicBezTo>
                  <a:lnTo>
                    <a:pt x="0" y="54167"/>
                  </a:lnTo>
                  <a:cubicBezTo>
                    <a:pt x="0" y="53685"/>
                    <a:pt x="87" y="53177"/>
                    <a:pt x="260" y="52656"/>
                  </a:cubicBezTo>
                  <a:cubicBezTo>
                    <a:pt x="434" y="52135"/>
                    <a:pt x="660" y="51667"/>
                    <a:pt x="938" y="51250"/>
                  </a:cubicBezTo>
                  <a:lnTo>
                    <a:pt x="31354" y="1354"/>
                  </a:lnTo>
                  <a:cubicBezTo>
                    <a:pt x="31563" y="937"/>
                    <a:pt x="31840" y="612"/>
                    <a:pt x="32188" y="364"/>
                  </a:cubicBezTo>
                  <a:cubicBezTo>
                    <a:pt x="32535" y="130"/>
                    <a:pt x="32952" y="0"/>
                    <a:pt x="33438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1" name="TextBox 410">
              <a:extLst>
                <a:ext uri="{FF2B5EF4-FFF2-40B4-BE49-F238E27FC236}">
                  <a16:creationId xmlns:a16="http://schemas.microsoft.com/office/drawing/2014/main" id="{C791475B-4FE9-4305-9D7B-6DD93BA9F12A}"/>
                </a:ext>
              </a:extLst>
            </p:cNvPr>
            <p:cNvSpPr txBox="1"/>
            <p:nvPr/>
          </p:nvSpPr>
          <p:spPr>
            <a:xfrm>
              <a:off x="881181" y="3743978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4</a:t>
              </a:r>
            </a:p>
          </p:txBody>
        </p:sp>
        <p:grpSp>
          <p:nvGrpSpPr>
            <p:cNvPr id="412" name="그래픽 5">
              <a:extLst>
                <a:ext uri="{FF2B5EF4-FFF2-40B4-BE49-F238E27FC236}">
                  <a16:creationId xmlns:a16="http://schemas.microsoft.com/office/drawing/2014/main" id="{0F6BE441-B76D-45AA-BE17-3311538C4F65}"/>
                </a:ext>
              </a:extLst>
            </p:cNvPr>
            <p:cNvGrpSpPr/>
            <p:nvPr/>
          </p:nvGrpSpPr>
          <p:grpSpPr>
            <a:xfrm>
              <a:off x="1218925" y="3785492"/>
              <a:ext cx="412500" cy="84023"/>
              <a:chOff x="1218925" y="3785492"/>
              <a:chExt cx="412500" cy="84023"/>
            </a:xfrm>
          </p:grpSpPr>
          <p:sp>
            <p:nvSpPr>
              <p:cNvPr id="413" name="자유형: 도형 412">
                <a:extLst>
                  <a:ext uri="{FF2B5EF4-FFF2-40B4-BE49-F238E27FC236}">
                    <a16:creationId xmlns:a16="http://schemas.microsoft.com/office/drawing/2014/main" id="{FE38A69C-9B64-43A9-83FF-67BFC3329ABE}"/>
                  </a:ext>
                </a:extLst>
              </p:cNvPr>
              <p:cNvSpPr/>
              <p:nvPr/>
            </p:nvSpPr>
            <p:spPr>
              <a:xfrm>
                <a:off x="1218925" y="3785492"/>
                <a:ext cx="412500" cy="81145"/>
              </a:xfrm>
              <a:custGeom>
                <a:avLst/>
                <a:gdLst>
                  <a:gd name="connsiteX0" fmla="*/ 346563 w 412500"/>
                  <a:gd name="connsiteY0" fmla="*/ 8854 h 81145"/>
                  <a:gd name="connsiteX1" fmla="*/ 346563 w 412500"/>
                  <a:gd name="connsiteY1" fmla="*/ 39167 h 81145"/>
                  <a:gd name="connsiteX2" fmla="*/ 361563 w 412500"/>
                  <a:gd name="connsiteY2" fmla="*/ 39167 h 81145"/>
                  <a:gd name="connsiteX3" fmla="*/ 375209 w 412500"/>
                  <a:gd name="connsiteY3" fmla="*/ 35677 h 81145"/>
                  <a:gd name="connsiteX4" fmla="*/ 380209 w 412500"/>
                  <a:gd name="connsiteY4" fmla="*/ 24062 h 81145"/>
                  <a:gd name="connsiteX5" fmla="*/ 375209 w 412500"/>
                  <a:gd name="connsiteY5" fmla="*/ 12448 h 81145"/>
                  <a:gd name="connsiteX6" fmla="*/ 361563 w 412500"/>
                  <a:gd name="connsiteY6" fmla="*/ 8854 h 81145"/>
                  <a:gd name="connsiteX7" fmla="*/ 163333 w 412500"/>
                  <a:gd name="connsiteY7" fmla="*/ 8854 h 81145"/>
                  <a:gd name="connsiteX8" fmla="*/ 163333 w 412500"/>
                  <a:gd name="connsiteY8" fmla="*/ 72291 h 81145"/>
                  <a:gd name="connsiteX9" fmla="*/ 176979 w 412500"/>
                  <a:gd name="connsiteY9" fmla="*/ 72291 h 81145"/>
                  <a:gd name="connsiteX10" fmla="*/ 198698 w 412500"/>
                  <a:gd name="connsiteY10" fmla="*/ 63750 h 81145"/>
                  <a:gd name="connsiteX11" fmla="*/ 205521 w 412500"/>
                  <a:gd name="connsiteY11" fmla="*/ 40625 h 81145"/>
                  <a:gd name="connsiteX12" fmla="*/ 196563 w 412500"/>
                  <a:gd name="connsiteY12" fmla="*/ 15990 h 81145"/>
                  <a:gd name="connsiteX13" fmla="*/ 172292 w 412500"/>
                  <a:gd name="connsiteY13" fmla="*/ 8854 h 81145"/>
                  <a:gd name="connsiteX14" fmla="*/ 8021 w 412500"/>
                  <a:gd name="connsiteY14" fmla="*/ 8854 h 81145"/>
                  <a:gd name="connsiteX15" fmla="*/ 8021 w 412500"/>
                  <a:gd name="connsiteY15" fmla="*/ 39167 h 81145"/>
                  <a:gd name="connsiteX16" fmla="*/ 23021 w 412500"/>
                  <a:gd name="connsiteY16" fmla="*/ 39167 h 81145"/>
                  <a:gd name="connsiteX17" fmla="*/ 36667 w 412500"/>
                  <a:gd name="connsiteY17" fmla="*/ 35677 h 81145"/>
                  <a:gd name="connsiteX18" fmla="*/ 41667 w 412500"/>
                  <a:gd name="connsiteY18" fmla="*/ 24062 h 81145"/>
                  <a:gd name="connsiteX19" fmla="*/ 36667 w 412500"/>
                  <a:gd name="connsiteY19" fmla="*/ 12448 h 81145"/>
                  <a:gd name="connsiteX20" fmla="*/ 23021 w 412500"/>
                  <a:gd name="connsiteY20" fmla="*/ 8854 h 81145"/>
                  <a:gd name="connsiteX21" fmla="*/ 340417 w 412500"/>
                  <a:gd name="connsiteY21" fmla="*/ 1667 h 81145"/>
                  <a:gd name="connsiteX22" fmla="*/ 363021 w 412500"/>
                  <a:gd name="connsiteY22" fmla="*/ 1667 h 81145"/>
                  <a:gd name="connsiteX23" fmla="*/ 373125 w 412500"/>
                  <a:gd name="connsiteY23" fmla="*/ 3073 h 81145"/>
                  <a:gd name="connsiteX24" fmla="*/ 381250 w 412500"/>
                  <a:gd name="connsiteY24" fmla="*/ 7187 h 81145"/>
                  <a:gd name="connsiteX25" fmla="*/ 386667 w 412500"/>
                  <a:gd name="connsiteY25" fmla="*/ 14218 h 81145"/>
                  <a:gd name="connsiteX26" fmla="*/ 388646 w 412500"/>
                  <a:gd name="connsiteY26" fmla="*/ 24062 h 81145"/>
                  <a:gd name="connsiteX27" fmla="*/ 386667 w 412500"/>
                  <a:gd name="connsiteY27" fmla="*/ 34010 h 81145"/>
                  <a:gd name="connsiteX28" fmla="*/ 381250 w 412500"/>
                  <a:gd name="connsiteY28" fmla="*/ 41041 h 81145"/>
                  <a:gd name="connsiteX29" fmla="*/ 373125 w 412500"/>
                  <a:gd name="connsiteY29" fmla="*/ 45104 h 81145"/>
                  <a:gd name="connsiteX30" fmla="*/ 363021 w 412500"/>
                  <a:gd name="connsiteY30" fmla="*/ 46458 h 81145"/>
                  <a:gd name="connsiteX31" fmla="*/ 346667 w 412500"/>
                  <a:gd name="connsiteY31" fmla="*/ 46458 h 81145"/>
                  <a:gd name="connsiteX32" fmla="*/ 346667 w 412500"/>
                  <a:gd name="connsiteY32" fmla="*/ 79479 h 81145"/>
                  <a:gd name="connsiteX33" fmla="*/ 338542 w 412500"/>
                  <a:gd name="connsiteY33" fmla="*/ 79479 h 81145"/>
                  <a:gd name="connsiteX34" fmla="*/ 338542 w 412500"/>
                  <a:gd name="connsiteY34" fmla="*/ 3646 h 81145"/>
                  <a:gd name="connsiteX35" fmla="*/ 338906 w 412500"/>
                  <a:gd name="connsiteY35" fmla="*/ 2135 h 81145"/>
                  <a:gd name="connsiteX36" fmla="*/ 340417 w 412500"/>
                  <a:gd name="connsiteY36" fmla="*/ 1667 h 81145"/>
                  <a:gd name="connsiteX37" fmla="*/ 156979 w 412500"/>
                  <a:gd name="connsiteY37" fmla="*/ 1667 h 81145"/>
                  <a:gd name="connsiteX38" fmla="*/ 174896 w 412500"/>
                  <a:gd name="connsiteY38" fmla="*/ 1667 h 81145"/>
                  <a:gd name="connsiteX39" fmla="*/ 203802 w 412500"/>
                  <a:gd name="connsiteY39" fmla="*/ 11458 h 81145"/>
                  <a:gd name="connsiteX40" fmla="*/ 213958 w 412500"/>
                  <a:gd name="connsiteY40" fmla="*/ 40625 h 81145"/>
                  <a:gd name="connsiteX41" fmla="*/ 203802 w 412500"/>
                  <a:gd name="connsiteY41" fmla="*/ 69739 h 81145"/>
                  <a:gd name="connsiteX42" fmla="*/ 174896 w 412500"/>
                  <a:gd name="connsiteY42" fmla="*/ 79479 h 81145"/>
                  <a:gd name="connsiteX43" fmla="*/ 156979 w 412500"/>
                  <a:gd name="connsiteY43" fmla="*/ 79479 h 81145"/>
                  <a:gd name="connsiteX44" fmla="*/ 155573 w 412500"/>
                  <a:gd name="connsiteY44" fmla="*/ 79062 h 81145"/>
                  <a:gd name="connsiteX45" fmla="*/ 155208 w 412500"/>
                  <a:gd name="connsiteY45" fmla="*/ 77500 h 81145"/>
                  <a:gd name="connsiteX46" fmla="*/ 155208 w 412500"/>
                  <a:gd name="connsiteY46" fmla="*/ 3646 h 81145"/>
                  <a:gd name="connsiteX47" fmla="*/ 155573 w 412500"/>
                  <a:gd name="connsiteY47" fmla="*/ 2135 h 81145"/>
                  <a:gd name="connsiteX48" fmla="*/ 156979 w 412500"/>
                  <a:gd name="connsiteY48" fmla="*/ 1667 h 81145"/>
                  <a:gd name="connsiteX49" fmla="*/ 66771 w 412500"/>
                  <a:gd name="connsiteY49" fmla="*/ 1667 h 81145"/>
                  <a:gd name="connsiteX50" fmla="*/ 74583 w 412500"/>
                  <a:gd name="connsiteY50" fmla="*/ 1667 h 81145"/>
                  <a:gd name="connsiteX51" fmla="*/ 75781 w 412500"/>
                  <a:gd name="connsiteY51" fmla="*/ 2031 h 81145"/>
                  <a:gd name="connsiteX52" fmla="*/ 76667 w 412500"/>
                  <a:gd name="connsiteY52" fmla="*/ 3021 h 81145"/>
                  <a:gd name="connsiteX53" fmla="*/ 96771 w 412500"/>
                  <a:gd name="connsiteY53" fmla="*/ 58646 h 81145"/>
                  <a:gd name="connsiteX54" fmla="*/ 100729 w 412500"/>
                  <a:gd name="connsiteY54" fmla="*/ 69166 h 81145"/>
                  <a:gd name="connsiteX55" fmla="*/ 104688 w 412500"/>
                  <a:gd name="connsiteY55" fmla="*/ 58646 h 81145"/>
                  <a:gd name="connsiteX56" fmla="*/ 124792 w 412500"/>
                  <a:gd name="connsiteY56" fmla="*/ 3021 h 81145"/>
                  <a:gd name="connsiteX57" fmla="*/ 125573 w 412500"/>
                  <a:gd name="connsiteY57" fmla="*/ 2031 h 81145"/>
                  <a:gd name="connsiteX58" fmla="*/ 126875 w 412500"/>
                  <a:gd name="connsiteY58" fmla="*/ 1667 h 81145"/>
                  <a:gd name="connsiteX59" fmla="*/ 134688 w 412500"/>
                  <a:gd name="connsiteY59" fmla="*/ 1667 h 81145"/>
                  <a:gd name="connsiteX60" fmla="*/ 136042 w 412500"/>
                  <a:gd name="connsiteY60" fmla="*/ 2135 h 81145"/>
                  <a:gd name="connsiteX61" fmla="*/ 136458 w 412500"/>
                  <a:gd name="connsiteY61" fmla="*/ 3646 h 81145"/>
                  <a:gd name="connsiteX62" fmla="*/ 136458 w 412500"/>
                  <a:gd name="connsiteY62" fmla="*/ 79479 h 81145"/>
                  <a:gd name="connsiteX63" fmla="*/ 128750 w 412500"/>
                  <a:gd name="connsiteY63" fmla="*/ 79479 h 81145"/>
                  <a:gd name="connsiteX64" fmla="*/ 128750 w 412500"/>
                  <a:gd name="connsiteY64" fmla="*/ 20729 h 81145"/>
                  <a:gd name="connsiteX65" fmla="*/ 128958 w 412500"/>
                  <a:gd name="connsiteY65" fmla="*/ 11146 h 81145"/>
                  <a:gd name="connsiteX66" fmla="*/ 105104 w 412500"/>
                  <a:gd name="connsiteY66" fmla="*/ 78437 h 81145"/>
                  <a:gd name="connsiteX67" fmla="*/ 104531 w 412500"/>
                  <a:gd name="connsiteY67" fmla="*/ 79271 h 81145"/>
                  <a:gd name="connsiteX68" fmla="*/ 103438 w 412500"/>
                  <a:gd name="connsiteY68" fmla="*/ 79479 h 81145"/>
                  <a:gd name="connsiteX69" fmla="*/ 97917 w 412500"/>
                  <a:gd name="connsiteY69" fmla="*/ 79479 h 81145"/>
                  <a:gd name="connsiteX70" fmla="*/ 96823 w 412500"/>
                  <a:gd name="connsiteY70" fmla="*/ 79271 h 81145"/>
                  <a:gd name="connsiteX71" fmla="*/ 96354 w 412500"/>
                  <a:gd name="connsiteY71" fmla="*/ 78437 h 81145"/>
                  <a:gd name="connsiteX72" fmla="*/ 72500 w 412500"/>
                  <a:gd name="connsiteY72" fmla="*/ 11250 h 81145"/>
                  <a:gd name="connsiteX73" fmla="*/ 72708 w 412500"/>
                  <a:gd name="connsiteY73" fmla="*/ 20833 h 81145"/>
                  <a:gd name="connsiteX74" fmla="*/ 72708 w 412500"/>
                  <a:gd name="connsiteY74" fmla="*/ 79479 h 81145"/>
                  <a:gd name="connsiteX75" fmla="*/ 65000 w 412500"/>
                  <a:gd name="connsiteY75" fmla="*/ 79479 h 81145"/>
                  <a:gd name="connsiteX76" fmla="*/ 65000 w 412500"/>
                  <a:gd name="connsiteY76" fmla="*/ 3646 h 81145"/>
                  <a:gd name="connsiteX77" fmla="*/ 65365 w 412500"/>
                  <a:gd name="connsiteY77" fmla="*/ 2135 h 81145"/>
                  <a:gd name="connsiteX78" fmla="*/ 66771 w 412500"/>
                  <a:gd name="connsiteY78" fmla="*/ 1667 h 81145"/>
                  <a:gd name="connsiteX79" fmla="*/ 1875 w 412500"/>
                  <a:gd name="connsiteY79" fmla="*/ 1667 h 81145"/>
                  <a:gd name="connsiteX80" fmla="*/ 24479 w 412500"/>
                  <a:gd name="connsiteY80" fmla="*/ 1667 h 81145"/>
                  <a:gd name="connsiteX81" fmla="*/ 34583 w 412500"/>
                  <a:gd name="connsiteY81" fmla="*/ 3073 h 81145"/>
                  <a:gd name="connsiteX82" fmla="*/ 42708 w 412500"/>
                  <a:gd name="connsiteY82" fmla="*/ 7187 h 81145"/>
                  <a:gd name="connsiteX83" fmla="*/ 48125 w 412500"/>
                  <a:gd name="connsiteY83" fmla="*/ 14218 h 81145"/>
                  <a:gd name="connsiteX84" fmla="*/ 50104 w 412500"/>
                  <a:gd name="connsiteY84" fmla="*/ 24062 h 81145"/>
                  <a:gd name="connsiteX85" fmla="*/ 48125 w 412500"/>
                  <a:gd name="connsiteY85" fmla="*/ 34010 h 81145"/>
                  <a:gd name="connsiteX86" fmla="*/ 42708 w 412500"/>
                  <a:gd name="connsiteY86" fmla="*/ 41041 h 81145"/>
                  <a:gd name="connsiteX87" fmla="*/ 34583 w 412500"/>
                  <a:gd name="connsiteY87" fmla="*/ 45104 h 81145"/>
                  <a:gd name="connsiteX88" fmla="*/ 24479 w 412500"/>
                  <a:gd name="connsiteY88" fmla="*/ 46458 h 81145"/>
                  <a:gd name="connsiteX89" fmla="*/ 8125 w 412500"/>
                  <a:gd name="connsiteY89" fmla="*/ 46458 h 81145"/>
                  <a:gd name="connsiteX90" fmla="*/ 8125 w 412500"/>
                  <a:gd name="connsiteY90" fmla="*/ 79479 h 81145"/>
                  <a:gd name="connsiteX91" fmla="*/ 0 w 412500"/>
                  <a:gd name="connsiteY91" fmla="*/ 79479 h 81145"/>
                  <a:gd name="connsiteX92" fmla="*/ 0 w 412500"/>
                  <a:gd name="connsiteY92" fmla="*/ 3646 h 81145"/>
                  <a:gd name="connsiteX93" fmla="*/ 365 w 412500"/>
                  <a:gd name="connsiteY93" fmla="*/ 2135 h 81145"/>
                  <a:gd name="connsiteX94" fmla="*/ 1875 w 412500"/>
                  <a:gd name="connsiteY94" fmla="*/ 1667 h 81145"/>
                  <a:gd name="connsiteX95" fmla="*/ 404271 w 412500"/>
                  <a:gd name="connsiteY95" fmla="*/ 1354 h 81145"/>
                  <a:gd name="connsiteX96" fmla="*/ 412500 w 412500"/>
                  <a:gd name="connsiteY96" fmla="*/ 1354 h 81145"/>
                  <a:gd name="connsiteX97" fmla="*/ 412500 w 412500"/>
                  <a:gd name="connsiteY97" fmla="*/ 79479 h 81145"/>
                  <a:gd name="connsiteX98" fmla="*/ 404271 w 412500"/>
                  <a:gd name="connsiteY98" fmla="*/ 79479 h 81145"/>
                  <a:gd name="connsiteX99" fmla="*/ 262604 w 412500"/>
                  <a:gd name="connsiteY99" fmla="*/ 0 h 81145"/>
                  <a:gd name="connsiteX100" fmla="*/ 271927 w 412500"/>
                  <a:gd name="connsiteY100" fmla="*/ 1198 h 81145"/>
                  <a:gd name="connsiteX101" fmla="*/ 280104 w 412500"/>
                  <a:gd name="connsiteY101" fmla="*/ 4896 h 81145"/>
                  <a:gd name="connsiteX102" fmla="*/ 285990 w 412500"/>
                  <a:gd name="connsiteY102" fmla="*/ 11250 h 81145"/>
                  <a:gd name="connsiteX103" fmla="*/ 288959 w 412500"/>
                  <a:gd name="connsiteY103" fmla="*/ 20417 h 81145"/>
                  <a:gd name="connsiteX104" fmla="*/ 280209 w 412500"/>
                  <a:gd name="connsiteY104" fmla="*/ 20417 h 81145"/>
                  <a:gd name="connsiteX105" fmla="*/ 274271 w 412500"/>
                  <a:gd name="connsiteY105" fmla="*/ 10573 h 81145"/>
                  <a:gd name="connsiteX106" fmla="*/ 262604 w 412500"/>
                  <a:gd name="connsiteY106" fmla="*/ 7292 h 81145"/>
                  <a:gd name="connsiteX107" fmla="*/ 251250 w 412500"/>
                  <a:gd name="connsiteY107" fmla="*/ 10260 h 81145"/>
                  <a:gd name="connsiteX108" fmla="*/ 243958 w 412500"/>
                  <a:gd name="connsiteY108" fmla="*/ 18020 h 81145"/>
                  <a:gd name="connsiteX109" fmla="*/ 240104 w 412500"/>
                  <a:gd name="connsiteY109" fmla="*/ 28750 h 81145"/>
                  <a:gd name="connsiteX110" fmla="*/ 238958 w 412500"/>
                  <a:gd name="connsiteY110" fmla="*/ 40625 h 81145"/>
                  <a:gd name="connsiteX111" fmla="*/ 240104 w 412500"/>
                  <a:gd name="connsiteY111" fmla="*/ 52500 h 81145"/>
                  <a:gd name="connsiteX112" fmla="*/ 243958 w 412500"/>
                  <a:gd name="connsiteY112" fmla="*/ 63229 h 81145"/>
                  <a:gd name="connsiteX113" fmla="*/ 251250 w 412500"/>
                  <a:gd name="connsiteY113" fmla="*/ 70938 h 81145"/>
                  <a:gd name="connsiteX114" fmla="*/ 262604 w 412500"/>
                  <a:gd name="connsiteY114" fmla="*/ 73854 h 81145"/>
                  <a:gd name="connsiteX115" fmla="*/ 274115 w 412500"/>
                  <a:gd name="connsiteY115" fmla="*/ 70677 h 81145"/>
                  <a:gd name="connsiteX116" fmla="*/ 280521 w 412500"/>
                  <a:gd name="connsiteY116" fmla="*/ 59896 h 81145"/>
                  <a:gd name="connsiteX117" fmla="*/ 289375 w 412500"/>
                  <a:gd name="connsiteY117" fmla="*/ 59896 h 81145"/>
                  <a:gd name="connsiteX118" fmla="*/ 286406 w 412500"/>
                  <a:gd name="connsiteY118" fmla="*/ 69062 h 81145"/>
                  <a:gd name="connsiteX119" fmla="*/ 280521 w 412500"/>
                  <a:gd name="connsiteY119" fmla="*/ 75729 h 81145"/>
                  <a:gd name="connsiteX120" fmla="*/ 272292 w 412500"/>
                  <a:gd name="connsiteY120" fmla="*/ 79792 h 81145"/>
                  <a:gd name="connsiteX121" fmla="*/ 262604 w 412500"/>
                  <a:gd name="connsiteY121" fmla="*/ 81146 h 81145"/>
                  <a:gd name="connsiteX122" fmla="*/ 247813 w 412500"/>
                  <a:gd name="connsiteY122" fmla="*/ 77864 h 81145"/>
                  <a:gd name="connsiteX123" fmla="*/ 237813 w 412500"/>
                  <a:gd name="connsiteY123" fmla="*/ 69062 h 81145"/>
                  <a:gd name="connsiteX124" fmla="*/ 232031 w 412500"/>
                  <a:gd name="connsiteY124" fmla="*/ 56094 h 81145"/>
                  <a:gd name="connsiteX125" fmla="*/ 230208 w 412500"/>
                  <a:gd name="connsiteY125" fmla="*/ 40625 h 81145"/>
                  <a:gd name="connsiteX126" fmla="*/ 232031 w 412500"/>
                  <a:gd name="connsiteY126" fmla="*/ 25365 h 81145"/>
                  <a:gd name="connsiteX127" fmla="*/ 237813 w 412500"/>
                  <a:gd name="connsiteY127" fmla="*/ 12396 h 81145"/>
                  <a:gd name="connsiteX128" fmla="*/ 247865 w 412500"/>
                  <a:gd name="connsiteY128" fmla="*/ 3385 h 81145"/>
                  <a:gd name="connsiteX129" fmla="*/ 262604 w 412500"/>
                  <a:gd name="connsiteY129" fmla="*/ 0 h 81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</a:cxnLst>
                <a:rect l="l" t="t" r="r" b="b"/>
                <a:pathLst>
                  <a:path w="412500" h="81145">
                    <a:moveTo>
                      <a:pt x="346563" y="8854"/>
                    </a:moveTo>
                    <a:lnTo>
                      <a:pt x="346563" y="39167"/>
                    </a:lnTo>
                    <a:lnTo>
                      <a:pt x="361563" y="39167"/>
                    </a:lnTo>
                    <a:cubicBezTo>
                      <a:pt x="367327" y="39167"/>
                      <a:pt x="371875" y="38008"/>
                      <a:pt x="375209" y="35677"/>
                    </a:cubicBezTo>
                    <a:cubicBezTo>
                      <a:pt x="378542" y="33359"/>
                      <a:pt x="380209" y="29479"/>
                      <a:pt x="380209" y="24062"/>
                    </a:cubicBezTo>
                    <a:cubicBezTo>
                      <a:pt x="380209" y="18724"/>
                      <a:pt x="378542" y="14844"/>
                      <a:pt x="375209" y="12448"/>
                    </a:cubicBezTo>
                    <a:cubicBezTo>
                      <a:pt x="371875" y="10052"/>
                      <a:pt x="367327" y="8854"/>
                      <a:pt x="361563" y="8854"/>
                    </a:cubicBezTo>
                    <a:close/>
                    <a:moveTo>
                      <a:pt x="163333" y="8854"/>
                    </a:moveTo>
                    <a:lnTo>
                      <a:pt x="163333" y="72291"/>
                    </a:lnTo>
                    <a:lnTo>
                      <a:pt x="176979" y="72291"/>
                    </a:lnTo>
                    <a:cubicBezTo>
                      <a:pt x="186910" y="72291"/>
                      <a:pt x="194150" y="69453"/>
                      <a:pt x="198698" y="63750"/>
                    </a:cubicBezTo>
                    <a:cubicBezTo>
                      <a:pt x="203247" y="58060"/>
                      <a:pt x="205521" y="50351"/>
                      <a:pt x="205521" y="40625"/>
                    </a:cubicBezTo>
                    <a:cubicBezTo>
                      <a:pt x="205521" y="29244"/>
                      <a:pt x="202535" y="21029"/>
                      <a:pt x="196563" y="15990"/>
                    </a:cubicBezTo>
                    <a:cubicBezTo>
                      <a:pt x="190591" y="10963"/>
                      <a:pt x="182500" y="8581"/>
                      <a:pt x="172292" y="8854"/>
                    </a:cubicBezTo>
                    <a:close/>
                    <a:moveTo>
                      <a:pt x="8021" y="8854"/>
                    </a:moveTo>
                    <a:lnTo>
                      <a:pt x="8021" y="39167"/>
                    </a:lnTo>
                    <a:lnTo>
                      <a:pt x="23021" y="39167"/>
                    </a:lnTo>
                    <a:cubicBezTo>
                      <a:pt x="28785" y="39167"/>
                      <a:pt x="33333" y="38008"/>
                      <a:pt x="36667" y="35677"/>
                    </a:cubicBezTo>
                    <a:cubicBezTo>
                      <a:pt x="40000" y="33359"/>
                      <a:pt x="41667" y="29479"/>
                      <a:pt x="41667" y="24062"/>
                    </a:cubicBezTo>
                    <a:cubicBezTo>
                      <a:pt x="41667" y="18724"/>
                      <a:pt x="40000" y="14844"/>
                      <a:pt x="36667" y="12448"/>
                    </a:cubicBezTo>
                    <a:cubicBezTo>
                      <a:pt x="33333" y="10052"/>
                      <a:pt x="28785" y="8854"/>
                      <a:pt x="23021" y="8854"/>
                    </a:cubicBezTo>
                    <a:close/>
                    <a:moveTo>
                      <a:pt x="340417" y="1667"/>
                    </a:moveTo>
                    <a:lnTo>
                      <a:pt x="363021" y="1667"/>
                    </a:lnTo>
                    <a:cubicBezTo>
                      <a:pt x="366633" y="1667"/>
                      <a:pt x="370000" y="2135"/>
                      <a:pt x="373125" y="3073"/>
                    </a:cubicBezTo>
                    <a:cubicBezTo>
                      <a:pt x="376250" y="4010"/>
                      <a:pt x="378959" y="5390"/>
                      <a:pt x="381250" y="7187"/>
                    </a:cubicBezTo>
                    <a:cubicBezTo>
                      <a:pt x="383542" y="9062"/>
                      <a:pt x="385348" y="11406"/>
                      <a:pt x="386667" y="14218"/>
                    </a:cubicBezTo>
                    <a:cubicBezTo>
                      <a:pt x="387987" y="17031"/>
                      <a:pt x="388646" y="20312"/>
                      <a:pt x="388646" y="24062"/>
                    </a:cubicBezTo>
                    <a:cubicBezTo>
                      <a:pt x="388646" y="27891"/>
                      <a:pt x="387987" y="31198"/>
                      <a:pt x="386667" y="34010"/>
                    </a:cubicBezTo>
                    <a:cubicBezTo>
                      <a:pt x="385348" y="36823"/>
                      <a:pt x="383542" y="39167"/>
                      <a:pt x="381250" y="41041"/>
                    </a:cubicBezTo>
                    <a:cubicBezTo>
                      <a:pt x="378959" y="42851"/>
                      <a:pt x="376250" y="44206"/>
                      <a:pt x="373125" y="45104"/>
                    </a:cubicBezTo>
                    <a:cubicBezTo>
                      <a:pt x="370000" y="46016"/>
                      <a:pt x="366633" y="46458"/>
                      <a:pt x="363021" y="46458"/>
                    </a:cubicBezTo>
                    <a:lnTo>
                      <a:pt x="346667" y="46458"/>
                    </a:lnTo>
                    <a:lnTo>
                      <a:pt x="346667" y="79479"/>
                    </a:lnTo>
                    <a:lnTo>
                      <a:pt x="338542" y="79479"/>
                    </a:lnTo>
                    <a:lnTo>
                      <a:pt x="338542" y="3646"/>
                    </a:lnTo>
                    <a:cubicBezTo>
                      <a:pt x="338542" y="2956"/>
                      <a:pt x="338664" y="2448"/>
                      <a:pt x="338906" y="2135"/>
                    </a:cubicBezTo>
                    <a:cubicBezTo>
                      <a:pt x="339150" y="1823"/>
                      <a:pt x="339654" y="1667"/>
                      <a:pt x="340417" y="1667"/>
                    </a:cubicBezTo>
                    <a:close/>
                    <a:moveTo>
                      <a:pt x="156979" y="1667"/>
                    </a:moveTo>
                    <a:lnTo>
                      <a:pt x="174896" y="1667"/>
                    </a:lnTo>
                    <a:cubicBezTo>
                      <a:pt x="187396" y="1667"/>
                      <a:pt x="197031" y="4935"/>
                      <a:pt x="203802" y="11458"/>
                    </a:cubicBezTo>
                    <a:cubicBezTo>
                      <a:pt x="210573" y="17995"/>
                      <a:pt x="213958" y="27708"/>
                      <a:pt x="213958" y="40625"/>
                    </a:cubicBezTo>
                    <a:cubicBezTo>
                      <a:pt x="213958" y="53542"/>
                      <a:pt x="210573" y="63255"/>
                      <a:pt x="203802" y="69739"/>
                    </a:cubicBezTo>
                    <a:cubicBezTo>
                      <a:pt x="197031" y="76237"/>
                      <a:pt x="187396" y="79479"/>
                      <a:pt x="174896" y="79479"/>
                    </a:cubicBezTo>
                    <a:lnTo>
                      <a:pt x="156979" y="79479"/>
                    </a:lnTo>
                    <a:cubicBezTo>
                      <a:pt x="156285" y="79479"/>
                      <a:pt x="155816" y="79349"/>
                      <a:pt x="155573" y="79062"/>
                    </a:cubicBezTo>
                    <a:cubicBezTo>
                      <a:pt x="155331" y="78789"/>
                      <a:pt x="155208" y="78268"/>
                      <a:pt x="155208" y="77500"/>
                    </a:cubicBezTo>
                    <a:lnTo>
                      <a:pt x="155208" y="3646"/>
                    </a:lnTo>
                    <a:cubicBezTo>
                      <a:pt x="155208" y="2956"/>
                      <a:pt x="155331" y="2448"/>
                      <a:pt x="155573" y="2135"/>
                    </a:cubicBezTo>
                    <a:cubicBezTo>
                      <a:pt x="155816" y="1823"/>
                      <a:pt x="156285" y="1667"/>
                      <a:pt x="156979" y="1667"/>
                    </a:cubicBezTo>
                    <a:close/>
                    <a:moveTo>
                      <a:pt x="66771" y="1667"/>
                    </a:moveTo>
                    <a:lnTo>
                      <a:pt x="74583" y="1667"/>
                    </a:lnTo>
                    <a:cubicBezTo>
                      <a:pt x="75000" y="1667"/>
                      <a:pt x="75400" y="1797"/>
                      <a:pt x="75781" y="2031"/>
                    </a:cubicBezTo>
                    <a:cubicBezTo>
                      <a:pt x="76164" y="2278"/>
                      <a:pt x="76458" y="2604"/>
                      <a:pt x="76667" y="3021"/>
                    </a:cubicBezTo>
                    <a:lnTo>
                      <a:pt x="96771" y="58646"/>
                    </a:lnTo>
                    <a:lnTo>
                      <a:pt x="100729" y="69166"/>
                    </a:lnTo>
                    <a:lnTo>
                      <a:pt x="104688" y="58646"/>
                    </a:lnTo>
                    <a:lnTo>
                      <a:pt x="124792" y="3021"/>
                    </a:lnTo>
                    <a:cubicBezTo>
                      <a:pt x="124931" y="2604"/>
                      <a:pt x="125191" y="2278"/>
                      <a:pt x="125573" y="2031"/>
                    </a:cubicBezTo>
                    <a:cubicBezTo>
                      <a:pt x="125956" y="1797"/>
                      <a:pt x="126389" y="1667"/>
                      <a:pt x="126875" y="1667"/>
                    </a:cubicBezTo>
                    <a:lnTo>
                      <a:pt x="134688" y="1667"/>
                    </a:lnTo>
                    <a:cubicBezTo>
                      <a:pt x="135313" y="1667"/>
                      <a:pt x="135764" y="1823"/>
                      <a:pt x="136042" y="2135"/>
                    </a:cubicBezTo>
                    <a:cubicBezTo>
                      <a:pt x="136320" y="2448"/>
                      <a:pt x="136458" y="2956"/>
                      <a:pt x="136458" y="3646"/>
                    </a:cubicBezTo>
                    <a:lnTo>
                      <a:pt x="136458" y="79479"/>
                    </a:lnTo>
                    <a:lnTo>
                      <a:pt x="128750" y="79479"/>
                    </a:lnTo>
                    <a:lnTo>
                      <a:pt x="128750" y="20729"/>
                    </a:lnTo>
                    <a:lnTo>
                      <a:pt x="128958" y="11146"/>
                    </a:lnTo>
                    <a:lnTo>
                      <a:pt x="105104" y="78437"/>
                    </a:lnTo>
                    <a:cubicBezTo>
                      <a:pt x="104966" y="78854"/>
                      <a:pt x="104775" y="79140"/>
                      <a:pt x="104531" y="79271"/>
                    </a:cubicBezTo>
                    <a:cubicBezTo>
                      <a:pt x="104289" y="79414"/>
                      <a:pt x="103925" y="79479"/>
                      <a:pt x="103438" y="79479"/>
                    </a:cubicBezTo>
                    <a:lnTo>
                      <a:pt x="97917" y="79479"/>
                    </a:lnTo>
                    <a:cubicBezTo>
                      <a:pt x="97431" y="79479"/>
                      <a:pt x="97066" y="79414"/>
                      <a:pt x="96823" y="79271"/>
                    </a:cubicBezTo>
                    <a:cubicBezTo>
                      <a:pt x="96581" y="79140"/>
                      <a:pt x="96425" y="78854"/>
                      <a:pt x="96354" y="78437"/>
                    </a:cubicBezTo>
                    <a:lnTo>
                      <a:pt x="72500" y="11250"/>
                    </a:lnTo>
                    <a:lnTo>
                      <a:pt x="72708" y="20833"/>
                    </a:lnTo>
                    <a:lnTo>
                      <a:pt x="72708" y="79479"/>
                    </a:lnTo>
                    <a:lnTo>
                      <a:pt x="65000" y="79479"/>
                    </a:lnTo>
                    <a:lnTo>
                      <a:pt x="65000" y="3646"/>
                    </a:lnTo>
                    <a:cubicBezTo>
                      <a:pt x="65000" y="2956"/>
                      <a:pt x="65122" y="2448"/>
                      <a:pt x="65365" y="2135"/>
                    </a:cubicBezTo>
                    <a:cubicBezTo>
                      <a:pt x="65608" y="1823"/>
                      <a:pt x="66077" y="1667"/>
                      <a:pt x="66771" y="1667"/>
                    </a:cubicBezTo>
                    <a:close/>
                    <a:moveTo>
                      <a:pt x="1875" y="1667"/>
                    </a:moveTo>
                    <a:lnTo>
                      <a:pt x="24479" y="1667"/>
                    </a:lnTo>
                    <a:cubicBezTo>
                      <a:pt x="28091" y="1667"/>
                      <a:pt x="31458" y="2135"/>
                      <a:pt x="34583" y="3073"/>
                    </a:cubicBezTo>
                    <a:cubicBezTo>
                      <a:pt x="37708" y="4010"/>
                      <a:pt x="40417" y="5390"/>
                      <a:pt x="42708" y="7187"/>
                    </a:cubicBezTo>
                    <a:cubicBezTo>
                      <a:pt x="45000" y="9062"/>
                      <a:pt x="46806" y="11406"/>
                      <a:pt x="48125" y="14218"/>
                    </a:cubicBezTo>
                    <a:cubicBezTo>
                      <a:pt x="49445" y="17031"/>
                      <a:pt x="50104" y="20312"/>
                      <a:pt x="50104" y="24062"/>
                    </a:cubicBezTo>
                    <a:cubicBezTo>
                      <a:pt x="50104" y="27891"/>
                      <a:pt x="49445" y="31198"/>
                      <a:pt x="48125" y="34010"/>
                    </a:cubicBezTo>
                    <a:cubicBezTo>
                      <a:pt x="46806" y="36823"/>
                      <a:pt x="45000" y="39167"/>
                      <a:pt x="42708" y="41041"/>
                    </a:cubicBezTo>
                    <a:cubicBezTo>
                      <a:pt x="40417" y="42851"/>
                      <a:pt x="37708" y="44206"/>
                      <a:pt x="34583" y="45104"/>
                    </a:cubicBezTo>
                    <a:cubicBezTo>
                      <a:pt x="31458" y="46016"/>
                      <a:pt x="28091" y="46458"/>
                      <a:pt x="24479" y="46458"/>
                    </a:cubicBezTo>
                    <a:lnTo>
                      <a:pt x="8125" y="46458"/>
                    </a:lnTo>
                    <a:lnTo>
                      <a:pt x="8125" y="79479"/>
                    </a:lnTo>
                    <a:lnTo>
                      <a:pt x="0" y="79479"/>
                    </a:lnTo>
                    <a:lnTo>
                      <a:pt x="0" y="3646"/>
                    </a:lnTo>
                    <a:cubicBezTo>
                      <a:pt x="0" y="2956"/>
                      <a:pt x="122" y="2448"/>
                      <a:pt x="365" y="2135"/>
                    </a:cubicBezTo>
                    <a:cubicBezTo>
                      <a:pt x="608" y="1823"/>
                      <a:pt x="1112" y="1667"/>
                      <a:pt x="1875" y="1667"/>
                    </a:cubicBezTo>
                    <a:close/>
                    <a:moveTo>
                      <a:pt x="404271" y="1354"/>
                    </a:moveTo>
                    <a:lnTo>
                      <a:pt x="412500" y="1354"/>
                    </a:lnTo>
                    <a:lnTo>
                      <a:pt x="412500" y="79479"/>
                    </a:lnTo>
                    <a:lnTo>
                      <a:pt x="404271" y="79479"/>
                    </a:lnTo>
                    <a:close/>
                    <a:moveTo>
                      <a:pt x="262604" y="0"/>
                    </a:moveTo>
                    <a:cubicBezTo>
                      <a:pt x="265800" y="0"/>
                      <a:pt x="268906" y="403"/>
                      <a:pt x="271927" y="1198"/>
                    </a:cubicBezTo>
                    <a:cubicBezTo>
                      <a:pt x="274948" y="2005"/>
                      <a:pt x="277675" y="3229"/>
                      <a:pt x="280104" y="4896"/>
                    </a:cubicBezTo>
                    <a:cubicBezTo>
                      <a:pt x="282466" y="6562"/>
                      <a:pt x="284427" y="8685"/>
                      <a:pt x="285990" y="11250"/>
                    </a:cubicBezTo>
                    <a:cubicBezTo>
                      <a:pt x="287552" y="13828"/>
                      <a:pt x="288542" y="16875"/>
                      <a:pt x="288959" y="20417"/>
                    </a:cubicBezTo>
                    <a:lnTo>
                      <a:pt x="280209" y="20417"/>
                    </a:lnTo>
                    <a:cubicBezTo>
                      <a:pt x="279583" y="16042"/>
                      <a:pt x="277604" y="12760"/>
                      <a:pt x="274271" y="10573"/>
                    </a:cubicBezTo>
                    <a:cubicBezTo>
                      <a:pt x="270938" y="8385"/>
                      <a:pt x="267050" y="7292"/>
                      <a:pt x="262604" y="7292"/>
                    </a:cubicBezTo>
                    <a:cubicBezTo>
                      <a:pt x="258091" y="7292"/>
                      <a:pt x="254306" y="8281"/>
                      <a:pt x="251250" y="10260"/>
                    </a:cubicBezTo>
                    <a:cubicBezTo>
                      <a:pt x="248195" y="12239"/>
                      <a:pt x="245764" y="14830"/>
                      <a:pt x="243958" y="18020"/>
                    </a:cubicBezTo>
                    <a:cubicBezTo>
                      <a:pt x="242154" y="21224"/>
                      <a:pt x="240869" y="24792"/>
                      <a:pt x="240104" y="28750"/>
                    </a:cubicBezTo>
                    <a:cubicBezTo>
                      <a:pt x="239341" y="32708"/>
                      <a:pt x="238958" y="36666"/>
                      <a:pt x="238958" y="40625"/>
                    </a:cubicBezTo>
                    <a:cubicBezTo>
                      <a:pt x="238958" y="44583"/>
                      <a:pt x="239341" y="48542"/>
                      <a:pt x="240104" y="52500"/>
                    </a:cubicBezTo>
                    <a:cubicBezTo>
                      <a:pt x="240869" y="56458"/>
                      <a:pt x="242154" y="60039"/>
                      <a:pt x="243958" y="63229"/>
                    </a:cubicBezTo>
                    <a:cubicBezTo>
                      <a:pt x="245764" y="66432"/>
                      <a:pt x="248195" y="68997"/>
                      <a:pt x="251250" y="70938"/>
                    </a:cubicBezTo>
                    <a:cubicBezTo>
                      <a:pt x="254306" y="72891"/>
                      <a:pt x="258091" y="73854"/>
                      <a:pt x="262604" y="73854"/>
                    </a:cubicBezTo>
                    <a:cubicBezTo>
                      <a:pt x="267050" y="73854"/>
                      <a:pt x="270886" y="72799"/>
                      <a:pt x="274115" y="70677"/>
                    </a:cubicBezTo>
                    <a:cubicBezTo>
                      <a:pt x="277344" y="68568"/>
                      <a:pt x="279479" y="64974"/>
                      <a:pt x="280521" y="59896"/>
                    </a:cubicBezTo>
                    <a:lnTo>
                      <a:pt x="289375" y="59896"/>
                    </a:lnTo>
                    <a:cubicBezTo>
                      <a:pt x="288959" y="63372"/>
                      <a:pt x="287969" y="66432"/>
                      <a:pt x="286406" y="69062"/>
                    </a:cubicBezTo>
                    <a:cubicBezTo>
                      <a:pt x="284844" y="71706"/>
                      <a:pt x="282883" y="73932"/>
                      <a:pt x="280521" y="75729"/>
                    </a:cubicBezTo>
                    <a:cubicBezTo>
                      <a:pt x="278091" y="77539"/>
                      <a:pt x="275348" y="78893"/>
                      <a:pt x="272292" y="79792"/>
                    </a:cubicBezTo>
                    <a:cubicBezTo>
                      <a:pt x="269237" y="80703"/>
                      <a:pt x="266008" y="81146"/>
                      <a:pt x="262604" y="81146"/>
                    </a:cubicBezTo>
                    <a:cubicBezTo>
                      <a:pt x="256841" y="81146"/>
                      <a:pt x="251910" y="80052"/>
                      <a:pt x="247813" y="77864"/>
                    </a:cubicBezTo>
                    <a:cubicBezTo>
                      <a:pt x="243716" y="75677"/>
                      <a:pt x="240383" y="72747"/>
                      <a:pt x="237813" y="69062"/>
                    </a:cubicBezTo>
                    <a:cubicBezTo>
                      <a:pt x="235175" y="65312"/>
                      <a:pt x="233248" y="60989"/>
                      <a:pt x="232031" y="56094"/>
                    </a:cubicBezTo>
                    <a:cubicBezTo>
                      <a:pt x="230817" y="51198"/>
                      <a:pt x="230208" y="46041"/>
                      <a:pt x="230208" y="40625"/>
                    </a:cubicBezTo>
                    <a:cubicBezTo>
                      <a:pt x="230208" y="35352"/>
                      <a:pt x="230817" y="30260"/>
                      <a:pt x="232031" y="25365"/>
                    </a:cubicBezTo>
                    <a:cubicBezTo>
                      <a:pt x="233248" y="20469"/>
                      <a:pt x="235175" y="16146"/>
                      <a:pt x="237813" y="12396"/>
                    </a:cubicBezTo>
                    <a:cubicBezTo>
                      <a:pt x="240452" y="8645"/>
                      <a:pt x="243802" y="5651"/>
                      <a:pt x="247865" y="3385"/>
                    </a:cubicBezTo>
                    <a:cubicBezTo>
                      <a:pt x="251927" y="1132"/>
                      <a:pt x="256841" y="0"/>
                      <a:pt x="26260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14" name="TextBox 413">
                <a:extLst>
                  <a:ext uri="{FF2B5EF4-FFF2-40B4-BE49-F238E27FC236}">
                    <a16:creationId xmlns:a16="http://schemas.microsoft.com/office/drawing/2014/main" id="{69E020CA-DB32-4AF5-82A3-CB564B92A443}"/>
                  </a:ext>
                </a:extLst>
              </p:cNvPr>
              <p:cNvSpPr txBox="1"/>
              <p:nvPr/>
            </p:nvSpPr>
            <p:spPr>
              <a:xfrm>
                <a:off x="1127485" y="3745670"/>
                <a:ext cx="508401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PMDC PI</a:t>
                </a:r>
              </a:p>
            </p:txBody>
          </p:sp>
        </p:grpSp>
        <p:sp>
          <p:nvSpPr>
            <p:cNvPr id="415" name="자유형: 도형 414">
              <a:extLst>
                <a:ext uri="{FF2B5EF4-FFF2-40B4-BE49-F238E27FC236}">
                  <a16:creationId xmlns:a16="http://schemas.microsoft.com/office/drawing/2014/main" id="{8A542364-28CC-49FC-87ED-3B145A6A5A83}"/>
                </a:ext>
              </a:extLst>
            </p:cNvPr>
            <p:cNvSpPr/>
            <p:nvPr/>
          </p:nvSpPr>
          <p:spPr>
            <a:xfrm>
              <a:off x="1682492" y="3782575"/>
              <a:ext cx="371039" cy="92291"/>
            </a:xfrm>
            <a:custGeom>
              <a:avLst/>
              <a:gdLst>
                <a:gd name="connsiteX0" fmla="*/ 0 w 371039"/>
                <a:gd name="connsiteY0" fmla="*/ 52500 h 92291"/>
                <a:gd name="connsiteX1" fmla="*/ 84479 w 371039"/>
                <a:gd name="connsiteY1" fmla="*/ 52500 h 92291"/>
                <a:gd name="connsiteX2" fmla="*/ 84479 w 371039"/>
                <a:gd name="connsiteY2" fmla="*/ 59583 h 92291"/>
                <a:gd name="connsiteX3" fmla="*/ 62396 w 371039"/>
                <a:gd name="connsiteY3" fmla="*/ 59583 h 92291"/>
                <a:gd name="connsiteX4" fmla="*/ 62396 w 371039"/>
                <a:gd name="connsiteY4" fmla="*/ 92083 h 92291"/>
                <a:gd name="connsiteX5" fmla="*/ 54167 w 371039"/>
                <a:gd name="connsiteY5" fmla="*/ 92083 h 92291"/>
                <a:gd name="connsiteX6" fmla="*/ 54167 w 371039"/>
                <a:gd name="connsiteY6" fmla="*/ 59583 h 92291"/>
                <a:gd name="connsiteX7" fmla="*/ 30625 w 371039"/>
                <a:gd name="connsiteY7" fmla="*/ 59583 h 92291"/>
                <a:gd name="connsiteX8" fmla="*/ 30625 w 371039"/>
                <a:gd name="connsiteY8" fmla="*/ 91354 h 92291"/>
                <a:gd name="connsiteX9" fmla="*/ 22292 w 371039"/>
                <a:gd name="connsiteY9" fmla="*/ 91354 h 92291"/>
                <a:gd name="connsiteX10" fmla="*/ 22292 w 371039"/>
                <a:gd name="connsiteY10" fmla="*/ 59583 h 92291"/>
                <a:gd name="connsiteX11" fmla="*/ 0 w 371039"/>
                <a:gd name="connsiteY11" fmla="*/ 59583 h 92291"/>
                <a:gd name="connsiteX12" fmla="*/ 286560 w 371039"/>
                <a:gd name="connsiteY12" fmla="*/ 50833 h 92291"/>
                <a:gd name="connsiteX13" fmla="*/ 371039 w 371039"/>
                <a:gd name="connsiteY13" fmla="*/ 50833 h 92291"/>
                <a:gd name="connsiteX14" fmla="*/ 371039 w 371039"/>
                <a:gd name="connsiteY14" fmla="*/ 57917 h 92291"/>
                <a:gd name="connsiteX15" fmla="*/ 333331 w 371039"/>
                <a:gd name="connsiteY15" fmla="*/ 57917 h 92291"/>
                <a:gd name="connsiteX16" fmla="*/ 333331 w 371039"/>
                <a:gd name="connsiteY16" fmla="*/ 92291 h 92291"/>
                <a:gd name="connsiteX17" fmla="*/ 324893 w 371039"/>
                <a:gd name="connsiteY17" fmla="*/ 92291 h 92291"/>
                <a:gd name="connsiteX18" fmla="*/ 324893 w 371039"/>
                <a:gd name="connsiteY18" fmla="*/ 57917 h 92291"/>
                <a:gd name="connsiteX19" fmla="*/ 286560 w 371039"/>
                <a:gd name="connsiteY19" fmla="*/ 57917 h 92291"/>
                <a:gd name="connsiteX20" fmla="*/ 214998 w 371039"/>
                <a:gd name="connsiteY20" fmla="*/ 26666 h 92291"/>
                <a:gd name="connsiteX21" fmla="*/ 214998 w 371039"/>
                <a:gd name="connsiteY21" fmla="*/ 45729 h 92291"/>
                <a:gd name="connsiteX22" fmla="*/ 260206 w 371039"/>
                <a:gd name="connsiteY22" fmla="*/ 45729 h 92291"/>
                <a:gd name="connsiteX23" fmla="*/ 260206 w 371039"/>
                <a:gd name="connsiteY23" fmla="*/ 26666 h 92291"/>
                <a:gd name="connsiteX24" fmla="*/ 42292 w 371039"/>
                <a:gd name="connsiteY24" fmla="*/ 7396 h 92291"/>
                <a:gd name="connsiteX25" fmla="*/ 24844 w 371039"/>
                <a:gd name="connsiteY25" fmla="*/ 11198 h 92291"/>
                <a:gd name="connsiteX26" fmla="*/ 18229 w 371039"/>
                <a:gd name="connsiteY26" fmla="*/ 22187 h 92291"/>
                <a:gd name="connsiteX27" fmla="*/ 20052 w 371039"/>
                <a:gd name="connsiteY27" fmla="*/ 28437 h 92291"/>
                <a:gd name="connsiteX28" fmla="*/ 25104 w 371039"/>
                <a:gd name="connsiteY28" fmla="*/ 33021 h 92291"/>
                <a:gd name="connsiteX29" fmla="*/ 32761 w 371039"/>
                <a:gd name="connsiteY29" fmla="*/ 35833 h 92291"/>
                <a:gd name="connsiteX30" fmla="*/ 42292 w 371039"/>
                <a:gd name="connsiteY30" fmla="*/ 36771 h 92291"/>
                <a:gd name="connsiteX31" fmla="*/ 59427 w 371039"/>
                <a:gd name="connsiteY31" fmla="*/ 32969 h 92291"/>
                <a:gd name="connsiteX32" fmla="*/ 66250 w 371039"/>
                <a:gd name="connsiteY32" fmla="*/ 22187 h 92291"/>
                <a:gd name="connsiteX33" fmla="*/ 59479 w 371039"/>
                <a:gd name="connsiteY33" fmla="*/ 11198 h 92291"/>
                <a:gd name="connsiteX34" fmla="*/ 42292 w 371039"/>
                <a:gd name="connsiteY34" fmla="*/ 7396 h 92291"/>
                <a:gd name="connsiteX35" fmla="*/ 97917 w 371039"/>
                <a:gd name="connsiteY35" fmla="*/ 5104 h 92291"/>
                <a:gd name="connsiteX36" fmla="*/ 146458 w 371039"/>
                <a:gd name="connsiteY36" fmla="*/ 5104 h 92291"/>
                <a:gd name="connsiteX37" fmla="*/ 146458 w 371039"/>
                <a:gd name="connsiteY37" fmla="*/ 12083 h 92291"/>
                <a:gd name="connsiteX38" fmla="*/ 126354 w 371039"/>
                <a:gd name="connsiteY38" fmla="*/ 12083 h 92291"/>
                <a:gd name="connsiteX39" fmla="*/ 126354 w 371039"/>
                <a:gd name="connsiteY39" fmla="*/ 21354 h 92291"/>
                <a:gd name="connsiteX40" fmla="*/ 132604 w 371039"/>
                <a:gd name="connsiteY40" fmla="*/ 47031 h 92291"/>
                <a:gd name="connsiteX41" fmla="*/ 151664 w 371039"/>
                <a:gd name="connsiteY41" fmla="*/ 65312 h 92291"/>
                <a:gd name="connsiteX42" fmla="*/ 145729 w 371039"/>
                <a:gd name="connsiteY42" fmla="*/ 71250 h 92291"/>
                <a:gd name="connsiteX43" fmla="*/ 131875 w 371039"/>
                <a:gd name="connsiteY43" fmla="*/ 59166 h 92291"/>
                <a:gd name="connsiteX44" fmla="*/ 122083 w 371039"/>
                <a:gd name="connsiteY44" fmla="*/ 42396 h 92291"/>
                <a:gd name="connsiteX45" fmla="*/ 118021 w 371039"/>
                <a:gd name="connsiteY45" fmla="*/ 51614 h 92291"/>
                <a:gd name="connsiteX46" fmla="*/ 112083 w 371039"/>
                <a:gd name="connsiteY46" fmla="*/ 60312 h 92291"/>
                <a:gd name="connsiteX47" fmla="*/ 105156 w 371039"/>
                <a:gd name="connsiteY47" fmla="*/ 67812 h 92291"/>
                <a:gd name="connsiteX48" fmla="*/ 98021 w 371039"/>
                <a:gd name="connsiteY48" fmla="*/ 73750 h 92291"/>
                <a:gd name="connsiteX49" fmla="*/ 91250 w 371039"/>
                <a:gd name="connsiteY49" fmla="*/ 68021 h 92291"/>
                <a:gd name="connsiteX50" fmla="*/ 110781 w 371039"/>
                <a:gd name="connsiteY50" fmla="*/ 48229 h 92291"/>
                <a:gd name="connsiteX51" fmla="*/ 117813 w 371039"/>
                <a:gd name="connsiteY51" fmla="*/ 20000 h 92291"/>
                <a:gd name="connsiteX52" fmla="*/ 117813 w 371039"/>
                <a:gd name="connsiteY52" fmla="*/ 12083 h 92291"/>
                <a:gd name="connsiteX53" fmla="*/ 97917 w 371039"/>
                <a:gd name="connsiteY53" fmla="*/ 12083 h 92291"/>
                <a:gd name="connsiteX54" fmla="*/ 206768 w 371039"/>
                <a:gd name="connsiteY54" fmla="*/ 3541 h 92291"/>
                <a:gd name="connsiteX55" fmla="*/ 214998 w 371039"/>
                <a:gd name="connsiteY55" fmla="*/ 3541 h 92291"/>
                <a:gd name="connsiteX56" fmla="*/ 214998 w 371039"/>
                <a:gd name="connsiteY56" fmla="*/ 19687 h 92291"/>
                <a:gd name="connsiteX57" fmla="*/ 260206 w 371039"/>
                <a:gd name="connsiteY57" fmla="*/ 19687 h 92291"/>
                <a:gd name="connsiteX58" fmla="*/ 260206 w 371039"/>
                <a:gd name="connsiteY58" fmla="*/ 3541 h 92291"/>
                <a:gd name="connsiteX59" fmla="*/ 268435 w 371039"/>
                <a:gd name="connsiteY59" fmla="*/ 3541 h 92291"/>
                <a:gd name="connsiteX60" fmla="*/ 268435 w 371039"/>
                <a:gd name="connsiteY60" fmla="*/ 50729 h 92291"/>
                <a:gd name="connsiteX61" fmla="*/ 267966 w 371039"/>
                <a:gd name="connsiteY61" fmla="*/ 52448 h 92291"/>
                <a:gd name="connsiteX62" fmla="*/ 266248 w 371039"/>
                <a:gd name="connsiteY62" fmla="*/ 52917 h 92291"/>
                <a:gd name="connsiteX63" fmla="*/ 241768 w 371039"/>
                <a:gd name="connsiteY63" fmla="*/ 52917 h 92291"/>
                <a:gd name="connsiteX64" fmla="*/ 241768 w 371039"/>
                <a:gd name="connsiteY64" fmla="*/ 73333 h 92291"/>
                <a:gd name="connsiteX65" fmla="*/ 279998 w 371039"/>
                <a:gd name="connsiteY65" fmla="*/ 73333 h 92291"/>
                <a:gd name="connsiteX66" fmla="*/ 279998 w 371039"/>
                <a:gd name="connsiteY66" fmla="*/ 80521 h 92291"/>
                <a:gd name="connsiteX67" fmla="*/ 195206 w 371039"/>
                <a:gd name="connsiteY67" fmla="*/ 80521 h 92291"/>
                <a:gd name="connsiteX68" fmla="*/ 195206 w 371039"/>
                <a:gd name="connsiteY68" fmla="*/ 73333 h 92291"/>
                <a:gd name="connsiteX69" fmla="*/ 233227 w 371039"/>
                <a:gd name="connsiteY69" fmla="*/ 73333 h 92291"/>
                <a:gd name="connsiteX70" fmla="*/ 233227 w 371039"/>
                <a:gd name="connsiteY70" fmla="*/ 52917 h 92291"/>
                <a:gd name="connsiteX71" fmla="*/ 208956 w 371039"/>
                <a:gd name="connsiteY71" fmla="*/ 52917 h 92291"/>
                <a:gd name="connsiteX72" fmla="*/ 207237 w 371039"/>
                <a:gd name="connsiteY72" fmla="*/ 52448 h 92291"/>
                <a:gd name="connsiteX73" fmla="*/ 206768 w 371039"/>
                <a:gd name="connsiteY73" fmla="*/ 50729 h 92291"/>
                <a:gd name="connsiteX74" fmla="*/ 324164 w 371039"/>
                <a:gd name="connsiteY74" fmla="*/ 1979 h 92291"/>
                <a:gd name="connsiteX75" fmla="*/ 333331 w 371039"/>
                <a:gd name="connsiteY75" fmla="*/ 1979 h 92291"/>
                <a:gd name="connsiteX76" fmla="*/ 333331 w 371039"/>
                <a:gd name="connsiteY76" fmla="*/ 6771 h 92291"/>
                <a:gd name="connsiteX77" fmla="*/ 336143 w 371039"/>
                <a:gd name="connsiteY77" fmla="*/ 16771 h 92291"/>
                <a:gd name="connsiteX78" fmla="*/ 343643 w 371039"/>
                <a:gd name="connsiteY78" fmla="*/ 24687 h 92291"/>
                <a:gd name="connsiteX79" fmla="*/ 354373 w 371039"/>
                <a:gd name="connsiteY79" fmla="*/ 30521 h 92291"/>
                <a:gd name="connsiteX80" fmla="*/ 366768 w 371039"/>
                <a:gd name="connsiteY80" fmla="*/ 34167 h 92291"/>
                <a:gd name="connsiteX81" fmla="*/ 361560 w 371039"/>
                <a:gd name="connsiteY81" fmla="*/ 40729 h 92291"/>
                <a:gd name="connsiteX82" fmla="*/ 351612 w 371039"/>
                <a:gd name="connsiteY82" fmla="*/ 37448 h 92291"/>
                <a:gd name="connsiteX83" fmla="*/ 342081 w 371039"/>
                <a:gd name="connsiteY83" fmla="*/ 32604 h 92291"/>
                <a:gd name="connsiteX84" fmla="*/ 334112 w 371039"/>
                <a:gd name="connsiteY84" fmla="*/ 26354 h 92291"/>
                <a:gd name="connsiteX85" fmla="*/ 328852 w 371039"/>
                <a:gd name="connsiteY85" fmla="*/ 18750 h 92291"/>
                <a:gd name="connsiteX86" fmla="*/ 323018 w 371039"/>
                <a:gd name="connsiteY86" fmla="*/ 26614 h 92291"/>
                <a:gd name="connsiteX87" fmla="*/ 315102 w 371039"/>
                <a:gd name="connsiteY87" fmla="*/ 32708 h 92291"/>
                <a:gd name="connsiteX88" fmla="*/ 305883 w 371039"/>
                <a:gd name="connsiteY88" fmla="*/ 37396 h 92291"/>
                <a:gd name="connsiteX89" fmla="*/ 296143 w 371039"/>
                <a:gd name="connsiteY89" fmla="*/ 40729 h 92291"/>
                <a:gd name="connsiteX90" fmla="*/ 290414 w 371039"/>
                <a:gd name="connsiteY90" fmla="*/ 34271 h 92291"/>
                <a:gd name="connsiteX91" fmla="*/ 315727 w 371039"/>
                <a:gd name="connsiteY91" fmla="*/ 23333 h 92291"/>
                <a:gd name="connsiteX92" fmla="*/ 324164 w 371039"/>
                <a:gd name="connsiteY92" fmla="*/ 6875 h 92291"/>
                <a:gd name="connsiteX93" fmla="*/ 42292 w 371039"/>
                <a:gd name="connsiteY93" fmla="*/ 521 h 92291"/>
                <a:gd name="connsiteX94" fmla="*/ 66302 w 371039"/>
                <a:gd name="connsiteY94" fmla="*/ 6354 h 92291"/>
                <a:gd name="connsiteX95" fmla="*/ 75000 w 371039"/>
                <a:gd name="connsiteY95" fmla="*/ 22187 h 92291"/>
                <a:gd name="connsiteX96" fmla="*/ 66354 w 371039"/>
                <a:gd name="connsiteY96" fmla="*/ 37760 h 92291"/>
                <a:gd name="connsiteX97" fmla="*/ 42292 w 371039"/>
                <a:gd name="connsiteY97" fmla="*/ 43646 h 92291"/>
                <a:gd name="connsiteX98" fmla="*/ 28594 w 371039"/>
                <a:gd name="connsiteY98" fmla="*/ 42135 h 92291"/>
                <a:gd name="connsiteX99" fmla="*/ 18229 w 371039"/>
                <a:gd name="connsiteY99" fmla="*/ 37812 h 92291"/>
                <a:gd name="connsiteX100" fmla="*/ 11719 w 371039"/>
                <a:gd name="connsiteY100" fmla="*/ 31041 h 92291"/>
                <a:gd name="connsiteX101" fmla="*/ 9479 w 371039"/>
                <a:gd name="connsiteY101" fmla="*/ 22187 h 92291"/>
                <a:gd name="connsiteX102" fmla="*/ 18229 w 371039"/>
                <a:gd name="connsiteY102" fmla="*/ 6510 h 92291"/>
                <a:gd name="connsiteX103" fmla="*/ 42292 w 371039"/>
                <a:gd name="connsiteY103" fmla="*/ 521 h 92291"/>
                <a:gd name="connsiteX104" fmla="*/ 161768 w 371039"/>
                <a:gd name="connsiteY104" fmla="*/ 0 h 92291"/>
                <a:gd name="connsiteX105" fmla="*/ 169998 w 371039"/>
                <a:gd name="connsiteY105" fmla="*/ 0 h 92291"/>
                <a:gd name="connsiteX106" fmla="*/ 169998 w 371039"/>
                <a:gd name="connsiteY106" fmla="*/ 92291 h 92291"/>
                <a:gd name="connsiteX107" fmla="*/ 161768 w 371039"/>
                <a:gd name="connsiteY107" fmla="*/ 92291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371039" h="92291">
                  <a:moveTo>
                    <a:pt x="0" y="52500"/>
                  </a:moveTo>
                  <a:lnTo>
                    <a:pt x="84479" y="52500"/>
                  </a:lnTo>
                  <a:lnTo>
                    <a:pt x="84479" y="59583"/>
                  </a:lnTo>
                  <a:lnTo>
                    <a:pt x="62396" y="59583"/>
                  </a:lnTo>
                  <a:lnTo>
                    <a:pt x="62396" y="92083"/>
                  </a:lnTo>
                  <a:lnTo>
                    <a:pt x="54167" y="92083"/>
                  </a:lnTo>
                  <a:lnTo>
                    <a:pt x="54167" y="59583"/>
                  </a:lnTo>
                  <a:lnTo>
                    <a:pt x="30625" y="59583"/>
                  </a:lnTo>
                  <a:lnTo>
                    <a:pt x="30625" y="91354"/>
                  </a:lnTo>
                  <a:lnTo>
                    <a:pt x="22292" y="91354"/>
                  </a:lnTo>
                  <a:lnTo>
                    <a:pt x="22292" y="59583"/>
                  </a:lnTo>
                  <a:lnTo>
                    <a:pt x="0" y="59583"/>
                  </a:lnTo>
                  <a:close/>
                  <a:moveTo>
                    <a:pt x="286560" y="50833"/>
                  </a:moveTo>
                  <a:lnTo>
                    <a:pt x="371039" y="50833"/>
                  </a:lnTo>
                  <a:lnTo>
                    <a:pt x="371039" y="57917"/>
                  </a:lnTo>
                  <a:lnTo>
                    <a:pt x="333331" y="57917"/>
                  </a:lnTo>
                  <a:lnTo>
                    <a:pt x="333331" y="92291"/>
                  </a:lnTo>
                  <a:lnTo>
                    <a:pt x="324893" y="92291"/>
                  </a:lnTo>
                  <a:lnTo>
                    <a:pt x="324893" y="57917"/>
                  </a:lnTo>
                  <a:lnTo>
                    <a:pt x="286560" y="57917"/>
                  </a:lnTo>
                  <a:close/>
                  <a:moveTo>
                    <a:pt x="214998" y="26666"/>
                  </a:moveTo>
                  <a:lnTo>
                    <a:pt x="214998" y="45729"/>
                  </a:lnTo>
                  <a:lnTo>
                    <a:pt x="260206" y="45729"/>
                  </a:lnTo>
                  <a:lnTo>
                    <a:pt x="260206" y="26666"/>
                  </a:lnTo>
                  <a:close/>
                  <a:moveTo>
                    <a:pt x="42292" y="7396"/>
                  </a:moveTo>
                  <a:cubicBezTo>
                    <a:pt x="35069" y="7396"/>
                    <a:pt x="29253" y="8672"/>
                    <a:pt x="24844" y="11198"/>
                  </a:cubicBezTo>
                  <a:cubicBezTo>
                    <a:pt x="20434" y="13737"/>
                    <a:pt x="18229" y="17396"/>
                    <a:pt x="18229" y="22187"/>
                  </a:cubicBezTo>
                  <a:cubicBezTo>
                    <a:pt x="18229" y="24557"/>
                    <a:pt x="18836" y="26641"/>
                    <a:pt x="20052" y="28437"/>
                  </a:cubicBezTo>
                  <a:cubicBezTo>
                    <a:pt x="21267" y="30247"/>
                    <a:pt x="22951" y="31770"/>
                    <a:pt x="25104" y="33021"/>
                  </a:cubicBezTo>
                  <a:cubicBezTo>
                    <a:pt x="27257" y="34271"/>
                    <a:pt x="29809" y="35208"/>
                    <a:pt x="32761" y="35833"/>
                  </a:cubicBezTo>
                  <a:cubicBezTo>
                    <a:pt x="35711" y="36458"/>
                    <a:pt x="38888" y="36771"/>
                    <a:pt x="42292" y="36771"/>
                  </a:cubicBezTo>
                  <a:cubicBezTo>
                    <a:pt x="49167" y="36771"/>
                    <a:pt x="54878" y="35508"/>
                    <a:pt x="59427" y="32969"/>
                  </a:cubicBezTo>
                  <a:cubicBezTo>
                    <a:pt x="63975" y="30442"/>
                    <a:pt x="66250" y="26849"/>
                    <a:pt x="66250" y="22187"/>
                  </a:cubicBezTo>
                  <a:cubicBezTo>
                    <a:pt x="66250" y="17396"/>
                    <a:pt x="63992" y="13737"/>
                    <a:pt x="59479" y="11198"/>
                  </a:cubicBezTo>
                  <a:cubicBezTo>
                    <a:pt x="54965" y="8672"/>
                    <a:pt x="49236" y="7396"/>
                    <a:pt x="42292" y="7396"/>
                  </a:cubicBezTo>
                  <a:close/>
                  <a:moveTo>
                    <a:pt x="97917" y="5104"/>
                  </a:moveTo>
                  <a:lnTo>
                    <a:pt x="146458" y="5104"/>
                  </a:lnTo>
                  <a:lnTo>
                    <a:pt x="146458" y="12083"/>
                  </a:lnTo>
                  <a:lnTo>
                    <a:pt x="126354" y="12083"/>
                  </a:lnTo>
                  <a:lnTo>
                    <a:pt x="126354" y="21354"/>
                  </a:lnTo>
                  <a:cubicBezTo>
                    <a:pt x="126354" y="31289"/>
                    <a:pt x="128438" y="39844"/>
                    <a:pt x="132604" y="47031"/>
                  </a:cubicBezTo>
                  <a:cubicBezTo>
                    <a:pt x="136771" y="54218"/>
                    <a:pt x="143125" y="60312"/>
                    <a:pt x="151664" y="65312"/>
                  </a:cubicBezTo>
                  <a:lnTo>
                    <a:pt x="145729" y="71250"/>
                  </a:lnTo>
                  <a:cubicBezTo>
                    <a:pt x="140938" y="68125"/>
                    <a:pt x="136319" y="64101"/>
                    <a:pt x="131875" y="59166"/>
                  </a:cubicBezTo>
                  <a:cubicBezTo>
                    <a:pt x="127430" y="54245"/>
                    <a:pt x="124167" y="48646"/>
                    <a:pt x="122083" y="42396"/>
                  </a:cubicBezTo>
                  <a:cubicBezTo>
                    <a:pt x="121111" y="45520"/>
                    <a:pt x="119757" y="48594"/>
                    <a:pt x="118021" y="51614"/>
                  </a:cubicBezTo>
                  <a:cubicBezTo>
                    <a:pt x="116284" y="54635"/>
                    <a:pt x="114305" y="57539"/>
                    <a:pt x="112083" y="60312"/>
                  </a:cubicBezTo>
                  <a:cubicBezTo>
                    <a:pt x="109930" y="63021"/>
                    <a:pt x="107621" y="65521"/>
                    <a:pt x="105156" y="67812"/>
                  </a:cubicBezTo>
                  <a:cubicBezTo>
                    <a:pt x="102690" y="70104"/>
                    <a:pt x="100313" y="72083"/>
                    <a:pt x="98021" y="73750"/>
                  </a:cubicBezTo>
                  <a:lnTo>
                    <a:pt x="91250" y="68021"/>
                  </a:lnTo>
                  <a:cubicBezTo>
                    <a:pt x="99583" y="62812"/>
                    <a:pt x="106094" y="56224"/>
                    <a:pt x="110781" y="48229"/>
                  </a:cubicBezTo>
                  <a:cubicBezTo>
                    <a:pt x="115469" y="40247"/>
                    <a:pt x="117813" y="30833"/>
                    <a:pt x="117813" y="20000"/>
                  </a:cubicBezTo>
                  <a:lnTo>
                    <a:pt x="117813" y="12083"/>
                  </a:lnTo>
                  <a:lnTo>
                    <a:pt x="97917" y="12083"/>
                  </a:lnTo>
                  <a:close/>
                  <a:moveTo>
                    <a:pt x="206768" y="3541"/>
                  </a:moveTo>
                  <a:lnTo>
                    <a:pt x="214998" y="3541"/>
                  </a:lnTo>
                  <a:lnTo>
                    <a:pt x="214998" y="19687"/>
                  </a:lnTo>
                  <a:lnTo>
                    <a:pt x="260206" y="19687"/>
                  </a:lnTo>
                  <a:lnTo>
                    <a:pt x="260206" y="3541"/>
                  </a:lnTo>
                  <a:lnTo>
                    <a:pt x="268435" y="3541"/>
                  </a:lnTo>
                  <a:lnTo>
                    <a:pt x="268435" y="50729"/>
                  </a:lnTo>
                  <a:cubicBezTo>
                    <a:pt x="268435" y="51562"/>
                    <a:pt x="268279" y="52135"/>
                    <a:pt x="267966" y="52448"/>
                  </a:cubicBezTo>
                  <a:cubicBezTo>
                    <a:pt x="267654" y="52760"/>
                    <a:pt x="267081" y="52917"/>
                    <a:pt x="266248" y="52917"/>
                  </a:cubicBezTo>
                  <a:lnTo>
                    <a:pt x="241768" y="52917"/>
                  </a:lnTo>
                  <a:lnTo>
                    <a:pt x="241768" y="73333"/>
                  </a:lnTo>
                  <a:lnTo>
                    <a:pt x="279998" y="73333"/>
                  </a:lnTo>
                  <a:lnTo>
                    <a:pt x="279998" y="80521"/>
                  </a:lnTo>
                  <a:lnTo>
                    <a:pt x="195206" y="80521"/>
                  </a:lnTo>
                  <a:lnTo>
                    <a:pt x="195206" y="73333"/>
                  </a:lnTo>
                  <a:lnTo>
                    <a:pt x="233227" y="73333"/>
                  </a:lnTo>
                  <a:lnTo>
                    <a:pt x="233227" y="52917"/>
                  </a:lnTo>
                  <a:lnTo>
                    <a:pt x="208956" y="52917"/>
                  </a:lnTo>
                  <a:cubicBezTo>
                    <a:pt x="208123" y="52917"/>
                    <a:pt x="207550" y="52760"/>
                    <a:pt x="207237" y="52448"/>
                  </a:cubicBezTo>
                  <a:cubicBezTo>
                    <a:pt x="206925" y="52135"/>
                    <a:pt x="206768" y="51562"/>
                    <a:pt x="206768" y="50729"/>
                  </a:cubicBezTo>
                  <a:close/>
                  <a:moveTo>
                    <a:pt x="324164" y="1979"/>
                  </a:moveTo>
                  <a:lnTo>
                    <a:pt x="333331" y="1979"/>
                  </a:lnTo>
                  <a:lnTo>
                    <a:pt x="333331" y="6771"/>
                  </a:lnTo>
                  <a:cubicBezTo>
                    <a:pt x="333331" y="10455"/>
                    <a:pt x="334268" y="13789"/>
                    <a:pt x="336143" y="16771"/>
                  </a:cubicBezTo>
                  <a:cubicBezTo>
                    <a:pt x="338018" y="19765"/>
                    <a:pt x="340518" y="22395"/>
                    <a:pt x="343643" y="24687"/>
                  </a:cubicBezTo>
                  <a:cubicBezTo>
                    <a:pt x="346768" y="26979"/>
                    <a:pt x="350349" y="28932"/>
                    <a:pt x="354373" y="30521"/>
                  </a:cubicBezTo>
                  <a:cubicBezTo>
                    <a:pt x="358396" y="32122"/>
                    <a:pt x="362537" y="33333"/>
                    <a:pt x="366768" y="34167"/>
                  </a:cubicBezTo>
                  <a:lnTo>
                    <a:pt x="361560" y="40729"/>
                  </a:lnTo>
                  <a:cubicBezTo>
                    <a:pt x="358305" y="39896"/>
                    <a:pt x="354985" y="38802"/>
                    <a:pt x="351612" y="37448"/>
                  </a:cubicBezTo>
                  <a:cubicBezTo>
                    <a:pt x="348240" y="36093"/>
                    <a:pt x="345063" y="34479"/>
                    <a:pt x="342081" y="32604"/>
                  </a:cubicBezTo>
                  <a:cubicBezTo>
                    <a:pt x="339099" y="30729"/>
                    <a:pt x="336443" y="28646"/>
                    <a:pt x="334112" y="26354"/>
                  </a:cubicBezTo>
                  <a:cubicBezTo>
                    <a:pt x="331781" y="24062"/>
                    <a:pt x="330037" y="21536"/>
                    <a:pt x="328852" y="18750"/>
                  </a:cubicBezTo>
                  <a:cubicBezTo>
                    <a:pt x="327328" y="21666"/>
                    <a:pt x="325388" y="24297"/>
                    <a:pt x="323018" y="26614"/>
                  </a:cubicBezTo>
                  <a:cubicBezTo>
                    <a:pt x="320662" y="28945"/>
                    <a:pt x="318018" y="30977"/>
                    <a:pt x="315102" y="32708"/>
                  </a:cubicBezTo>
                  <a:cubicBezTo>
                    <a:pt x="312185" y="34518"/>
                    <a:pt x="309112" y="36081"/>
                    <a:pt x="305883" y="37396"/>
                  </a:cubicBezTo>
                  <a:cubicBezTo>
                    <a:pt x="302654" y="38724"/>
                    <a:pt x="299412" y="39831"/>
                    <a:pt x="296143" y="40729"/>
                  </a:cubicBezTo>
                  <a:lnTo>
                    <a:pt x="290414" y="34271"/>
                  </a:lnTo>
                  <a:cubicBezTo>
                    <a:pt x="301664" y="31562"/>
                    <a:pt x="310102" y="27916"/>
                    <a:pt x="315727" y="23333"/>
                  </a:cubicBezTo>
                  <a:cubicBezTo>
                    <a:pt x="321352" y="18750"/>
                    <a:pt x="324164" y="13268"/>
                    <a:pt x="324164" y="6875"/>
                  </a:cubicBezTo>
                  <a:close/>
                  <a:moveTo>
                    <a:pt x="42292" y="521"/>
                  </a:moveTo>
                  <a:cubicBezTo>
                    <a:pt x="52500" y="521"/>
                    <a:pt x="60503" y="2474"/>
                    <a:pt x="66302" y="6354"/>
                  </a:cubicBezTo>
                  <a:cubicBezTo>
                    <a:pt x="72100" y="10247"/>
                    <a:pt x="75000" y="15521"/>
                    <a:pt x="75000" y="22187"/>
                  </a:cubicBezTo>
                  <a:cubicBezTo>
                    <a:pt x="75000" y="28646"/>
                    <a:pt x="72117" y="33841"/>
                    <a:pt x="66354" y="37760"/>
                  </a:cubicBezTo>
                  <a:cubicBezTo>
                    <a:pt x="60590" y="41693"/>
                    <a:pt x="52569" y="43646"/>
                    <a:pt x="42292" y="43646"/>
                  </a:cubicBezTo>
                  <a:cubicBezTo>
                    <a:pt x="37221" y="43646"/>
                    <a:pt x="32656" y="43151"/>
                    <a:pt x="28594" y="42135"/>
                  </a:cubicBezTo>
                  <a:cubicBezTo>
                    <a:pt x="24531" y="41133"/>
                    <a:pt x="21076" y="39687"/>
                    <a:pt x="18229" y="37812"/>
                  </a:cubicBezTo>
                  <a:cubicBezTo>
                    <a:pt x="15382" y="35937"/>
                    <a:pt x="13211" y="33685"/>
                    <a:pt x="11719" y="31041"/>
                  </a:cubicBezTo>
                  <a:cubicBezTo>
                    <a:pt x="10225" y="28411"/>
                    <a:pt x="9479" y="25456"/>
                    <a:pt x="9479" y="22187"/>
                  </a:cubicBezTo>
                  <a:cubicBezTo>
                    <a:pt x="9479" y="15729"/>
                    <a:pt x="12396" y="10508"/>
                    <a:pt x="18229" y="6510"/>
                  </a:cubicBezTo>
                  <a:cubicBezTo>
                    <a:pt x="24063" y="2526"/>
                    <a:pt x="32083" y="521"/>
                    <a:pt x="42292" y="521"/>
                  </a:cubicBezTo>
                  <a:close/>
                  <a:moveTo>
                    <a:pt x="161768" y="0"/>
                  </a:moveTo>
                  <a:lnTo>
                    <a:pt x="169998" y="0"/>
                  </a:lnTo>
                  <a:lnTo>
                    <a:pt x="169998" y="92291"/>
                  </a:lnTo>
                  <a:lnTo>
                    <a:pt x="161768" y="92291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6" name="TextBox 415">
              <a:extLst>
                <a:ext uri="{FF2B5EF4-FFF2-40B4-BE49-F238E27FC236}">
                  <a16:creationId xmlns:a16="http://schemas.microsoft.com/office/drawing/2014/main" id="{D315B2BE-7FEE-4DEF-B68A-AF4418367E94}"/>
                </a:ext>
              </a:extLst>
            </p:cNvPr>
            <p:cNvSpPr txBox="1"/>
            <p:nvPr/>
          </p:nvSpPr>
          <p:spPr>
            <a:xfrm>
              <a:off x="1591052" y="3713444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유지보수</a:t>
              </a:r>
            </a:p>
          </p:txBody>
        </p:sp>
        <p:sp>
          <p:nvSpPr>
            <p:cNvPr id="417" name="자유형: 도형 416">
              <a:extLst>
                <a:ext uri="{FF2B5EF4-FFF2-40B4-BE49-F238E27FC236}">
                  <a16:creationId xmlns:a16="http://schemas.microsoft.com/office/drawing/2014/main" id="{C5FA9C49-5F10-4AA1-BC0A-654D01C91BD1}"/>
                </a:ext>
              </a:extLst>
            </p:cNvPr>
            <p:cNvSpPr/>
            <p:nvPr/>
          </p:nvSpPr>
          <p:spPr>
            <a:xfrm>
              <a:off x="2093466" y="3781742"/>
              <a:ext cx="168229" cy="94791"/>
            </a:xfrm>
            <a:custGeom>
              <a:avLst/>
              <a:gdLst>
                <a:gd name="connsiteX0" fmla="*/ 42396 w 168229"/>
                <a:gd name="connsiteY0" fmla="*/ 66667 h 94791"/>
                <a:gd name="connsiteX1" fmla="*/ 24635 w 168229"/>
                <a:gd name="connsiteY1" fmla="*/ 69584 h 94791"/>
                <a:gd name="connsiteX2" fmla="*/ 18333 w 168229"/>
                <a:gd name="connsiteY2" fmla="*/ 77604 h 94791"/>
                <a:gd name="connsiteX3" fmla="*/ 24635 w 168229"/>
                <a:gd name="connsiteY3" fmla="*/ 85573 h 94791"/>
                <a:gd name="connsiteX4" fmla="*/ 42396 w 168229"/>
                <a:gd name="connsiteY4" fmla="*/ 88438 h 94791"/>
                <a:gd name="connsiteX5" fmla="*/ 59740 w 168229"/>
                <a:gd name="connsiteY5" fmla="*/ 85573 h 94791"/>
                <a:gd name="connsiteX6" fmla="*/ 66146 w 168229"/>
                <a:gd name="connsiteY6" fmla="*/ 77709 h 94791"/>
                <a:gd name="connsiteX7" fmla="*/ 59792 w 168229"/>
                <a:gd name="connsiteY7" fmla="*/ 69584 h 94791"/>
                <a:gd name="connsiteX8" fmla="*/ 42396 w 168229"/>
                <a:gd name="connsiteY8" fmla="*/ 66667 h 94791"/>
                <a:gd name="connsiteX9" fmla="*/ 42396 w 168229"/>
                <a:gd name="connsiteY9" fmla="*/ 60521 h 94791"/>
                <a:gd name="connsiteX10" fmla="*/ 67135 w 168229"/>
                <a:gd name="connsiteY10" fmla="*/ 65417 h 94791"/>
                <a:gd name="connsiteX11" fmla="*/ 75312 w 168229"/>
                <a:gd name="connsiteY11" fmla="*/ 77709 h 94791"/>
                <a:gd name="connsiteX12" fmla="*/ 67187 w 168229"/>
                <a:gd name="connsiteY12" fmla="*/ 89896 h 94791"/>
                <a:gd name="connsiteX13" fmla="*/ 42396 w 168229"/>
                <a:gd name="connsiteY13" fmla="*/ 94792 h 94791"/>
                <a:gd name="connsiteX14" fmla="*/ 17500 w 168229"/>
                <a:gd name="connsiteY14" fmla="*/ 89896 h 94791"/>
                <a:gd name="connsiteX15" fmla="*/ 9271 w 168229"/>
                <a:gd name="connsiteY15" fmla="*/ 77604 h 94791"/>
                <a:gd name="connsiteX16" fmla="*/ 17552 w 168229"/>
                <a:gd name="connsiteY16" fmla="*/ 65313 h 94791"/>
                <a:gd name="connsiteX17" fmla="*/ 42396 w 168229"/>
                <a:gd name="connsiteY17" fmla="*/ 60521 h 94791"/>
                <a:gd name="connsiteX18" fmla="*/ 106667 w 168229"/>
                <a:gd name="connsiteY18" fmla="*/ 59688 h 94791"/>
                <a:gd name="connsiteX19" fmla="*/ 165833 w 168229"/>
                <a:gd name="connsiteY19" fmla="*/ 59688 h 94791"/>
                <a:gd name="connsiteX20" fmla="*/ 167552 w 168229"/>
                <a:gd name="connsiteY20" fmla="*/ 60157 h 94791"/>
                <a:gd name="connsiteX21" fmla="*/ 168021 w 168229"/>
                <a:gd name="connsiteY21" fmla="*/ 61875 h 94791"/>
                <a:gd name="connsiteX22" fmla="*/ 168021 w 168229"/>
                <a:gd name="connsiteY22" fmla="*/ 93542 h 94791"/>
                <a:gd name="connsiteX23" fmla="*/ 159792 w 168229"/>
                <a:gd name="connsiteY23" fmla="*/ 93542 h 94791"/>
                <a:gd name="connsiteX24" fmla="*/ 159792 w 168229"/>
                <a:gd name="connsiteY24" fmla="*/ 66771 h 94791"/>
                <a:gd name="connsiteX25" fmla="*/ 106667 w 168229"/>
                <a:gd name="connsiteY25" fmla="*/ 66771 h 94791"/>
                <a:gd name="connsiteX26" fmla="*/ 53646 w 168229"/>
                <a:gd name="connsiteY26" fmla="*/ 34375 h 94791"/>
                <a:gd name="connsiteX27" fmla="*/ 48125 w 168229"/>
                <a:gd name="connsiteY27" fmla="*/ 35208 h 94791"/>
                <a:gd name="connsiteX28" fmla="*/ 42292 w 168229"/>
                <a:gd name="connsiteY28" fmla="*/ 35417 h 94791"/>
                <a:gd name="connsiteX29" fmla="*/ 36510 w 168229"/>
                <a:gd name="connsiteY29" fmla="*/ 35208 h 94791"/>
                <a:gd name="connsiteX30" fmla="*/ 31354 w 168229"/>
                <a:gd name="connsiteY30" fmla="*/ 34479 h 94791"/>
                <a:gd name="connsiteX31" fmla="*/ 31354 w 168229"/>
                <a:gd name="connsiteY31" fmla="*/ 46042 h 94791"/>
                <a:gd name="connsiteX32" fmla="*/ 53646 w 168229"/>
                <a:gd name="connsiteY32" fmla="*/ 46042 h 94791"/>
                <a:gd name="connsiteX33" fmla="*/ 141979 w 168229"/>
                <a:gd name="connsiteY33" fmla="*/ 18021 h 94791"/>
                <a:gd name="connsiteX34" fmla="*/ 142917 w 168229"/>
                <a:gd name="connsiteY34" fmla="*/ 21823 h 94791"/>
                <a:gd name="connsiteX35" fmla="*/ 143229 w 168229"/>
                <a:gd name="connsiteY35" fmla="*/ 25625 h 94791"/>
                <a:gd name="connsiteX36" fmla="*/ 143021 w 168229"/>
                <a:gd name="connsiteY36" fmla="*/ 28698 h 94791"/>
                <a:gd name="connsiteX37" fmla="*/ 142500 w 168229"/>
                <a:gd name="connsiteY37" fmla="*/ 31563 h 94791"/>
                <a:gd name="connsiteX38" fmla="*/ 159896 w 168229"/>
                <a:gd name="connsiteY38" fmla="*/ 31563 h 94791"/>
                <a:gd name="connsiteX39" fmla="*/ 159896 w 168229"/>
                <a:gd name="connsiteY39" fmla="*/ 18021 h 94791"/>
                <a:gd name="connsiteX40" fmla="*/ 118958 w 168229"/>
                <a:gd name="connsiteY40" fmla="*/ 9271 h 94791"/>
                <a:gd name="connsiteX41" fmla="*/ 107240 w 168229"/>
                <a:gd name="connsiteY41" fmla="*/ 14063 h 94791"/>
                <a:gd name="connsiteX42" fmla="*/ 103125 w 168229"/>
                <a:gd name="connsiteY42" fmla="*/ 25729 h 94791"/>
                <a:gd name="connsiteX43" fmla="*/ 107240 w 168229"/>
                <a:gd name="connsiteY43" fmla="*/ 37344 h 94791"/>
                <a:gd name="connsiteX44" fmla="*/ 118958 w 168229"/>
                <a:gd name="connsiteY44" fmla="*/ 42188 h 94791"/>
                <a:gd name="connsiteX45" fmla="*/ 130573 w 168229"/>
                <a:gd name="connsiteY45" fmla="*/ 37344 h 94791"/>
                <a:gd name="connsiteX46" fmla="*/ 134688 w 168229"/>
                <a:gd name="connsiteY46" fmla="*/ 25729 h 94791"/>
                <a:gd name="connsiteX47" fmla="*/ 130573 w 168229"/>
                <a:gd name="connsiteY47" fmla="*/ 14063 h 94791"/>
                <a:gd name="connsiteX48" fmla="*/ 118958 w 168229"/>
                <a:gd name="connsiteY48" fmla="*/ 9271 h 94791"/>
                <a:gd name="connsiteX49" fmla="*/ 42292 w 168229"/>
                <a:gd name="connsiteY49" fmla="*/ 6250 h 94791"/>
                <a:gd name="connsiteX50" fmla="*/ 24896 w 168229"/>
                <a:gd name="connsiteY50" fmla="*/ 9375 h 94791"/>
                <a:gd name="connsiteX51" fmla="*/ 18750 w 168229"/>
                <a:gd name="connsiteY51" fmla="*/ 17500 h 94791"/>
                <a:gd name="connsiteX52" fmla="*/ 25208 w 168229"/>
                <a:gd name="connsiteY52" fmla="*/ 25625 h 94791"/>
                <a:gd name="connsiteX53" fmla="*/ 42292 w 168229"/>
                <a:gd name="connsiteY53" fmla="*/ 28854 h 94791"/>
                <a:gd name="connsiteX54" fmla="*/ 59271 w 168229"/>
                <a:gd name="connsiteY54" fmla="*/ 25781 h 94791"/>
                <a:gd name="connsiteX55" fmla="*/ 65937 w 168229"/>
                <a:gd name="connsiteY55" fmla="*/ 17709 h 94791"/>
                <a:gd name="connsiteX56" fmla="*/ 59583 w 168229"/>
                <a:gd name="connsiteY56" fmla="*/ 9479 h 94791"/>
                <a:gd name="connsiteX57" fmla="*/ 42292 w 168229"/>
                <a:gd name="connsiteY57" fmla="*/ 6250 h 94791"/>
                <a:gd name="connsiteX58" fmla="*/ 159896 w 168229"/>
                <a:gd name="connsiteY58" fmla="*/ 625 h 94791"/>
                <a:gd name="connsiteX59" fmla="*/ 168229 w 168229"/>
                <a:gd name="connsiteY59" fmla="*/ 625 h 94791"/>
                <a:gd name="connsiteX60" fmla="*/ 168229 w 168229"/>
                <a:gd name="connsiteY60" fmla="*/ 54688 h 94791"/>
                <a:gd name="connsiteX61" fmla="*/ 159896 w 168229"/>
                <a:gd name="connsiteY61" fmla="*/ 54688 h 94791"/>
                <a:gd name="connsiteX62" fmla="*/ 159896 w 168229"/>
                <a:gd name="connsiteY62" fmla="*/ 38542 h 94791"/>
                <a:gd name="connsiteX63" fmla="*/ 139583 w 168229"/>
                <a:gd name="connsiteY63" fmla="*/ 38542 h 94791"/>
                <a:gd name="connsiteX64" fmla="*/ 131094 w 168229"/>
                <a:gd name="connsiteY64" fmla="*/ 46563 h 94791"/>
                <a:gd name="connsiteX65" fmla="*/ 118854 w 168229"/>
                <a:gd name="connsiteY65" fmla="*/ 49584 h 94791"/>
                <a:gd name="connsiteX66" fmla="*/ 109062 w 168229"/>
                <a:gd name="connsiteY66" fmla="*/ 47708 h 94791"/>
                <a:gd name="connsiteX67" fmla="*/ 101354 w 168229"/>
                <a:gd name="connsiteY67" fmla="*/ 42604 h 94791"/>
                <a:gd name="connsiteX68" fmla="*/ 96354 w 168229"/>
                <a:gd name="connsiteY68" fmla="*/ 35000 h 94791"/>
                <a:gd name="connsiteX69" fmla="*/ 94583 w 168229"/>
                <a:gd name="connsiteY69" fmla="*/ 25625 h 94791"/>
                <a:gd name="connsiteX70" fmla="*/ 96354 w 168229"/>
                <a:gd name="connsiteY70" fmla="*/ 16510 h 94791"/>
                <a:gd name="connsiteX71" fmla="*/ 101354 w 168229"/>
                <a:gd name="connsiteY71" fmla="*/ 8959 h 94791"/>
                <a:gd name="connsiteX72" fmla="*/ 109062 w 168229"/>
                <a:gd name="connsiteY72" fmla="*/ 3802 h 94791"/>
                <a:gd name="connsiteX73" fmla="*/ 118854 w 168229"/>
                <a:gd name="connsiteY73" fmla="*/ 1875 h 94791"/>
                <a:gd name="connsiteX74" fmla="*/ 130000 w 168229"/>
                <a:gd name="connsiteY74" fmla="*/ 4427 h 94791"/>
                <a:gd name="connsiteX75" fmla="*/ 138333 w 168229"/>
                <a:gd name="connsiteY75" fmla="*/ 11042 h 94791"/>
                <a:gd name="connsiteX76" fmla="*/ 159896 w 168229"/>
                <a:gd name="connsiteY76" fmla="*/ 11042 h 94791"/>
                <a:gd name="connsiteX77" fmla="*/ 42292 w 168229"/>
                <a:gd name="connsiteY77" fmla="*/ 0 h 94791"/>
                <a:gd name="connsiteX78" fmla="*/ 66771 w 168229"/>
                <a:gd name="connsiteY78" fmla="*/ 5261 h 94791"/>
                <a:gd name="connsiteX79" fmla="*/ 74792 w 168229"/>
                <a:gd name="connsiteY79" fmla="*/ 17813 h 94791"/>
                <a:gd name="connsiteX80" fmla="*/ 71510 w 168229"/>
                <a:gd name="connsiteY80" fmla="*/ 26146 h 94791"/>
                <a:gd name="connsiteX81" fmla="*/ 61667 w 168229"/>
                <a:gd name="connsiteY81" fmla="*/ 32500 h 94791"/>
                <a:gd name="connsiteX82" fmla="*/ 61667 w 168229"/>
                <a:gd name="connsiteY82" fmla="*/ 46042 h 94791"/>
                <a:gd name="connsiteX83" fmla="*/ 84583 w 168229"/>
                <a:gd name="connsiteY83" fmla="*/ 46042 h 94791"/>
                <a:gd name="connsiteX84" fmla="*/ 84583 w 168229"/>
                <a:gd name="connsiteY84" fmla="*/ 53125 h 94791"/>
                <a:gd name="connsiteX85" fmla="*/ 0 w 168229"/>
                <a:gd name="connsiteY85" fmla="*/ 53125 h 94791"/>
                <a:gd name="connsiteX86" fmla="*/ 0 w 168229"/>
                <a:gd name="connsiteY86" fmla="*/ 46042 h 94791"/>
                <a:gd name="connsiteX87" fmla="*/ 23229 w 168229"/>
                <a:gd name="connsiteY87" fmla="*/ 46042 h 94791"/>
                <a:gd name="connsiteX88" fmla="*/ 23229 w 168229"/>
                <a:gd name="connsiteY88" fmla="*/ 32500 h 94791"/>
                <a:gd name="connsiteX89" fmla="*/ 13281 w 168229"/>
                <a:gd name="connsiteY89" fmla="*/ 26094 h 94791"/>
                <a:gd name="connsiteX90" fmla="*/ 10000 w 168229"/>
                <a:gd name="connsiteY90" fmla="*/ 17604 h 94791"/>
                <a:gd name="connsiteX91" fmla="*/ 18125 w 168229"/>
                <a:gd name="connsiteY91" fmla="*/ 5209 h 94791"/>
                <a:gd name="connsiteX92" fmla="*/ 42292 w 168229"/>
                <a:gd name="connsiteY92" fmla="*/ 0 h 9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68229" h="94791">
                  <a:moveTo>
                    <a:pt x="42396" y="66667"/>
                  </a:moveTo>
                  <a:cubicBezTo>
                    <a:pt x="34753" y="66667"/>
                    <a:pt x="28828" y="67643"/>
                    <a:pt x="24635" y="69584"/>
                  </a:cubicBezTo>
                  <a:cubicBezTo>
                    <a:pt x="20430" y="71537"/>
                    <a:pt x="18333" y="74206"/>
                    <a:pt x="18333" y="77604"/>
                  </a:cubicBezTo>
                  <a:cubicBezTo>
                    <a:pt x="18333" y="81016"/>
                    <a:pt x="20430" y="83672"/>
                    <a:pt x="24635" y="85573"/>
                  </a:cubicBezTo>
                  <a:cubicBezTo>
                    <a:pt x="28828" y="87487"/>
                    <a:pt x="34753" y="88438"/>
                    <a:pt x="42396" y="88438"/>
                  </a:cubicBezTo>
                  <a:cubicBezTo>
                    <a:pt x="49687" y="88438"/>
                    <a:pt x="55469" y="87487"/>
                    <a:pt x="59740" y="85573"/>
                  </a:cubicBezTo>
                  <a:cubicBezTo>
                    <a:pt x="64010" y="83672"/>
                    <a:pt x="66146" y="81042"/>
                    <a:pt x="66146" y="77709"/>
                  </a:cubicBezTo>
                  <a:cubicBezTo>
                    <a:pt x="66146" y="74245"/>
                    <a:pt x="64023" y="71537"/>
                    <a:pt x="59792" y="69584"/>
                  </a:cubicBezTo>
                  <a:cubicBezTo>
                    <a:pt x="55547" y="67643"/>
                    <a:pt x="49753" y="66667"/>
                    <a:pt x="42396" y="66667"/>
                  </a:cubicBezTo>
                  <a:close/>
                  <a:moveTo>
                    <a:pt x="42396" y="60521"/>
                  </a:moveTo>
                  <a:cubicBezTo>
                    <a:pt x="53437" y="60521"/>
                    <a:pt x="61680" y="62162"/>
                    <a:pt x="67135" y="65417"/>
                  </a:cubicBezTo>
                  <a:cubicBezTo>
                    <a:pt x="72578" y="68685"/>
                    <a:pt x="75312" y="72786"/>
                    <a:pt x="75312" y="77709"/>
                  </a:cubicBezTo>
                  <a:cubicBezTo>
                    <a:pt x="75312" y="82578"/>
                    <a:pt x="72604" y="86641"/>
                    <a:pt x="67187" y="89896"/>
                  </a:cubicBezTo>
                  <a:cubicBezTo>
                    <a:pt x="61771" y="93164"/>
                    <a:pt x="53503" y="94792"/>
                    <a:pt x="42396" y="94792"/>
                  </a:cubicBezTo>
                  <a:cubicBezTo>
                    <a:pt x="31276" y="94792"/>
                    <a:pt x="22982" y="93164"/>
                    <a:pt x="17500" y="89896"/>
                  </a:cubicBezTo>
                  <a:cubicBezTo>
                    <a:pt x="12005" y="86641"/>
                    <a:pt x="9271" y="82539"/>
                    <a:pt x="9271" y="77604"/>
                  </a:cubicBezTo>
                  <a:cubicBezTo>
                    <a:pt x="9271" y="72604"/>
                    <a:pt x="12031" y="68516"/>
                    <a:pt x="17552" y="65313"/>
                  </a:cubicBezTo>
                  <a:cubicBezTo>
                    <a:pt x="23073" y="62122"/>
                    <a:pt x="31354" y="60521"/>
                    <a:pt x="42396" y="60521"/>
                  </a:cubicBezTo>
                  <a:close/>
                  <a:moveTo>
                    <a:pt x="106667" y="59688"/>
                  </a:moveTo>
                  <a:lnTo>
                    <a:pt x="165833" y="59688"/>
                  </a:lnTo>
                  <a:cubicBezTo>
                    <a:pt x="166667" y="59688"/>
                    <a:pt x="167240" y="59844"/>
                    <a:pt x="167552" y="60157"/>
                  </a:cubicBezTo>
                  <a:cubicBezTo>
                    <a:pt x="167865" y="60469"/>
                    <a:pt x="168021" y="61042"/>
                    <a:pt x="168021" y="61875"/>
                  </a:cubicBezTo>
                  <a:lnTo>
                    <a:pt x="168021" y="93542"/>
                  </a:lnTo>
                  <a:lnTo>
                    <a:pt x="159792" y="93542"/>
                  </a:lnTo>
                  <a:lnTo>
                    <a:pt x="159792" y="66771"/>
                  </a:lnTo>
                  <a:lnTo>
                    <a:pt x="106667" y="66771"/>
                  </a:lnTo>
                  <a:close/>
                  <a:moveTo>
                    <a:pt x="53646" y="34375"/>
                  </a:moveTo>
                  <a:cubicBezTo>
                    <a:pt x="51901" y="34792"/>
                    <a:pt x="50065" y="35078"/>
                    <a:pt x="48125" y="35208"/>
                  </a:cubicBezTo>
                  <a:cubicBezTo>
                    <a:pt x="46172" y="35352"/>
                    <a:pt x="44232" y="35417"/>
                    <a:pt x="42292" y="35417"/>
                  </a:cubicBezTo>
                  <a:cubicBezTo>
                    <a:pt x="40339" y="35417"/>
                    <a:pt x="38411" y="35352"/>
                    <a:pt x="36510" y="35208"/>
                  </a:cubicBezTo>
                  <a:cubicBezTo>
                    <a:pt x="34596" y="35078"/>
                    <a:pt x="32878" y="34831"/>
                    <a:pt x="31354" y="34479"/>
                  </a:cubicBezTo>
                  <a:lnTo>
                    <a:pt x="31354" y="46042"/>
                  </a:lnTo>
                  <a:lnTo>
                    <a:pt x="53646" y="46042"/>
                  </a:lnTo>
                  <a:close/>
                  <a:moveTo>
                    <a:pt x="141979" y="18021"/>
                  </a:moveTo>
                  <a:cubicBezTo>
                    <a:pt x="142396" y="19271"/>
                    <a:pt x="142708" y="20547"/>
                    <a:pt x="142917" y="21823"/>
                  </a:cubicBezTo>
                  <a:cubicBezTo>
                    <a:pt x="143125" y="23112"/>
                    <a:pt x="143229" y="24375"/>
                    <a:pt x="143229" y="25625"/>
                  </a:cubicBezTo>
                  <a:cubicBezTo>
                    <a:pt x="143229" y="26667"/>
                    <a:pt x="143151" y="27696"/>
                    <a:pt x="143021" y="28698"/>
                  </a:cubicBezTo>
                  <a:cubicBezTo>
                    <a:pt x="142878" y="29714"/>
                    <a:pt x="142708" y="30664"/>
                    <a:pt x="142500" y="31563"/>
                  </a:cubicBezTo>
                  <a:lnTo>
                    <a:pt x="159896" y="31563"/>
                  </a:lnTo>
                  <a:lnTo>
                    <a:pt x="159896" y="18021"/>
                  </a:lnTo>
                  <a:close/>
                  <a:moveTo>
                    <a:pt x="118958" y="9271"/>
                  </a:moveTo>
                  <a:cubicBezTo>
                    <a:pt x="113880" y="9271"/>
                    <a:pt x="109974" y="10873"/>
                    <a:pt x="107240" y="14063"/>
                  </a:cubicBezTo>
                  <a:cubicBezTo>
                    <a:pt x="104492" y="17266"/>
                    <a:pt x="103125" y="21146"/>
                    <a:pt x="103125" y="25729"/>
                  </a:cubicBezTo>
                  <a:cubicBezTo>
                    <a:pt x="103125" y="30247"/>
                    <a:pt x="104492" y="34115"/>
                    <a:pt x="107240" y="37344"/>
                  </a:cubicBezTo>
                  <a:cubicBezTo>
                    <a:pt x="109974" y="40573"/>
                    <a:pt x="113880" y="42188"/>
                    <a:pt x="118958" y="42188"/>
                  </a:cubicBezTo>
                  <a:cubicBezTo>
                    <a:pt x="123958" y="42188"/>
                    <a:pt x="127826" y="40573"/>
                    <a:pt x="130573" y="37344"/>
                  </a:cubicBezTo>
                  <a:cubicBezTo>
                    <a:pt x="133307" y="34115"/>
                    <a:pt x="134688" y="30247"/>
                    <a:pt x="134688" y="25729"/>
                  </a:cubicBezTo>
                  <a:cubicBezTo>
                    <a:pt x="134688" y="21146"/>
                    <a:pt x="133307" y="17266"/>
                    <a:pt x="130573" y="14063"/>
                  </a:cubicBezTo>
                  <a:cubicBezTo>
                    <a:pt x="127826" y="10873"/>
                    <a:pt x="123958" y="9271"/>
                    <a:pt x="118958" y="9271"/>
                  </a:cubicBezTo>
                  <a:close/>
                  <a:moveTo>
                    <a:pt x="42292" y="6250"/>
                  </a:moveTo>
                  <a:cubicBezTo>
                    <a:pt x="34792" y="6250"/>
                    <a:pt x="28984" y="7292"/>
                    <a:pt x="24896" y="9375"/>
                  </a:cubicBezTo>
                  <a:cubicBezTo>
                    <a:pt x="20794" y="11458"/>
                    <a:pt x="18750" y="14167"/>
                    <a:pt x="18750" y="17500"/>
                  </a:cubicBezTo>
                  <a:cubicBezTo>
                    <a:pt x="18750" y="20768"/>
                    <a:pt x="20898" y="23477"/>
                    <a:pt x="25208" y="25625"/>
                  </a:cubicBezTo>
                  <a:cubicBezTo>
                    <a:pt x="29505" y="27787"/>
                    <a:pt x="35208" y="28854"/>
                    <a:pt x="42292" y="28854"/>
                  </a:cubicBezTo>
                  <a:cubicBezTo>
                    <a:pt x="49167" y="28854"/>
                    <a:pt x="54818" y="27839"/>
                    <a:pt x="59271" y="25781"/>
                  </a:cubicBezTo>
                  <a:cubicBezTo>
                    <a:pt x="63711" y="23737"/>
                    <a:pt x="65937" y="21042"/>
                    <a:pt x="65937" y="17709"/>
                  </a:cubicBezTo>
                  <a:cubicBezTo>
                    <a:pt x="65937" y="14375"/>
                    <a:pt x="63815" y="11641"/>
                    <a:pt x="59583" y="9479"/>
                  </a:cubicBezTo>
                  <a:cubicBezTo>
                    <a:pt x="55339" y="7331"/>
                    <a:pt x="49583" y="6250"/>
                    <a:pt x="42292" y="6250"/>
                  </a:cubicBezTo>
                  <a:close/>
                  <a:moveTo>
                    <a:pt x="159896" y="625"/>
                  </a:moveTo>
                  <a:lnTo>
                    <a:pt x="168229" y="625"/>
                  </a:lnTo>
                  <a:lnTo>
                    <a:pt x="168229" y="54688"/>
                  </a:lnTo>
                  <a:lnTo>
                    <a:pt x="159896" y="54688"/>
                  </a:lnTo>
                  <a:lnTo>
                    <a:pt x="159896" y="38542"/>
                  </a:lnTo>
                  <a:lnTo>
                    <a:pt x="139583" y="38542"/>
                  </a:lnTo>
                  <a:cubicBezTo>
                    <a:pt x="137500" y="41875"/>
                    <a:pt x="134661" y="44557"/>
                    <a:pt x="131094" y="46563"/>
                  </a:cubicBezTo>
                  <a:cubicBezTo>
                    <a:pt x="127513" y="48581"/>
                    <a:pt x="123438" y="49584"/>
                    <a:pt x="118854" y="49584"/>
                  </a:cubicBezTo>
                  <a:cubicBezTo>
                    <a:pt x="115313" y="49584"/>
                    <a:pt x="112044" y="48958"/>
                    <a:pt x="109062" y="47708"/>
                  </a:cubicBezTo>
                  <a:cubicBezTo>
                    <a:pt x="106068" y="46459"/>
                    <a:pt x="103503" y="44766"/>
                    <a:pt x="101354" y="42604"/>
                  </a:cubicBezTo>
                  <a:cubicBezTo>
                    <a:pt x="99193" y="40456"/>
                    <a:pt x="97526" y="37917"/>
                    <a:pt x="96354" y="35000"/>
                  </a:cubicBezTo>
                  <a:cubicBezTo>
                    <a:pt x="95169" y="32084"/>
                    <a:pt x="94583" y="28958"/>
                    <a:pt x="94583" y="25625"/>
                  </a:cubicBezTo>
                  <a:cubicBezTo>
                    <a:pt x="94583" y="22435"/>
                    <a:pt x="95169" y="19401"/>
                    <a:pt x="96354" y="16510"/>
                  </a:cubicBezTo>
                  <a:cubicBezTo>
                    <a:pt x="97526" y="13633"/>
                    <a:pt x="99193" y="11120"/>
                    <a:pt x="101354" y="8959"/>
                  </a:cubicBezTo>
                  <a:cubicBezTo>
                    <a:pt x="103503" y="6810"/>
                    <a:pt x="106068" y="5091"/>
                    <a:pt x="109062" y="3802"/>
                  </a:cubicBezTo>
                  <a:cubicBezTo>
                    <a:pt x="112044" y="2526"/>
                    <a:pt x="115313" y="1875"/>
                    <a:pt x="118854" y="1875"/>
                  </a:cubicBezTo>
                  <a:cubicBezTo>
                    <a:pt x="122943" y="1875"/>
                    <a:pt x="126667" y="2735"/>
                    <a:pt x="130000" y="4427"/>
                  </a:cubicBezTo>
                  <a:cubicBezTo>
                    <a:pt x="133333" y="6133"/>
                    <a:pt x="136107" y="8334"/>
                    <a:pt x="138333" y="11042"/>
                  </a:cubicBezTo>
                  <a:lnTo>
                    <a:pt x="159896" y="11042"/>
                  </a:lnTo>
                  <a:close/>
                  <a:moveTo>
                    <a:pt x="42292" y="0"/>
                  </a:moveTo>
                  <a:cubicBezTo>
                    <a:pt x="53255" y="0"/>
                    <a:pt x="61419" y="1758"/>
                    <a:pt x="66771" y="5261"/>
                  </a:cubicBezTo>
                  <a:cubicBezTo>
                    <a:pt x="72109" y="8776"/>
                    <a:pt x="74792" y="12956"/>
                    <a:pt x="74792" y="17813"/>
                  </a:cubicBezTo>
                  <a:cubicBezTo>
                    <a:pt x="74792" y="20808"/>
                    <a:pt x="73698" y="23581"/>
                    <a:pt x="71510" y="26146"/>
                  </a:cubicBezTo>
                  <a:cubicBezTo>
                    <a:pt x="69323" y="28724"/>
                    <a:pt x="66042" y="30833"/>
                    <a:pt x="61667" y="32500"/>
                  </a:cubicBezTo>
                  <a:lnTo>
                    <a:pt x="61667" y="46042"/>
                  </a:lnTo>
                  <a:lnTo>
                    <a:pt x="84583" y="46042"/>
                  </a:lnTo>
                  <a:lnTo>
                    <a:pt x="84583" y="53125"/>
                  </a:lnTo>
                  <a:lnTo>
                    <a:pt x="0" y="53125"/>
                  </a:lnTo>
                  <a:lnTo>
                    <a:pt x="0" y="46042"/>
                  </a:lnTo>
                  <a:lnTo>
                    <a:pt x="23229" y="46042"/>
                  </a:lnTo>
                  <a:lnTo>
                    <a:pt x="23229" y="32500"/>
                  </a:lnTo>
                  <a:cubicBezTo>
                    <a:pt x="18776" y="30833"/>
                    <a:pt x="15469" y="28698"/>
                    <a:pt x="13281" y="26094"/>
                  </a:cubicBezTo>
                  <a:cubicBezTo>
                    <a:pt x="11094" y="23490"/>
                    <a:pt x="10000" y="20664"/>
                    <a:pt x="10000" y="17604"/>
                  </a:cubicBezTo>
                  <a:cubicBezTo>
                    <a:pt x="10000" y="12813"/>
                    <a:pt x="12708" y="8685"/>
                    <a:pt x="18125" y="5209"/>
                  </a:cubicBezTo>
                  <a:cubicBezTo>
                    <a:pt x="23542" y="1745"/>
                    <a:pt x="31588" y="0"/>
                    <a:pt x="42292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9F900E3C-8D5F-4E7E-BD47-265776358F19}"/>
                </a:ext>
              </a:extLst>
            </p:cNvPr>
            <p:cNvSpPr txBox="1"/>
            <p:nvPr/>
          </p:nvSpPr>
          <p:spPr>
            <a:xfrm>
              <a:off x="2002026" y="3714798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용역</a:t>
              </a:r>
            </a:p>
          </p:txBody>
        </p:sp>
        <p:sp>
          <p:nvSpPr>
            <p:cNvPr id="419" name="자유형: 도형 418">
              <a:extLst>
                <a:ext uri="{FF2B5EF4-FFF2-40B4-BE49-F238E27FC236}">
                  <a16:creationId xmlns:a16="http://schemas.microsoft.com/office/drawing/2014/main" id="{44BADA17-78C4-46DF-8BFC-29A2CED2AF75}"/>
                </a:ext>
              </a:extLst>
            </p:cNvPr>
            <p:cNvSpPr/>
            <p:nvPr/>
          </p:nvSpPr>
          <p:spPr>
            <a:xfrm>
              <a:off x="2281265" y="3873304"/>
              <a:ext cx="49374" cy="6874"/>
            </a:xfrm>
            <a:custGeom>
              <a:avLst/>
              <a:gdLst>
                <a:gd name="connsiteX0" fmla="*/ 0 w 49374"/>
                <a:gd name="connsiteY0" fmla="*/ 0 h 6874"/>
                <a:gd name="connsiteX1" fmla="*/ 49375 w 49374"/>
                <a:gd name="connsiteY1" fmla="*/ 0 h 6874"/>
                <a:gd name="connsiteX2" fmla="*/ 49375 w 49374"/>
                <a:gd name="connsiteY2" fmla="*/ 6875 h 6874"/>
                <a:gd name="connsiteX3" fmla="*/ 0 w 49374"/>
                <a:gd name="connsiteY3" fmla="*/ 6875 h 6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74" h="6874">
                  <a:moveTo>
                    <a:pt x="0" y="0"/>
                  </a:moveTo>
                  <a:lnTo>
                    <a:pt x="49375" y="0"/>
                  </a:lnTo>
                  <a:lnTo>
                    <a:pt x="49375" y="6875"/>
                  </a:lnTo>
                  <a:lnTo>
                    <a:pt x="0" y="6875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0" name="TextBox 419">
              <a:extLst>
                <a:ext uri="{FF2B5EF4-FFF2-40B4-BE49-F238E27FC236}">
                  <a16:creationId xmlns:a16="http://schemas.microsoft.com/office/drawing/2014/main" id="{8F86C903-4B73-4299-9639-EF81835F2E5E}"/>
                </a:ext>
              </a:extLst>
            </p:cNvPr>
            <p:cNvSpPr txBox="1"/>
            <p:nvPr/>
          </p:nvSpPr>
          <p:spPr>
            <a:xfrm>
              <a:off x="2189825" y="3820579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_</a:t>
              </a:r>
            </a:p>
          </p:txBody>
        </p:sp>
        <p:sp>
          <p:nvSpPr>
            <p:cNvPr id="421" name="자유형: 도형 420">
              <a:extLst>
                <a:ext uri="{FF2B5EF4-FFF2-40B4-BE49-F238E27FC236}">
                  <a16:creationId xmlns:a16="http://schemas.microsoft.com/office/drawing/2014/main" id="{11241B2F-0CBA-4562-970B-4BE4AC7D5E21}"/>
                </a:ext>
              </a:extLst>
            </p:cNvPr>
            <p:cNvSpPr/>
            <p:nvPr/>
          </p:nvSpPr>
          <p:spPr>
            <a:xfrm>
              <a:off x="2342698" y="3782367"/>
              <a:ext cx="169270" cy="92291"/>
            </a:xfrm>
            <a:custGeom>
              <a:avLst/>
              <a:gdLst>
                <a:gd name="connsiteX0" fmla="*/ 17188 w 169270"/>
                <a:gd name="connsiteY0" fmla="*/ 62396 h 92291"/>
                <a:gd name="connsiteX1" fmla="*/ 17188 w 169270"/>
                <a:gd name="connsiteY1" fmla="*/ 84479 h 92291"/>
                <a:gd name="connsiteX2" fmla="*/ 59597 w 169270"/>
                <a:gd name="connsiteY2" fmla="*/ 84479 h 92291"/>
                <a:gd name="connsiteX3" fmla="*/ 59597 w 169270"/>
                <a:gd name="connsiteY3" fmla="*/ 62396 h 92291"/>
                <a:gd name="connsiteX4" fmla="*/ 11250 w 169270"/>
                <a:gd name="connsiteY4" fmla="*/ 55417 h 92291"/>
                <a:gd name="connsiteX5" fmla="*/ 65521 w 169270"/>
                <a:gd name="connsiteY5" fmla="*/ 55417 h 92291"/>
                <a:gd name="connsiteX6" fmla="*/ 67240 w 169270"/>
                <a:gd name="connsiteY6" fmla="*/ 55885 h 92291"/>
                <a:gd name="connsiteX7" fmla="*/ 67709 w 169270"/>
                <a:gd name="connsiteY7" fmla="*/ 57604 h 92291"/>
                <a:gd name="connsiteX8" fmla="*/ 67709 w 169270"/>
                <a:gd name="connsiteY8" fmla="*/ 89062 h 92291"/>
                <a:gd name="connsiteX9" fmla="*/ 67240 w 169270"/>
                <a:gd name="connsiteY9" fmla="*/ 90781 h 92291"/>
                <a:gd name="connsiteX10" fmla="*/ 65521 w 169270"/>
                <a:gd name="connsiteY10" fmla="*/ 91250 h 92291"/>
                <a:gd name="connsiteX11" fmla="*/ 11250 w 169270"/>
                <a:gd name="connsiteY11" fmla="*/ 91250 h 92291"/>
                <a:gd name="connsiteX12" fmla="*/ 9531 w 169270"/>
                <a:gd name="connsiteY12" fmla="*/ 90781 h 92291"/>
                <a:gd name="connsiteX13" fmla="*/ 9062 w 169270"/>
                <a:gd name="connsiteY13" fmla="*/ 89062 h 92291"/>
                <a:gd name="connsiteX14" fmla="*/ 9062 w 169270"/>
                <a:gd name="connsiteY14" fmla="*/ 57604 h 92291"/>
                <a:gd name="connsiteX15" fmla="*/ 9531 w 169270"/>
                <a:gd name="connsiteY15" fmla="*/ 55885 h 92291"/>
                <a:gd name="connsiteX16" fmla="*/ 11250 w 169270"/>
                <a:gd name="connsiteY16" fmla="*/ 55417 h 92291"/>
                <a:gd name="connsiteX17" fmla="*/ 84688 w 169270"/>
                <a:gd name="connsiteY17" fmla="*/ 54375 h 92291"/>
                <a:gd name="connsiteX18" fmla="*/ 169271 w 169270"/>
                <a:gd name="connsiteY18" fmla="*/ 54375 h 92291"/>
                <a:gd name="connsiteX19" fmla="*/ 169271 w 169270"/>
                <a:gd name="connsiteY19" fmla="*/ 61458 h 92291"/>
                <a:gd name="connsiteX20" fmla="*/ 131459 w 169270"/>
                <a:gd name="connsiteY20" fmla="*/ 61458 h 92291"/>
                <a:gd name="connsiteX21" fmla="*/ 131459 w 169270"/>
                <a:gd name="connsiteY21" fmla="*/ 92292 h 92291"/>
                <a:gd name="connsiteX22" fmla="*/ 123125 w 169270"/>
                <a:gd name="connsiteY22" fmla="*/ 92292 h 92291"/>
                <a:gd name="connsiteX23" fmla="*/ 123125 w 169270"/>
                <a:gd name="connsiteY23" fmla="*/ 61458 h 92291"/>
                <a:gd name="connsiteX24" fmla="*/ 84688 w 169270"/>
                <a:gd name="connsiteY24" fmla="*/ 61458 h 92291"/>
                <a:gd name="connsiteX25" fmla="*/ 104076 w 169270"/>
                <a:gd name="connsiteY25" fmla="*/ 20625 h 92291"/>
                <a:gd name="connsiteX26" fmla="*/ 104076 w 169270"/>
                <a:gd name="connsiteY26" fmla="*/ 35729 h 92291"/>
                <a:gd name="connsiteX27" fmla="*/ 149688 w 169270"/>
                <a:gd name="connsiteY27" fmla="*/ 35729 h 92291"/>
                <a:gd name="connsiteX28" fmla="*/ 149688 w 169270"/>
                <a:gd name="connsiteY28" fmla="*/ 20625 h 92291"/>
                <a:gd name="connsiteX29" fmla="*/ 0 w 169270"/>
                <a:gd name="connsiteY29" fmla="*/ 2604 h 92291"/>
                <a:gd name="connsiteX30" fmla="*/ 8125 w 169270"/>
                <a:gd name="connsiteY30" fmla="*/ 2604 h 92291"/>
                <a:gd name="connsiteX31" fmla="*/ 8125 w 169270"/>
                <a:gd name="connsiteY31" fmla="*/ 34792 h 92291"/>
                <a:gd name="connsiteX32" fmla="*/ 17396 w 169270"/>
                <a:gd name="connsiteY32" fmla="*/ 34792 h 92291"/>
                <a:gd name="connsiteX33" fmla="*/ 28177 w 169270"/>
                <a:gd name="connsiteY33" fmla="*/ 34479 h 92291"/>
                <a:gd name="connsiteX34" fmla="*/ 39063 w 169270"/>
                <a:gd name="connsiteY34" fmla="*/ 33646 h 92291"/>
                <a:gd name="connsiteX35" fmla="*/ 48542 w 169270"/>
                <a:gd name="connsiteY35" fmla="*/ 32552 h 92291"/>
                <a:gd name="connsiteX36" fmla="*/ 55000 w 169270"/>
                <a:gd name="connsiteY36" fmla="*/ 31354 h 92291"/>
                <a:gd name="connsiteX37" fmla="*/ 55000 w 169270"/>
                <a:gd name="connsiteY37" fmla="*/ 38437 h 92291"/>
                <a:gd name="connsiteX38" fmla="*/ 48347 w 169270"/>
                <a:gd name="connsiteY38" fmla="*/ 39792 h 92291"/>
                <a:gd name="connsiteX39" fmla="*/ 38854 w 169270"/>
                <a:gd name="connsiteY39" fmla="*/ 41042 h 92291"/>
                <a:gd name="connsiteX40" fmla="*/ 27774 w 169270"/>
                <a:gd name="connsiteY40" fmla="*/ 41927 h 92291"/>
                <a:gd name="connsiteX41" fmla="*/ 15937 w 169270"/>
                <a:gd name="connsiteY41" fmla="*/ 42292 h 92291"/>
                <a:gd name="connsiteX42" fmla="*/ 2187 w 169270"/>
                <a:gd name="connsiteY42" fmla="*/ 42292 h 92291"/>
                <a:gd name="connsiteX43" fmla="*/ 469 w 169270"/>
                <a:gd name="connsiteY43" fmla="*/ 41823 h 92291"/>
                <a:gd name="connsiteX44" fmla="*/ 0 w 169270"/>
                <a:gd name="connsiteY44" fmla="*/ 40104 h 92291"/>
                <a:gd name="connsiteX45" fmla="*/ 95938 w 169270"/>
                <a:gd name="connsiteY45" fmla="*/ 1979 h 92291"/>
                <a:gd name="connsiteX46" fmla="*/ 104076 w 169270"/>
                <a:gd name="connsiteY46" fmla="*/ 1979 h 92291"/>
                <a:gd name="connsiteX47" fmla="*/ 104076 w 169270"/>
                <a:gd name="connsiteY47" fmla="*/ 13854 h 92291"/>
                <a:gd name="connsiteX48" fmla="*/ 149688 w 169270"/>
                <a:gd name="connsiteY48" fmla="*/ 13854 h 92291"/>
                <a:gd name="connsiteX49" fmla="*/ 149688 w 169270"/>
                <a:gd name="connsiteY49" fmla="*/ 1979 h 92291"/>
                <a:gd name="connsiteX50" fmla="*/ 157930 w 169270"/>
                <a:gd name="connsiteY50" fmla="*/ 1979 h 92291"/>
                <a:gd name="connsiteX51" fmla="*/ 157930 w 169270"/>
                <a:gd name="connsiteY51" fmla="*/ 40521 h 92291"/>
                <a:gd name="connsiteX52" fmla="*/ 157448 w 169270"/>
                <a:gd name="connsiteY52" fmla="*/ 42240 h 92291"/>
                <a:gd name="connsiteX53" fmla="*/ 155742 w 169270"/>
                <a:gd name="connsiteY53" fmla="*/ 42708 h 92291"/>
                <a:gd name="connsiteX54" fmla="*/ 98125 w 169270"/>
                <a:gd name="connsiteY54" fmla="*/ 42708 h 92291"/>
                <a:gd name="connsiteX55" fmla="*/ 96420 w 169270"/>
                <a:gd name="connsiteY55" fmla="*/ 42240 h 92291"/>
                <a:gd name="connsiteX56" fmla="*/ 95938 w 169270"/>
                <a:gd name="connsiteY56" fmla="*/ 40521 h 92291"/>
                <a:gd name="connsiteX57" fmla="*/ 59375 w 169270"/>
                <a:gd name="connsiteY57" fmla="*/ 0 h 92291"/>
                <a:gd name="connsiteX58" fmla="*/ 67513 w 169270"/>
                <a:gd name="connsiteY58" fmla="*/ 0 h 92291"/>
                <a:gd name="connsiteX59" fmla="*/ 67513 w 169270"/>
                <a:gd name="connsiteY59" fmla="*/ 16146 h 92291"/>
                <a:gd name="connsiteX60" fmla="*/ 80104 w 169270"/>
                <a:gd name="connsiteY60" fmla="*/ 16146 h 92291"/>
                <a:gd name="connsiteX61" fmla="*/ 80104 w 169270"/>
                <a:gd name="connsiteY61" fmla="*/ 23438 h 92291"/>
                <a:gd name="connsiteX62" fmla="*/ 67513 w 169270"/>
                <a:gd name="connsiteY62" fmla="*/ 23438 h 92291"/>
                <a:gd name="connsiteX63" fmla="*/ 67513 w 169270"/>
                <a:gd name="connsiteY63" fmla="*/ 50313 h 92291"/>
                <a:gd name="connsiteX64" fmla="*/ 59375 w 169270"/>
                <a:gd name="connsiteY64" fmla="*/ 50313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69270" h="92291">
                  <a:moveTo>
                    <a:pt x="17188" y="62396"/>
                  </a:moveTo>
                  <a:lnTo>
                    <a:pt x="17188" y="84479"/>
                  </a:lnTo>
                  <a:lnTo>
                    <a:pt x="59597" y="84479"/>
                  </a:lnTo>
                  <a:lnTo>
                    <a:pt x="59597" y="62396"/>
                  </a:lnTo>
                  <a:close/>
                  <a:moveTo>
                    <a:pt x="11250" y="55417"/>
                  </a:moveTo>
                  <a:lnTo>
                    <a:pt x="65521" y="55417"/>
                  </a:lnTo>
                  <a:cubicBezTo>
                    <a:pt x="66354" y="55417"/>
                    <a:pt x="66927" y="55573"/>
                    <a:pt x="67240" y="55885"/>
                  </a:cubicBezTo>
                  <a:cubicBezTo>
                    <a:pt x="67565" y="56198"/>
                    <a:pt x="67709" y="56771"/>
                    <a:pt x="67709" y="57604"/>
                  </a:cubicBezTo>
                  <a:lnTo>
                    <a:pt x="67709" y="89062"/>
                  </a:lnTo>
                  <a:cubicBezTo>
                    <a:pt x="67709" y="89896"/>
                    <a:pt x="67565" y="90469"/>
                    <a:pt x="67240" y="90781"/>
                  </a:cubicBezTo>
                  <a:cubicBezTo>
                    <a:pt x="66927" y="91094"/>
                    <a:pt x="66354" y="91250"/>
                    <a:pt x="65521" y="91250"/>
                  </a:cubicBezTo>
                  <a:lnTo>
                    <a:pt x="11250" y="91250"/>
                  </a:lnTo>
                  <a:cubicBezTo>
                    <a:pt x="10417" y="91250"/>
                    <a:pt x="9844" y="91094"/>
                    <a:pt x="9531" y="90781"/>
                  </a:cubicBezTo>
                  <a:cubicBezTo>
                    <a:pt x="9219" y="90469"/>
                    <a:pt x="9062" y="89896"/>
                    <a:pt x="9062" y="89062"/>
                  </a:cubicBezTo>
                  <a:lnTo>
                    <a:pt x="9062" y="57604"/>
                  </a:lnTo>
                  <a:cubicBezTo>
                    <a:pt x="9062" y="56771"/>
                    <a:pt x="9219" y="56198"/>
                    <a:pt x="9531" y="55885"/>
                  </a:cubicBezTo>
                  <a:cubicBezTo>
                    <a:pt x="9844" y="55573"/>
                    <a:pt x="10417" y="55417"/>
                    <a:pt x="11250" y="55417"/>
                  </a:cubicBezTo>
                  <a:close/>
                  <a:moveTo>
                    <a:pt x="84688" y="54375"/>
                  </a:moveTo>
                  <a:lnTo>
                    <a:pt x="169271" y="54375"/>
                  </a:lnTo>
                  <a:lnTo>
                    <a:pt x="169271" y="61458"/>
                  </a:lnTo>
                  <a:lnTo>
                    <a:pt x="131459" y="61458"/>
                  </a:lnTo>
                  <a:lnTo>
                    <a:pt x="131459" y="92292"/>
                  </a:lnTo>
                  <a:lnTo>
                    <a:pt x="123125" y="92292"/>
                  </a:lnTo>
                  <a:lnTo>
                    <a:pt x="123125" y="61458"/>
                  </a:lnTo>
                  <a:lnTo>
                    <a:pt x="84688" y="61458"/>
                  </a:lnTo>
                  <a:close/>
                  <a:moveTo>
                    <a:pt x="104076" y="20625"/>
                  </a:moveTo>
                  <a:lnTo>
                    <a:pt x="104076" y="35729"/>
                  </a:lnTo>
                  <a:lnTo>
                    <a:pt x="149688" y="35729"/>
                  </a:lnTo>
                  <a:lnTo>
                    <a:pt x="149688" y="20625"/>
                  </a:ln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34792"/>
                  </a:lnTo>
                  <a:lnTo>
                    <a:pt x="17396" y="34792"/>
                  </a:lnTo>
                  <a:cubicBezTo>
                    <a:pt x="20807" y="34792"/>
                    <a:pt x="24401" y="34688"/>
                    <a:pt x="28177" y="34479"/>
                  </a:cubicBezTo>
                  <a:cubicBezTo>
                    <a:pt x="31966" y="34271"/>
                    <a:pt x="35599" y="33997"/>
                    <a:pt x="39063" y="33646"/>
                  </a:cubicBezTo>
                  <a:cubicBezTo>
                    <a:pt x="42539" y="33307"/>
                    <a:pt x="45703" y="32943"/>
                    <a:pt x="48542" y="32552"/>
                  </a:cubicBezTo>
                  <a:cubicBezTo>
                    <a:pt x="51393" y="32175"/>
                    <a:pt x="53542" y="31771"/>
                    <a:pt x="55000" y="31354"/>
                  </a:cubicBezTo>
                  <a:lnTo>
                    <a:pt x="55000" y="38437"/>
                  </a:lnTo>
                  <a:cubicBezTo>
                    <a:pt x="53333" y="38854"/>
                    <a:pt x="51120" y="39310"/>
                    <a:pt x="48347" y="39792"/>
                  </a:cubicBezTo>
                  <a:cubicBezTo>
                    <a:pt x="45560" y="40286"/>
                    <a:pt x="42396" y="40703"/>
                    <a:pt x="38854" y="41042"/>
                  </a:cubicBezTo>
                  <a:cubicBezTo>
                    <a:pt x="35391" y="41393"/>
                    <a:pt x="31693" y="41693"/>
                    <a:pt x="27774" y="41927"/>
                  </a:cubicBezTo>
                  <a:cubicBezTo>
                    <a:pt x="23841" y="42175"/>
                    <a:pt x="19896" y="42292"/>
                    <a:pt x="15937" y="42292"/>
                  </a:cubicBezTo>
                  <a:lnTo>
                    <a:pt x="2187" y="42292"/>
                  </a:lnTo>
                  <a:cubicBezTo>
                    <a:pt x="1367" y="42292"/>
                    <a:pt x="781" y="42135"/>
                    <a:pt x="469" y="41823"/>
                  </a:cubicBezTo>
                  <a:cubicBezTo>
                    <a:pt x="156" y="41511"/>
                    <a:pt x="0" y="40938"/>
                    <a:pt x="0" y="40104"/>
                  </a:cubicBezTo>
                  <a:close/>
                  <a:moveTo>
                    <a:pt x="95938" y="1979"/>
                  </a:moveTo>
                  <a:lnTo>
                    <a:pt x="104076" y="1979"/>
                  </a:lnTo>
                  <a:lnTo>
                    <a:pt x="104076" y="13854"/>
                  </a:lnTo>
                  <a:lnTo>
                    <a:pt x="149688" y="13854"/>
                  </a:lnTo>
                  <a:lnTo>
                    <a:pt x="149688" y="1979"/>
                  </a:lnTo>
                  <a:lnTo>
                    <a:pt x="157930" y="1979"/>
                  </a:lnTo>
                  <a:lnTo>
                    <a:pt x="157930" y="40521"/>
                  </a:lnTo>
                  <a:cubicBezTo>
                    <a:pt x="157930" y="41354"/>
                    <a:pt x="157761" y="41927"/>
                    <a:pt x="157448" y="42240"/>
                  </a:cubicBezTo>
                  <a:cubicBezTo>
                    <a:pt x="157149" y="42552"/>
                    <a:pt x="156563" y="42708"/>
                    <a:pt x="155742" y="42708"/>
                  </a:cubicBezTo>
                  <a:lnTo>
                    <a:pt x="98125" y="42708"/>
                  </a:lnTo>
                  <a:cubicBezTo>
                    <a:pt x="97292" y="42708"/>
                    <a:pt x="96719" y="42552"/>
                    <a:pt x="96420" y="42240"/>
                  </a:cubicBezTo>
                  <a:cubicBezTo>
                    <a:pt x="96107" y="41927"/>
                    <a:pt x="95938" y="41354"/>
                    <a:pt x="95938" y="40521"/>
                  </a:cubicBezTo>
                  <a:close/>
                  <a:moveTo>
                    <a:pt x="59375" y="0"/>
                  </a:moveTo>
                  <a:lnTo>
                    <a:pt x="67513" y="0"/>
                  </a:lnTo>
                  <a:lnTo>
                    <a:pt x="67513" y="16146"/>
                  </a:lnTo>
                  <a:lnTo>
                    <a:pt x="80104" y="16146"/>
                  </a:lnTo>
                  <a:lnTo>
                    <a:pt x="80104" y="23438"/>
                  </a:lnTo>
                  <a:lnTo>
                    <a:pt x="67513" y="23438"/>
                  </a:lnTo>
                  <a:lnTo>
                    <a:pt x="67513" y="50313"/>
                  </a:lnTo>
                  <a:lnTo>
                    <a:pt x="59375" y="50313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79F51E29-13DC-4940-AA98-8D510F3B9A46}"/>
                </a:ext>
              </a:extLst>
            </p:cNvPr>
            <p:cNvSpPr txBox="1"/>
            <p:nvPr/>
          </p:nvSpPr>
          <p:spPr>
            <a:xfrm>
              <a:off x="2251258" y="3713235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남부</a:t>
              </a:r>
            </a:p>
          </p:txBody>
        </p:sp>
        <p:sp>
          <p:nvSpPr>
            <p:cNvPr id="423" name="자유형: 도형 422">
              <a:extLst>
                <a:ext uri="{FF2B5EF4-FFF2-40B4-BE49-F238E27FC236}">
                  <a16:creationId xmlns:a16="http://schemas.microsoft.com/office/drawing/2014/main" id="{6E5FA80E-8D01-4404-BF2C-287E9A4B332F}"/>
                </a:ext>
              </a:extLst>
            </p:cNvPr>
            <p:cNvSpPr/>
            <p:nvPr/>
          </p:nvSpPr>
          <p:spPr>
            <a:xfrm>
              <a:off x="2529365" y="3777992"/>
              <a:ext cx="27395" cy="99999"/>
            </a:xfrm>
            <a:custGeom>
              <a:avLst/>
              <a:gdLst>
                <a:gd name="connsiteX0" fmla="*/ 21146 w 27395"/>
                <a:gd name="connsiteY0" fmla="*/ 0 h 99999"/>
                <a:gd name="connsiteX1" fmla="*/ 27396 w 27395"/>
                <a:gd name="connsiteY1" fmla="*/ 0 h 99999"/>
                <a:gd name="connsiteX2" fmla="*/ 13698 w 27395"/>
                <a:gd name="connsiteY2" fmla="*/ 25052 h 99999"/>
                <a:gd name="connsiteX3" fmla="*/ 9271 w 27395"/>
                <a:gd name="connsiteY3" fmla="*/ 50000 h 99999"/>
                <a:gd name="connsiteX4" fmla="*/ 13698 w 27395"/>
                <a:gd name="connsiteY4" fmla="*/ 75052 h 99999"/>
                <a:gd name="connsiteX5" fmla="*/ 27396 w 27395"/>
                <a:gd name="connsiteY5" fmla="*/ 100000 h 99999"/>
                <a:gd name="connsiteX6" fmla="*/ 21146 w 27395"/>
                <a:gd name="connsiteY6" fmla="*/ 100000 h 99999"/>
                <a:gd name="connsiteX7" fmla="*/ 12239 w 27395"/>
                <a:gd name="connsiteY7" fmla="*/ 88854 h 99999"/>
                <a:gd name="connsiteX8" fmla="*/ 5521 w 27395"/>
                <a:gd name="connsiteY8" fmla="*/ 76250 h 99999"/>
                <a:gd name="connsiteX9" fmla="*/ 1406 w 27395"/>
                <a:gd name="connsiteY9" fmla="*/ 63125 h 99999"/>
                <a:gd name="connsiteX10" fmla="*/ 0 w 27395"/>
                <a:gd name="connsiteY10" fmla="*/ 50000 h 99999"/>
                <a:gd name="connsiteX11" fmla="*/ 1406 w 27395"/>
                <a:gd name="connsiteY11" fmla="*/ 36979 h 99999"/>
                <a:gd name="connsiteX12" fmla="*/ 5521 w 27395"/>
                <a:gd name="connsiteY12" fmla="*/ 23750 h 99999"/>
                <a:gd name="connsiteX13" fmla="*/ 12239 w 27395"/>
                <a:gd name="connsiteY13" fmla="*/ 11250 h 99999"/>
                <a:gd name="connsiteX14" fmla="*/ 21146 w 27395"/>
                <a:gd name="connsiteY14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95" h="99999">
                  <a:moveTo>
                    <a:pt x="21146" y="0"/>
                  </a:moveTo>
                  <a:lnTo>
                    <a:pt x="27396" y="0"/>
                  </a:lnTo>
                  <a:cubicBezTo>
                    <a:pt x="21211" y="8125"/>
                    <a:pt x="16654" y="16484"/>
                    <a:pt x="13698" y="25052"/>
                  </a:cubicBezTo>
                  <a:cubicBezTo>
                    <a:pt x="10742" y="33633"/>
                    <a:pt x="9271" y="41953"/>
                    <a:pt x="9271" y="50000"/>
                  </a:cubicBezTo>
                  <a:cubicBezTo>
                    <a:pt x="9271" y="58125"/>
                    <a:pt x="10742" y="66485"/>
                    <a:pt x="13698" y="75052"/>
                  </a:cubicBezTo>
                  <a:cubicBezTo>
                    <a:pt x="16654" y="83633"/>
                    <a:pt x="21211" y="91953"/>
                    <a:pt x="27396" y="100000"/>
                  </a:cubicBezTo>
                  <a:lnTo>
                    <a:pt x="21146" y="100000"/>
                  </a:lnTo>
                  <a:cubicBezTo>
                    <a:pt x="17812" y="96602"/>
                    <a:pt x="14844" y="92891"/>
                    <a:pt x="12239" y="88854"/>
                  </a:cubicBezTo>
                  <a:cubicBezTo>
                    <a:pt x="9635" y="84831"/>
                    <a:pt x="7396" y="80625"/>
                    <a:pt x="5521" y="76250"/>
                  </a:cubicBezTo>
                  <a:cubicBezTo>
                    <a:pt x="3711" y="71953"/>
                    <a:pt x="2344" y="67578"/>
                    <a:pt x="1406" y="63125"/>
                  </a:cubicBezTo>
                  <a:cubicBezTo>
                    <a:pt x="469" y="58685"/>
                    <a:pt x="0" y="54310"/>
                    <a:pt x="0" y="50000"/>
                  </a:cubicBezTo>
                  <a:cubicBezTo>
                    <a:pt x="0" y="45768"/>
                    <a:pt x="469" y="41432"/>
                    <a:pt x="1406" y="36979"/>
                  </a:cubicBezTo>
                  <a:cubicBezTo>
                    <a:pt x="2344" y="32539"/>
                    <a:pt x="3711" y="28125"/>
                    <a:pt x="5521" y="23750"/>
                  </a:cubicBezTo>
                  <a:cubicBezTo>
                    <a:pt x="7396" y="19453"/>
                    <a:pt x="9635" y="15287"/>
                    <a:pt x="12239" y="11250"/>
                  </a:cubicBezTo>
                  <a:cubicBezTo>
                    <a:pt x="14844" y="7226"/>
                    <a:pt x="17812" y="3477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24" name="TextBox 423">
              <a:extLst>
                <a:ext uri="{FF2B5EF4-FFF2-40B4-BE49-F238E27FC236}">
                  <a16:creationId xmlns:a16="http://schemas.microsoft.com/office/drawing/2014/main" id="{C49F9D3E-66A1-4A46-8D9B-CBD39B78B410}"/>
                </a:ext>
              </a:extLst>
            </p:cNvPr>
            <p:cNvSpPr txBox="1"/>
            <p:nvPr/>
          </p:nvSpPr>
          <p:spPr>
            <a:xfrm>
              <a:off x="2437925" y="3728626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</a:p>
          </p:txBody>
        </p:sp>
        <p:grpSp>
          <p:nvGrpSpPr>
            <p:cNvPr id="425" name="그래픽 5">
              <a:extLst>
                <a:ext uri="{FF2B5EF4-FFF2-40B4-BE49-F238E27FC236}">
                  <a16:creationId xmlns:a16="http://schemas.microsoft.com/office/drawing/2014/main" id="{AC88E142-F7CB-46E1-BDAB-A9F20A0B8E65}"/>
                </a:ext>
              </a:extLst>
            </p:cNvPr>
            <p:cNvGrpSpPr/>
            <p:nvPr/>
          </p:nvGrpSpPr>
          <p:grpSpPr>
            <a:xfrm>
              <a:off x="2557437" y="3760505"/>
              <a:ext cx="275208" cy="130208"/>
              <a:chOff x="2557437" y="3760505"/>
              <a:chExt cx="275208" cy="130208"/>
            </a:xfrm>
          </p:grpSpPr>
          <p:sp>
            <p:nvSpPr>
              <p:cNvPr id="426" name="자유형: 도형 425">
                <a:extLst>
                  <a:ext uri="{FF2B5EF4-FFF2-40B4-BE49-F238E27FC236}">
                    <a16:creationId xmlns:a16="http://schemas.microsoft.com/office/drawing/2014/main" id="{198AEF47-537E-4D39-A02B-8C839EBC7F0C}"/>
                  </a:ext>
                </a:extLst>
              </p:cNvPr>
              <p:cNvSpPr/>
              <p:nvPr/>
            </p:nvSpPr>
            <p:spPr>
              <a:xfrm>
                <a:off x="2557437" y="3782367"/>
                <a:ext cx="275208" cy="94062"/>
              </a:xfrm>
              <a:custGeom>
                <a:avLst/>
                <a:gdLst>
                  <a:gd name="connsiteX0" fmla="*/ 46458 w 275208"/>
                  <a:gd name="connsiteY0" fmla="*/ 63646 h 94062"/>
                  <a:gd name="connsiteX1" fmla="*/ 37552 w 275208"/>
                  <a:gd name="connsiteY1" fmla="*/ 64479 h 94062"/>
                  <a:gd name="connsiteX2" fmla="*/ 30417 w 275208"/>
                  <a:gd name="connsiteY2" fmla="*/ 66771 h 94062"/>
                  <a:gd name="connsiteX3" fmla="*/ 25729 w 275208"/>
                  <a:gd name="connsiteY3" fmla="*/ 70521 h 94062"/>
                  <a:gd name="connsiteX4" fmla="*/ 24063 w 275208"/>
                  <a:gd name="connsiteY4" fmla="*/ 75521 h 94062"/>
                  <a:gd name="connsiteX5" fmla="*/ 25781 w 275208"/>
                  <a:gd name="connsiteY5" fmla="*/ 80573 h 94062"/>
                  <a:gd name="connsiteX6" fmla="*/ 30521 w 275208"/>
                  <a:gd name="connsiteY6" fmla="*/ 84375 h 94062"/>
                  <a:gd name="connsiteX7" fmla="*/ 37604 w 275208"/>
                  <a:gd name="connsiteY7" fmla="*/ 86771 h 94062"/>
                  <a:gd name="connsiteX8" fmla="*/ 46458 w 275208"/>
                  <a:gd name="connsiteY8" fmla="*/ 87604 h 94062"/>
                  <a:gd name="connsiteX9" fmla="*/ 62708 w 275208"/>
                  <a:gd name="connsiteY9" fmla="*/ 84427 h 94062"/>
                  <a:gd name="connsiteX10" fmla="*/ 69167 w 275208"/>
                  <a:gd name="connsiteY10" fmla="*/ 75625 h 94062"/>
                  <a:gd name="connsiteX11" fmla="*/ 62761 w 275208"/>
                  <a:gd name="connsiteY11" fmla="*/ 66823 h 94062"/>
                  <a:gd name="connsiteX12" fmla="*/ 46458 w 275208"/>
                  <a:gd name="connsiteY12" fmla="*/ 63646 h 94062"/>
                  <a:gd name="connsiteX13" fmla="*/ 109479 w 275208"/>
                  <a:gd name="connsiteY13" fmla="*/ 61042 h 94062"/>
                  <a:gd name="connsiteX14" fmla="*/ 117813 w 275208"/>
                  <a:gd name="connsiteY14" fmla="*/ 61042 h 94062"/>
                  <a:gd name="connsiteX15" fmla="*/ 117813 w 275208"/>
                  <a:gd name="connsiteY15" fmla="*/ 83333 h 94062"/>
                  <a:gd name="connsiteX16" fmla="*/ 170521 w 275208"/>
                  <a:gd name="connsiteY16" fmla="*/ 83333 h 94062"/>
                  <a:gd name="connsiteX17" fmla="*/ 170521 w 275208"/>
                  <a:gd name="connsiteY17" fmla="*/ 90417 h 94062"/>
                  <a:gd name="connsiteX18" fmla="*/ 111667 w 275208"/>
                  <a:gd name="connsiteY18" fmla="*/ 90417 h 94062"/>
                  <a:gd name="connsiteX19" fmla="*/ 109948 w 275208"/>
                  <a:gd name="connsiteY19" fmla="*/ 89948 h 94062"/>
                  <a:gd name="connsiteX20" fmla="*/ 109479 w 275208"/>
                  <a:gd name="connsiteY20" fmla="*/ 88229 h 94062"/>
                  <a:gd name="connsiteX21" fmla="*/ 46458 w 275208"/>
                  <a:gd name="connsiteY21" fmla="*/ 56875 h 94062"/>
                  <a:gd name="connsiteX22" fmla="*/ 69323 w 275208"/>
                  <a:gd name="connsiteY22" fmla="*/ 61979 h 94062"/>
                  <a:gd name="connsiteX23" fmla="*/ 77813 w 275208"/>
                  <a:gd name="connsiteY23" fmla="*/ 75521 h 94062"/>
                  <a:gd name="connsiteX24" fmla="*/ 69375 w 275208"/>
                  <a:gd name="connsiteY24" fmla="*/ 89115 h 94062"/>
                  <a:gd name="connsiteX25" fmla="*/ 46563 w 275208"/>
                  <a:gd name="connsiteY25" fmla="*/ 94063 h 94062"/>
                  <a:gd name="connsiteX26" fmla="*/ 23802 w 275208"/>
                  <a:gd name="connsiteY26" fmla="*/ 89062 h 94062"/>
                  <a:gd name="connsiteX27" fmla="*/ 15312 w 275208"/>
                  <a:gd name="connsiteY27" fmla="*/ 75521 h 94062"/>
                  <a:gd name="connsiteX28" fmla="*/ 17552 w 275208"/>
                  <a:gd name="connsiteY28" fmla="*/ 67865 h 94062"/>
                  <a:gd name="connsiteX29" fmla="*/ 23854 w 275208"/>
                  <a:gd name="connsiteY29" fmla="*/ 61979 h 94062"/>
                  <a:gd name="connsiteX30" fmla="*/ 33646 w 275208"/>
                  <a:gd name="connsiteY30" fmla="*/ 58229 h 94062"/>
                  <a:gd name="connsiteX31" fmla="*/ 46458 w 275208"/>
                  <a:gd name="connsiteY31" fmla="*/ 56875 h 94062"/>
                  <a:gd name="connsiteX32" fmla="*/ 107396 w 275208"/>
                  <a:gd name="connsiteY32" fmla="*/ 26563 h 94062"/>
                  <a:gd name="connsiteX33" fmla="*/ 107396 w 275208"/>
                  <a:gd name="connsiteY33" fmla="*/ 42812 h 94062"/>
                  <a:gd name="connsiteX34" fmla="*/ 133229 w 275208"/>
                  <a:gd name="connsiteY34" fmla="*/ 42812 h 94062"/>
                  <a:gd name="connsiteX35" fmla="*/ 133229 w 275208"/>
                  <a:gd name="connsiteY35" fmla="*/ 26563 h 94062"/>
                  <a:gd name="connsiteX36" fmla="*/ 206458 w 275208"/>
                  <a:gd name="connsiteY36" fmla="*/ 5313 h 94062"/>
                  <a:gd name="connsiteX37" fmla="*/ 245313 w 275208"/>
                  <a:gd name="connsiteY37" fmla="*/ 5313 h 94062"/>
                  <a:gd name="connsiteX38" fmla="*/ 247031 w 275208"/>
                  <a:gd name="connsiteY38" fmla="*/ 5781 h 94062"/>
                  <a:gd name="connsiteX39" fmla="*/ 247500 w 275208"/>
                  <a:gd name="connsiteY39" fmla="*/ 7500 h 94062"/>
                  <a:gd name="connsiteX40" fmla="*/ 243906 w 275208"/>
                  <a:gd name="connsiteY40" fmla="*/ 28021 h 94062"/>
                  <a:gd name="connsiteX41" fmla="*/ 235625 w 275208"/>
                  <a:gd name="connsiteY41" fmla="*/ 45938 h 94062"/>
                  <a:gd name="connsiteX42" fmla="*/ 223334 w 275208"/>
                  <a:gd name="connsiteY42" fmla="*/ 61094 h 94062"/>
                  <a:gd name="connsiteX43" fmla="*/ 207708 w 275208"/>
                  <a:gd name="connsiteY43" fmla="*/ 72917 h 94062"/>
                  <a:gd name="connsiteX44" fmla="*/ 201042 w 275208"/>
                  <a:gd name="connsiteY44" fmla="*/ 67396 h 94062"/>
                  <a:gd name="connsiteX45" fmla="*/ 227031 w 275208"/>
                  <a:gd name="connsiteY45" fmla="*/ 44948 h 94062"/>
                  <a:gd name="connsiteX46" fmla="*/ 238333 w 275208"/>
                  <a:gd name="connsiteY46" fmla="*/ 12500 h 94062"/>
                  <a:gd name="connsiteX47" fmla="*/ 206458 w 275208"/>
                  <a:gd name="connsiteY47" fmla="*/ 12500 h 94062"/>
                  <a:gd name="connsiteX48" fmla="*/ 99375 w 275208"/>
                  <a:gd name="connsiteY48" fmla="*/ 3229 h 94062"/>
                  <a:gd name="connsiteX49" fmla="*/ 107396 w 275208"/>
                  <a:gd name="connsiteY49" fmla="*/ 3229 h 94062"/>
                  <a:gd name="connsiteX50" fmla="*/ 107396 w 275208"/>
                  <a:gd name="connsiteY50" fmla="*/ 19583 h 94062"/>
                  <a:gd name="connsiteX51" fmla="*/ 133229 w 275208"/>
                  <a:gd name="connsiteY51" fmla="*/ 19583 h 94062"/>
                  <a:gd name="connsiteX52" fmla="*/ 133229 w 275208"/>
                  <a:gd name="connsiteY52" fmla="*/ 3229 h 94062"/>
                  <a:gd name="connsiteX53" fmla="*/ 141250 w 275208"/>
                  <a:gd name="connsiteY53" fmla="*/ 3229 h 94062"/>
                  <a:gd name="connsiteX54" fmla="*/ 141250 w 275208"/>
                  <a:gd name="connsiteY54" fmla="*/ 47604 h 94062"/>
                  <a:gd name="connsiteX55" fmla="*/ 140781 w 275208"/>
                  <a:gd name="connsiteY55" fmla="*/ 49323 h 94062"/>
                  <a:gd name="connsiteX56" fmla="*/ 139063 w 275208"/>
                  <a:gd name="connsiteY56" fmla="*/ 49792 h 94062"/>
                  <a:gd name="connsiteX57" fmla="*/ 101563 w 275208"/>
                  <a:gd name="connsiteY57" fmla="*/ 49792 h 94062"/>
                  <a:gd name="connsiteX58" fmla="*/ 99844 w 275208"/>
                  <a:gd name="connsiteY58" fmla="*/ 49323 h 94062"/>
                  <a:gd name="connsiteX59" fmla="*/ 99375 w 275208"/>
                  <a:gd name="connsiteY59" fmla="*/ 47604 h 94062"/>
                  <a:gd name="connsiteX60" fmla="*/ 25000 w 275208"/>
                  <a:gd name="connsiteY60" fmla="*/ 2292 h 94062"/>
                  <a:gd name="connsiteX61" fmla="*/ 33646 w 275208"/>
                  <a:gd name="connsiteY61" fmla="*/ 2292 h 94062"/>
                  <a:gd name="connsiteX62" fmla="*/ 33646 w 275208"/>
                  <a:gd name="connsiteY62" fmla="*/ 10937 h 94062"/>
                  <a:gd name="connsiteX63" fmla="*/ 35625 w 275208"/>
                  <a:gd name="connsiteY63" fmla="*/ 21823 h 94062"/>
                  <a:gd name="connsiteX64" fmla="*/ 40937 w 275208"/>
                  <a:gd name="connsiteY64" fmla="*/ 30625 h 94062"/>
                  <a:gd name="connsiteX65" fmla="*/ 48646 w 275208"/>
                  <a:gd name="connsiteY65" fmla="*/ 37344 h 94062"/>
                  <a:gd name="connsiteX66" fmla="*/ 57708 w 275208"/>
                  <a:gd name="connsiteY66" fmla="*/ 41771 h 94062"/>
                  <a:gd name="connsiteX67" fmla="*/ 52396 w 275208"/>
                  <a:gd name="connsiteY67" fmla="*/ 48229 h 94062"/>
                  <a:gd name="connsiteX68" fmla="*/ 46198 w 275208"/>
                  <a:gd name="connsiteY68" fmla="*/ 44792 h 94062"/>
                  <a:gd name="connsiteX69" fmla="*/ 39792 w 275208"/>
                  <a:gd name="connsiteY69" fmla="*/ 40209 h 94062"/>
                  <a:gd name="connsiteX70" fmla="*/ 33958 w 275208"/>
                  <a:gd name="connsiteY70" fmla="*/ 34583 h 94062"/>
                  <a:gd name="connsiteX71" fmla="*/ 29479 w 275208"/>
                  <a:gd name="connsiteY71" fmla="*/ 27709 h 94062"/>
                  <a:gd name="connsiteX72" fmla="*/ 25521 w 275208"/>
                  <a:gd name="connsiteY72" fmla="*/ 35104 h 94062"/>
                  <a:gd name="connsiteX73" fmla="*/ 19896 w 275208"/>
                  <a:gd name="connsiteY73" fmla="*/ 41563 h 94062"/>
                  <a:gd name="connsiteX74" fmla="*/ 13281 w 275208"/>
                  <a:gd name="connsiteY74" fmla="*/ 46875 h 94062"/>
                  <a:gd name="connsiteX75" fmla="*/ 6354 w 275208"/>
                  <a:gd name="connsiteY75" fmla="*/ 51042 h 94062"/>
                  <a:gd name="connsiteX76" fmla="*/ 0 w 275208"/>
                  <a:gd name="connsiteY76" fmla="*/ 45209 h 94062"/>
                  <a:gd name="connsiteX77" fmla="*/ 9844 w 275208"/>
                  <a:gd name="connsiteY77" fmla="*/ 39583 h 94062"/>
                  <a:gd name="connsiteX78" fmla="*/ 17812 w 275208"/>
                  <a:gd name="connsiteY78" fmla="*/ 32084 h 94062"/>
                  <a:gd name="connsiteX79" fmla="*/ 23073 w 275208"/>
                  <a:gd name="connsiteY79" fmla="*/ 22657 h 94062"/>
                  <a:gd name="connsiteX80" fmla="*/ 25000 w 275208"/>
                  <a:gd name="connsiteY80" fmla="*/ 10833 h 94062"/>
                  <a:gd name="connsiteX81" fmla="*/ 266875 w 275208"/>
                  <a:gd name="connsiteY81" fmla="*/ 0 h 94062"/>
                  <a:gd name="connsiteX82" fmla="*/ 275209 w 275208"/>
                  <a:gd name="connsiteY82" fmla="*/ 0 h 94062"/>
                  <a:gd name="connsiteX83" fmla="*/ 275209 w 275208"/>
                  <a:gd name="connsiteY83" fmla="*/ 92292 h 94062"/>
                  <a:gd name="connsiteX84" fmla="*/ 266875 w 275208"/>
                  <a:gd name="connsiteY84" fmla="*/ 92292 h 94062"/>
                  <a:gd name="connsiteX85" fmla="*/ 159375 w 275208"/>
                  <a:gd name="connsiteY85" fmla="*/ 0 h 94062"/>
                  <a:gd name="connsiteX86" fmla="*/ 167604 w 275208"/>
                  <a:gd name="connsiteY86" fmla="*/ 0 h 94062"/>
                  <a:gd name="connsiteX87" fmla="*/ 167604 w 275208"/>
                  <a:gd name="connsiteY87" fmla="*/ 24167 h 94062"/>
                  <a:gd name="connsiteX88" fmla="*/ 180208 w 275208"/>
                  <a:gd name="connsiteY88" fmla="*/ 24167 h 94062"/>
                  <a:gd name="connsiteX89" fmla="*/ 180208 w 275208"/>
                  <a:gd name="connsiteY89" fmla="*/ 31459 h 94062"/>
                  <a:gd name="connsiteX90" fmla="*/ 167604 w 275208"/>
                  <a:gd name="connsiteY90" fmla="*/ 31459 h 94062"/>
                  <a:gd name="connsiteX91" fmla="*/ 167604 w 275208"/>
                  <a:gd name="connsiteY91" fmla="*/ 67813 h 94062"/>
                  <a:gd name="connsiteX92" fmla="*/ 159375 w 275208"/>
                  <a:gd name="connsiteY92" fmla="*/ 67813 h 94062"/>
                  <a:gd name="connsiteX93" fmla="*/ 67604 w 275208"/>
                  <a:gd name="connsiteY93" fmla="*/ 0 h 94062"/>
                  <a:gd name="connsiteX94" fmla="*/ 75729 w 275208"/>
                  <a:gd name="connsiteY94" fmla="*/ 0 h 94062"/>
                  <a:gd name="connsiteX95" fmla="*/ 75729 w 275208"/>
                  <a:gd name="connsiteY95" fmla="*/ 21563 h 94062"/>
                  <a:gd name="connsiteX96" fmla="*/ 88646 w 275208"/>
                  <a:gd name="connsiteY96" fmla="*/ 21563 h 94062"/>
                  <a:gd name="connsiteX97" fmla="*/ 88646 w 275208"/>
                  <a:gd name="connsiteY97" fmla="*/ 28646 h 94062"/>
                  <a:gd name="connsiteX98" fmla="*/ 75729 w 275208"/>
                  <a:gd name="connsiteY98" fmla="*/ 28646 h 94062"/>
                  <a:gd name="connsiteX99" fmla="*/ 75729 w 275208"/>
                  <a:gd name="connsiteY99" fmla="*/ 55729 h 94062"/>
                  <a:gd name="connsiteX100" fmla="*/ 67604 w 275208"/>
                  <a:gd name="connsiteY100" fmla="*/ 55729 h 9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</a:cxnLst>
                <a:rect l="l" t="t" r="r" b="b"/>
                <a:pathLst>
                  <a:path w="275208" h="94062">
                    <a:moveTo>
                      <a:pt x="46458" y="63646"/>
                    </a:moveTo>
                    <a:cubicBezTo>
                      <a:pt x="43268" y="63646"/>
                      <a:pt x="40300" y="63932"/>
                      <a:pt x="37552" y="64479"/>
                    </a:cubicBezTo>
                    <a:cubicBezTo>
                      <a:pt x="34805" y="65039"/>
                      <a:pt x="32435" y="65808"/>
                      <a:pt x="30417" y="66771"/>
                    </a:cubicBezTo>
                    <a:cubicBezTo>
                      <a:pt x="28398" y="67813"/>
                      <a:pt x="26836" y="69063"/>
                      <a:pt x="25729" y="70521"/>
                    </a:cubicBezTo>
                    <a:cubicBezTo>
                      <a:pt x="24622" y="71979"/>
                      <a:pt x="24063" y="73646"/>
                      <a:pt x="24063" y="75521"/>
                    </a:cubicBezTo>
                    <a:cubicBezTo>
                      <a:pt x="24063" y="77396"/>
                      <a:pt x="24635" y="79089"/>
                      <a:pt x="25781" y="80573"/>
                    </a:cubicBezTo>
                    <a:cubicBezTo>
                      <a:pt x="26927" y="82070"/>
                      <a:pt x="28503" y="83333"/>
                      <a:pt x="30521" y="84375"/>
                    </a:cubicBezTo>
                    <a:cubicBezTo>
                      <a:pt x="32539" y="85417"/>
                      <a:pt x="34896" y="86224"/>
                      <a:pt x="37604" y="86771"/>
                    </a:cubicBezTo>
                    <a:cubicBezTo>
                      <a:pt x="40313" y="87331"/>
                      <a:pt x="43268" y="87604"/>
                      <a:pt x="46458" y="87604"/>
                    </a:cubicBezTo>
                    <a:cubicBezTo>
                      <a:pt x="52982" y="87604"/>
                      <a:pt x="58398" y="86550"/>
                      <a:pt x="62708" y="84427"/>
                    </a:cubicBezTo>
                    <a:cubicBezTo>
                      <a:pt x="67018" y="82318"/>
                      <a:pt x="69167" y="79375"/>
                      <a:pt x="69167" y="75625"/>
                    </a:cubicBezTo>
                    <a:cubicBezTo>
                      <a:pt x="69167" y="71875"/>
                      <a:pt x="67031" y="68946"/>
                      <a:pt x="62761" y="66823"/>
                    </a:cubicBezTo>
                    <a:cubicBezTo>
                      <a:pt x="58490" y="64714"/>
                      <a:pt x="53060" y="63646"/>
                      <a:pt x="46458" y="63646"/>
                    </a:cubicBezTo>
                    <a:close/>
                    <a:moveTo>
                      <a:pt x="109479" y="61042"/>
                    </a:moveTo>
                    <a:lnTo>
                      <a:pt x="117813" y="61042"/>
                    </a:lnTo>
                    <a:lnTo>
                      <a:pt x="117813" y="83333"/>
                    </a:lnTo>
                    <a:lnTo>
                      <a:pt x="170521" y="83333"/>
                    </a:lnTo>
                    <a:lnTo>
                      <a:pt x="170521" y="90417"/>
                    </a:lnTo>
                    <a:lnTo>
                      <a:pt x="111667" y="90417"/>
                    </a:lnTo>
                    <a:cubicBezTo>
                      <a:pt x="110834" y="90417"/>
                      <a:pt x="110261" y="90261"/>
                      <a:pt x="109948" y="89948"/>
                    </a:cubicBezTo>
                    <a:cubicBezTo>
                      <a:pt x="109635" y="89635"/>
                      <a:pt x="109479" y="89062"/>
                      <a:pt x="109479" y="88229"/>
                    </a:cubicBezTo>
                    <a:close/>
                    <a:moveTo>
                      <a:pt x="46458" y="56875"/>
                    </a:moveTo>
                    <a:cubicBezTo>
                      <a:pt x="56042" y="56875"/>
                      <a:pt x="63659" y="58581"/>
                      <a:pt x="69323" y="61979"/>
                    </a:cubicBezTo>
                    <a:cubicBezTo>
                      <a:pt x="74987" y="65391"/>
                      <a:pt x="77813" y="69896"/>
                      <a:pt x="77813" y="75521"/>
                    </a:cubicBezTo>
                    <a:cubicBezTo>
                      <a:pt x="77813" y="81289"/>
                      <a:pt x="75000" y="85820"/>
                      <a:pt x="69375" y="89115"/>
                    </a:cubicBezTo>
                    <a:cubicBezTo>
                      <a:pt x="63750" y="92422"/>
                      <a:pt x="56146" y="94063"/>
                      <a:pt x="46563" y="94063"/>
                    </a:cubicBezTo>
                    <a:cubicBezTo>
                      <a:pt x="37044" y="94063"/>
                      <a:pt x="29466" y="92396"/>
                      <a:pt x="23802" y="89062"/>
                    </a:cubicBezTo>
                    <a:cubicBezTo>
                      <a:pt x="18138" y="85729"/>
                      <a:pt x="15312" y="81224"/>
                      <a:pt x="15312" y="75521"/>
                    </a:cubicBezTo>
                    <a:cubicBezTo>
                      <a:pt x="15312" y="72748"/>
                      <a:pt x="16055" y="70196"/>
                      <a:pt x="17552" y="67865"/>
                    </a:cubicBezTo>
                    <a:cubicBezTo>
                      <a:pt x="19049" y="65547"/>
                      <a:pt x="21146" y="63581"/>
                      <a:pt x="23854" y="61979"/>
                    </a:cubicBezTo>
                    <a:cubicBezTo>
                      <a:pt x="26563" y="60391"/>
                      <a:pt x="29831" y="59141"/>
                      <a:pt x="33646" y="58229"/>
                    </a:cubicBezTo>
                    <a:cubicBezTo>
                      <a:pt x="37461" y="57331"/>
                      <a:pt x="41732" y="56875"/>
                      <a:pt x="46458" y="56875"/>
                    </a:cubicBezTo>
                    <a:close/>
                    <a:moveTo>
                      <a:pt x="107396" y="26563"/>
                    </a:moveTo>
                    <a:lnTo>
                      <a:pt x="107396" y="42812"/>
                    </a:lnTo>
                    <a:lnTo>
                      <a:pt x="133229" y="42812"/>
                    </a:lnTo>
                    <a:lnTo>
                      <a:pt x="133229" y="26563"/>
                    </a:lnTo>
                    <a:close/>
                    <a:moveTo>
                      <a:pt x="206458" y="5313"/>
                    </a:moveTo>
                    <a:lnTo>
                      <a:pt x="245313" y="5313"/>
                    </a:lnTo>
                    <a:cubicBezTo>
                      <a:pt x="246146" y="5313"/>
                      <a:pt x="246719" y="5469"/>
                      <a:pt x="247031" y="5781"/>
                    </a:cubicBezTo>
                    <a:cubicBezTo>
                      <a:pt x="247344" y="6094"/>
                      <a:pt x="247500" y="6667"/>
                      <a:pt x="247500" y="7500"/>
                    </a:cubicBezTo>
                    <a:cubicBezTo>
                      <a:pt x="247149" y="14727"/>
                      <a:pt x="245951" y="21563"/>
                      <a:pt x="243906" y="28021"/>
                    </a:cubicBezTo>
                    <a:cubicBezTo>
                      <a:pt x="241862" y="34479"/>
                      <a:pt x="239102" y="40456"/>
                      <a:pt x="235625" y="45938"/>
                    </a:cubicBezTo>
                    <a:cubicBezTo>
                      <a:pt x="232148" y="51498"/>
                      <a:pt x="228060" y="56550"/>
                      <a:pt x="223334" y="61094"/>
                    </a:cubicBezTo>
                    <a:cubicBezTo>
                      <a:pt x="218607" y="65651"/>
                      <a:pt x="213399" y="69583"/>
                      <a:pt x="207708" y="72917"/>
                    </a:cubicBezTo>
                    <a:lnTo>
                      <a:pt x="201042" y="67396"/>
                    </a:lnTo>
                    <a:cubicBezTo>
                      <a:pt x="211810" y="61771"/>
                      <a:pt x="220469" y="54297"/>
                      <a:pt x="227031" y="44948"/>
                    </a:cubicBezTo>
                    <a:cubicBezTo>
                      <a:pt x="233594" y="35612"/>
                      <a:pt x="237357" y="24792"/>
                      <a:pt x="238333" y="12500"/>
                    </a:cubicBezTo>
                    <a:lnTo>
                      <a:pt x="206458" y="12500"/>
                    </a:lnTo>
                    <a:close/>
                    <a:moveTo>
                      <a:pt x="99375" y="3229"/>
                    </a:moveTo>
                    <a:lnTo>
                      <a:pt x="107396" y="3229"/>
                    </a:lnTo>
                    <a:lnTo>
                      <a:pt x="107396" y="19583"/>
                    </a:lnTo>
                    <a:lnTo>
                      <a:pt x="133229" y="19583"/>
                    </a:lnTo>
                    <a:lnTo>
                      <a:pt x="133229" y="3229"/>
                    </a:lnTo>
                    <a:lnTo>
                      <a:pt x="141250" y="3229"/>
                    </a:lnTo>
                    <a:lnTo>
                      <a:pt x="141250" y="47604"/>
                    </a:lnTo>
                    <a:cubicBezTo>
                      <a:pt x="141250" y="48438"/>
                      <a:pt x="141094" y="49011"/>
                      <a:pt x="140781" y="49323"/>
                    </a:cubicBezTo>
                    <a:cubicBezTo>
                      <a:pt x="140469" y="49636"/>
                      <a:pt x="139896" y="49792"/>
                      <a:pt x="139063" y="49792"/>
                    </a:cubicBezTo>
                    <a:lnTo>
                      <a:pt x="101563" y="49792"/>
                    </a:lnTo>
                    <a:cubicBezTo>
                      <a:pt x="100729" y="49792"/>
                      <a:pt x="100156" y="49636"/>
                      <a:pt x="99844" y="49323"/>
                    </a:cubicBezTo>
                    <a:cubicBezTo>
                      <a:pt x="99531" y="49011"/>
                      <a:pt x="99375" y="48438"/>
                      <a:pt x="99375" y="47604"/>
                    </a:cubicBezTo>
                    <a:close/>
                    <a:moveTo>
                      <a:pt x="25000" y="2292"/>
                    </a:moveTo>
                    <a:lnTo>
                      <a:pt x="33646" y="2292"/>
                    </a:lnTo>
                    <a:lnTo>
                      <a:pt x="33646" y="10937"/>
                    </a:lnTo>
                    <a:cubicBezTo>
                      <a:pt x="33646" y="14896"/>
                      <a:pt x="34310" y="18529"/>
                      <a:pt x="35625" y="21823"/>
                    </a:cubicBezTo>
                    <a:cubicBezTo>
                      <a:pt x="36940" y="25130"/>
                      <a:pt x="38711" y="28060"/>
                      <a:pt x="40937" y="30625"/>
                    </a:cubicBezTo>
                    <a:cubicBezTo>
                      <a:pt x="43164" y="33268"/>
                      <a:pt x="45729" y="35508"/>
                      <a:pt x="48646" y="37344"/>
                    </a:cubicBezTo>
                    <a:cubicBezTo>
                      <a:pt x="51563" y="39193"/>
                      <a:pt x="54583" y="40664"/>
                      <a:pt x="57708" y="41771"/>
                    </a:cubicBezTo>
                    <a:lnTo>
                      <a:pt x="52396" y="48229"/>
                    </a:lnTo>
                    <a:cubicBezTo>
                      <a:pt x="50456" y="47266"/>
                      <a:pt x="48385" y="46120"/>
                      <a:pt x="46198" y="44792"/>
                    </a:cubicBezTo>
                    <a:cubicBezTo>
                      <a:pt x="44011" y="43477"/>
                      <a:pt x="41875" y="41953"/>
                      <a:pt x="39792" y="40209"/>
                    </a:cubicBezTo>
                    <a:cubicBezTo>
                      <a:pt x="37708" y="38542"/>
                      <a:pt x="35768" y="36667"/>
                      <a:pt x="33958" y="34583"/>
                    </a:cubicBezTo>
                    <a:cubicBezTo>
                      <a:pt x="32149" y="32500"/>
                      <a:pt x="30664" y="30208"/>
                      <a:pt x="29479" y="27709"/>
                    </a:cubicBezTo>
                    <a:cubicBezTo>
                      <a:pt x="28503" y="30351"/>
                      <a:pt x="27187" y="32813"/>
                      <a:pt x="25521" y="35104"/>
                    </a:cubicBezTo>
                    <a:cubicBezTo>
                      <a:pt x="23854" y="37396"/>
                      <a:pt x="21979" y="39557"/>
                      <a:pt x="19896" y="41563"/>
                    </a:cubicBezTo>
                    <a:cubicBezTo>
                      <a:pt x="17812" y="43516"/>
                      <a:pt x="15612" y="45286"/>
                      <a:pt x="13281" y="46875"/>
                    </a:cubicBezTo>
                    <a:cubicBezTo>
                      <a:pt x="10951" y="48476"/>
                      <a:pt x="8646" y="49870"/>
                      <a:pt x="6354" y="51042"/>
                    </a:cubicBezTo>
                    <a:lnTo>
                      <a:pt x="0" y="45209"/>
                    </a:lnTo>
                    <a:cubicBezTo>
                      <a:pt x="3542" y="43620"/>
                      <a:pt x="6823" y="41745"/>
                      <a:pt x="9844" y="39583"/>
                    </a:cubicBezTo>
                    <a:cubicBezTo>
                      <a:pt x="12865" y="37435"/>
                      <a:pt x="15521" y="34935"/>
                      <a:pt x="17812" y="32084"/>
                    </a:cubicBezTo>
                    <a:cubicBezTo>
                      <a:pt x="20039" y="29310"/>
                      <a:pt x="21784" y="26172"/>
                      <a:pt x="23073" y="22657"/>
                    </a:cubicBezTo>
                    <a:cubicBezTo>
                      <a:pt x="24362" y="19154"/>
                      <a:pt x="25000" y="15208"/>
                      <a:pt x="25000" y="10833"/>
                    </a:cubicBezTo>
                    <a:close/>
                    <a:moveTo>
                      <a:pt x="266875" y="0"/>
                    </a:moveTo>
                    <a:lnTo>
                      <a:pt x="275209" y="0"/>
                    </a:lnTo>
                    <a:lnTo>
                      <a:pt x="275209" y="92292"/>
                    </a:lnTo>
                    <a:lnTo>
                      <a:pt x="266875" y="92292"/>
                    </a:lnTo>
                    <a:close/>
                    <a:moveTo>
                      <a:pt x="159375" y="0"/>
                    </a:moveTo>
                    <a:lnTo>
                      <a:pt x="167604" y="0"/>
                    </a:lnTo>
                    <a:lnTo>
                      <a:pt x="167604" y="24167"/>
                    </a:lnTo>
                    <a:lnTo>
                      <a:pt x="180208" y="24167"/>
                    </a:lnTo>
                    <a:lnTo>
                      <a:pt x="180208" y="31459"/>
                    </a:lnTo>
                    <a:lnTo>
                      <a:pt x="167604" y="31459"/>
                    </a:lnTo>
                    <a:lnTo>
                      <a:pt x="167604" y="67813"/>
                    </a:lnTo>
                    <a:lnTo>
                      <a:pt x="159375" y="67813"/>
                    </a:lnTo>
                    <a:close/>
                    <a:moveTo>
                      <a:pt x="67604" y="0"/>
                    </a:moveTo>
                    <a:lnTo>
                      <a:pt x="75729" y="0"/>
                    </a:lnTo>
                    <a:lnTo>
                      <a:pt x="75729" y="21563"/>
                    </a:lnTo>
                    <a:lnTo>
                      <a:pt x="88646" y="21563"/>
                    </a:lnTo>
                    <a:lnTo>
                      <a:pt x="88646" y="28646"/>
                    </a:lnTo>
                    <a:lnTo>
                      <a:pt x="75729" y="28646"/>
                    </a:lnTo>
                    <a:lnTo>
                      <a:pt x="75729" y="55729"/>
                    </a:lnTo>
                    <a:lnTo>
                      <a:pt x="67604" y="55729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CC36A7C8-E874-42BE-BDD7-A8B154310497}"/>
                  </a:ext>
                </a:extLst>
              </p:cNvPr>
              <p:cNvSpPr txBox="1"/>
              <p:nvPr/>
            </p:nvSpPr>
            <p:spPr>
              <a:xfrm>
                <a:off x="2465997" y="3714785"/>
                <a:ext cx="456317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상반기</a:t>
                </a:r>
              </a:p>
            </p:txBody>
          </p:sp>
        </p:grpSp>
        <p:grpSp>
          <p:nvGrpSpPr>
            <p:cNvPr id="428" name="그래픽 5">
              <a:extLst>
                <a:ext uri="{FF2B5EF4-FFF2-40B4-BE49-F238E27FC236}">
                  <a16:creationId xmlns:a16="http://schemas.microsoft.com/office/drawing/2014/main" id="{407F3FB8-DB78-48E8-80A7-9BB4E6185A45}"/>
                </a:ext>
              </a:extLst>
            </p:cNvPr>
            <p:cNvGrpSpPr/>
            <p:nvPr/>
          </p:nvGrpSpPr>
          <p:grpSpPr>
            <a:xfrm>
              <a:off x="2841852" y="3774346"/>
              <a:ext cx="39062" cy="117187"/>
              <a:chOff x="2841852" y="3774346"/>
              <a:chExt cx="39062" cy="117187"/>
            </a:xfrm>
          </p:grpSpPr>
          <p:sp>
            <p:nvSpPr>
              <p:cNvPr id="429" name="자유형: 도형 428">
                <a:extLst>
                  <a:ext uri="{FF2B5EF4-FFF2-40B4-BE49-F238E27FC236}">
                    <a16:creationId xmlns:a16="http://schemas.microsoft.com/office/drawing/2014/main" id="{98A421AD-B931-42D9-A8BF-D6198201F214}"/>
                  </a:ext>
                </a:extLst>
              </p:cNvPr>
              <p:cNvSpPr/>
              <p:nvPr/>
            </p:nvSpPr>
            <p:spPr>
              <a:xfrm>
                <a:off x="2841852" y="3777992"/>
                <a:ext cx="27395" cy="99999"/>
              </a:xfrm>
              <a:custGeom>
                <a:avLst/>
                <a:gdLst>
                  <a:gd name="connsiteX0" fmla="*/ 0 w 27395"/>
                  <a:gd name="connsiteY0" fmla="*/ 0 h 99999"/>
                  <a:gd name="connsiteX1" fmla="*/ 6250 w 27395"/>
                  <a:gd name="connsiteY1" fmla="*/ 0 h 99999"/>
                  <a:gd name="connsiteX2" fmla="*/ 15052 w 27395"/>
                  <a:gd name="connsiteY2" fmla="*/ 11250 h 99999"/>
                  <a:gd name="connsiteX3" fmla="*/ 21771 w 27395"/>
                  <a:gd name="connsiteY3" fmla="*/ 23750 h 99999"/>
                  <a:gd name="connsiteX4" fmla="*/ 25938 w 27395"/>
                  <a:gd name="connsiteY4" fmla="*/ 36979 h 99999"/>
                  <a:gd name="connsiteX5" fmla="*/ 27396 w 27395"/>
                  <a:gd name="connsiteY5" fmla="*/ 50000 h 99999"/>
                  <a:gd name="connsiteX6" fmla="*/ 25938 w 27395"/>
                  <a:gd name="connsiteY6" fmla="*/ 63125 h 99999"/>
                  <a:gd name="connsiteX7" fmla="*/ 21771 w 27395"/>
                  <a:gd name="connsiteY7" fmla="*/ 76250 h 99999"/>
                  <a:gd name="connsiteX8" fmla="*/ 15052 w 27395"/>
                  <a:gd name="connsiteY8" fmla="*/ 88854 h 99999"/>
                  <a:gd name="connsiteX9" fmla="*/ 6250 w 27395"/>
                  <a:gd name="connsiteY9" fmla="*/ 100000 h 99999"/>
                  <a:gd name="connsiteX10" fmla="*/ 0 w 27395"/>
                  <a:gd name="connsiteY10" fmla="*/ 100000 h 99999"/>
                  <a:gd name="connsiteX11" fmla="*/ 13646 w 27395"/>
                  <a:gd name="connsiteY11" fmla="*/ 75052 h 99999"/>
                  <a:gd name="connsiteX12" fmla="*/ 18125 w 27395"/>
                  <a:gd name="connsiteY12" fmla="*/ 50000 h 99999"/>
                  <a:gd name="connsiteX13" fmla="*/ 13646 w 27395"/>
                  <a:gd name="connsiteY13" fmla="*/ 25052 h 99999"/>
                  <a:gd name="connsiteX14" fmla="*/ 0 w 27395"/>
                  <a:gd name="connsiteY14" fmla="*/ 0 h 99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7395" h="99999">
                    <a:moveTo>
                      <a:pt x="0" y="0"/>
                    </a:moveTo>
                    <a:lnTo>
                      <a:pt x="6250" y="0"/>
                    </a:lnTo>
                    <a:cubicBezTo>
                      <a:pt x="9518" y="3477"/>
                      <a:pt x="12448" y="7226"/>
                      <a:pt x="15052" y="11250"/>
                    </a:cubicBezTo>
                    <a:cubicBezTo>
                      <a:pt x="17656" y="15287"/>
                      <a:pt x="19896" y="19453"/>
                      <a:pt x="21771" y="23750"/>
                    </a:cubicBezTo>
                    <a:cubicBezTo>
                      <a:pt x="23581" y="28125"/>
                      <a:pt x="24961" y="32539"/>
                      <a:pt x="25938" y="36979"/>
                    </a:cubicBezTo>
                    <a:cubicBezTo>
                      <a:pt x="26914" y="41432"/>
                      <a:pt x="27396" y="45768"/>
                      <a:pt x="27396" y="50000"/>
                    </a:cubicBezTo>
                    <a:cubicBezTo>
                      <a:pt x="27396" y="54310"/>
                      <a:pt x="26914" y="58685"/>
                      <a:pt x="25938" y="63125"/>
                    </a:cubicBezTo>
                    <a:cubicBezTo>
                      <a:pt x="24961" y="67578"/>
                      <a:pt x="23581" y="71953"/>
                      <a:pt x="21771" y="76250"/>
                    </a:cubicBezTo>
                    <a:cubicBezTo>
                      <a:pt x="19896" y="80625"/>
                      <a:pt x="17656" y="84831"/>
                      <a:pt x="15052" y="88854"/>
                    </a:cubicBezTo>
                    <a:cubicBezTo>
                      <a:pt x="12448" y="92891"/>
                      <a:pt x="9518" y="96602"/>
                      <a:pt x="6250" y="100000"/>
                    </a:cubicBezTo>
                    <a:lnTo>
                      <a:pt x="0" y="100000"/>
                    </a:lnTo>
                    <a:cubicBezTo>
                      <a:pt x="6107" y="91953"/>
                      <a:pt x="10664" y="83633"/>
                      <a:pt x="13646" y="75052"/>
                    </a:cubicBezTo>
                    <a:cubicBezTo>
                      <a:pt x="16628" y="66485"/>
                      <a:pt x="18125" y="58125"/>
                      <a:pt x="18125" y="50000"/>
                    </a:cubicBezTo>
                    <a:cubicBezTo>
                      <a:pt x="18125" y="41953"/>
                      <a:pt x="16628" y="33633"/>
                      <a:pt x="13646" y="25052"/>
                    </a:cubicBezTo>
                    <a:cubicBezTo>
                      <a:pt x="10664" y="16484"/>
                      <a:pt x="6107" y="8125"/>
                      <a:pt x="0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A48A0BF2-4A94-4CF7-A590-3ADA91E997B0}"/>
                  </a:ext>
                </a:extLst>
              </p:cNvPr>
              <p:cNvSpPr txBox="1"/>
              <p:nvPr/>
            </p:nvSpPr>
            <p:spPr>
              <a:xfrm>
                <a:off x="2750412" y="3728626"/>
                <a:ext cx="221942" cy="2086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820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)</a:t>
                </a:r>
              </a:p>
            </p:txBody>
          </p:sp>
        </p:grpSp>
        <p:sp>
          <p:nvSpPr>
            <p:cNvPr id="431" name="자유형: 도형 430">
              <a:extLst>
                <a:ext uri="{FF2B5EF4-FFF2-40B4-BE49-F238E27FC236}">
                  <a16:creationId xmlns:a16="http://schemas.microsoft.com/office/drawing/2014/main" id="{046C6016-0780-437E-962F-C8EDF929FD38}"/>
                </a:ext>
              </a:extLst>
            </p:cNvPr>
            <p:cNvSpPr/>
            <p:nvPr/>
          </p:nvSpPr>
          <p:spPr>
            <a:xfrm>
              <a:off x="3018050" y="3720179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3 h 81562"/>
                <a:gd name="connsiteX3" fmla="*/ 408021 w 631667"/>
                <a:gd name="connsiteY3" fmla="*/ 81563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3 h 81562"/>
                <a:gd name="connsiteX7" fmla="*/ 251771 w 631667"/>
                <a:gd name="connsiteY7" fmla="*/ 81563 h 81562"/>
                <a:gd name="connsiteX8" fmla="*/ 363021 w 631667"/>
                <a:gd name="connsiteY8" fmla="*/ 43437 h 81562"/>
                <a:gd name="connsiteX9" fmla="*/ 356875 w 631667"/>
                <a:gd name="connsiteY9" fmla="*/ 44427 h 81562"/>
                <a:gd name="connsiteX10" fmla="*/ 351563 w 631667"/>
                <a:gd name="connsiteY10" fmla="*/ 47292 h 81562"/>
                <a:gd name="connsiteX11" fmla="*/ 347761 w 631667"/>
                <a:gd name="connsiteY11" fmla="*/ 52031 h 81562"/>
                <a:gd name="connsiteX12" fmla="*/ 346354 w 631667"/>
                <a:gd name="connsiteY12" fmla="*/ 58646 h 81562"/>
                <a:gd name="connsiteX13" fmla="*/ 350781 w 631667"/>
                <a:gd name="connsiteY13" fmla="*/ 69688 h 81562"/>
                <a:gd name="connsiteX14" fmla="*/ 363021 w 631667"/>
                <a:gd name="connsiteY14" fmla="*/ 73854 h 81562"/>
                <a:gd name="connsiteX15" fmla="*/ 375156 w 631667"/>
                <a:gd name="connsiteY15" fmla="*/ 69688 h 81562"/>
                <a:gd name="connsiteX16" fmla="*/ 379688 w 631667"/>
                <a:gd name="connsiteY16" fmla="*/ 58646 h 81562"/>
                <a:gd name="connsiteX17" fmla="*/ 378229 w 631667"/>
                <a:gd name="connsiteY17" fmla="*/ 52031 h 81562"/>
                <a:gd name="connsiteX18" fmla="*/ 374375 w 631667"/>
                <a:gd name="connsiteY18" fmla="*/ 47292 h 81562"/>
                <a:gd name="connsiteX19" fmla="*/ 369063 w 631667"/>
                <a:gd name="connsiteY19" fmla="*/ 44427 h 81562"/>
                <a:gd name="connsiteX20" fmla="*/ 363021 w 631667"/>
                <a:gd name="connsiteY20" fmla="*/ 43437 h 81562"/>
                <a:gd name="connsiteX21" fmla="*/ 598855 w 631667"/>
                <a:gd name="connsiteY21" fmla="*/ 33958 h 81562"/>
                <a:gd name="connsiteX22" fmla="*/ 604219 w 631667"/>
                <a:gd name="connsiteY22" fmla="*/ 34948 h 81562"/>
                <a:gd name="connsiteX23" fmla="*/ 609063 w 631667"/>
                <a:gd name="connsiteY23" fmla="*/ 37917 h 81562"/>
                <a:gd name="connsiteX24" fmla="*/ 613854 w 631667"/>
                <a:gd name="connsiteY24" fmla="*/ 41406 h 81562"/>
                <a:gd name="connsiteX25" fmla="*/ 618125 w 631667"/>
                <a:gd name="connsiteY25" fmla="*/ 42604 h 81562"/>
                <a:gd name="connsiteX26" fmla="*/ 623386 w 631667"/>
                <a:gd name="connsiteY26" fmla="*/ 40313 h 81562"/>
                <a:gd name="connsiteX27" fmla="*/ 626980 w 631667"/>
                <a:gd name="connsiteY27" fmla="*/ 33958 h 81562"/>
                <a:gd name="connsiteX28" fmla="*/ 631667 w 631667"/>
                <a:gd name="connsiteY28" fmla="*/ 36771 h 81562"/>
                <a:gd name="connsiteX29" fmla="*/ 626719 w 631667"/>
                <a:gd name="connsiteY29" fmla="*/ 45834 h 81562"/>
                <a:gd name="connsiteX30" fmla="*/ 618021 w 631667"/>
                <a:gd name="connsiteY30" fmla="*/ 49271 h 81562"/>
                <a:gd name="connsiteX31" fmla="*/ 612605 w 631667"/>
                <a:gd name="connsiteY31" fmla="*/ 48333 h 81562"/>
                <a:gd name="connsiteX32" fmla="*/ 607813 w 631667"/>
                <a:gd name="connsiteY32" fmla="*/ 45313 h 81562"/>
                <a:gd name="connsiteX33" fmla="*/ 602969 w 631667"/>
                <a:gd name="connsiteY33" fmla="*/ 41875 h 81562"/>
                <a:gd name="connsiteX34" fmla="*/ 598750 w 631667"/>
                <a:gd name="connsiteY34" fmla="*/ 40625 h 81562"/>
                <a:gd name="connsiteX35" fmla="*/ 593646 w 631667"/>
                <a:gd name="connsiteY35" fmla="*/ 42656 h 81562"/>
                <a:gd name="connsiteX36" fmla="*/ 590105 w 631667"/>
                <a:gd name="connsiteY36" fmla="*/ 48438 h 81562"/>
                <a:gd name="connsiteX37" fmla="*/ 585417 w 631667"/>
                <a:gd name="connsiteY37" fmla="*/ 45625 h 81562"/>
                <a:gd name="connsiteX38" fmla="*/ 590313 w 631667"/>
                <a:gd name="connsiteY38" fmla="*/ 37396 h 81562"/>
                <a:gd name="connsiteX39" fmla="*/ 598855 w 631667"/>
                <a:gd name="connsiteY39" fmla="*/ 33958 h 81562"/>
                <a:gd name="connsiteX40" fmla="*/ 214167 w 631667"/>
                <a:gd name="connsiteY40" fmla="*/ 11250 h 81562"/>
                <a:gd name="connsiteX41" fmla="*/ 187292 w 631667"/>
                <a:gd name="connsiteY41" fmla="*/ 55313 h 81562"/>
                <a:gd name="connsiteX42" fmla="*/ 213959 w 631667"/>
                <a:gd name="connsiteY42" fmla="*/ 55313 h 81562"/>
                <a:gd name="connsiteX43" fmla="*/ 213959 w 631667"/>
                <a:gd name="connsiteY43" fmla="*/ 20833 h 81562"/>
                <a:gd name="connsiteX44" fmla="*/ 363021 w 631667"/>
                <a:gd name="connsiteY44" fmla="*/ 8334 h 81562"/>
                <a:gd name="connsiteX45" fmla="*/ 351875 w 631667"/>
                <a:gd name="connsiteY45" fmla="*/ 12083 h 81562"/>
                <a:gd name="connsiteX46" fmla="*/ 347292 w 631667"/>
                <a:gd name="connsiteY46" fmla="*/ 22084 h 81562"/>
                <a:gd name="connsiteX47" fmla="*/ 351771 w 631667"/>
                <a:gd name="connsiteY47" fmla="*/ 32240 h 81562"/>
                <a:gd name="connsiteX48" fmla="*/ 363021 w 631667"/>
                <a:gd name="connsiteY48" fmla="*/ 35834 h 81562"/>
                <a:gd name="connsiteX49" fmla="*/ 374167 w 631667"/>
                <a:gd name="connsiteY49" fmla="*/ 32240 h 81562"/>
                <a:gd name="connsiteX50" fmla="*/ 378750 w 631667"/>
                <a:gd name="connsiteY50" fmla="*/ 22084 h 81562"/>
                <a:gd name="connsiteX51" fmla="*/ 374167 w 631667"/>
                <a:gd name="connsiteY51" fmla="*/ 12083 h 81562"/>
                <a:gd name="connsiteX52" fmla="*/ 363021 w 631667"/>
                <a:gd name="connsiteY52" fmla="*/ 8334 h 81562"/>
                <a:gd name="connsiteX53" fmla="*/ 519271 w 631667"/>
                <a:gd name="connsiteY53" fmla="*/ 7188 h 81562"/>
                <a:gd name="connsiteX54" fmla="*/ 510469 w 631667"/>
                <a:gd name="connsiteY54" fmla="*/ 10833 h 81562"/>
                <a:gd name="connsiteX55" fmla="*/ 505729 w 631667"/>
                <a:gd name="connsiteY55" fmla="*/ 19583 h 81562"/>
                <a:gd name="connsiteX56" fmla="*/ 503698 w 631667"/>
                <a:gd name="connsiteY56" fmla="*/ 30573 h 81562"/>
                <a:gd name="connsiteX57" fmla="*/ 503334 w 631667"/>
                <a:gd name="connsiteY57" fmla="*/ 40729 h 81562"/>
                <a:gd name="connsiteX58" fmla="*/ 503698 w 631667"/>
                <a:gd name="connsiteY58" fmla="*/ 50781 h 81562"/>
                <a:gd name="connsiteX59" fmla="*/ 505729 w 631667"/>
                <a:gd name="connsiteY59" fmla="*/ 61667 h 81562"/>
                <a:gd name="connsiteX60" fmla="*/ 510469 w 631667"/>
                <a:gd name="connsiteY60" fmla="*/ 70312 h 81562"/>
                <a:gd name="connsiteX61" fmla="*/ 519271 w 631667"/>
                <a:gd name="connsiteY61" fmla="*/ 73854 h 81562"/>
                <a:gd name="connsiteX62" fmla="*/ 528230 w 631667"/>
                <a:gd name="connsiteY62" fmla="*/ 70312 h 81562"/>
                <a:gd name="connsiteX63" fmla="*/ 533229 w 631667"/>
                <a:gd name="connsiteY63" fmla="*/ 61667 h 81562"/>
                <a:gd name="connsiteX64" fmla="*/ 535521 w 631667"/>
                <a:gd name="connsiteY64" fmla="*/ 50781 h 81562"/>
                <a:gd name="connsiteX65" fmla="*/ 536042 w 631667"/>
                <a:gd name="connsiteY65" fmla="*/ 40729 h 81562"/>
                <a:gd name="connsiteX66" fmla="*/ 535521 w 631667"/>
                <a:gd name="connsiteY66" fmla="*/ 30573 h 81562"/>
                <a:gd name="connsiteX67" fmla="*/ 533229 w 631667"/>
                <a:gd name="connsiteY67" fmla="*/ 19583 h 81562"/>
                <a:gd name="connsiteX68" fmla="*/ 528230 w 631667"/>
                <a:gd name="connsiteY68" fmla="*/ 10833 h 81562"/>
                <a:gd name="connsiteX69" fmla="*/ 519271 w 631667"/>
                <a:gd name="connsiteY69" fmla="*/ 7188 h 81562"/>
                <a:gd name="connsiteX70" fmla="*/ 297917 w 631667"/>
                <a:gd name="connsiteY70" fmla="*/ 7188 h 81562"/>
                <a:gd name="connsiteX71" fmla="*/ 289115 w 631667"/>
                <a:gd name="connsiteY71" fmla="*/ 10833 h 81562"/>
                <a:gd name="connsiteX72" fmla="*/ 284375 w 631667"/>
                <a:gd name="connsiteY72" fmla="*/ 19583 h 81562"/>
                <a:gd name="connsiteX73" fmla="*/ 282344 w 631667"/>
                <a:gd name="connsiteY73" fmla="*/ 30573 h 81562"/>
                <a:gd name="connsiteX74" fmla="*/ 281979 w 631667"/>
                <a:gd name="connsiteY74" fmla="*/ 40729 h 81562"/>
                <a:gd name="connsiteX75" fmla="*/ 282344 w 631667"/>
                <a:gd name="connsiteY75" fmla="*/ 50781 h 81562"/>
                <a:gd name="connsiteX76" fmla="*/ 284375 w 631667"/>
                <a:gd name="connsiteY76" fmla="*/ 61667 h 81562"/>
                <a:gd name="connsiteX77" fmla="*/ 289115 w 631667"/>
                <a:gd name="connsiteY77" fmla="*/ 70312 h 81562"/>
                <a:gd name="connsiteX78" fmla="*/ 297917 w 631667"/>
                <a:gd name="connsiteY78" fmla="*/ 73854 h 81562"/>
                <a:gd name="connsiteX79" fmla="*/ 306875 w 631667"/>
                <a:gd name="connsiteY79" fmla="*/ 70312 h 81562"/>
                <a:gd name="connsiteX80" fmla="*/ 311875 w 631667"/>
                <a:gd name="connsiteY80" fmla="*/ 61667 h 81562"/>
                <a:gd name="connsiteX81" fmla="*/ 314167 w 631667"/>
                <a:gd name="connsiteY81" fmla="*/ 50781 h 81562"/>
                <a:gd name="connsiteX82" fmla="*/ 314688 w 631667"/>
                <a:gd name="connsiteY82" fmla="*/ 40729 h 81562"/>
                <a:gd name="connsiteX83" fmla="*/ 314167 w 631667"/>
                <a:gd name="connsiteY83" fmla="*/ 30573 h 81562"/>
                <a:gd name="connsiteX84" fmla="*/ 311875 w 631667"/>
                <a:gd name="connsiteY84" fmla="*/ 19583 h 81562"/>
                <a:gd name="connsiteX85" fmla="*/ 306875 w 631667"/>
                <a:gd name="connsiteY85" fmla="*/ 10833 h 81562"/>
                <a:gd name="connsiteX86" fmla="*/ 297917 w 631667"/>
                <a:gd name="connsiteY86" fmla="*/ 7188 h 81562"/>
                <a:gd name="connsiteX87" fmla="*/ 89583 w 631667"/>
                <a:gd name="connsiteY87" fmla="*/ 7188 h 81562"/>
                <a:gd name="connsiteX88" fmla="*/ 80781 w 631667"/>
                <a:gd name="connsiteY88" fmla="*/ 10833 h 81562"/>
                <a:gd name="connsiteX89" fmla="*/ 76042 w 631667"/>
                <a:gd name="connsiteY89" fmla="*/ 19583 h 81562"/>
                <a:gd name="connsiteX90" fmla="*/ 74011 w 631667"/>
                <a:gd name="connsiteY90" fmla="*/ 30573 h 81562"/>
                <a:gd name="connsiteX91" fmla="*/ 73646 w 631667"/>
                <a:gd name="connsiteY91" fmla="*/ 40729 h 81562"/>
                <a:gd name="connsiteX92" fmla="*/ 74011 w 631667"/>
                <a:gd name="connsiteY92" fmla="*/ 50781 h 81562"/>
                <a:gd name="connsiteX93" fmla="*/ 76042 w 631667"/>
                <a:gd name="connsiteY93" fmla="*/ 61667 h 81562"/>
                <a:gd name="connsiteX94" fmla="*/ 80781 w 631667"/>
                <a:gd name="connsiteY94" fmla="*/ 70312 h 81562"/>
                <a:gd name="connsiteX95" fmla="*/ 89583 w 631667"/>
                <a:gd name="connsiteY95" fmla="*/ 73854 h 81562"/>
                <a:gd name="connsiteX96" fmla="*/ 98542 w 631667"/>
                <a:gd name="connsiteY96" fmla="*/ 70312 h 81562"/>
                <a:gd name="connsiteX97" fmla="*/ 103542 w 631667"/>
                <a:gd name="connsiteY97" fmla="*/ 61667 h 81562"/>
                <a:gd name="connsiteX98" fmla="*/ 105833 w 631667"/>
                <a:gd name="connsiteY98" fmla="*/ 50781 h 81562"/>
                <a:gd name="connsiteX99" fmla="*/ 106354 w 631667"/>
                <a:gd name="connsiteY99" fmla="*/ 40729 h 81562"/>
                <a:gd name="connsiteX100" fmla="*/ 105833 w 631667"/>
                <a:gd name="connsiteY100" fmla="*/ 30573 h 81562"/>
                <a:gd name="connsiteX101" fmla="*/ 103542 w 631667"/>
                <a:gd name="connsiteY101" fmla="*/ 19583 h 81562"/>
                <a:gd name="connsiteX102" fmla="*/ 98542 w 631667"/>
                <a:gd name="connsiteY102" fmla="*/ 10833 h 81562"/>
                <a:gd name="connsiteX103" fmla="*/ 89583 w 631667"/>
                <a:gd name="connsiteY103" fmla="*/ 7188 h 81562"/>
                <a:gd name="connsiteX104" fmla="*/ 212813 w 631667"/>
                <a:gd name="connsiteY104" fmla="*/ 1979 h 81562"/>
                <a:gd name="connsiteX105" fmla="*/ 219896 w 631667"/>
                <a:gd name="connsiteY105" fmla="*/ 1979 h 81562"/>
                <a:gd name="connsiteX106" fmla="*/ 221458 w 631667"/>
                <a:gd name="connsiteY106" fmla="*/ 2396 h 81562"/>
                <a:gd name="connsiteX107" fmla="*/ 221875 w 631667"/>
                <a:gd name="connsiteY107" fmla="*/ 3959 h 81562"/>
                <a:gd name="connsiteX108" fmla="*/ 221875 w 631667"/>
                <a:gd name="connsiteY108" fmla="*/ 55313 h 81562"/>
                <a:gd name="connsiteX109" fmla="*/ 233229 w 631667"/>
                <a:gd name="connsiteY109" fmla="*/ 55313 h 81562"/>
                <a:gd name="connsiteX110" fmla="*/ 233229 w 631667"/>
                <a:gd name="connsiteY110" fmla="*/ 62500 h 81562"/>
                <a:gd name="connsiteX111" fmla="*/ 221875 w 631667"/>
                <a:gd name="connsiteY111" fmla="*/ 62500 h 81562"/>
                <a:gd name="connsiteX112" fmla="*/ 221875 w 631667"/>
                <a:gd name="connsiteY112" fmla="*/ 79167 h 81562"/>
                <a:gd name="connsiteX113" fmla="*/ 213750 w 631667"/>
                <a:gd name="connsiteY113" fmla="*/ 79167 h 81562"/>
                <a:gd name="connsiteX114" fmla="*/ 213750 w 631667"/>
                <a:gd name="connsiteY114" fmla="*/ 62500 h 81562"/>
                <a:gd name="connsiteX115" fmla="*/ 181354 w 631667"/>
                <a:gd name="connsiteY115" fmla="*/ 62500 h 81562"/>
                <a:gd name="connsiteX116" fmla="*/ 179792 w 631667"/>
                <a:gd name="connsiteY116" fmla="*/ 62083 h 81562"/>
                <a:gd name="connsiteX117" fmla="*/ 179375 w 631667"/>
                <a:gd name="connsiteY117" fmla="*/ 60521 h 81562"/>
                <a:gd name="connsiteX118" fmla="*/ 179375 w 631667"/>
                <a:gd name="connsiteY118" fmla="*/ 56146 h 81562"/>
                <a:gd name="connsiteX119" fmla="*/ 179636 w 631667"/>
                <a:gd name="connsiteY119" fmla="*/ 54636 h 81562"/>
                <a:gd name="connsiteX120" fmla="*/ 180313 w 631667"/>
                <a:gd name="connsiteY120" fmla="*/ 53229 h 81562"/>
                <a:gd name="connsiteX121" fmla="*/ 210729 w 631667"/>
                <a:gd name="connsiteY121" fmla="*/ 3333 h 81562"/>
                <a:gd name="connsiteX122" fmla="*/ 211563 w 631667"/>
                <a:gd name="connsiteY122" fmla="*/ 2344 h 81562"/>
                <a:gd name="connsiteX123" fmla="*/ 212813 w 631667"/>
                <a:gd name="connsiteY123" fmla="*/ 1979 h 81562"/>
                <a:gd name="connsiteX124" fmla="*/ 452709 w 631667"/>
                <a:gd name="connsiteY124" fmla="*/ 1354 h 81562"/>
                <a:gd name="connsiteX125" fmla="*/ 468750 w 631667"/>
                <a:gd name="connsiteY125" fmla="*/ 6458 h 81562"/>
                <a:gd name="connsiteX126" fmla="*/ 475209 w 631667"/>
                <a:gd name="connsiteY126" fmla="*/ 21458 h 81562"/>
                <a:gd name="connsiteX127" fmla="*/ 471094 w 631667"/>
                <a:gd name="connsiteY127" fmla="*/ 35313 h 81562"/>
                <a:gd name="connsiteX128" fmla="*/ 461250 w 631667"/>
                <a:gd name="connsiteY128" fmla="*/ 49271 h 81562"/>
                <a:gd name="connsiteX129" fmla="*/ 449375 w 631667"/>
                <a:gd name="connsiteY129" fmla="*/ 61979 h 81562"/>
                <a:gd name="connsiteX130" fmla="*/ 439167 w 631667"/>
                <a:gd name="connsiteY130" fmla="*/ 71979 h 81562"/>
                <a:gd name="connsiteX131" fmla="*/ 476875 w 631667"/>
                <a:gd name="connsiteY131" fmla="*/ 71979 h 81562"/>
                <a:gd name="connsiteX132" fmla="*/ 476875 w 631667"/>
                <a:gd name="connsiteY132" fmla="*/ 79167 h 81562"/>
                <a:gd name="connsiteX133" fmla="*/ 431146 w 631667"/>
                <a:gd name="connsiteY133" fmla="*/ 79167 h 81562"/>
                <a:gd name="connsiteX134" fmla="*/ 429948 w 631667"/>
                <a:gd name="connsiteY134" fmla="*/ 78854 h 81562"/>
                <a:gd name="connsiteX135" fmla="*/ 429688 w 631667"/>
                <a:gd name="connsiteY135" fmla="*/ 77604 h 81562"/>
                <a:gd name="connsiteX136" fmla="*/ 429688 w 631667"/>
                <a:gd name="connsiteY136" fmla="*/ 71354 h 81562"/>
                <a:gd name="connsiteX137" fmla="*/ 434011 w 631667"/>
                <a:gd name="connsiteY137" fmla="*/ 67188 h 81562"/>
                <a:gd name="connsiteX138" fmla="*/ 439584 w 631667"/>
                <a:gd name="connsiteY138" fmla="*/ 61667 h 81562"/>
                <a:gd name="connsiteX139" fmla="*/ 445625 w 631667"/>
                <a:gd name="connsiteY139" fmla="*/ 55209 h 81562"/>
                <a:gd name="connsiteX140" fmla="*/ 451771 w 631667"/>
                <a:gd name="connsiteY140" fmla="*/ 48125 h 81562"/>
                <a:gd name="connsiteX141" fmla="*/ 457500 w 631667"/>
                <a:gd name="connsiteY141" fmla="*/ 40990 h 81562"/>
                <a:gd name="connsiteX142" fmla="*/ 462188 w 631667"/>
                <a:gd name="connsiteY142" fmla="*/ 34062 h 81562"/>
                <a:gd name="connsiteX143" fmla="*/ 465469 w 631667"/>
                <a:gd name="connsiteY143" fmla="*/ 27604 h 81562"/>
                <a:gd name="connsiteX144" fmla="*/ 466667 w 631667"/>
                <a:gd name="connsiteY144" fmla="*/ 22084 h 81562"/>
                <a:gd name="connsiteX145" fmla="*/ 462709 w 631667"/>
                <a:gd name="connsiteY145" fmla="*/ 11927 h 81562"/>
                <a:gd name="connsiteX146" fmla="*/ 452500 w 631667"/>
                <a:gd name="connsiteY146" fmla="*/ 8542 h 81562"/>
                <a:gd name="connsiteX147" fmla="*/ 442657 w 631667"/>
                <a:gd name="connsiteY147" fmla="*/ 12709 h 81562"/>
                <a:gd name="connsiteX148" fmla="*/ 438854 w 631667"/>
                <a:gd name="connsiteY148" fmla="*/ 23542 h 81562"/>
                <a:gd name="connsiteX149" fmla="*/ 430313 w 631667"/>
                <a:gd name="connsiteY149" fmla="*/ 23542 h 81562"/>
                <a:gd name="connsiteX150" fmla="*/ 431979 w 631667"/>
                <a:gd name="connsiteY150" fmla="*/ 14427 h 81562"/>
                <a:gd name="connsiteX151" fmla="*/ 436667 w 631667"/>
                <a:gd name="connsiteY151" fmla="*/ 7396 h 81562"/>
                <a:gd name="connsiteX152" fmla="*/ 443802 w 631667"/>
                <a:gd name="connsiteY152" fmla="*/ 2917 h 81562"/>
                <a:gd name="connsiteX153" fmla="*/ 452709 w 631667"/>
                <a:gd name="connsiteY153" fmla="*/ 1354 h 81562"/>
                <a:gd name="connsiteX154" fmla="*/ 363021 w 631667"/>
                <a:gd name="connsiteY154" fmla="*/ 1354 h 81562"/>
                <a:gd name="connsiteX155" fmla="*/ 380365 w 631667"/>
                <a:gd name="connsiteY155" fmla="*/ 6771 h 81562"/>
                <a:gd name="connsiteX156" fmla="*/ 387084 w 631667"/>
                <a:gd name="connsiteY156" fmla="*/ 21979 h 81562"/>
                <a:gd name="connsiteX157" fmla="*/ 386094 w 631667"/>
                <a:gd name="connsiteY157" fmla="*/ 27604 h 81562"/>
                <a:gd name="connsiteX158" fmla="*/ 383334 w 631667"/>
                <a:gd name="connsiteY158" fmla="*/ 32917 h 81562"/>
                <a:gd name="connsiteX159" fmla="*/ 378959 w 631667"/>
                <a:gd name="connsiteY159" fmla="*/ 37344 h 81562"/>
                <a:gd name="connsiteX160" fmla="*/ 373438 w 631667"/>
                <a:gd name="connsiteY160" fmla="*/ 40104 h 81562"/>
                <a:gd name="connsiteX161" fmla="*/ 384167 w 631667"/>
                <a:gd name="connsiteY161" fmla="*/ 46927 h 81562"/>
                <a:gd name="connsiteX162" fmla="*/ 388021 w 631667"/>
                <a:gd name="connsiteY162" fmla="*/ 58542 h 81562"/>
                <a:gd name="connsiteX163" fmla="*/ 380990 w 631667"/>
                <a:gd name="connsiteY163" fmla="*/ 75052 h 81562"/>
                <a:gd name="connsiteX164" fmla="*/ 362917 w 631667"/>
                <a:gd name="connsiteY164" fmla="*/ 80833 h 81562"/>
                <a:gd name="connsiteX165" fmla="*/ 344844 w 631667"/>
                <a:gd name="connsiteY165" fmla="*/ 75052 h 81562"/>
                <a:gd name="connsiteX166" fmla="*/ 338021 w 631667"/>
                <a:gd name="connsiteY166" fmla="*/ 58542 h 81562"/>
                <a:gd name="connsiteX167" fmla="*/ 341771 w 631667"/>
                <a:gd name="connsiteY167" fmla="*/ 47448 h 81562"/>
                <a:gd name="connsiteX168" fmla="*/ 352708 w 631667"/>
                <a:gd name="connsiteY168" fmla="*/ 39688 h 81562"/>
                <a:gd name="connsiteX169" fmla="*/ 342552 w 631667"/>
                <a:gd name="connsiteY169" fmla="*/ 33333 h 81562"/>
                <a:gd name="connsiteX170" fmla="*/ 338958 w 631667"/>
                <a:gd name="connsiteY170" fmla="*/ 21979 h 81562"/>
                <a:gd name="connsiteX171" fmla="*/ 345625 w 631667"/>
                <a:gd name="connsiteY171" fmla="*/ 6771 h 81562"/>
                <a:gd name="connsiteX172" fmla="*/ 363021 w 631667"/>
                <a:gd name="connsiteY172" fmla="*/ 1354 h 81562"/>
                <a:gd name="connsiteX173" fmla="*/ 140208 w 631667"/>
                <a:gd name="connsiteY173" fmla="*/ 1354 h 81562"/>
                <a:gd name="connsiteX174" fmla="*/ 156250 w 631667"/>
                <a:gd name="connsiteY174" fmla="*/ 6458 h 81562"/>
                <a:gd name="connsiteX175" fmla="*/ 162708 w 631667"/>
                <a:gd name="connsiteY175" fmla="*/ 21458 h 81562"/>
                <a:gd name="connsiteX176" fmla="*/ 158594 w 631667"/>
                <a:gd name="connsiteY176" fmla="*/ 35313 h 81562"/>
                <a:gd name="connsiteX177" fmla="*/ 148750 w 631667"/>
                <a:gd name="connsiteY177" fmla="*/ 49271 h 81562"/>
                <a:gd name="connsiteX178" fmla="*/ 136875 w 631667"/>
                <a:gd name="connsiteY178" fmla="*/ 61979 h 81562"/>
                <a:gd name="connsiteX179" fmla="*/ 126667 w 631667"/>
                <a:gd name="connsiteY179" fmla="*/ 71979 h 81562"/>
                <a:gd name="connsiteX180" fmla="*/ 164375 w 631667"/>
                <a:gd name="connsiteY180" fmla="*/ 71979 h 81562"/>
                <a:gd name="connsiteX181" fmla="*/ 164375 w 631667"/>
                <a:gd name="connsiteY181" fmla="*/ 79167 h 81562"/>
                <a:gd name="connsiteX182" fmla="*/ 118646 w 631667"/>
                <a:gd name="connsiteY182" fmla="*/ 79167 h 81562"/>
                <a:gd name="connsiteX183" fmla="*/ 117448 w 631667"/>
                <a:gd name="connsiteY183" fmla="*/ 78854 h 81562"/>
                <a:gd name="connsiteX184" fmla="*/ 117188 w 631667"/>
                <a:gd name="connsiteY184" fmla="*/ 77604 h 81562"/>
                <a:gd name="connsiteX185" fmla="*/ 117188 w 631667"/>
                <a:gd name="connsiteY185" fmla="*/ 71354 h 81562"/>
                <a:gd name="connsiteX186" fmla="*/ 121510 w 631667"/>
                <a:gd name="connsiteY186" fmla="*/ 67188 h 81562"/>
                <a:gd name="connsiteX187" fmla="*/ 127084 w 631667"/>
                <a:gd name="connsiteY187" fmla="*/ 61667 h 81562"/>
                <a:gd name="connsiteX188" fmla="*/ 133125 w 631667"/>
                <a:gd name="connsiteY188" fmla="*/ 55209 h 81562"/>
                <a:gd name="connsiteX189" fmla="*/ 139271 w 631667"/>
                <a:gd name="connsiteY189" fmla="*/ 48125 h 81562"/>
                <a:gd name="connsiteX190" fmla="*/ 145000 w 631667"/>
                <a:gd name="connsiteY190" fmla="*/ 40990 h 81562"/>
                <a:gd name="connsiteX191" fmla="*/ 149688 w 631667"/>
                <a:gd name="connsiteY191" fmla="*/ 34062 h 81562"/>
                <a:gd name="connsiteX192" fmla="*/ 152969 w 631667"/>
                <a:gd name="connsiteY192" fmla="*/ 27604 h 81562"/>
                <a:gd name="connsiteX193" fmla="*/ 154167 w 631667"/>
                <a:gd name="connsiteY193" fmla="*/ 22084 h 81562"/>
                <a:gd name="connsiteX194" fmla="*/ 150208 w 631667"/>
                <a:gd name="connsiteY194" fmla="*/ 11927 h 81562"/>
                <a:gd name="connsiteX195" fmla="*/ 140000 w 631667"/>
                <a:gd name="connsiteY195" fmla="*/ 8542 h 81562"/>
                <a:gd name="connsiteX196" fmla="*/ 130156 w 631667"/>
                <a:gd name="connsiteY196" fmla="*/ 12709 h 81562"/>
                <a:gd name="connsiteX197" fmla="*/ 126354 w 631667"/>
                <a:gd name="connsiteY197" fmla="*/ 23542 h 81562"/>
                <a:gd name="connsiteX198" fmla="*/ 117813 w 631667"/>
                <a:gd name="connsiteY198" fmla="*/ 23542 h 81562"/>
                <a:gd name="connsiteX199" fmla="*/ 119479 w 631667"/>
                <a:gd name="connsiteY199" fmla="*/ 14427 h 81562"/>
                <a:gd name="connsiteX200" fmla="*/ 124167 w 631667"/>
                <a:gd name="connsiteY200" fmla="*/ 7396 h 81562"/>
                <a:gd name="connsiteX201" fmla="*/ 131302 w 631667"/>
                <a:gd name="connsiteY201" fmla="*/ 2917 h 81562"/>
                <a:gd name="connsiteX202" fmla="*/ 140208 w 631667"/>
                <a:gd name="connsiteY202" fmla="*/ 1354 h 81562"/>
                <a:gd name="connsiteX203" fmla="*/ 23021 w 631667"/>
                <a:gd name="connsiteY203" fmla="*/ 1354 h 81562"/>
                <a:gd name="connsiteX204" fmla="*/ 39063 w 631667"/>
                <a:gd name="connsiteY204" fmla="*/ 6458 h 81562"/>
                <a:gd name="connsiteX205" fmla="*/ 45521 w 631667"/>
                <a:gd name="connsiteY205" fmla="*/ 21458 h 81562"/>
                <a:gd name="connsiteX206" fmla="*/ 41406 w 631667"/>
                <a:gd name="connsiteY206" fmla="*/ 35313 h 81562"/>
                <a:gd name="connsiteX207" fmla="*/ 31562 w 631667"/>
                <a:gd name="connsiteY207" fmla="*/ 49271 h 81562"/>
                <a:gd name="connsiteX208" fmla="*/ 19688 w 631667"/>
                <a:gd name="connsiteY208" fmla="*/ 61979 h 81562"/>
                <a:gd name="connsiteX209" fmla="*/ 9479 w 631667"/>
                <a:gd name="connsiteY209" fmla="*/ 71979 h 81562"/>
                <a:gd name="connsiteX210" fmla="*/ 47188 w 631667"/>
                <a:gd name="connsiteY210" fmla="*/ 71979 h 81562"/>
                <a:gd name="connsiteX211" fmla="*/ 47188 w 631667"/>
                <a:gd name="connsiteY211" fmla="*/ 79167 h 81562"/>
                <a:gd name="connsiteX212" fmla="*/ 1458 w 631667"/>
                <a:gd name="connsiteY212" fmla="*/ 79167 h 81562"/>
                <a:gd name="connsiteX213" fmla="*/ 260 w 631667"/>
                <a:gd name="connsiteY213" fmla="*/ 78854 h 81562"/>
                <a:gd name="connsiteX214" fmla="*/ 0 w 631667"/>
                <a:gd name="connsiteY214" fmla="*/ 77604 h 81562"/>
                <a:gd name="connsiteX215" fmla="*/ 0 w 631667"/>
                <a:gd name="connsiteY215" fmla="*/ 71354 h 81562"/>
                <a:gd name="connsiteX216" fmla="*/ 4323 w 631667"/>
                <a:gd name="connsiteY216" fmla="*/ 67188 h 81562"/>
                <a:gd name="connsiteX217" fmla="*/ 9896 w 631667"/>
                <a:gd name="connsiteY217" fmla="*/ 61667 h 81562"/>
                <a:gd name="connsiteX218" fmla="*/ 15937 w 631667"/>
                <a:gd name="connsiteY218" fmla="*/ 55209 h 81562"/>
                <a:gd name="connsiteX219" fmla="*/ 22083 w 631667"/>
                <a:gd name="connsiteY219" fmla="*/ 48125 h 81562"/>
                <a:gd name="connsiteX220" fmla="*/ 27813 w 631667"/>
                <a:gd name="connsiteY220" fmla="*/ 40990 h 81562"/>
                <a:gd name="connsiteX221" fmla="*/ 32500 w 631667"/>
                <a:gd name="connsiteY221" fmla="*/ 34062 h 81562"/>
                <a:gd name="connsiteX222" fmla="*/ 35781 w 631667"/>
                <a:gd name="connsiteY222" fmla="*/ 27604 h 81562"/>
                <a:gd name="connsiteX223" fmla="*/ 36979 w 631667"/>
                <a:gd name="connsiteY223" fmla="*/ 22084 h 81562"/>
                <a:gd name="connsiteX224" fmla="*/ 33021 w 631667"/>
                <a:gd name="connsiteY224" fmla="*/ 11927 h 81562"/>
                <a:gd name="connsiteX225" fmla="*/ 22812 w 631667"/>
                <a:gd name="connsiteY225" fmla="*/ 8542 h 81562"/>
                <a:gd name="connsiteX226" fmla="*/ 12969 w 631667"/>
                <a:gd name="connsiteY226" fmla="*/ 12709 h 81562"/>
                <a:gd name="connsiteX227" fmla="*/ 9167 w 631667"/>
                <a:gd name="connsiteY227" fmla="*/ 23542 h 81562"/>
                <a:gd name="connsiteX228" fmla="*/ 625 w 631667"/>
                <a:gd name="connsiteY228" fmla="*/ 23542 h 81562"/>
                <a:gd name="connsiteX229" fmla="*/ 2292 w 631667"/>
                <a:gd name="connsiteY229" fmla="*/ 14427 h 81562"/>
                <a:gd name="connsiteX230" fmla="*/ 6979 w 631667"/>
                <a:gd name="connsiteY230" fmla="*/ 7396 h 81562"/>
                <a:gd name="connsiteX231" fmla="*/ 14115 w 631667"/>
                <a:gd name="connsiteY231" fmla="*/ 2917 h 81562"/>
                <a:gd name="connsiteX232" fmla="*/ 23021 w 631667"/>
                <a:gd name="connsiteY232" fmla="*/ 1354 h 81562"/>
                <a:gd name="connsiteX233" fmla="*/ 519271 w 631667"/>
                <a:gd name="connsiteY233" fmla="*/ 0 h 81562"/>
                <a:gd name="connsiteX234" fmla="*/ 532032 w 631667"/>
                <a:gd name="connsiteY234" fmla="*/ 3646 h 81562"/>
                <a:gd name="connsiteX235" fmla="*/ 539792 w 631667"/>
                <a:gd name="connsiteY235" fmla="*/ 13021 h 81562"/>
                <a:gd name="connsiteX236" fmla="*/ 543646 w 631667"/>
                <a:gd name="connsiteY236" fmla="*/ 26146 h 81562"/>
                <a:gd name="connsiteX237" fmla="*/ 544688 w 631667"/>
                <a:gd name="connsiteY237" fmla="*/ 40729 h 81562"/>
                <a:gd name="connsiteX238" fmla="*/ 543646 w 631667"/>
                <a:gd name="connsiteY238" fmla="*/ 55313 h 81562"/>
                <a:gd name="connsiteX239" fmla="*/ 539792 w 631667"/>
                <a:gd name="connsiteY239" fmla="*/ 68334 h 81562"/>
                <a:gd name="connsiteX240" fmla="*/ 532032 w 631667"/>
                <a:gd name="connsiteY240" fmla="*/ 77604 h 81562"/>
                <a:gd name="connsiteX241" fmla="*/ 519271 w 631667"/>
                <a:gd name="connsiteY241" fmla="*/ 81146 h 81562"/>
                <a:gd name="connsiteX242" fmla="*/ 506719 w 631667"/>
                <a:gd name="connsiteY242" fmla="*/ 77604 h 81562"/>
                <a:gd name="connsiteX243" fmla="*/ 499271 w 631667"/>
                <a:gd name="connsiteY243" fmla="*/ 68334 h 81562"/>
                <a:gd name="connsiteX244" fmla="*/ 495625 w 631667"/>
                <a:gd name="connsiteY244" fmla="*/ 55313 h 81562"/>
                <a:gd name="connsiteX245" fmla="*/ 494688 w 631667"/>
                <a:gd name="connsiteY245" fmla="*/ 40729 h 81562"/>
                <a:gd name="connsiteX246" fmla="*/ 495625 w 631667"/>
                <a:gd name="connsiteY246" fmla="*/ 26146 h 81562"/>
                <a:gd name="connsiteX247" fmla="*/ 499271 w 631667"/>
                <a:gd name="connsiteY247" fmla="*/ 13021 h 81562"/>
                <a:gd name="connsiteX248" fmla="*/ 506719 w 631667"/>
                <a:gd name="connsiteY248" fmla="*/ 3646 h 81562"/>
                <a:gd name="connsiteX249" fmla="*/ 519271 w 631667"/>
                <a:gd name="connsiteY249" fmla="*/ 0 h 81562"/>
                <a:gd name="connsiteX250" fmla="*/ 297917 w 631667"/>
                <a:gd name="connsiteY250" fmla="*/ 0 h 81562"/>
                <a:gd name="connsiteX251" fmla="*/ 310677 w 631667"/>
                <a:gd name="connsiteY251" fmla="*/ 3646 h 81562"/>
                <a:gd name="connsiteX252" fmla="*/ 318438 w 631667"/>
                <a:gd name="connsiteY252" fmla="*/ 13021 h 81562"/>
                <a:gd name="connsiteX253" fmla="*/ 322292 w 631667"/>
                <a:gd name="connsiteY253" fmla="*/ 26146 h 81562"/>
                <a:gd name="connsiteX254" fmla="*/ 323334 w 631667"/>
                <a:gd name="connsiteY254" fmla="*/ 40729 h 81562"/>
                <a:gd name="connsiteX255" fmla="*/ 322292 w 631667"/>
                <a:gd name="connsiteY255" fmla="*/ 55313 h 81562"/>
                <a:gd name="connsiteX256" fmla="*/ 318438 w 631667"/>
                <a:gd name="connsiteY256" fmla="*/ 68334 h 81562"/>
                <a:gd name="connsiteX257" fmla="*/ 310677 w 631667"/>
                <a:gd name="connsiteY257" fmla="*/ 77604 h 81562"/>
                <a:gd name="connsiteX258" fmla="*/ 297917 w 631667"/>
                <a:gd name="connsiteY258" fmla="*/ 81146 h 81562"/>
                <a:gd name="connsiteX259" fmla="*/ 285365 w 631667"/>
                <a:gd name="connsiteY259" fmla="*/ 77604 h 81562"/>
                <a:gd name="connsiteX260" fmla="*/ 277917 w 631667"/>
                <a:gd name="connsiteY260" fmla="*/ 68334 h 81562"/>
                <a:gd name="connsiteX261" fmla="*/ 274271 w 631667"/>
                <a:gd name="connsiteY261" fmla="*/ 55313 h 81562"/>
                <a:gd name="connsiteX262" fmla="*/ 273334 w 631667"/>
                <a:gd name="connsiteY262" fmla="*/ 40729 h 81562"/>
                <a:gd name="connsiteX263" fmla="*/ 274271 w 631667"/>
                <a:gd name="connsiteY263" fmla="*/ 26146 h 81562"/>
                <a:gd name="connsiteX264" fmla="*/ 277917 w 631667"/>
                <a:gd name="connsiteY264" fmla="*/ 13021 h 81562"/>
                <a:gd name="connsiteX265" fmla="*/ 285365 w 631667"/>
                <a:gd name="connsiteY265" fmla="*/ 3646 h 81562"/>
                <a:gd name="connsiteX266" fmla="*/ 297917 w 631667"/>
                <a:gd name="connsiteY266" fmla="*/ 0 h 81562"/>
                <a:gd name="connsiteX267" fmla="*/ 89583 w 631667"/>
                <a:gd name="connsiteY267" fmla="*/ 0 h 81562"/>
                <a:gd name="connsiteX268" fmla="*/ 102344 w 631667"/>
                <a:gd name="connsiteY268" fmla="*/ 3646 h 81562"/>
                <a:gd name="connsiteX269" fmla="*/ 110104 w 631667"/>
                <a:gd name="connsiteY269" fmla="*/ 13021 h 81562"/>
                <a:gd name="connsiteX270" fmla="*/ 113958 w 631667"/>
                <a:gd name="connsiteY270" fmla="*/ 26146 h 81562"/>
                <a:gd name="connsiteX271" fmla="*/ 115000 w 631667"/>
                <a:gd name="connsiteY271" fmla="*/ 40729 h 81562"/>
                <a:gd name="connsiteX272" fmla="*/ 113958 w 631667"/>
                <a:gd name="connsiteY272" fmla="*/ 55313 h 81562"/>
                <a:gd name="connsiteX273" fmla="*/ 110104 w 631667"/>
                <a:gd name="connsiteY273" fmla="*/ 68334 h 81562"/>
                <a:gd name="connsiteX274" fmla="*/ 102344 w 631667"/>
                <a:gd name="connsiteY274" fmla="*/ 77604 h 81562"/>
                <a:gd name="connsiteX275" fmla="*/ 89583 w 631667"/>
                <a:gd name="connsiteY275" fmla="*/ 81146 h 81562"/>
                <a:gd name="connsiteX276" fmla="*/ 77031 w 631667"/>
                <a:gd name="connsiteY276" fmla="*/ 77604 h 81562"/>
                <a:gd name="connsiteX277" fmla="*/ 69583 w 631667"/>
                <a:gd name="connsiteY277" fmla="*/ 68334 h 81562"/>
                <a:gd name="connsiteX278" fmla="*/ 65937 w 631667"/>
                <a:gd name="connsiteY278" fmla="*/ 55313 h 81562"/>
                <a:gd name="connsiteX279" fmla="*/ 65000 w 631667"/>
                <a:gd name="connsiteY279" fmla="*/ 40729 h 81562"/>
                <a:gd name="connsiteX280" fmla="*/ 65937 w 631667"/>
                <a:gd name="connsiteY280" fmla="*/ 26146 h 81562"/>
                <a:gd name="connsiteX281" fmla="*/ 69583 w 631667"/>
                <a:gd name="connsiteY281" fmla="*/ 13021 h 81562"/>
                <a:gd name="connsiteX282" fmla="*/ 77031 w 631667"/>
                <a:gd name="connsiteY282" fmla="*/ 3646 h 81562"/>
                <a:gd name="connsiteX283" fmla="*/ 89583 w 631667"/>
                <a:gd name="connsiteY283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021" y="43437"/>
                  </a:moveTo>
                  <a:cubicBezTo>
                    <a:pt x="360938" y="43437"/>
                    <a:pt x="358893" y="43776"/>
                    <a:pt x="356875" y="44427"/>
                  </a:cubicBezTo>
                  <a:cubicBezTo>
                    <a:pt x="354857" y="45091"/>
                    <a:pt x="353086" y="46042"/>
                    <a:pt x="351563" y="47292"/>
                  </a:cubicBezTo>
                  <a:cubicBezTo>
                    <a:pt x="349961" y="48542"/>
                    <a:pt x="348698" y="50130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26" y="66914"/>
                    <a:pt x="350781" y="69688"/>
                  </a:cubicBezTo>
                  <a:cubicBezTo>
                    <a:pt x="353737" y="72474"/>
                    <a:pt x="357813" y="73854"/>
                    <a:pt x="363021" y="73854"/>
                  </a:cubicBezTo>
                  <a:cubicBezTo>
                    <a:pt x="368086" y="73854"/>
                    <a:pt x="372136" y="72474"/>
                    <a:pt x="375156" y="69688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53" y="50130"/>
                    <a:pt x="375977" y="48542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44" y="43776"/>
                    <a:pt x="365039" y="43437"/>
                    <a:pt x="363021" y="43437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97"/>
                    <a:pt x="604219" y="34948"/>
                  </a:cubicBezTo>
                  <a:cubicBezTo>
                    <a:pt x="605782" y="35612"/>
                    <a:pt x="607396" y="36602"/>
                    <a:pt x="609063" y="37917"/>
                  </a:cubicBezTo>
                  <a:cubicBezTo>
                    <a:pt x="610938" y="39453"/>
                    <a:pt x="612539" y="40612"/>
                    <a:pt x="613854" y="41406"/>
                  </a:cubicBezTo>
                  <a:cubicBezTo>
                    <a:pt x="615170" y="42214"/>
                    <a:pt x="616602" y="42604"/>
                    <a:pt x="618125" y="42604"/>
                  </a:cubicBezTo>
                  <a:cubicBezTo>
                    <a:pt x="620352" y="42604"/>
                    <a:pt x="622097" y="41849"/>
                    <a:pt x="623386" y="40313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3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35"/>
                    <a:pt x="587956" y="39688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363021" y="8334"/>
                  </a:moveTo>
                  <a:cubicBezTo>
                    <a:pt x="358646" y="8334"/>
                    <a:pt x="354935" y="9584"/>
                    <a:pt x="351875" y="12083"/>
                  </a:cubicBezTo>
                  <a:cubicBezTo>
                    <a:pt x="348815" y="14583"/>
                    <a:pt x="347292" y="17917"/>
                    <a:pt x="347292" y="22084"/>
                  </a:cubicBezTo>
                  <a:cubicBezTo>
                    <a:pt x="347292" y="26459"/>
                    <a:pt x="348789" y="29844"/>
                    <a:pt x="351771" y="32240"/>
                  </a:cubicBezTo>
                  <a:cubicBezTo>
                    <a:pt x="354753" y="34635"/>
                    <a:pt x="358503" y="35834"/>
                    <a:pt x="363021" y="35834"/>
                  </a:cubicBezTo>
                  <a:cubicBezTo>
                    <a:pt x="367396" y="35834"/>
                    <a:pt x="371107" y="34635"/>
                    <a:pt x="374167" y="32240"/>
                  </a:cubicBezTo>
                  <a:cubicBezTo>
                    <a:pt x="377227" y="29844"/>
                    <a:pt x="378750" y="26459"/>
                    <a:pt x="378750" y="22084"/>
                  </a:cubicBezTo>
                  <a:cubicBezTo>
                    <a:pt x="378750" y="17917"/>
                    <a:pt x="377227" y="14583"/>
                    <a:pt x="374167" y="12083"/>
                  </a:cubicBezTo>
                  <a:cubicBezTo>
                    <a:pt x="371107" y="9584"/>
                    <a:pt x="367396" y="8334"/>
                    <a:pt x="363021" y="8334"/>
                  </a:cubicBezTo>
                  <a:close/>
                  <a:moveTo>
                    <a:pt x="519271" y="7188"/>
                  </a:moveTo>
                  <a:cubicBezTo>
                    <a:pt x="515521" y="7188"/>
                    <a:pt x="512591" y="8411"/>
                    <a:pt x="510469" y="10833"/>
                  </a:cubicBezTo>
                  <a:cubicBezTo>
                    <a:pt x="508347" y="13268"/>
                    <a:pt x="506771" y="16185"/>
                    <a:pt x="505729" y="19583"/>
                  </a:cubicBezTo>
                  <a:cubicBezTo>
                    <a:pt x="504623" y="23060"/>
                    <a:pt x="503946" y="26719"/>
                    <a:pt x="503698" y="30573"/>
                  </a:cubicBezTo>
                  <a:cubicBezTo>
                    <a:pt x="503451" y="34427"/>
                    <a:pt x="503334" y="37813"/>
                    <a:pt x="503334" y="40729"/>
                  </a:cubicBezTo>
                  <a:cubicBezTo>
                    <a:pt x="503334" y="43646"/>
                    <a:pt x="503451" y="47005"/>
                    <a:pt x="503698" y="50781"/>
                  </a:cubicBezTo>
                  <a:cubicBezTo>
                    <a:pt x="503946" y="54570"/>
                    <a:pt x="504623" y="58203"/>
                    <a:pt x="505729" y="61667"/>
                  </a:cubicBezTo>
                  <a:cubicBezTo>
                    <a:pt x="506771" y="65078"/>
                    <a:pt x="508347" y="67956"/>
                    <a:pt x="510469" y="70312"/>
                  </a:cubicBezTo>
                  <a:cubicBezTo>
                    <a:pt x="512591" y="72682"/>
                    <a:pt x="515521" y="73854"/>
                    <a:pt x="519271" y="73854"/>
                  </a:cubicBezTo>
                  <a:cubicBezTo>
                    <a:pt x="523021" y="73854"/>
                    <a:pt x="526003" y="72682"/>
                    <a:pt x="528230" y="70312"/>
                  </a:cubicBezTo>
                  <a:cubicBezTo>
                    <a:pt x="530456" y="67956"/>
                    <a:pt x="532123" y="65078"/>
                    <a:pt x="533229" y="61667"/>
                  </a:cubicBezTo>
                  <a:cubicBezTo>
                    <a:pt x="534414" y="58203"/>
                    <a:pt x="535170" y="54570"/>
                    <a:pt x="535521" y="50781"/>
                  </a:cubicBezTo>
                  <a:cubicBezTo>
                    <a:pt x="535873" y="47005"/>
                    <a:pt x="536042" y="43646"/>
                    <a:pt x="536042" y="40729"/>
                  </a:cubicBezTo>
                  <a:cubicBezTo>
                    <a:pt x="536042" y="37813"/>
                    <a:pt x="535873" y="34427"/>
                    <a:pt x="535521" y="30573"/>
                  </a:cubicBezTo>
                  <a:cubicBezTo>
                    <a:pt x="535170" y="26719"/>
                    <a:pt x="534414" y="23060"/>
                    <a:pt x="533229" y="19583"/>
                  </a:cubicBezTo>
                  <a:cubicBezTo>
                    <a:pt x="532123" y="16185"/>
                    <a:pt x="530456" y="13268"/>
                    <a:pt x="528230" y="10833"/>
                  </a:cubicBezTo>
                  <a:cubicBezTo>
                    <a:pt x="526003" y="8411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411"/>
                    <a:pt x="289115" y="10833"/>
                  </a:cubicBezTo>
                  <a:cubicBezTo>
                    <a:pt x="286992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097" y="34427"/>
                    <a:pt x="281979" y="37813"/>
                    <a:pt x="281979" y="40729"/>
                  </a:cubicBezTo>
                  <a:cubicBezTo>
                    <a:pt x="281979" y="43646"/>
                    <a:pt x="282097" y="47005"/>
                    <a:pt x="282344" y="50781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6992" y="67956"/>
                    <a:pt x="289115" y="70312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49" y="72682"/>
                    <a:pt x="306875" y="70312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15" y="54570"/>
                    <a:pt x="314167" y="50781"/>
                  </a:cubicBezTo>
                  <a:cubicBezTo>
                    <a:pt x="314518" y="47005"/>
                    <a:pt x="314688" y="43646"/>
                    <a:pt x="314688" y="40729"/>
                  </a:cubicBezTo>
                  <a:cubicBezTo>
                    <a:pt x="314688" y="37813"/>
                    <a:pt x="314518" y="34427"/>
                    <a:pt x="314167" y="30573"/>
                  </a:cubicBezTo>
                  <a:cubicBezTo>
                    <a:pt x="313815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49" y="8411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411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3" y="65078"/>
                    <a:pt x="78659" y="67956"/>
                    <a:pt x="80781" y="70312"/>
                  </a:cubicBezTo>
                  <a:cubicBezTo>
                    <a:pt x="82904" y="72682"/>
                    <a:pt x="85833" y="73854"/>
                    <a:pt x="89583" y="73854"/>
                  </a:cubicBezTo>
                  <a:cubicBezTo>
                    <a:pt x="93333" y="73854"/>
                    <a:pt x="96315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82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411"/>
                    <a:pt x="93333" y="7188"/>
                    <a:pt x="89583" y="7188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2"/>
                    <a:pt x="221458" y="2396"/>
                  </a:cubicBezTo>
                  <a:cubicBezTo>
                    <a:pt x="221732" y="2682"/>
                    <a:pt x="221875" y="3203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70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7"/>
                    <a:pt x="179636" y="54636"/>
                  </a:cubicBezTo>
                  <a:cubicBezTo>
                    <a:pt x="179805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11" y="2591"/>
                    <a:pt x="211563" y="2344"/>
                  </a:cubicBezTo>
                  <a:cubicBezTo>
                    <a:pt x="211914" y="2110"/>
                    <a:pt x="212331" y="1979"/>
                    <a:pt x="212813" y="1979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40" y="3060"/>
                    <a:pt x="468750" y="6458"/>
                  </a:cubicBezTo>
                  <a:cubicBezTo>
                    <a:pt x="473060" y="9870"/>
                    <a:pt x="475209" y="14870"/>
                    <a:pt x="475209" y="21458"/>
                  </a:cubicBezTo>
                  <a:cubicBezTo>
                    <a:pt x="475209" y="25912"/>
                    <a:pt x="473841" y="30521"/>
                    <a:pt x="471094" y="35313"/>
                  </a:cubicBezTo>
                  <a:cubicBezTo>
                    <a:pt x="468347" y="40104"/>
                    <a:pt x="465065" y="44766"/>
                    <a:pt x="461250" y="49271"/>
                  </a:cubicBezTo>
                  <a:cubicBezTo>
                    <a:pt x="457435" y="53789"/>
                    <a:pt x="453477" y="58021"/>
                    <a:pt x="449375" y="61979"/>
                  </a:cubicBezTo>
                  <a:cubicBezTo>
                    <a:pt x="445274" y="65937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17" y="79063"/>
                    <a:pt x="429948" y="78854"/>
                  </a:cubicBezTo>
                  <a:cubicBezTo>
                    <a:pt x="429779" y="78646"/>
                    <a:pt x="429688" y="78229"/>
                    <a:pt x="429688" y="77604"/>
                  </a:cubicBezTo>
                  <a:lnTo>
                    <a:pt x="429688" y="71354"/>
                  </a:lnTo>
                  <a:cubicBezTo>
                    <a:pt x="430873" y="70248"/>
                    <a:pt x="432305" y="68854"/>
                    <a:pt x="434011" y="67188"/>
                  </a:cubicBezTo>
                  <a:cubicBezTo>
                    <a:pt x="435716" y="65521"/>
                    <a:pt x="437565" y="63685"/>
                    <a:pt x="439584" y="61667"/>
                  </a:cubicBezTo>
                  <a:cubicBezTo>
                    <a:pt x="441524" y="59661"/>
                    <a:pt x="443542" y="57500"/>
                    <a:pt x="445625" y="55209"/>
                  </a:cubicBezTo>
                  <a:cubicBezTo>
                    <a:pt x="447709" y="52917"/>
                    <a:pt x="449753" y="50560"/>
                    <a:pt x="451771" y="48125"/>
                  </a:cubicBezTo>
                  <a:cubicBezTo>
                    <a:pt x="453789" y="45768"/>
                    <a:pt x="455690" y="43385"/>
                    <a:pt x="457500" y="40990"/>
                  </a:cubicBezTo>
                  <a:cubicBezTo>
                    <a:pt x="459310" y="38594"/>
                    <a:pt x="460873" y="36289"/>
                    <a:pt x="462188" y="34062"/>
                  </a:cubicBezTo>
                  <a:cubicBezTo>
                    <a:pt x="463581" y="31771"/>
                    <a:pt x="464675" y="29622"/>
                    <a:pt x="465469" y="27604"/>
                  </a:cubicBezTo>
                  <a:cubicBezTo>
                    <a:pt x="466263" y="25599"/>
                    <a:pt x="466667" y="23750"/>
                    <a:pt x="466667" y="22084"/>
                  </a:cubicBezTo>
                  <a:cubicBezTo>
                    <a:pt x="466667" y="17578"/>
                    <a:pt x="465352" y="14193"/>
                    <a:pt x="462709" y="11927"/>
                  </a:cubicBezTo>
                  <a:cubicBezTo>
                    <a:pt x="460065" y="9675"/>
                    <a:pt x="456667" y="8542"/>
                    <a:pt x="452500" y="8542"/>
                  </a:cubicBezTo>
                  <a:cubicBezTo>
                    <a:pt x="448477" y="8542"/>
                    <a:pt x="445196" y="9935"/>
                    <a:pt x="442657" y="12709"/>
                  </a:cubicBezTo>
                  <a:cubicBezTo>
                    <a:pt x="440117" y="15495"/>
                    <a:pt x="438854" y="19102"/>
                    <a:pt x="438854" y="23542"/>
                  </a:cubicBezTo>
                  <a:lnTo>
                    <a:pt x="430313" y="23542"/>
                  </a:lnTo>
                  <a:cubicBezTo>
                    <a:pt x="430313" y="20208"/>
                    <a:pt x="430873" y="17174"/>
                    <a:pt x="431979" y="14427"/>
                  </a:cubicBezTo>
                  <a:cubicBezTo>
                    <a:pt x="433086" y="11693"/>
                    <a:pt x="434649" y="9349"/>
                    <a:pt x="436667" y="7396"/>
                  </a:cubicBezTo>
                  <a:cubicBezTo>
                    <a:pt x="438685" y="5456"/>
                    <a:pt x="441055" y="3959"/>
                    <a:pt x="443802" y="2917"/>
                  </a:cubicBezTo>
                  <a:cubicBezTo>
                    <a:pt x="446550" y="1875"/>
                    <a:pt x="449518" y="1354"/>
                    <a:pt x="452709" y="1354"/>
                  </a:cubicBezTo>
                  <a:close/>
                  <a:moveTo>
                    <a:pt x="363021" y="1354"/>
                  </a:moveTo>
                  <a:cubicBezTo>
                    <a:pt x="370104" y="1354"/>
                    <a:pt x="375886" y="3164"/>
                    <a:pt x="380365" y="6771"/>
                  </a:cubicBezTo>
                  <a:cubicBezTo>
                    <a:pt x="384844" y="10391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4"/>
                  </a:cubicBezTo>
                  <a:cubicBezTo>
                    <a:pt x="385430" y="29479"/>
                    <a:pt x="384519" y="31250"/>
                    <a:pt x="383334" y="32917"/>
                  </a:cubicBezTo>
                  <a:cubicBezTo>
                    <a:pt x="382084" y="34583"/>
                    <a:pt x="380625" y="36068"/>
                    <a:pt x="378959" y="37344"/>
                  </a:cubicBezTo>
                  <a:cubicBezTo>
                    <a:pt x="377292" y="38633"/>
                    <a:pt x="375456" y="39557"/>
                    <a:pt x="373438" y="40104"/>
                  </a:cubicBezTo>
                  <a:cubicBezTo>
                    <a:pt x="378021" y="41354"/>
                    <a:pt x="381602" y="43633"/>
                    <a:pt x="384167" y="46927"/>
                  </a:cubicBezTo>
                  <a:cubicBezTo>
                    <a:pt x="386732" y="50234"/>
                    <a:pt x="388021" y="54102"/>
                    <a:pt x="388021" y="58542"/>
                  </a:cubicBezTo>
                  <a:cubicBezTo>
                    <a:pt x="387956" y="65703"/>
                    <a:pt x="385612" y="71198"/>
                    <a:pt x="380990" y="75052"/>
                  </a:cubicBezTo>
                  <a:cubicBezTo>
                    <a:pt x="376367" y="78906"/>
                    <a:pt x="370352" y="80833"/>
                    <a:pt x="362917" y="80833"/>
                  </a:cubicBezTo>
                  <a:cubicBezTo>
                    <a:pt x="355417" y="80833"/>
                    <a:pt x="349388" y="78906"/>
                    <a:pt x="344844" y="75052"/>
                  </a:cubicBezTo>
                  <a:cubicBezTo>
                    <a:pt x="340300" y="71198"/>
                    <a:pt x="338021" y="65703"/>
                    <a:pt x="338021" y="58542"/>
                  </a:cubicBezTo>
                  <a:cubicBezTo>
                    <a:pt x="338021" y="54661"/>
                    <a:pt x="339271" y="50964"/>
                    <a:pt x="341771" y="47448"/>
                  </a:cubicBezTo>
                  <a:cubicBezTo>
                    <a:pt x="344271" y="43945"/>
                    <a:pt x="347917" y="41354"/>
                    <a:pt x="352708" y="39688"/>
                  </a:cubicBezTo>
                  <a:cubicBezTo>
                    <a:pt x="348334" y="38854"/>
                    <a:pt x="344948" y="36745"/>
                    <a:pt x="342552" y="33333"/>
                  </a:cubicBezTo>
                  <a:cubicBezTo>
                    <a:pt x="340157" y="29935"/>
                    <a:pt x="338958" y="26146"/>
                    <a:pt x="338958" y="21979"/>
                  </a:cubicBezTo>
                  <a:cubicBezTo>
                    <a:pt x="338958" y="15456"/>
                    <a:pt x="341185" y="10391"/>
                    <a:pt x="345625" y="6771"/>
                  </a:cubicBezTo>
                  <a:cubicBezTo>
                    <a:pt x="350065" y="3164"/>
                    <a:pt x="355873" y="1354"/>
                    <a:pt x="363021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2"/>
                    <a:pt x="161341" y="30521"/>
                    <a:pt x="158594" y="35313"/>
                  </a:cubicBezTo>
                  <a:cubicBezTo>
                    <a:pt x="155847" y="40104"/>
                    <a:pt x="152565" y="44766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05" y="68854"/>
                    <a:pt x="121510" y="67188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61"/>
                    <a:pt x="131042" y="57500"/>
                    <a:pt x="133125" y="55209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63" y="25599"/>
                    <a:pt x="154167" y="23750"/>
                    <a:pt x="154167" y="22084"/>
                  </a:cubicBezTo>
                  <a:cubicBezTo>
                    <a:pt x="154167" y="17578"/>
                    <a:pt x="152852" y="14193"/>
                    <a:pt x="150208" y="11927"/>
                  </a:cubicBezTo>
                  <a:cubicBezTo>
                    <a:pt x="147565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17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93"/>
                    <a:pt x="122148" y="9349"/>
                    <a:pt x="124167" y="7396"/>
                  </a:cubicBezTo>
                  <a:cubicBezTo>
                    <a:pt x="126185" y="5456"/>
                    <a:pt x="128555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2"/>
                    <a:pt x="44154" y="30521"/>
                    <a:pt x="41406" y="35313"/>
                  </a:cubicBezTo>
                  <a:cubicBezTo>
                    <a:pt x="38659" y="40104"/>
                    <a:pt x="35378" y="44766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17" y="68854"/>
                    <a:pt x="4323" y="67188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61"/>
                    <a:pt x="13854" y="57500"/>
                    <a:pt x="15937" y="55209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76" y="25599"/>
                    <a:pt x="36979" y="23750"/>
                    <a:pt x="36979" y="22084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78" y="9675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30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93"/>
                    <a:pt x="4961" y="9349"/>
                    <a:pt x="6979" y="7396"/>
                  </a:cubicBezTo>
                  <a:cubicBezTo>
                    <a:pt x="8998" y="5456"/>
                    <a:pt x="11367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79" y="0"/>
                    <a:pt x="528737" y="1224"/>
                    <a:pt x="532032" y="3646"/>
                  </a:cubicBezTo>
                  <a:cubicBezTo>
                    <a:pt x="535326" y="6081"/>
                    <a:pt x="537917" y="9206"/>
                    <a:pt x="539792" y="13021"/>
                  </a:cubicBezTo>
                  <a:cubicBezTo>
                    <a:pt x="541667" y="16914"/>
                    <a:pt x="542956" y="21289"/>
                    <a:pt x="543646" y="26146"/>
                  </a:cubicBezTo>
                  <a:cubicBezTo>
                    <a:pt x="544336" y="31016"/>
                    <a:pt x="544688" y="35872"/>
                    <a:pt x="544688" y="40729"/>
                  </a:cubicBezTo>
                  <a:cubicBezTo>
                    <a:pt x="544688" y="45664"/>
                    <a:pt x="544336" y="50521"/>
                    <a:pt x="543646" y="55313"/>
                  </a:cubicBezTo>
                  <a:cubicBezTo>
                    <a:pt x="542956" y="60104"/>
                    <a:pt x="541667" y="64453"/>
                    <a:pt x="539792" y="68334"/>
                  </a:cubicBezTo>
                  <a:cubicBezTo>
                    <a:pt x="537917" y="72162"/>
                    <a:pt x="535326" y="75248"/>
                    <a:pt x="532032" y="77604"/>
                  </a:cubicBezTo>
                  <a:cubicBezTo>
                    <a:pt x="528737" y="79974"/>
                    <a:pt x="524479" y="81146"/>
                    <a:pt x="519271" y="81146"/>
                  </a:cubicBezTo>
                  <a:cubicBezTo>
                    <a:pt x="514128" y="81146"/>
                    <a:pt x="509948" y="79974"/>
                    <a:pt x="506719" y="77604"/>
                  </a:cubicBezTo>
                  <a:cubicBezTo>
                    <a:pt x="503490" y="75248"/>
                    <a:pt x="501003" y="72162"/>
                    <a:pt x="499271" y="68334"/>
                  </a:cubicBezTo>
                  <a:cubicBezTo>
                    <a:pt x="497461" y="64453"/>
                    <a:pt x="496250" y="60104"/>
                    <a:pt x="495625" y="55313"/>
                  </a:cubicBezTo>
                  <a:cubicBezTo>
                    <a:pt x="495000" y="50521"/>
                    <a:pt x="494688" y="45664"/>
                    <a:pt x="494688" y="40729"/>
                  </a:cubicBezTo>
                  <a:cubicBezTo>
                    <a:pt x="494688" y="35872"/>
                    <a:pt x="495000" y="31016"/>
                    <a:pt x="495625" y="26146"/>
                  </a:cubicBezTo>
                  <a:cubicBezTo>
                    <a:pt x="496250" y="21289"/>
                    <a:pt x="497461" y="16914"/>
                    <a:pt x="499271" y="13021"/>
                  </a:cubicBezTo>
                  <a:cubicBezTo>
                    <a:pt x="501003" y="9206"/>
                    <a:pt x="503490" y="6081"/>
                    <a:pt x="506719" y="3646"/>
                  </a:cubicBezTo>
                  <a:cubicBezTo>
                    <a:pt x="509948" y="1224"/>
                    <a:pt x="514128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72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82" y="31016"/>
                    <a:pt x="323334" y="35872"/>
                    <a:pt x="323334" y="40729"/>
                  </a:cubicBezTo>
                  <a:cubicBezTo>
                    <a:pt x="323334" y="45664"/>
                    <a:pt x="322982" y="50521"/>
                    <a:pt x="322292" y="55313"/>
                  </a:cubicBezTo>
                  <a:cubicBezTo>
                    <a:pt x="321602" y="60104"/>
                    <a:pt x="320313" y="64453"/>
                    <a:pt x="318438" y="68334"/>
                  </a:cubicBezTo>
                  <a:cubicBezTo>
                    <a:pt x="316563" y="72162"/>
                    <a:pt x="313972" y="75248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74" y="81146"/>
                    <a:pt x="288594" y="79974"/>
                    <a:pt x="285365" y="77604"/>
                  </a:cubicBezTo>
                  <a:cubicBezTo>
                    <a:pt x="282136" y="75248"/>
                    <a:pt x="279649" y="72162"/>
                    <a:pt x="277917" y="68334"/>
                  </a:cubicBezTo>
                  <a:cubicBezTo>
                    <a:pt x="276107" y="64453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6"/>
                    <a:pt x="274271" y="26146"/>
                  </a:cubicBezTo>
                  <a:cubicBezTo>
                    <a:pt x="274896" y="21289"/>
                    <a:pt x="276107" y="16914"/>
                    <a:pt x="277917" y="13021"/>
                  </a:cubicBezTo>
                  <a:cubicBezTo>
                    <a:pt x="279649" y="9206"/>
                    <a:pt x="282136" y="6081"/>
                    <a:pt x="285365" y="3646"/>
                  </a:cubicBezTo>
                  <a:cubicBezTo>
                    <a:pt x="288594" y="1224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24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16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3"/>
                  </a:cubicBezTo>
                  <a:cubicBezTo>
                    <a:pt x="113268" y="60104"/>
                    <a:pt x="111979" y="64453"/>
                    <a:pt x="110104" y="68334"/>
                  </a:cubicBezTo>
                  <a:cubicBezTo>
                    <a:pt x="108229" y="72162"/>
                    <a:pt x="105638" y="75248"/>
                    <a:pt x="102344" y="77604"/>
                  </a:cubicBezTo>
                  <a:cubicBezTo>
                    <a:pt x="99049" y="79974"/>
                    <a:pt x="94792" y="81146"/>
                    <a:pt x="89583" y="81146"/>
                  </a:cubicBezTo>
                  <a:cubicBezTo>
                    <a:pt x="84440" y="81146"/>
                    <a:pt x="80260" y="79974"/>
                    <a:pt x="77031" y="77604"/>
                  </a:cubicBezTo>
                  <a:cubicBezTo>
                    <a:pt x="73802" y="75248"/>
                    <a:pt x="71315" y="72162"/>
                    <a:pt x="69583" y="68334"/>
                  </a:cubicBezTo>
                  <a:cubicBezTo>
                    <a:pt x="67773" y="64453"/>
                    <a:pt x="66563" y="60104"/>
                    <a:pt x="65937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6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24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2" name="TextBox 431">
              <a:extLst>
                <a:ext uri="{FF2B5EF4-FFF2-40B4-BE49-F238E27FC236}">
                  <a16:creationId xmlns:a16="http://schemas.microsoft.com/office/drawing/2014/main" id="{167BB7F6-F07C-4331-985F-5B875F3933B3}"/>
                </a:ext>
              </a:extLst>
            </p:cNvPr>
            <p:cNvSpPr txBox="1"/>
            <p:nvPr/>
          </p:nvSpPr>
          <p:spPr>
            <a:xfrm>
              <a:off x="2926610" y="3680722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2024.08.20 ~</a:t>
              </a:r>
            </a:p>
          </p:txBody>
        </p:sp>
        <p:sp>
          <p:nvSpPr>
            <p:cNvPr id="433" name="자유형: 도형 432">
              <a:extLst>
                <a:ext uri="{FF2B5EF4-FFF2-40B4-BE49-F238E27FC236}">
                  <a16:creationId xmlns:a16="http://schemas.microsoft.com/office/drawing/2014/main" id="{A2E33A65-8F5E-406E-B78C-2F046B888EF1}"/>
                </a:ext>
              </a:extLst>
            </p:cNvPr>
            <p:cNvSpPr/>
            <p:nvPr/>
          </p:nvSpPr>
          <p:spPr>
            <a:xfrm>
              <a:off x="3062099" y="3850388"/>
              <a:ext cx="544167" cy="81562"/>
            </a:xfrm>
            <a:custGeom>
              <a:avLst/>
              <a:gdLst>
                <a:gd name="connsiteX0" fmla="*/ 408021 w 544167"/>
                <a:gd name="connsiteY0" fmla="*/ 70833 h 81562"/>
                <a:gd name="connsiteX1" fmla="*/ 418750 w 544167"/>
                <a:gd name="connsiteY1" fmla="*/ 70833 h 81562"/>
                <a:gd name="connsiteX2" fmla="*/ 418750 w 544167"/>
                <a:gd name="connsiteY2" fmla="*/ 81563 h 81562"/>
                <a:gd name="connsiteX3" fmla="*/ 408021 w 544167"/>
                <a:gd name="connsiteY3" fmla="*/ 81563 h 81562"/>
                <a:gd name="connsiteX4" fmla="*/ 251771 w 544167"/>
                <a:gd name="connsiteY4" fmla="*/ 70833 h 81562"/>
                <a:gd name="connsiteX5" fmla="*/ 262500 w 544167"/>
                <a:gd name="connsiteY5" fmla="*/ 70833 h 81562"/>
                <a:gd name="connsiteX6" fmla="*/ 262500 w 544167"/>
                <a:gd name="connsiteY6" fmla="*/ 81563 h 81562"/>
                <a:gd name="connsiteX7" fmla="*/ 251771 w 544167"/>
                <a:gd name="connsiteY7" fmla="*/ 81563 h 81562"/>
                <a:gd name="connsiteX8" fmla="*/ 363021 w 544167"/>
                <a:gd name="connsiteY8" fmla="*/ 43437 h 81562"/>
                <a:gd name="connsiteX9" fmla="*/ 356875 w 544167"/>
                <a:gd name="connsiteY9" fmla="*/ 44427 h 81562"/>
                <a:gd name="connsiteX10" fmla="*/ 351563 w 544167"/>
                <a:gd name="connsiteY10" fmla="*/ 47292 h 81562"/>
                <a:gd name="connsiteX11" fmla="*/ 347761 w 544167"/>
                <a:gd name="connsiteY11" fmla="*/ 52031 h 81562"/>
                <a:gd name="connsiteX12" fmla="*/ 346354 w 544167"/>
                <a:gd name="connsiteY12" fmla="*/ 58646 h 81562"/>
                <a:gd name="connsiteX13" fmla="*/ 350781 w 544167"/>
                <a:gd name="connsiteY13" fmla="*/ 69688 h 81562"/>
                <a:gd name="connsiteX14" fmla="*/ 363021 w 544167"/>
                <a:gd name="connsiteY14" fmla="*/ 73854 h 81562"/>
                <a:gd name="connsiteX15" fmla="*/ 375157 w 544167"/>
                <a:gd name="connsiteY15" fmla="*/ 69688 h 81562"/>
                <a:gd name="connsiteX16" fmla="*/ 379688 w 544167"/>
                <a:gd name="connsiteY16" fmla="*/ 58646 h 81562"/>
                <a:gd name="connsiteX17" fmla="*/ 378229 w 544167"/>
                <a:gd name="connsiteY17" fmla="*/ 52031 h 81562"/>
                <a:gd name="connsiteX18" fmla="*/ 374375 w 544167"/>
                <a:gd name="connsiteY18" fmla="*/ 47292 h 81562"/>
                <a:gd name="connsiteX19" fmla="*/ 369063 w 544167"/>
                <a:gd name="connsiteY19" fmla="*/ 44427 h 81562"/>
                <a:gd name="connsiteX20" fmla="*/ 363021 w 544167"/>
                <a:gd name="connsiteY20" fmla="*/ 43437 h 81562"/>
                <a:gd name="connsiteX21" fmla="*/ 519063 w 544167"/>
                <a:gd name="connsiteY21" fmla="*/ 8334 h 81562"/>
                <a:gd name="connsiteX22" fmla="*/ 507032 w 544167"/>
                <a:gd name="connsiteY22" fmla="*/ 13854 h 81562"/>
                <a:gd name="connsiteX23" fmla="*/ 502813 w 544167"/>
                <a:gd name="connsiteY23" fmla="*/ 27292 h 81562"/>
                <a:gd name="connsiteX24" fmla="*/ 503802 w 544167"/>
                <a:gd name="connsiteY24" fmla="*/ 34583 h 81562"/>
                <a:gd name="connsiteX25" fmla="*/ 506875 w 544167"/>
                <a:gd name="connsiteY25" fmla="*/ 40521 h 81562"/>
                <a:gd name="connsiteX26" fmla="*/ 511875 w 544167"/>
                <a:gd name="connsiteY26" fmla="*/ 44636 h 81562"/>
                <a:gd name="connsiteX27" fmla="*/ 518959 w 544167"/>
                <a:gd name="connsiteY27" fmla="*/ 46146 h 81562"/>
                <a:gd name="connsiteX28" fmla="*/ 525365 w 544167"/>
                <a:gd name="connsiteY28" fmla="*/ 44688 h 81562"/>
                <a:gd name="connsiteX29" fmla="*/ 530417 w 544167"/>
                <a:gd name="connsiteY29" fmla="*/ 40834 h 81562"/>
                <a:gd name="connsiteX30" fmla="*/ 533802 w 544167"/>
                <a:gd name="connsiteY30" fmla="*/ 35104 h 81562"/>
                <a:gd name="connsiteX31" fmla="*/ 535000 w 544167"/>
                <a:gd name="connsiteY31" fmla="*/ 28229 h 81562"/>
                <a:gd name="connsiteX32" fmla="*/ 533802 w 544167"/>
                <a:gd name="connsiteY32" fmla="*/ 20417 h 81562"/>
                <a:gd name="connsiteX33" fmla="*/ 530521 w 544167"/>
                <a:gd name="connsiteY33" fmla="*/ 14063 h 81562"/>
                <a:gd name="connsiteX34" fmla="*/ 525521 w 544167"/>
                <a:gd name="connsiteY34" fmla="*/ 9896 h 81562"/>
                <a:gd name="connsiteX35" fmla="*/ 519063 w 544167"/>
                <a:gd name="connsiteY35" fmla="*/ 8334 h 81562"/>
                <a:gd name="connsiteX36" fmla="*/ 363021 w 544167"/>
                <a:gd name="connsiteY36" fmla="*/ 8334 h 81562"/>
                <a:gd name="connsiteX37" fmla="*/ 351875 w 544167"/>
                <a:gd name="connsiteY37" fmla="*/ 12083 h 81562"/>
                <a:gd name="connsiteX38" fmla="*/ 347292 w 544167"/>
                <a:gd name="connsiteY38" fmla="*/ 22084 h 81562"/>
                <a:gd name="connsiteX39" fmla="*/ 351771 w 544167"/>
                <a:gd name="connsiteY39" fmla="*/ 32240 h 81562"/>
                <a:gd name="connsiteX40" fmla="*/ 363021 w 544167"/>
                <a:gd name="connsiteY40" fmla="*/ 35834 h 81562"/>
                <a:gd name="connsiteX41" fmla="*/ 374167 w 544167"/>
                <a:gd name="connsiteY41" fmla="*/ 32240 h 81562"/>
                <a:gd name="connsiteX42" fmla="*/ 378750 w 544167"/>
                <a:gd name="connsiteY42" fmla="*/ 22084 h 81562"/>
                <a:gd name="connsiteX43" fmla="*/ 374167 w 544167"/>
                <a:gd name="connsiteY43" fmla="*/ 12083 h 81562"/>
                <a:gd name="connsiteX44" fmla="*/ 363021 w 544167"/>
                <a:gd name="connsiteY44" fmla="*/ 8334 h 81562"/>
                <a:gd name="connsiteX45" fmla="*/ 297917 w 544167"/>
                <a:gd name="connsiteY45" fmla="*/ 7188 h 81562"/>
                <a:gd name="connsiteX46" fmla="*/ 289115 w 544167"/>
                <a:gd name="connsiteY46" fmla="*/ 10833 h 81562"/>
                <a:gd name="connsiteX47" fmla="*/ 284375 w 544167"/>
                <a:gd name="connsiteY47" fmla="*/ 19583 h 81562"/>
                <a:gd name="connsiteX48" fmla="*/ 282344 w 544167"/>
                <a:gd name="connsiteY48" fmla="*/ 30573 h 81562"/>
                <a:gd name="connsiteX49" fmla="*/ 281979 w 544167"/>
                <a:gd name="connsiteY49" fmla="*/ 40729 h 81562"/>
                <a:gd name="connsiteX50" fmla="*/ 282344 w 544167"/>
                <a:gd name="connsiteY50" fmla="*/ 50781 h 81562"/>
                <a:gd name="connsiteX51" fmla="*/ 284375 w 544167"/>
                <a:gd name="connsiteY51" fmla="*/ 61667 h 81562"/>
                <a:gd name="connsiteX52" fmla="*/ 289115 w 544167"/>
                <a:gd name="connsiteY52" fmla="*/ 70312 h 81562"/>
                <a:gd name="connsiteX53" fmla="*/ 297917 w 544167"/>
                <a:gd name="connsiteY53" fmla="*/ 73854 h 81562"/>
                <a:gd name="connsiteX54" fmla="*/ 306875 w 544167"/>
                <a:gd name="connsiteY54" fmla="*/ 70312 h 81562"/>
                <a:gd name="connsiteX55" fmla="*/ 311875 w 544167"/>
                <a:gd name="connsiteY55" fmla="*/ 61667 h 81562"/>
                <a:gd name="connsiteX56" fmla="*/ 314167 w 544167"/>
                <a:gd name="connsiteY56" fmla="*/ 50781 h 81562"/>
                <a:gd name="connsiteX57" fmla="*/ 314688 w 544167"/>
                <a:gd name="connsiteY57" fmla="*/ 40729 h 81562"/>
                <a:gd name="connsiteX58" fmla="*/ 314167 w 544167"/>
                <a:gd name="connsiteY58" fmla="*/ 30573 h 81562"/>
                <a:gd name="connsiteX59" fmla="*/ 311875 w 544167"/>
                <a:gd name="connsiteY59" fmla="*/ 19583 h 81562"/>
                <a:gd name="connsiteX60" fmla="*/ 306875 w 544167"/>
                <a:gd name="connsiteY60" fmla="*/ 10833 h 81562"/>
                <a:gd name="connsiteX61" fmla="*/ 297917 w 544167"/>
                <a:gd name="connsiteY61" fmla="*/ 7188 h 81562"/>
                <a:gd name="connsiteX62" fmla="*/ 89583 w 544167"/>
                <a:gd name="connsiteY62" fmla="*/ 7188 h 81562"/>
                <a:gd name="connsiteX63" fmla="*/ 80781 w 544167"/>
                <a:gd name="connsiteY63" fmla="*/ 10833 h 81562"/>
                <a:gd name="connsiteX64" fmla="*/ 76042 w 544167"/>
                <a:gd name="connsiteY64" fmla="*/ 19583 h 81562"/>
                <a:gd name="connsiteX65" fmla="*/ 74011 w 544167"/>
                <a:gd name="connsiteY65" fmla="*/ 30573 h 81562"/>
                <a:gd name="connsiteX66" fmla="*/ 73646 w 544167"/>
                <a:gd name="connsiteY66" fmla="*/ 40729 h 81562"/>
                <a:gd name="connsiteX67" fmla="*/ 74011 w 544167"/>
                <a:gd name="connsiteY67" fmla="*/ 50781 h 81562"/>
                <a:gd name="connsiteX68" fmla="*/ 76042 w 544167"/>
                <a:gd name="connsiteY68" fmla="*/ 61667 h 81562"/>
                <a:gd name="connsiteX69" fmla="*/ 80781 w 544167"/>
                <a:gd name="connsiteY69" fmla="*/ 70312 h 81562"/>
                <a:gd name="connsiteX70" fmla="*/ 89583 w 544167"/>
                <a:gd name="connsiteY70" fmla="*/ 73854 h 81562"/>
                <a:gd name="connsiteX71" fmla="*/ 98542 w 544167"/>
                <a:gd name="connsiteY71" fmla="*/ 70312 h 81562"/>
                <a:gd name="connsiteX72" fmla="*/ 103542 w 544167"/>
                <a:gd name="connsiteY72" fmla="*/ 61667 h 81562"/>
                <a:gd name="connsiteX73" fmla="*/ 105833 w 544167"/>
                <a:gd name="connsiteY73" fmla="*/ 50781 h 81562"/>
                <a:gd name="connsiteX74" fmla="*/ 106354 w 544167"/>
                <a:gd name="connsiteY74" fmla="*/ 40729 h 81562"/>
                <a:gd name="connsiteX75" fmla="*/ 105833 w 544167"/>
                <a:gd name="connsiteY75" fmla="*/ 30573 h 81562"/>
                <a:gd name="connsiteX76" fmla="*/ 103542 w 544167"/>
                <a:gd name="connsiteY76" fmla="*/ 19583 h 81562"/>
                <a:gd name="connsiteX77" fmla="*/ 98542 w 544167"/>
                <a:gd name="connsiteY77" fmla="*/ 10833 h 81562"/>
                <a:gd name="connsiteX78" fmla="*/ 89583 w 544167"/>
                <a:gd name="connsiteY78" fmla="*/ 7188 h 81562"/>
                <a:gd name="connsiteX79" fmla="*/ 453125 w 544167"/>
                <a:gd name="connsiteY79" fmla="*/ 3125 h 81562"/>
                <a:gd name="connsiteX80" fmla="*/ 459063 w 544167"/>
                <a:gd name="connsiteY80" fmla="*/ 3125 h 81562"/>
                <a:gd name="connsiteX81" fmla="*/ 460625 w 544167"/>
                <a:gd name="connsiteY81" fmla="*/ 3542 h 81562"/>
                <a:gd name="connsiteX82" fmla="*/ 461042 w 544167"/>
                <a:gd name="connsiteY82" fmla="*/ 5104 h 81562"/>
                <a:gd name="connsiteX83" fmla="*/ 461042 w 544167"/>
                <a:gd name="connsiteY83" fmla="*/ 79167 h 81562"/>
                <a:gd name="connsiteX84" fmla="*/ 452813 w 544167"/>
                <a:gd name="connsiteY84" fmla="*/ 79167 h 81562"/>
                <a:gd name="connsiteX85" fmla="*/ 452813 w 544167"/>
                <a:gd name="connsiteY85" fmla="*/ 12083 h 81562"/>
                <a:gd name="connsiteX86" fmla="*/ 445782 w 544167"/>
                <a:gd name="connsiteY86" fmla="*/ 17865 h 81562"/>
                <a:gd name="connsiteX87" fmla="*/ 436563 w 544167"/>
                <a:gd name="connsiteY87" fmla="*/ 23125 h 81562"/>
                <a:gd name="connsiteX88" fmla="*/ 436563 w 544167"/>
                <a:gd name="connsiteY88" fmla="*/ 15208 h 81562"/>
                <a:gd name="connsiteX89" fmla="*/ 445209 w 544167"/>
                <a:gd name="connsiteY89" fmla="*/ 10104 h 81562"/>
                <a:gd name="connsiteX90" fmla="*/ 453125 w 544167"/>
                <a:gd name="connsiteY90" fmla="*/ 3125 h 81562"/>
                <a:gd name="connsiteX91" fmla="*/ 187917 w 544167"/>
                <a:gd name="connsiteY91" fmla="*/ 3125 h 81562"/>
                <a:gd name="connsiteX92" fmla="*/ 227604 w 544167"/>
                <a:gd name="connsiteY92" fmla="*/ 3125 h 81562"/>
                <a:gd name="connsiteX93" fmla="*/ 227604 w 544167"/>
                <a:gd name="connsiteY93" fmla="*/ 10208 h 81562"/>
                <a:gd name="connsiteX94" fmla="*/ 194271 w 544167"/>
                <a:gd name="connsiteY94" fmla="*/ 10208 h 81562"/>
                <a:gd name="connsiteX95" fmla="*/ 192813 w 544167"/>
                <a:gd name="connsiteY95" fmla="*/ 35834 h 81562"/>
                <a:gd name="connsiteX96" fmla="*/ 199636 w 544167"/>
                <a:gd name="connsiteY96" fmla="*/ 30781 h 81562"/>
                <a:gd name="connsiteX97" fmla="*/ 209688 w 544167"/>
                <a:gd name="connsiteY97" fmla="*/ 28958 h 81562"/>
                <a:gd name="connsiteX98" fmla="*/ 218125 w 544167"/>
                <a:gd name="connsiteY98" fmla="*/ 30573 h 81562"/>
                <a:gd name="connsiteX99" fmla="*/ 225104 w 544167"/>
                <a:gd name="connsiteY99" fmla="*/ 35417 h 81562"/>
                <a:gd name="connsiteX100" fmla="*/ 229792 w 544167"/>
                <a:gd name="connsiteY100" fmla="*/ 43490 h 81562"/>
                <a:gd name="connsiteX101" fmla="*/ 231563 w 544167"/>
                <a:gd name="connsiteY101" fmla="*/ 54896 h 81562"/>
                <a:gd name="connsiteX102" fmla="*/ 229844 w 544167"/>
                <a:gd name="connsiteY102" fmla="*/ 65417 h 81562"/>
                <a:gd name="connsiteX103" fmla="*/ 225000 w 544167"/>
                <a:gd name="connsiteY103" fmla="*/ 73646 h 81562"/>
                <a:gd name="connsiteX104" fmla="*/ 217344 w 544167"/>
                <a:gd name="connsiteY104" fmla="*/ 79010 h 81562"/>
                <a:gd name="connsiteX105" fmla="*/ 207500 w 544167"/>
                <a:gd name="connsiteY105" fmla="*/ 80938 h 81562"/>
                <a:gd name="connsiteX106" fmla="*/ 190834 w 544167"/>
                <a:gd name="connsiteY106" fmla="*/ 75729 h 81562"/>
                <a:gd name="connsiteX107" fmla="*/ 183542 w 544167"/>
                <a:gd name="connsiteY107" fmla="*/ 60625 h 81562"/>
                <a:gd name="connsiteX108" fmla="*/ 191771 w 544167"/>
                <a:gd name="connsiteY108" fmla="*/ 60625 h 81562"/>
                <a:gd name="connsiteX109" fmla="*/ 197083 w 544167"/>
                <a:gd name="connsiteY109" fmla="*/ 70469 h 81562"/>
                <a:gd name="connsiteX110" fmla="*/ 207813 w 544167"/>
                <a:gd name="connsiteY110" fmla="*/ 73958 h 81562"/>
                <a:gd name="connsiteX111" fmla="*/ 218802 w 544167"/>
                <a:gd name="connsiteY111" fmla="*/ 68854 h 81562"/>
                <a:gd name="connsiteX112" fmla="*/ 223229 w 544167"/>
                <a:gd name="connsiteY112" fmla="*/ 55000 h 81562"/>
                <a:gd name="connsiteX113" fmla="*/ 218854 w 544167"/>
                <a:gd name="connsiteY113" fmla="*/ 40625 h 81562"/>
                <a:gd name="connsiteX114" fmla="*/ 207917 w 544167"/>
                <a:gd name="connsiteY114" fmla="*/ 35834 h 81562"/>
                <a:gd name="connsiteX115" fmla="*/ 198750 w 544167"/>
                <a:gd name="connsiteY115" fmla="*/ 38490 h 81562"/>
                <a:gd name="connsiteX116" fmla="*/ 193542 w 544167"/>
                <a:gd name="connsiteY116" fmla="*/ 45729 h 81562"/>
                <a:gd name="connsiteX117" fmla="*/ 193229 w 544167"/>
                <a:gd name="connsiteY117" fmla="*/ 46563 h 81562"/>
                <a:gd name="connsiteX118" fmla="*/ 192917 w 544167"/>
                <a:gd name="connsiteY118" fmla="*/ 47083 h 81562"/>
                <a:gd name="connsiteX119" fmla="*/ 192344 w 544167"/>
                <a:gd name="connsiteY119" fmla="*/ 47396 h 81562"/>
                <a:gd name="connsiteX120" fmla="*/ 191459 w 544167"/>
                <a:gd name="connsiteY120" fmla="*/ 47500 h 81562"/>
                <a:gd name="connsiteX121" fmla="*/ 186459 w 544167"/>
                <a:gd name="connsiteY121" fmla="*/ 47500 h 81562"/>
                <a:gd name="connsiteX122" fmla="*/ 185313 w 544167"/>
                <a:gd name="connsiteY122" fmla="*/ 47240 h 81562"/>
                <a:gd name="connsiteX123" fmla="*/ 185104 w 544167"/>
                <a:gd name="connsiteY123" fmla="*/ 45938 h 81562"/>
                <a:gd name="connsiteX124" fmla="*/ 186250 w 544167"/>
                <a:gd name="connsiteY124" fmla="*/ 5104 h 81562"/>
                <a:gd name="connsiteX125" fmla="*/ 186615 w 544167"/>
                <a:gd name="connsiteY125" fmla="*/ 3542 h 81562"/>
                <a:gd name="connsiteX126" fmla="*/ 187917 w 544167"/>
                <a:gd name="connsiteY126" fmla="*/ 3125 h 81562"/>
                <a:gd name="connsiteX127" fmla="*/ 518542 w 544167"/>
                <a:gd name="connsiteY127" fmla="*/ 1354 h 81562"/>
                <a:gd name="connsiteX128" fmla="*/ 528125 w 544167"/>
                <a:gd name="connsiteY128" fmla="*/ 2917 h 81562"/>
                <a:gd name="connsiteX129" fmla="*/ 536354 w 544167"/>
                <a:gd name="connsiteY129" fmla="*/ 8646 h 81562"/>
                <a:gd name="connsiteX130" fmla="*/ 542032 w 544167"/>
                <a:gd name="connsiteY130" fmla="*/ 20156 h 81562"/>
                <a:gd name="connsiteX131" fmla="*/ 544167 w 544167"/>
                <a:gd name="connsiteY131" fmla="*/ 38958 h 81562"/>
                <a:gd name="connsiteX132" fmla="*/ 537188 w 544167"/>
                <a:gd name="connsiteY132" fmla="*/ 70365 h 81562"/>
                <a:gd name="connsiteX133" fmla="*/ 518229 w 544167"/>
                <a:gd name="connsiteY133" fmla="*/ 80833 h 81562"/>
                <a:gd name="connsiteX134" fmla="*/ 502761 w 544167"/>
                <a:gd name="connsiteY134" fmla="*/ 75521 h 81562"/>
                <a:gd name="connsiteX135" fmla="*/ 495938 w 544167"/>
                <a:gd name="connsiteY135" fmla="*/ 61042 h 81562"/>
                <a:gd name="connsiteX136" fmla="*/ 504167 w 544167"/>
                <a:gd name="connsiteY136" fmla="*/ 61042 h 81562"/>
                <a:gd name="connsiteX137" fmla="*/ 508698 w 544167"/>
                <a:gd name="connsiteY137" fmla="*/ 70417 h 81562"/>
                <a:gd name="connsiteX138" fmla="*/ 518646 w 544167"/>
                <a:gd name="connsiteY138" fmla="*/ 73854 h 81562"/>
                <a:gd name="connsiteX139" fmla="*/ 527657 w 544167"/>
                <a:gd name="connsiteY139" fmla="*/ 70729 h 81562"/>
                <a:gd name="connsiteX140" fmla="*/ 533334 w 544167"/>
                <a:gd name="connsiteY140" fmla="*/ 62604 h 81562"/>
                <a:gd name="connsiteX141" fmla="*/ 536198 w 544167"/>
                <a:gd name="connsiteY141" fmla="*/ 51563 h 81562"/>
                <a:gd name="connsiteX142" fmla="*/ 536980 w 544167"/>
                <a:gd name="connsiteY142" fmla="*/ 39375 h 81562"/>
                <a:gd name="connsiteX143" fmla="*/ 529375 w 544167"/>
                <a:gd name="connsiteY143" fmla="*/ 49375 h 81562"/>
                <a:gd name="connsiteX144" fmla="*/ 517292 w 544167"/>
                <a:gd name="connsiteY144" fmla="*/ 52604 h 81562"/>
                <a:gd name="connsiteX145" fmla="*/ 500782 w 544167"/>
                <a:gd name="connsiteY145" fmla="*/ 45625 h 81562"/>
                <a:gd name="connsiteX146" fmla="*/ 494584 w 544167"/>
                <a:gd name="connsiteY146" fmla="*/ 27084 h 81562"/>
                <a:gd name="connsiteX147" fmla="*/ 496198 w 544167"/>
                <a:gd name="connsiteY147" fmla="*/ 17083 h 81562"/>
                <a:gd name="connsiteX148" fmla="*/ 500938 w 544167"/>
                <a:gd name="connsiteY148" fmla="*/ 8854 h 81562"/>
                <a:gd name="connsiteX149" fmla="*/ 508490 w 544167"/>
                <a:gd name="connsiteY149" fmla="*/ 3386 h 81562"/>
                <a:gd name="connsiteX150" fmla="*/ 518542 w 544167"/>
                <a:gd name="connsiteY150" fmla="*/ 1354 h 81562"/>
                <a:gd name="connsiteX151" fmla="*/ 363021 w 544167"/>
                <a:gd name="connsiteY151" fmla="*/ 1354 h 81562"/>
                <a:gd name="connsiteX152" fmla="*/ 380365 w 544167"/>
                <a:gd name="connsiteY152" fmla="*/ 6771 h 81562"/>
                <a:gd name="connsiteX153" fmla="*/ 387084 w 544167"/>
                <a:gd name="connsiteY153" fmla="*/ 21979 h 81562"/>
                <a:gd name="connsiteX154" fmla="*/ 386094 w 544167"/>
                <a:gd name="connsiteY154" fmla="*/ 27604 h 81562"/>
                <a:gd name="connsiteX155" fmla="*/ 383334 w 544167"/>
                <a:gd name="connsiteY155" fmla="*/ 32917 h 81562"/>
                <a:gd name="connsiteX156" fmla="*/ 378959 w 544167"/>
                <a:gd name="connsiteY156" fmla="*/ 37344 h 81562"/>
                <a:gd name="connsiteX157" fmla="*/ 373438 w 544167"/>
                <a:gd name="connsiteY157" fmla="*/ 40104 h 81562"/>
                <a:gd name="connsiteX158" fmla="*/ 384167 w 544167"/>
                <a:gd name="connsiteY158" fmla="*/ 46927 h 81562"/>
                <a:gd name="connsiteX159" fmla="*/ 388021 w 544167"/>
                <a:gd name="connsiteY159" fmla="*/ 58542 h 81562"/>
                <a:gd name="connsiteX160" fmla="*/ 380990 w 544167"/>
                <a:gd name="connsiteY160" fmla="*/ 75052 h 81562"/>
                <a:gd name="connsiteX161" fmla="*/ 362917 w 544167"/>
                <a:gd name="connsiteY161" fmla="*/ 80833 h 81562"/>
                <a:gd name="connsiteX162" fmla="*/ 344844 w 544167"/>
                <a:gd name="connsiteY162" fmla="*/ 75052 h 81562"/>
                <a:gd name="connsiteX163" fmla="*/ 338021 w 544167"/>
                <a:gd name="connsiteY163" fmla="*/ 58542 h 81562"/>
                <a:gd name="connsiteX164" fmla="*/ 341771 w 544167"/>
                <a:gd name="connsiteY164" fmla="*/ 47448 h 81562"/>
                <a:gd name="connsiteX165" fmla="*/ 352709 w 544167"/>
                <a:gd name="connsiteY165" fmla="*/ 39688 h 81562"/>
                <a:gd name="connsiteX166" fmla="*/ 342552 w 544167"/>
                <a:gd name="connsiteY166" fmla="*/ 33333 h 81562"/>
                <a:gd name="connsiteX167" fmla="*/ 338959 w 544167"/>
                <a:gd name="connsiteY167" fmla="*/ 21979 h 81562"/>
                <a:gd name="connsiteX168" fmla="*/ 345625 w 544167"/>
                <a:gd name="connsiteY168" fmla="*/ 6771 h 81562"/>
                <a:gd name="connsiteX169" fmla="*/ 363021 w 544167"/>
                <a:gd name="connsiteY169" fmla="*/ 1354 h 81562"/>
                <a:gd name="connsiteX170" fmla="*/ 140208 w 544167"/>
                <a:gd name="connsiteY170" fmla="*/ 1354 h 81562"/>
                <a:gd name="connsiteX171" fmla="*/ 156250 w 544167"/>
                <a:gd name="connsiteY171" fmla="*/ 6458 h 81562"/>
                <a:gd name="connsiteX172" fmla="*/ 162708 w 544167"/>
                <a:gd name="connsiteY172" fmla="*/ 21458 h 81562"/>
                <a:gd name="connsiteX173" fmla="*/ 158594 w 544167"/>
                <a:gd name="connsiteY173" fmla="*/ 35313 h 81562"/>
                <a:gd name="connsiteX174" fmla="*/ 148750 w 544167"/>
                <a:gd name="connsiteY174" fmla="*/ 49271 h 81562"/>
                <a:gd name="connsiteX175" fmla="*/ 136875 w 544167"/>
                <a:gd name="connsiteY175" fmla="*/ 61979 h 81562"/>
                <a:gd name="connsiteX176" fmla="*/ 126667 w 544167"/>
                <a:gd name="connsiteY176" fmla="*/ 71979 h 81562"/>
                <a:gd name="connsiteX177" fmla="*/ 164375 w 544167"/>
                <a:gd name="connsiteY177" fmla="*/ 71979 h 81562"/>
                <a:gd name="connsiteX178" fmla="*/ 164375 w 544167"/>
                <a:gd name="connsiteY178" fmla="*/ 79167 h 81562"/>
                <a:gd name="connsiteX179" fmla="*/ 118646 w 544167"/>
                <a:gd name="connsiteY179" fmla="*/ 79167 h 81562"/>
                <a:gd name="connsiteX180" fmla="*/ 117448 w 544167"/>
                <a:gd name="connsiteY180" fmla="*/ 78854 h 81562"/>
                <a:gd name="connsiteX181" fmla="*/ 117188 w 544167"/>
                <a:gd name="connsiteY181" fmla="*/ 77604 h 81562"/>
                <a:gd name="connsiteX182" fmla="*/ 117188 w 544167"/>
                <a:gd name="connsiteY182" fmla="*/ 71354 h 81562"/>
                <a:gd name="connsiteX183" fmla="*/ 121510 w 544167"/>
                <a:gd name="connsiteY183" fmla="*/ 67188 h 81562"/>
                <a:gd name="connsiteX184" fmla="*/ 127084 w 544167"/>
                <a:gd name="connsiteY184" fmla="*/ 61667 h 81562"/>
                <a:gd name="connsiteX185" fmla="*/ 133125 w 544167"/>
                <a:gd name="connsiteY185" fmla="*/ 55209 h 81562"/>
                <a:gd name="connsiteX186" fmla="*/ 139271 w 544167"/>
                <a:gd name="connsiteY186" fmla="*/ 48125 h 81562"/>
                <a:gd name="connsiteX187" fmla="*/ 145000 w 544167"/>
                <a:gd name="connsiteY187" fmla="*/ 40990 h 81562"/>
                <a:gd name="connsiteX188" fmla="*/ 149688 w 544167"/>
                <a:gd name="connsiteY188" fmla="*/ 34062 h 81562"/>
                <a:gd name="connsiteX189" fmla="*/ 152969 w 544167"/>
                <a:gd name="connsiteY189" fmla="*/ 27604 h 81562"/>
                <a:gd name="connsiteX190" fmla="*/ 154167 w 544167"/>
                <a:gd name="connsiteY190" fmla="*/ 22084 h 81562"/>
                <a:gd name="connsiteX191" fmla="*/ 150209 w 544167"/>
                <a:gd name="connsiteY191" fmla="*/ 11927 h 81562"/>
                <a:gd name="connsiteX192" fmla="*/ 140000 w 544167"/>
                <a:gd name="connsiteY192" fmla="*/ 8542 h 81562"/>
                <a:gd name="connsiteX193" fmla="*/ 130156 w 544167"/>
                <a:gd name="connsiteY193" fmla="*/ 12709 h 81562"/>
                <a:gd name="connsiteX194" fmla="*/ 126354 w 544167"/>
                <a:gd name="connsiteY194" fmla="*/ 23542 h 81562"/>
                <a:gd name="connsiteX195" fmla="*/ 117813 w 544167"/>
                <a:gd name="connsiteY195" fmla="*/ 23542 h 81562"/>
                <a:gd name="connsiteX196" fmla="*/ 119479 w 544167"/>
                <a:gd name="connsiteY196" fmla="*/ 14427 h 81562"/>
                <a:gd name="connsiteX197" fmla="*/ 124167 w 544167"/>
                <a:gd name="connsiteY197" fmla="*/ 7396 h 81562"/>
                <a:gd name="connsiteX198" fmla="*/ 131302 w 544167"/>
                <a:gd name="connsiteY198" fmla="*/ 2917 h 81562"/>
                <a:gd name="connsiteX199" fmla="*/ 140208 w 544167"/>
                <a:gd name="connsiteY199" fmla="*/ 1354 h 81562"/>
                <a:gd name="connsiteX200" fmla="*/ 23021 w 544167"/>
                <a:gd name="connsiteY200" fmla="*/ 1354 h 81562"/>
                <a:gd name="connsiteX201" fmla="*/ 39063 w 544167"/>
                <a:gd name="connsiteY201" fmla="*/ 6458 h 81562"/>
                <a:gd name="connsiteX202" fmla="*/ 45521 w 544167"/>
                <a:gd name="connsiteY202" fmla="*/ 21458 h 81562"/>
                <a:gd name="connsiteX203" fmla="*/ 41406 w 544167"/>
                <a:gd name="connsiteY203" fmla="*/ 35313 h 81562"/>
                <a:gd name="connsiteX204" fmla="*/ 31563 w 544167"/>
                <a:gd name="connsiteY204" fmla="*/ 49271 h 81562"/>
                <a:gd name="connsiteX205" fmla="*/ 19688 w 544167"/>
                <a:gd name="connsiteY205" fmla="*/ 61979 h 81562"/>
                <a:gd name="connsiteX206" fmla="*/ 9479 w 544167"/>
                <a:gd name="connsiteY206" fmla="*/ 71979 h 81562"/>
                <a:gd name="connsiteX207" fmla="*/ 47188 w 544167"/>
                <a:gd name="connsiteY207" fmla="*/ 71979 h 81562"/>
                <a:gd name="connsiteX208" fmla="*/ 47188 w 544167"/>
                <a:gd name="connsiteY208" fmla="*/ 79167 h 81562"/>
                <a:gd name="connsiteX209" fmla="*/ 1458 w 544167"/>
                <a:gd name="connsiteY209" fmla="*/ 79167 h 81562"/>
                <a:gd name="connsiteX210" fmla="*/ 260 w 544167"/>
                <a:gd name="connsiteY210" fmla="*/ 78854 h 81562"/>
                <a:gd name="connsiteX211" fmla="*/ 0 w 544167"/>
                <a:gd name="connsiteY211" fmla="*/ 77604 h 81562"/>
                <a:gd name="connsiteX212" fmla="*/ 0 w 544167"/>
                <a:gd name="connsiteY212" fmla="*/ 71354 h 81562"/>
                <a:gd name="connsiteX213" fmla="*/ 4323 w 544167"/>
                <a:gd name="connsiteY213" fmla="*/ 67188 h 81562"/>
                <a:gd name="connsiteX214" fmla="*/ 9896 w 544167"/>
                <a:gd name="connsiteY214" fmla="*/ 61667 h 81562"/>
                <a:gd name="connsiteX215" fmla="*/ 15937 w 544167"/>
                <a:gd name="connsiteY215" fmla="*/ 55209 h 81562"/>
                <a:gd name="connsiteX216" fmla="*/ 22083 w 544167"/>
                <a:gd name="connsiteY216" fmla="*/ 48125 h 81562"/>
                <a:gd name="connsiteX217" fmla="*/ 27813 w 544167"/>
                <a:gd name="connsiteY217" fmla="*/ 40990 h 81562"/>
                <a:gd name="connsiteX218" fmla="*/ 32500 w 544167"/>
                <a:gd name="connsiteY218" fmla="*/ 34062 h 81562"/>
                <a:gd name="connsiteX219" fmla="*/ 35781 w 544167"/>
                <a:gd name="connsiteY219" fmla="*/ 27604 h 81562"/>
                <a:gd name="connsiteX220" fmla="*/ 36979 w 544167"/>
                <a:gd name="connsiteY220" fmla="*/ 22084 h 81562"/>
                <a:gd name="connsiteX221" fmla="*/ 33021 w 544167"/>
                <a:gd name="connsiteY221" fmla="*/ 11927 h 81562"/>
                <a:gd name="connsiteX222" fmla="*/ 22813 w 544167"/>
                <a:gd name="connsiteY222" fmla="*/ 8542 h 81562"/>
                <a:gd name="connsiteX223" fmla="*/ 12969 w 544167"/>
                <a:gd name="connsiteY223" fmla="*/ 12709 h 81562"/>
                <a:gd name="connsiteX224" fmla="*/ 9167 w 544167"/>
                <a:gd name="connsiteY224" fmla="*/ 23542 h 81562"/>
                <a:gd name="connsiteX225" fmla="*/ 625 w 544167"/>
                <a:gd name="connsiteY225" fmla="*/ 23542 h 81562"/>
                <a:gd name="connsiteX226" fmla="*/ 2292 w 544167"/>
                <a:gd name="connsiteY226" fmla="*/ 14427 h 81562"/>
                <a:gd name="connsiteX227" fmla="*/ 6979 w 544167"/>
                <a:gd name="connsiteY227" fmla="*/ 7396 h 81562"/>
                <a:gd name="connsiteX228" fmla="*/ 14115 w 544167"/>
                <a:gd name="connsiteY228" fmla="*/ 2917 h 81562"/>
                <a:gd name="connsiteX229" fmla="*/ 23021 w 544167"/>
                <a:gd name="connsiteY229" fmla="*/ 1354 h 81562"/>
                <a:gd name="connsiteX230" fmla="*/ 297917 w 544167"/>
                <a:gd name="connsiteY230" fmla="*/ 0 h 81562"/>
                <a:gd name="connsiteX231" fmla="*/ 310677 w 544167"/>
                <a:gd name="connsiteY231" fmla="*/ 3646 h 81562"/>
                <a:gd name="connsiteX232" fmla="*/ 318438 w 544167"/>
                <a:gd name="connsiteY232" fmla="*/ 13021 h 81562"/>
                <a:gd name="connsiteX233" fmla="*/ 322292 w 544167"/>
                <a:gd name="connsiteY233" fmla="*/ 26146 h 81562"/>
                <a:gd name="connsiteX234" fmla="*/ 323334 w 544167"/>
                <a:gd name="connsiteY234" fmla="*/ 40729 h 81562"/>
                <a:gd name="connsiteX235" fmla="*/ 322292 w 544167"/>
                <a:gd name="connsiteY235" fmla="*/ 55313 h 81562"/>
                <a:gd name="connsiteX236" fmla="*/ 318438 w 544167"/>
                <a:gd name="connsiteY236" fmla="*/ 68334 h 81562"/>
                <a:gd name="connsiteX237" fmla="*/ 310677 w 544167"/>
                <a:gd name="connsiteY237" fmla="*/ 77604 h 81562"/>
                <a:gd name="connsiteX238" fmla="*/ 297917 w 544167"/>
                <a:gd name="connsiteY238" fmla="*/ 81146 h 81562"/>
                <a:gd name="connsiteX239" fmla="*/ 285365 w 544167"/>
                <a:gd name="connsiteY239" fmla="*/ 77604 h 81562"/>
                <a:gd name="connsiteX240" fmla="*/ 277917 w 544167"/>
                <a:gd name="connsiteY240" fmla="*/ 68334 h 81562"/>
                <a:gd name="connsiteX241" fmla="*/ 274271 w 544167"/>
                <a:gd name="connsiteY241" fmla="*/ 55313 h 81562"/>
                <a:gd name="connsiteX242" fmla="*/ 273334 w 544167"/>
                <a:gd name="connsiteY242" fmla="*/ 40729 h 81562"/>
                <a:gd name="connsiteX243" fmla="*/ 274271 w 544167"/>
                <a:gd name="connsiteY243" fmla="*/ 26146 h 81562"/>
                <a:gd name="connsiteX244" fmla="*/ 277917 w 544167"/>
                <a:gd name="connsiteY244" fmla="*/ 13021 h 81562"/>
                <a:gd name="connsiteX245" fmla="*/ 285365 w 544167"/>
                <a:gd name="connsiteY245" fmla="*/ 3646 h 81562"/>
                <a:gd name="connsiteX246" fmla="*/ 297917 w 544167"/>
                <a:gd name="connsiteY246" fmla="*/ 0 h 81562"/>
                <a:gd name="connsiteX247" fmla="*/ 89583 w 544167"/>
                <a:gd name="connsiteY247" fmla="*/ 0 h 81562"/>
                <a:gd name="connsiteX248" fmla="*/ 102344 w 544167"/>
                <a:gd name="connsiteY248" fmla="*/ 3646 h 81562"/>
                <a:gd name="connsiteX249" fmla="*/ 110104 w 544167"/>
                <a:gd name="connsiteY249" fmla="*/ 13021 h 81562"/>
                <a:gd name="connsiteX250" fmla="*/ 113959 w 544167"/>
                <a:gd name="connsiteY250" fmla="*/ 26146 h 81562"/>
                <a:gd name="connsiteX251" fmla="*/ 115000 w 544167"/>
                <a:gd name="connsiteY251" fmla="*/ 40729 h 81562"/>
                <a:gd name="connsiteX252" fmla="*/ 113959 w 544167"/>
                <a:gd name="connsiteY252" fmla="*/ 55313 h 81562"/>
                <a:gd name="connsiteX253" fmla="*/ 110104 w 544167"/>
                <a:gd name="connsiteY253" fmla="*/ 68334 h 81562"/>
                <a:gd name="connsiteX254" fmla="*/ 102344 w 544167"/>
                <a:gd name="connsiteY254" fmla="*/ 77604 h 81562"/>
                <a:gd name="connsiteX255" fmla="*/ 89583 w 544167"/>
                <a:gd name="connsiteY255" fmla="*/ 81146 h 81562"/>
                <a:gd name="connsiteX256" fmla="*/ 77031 w 544167"/>
                <a:gd name="connsiteY256" fmla="*/ 77604 h 81562"/>
                <a:gd name="connsiteX257" fmla="*/ 69583 w 544167"/>
                <a:gd name="connsiteY257" fmla="*/ 68334 h 81562"/>
                <a:gd name="connsiteX258" fmla="*/ 65938 w 544167"/>
                <a:gd name="connsiteY258" fmla="*/ 55313 h 81562"/>
                <a:gd name="connsiteX259" fmla="*/ 65000 w 544167"/>
                <a:gd name="connsiteY259" fmla="*/ 40729 h 81562"/>
                <a:gd name="connsiteX260" fmla="*/ 65938 w 544167"/>
                <a:gd name="connsiteY260" fmla="*/ 26146 h 81562"/>
                <a:gd name="connsiteX261" fmla="*/ 69583 w 544167"/>
                <a:gd name="connsiteY261" fmla="*/ 13021 h 81562"/>
                <a:gd name="connsiteX262" fmla="*/ 77031 w 544167"/>
                <a:gd name="connsiteY262" fmla="*/ 3646 h 81562"/>
                <a:gd name="connsiteX263" fmla="*/ 89583 w 544167"/>
                <a:gd name="connsiteY263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</a:cxnLst>
              <a:rect l="l" t="t" r="r" b="b"/>
              <a:pathLst>
                <a:path w="5441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021" y="43437"/>
                  </a:moveTo>
                  <a:cubicBezTo>
                    <a:pt x="360938" y="43437"/>
                    <a:pt x="358893" y="43776"/>
                    <a:pt x="356875" y="44427"/>
                  </a:cubicBezTo>
                  <a:cubicBezTo>
                    <a:pt x="354870" y="45091"/>
                    <a:pt x="353099" y="46042"/>
                    <a:pt x="351563" y="47292"/>
                  </a:cubicBezTo>
                  <a:cubicBezTo>
                    <a:pt x="349974" y="48542"/>
                    <a:pt x="348698" y="50130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39" y="66914"/>
                    <a:pt x="350781" y="69688"/>
                  </a:cubicBezTo>
                  <a:cubicBezTo>
                    <a:pt x="353737" y="72474"/>
                    <a:pt x="357813" y="73854"/>
                    <a:pt x="363021" y="73854"/>
                  </a:cubicBezTo>
                  <a:cubicBezTo>
                    <a:pt x="368099" y="73854"/>
                    <a:pt x="372136" y="72474"/>
                    <a:pt x="375157" y="69688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66" y="50130"/>
                    <a:pt x="375977" y="48542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58" y="43776"/>
                    <a:pt x="365039" y="43437"/>
                    <a:pt x="363021" y="43437"/>
                  </a:cubicBezTo>
                  <a:close/>
                  <a:moveTo>
                    <a:pt x="519063" y="8334"/>
                  </a:moveTo>
                  <a:cubicBezTo>
                    <a:pt x="513855" y="8334"/>
                    <a:pt x="509844" y="10182"/>
                    <a:pt x="507032" y="13854"/>
                  </a:cubicBezTo>
                  <a:cubicBezTo>
                    <a:pt x="504219" y="17539"/>
                    <a:pt x="502813" y="22018"/>
                    <a:pt x="502813" y="27292"/>
                  </a:cubicBezTo>
                  <a:cubicBezTo>
                    <a:pt x="502813" y="29870"/>
                    <a:pt x="503151" y="32292"/>
                    <a:pt x="503802" y="34583"/>
                  </a:cubicBezTo>
                  <a:cubicBezTo>
                    <a:pt x="504467" y="36875"/>
                    <a:pt x="505495" y="38854"/>
                    <a:pt x="506875" y="40521"/>
                  </a:cubicBezTo>
                  <a:cubicBezTo>
                    <a:pt x="508204" y="42266"/>
                    <a:pt x="509870" y="43633"/>
                    <a:pt x="511875" y="44636"/>
                  </a:cubicBezTo>
                  <a:cubicBezTo>
                    <a:pt x="513894" y="45651"/>
                    <a:pt x="516250" y="46146"/>
                    <a:pt x="518959" y="46146"/>
                  </a:cubicBezTo>
                  <a:cubicBezTo>
                    <a:pt x="521250" y="46146"/>
                    <a:pt x="523386" y="45664"/>
                    <a:pt x="525365" y="44688"/>
                  </a:cubicBezTo>
                  <a:cubicBezTo>
                    <a:pt x="527344" y="43724"/>
                    <a:pt x="529037" y="42435"/>
                    <a:pt x="530417" y="40834"/>
                  </a:cubicBezTo>
                  <a:cubicBezTo>
                    <a:pt x="531875" y="39167"/>
                    <a:pt x="533008" y="37266"/>
                    <a:pt x="533802" y="35104"/>
                  </a:cubicBezTo>
                  <a:cubicBezTo>
                    <a:pt x="534610" y="32956"/>
                    <a:pt x="535000" y="30664"/>
                    <a:pt x="535000" y="28229"/>
                  </a:cubicBezTo>
                  <a:cubicBezTo>
                    <a:pt x="535000" y="25456"/>
                    <a:pt x="534610" y="22852"/>
                    <a:pt x="533802" y="20417"/>
                  </a:cubicBezTo>
                  <a:cubicBezTo>
                    <a:pt x="533008" y="17995"/>
                    <a:pt x="531915" y="15872"/>
                    <a:pt x="530521" y="14063"/>
                  </a:cubicBezTo>
                  <a:cubicBezTo>
                    <a:pt x="529141" y="12331"/>
                    <a:pt x="527474" y="10937"/>
                    <a:pt x="525521" y="9896"/>
                  </a:cubicBezTo>
                  <a:cubicBezTo>
                    <a:pt x="523581" y="8854"/>
                    <a:pt x="521433" y="8334"/>
                    <a:pt x="519063" y="8334"/>
                  </a:cubicBezTo>
                  <a:close/>
                  <a:moveTo>
                    <a:pt x="363021" y="8334"/>
                  </a:moveTo>
                  <a:cubicBezTo>
                    <a:pt x="358646" y="8334"/>
                    <a:pt x="354935" y="9584"/>
                    <a:pt x="351875" y="12083"/>
                  </a:cubicBezTo>
                  <a:cubicBezTo>
                    <a:pt x="348828" y="14583"/>
                    <a:pt x="347292" y="17917"/>
                    <a:pt x="347292" y="22084"/>
                  </a:cubicBezTo>
                  <a:cubicBezTo>
                    <a:pt x="347292" y="26459"/>
                    <a:pt x="348789" y="29844"/>
                    <a:pt x="351771" y="32240"/>
                  </a:cubicBezTo>
                  <a:cubicBezTo>
                    <a:pt x="354766" y="34635"/>
                    <a:pt x="358516" y="35834"/>
                    <a:pt x="363021" y="35834"/>
                  </a:cubicBezTo>
                  <a:cubicBezTo>
                    <a:pt x="367396" y="35834"/>
                    <a:pt x="371120" y="34635"/>
                    <a:pt x="374167" y="32240"/>
                  </a:cubicBezTo>
                  <a:cubicBezTo>
                    <a:pt x="377227" y="29844"/>
                    <a:pt x="378750" y="26459"/>
                    <a:pt x="378750" y="22084"/>
                  </a:cubicBezTo>
                  <a:cubicBezTo>
                    <a:pt x="378750" y="17917"/>
                    <a:pt x="377227" y="14583"/>
                    <a:pt x="374167" y="12083"/>
                  </a:cubicBezTo>
                  <a:cubicBezTo>
                    <a:pt x="371120" y="9584"/>
                    <a:pt x="367396" y="8334"/>
                    <a:pt x="363021" y="8334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411"/>
                    <a:pt x="289115" y="10833"/>
                  </a:cubicBezTo>
                  <a:cubicBezTo>
                    <a:pt x="287005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110" y="34427"/>
                    <a:pt x="281979" y="37813"/>
                    <a:pt x="281979" y="40729"/>
                  </a:cubicBezTo>
                  <a:cubicBezTo>
                    <a:pt x="281979" y="43646"/>
                    <a:pt x="282110" y="47005"/>
                    <a:pt x="282344" y="50781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7005" y="67956"/>
                    <a:pt x="289115" y="70312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62" y="72682"/>
                    <a:pt x="306875" y="70312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28" y="54570"/>
                    <a:pt x="314167" y="50781"/>
                  </a:cubicBezTo>
                  <a:cubicBezTo>
                    <a:pt x="314519" y="47005"/>
                    <a:pt x="314688" y="43646"/>
                    <a:pt x="314688" y="40729"/>
                  </a:cubicBezTo>
                  <a:cubicBezTo>
                    <a:pt x="314688" y="37813"/>
                    <a:pt x="314519" y="34427"/>
                    <a:pt x="314167" y="30573"/>
                  </a:cubicBezTo>
                  <a:cubicBezTo>
                    <a:pt x="313828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62" y="8411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411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3"/>
                    <a:pt x="73646" y="40729"/>
                  </a:cubicBezTo>
                  <a:cubicBezTo>
                    <a:pt x="73646" y="43646"/>
                    <a:pt x="73776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4" y="65078"/>
                    <a:pt x="78672" y="67956"/>
                    <a:pt x="80781" y="70312"/>
                  </a:cubicBezTo>
                  <a:cubicBezTo>
                    <a:pt x="82904" y="72682"/>
                    <a:pt x="85834" y="73854"/>
                    <a:pt x="89583" y="73854"/>
                  </a:cubicBezTo>
                  <a:cubicBezTo>
                    <a:pt x="93333" y="73854"/>
                    <a:pt x="96328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95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411"/>
                    <a:pt x="93333" y="7188"/>
                    <a:pt x="89583" y="7188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68"/>
                    <a:pt x="460625" y="3542"/>
                  </a:cubicBezTo>
                  <a:cubicBezTo>
                    <a:pt x="460912" y="3828"/>
                    <a:pt x="461042" y="4349"/>
                    <a:pt x="461042" y="5104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102"/>
                    <a:pt x="448594" y="16029"/>
                    <a:pt x="445782" y="17865"/>
                  </a:cubicBezTo>
                  <a:cubicBezTo>
                    <a:pt x="442969" y="19714"/>
                    <a:pt x="439896" y="21458"/>
                    <a:pt x="436563" y="23125"/>
                  </a:cubicBezTo>
                  <a:lnTo>
                    <a:pt x="436563" y="15208"/>
                  </a:lnTo>
                  <a:cubicBezTo>
                    <a:pt x="439558" y="13893"/>
                    <a:pt x="442435" y="12188"/>
                    <a:pt x="445209" y="10104"/>
                  </a:cubicBezTo>
                  <a:cubicBezTo>
                    <a:pt x="447995" y="8021"/>
                    <a:pt x="450625" y="5703"/>
                    <a:pt x="453125" y="3125"/>
                  </a:cubicBezTo>
                  <a:close/>
                  <a:moveTo>
                    <a:pt x="187917" y="3125"/>
                  </a:moveTo>
                  <a:lnTo>
                    <a:pt x="227604" y="3125"/>
                  </a:lnTo>
                  <a:lnTo>
                    <a:pt x="227604" y="10208"/>
                  </a:lnTo>
                  <a:lnTo>
                    <a:pt x="194271" y="10208"/>
                  </a:lnTo>
                  <a:lnTo>
                    <a:pt x="192813" y="35834"/>
                  </a:lnTo>
                  <a:cubicBezTo>
                    <a:pt x="194414" y="33685"/>
                    <a:pt x="196693" y="32005"/>
                    <a:pt x="199636" y="30781"/>
                  </a:cubicBezTo>
                  <a:cubicBezTo>
                    <a:pt x="202591" y="29570"/>
                    <a:pt x="205938" y="28958"/>
                    <a:pt x="209688" y="28958"/>
                  </a:cubicBezTo>
                  <a:cubicBezTo>
                    <a:pt x="212682" y="28958"/>
                    <a:pt x="215495" y="29506"/>
                    <a:pt x="218125" y="30573"/>
                  </a:cubicBezTo>
                  <a:cubicBezTo>
                    <a:pt x="220768" y="31654"/>
                    <a:pt x="223099" y="33268"/>
                    <a:pt x="225104" y="35417"/>
                  </a:cubicBezTo>
                  <a:cubicBezTo>
                    <a:pt x="227057" y="37578"/>
                    <a:pt x="228620" y="40261"/>
                    <a:pt x="229792" y="43490"/>
                  </a:cubicBezTo>
                  <a:cubicBezTo>
                    <a:pt x="230977" y="46719"/>
                    <a:pt x="231563" y="50521"/>
                    <a:pt x="231563" y="54896"/>
                  </a:cubicBezTo>
                  <a:cubicBezTo>
                    <a:pt x="231563" y="58724"/>
                    <a:pt x="230990" y="62227"/>
                    <a:pt x="229844" y="65417"/>
                  </a:cubicBezTo>
                  <a:cubicBezTo>
                    <a:pt x="228698" y="68620"/>
                    <a:pt x="227083" y="71354"/>
                    <a:pt x="225000" y="73646"/>
                  </a:cubicBezTo>
                  <a:cubicBezTo>
                    <a:pt x="222852" y="75938"/>
                    <a:pt x="220300" y="77734"/>
                    <a:pt x="217344" y="79010"/>
                  </a:cubicBezTo>
                  <a:cubicBezTo>
                    <a:pt x="214401" y="80300"/>
                    <a:pt x="211120" y="80938"/>
                    <a:pt x="207500" y="80938"/>
                  </a:cubicBezTo>
                  <a:cubicBezTo>
                    <a:pt x="200912" y="80938"/>
                    <a:pt x="195352" y="79206"/>
                    <a:pt x="190834" y="75729"/>
                  </a:cubicBezTo>
                  <a:cubicBezTo>
                    <a:pt x="186328" y="72266"/>
                    <a:pt x="183893" y="67227"/>
                    <a:pt x="183542" y="60625"/>
                  </a:cubicBezTo>
                  <a:lnTo>
                    <a:pt x="191771" y="60625"/>
                  </a:lnTo>
                  <a:cubicBezTo>
                    <a:pt x="192396" y="64870"/>
                    <a:pt x="194167" y="68151"/>
                    <a:pt x="197083" y="70469"/>
                  </a:cubicBezTo>
                  <a:cubicBezTo>
                    <a:pt x="200000" y="72800"/>
                    <a:pt x="203581" y="73958"/>
                    <a:pt x="207813" y="73958"/>
                  </a:cubicBezTo>
                  <a:cubicBezTo>
                    <a:pt x="212188" y="73958"/>
                    <a:pt x="215860" y="72266"/>
                    <a:pt x="218802" y="68854"/>
                  </a:cubicBezTo>
                  <a:cubicBezTo>
                    <a:pt x="221758" y="65456"/>
                    <a:pt x="223229" y="60833"/>
                    <a:pt x="223229" y="55000"/>
                  </a:cubicBezTo>
                  <a:cubicBezTo>
                    <a:pt x="223229" y="48620"/>
                    <a:pt x="221771" y="43828"/>
                    <a:pt x="218854" y="40625"/>
                  </a:cubicBezTo>
                  <a:cubicBezTo>
                    <a:pt x="215938" y="37435"/>
                    <a:pt x="212292" y="35834"/>
                    <a:pt x="207917" y="35834"/>
                  </a:cubicBezTo>
                  <a:cubicBezTo>
                    <a:pt x="204453" y="35834"/>
                    <a:pt x="201393" y="36719"/>
                    <a:pt x="198750" y="38490"/>
                  </a:cubicBezTo>
                  <a:cubicBezTo>
                    <a:pt x="196120" y="40261"/>
                    <a:pt x="194375" y="42683"/>
                    <a:pt x="193542" y="45729"/>
                  </a:cubicBezTo>
                  <a:cubicBezTo>
                    <a:pt x="193412" y="46081"/>
                    <a:pt x="193308" y="46354"/>
                    <a:pt x="193229" y="46563"/>
                  </a:cubicBezTo>
                  <a:cubicBezTo>
                    <a:pt x="193164" y="46771"/>
                    <a:pt x="193060" y="46953"/>
                    <a:pt x="192917" y="47083"/>
                  </a:cubicBezTo>
                  <a:cubicBezTo>
                    <a:pt x="192787" y="47227"/>
                    <a:pt x="192591" y="47331"/>
                    <a:pt x="192344" y="47396"/>
                  </a:cubicBezTo>
                  <a:cubicBezTo>
                    <a:pt x="192110" y="47474"/>
                    <a:pt x="191810" y="47500"/>
                    <a:pt x="191459" y="47500"/>
                  </a:cubicBezTo>
                  <a:lnTo>
                    <a:pt x="186459" y="47500"/>
                  </a:lnTo>
                  <a:cubicBezTo>
                    <a:pt x="185833" y="47500"/>
                    <a:pt x="185456" y="47422"/>
                    <a:pt x="185313" y="47240"/>
                  </a:cubicBezTo>
                  <a:cubicBezTo>
                    <a:pt x="185182" y="47071"/>
                    <a:pt x="185104" y="46641"/>
                    <a:pt x="185104" y="45938"/>
                  </a:cubicBezTo>
                  <a:lnTo>
                    <a:pt x="186250" y="5104"/>
                  </a:lnTo>
                  <a:cubicBezTo>
                    <a:pt x="186250" y="4349"/>
                    <a:pt x="186380" y="3828"/>
                    <a:pt x="186615" y="3542"/>
                  </a:cubicBezTo>
                  <a:cubicBezTo>
                    <a:pt x="186862" y="3268"/>
                    <a:pt x="187292" y="3125"/>
                    <a:pt x="187917" y="3125"/>
                  </a:cubicBezTo>
                  <a:close/>
                  <a:moveTo>
                    <a:pt x="518542" y="1354"/>
                  </a:moveTo>
                  <a:cubicBezTo>
                    <a:pt x="521875" y="1354"/>
                    <a:pt x="525078" y="1875"/>
                    <a:pt x="528125" y="2917"/>
                  </a:cubicBezTo>
                  <a:cubicBezTo>
                    <a:pt x="531185" y="3959"/>
                    <a:pt x="533933" y="5873"/>
                    <a:pt x="536354" y="8646"/>
                  </a:cubicBezTo>
                  <a:cubicBezTo>
                    <a:pt x="538724" y="11433"/>
                    <a:pt x="540612" y="15260"/>
                    <a:pt x="542032" y="20156"/>
                  </a:cubicBezTo>
                  <a:cubicBezTo>
                    <a:pt x="543464" y="25052"/>
                    <a:pt x="544167" y="31328"/>
                    <a:pt x="544167" y="38958"/>
                  </a:cubicBezTo>
                  <a:cubicBezTo>
                    <a:pt x="544167" y="52917"/>
                    <a:pt x="541849" y="63386"/>
                    <a:pt x="537188" y="70365"/>
                  </a:cubicBezTo>
                  <a:cubicBezTo>
                    <a:pt x="532539" y="77344"/>
                    <a:pt x="526224" y="80833"/>
                    <a:pt x="518229" y="80833"/>
                  </a:cubicBezTo>
                  <a:cubicBezTo>
                    <a:pt x="511849" y="80833"/>
                    <a:pt x="506693" y="79063"/>
                    <a:pt x="502761" y="75521"/>
                  </a:cubicBezTo>
                  <a:cubicBezTo>
                    <a:pt x="498841" y="71979"/>
                    <a:pt x="496563" y="67162"/>
                    <a:pt x="495938" y="61042"/>
                  </a:cubicBezTo>
                  <a:lnTo>
                    <a:pt x="504167" y="61042"/>
                  </a:lnTo>
                  <a:cubicBezTo>
                    <a:pt x="504310" y="65000"/>
                    <a:pt x="505821" y="68125"/>
                    <a:pt x="508698" y="70417"/>
                  </a:cubicBezTo>
                  <a:cubicBezTo>
                    <a:pt x="511589" y="72709"/>
                    <a:pt x="514896" y="73854"/>
                    <a:pt x="518646" y="73854"/>
                  </a:cubicBezTo>
                  <a:cubicBezTo>
                    <a:pt x="522266" y="73854"/>
                    <a:pt x="525261" y="72813"/>
                    <a:pt x="527657" y="70729"/>
                  </a:cubicBezTo>
                  <a:cubicBezTo>
                    <a:pt x="530052" y="68646"/>
                    <a:pt x="531953" y="65937"/>
                    <a:pt x="533334" y="62604"/>
                  </a:cubicBezTo>
                  <a:cubicBezTo>
                    <a:pt x="534727" y="59349"/>
                    <a:pt x="535677" y="55664"/>
                    <a:pt x="536198" y="51563"/>
                  </a:cubicBezTo>
                  <a:cubicBezTo>
                    <a:pt x="536719" y="47474"/>
                    <a:pt x="536980" y="43412"/>
                    <a:pt x="536980" y="39375"/>
                  </a:cubicBezTo>
                  <a:cubicBezTo>
                    <a:pt x="535391" y="43893"/>
                    <a:pt x="532852" y="47227"/>
                    <a:pt x="529375" y="49375"/>
                  </a:cubicBezTo>
                  <a:cubicBezTo>
                    <a:pt x="525912" y="51537"/>
                    <a:pt x="521875" y="52604"/>
                    <a:pt x="517292" y="52604"/>
                  </a:cubicBezTo>
                  <a:cubicBezTo>
                    <a:pt x="510417" y="52604"/>
                    <a:pt x="504922" y="50286"/>
                    <a:pt x="500782" y="45625"/>
                  </a:cubicBezTo>
                  <a:cubicBezTo>
                    <a:pt x="496654" y="40977"/>
                    <a:pt x="494584" y="34792"/>
                    <a:pt x="494584" y="27084"/>
                  </a:cubicBezTo>
                  <a:cubicBezTo>
                    <a:pt x="494584" y="23542"/>
                    <a:pt x="495130" y="20208"/>
                    <a:pt x="496198" y="17083"/>
                  </a:cubicBezTo>
                  <a:cubicBezTo>
                    <a:pt x="497279" y="13959"/>
                    <a:pt x="498855" y="11224"/>
                    <a:pt x="500938" y="8854"/>
                  </a:cubicBezTo>
                  <a:cubicBezTo>
                    <a:pt x="503021" y="6562"/>
                    <a:pt x="505547" y="4740"/>
                    <a:pt x="508490" y="3386"/>
                  </a:cubicBezTo>
                  <a:cubicBezTo>
                    <a:pt x="511446" y="2031"/>
                    <a:pt x="514792" y="1354"/>
                    <a:pt x="518542" y="1354"/>
                  </a:cubicBezTo>
                  <a:close/>
                  <a:moveTo>
                    <a:pt x="363021" y="1354"/>
                  </a:moveTo>
                  <a:cubicBezTo>
                    <a:pt x="370105" y="1354"/>
                    <a:pt x="375886" y="3164"/>
                    <a:pt x="380365" y="6771"/>
                  </a:cubicBezTo>
                  <a:cubicBezTo>
                    <a:pt x="384844" y="10391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4"/>
                  </a:cubicBezTo>
                  <a:cubicBezTo>
                    <a:pt x="385443" y="29479"/>
                    <a:pt x="384519" y="31250"/>
                    <a:pt x="383334" y="32917"/>
                  </a:cubicBezTo>
                  <a:cubicBezTo>
                    <a:pt x="382084" y="34583"/>
                    <a:pt x="380625" y="36068"/>
                    <a:pt x="378959" y="37344"/>
                  </a:cubicBezTo>
                  <a:cubicBezTo>
                    <a:pt x="377292" y="38633"/>
                    <a:pt x="375456" y="39557"/>
                    <a:pt x="373438" y="40104"/>
                  </a:cubicBezTo>
                  <a:cubicBezTo>
                    <a:pt x="378021" y="41354"/>
                    <a:pt x="381602" y="43633"/>
                    <a:pt x="384167" y="46927"/>
                  </a:cubicBezTo>
                  <a:cubicBezTo>
                    <a:pt x="386745" y="50234"/>
                    <a:pt x="388021" y="54102"/>
                    <a:pt x="388021" y="58542"/>
                  </a:cubicBezTo>
                  <a:cubicBezTo>
                    <a:pt x="387956" y="65703"/>
                    <a:pt x="385612" y="71198"/>
                    <a:pt x="380990" y="75052"/>
                  </a:cubicBezTo>
                  <a:cubicBezTo>
                    <a:pt x="376380" y="78906"/>
                    <a:pt x="370352" y="80833"/>
                    <a:pt x="362917" y="80833"/>
                  </a:cubicBezTo>
                  <a:cubicBezTo>
                    <a:pt x="355417" y="80833"/>
                    <a:pt x="349401" y="78906"/>
                    <a:pt x="344844" y="75052"/>
                  </a:cubicBezTo>
                  <a:cubicBezTo>
                    <a:pt x="340300" y="71198"/>
                    <a:pt x="338021" y="65703"/>
                    <a:pt x="338021" y="58542"/>
                  </a:cubicBezTo>
                  <a:cubicBezTo>
                    <a:pt x="338021" y="54661"/>
                    <a:pt x="339271" y="50964"/>
                    <a:pt x="341771" y="47448"/>
                  </a:cubicBezTo>
                  <a:cubicBezTo>
                    <a:pt x="344271" y="43945"/>
                    <a:pt x="347917" y="41354"/>
                    <a:pt x="352709" y="39688"/>
                  </a:cubicBezTo>
                  <a:cubicBezTo>
                    <a:pt x="348334" y="38854"/>
                    <a:pt x="344948" y="36745"/>
                    <a:pt x="342552" y="33333"/>
                  </a:cubicBezTo>
                  <a:cubicBezTo>
                    <a:pt x="340157" y="29935"/>
                    <a:pt x="338959" y="26146"/>
                    <a:pt x="338959" y="21979"/>
                  </a:cubicBezTo>
                  <a:cubicBezTo>
                    <a:pt x="338959" y="15456"/>
                    <a:pt x="341185" y="10391"/>
                    <a:pt x="345625" y="6771"/>
                  </a:cubicBezTo>
                  <a:cubicBezTo>
                    <a:pt x="350078" y="3164"/>
                    <a:pt x="355873" y="1354"/>
                    <a:pt x="363021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2"/>
                    <a:pt x="161341" y="30521"/>
                    <a:pt x="158594" y="35313"/>
                  </a:cubicBezTo>
                  <a:cubicBezTo>
                    <a:pt x="155859" y="40104"/>
                    <a:pt x="152578" y="44766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18" y="68854"/>
                    <a:pt x="121510" y="67188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61"/>
                    <a:pt x="131042" y="57500"/>
                    <a:pt x="133125" y="55209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76" y="25599"/>
                    <a:pt x="154167" y="23750"/>
                    <a:pt x="154167" y="22084"/>
                  </a:cubicBezTo>
                  <a:cubicBezTo>
                    <a:pt x="154167" y="17578"/>
                    <a:pt x="152852" y="14193"/>
                    <a:pt x="150209" y="11927"/>
                  </a:cubicBezTo>
                  <a:cubicBezTo>
                    <a:pt x="147578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30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93"/>
                    <a:pt x="122162" y="9349"/>
                    <a:pt x="124167" y="7396"/>
                  </a:cubicBezTo>
                  <a:cubicBezTo>
                    <a:pt x="126185" y="5456"/>
                    <a:pt x="128568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2"/>
                    <a:pt x="44154" y="30521"/>
                    <a:pt x="41406" y="35313"/>
                  </a:cubicBezTo>
                  <a:cubicBezTo>
                    <a:pt x="38672" y="40104"/>
                    <a:pt x="35391" y="44766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30" y="68854"/>
                    <a:pt x="4323" y="67188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61"/>
                    <a:pt x="13854" y="57500"/>
                    <a:pt x="15937" y="55209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89" y="25599"/>
                    <a:pt x="36979" y="23750"/>
                    <a:pt x="36979" y="22084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91" y="9675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43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93"/>
                    <a:pt x="4974" y="9349"/>
                    <a:pt x="6979" y="7396"/>
                  </a:cubicBezTo>
                  <a:cubicBezTo>
                    <a:pt x="8998" y="5456"/>
                    <a:pt x="11380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85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95" y="31016"/>
                    <a:pt x="323334" y="35872"/>
                    <a:pt x="323334" y="40729"/>
                  </a:cubicBezTo>
                  <a:cubicBezTo>
                    <a:pt x="323334" y="45664"/>
                    <a:pt x="322995" y="50521"/>
                    <a:pt x="322292" y="55313"/>
                  </a:cubicBezTo>
                  <a:cubicBezTo>
                    <a:pt x="321602" y="60104"/>
                    <a:pt x="320313" y="64453"/>
                    <a:pt x="318438" y="68334"/>
                  </a:cubicBezTo>
                  <a:cubicBezTo>
                    <a:pt x="316563" y="72162"/>
                    <a:pt x="313985" y="75248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87" y="81146"/>
                    <a:pt x="288594" y="79974"/>
                    <a:pt x="285365" y="77604"/>
                  </a:cubicBezTo>
                  <a:cubicBezTo>
                    <a:pt x="282136" y="75248"/>
                    <a:pt x="279662" y="72162"/>
                    <a:pt x="277917" y="68334"/>
                  </a:cubicBezTo>
                  <a:cubicBezTo>
                    <a:pt x="276120" y="64453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6"/>
                    <a:pt x="274271" y="26146"/>
                  </a:cubicBezTo>
                  <a:cubicBezTo>
                    <a:pt x="274896" y="21289"/>
                    <a:pt x="276120" y="16914"/>
                    <a:pt x="277917" y="13021"/>
                  </a:cubicBezTo>
                  <a:cubicBezTo>
                    <a:pt x="279662" y="9206"/>
                    <a:pt x="282136" y="6081"/>
                    <a:pt x="285365" y="3646"/>
                  </a:cubicBezTo>
                  <a:cubicBezTo>
                    <a:pt x="288594" y="1224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24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16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3"/>
                  </a:cubicBezTo>
                  <a:cubicBezTo>
                    <a:pt x="113268" y="60104"/>
                    <a:pt x="111979" y="64453"/>
                    <a:pt x="110104" y="68334"/>
                  </a:cubicBezTo>
                  <a:cubicBezTo>
                    <a:pt x="108229" y="72162"/>
                    <a:pt x="105651" y="75248"/>
                    <a:pt x="102344" y="77604"/>
                  </a:cubicBezTo>
                  <a:cubicBezTo>
                    <a:pt x="99050" y="79974"/>
                    <a:pt x="94792" y="81146"/>
                    <a:pt x="89583" y="81146"/>
                  </a:cubicBezTo>
                  <a:cubicBezTo>
                    <a:pt x="84453" y="81146"/>
                    <a:pt x="80260" y="79974"/>
                    <a:pt x="77031" y="77604"/>
                  </a:cubicBezTo>
                  <a:cubicBezTo>
                    <a:pt x="73802" y="75248"/>
                    <a:pt x="71328" y="72162"/>
                    <a:pt x="69583" y="68334"/>
                  </a:cubicBezTo>
                  <a:cubicBezTo>
                    <a:pt x="67787" y="64453"/>
                    <a:pt x="66563" y="60104"/>
                    <a:pt x="65938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6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24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2CEA9609-38DD-46F3-B80D-DF4065C6C12F}"/>
                </a:ext>
              </a:extLst>
            </p:cNvPr>
            <p:cNvSpPr txBox="1"/>
            <p:nvPr/>
          </p:nvSpPr>
          <p:spPr>
            <a:xfrm>
              <a:off x="2970659" y="3810931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2025.08.19</a:t>
              </a:r>
            </a:p>
          </p:txBody>
        </p:sp>
        <p:grpSp>
          <p:nvGrpSpPr>
            <p:cNvPr id="435" name="그래픽 5">
              <a:extLst>
                <a:ext uri="{FF2B5EF4-FFF2-40B4-BE49-F238E27FC236}">
                  <a16:creationId xmlns:a16="http://schemas.microsoft.com/office/drawing/2014/main" id="{CB3480C9-8705-41A1-94F3-F1E0521D82EB}"/>
                </a:ext>
              </a:extLst>
            </p:cNvPr>
            <p:cNvGrpSpPr/>
            <p:nvPr/>
          </p:nvGrpSpPr>
          <p:grpSpPr>
            <a:xfrm>
              <a:off x="3965146" y="3786638"/>
              <a:ext cx="609166" cy="94505"/>
              <a:chOff x="3965146" y="3786638"/>
              <a:chExt cx="609166" cy="94505"/>
            </a:xfrm>
          </p:grpSpPr>
          <p:sp>
            <p:nvSpPr>
              <p:cNvPr id="436" name="자유형: 도형 435">
                <a:extLst>
                  <a:ext uri="{FF2B5EF4-FFF2-40B4-BE49-F238E27FC236}">
                    <a16:creationId xmlns:a16="http://schemas.microsoft.com/office/drawing/2014/main" id="{62CACACD-3257-480E-913A-FE5B7C377CE9}"/>
                  </a:ext>
                </a:extLst>
              </p:cNvPr>
              <p:cNvSpPr/>
              <p:nvPr/>
            </p:nvSpPr>
            <p:spPr>
              <a:xfrm>
                <a:off x="3965146" y="3786638"/>
                <a:ext cx="609166" cy="93125"/>
              </a:xfrm>
              <a:custGeom>
                <a:avLst/>
                <a:gdLst>
                  <a:gd name="connsiteX0" fmla="*/ 408125 w 609166"/>
                  <a:gd name="connsiteY0" fmla="*/ 69479 h 93125"/>
                  <a:gd name="connsiteX1" fmla="*/ 418854 w 609166"/>
                  <a:gd name="connsiteY1" fmla="*/ 69479 h 93125"/>
                  <a:gd name="connsiteX2" fmla="*/ 419740 w 609166"/>
                  <a:gd name="connsiteY2" fmla="*/ 69792 h 93125"/>
                  <a:gd name="connsiteX3" fmla="*/ 420000 w 609166"/>
                  <a:gd name="connsiteY3" fmla="*/ 70729 h 93125"/>
                  <a:gd name="connsiteX4" fmla="*/ 420000 w 609166"/>
                  <a:gd name="connsiteY4" fmla="*/ 77396 h 93125"/>
                  <a:gd name="connsiteX5" fmla="*/ 416875 w 609166"/>
                  <a:gd name="connsiteY5" fmla="*/ 88646 h 93125"/>
                  <a:gd name="connsiteX6" fmla="*/ 409271 w 609166"/>
                  <a:gd name="connsiteY6" fmla="*/ 93125 h 93125"/>
                  <a:gd name="connsiteX7" fmla="*/ 409271 w 609166"/>
                  <a:gd name="connsiteY7" fmla="*/ 89479 h 93125"/>
                  <a:gd name="connsiteX8" fmla="*/ 412761 w 609166"/>
                  <a:gd name="connsiteY8" fmla="*/ 85990 h 93125"/>
                  <a:gd name="connsiteX9" fmla="*/ 413542 w 609166"/>
                  <a:gd name="connsiteY9" fmla="*/ 80208 h 93125"/>
                  <a:gd name="connsiteX10" fmla="*/ 408125 w 609166"/>
                  <a:gd name="connsiteY10" fmla="*/ 80208 h 93125"/>
                  <a:gd name="connsiteX11" fmla="*/ 186771 w 609166"/>
                  <a:gd name="connsiteY11" fmla="*/ 69479 h 93125"/>
                  <a:gd name="connsiteX12" fmla="*/ 197500 w 609166"/>
                  <a:gd name="connsiteY12" fmla="*/ 69479 h 93125"/>
                  <a:gd name="connsiteX13" fmla="*/ 198385 w 609166"/>
                  <a:gd name="connsiteY13" fmla="*/ 69792 h 93125"/>
                  <a:gd name="connsiteX14" fmla="*/ 198646 w 609166"/>
                  <a:gd name="connsiteY14" fmla="*/ 70729 h 93125"/>
                  <a:gd name="connsiteX15" fmla="*/ 198646 w 609166"/>
                  <a:gd name="connsiteY15" fmla="*/ 77396 h 93125"/>
                  <a:gd name="connsiteX16" fmla="*/ 195521 w 609166"/>
                  <a:gd name="connsiteY16" fmla="*/ 88646 h 93125"/>
                  <a:gd name="connsiteX17" fmla="*/ 187917 w 609166"/>
                  <a:gd name="connsiteY17" fmla="*/ 93125 h 93125"/>
                  <a:gd name="connsiteX18" fmla="*/ 187917 w 609166"/>
                  <a:gd name="connsiteY18" fmla="*/ 89479 h 93125"/>
                  <a:gd name="connsiteX19" fmla="*/ 191407 w 609166"/>
                  <a:gd name="connsiteY19" fmla="*/ 85990 h 93125"/>
                  <a:gd name="connsiteX20" fmla="*/ 192188 w 609166"/>
                  <a:gd name="connsiteY20" fmla="*/ 80208 h 93125"/>
                  <a:gd name="connsiteX21" fmla="*/ 186771 w 609166"/>
                  <a:gd name="connsiteY21" fmla="*/ 80208 h 93125"/>
                  <a:gd name="connsiteX22" fmla="*/ 297917 w 609166"/>
                  <a:gd name="connsiteY22" fmla="*/ 42083 h 93125"/>
                  <a:gd name="connsiteX23" fmla="*/ 291771 w 609166"/>
                  <a:gd name="connsiteY23" fmla="*/ 43073 h 93125"/>
                  <a:gd name="connsiteX24" fmla="*/ 286458 w 609166"/>
                  <a:gd name="connsiteY24" fmla="*/ 45938 h 93125"/>
                  <a:gd name="connsiteX25" fmla="*/ 282657 w 609166"/>
                  <a:gd name="connsiteY25" fmla="*/ 50677 h 93125"/>
                  <a:gd name="connsiteX26" fmla="*/ 281250 w 609166"/>
                  <a:gd name="connsiteY26" fmla="*/ 57292 h 93125"/>
                  <a:gd name="connsiteX27" fmla="*/ 285677 w 609166"/>
                  <a:gd name="connsiteY27" fmla="*/ 68334 h 93125"/>
                  <a:gd name="connsiteX28" fmla="*/ 297917 w 609166"/>
                  <a:gd name="connsiteY28" fmla="*/ 72500 h 93125"/>
                  <a:gd name="connsiteX29" fmla="*/ 310052 w 609166"/>
                  <a:gd name="connsiteY29" fmla="*/ 68334 h 93125"/>
                  <a:gd name="connsiteX30" fmla="*/ 314584 w 609166"/>
                  <a:gd name="connsiteY30" fmla="*/ 57292 h 93125"/>
                  <a:gd name="connsiteX31" fmla="*/ 313125 w 609166"/>
                  <a:gd name="connsiteY31" fmla="*/ 50677 h 93125"/>
                  <a:gd name="connsiteX32" fmla="*/ 309271 w 609166"/>
                  <a:gd name="connsiteY32" fmla="*/ 45938 h 93125"/>
                  <a:gd name="connsiteX33" fmla="*/ 303958 w 609166"/>
                  <a:gd name="connsiteY33" fmla="*/ 43073 h 93125"/>
                  <a:gd name="connsiteX34" fmla="*/ 297917 w 609166"/>
                  <a:gd name="connsiteY34" fmla="*/ 42083 h 93125"/>
                  <a:gd name="connsiteX35" fmla="*/ 519063 w 609166"/>
                  <a:gd name="connsiteY35" fmla="*/ 6979 h 93125"/>
                  <a:gd name="connsiteX36" fmla="*/ 507032 w 609166"/>
                  <a:gd name="connsiteY36" fmla="*/ 12500 h 93125"/>
                  <a:gd name="connsiteX37" fmla="*/ 502813 w 609166"/>
                  <a:gd name="connsiteY37" fmla="*/ 25938 h 93125"/>
                  <a:gd name="connsiteX38" fmla="*/ 503803 w 609166"/>
                  <a:gd name="connsiteY38" fmla="*/ 33229 h 93125"/>
                  <a:gd name="connsiteX39" fmla="*/ 506875 w 609166"/>
                  <a:gd name="connsiteY39" fmla="*/ 39167 h 93125"/>
                  <a:gd name="connsiteX40" fmla="*/ 511875 w 609166"/>
                  <a:gd name="connsiteY40" fmla="*/ 43281 h 93125"/>
                  <a:gd name="connsiteX41" fmla="*/ 518958 w 609166"/>
                  <a:gd name="connsiteY41" fmla="*/ 44792 h 93125"/>
                  <a:gd name="connsiteX42" fmla="*/ 525365 w 609166"/>
                  <a:gd name="connsiteY42" fmla="*/ 43333 h 93125"/>
                  <a:gd name="connsiteX43" fmla="*/ 530417 w 609166"/>
                  <a:gd name="connsiteY43" fmla="*/ 39479 h 93125"/>
                  <a:gd name="connsiteX44" fmla="*/ 533802 w 609166"/>
                  <a:gd name="connsiteY44" fmla="*/ 33750 h 93125"/>
                  <a:gd name="connsiteX45" fmla="*/ 535000 w 609166"/>
                  <a:gd name="connsiteY45" fmla="*/ 26875 h 93125"/>
                  <a:gd name="connsiteX46" fmla="*/ 533802 w 609166"/>
                  <a:gd name="connsiteY46" fmla="*/ 19062 h 93125"/>
                  <a:gd name="connsiteX47" fmla="*/ 530521 w 609166"/>
                  <a:gd name="connsiteY47" fmla="*/ 12709 h 93125"/>
                  <a:gd name="connsiteX48" fmla="*/ 525521 w 609166"/>
                  <a:gd name="connsiteY48" fmla="*/ 8542 h 93125"/>
                  <a:gd name="connsiteX49" fmla="*/ 519063 w 609166"/>
                  <a:gd name="connsiteY49" fmla="*/ 6979 h 93125"/>
                  <a:gd name="connsiteX50" fmla="*/ 297917 w 609166"/>
                  <a:gd name="connsiteY50" fmla="*/ 6979 h 93125"/>
                  <a:gd name="connsiteX51" fmla="*/ 286771 w 609166"/>
                  <a:gd name="connsiteY51" fmla="*/ 10729 h 93125"/>
                  <a:gd name="connsiteX52" fmla="*/ 282188 w 609166"/>
                  <a:gd name="connsiteY52" fmla="*/ 20729 h 93125"/>
                  <a:gd name="connsiteX53" fmla="*/ 286667 w 609166"/>
                  <a:gd name="connsiteY53" fmla="*/ 30886 h 93125"/>
                  <a:gd name="connsiteX54" fmla="*/ 297917 w 609166"/>
                  <a:gd name="connsiteY54" fmla="*/ 34479 h 93125"/>
                  <a:gd name="connsiteX55" fmla="*/ 309063 w 609166"/>
                  <a:gd name="connsiteY55" fmla="*/ 30886 h 93125"/>
                  <a:gd name="connsiteX56" fmla="*/ 313646 w 609166"/>
                  <a:gd name="connsiteY56" fmla="*/ 20729 h 93125"/>
                  <a:gd name="connsiteX57" fmla="*/ 309063 w 609166"/>
                  <a:gd name="connsiteY57" fmla="*/ 10729 h 93125"/>
                  <a:gd name="connsiteX58" fmla="*/ 297917 w 609166"/>
                  <a:gd name="connsiteY58" fmla="*/ 6979 h 93125"/>
                  <a:gd name="connsiteX59" fmla="*/ 565521 w 609166"/>
                  <a:gd name="connsiteY59" fmla="*/ 1771 h 93125"/>
                  <a:gd name="connsiteX60" fmla="*/ 605209 w 609166"/>
                  <a:gd name="connsiteY60" fmla="*/ 1771 h 93125"/>
                  <a:gd name="connsiteX61" fmla="*/ 605209 w 609166"/>
                  <a:gd name="connsiteY61" fmla="*/ 8854 h 93125"/>
                  <a:gd name="connsiteX62" fmla="*/ 571875 w 609166"/>
                  <a:gd name="connsiteY62" fmla="*/ 8854 h 93125"/>
                  <a:gd name="connsiteX63" fmla="*/ 570417 w 609166"/>
                  <a:gd name="connsiteY63" fmla="*/ 34479 h 93125"/>
                  <a:gd name="connsiteX64" fmla="*/ 577240 w 609166"/>
                  <a:gd name="connsiteY64" fmla="*/ 29427 h 93125"/>
                  <a:gd name="connsiteX65" fmla="*/ 587292 w 609166"/>
                  <a:gd name="connsiteY65" fmla="*/ 27604 h 93125"/>
                  <a:gd name="connsiteX66" fmla="*/ 595730 w 609166"/>
                  <a:gd name="connsiteY66" fmla="*/ 29219 h 93125"/>
                  <a:gd name="connsiteX67" fmla="*/ 602709 w 609166"/>
                  <a:gd name="connsiteY67" fmla="*/ 34062 h 93125"/>
                  <a:gd name="connsiteX68" fmla="*/ 607396 w 609166"/>
                  <a:gd name="connsiteY68" fmla="*/ 42135 h 93125"/>
                  <a:gd name="connsiteX69" fmla="*/ 609167 w 609166"/>
                  <a:gd name="connsiteY69" fmla="*/ 53542 h 93125"/>
                  <a:gd name="connsiteX70" fmla="*/ 607448 w 609166"/>
                  <a:gd name="connsiteY70" fmla="*/ 64063 h 93125"/>
                  <a:gd name="connsiteX71" fmla="*/ 602604 w 609166"/>
                  <a:gd name="connsiteY71" fmla="*/ 72292 h 93125"/>
                  <a:gd name="connsiteX72" fmla="*/ 594948 w 609166"/>
                  <a:gd name="connsiteY72" fmla="*/ 77656 h 93125"/>
                  <a:gd name="connsiteX73" fmla="*/ 585105 w 609166"/>
                  <a:gd name="connsiteY73" fmla="*/ 79583 h 93125"/>
                  <a:gd name="connsiteX74" fmla="*/ 568438 w 609166"/>
                  <a:gd name="connsiteY74" fmla="*/ 74375 h 93125"/>
                  <a:gd name="connsiteX75" fmla="*/ 561146 w 609166"/>
                  <a:gd name="connsiteY75" fmla="*/ 59271 h 93125"/>
                  <a:gd name="connsiteX76" fmla="*/ 569375 w 609166"/>
                  <a:gd name="connsiteY76" fmla="*/ 59271 h 93125"/>
                  <a:gd name="connsiteX77" fmla="*/ 574688 w 609166"/>
                  <a:gd name="connsiteY77" fmla="*/ 69115 h 93125"/>
                  <a:gd name="connsiteX78" fmla="*/ 585417 w 609166"/>
                  <a:gd name="connsiteY78" fmla="*/ 72604 h 93125"/>
                  <a:gd name="connsiteX79" fmla="*/ 596407 w 609166"/>
                  <a:gd name="connsiteY79" fmla="*/ 67500 h 93125"/>
                  <a:gd name="connsiteX80" fmla="*/ 600834 w 609166"/>
                  <a:gd name="connsiteY80" fmla="*/ 53646 h 93125"/>
                  <a:gd name="connsiteX81" fmla="*/ 596459 w 609166"/>
                  <a:gd name="connsiteY81" fmla="*/ 39271 h 93125"/>
                  <a:gd name="connsiteX82" fmla="*/ 585521 w 609166"/>
                  <a:gd name="connsiteY82" fmla="*/ 34479 h 93125"/>
                  <a:gd name="connsiteX83" fmla="*/ 576355 w 609166"/>
                  <a:gd name="connsiteY83" fmla="*/ 37135 h 93125"/>
                  <a:gd name="connsiteX84" fmla="*/ 571146 w 609166"/>
                  <a:gd name="connsiteY84" fmla="*/ 44375 h 93125"/>
                  <a:gd name="connsiteX85" fmla="*/ 570834 w 609166"/>
                  <a:gd name="connsiteY85" fmla="*/ 45209 h 93125"/>
                  <a:gd name="connsiteX86" fmla="*/ 570521 w 609166"/>
                  <a:gd name="connsiteY86" fmla="*/ 45729 h 93125"/>
                  <a:gd name="connsiteX87" fmla="*/ 569948 w 609166"/>
                  <a:gd name="connsiteY87" fmla="*/ 46042 h 93125"/>
                  <a:gd name="connsiteX88" fmla="*/ 569063 w 609166"/>
                  <a:gd name="connsiteY88" fmla="*/ 46146 h 93125"/>
                  <a:gd name="connsiteX89" fmla="*/ 564063 w 609166"/>
                  <a:gd name="connsiteY89" fmla="*/ 46146 h 93125"/>
                  <a:gd name="connsiteX90" fmla="*/ 562917 w 609166"/>
                  <a:gd name="connsiteY90" fmla="*/ 45886 h 93125"/>
                  <a:gd name="connsiteX91" fmla="*/ 562709 w 609166"/>
                  <a:gd name="connsiteY91" fmla="*/ 44583 h 93125"/>
                  <a:gd name="connsiteX92" fmla="*/ 563855 w 609166"/>
                  <a:gd name="connsiteY92" fmla="*/ 3750 h 93125"/>
                  <a:gd name="connsiteX93" fmla="*/ 564219 w 609166"/>
                  <a:gd name="connsiteY93" fmla="*/ 2187 h 93125"/>
                  <a:gd name="connsiteX94" fmla="*/ 565521 w 609166"/>
                  <a:gd name="connsiteY94" fmla="*/ 1771 h 93125"/>
                  <a:gd name="connsiteX95" fmla="*/ 361979 w 609166"/>
                  <a:gd name="connsiteY95" fmla="*/ 1771 h 93125"/>
                  <a:gd name="connsiteX96" fmla="*/ 367917 w 609166"/>
                  <a:gd name="connsiteY96" fmla="*/ 1771 h 93125"/>
                  <a:gd name="connsiteX97" fmla="*/ 369479 w 609166"/>
                  <a:gd name="connsiteY97" fmla="*/ 2187 h 93125"/>
                  <a:gd name="connsiteX98" fmla="*/ 369896 w 609166"/>
                  <a:gd name="connsiteY98" fmla="*/ 3750 h 93125"/>
                  <a:gd name="connsiteX99" fmla="*/ 369896 w 609166"/>
                  <a:gd name="connsiteY99" fmla="*/ 77813 h 93125"/>
                  <a:gd name="connsiteX100" fmla="*/ 361667 w 609166"/>
                  <a:gd name="connsiteY100" fmla="*/ 77813 h 93125"/>
                  <a:gd name="connsiteX101" fmla="*/ 361667 w 609166"/>
                  <a:gd name="connsiteY101" fmla="*/ 10729 h 93125"/>
                  <a:gd name="connsiteX102" fmla="*/ 354636 w 609166"/>
                  <a:gd name="connsiteY102" fmla="*/ 16510 h 93125"/>
                  <a:gd name="connsiteX103" fmla="*/ 345417 w 609166"/>
                  <a:gd name="connsiteY103" fmla="*/ 21771 h 93125"/>
                  <a:gd name="connsiteX104" fmla="*/ 345417 w 609166"/>
                  <a:gd name="connsiteY104" fmla="*/ 13854 h 93125"/>
                  <a:gd name="connsiteX105" fmla="*/ 354063 w 609166"/>
                  <a:gd name="connsiteY105" fmla="*/ 8750 h 93125"/>
                  <a:gd name="connsiteX106" fmla="*/ 361979 w 609166"/>
                  <a:gd name="connsiteY106" fmla="*/ 1771 h 93125"/>
                  <a:gd name="connsiteX107" fmla="*/ 122813 w 609166"/>
                  <a:gd name="connsiteY107" fmla="*/ 1771 h 93125"/>
                  <a:gd name="connsiteX108" fmla="*/ 162500 w 609166"/>
                  <a:gd name="connsiteY108" fmla="*/ 1771 h 93125"/>
                  <a:gd name="connsiteX109" fmla="*/ 162500 w 609166"/>
                  <a:gd name="connsiteY109" fmla="*/ 8854 h 93125"/>
                  <a:gd name="connsiteX110" fmla="*/ 129167 w 609166"/>
                  <a:gd name="connsiteY110" fmla="*/ 8854 h 93125"/>
                  <a:gd name="connsiteX111" fmla="*/ 127709 w 609166"/>
                  <a:gd name="connsiteY111" fmla="*/ 34479 h 93125"/>
                  <a:gd name="connsiteX112" fmla="*/ 134531 w 609166"/>
                  <a:gd name="connsiteY112" fmla="*/ 29427 h 93125"/>
                  <a:gd name="connsiteX113" fmla="*/ 144583 w 609166"/>
                  <a:gd name="connsiteY113" fmla="*/ 27604 h 93125"/>
                  <a:gd name="connsiteX114" fmla="*/ 153021 w 609166"/>
                  <a:gd name="connsiteY114" fmla="*/ 29219 h 93125"/>
                  <a:gd name="connsiteX115" fmla="*/ 160000 w 609166"/>
                  <a:gd name="connsiteY115" fmla="*/ 34062 h 93125"/>
                  <a:gd name="connsiteX116" fmla="*/ 164688 w 609166"/>
                  <a:gd name="connsiteY116" fmla="*/ 42135 h 93125"/>
                  <a:gd name="connsiteX117" fmla="*/ 166458 w 609166"/>
                  <a:gd name="connsiteY117" fmla="*/ 53542 h 93125"/>
                  <a:gd name="connsiteX118" fmla="*/ 164740 w 609166"/>
                  <a:gd name="connsiteY118" fmla="*/ 64063 h 93125"/>
                  <a:gd name="connsiteX119" fmla="*/ 159896 w 609166"/>
                  <a:gd name="connsiteY119" fmla="*/ 72292 h 93125"/>
                  <a:gd name="connsiteX120" fmla="*/ 152240 w 609166"/>
                  <a:gd name="connsiteY120" fmla="*/ 77656 h 93125"/>
                  <a:gd name="connsiteX121" fmla="*/ 142396 w 609166"/>
                  <a:gd name="connsiteY121" fmla="*/ 79583 h 93125"/>
                  <a:gd name="connsiteX122" fmla="*/ 125729 w 609166"/>
                  <a:gd name="connsiteY122" fmla="*/ 74375 h 93125"/>
                  <a:gd name="connsiteX123" fmla="*/ 118438 w 609166"/>
                  <a:gd name="connsiteY123" fmla="*/ 59271 h 93125"/>
                  <a:gd name="connsiteX124" fmla="*/ 126667 w 609166"/>
                  <a:gd name="connsiteY124" fmla="*/ 59271 h 93125"/>
                  <a:gd name="connsiteX125" fmla="*/ 131979 w 609166"/>
                  <a:gd name="connsiteY125" fmla="*/ 69115 h 93125"/>
                  <a:gd name="connsiteX126" fmla="*/ 142708 w 609166"/>
                  <a:gd name="connsiteY126" fmla="*/ 72604 h 93125"/>
                  <a:gd name="connsiteX127" fmla="*/ 153698 w 609166"/>
                  <a:gd name="connsiteY127" fmla="*/ 67500 h 93125"/>
                  <a:gd name="connsiteX128" fmla="*/ 158125 w 609166"/>
                  <a:gd name="connsiteY128" fmla="*/ 53646 h 93125"/>
                  <a:gd name="connsiteX129" fmla="*/ 153750 w 609166"/>
                  <a:gd name="connsiteY129" fmla="*/ 39271 h 93125"/>
                  <a:gd name="connsiteX130" fmla="*/ 142813 w 609166"/>
                  <a:gd name="connsiteY130" fmla="*/ 34479 h 93125"/>
                  <a:gd name="connsiteX131" fmla="*/ 133646 w 609166"/>
                  <a:gd name="connsiteY131" fmla="*/ 37135 h 93125"/>
                  <a:gd name="connsiteX132" fmla="*/ 128438 w 609166"/>
                  <a:gd name="connsiteY132" fmla="*/ 44375 h 93125"/>
                  <a:gd name="connsiteX133" fmla="*/ 128125 w 609166"/>
                  <a:gd name="connsiteY133" fmla="*/ 45209 h 93125"/>
                  <a:gd name="connsiteX134" fmla="*/ 127813 w 609166"/>
                  <a:gd name="connsiteY134" fmla="*/ 45729 h 93125"/>
                  <a:gd name="connsiteX135" fmla="*/ 127240 w 609166"/>
                  <a:gd name="connsiteY135" fmla="*/ 46042 h 93125"/>
                  <a:gd name="connsiteX136" fmla="*/ 126354 w 609166"/>
                  <a:gd name="connsiteY136" fmla="*/ 46146 h 93125"/>
                  <a:gd name="connsiteX137" fmla="*/ 121354 w 609166"/>
                  <a:gd name="connsiteY137" fmla="*/ 46146 h 93125"/>
                  <a:gd name="connsiteX138" fmla="*/ 120208 w 609166"/>
                  <a:gd name="connsiteY138" fmla="*/ 45886 h 93125"/>
                  <a:gd name="connsiteX139" fmla="*/ 120000 w 609166"/>
                  <a:gd name="connsiteY139" fmla="*/ 44583 h 93125"/>
                  <a:gd name="connsiteX140" fmla="*/ 121146 w 609166"/>
                  <a:gd name="connsiteY140" fmla="*/ 3750 h 93125"/>
                  <a:gd name="connsiteX141" fmla="*/ 121510 w 609166"/>
                  <a:gd name="connsiteY141" fmla="*/ 2187 h 93125"/>
                  <a:gd name="connsiteX142" fmla="*/ 122813 w 609166"/>
                  <a:gd name="connsiteY142" fmla="*/ 1771 h 93125"/>
                  <a:gd name="connsiteX143" fmla="*/ 518542 w 609166"/>
                  <a:gd name="connsiteY143" fmla="*/ 0 h 93125"/>
                  <a:gd name="connsiteX144" fmla="*/ 528125 w 609166"/>
                  <a:gd name="connsiteY144" fmla="*/ 1562 h 93125"/>
                  <a:gd name="connsiteX145" fmla="*/ 536355 w 609166"/>
                  <a:gd name="connsiteY145" fmla="*/ 7292 h 93125"/>
                  <a:gd name="connsiteX146" fmla="*/ 542031 w 609166"/>
                  <a:gd name="connsiteY146" fmla="*/ 18802 h 93125"/>
                  <a:gd name="connsiteX147" fmla="*/ 544167 w 609166"/>
                  <a:gd name="connsiteY147" fmla="*/ 37604 h 93125"/>
                  <a:gd name="connsiteX148" fmla="*/ 537188 w 609166"/>
                  <a:gd name="connsiteY148" fmla="*/ 69011 h 93125"/>
                  <a:gd name="connsiteX149" fmla="*/ 518229 w 609166"/>
                  <a:gd name="connsiteY149" fmla="*/ 79479 h 93125"/>
                  <a:gd name="connsiteX150" fmla="*/ 502761 w 609166"/>
                  <a:gd name="connsiteY150" fmla="*/ 74167 h 93125"/>
                  <a:gd name="connsiteX151" fmla="*/ 495938 w 609166"/>
                  <a:gd name="connsiteY151" fmla="*/ 59688 h 93125"/>
                  <a:gd name="connsiteX152" fmla="*/ 504167 w 609166"/>
                  <a:gd name="connsiteY152" fmla="*/ 59688 h 93125"/>
                  <a:gd name="connsiteX153" fmla="*/ 508698 w 609166"/>
                  <a:gd name="connsiteY153" fmla="*/ 69063 h 93125"/>
                  <a:gd name="connsiteX154" fmla="*/ 518646 w 609166"/>
                  <a:gd name="connsiteY154" fmla="*/ 72500 h 93125"/>
                  <a:gd name="connsiteX155" fmla="*/ 527657 w 609166"/>
                  <a:gd name="connsiteY155" fmla="*/ 69375 h 93125"/>
                  <a:gd name="connsiteX156" fmla="*/ 533334 w 609166"/>
                  <a:gd name="connsiteY156" fmla="*/ 61250 h 93125"/>
                  <a:gd name="connsiteX157" fmla="*/ 536198 w 609166"/>
                  <a:gd name="connsiteY157" fmla="*/ 50209 h 93125"/>
                  <a:gd name="connsiteX158" fmla="*/ 536979 w 609166"/>
                  <a:gd name="connsiteY158" fmla="*/ 38021 h 93125"/>
                  <a:gd name="connsiteX159" fmla="*/ 529375 w 609166"/>
                  <a:gd name="connsiteY159" fmla="*/ 48021 h 93125"/>
                  <a:gd name="connsiteX160" fmla="*/ 517292 w 609166"/>
                  <a:gd name="connsiteY160" fmla="*/ 51250 h 93125"/>
                  <a:gd name="connsiteX161" fmla="*/ 500781 w 609166"/>
                  <a:gd name="connsiteY161" fmla="*/ 44271 h 93125"/>
                  <a:gd name="connsiteX162" fmla="*/ 494584 w 609166"/>
                  <a:gd name="connsiteY162" fmla="*/ 25729 h 93125"/>
                  <a:gd name="connsiteX163" fmla="*/ 496198 w 609166"/>
                  <a:gd name="connsiteY163" fmla="*/ 15729 h 93125"/>
                  <a:gd name="connsiteX164" fmla="*/ 500938 w 609166"/>
                  <a:gd name="connsiteY164" fmla="*/ 7500 h 93125"/>
                  <a:gd name="connsiteX165" fmla="*/ 508490 w 609166"/>
                  <a:gd name="connsiteY165" fmla="*/ 2031 h 93125"/>
                  <a:gd name="connsiteX166" fmla="*/ 518542 w 609166"/>
                  <a:gd name="connsiteY166" fmla="*/ 0 h 93125"/>
                  <a:gd name="connsiteX167" fmla="*/ 452813 w 609166"/>
                  <a:gd name="connsiteY167" fmla="*/ 0 h 93125"/>
                  <a:gd name="connsiteX168" fmla="*/ 461615 w 609166"/>
                  <a:gd name="connsiteY168" fmla="*/ 1198 h 93125"/>
                  <a:gd name="connsiteX169" fmla="*/ 469063 w 609166"/>
                  <a:gd name="connsiteY169" fmla="*/ 4896 h 93125"/>
                  <a:gd name="connsiteX170" fmla="*/ 474115 w 609166"/>
                  <a:gd name="connsiteY170" fmla="*/ 11250 h 93125"/>
                  <a:gd name="connsiteX171" fmla="*/ 476042 w 609166"/>
                  <a:gd name="connsiteY171" fmla="*/ 20417 h 93125"/>
                  <a:gd name="connsiteX172" fmla="*/ 471771 w 609166"/>
                  <a:gd name="connsiteY172" fmla="*/ 32083 h 93125"/>
                  <a:gd name="connsiteX173" fmla="*/ 460625 w 609166"/>
                  <a:gd name="connsiteY173" fmla="*/ 38437 h 93125"/>
                  <a:gd name="connsiteX174" fmla="*/ 472969 w 609166"/>
                  <a:gd name="connsiteY174" fmla="*/ 44844 h 93125"/>
                  <a:gd name="connsiteX175" fmla="*/ 477708 w 609166"/>
                  <a:gd name="connsiteY175" fmla="*/ 57708 h 93125"/>
                  <a:gd name="connsiteX176" fmla="*/ 475573 w 609166"/>
                  <a:gd name="connsiteY176" fmla="*/ 67656 h 93125"/>
                  <a:gd name="connsiteX177" fmla="*/ 469896 w 609166"/>
                  <a:gd name="connsiteY177" fmla="*/ 74479 h 93125"/>
                  <a:gd name="connsiteX178" fmla="*/ 461771 w 609166"/>
                  <a:gd name="connsiteY178" fmla="*/ 78333 h 93125"/>
                  <a:gd name="connsiteX179" fmla="*/ 452396 w 609166"/>
                  <a:gd name="connsiteY179" fmla="*/ 79583 h 93125"/>
                  <a:gd name="connsiteX180" fmla="*/ 434636 w 609166"/>
                  <a:gd name="connsiteY180" fmla="*/ 73646 h 93125"/>
                  <a:gd name="connsiteX181" fmla="*/ 427917 w 609166"/>
                  <a:gd name="connsiteY181" fmla="*/ 57188 h 93125"/>
                  <a:gd name="connsiteX182" fmla="*/ 436146 w 609166"/>
                  <a:gd name="connsiteY182" fmla="*/ 57188 h 93125"/>
                  <a:gd name="connsiteX183" fmla="*/ 441094 w 609166"/>
                  <a:gd name="connsiteY183" fmla="*/ 68542 h 93125"/>
                  <a:gd name="connsiteX184" fmla="*/ 452709 w 609166"/>
                  <a:gd name="connsiteY184" fmla="*/ 72396 h 93125"/>
                  <a:gd name="connsiteX185" fmla="*/ 464896 w 609166"/>
                  <a:gd name="connsiteY185" fmla="*/ 68334 h 93125"/>
                  <a:gd name="connsiteX186" fmla="*/ 469375 w 609166"/>
                  <a:gd name="connsiteY186" fmla="*/ 56771 h 93125"/>
                  <a:gd name="connsiteX187" fmla="*/ 467917 w 609166"/>
                  <a:gd name="connsiteY187" fmla="*/ 50156 h 93125"/>
                  <a:gd name="connsiteX188" fmla="*/ 464063 w 609166"/>
                  <a:gd name="connsiteY188" fmla="*/ 45625 h 93125"/>
                  <a:gd name="connsiteX189" fmla="*/ 458490 w 609166"/>
                  <a:gd name="connsiteY189" fmla="*/ 43021 h 93125"/>
                  <a:gd name="connsiteX190" fmla="*/ 452188 w 609166"/>
                  <a:gd name="connsiteY190" fmla="*/ 41979 h 93125"/>
                  <a:gd name="connsiteX191" fmla="*/ 448021 w 609166"/>
                  <a:gd name="connsiteY191" fmla="*/ 41979 h 93125"/>
                  <a:gd name="connsiteX192" fmla="*/ 446563 w 609166"/>
                  <a:gd name="connsiteY192" fmla="*/ 41719 h 93125"/>
                  <a:gd name="connsiteX193" fmla="*/ 446354 w 609166"/>
                  <a:gd name="connsiteY193" fmla="*/ 40313 h 93125"/>
                  <a:gd name="connsiteX194" fmla="*/ 446354 w 609166"/>
                  <a:gd name="connsiteY194" fmla="*/ 36459 h 93125"/>
                  <a:gd name="connsiteX195" fmla="*/ 446563 w 609166"/>
                  <a:gd name="connsiteY195" fmla="*/ 34792 h 93125"/>
                  <a:gd name="connsiteX196" fmla="*/ 448021 w 609166"/>
                  <a:gd name="connsiteY196" fmla="*/ 34375 h 93125"/>
                  <a:gd name="connsiteX197" fmla="*/ 451459 w 609166"/>
                  <a:gd name="connsiteY197" fmla="*/ 34375 h 93125"/>
                  <a:gd name="connsiteX198" fmla="*/ 457553 w 609166"/>
                  <a:gd name="connsiteY198" fmla="*/ 33594 h 93125"/>
                  <a:gd name="connsiteX199" fmla="*/ 462709 w 609166"/>
                  <a:gd name="connsiteY199" fmla="*/ 31146 h 93125"/>
                  <a:gd name="connsiteX200" fmla="*/ 466355 w 609166"/>
                  <a:gd name="connsiteY200" fmla="*/ 27031 h 93125"/>
                  <a:gd name="connsiteX201" fmla="*/ 467709 w 609166"/>
                  <a:gd name="connsiteY201" fmla="*/ 20833 h 93125"/>
                  <a:gd name="connsiteX202" fmla="*/ 463386 w 609166"/>
                  <a:gd name="connsiteY202" fmla="*/ 10729 h 93125"/>
                  <a:gd name="connsiteX203" fmla="*/ 452500 w 609166"/>
                  <a:gd name="connsiteY203" fmla="*/ 7188 h 93125"/>
                  <a:gd name="connsiteX204" fmla="*/ 441823 w 609166"/>
                  <a:gd name="connsiteY204" fmla="*/ 10729 h 93125"/>
                  <a:gd name="connsiteX205" fmla="*/ 437292 w 609166"/>
                  <a:gd name="connsiteY205" fmla="*/ 20938 h 93125"/>
                  <a:gd name="connsiteX206" fmla="*/ 428959 w 609166"/>
                  <a:gd name="connsiteY206" fmla="*/ 20938 h 93125"/>
                  <a:gd name="connsiteX207" fmla="*/ 435625 w 609166"/>
                  <a:gd name="connsiteY207" fmla="*/ 5625 h 93125"/>
                  <a:gd name="connsiteX208" fmla="*/ 452813 w 609166"/>
                  <a:gd name="connsiteY208" fmla="*/ 0 h 93125"/>
                  <a:gd name="connsiteX209" fmla="*/ 297917 w 609166"/>
                  <a:gd name="connsiteY209" fmla="*/ 0 h 93125"/>
                  <a:gd name="connsiteX210" fmla="*/ 315261 w 609166"/>
                  <a:gd name="connsiteY210" fmla="*/ 5417 h 93125"/>
                  <a:gd name="connsiteX211" fmla="*/ 321979 w 609166"/>
                  <a:gd name="connsiteY211" fmla="*/ 20625 h 93125"/>
                  <a:gd name="connsiteX212" fmla="*/ 320990 w 609166"/>
                  <a:gd name="connsiteY212" fmla="*/ 26250 h 93125"/>
                  <a:gd name="connsiteX213" fmla="*/ 318229 w 609166"/>
                  <a:gd name="connsiteY213" fmla="*/ 31563 h 93125"/>
                  <a:gd name="connsiteX214" fmla="*/ 313854 w 609166"/>
                  <a:gd name="connsiteY214" fmla="*/ 35990 h 93125"/>
                  <a:gd name="connsiteX215" fmla="*/ 308333 w 609166"/>
                  <a:gd name="connsiteY215" fmla="*/ 38750 h 93125"/>
                  <a:gd name="connsiteX216" fmla="*/ 319063 w 609166"/>
                  <a:gd name="connsiteY216" fmla="*/ 45573 h 93125"/>
                  <a:gd name="connsiteX217" fmla="*/ 322917 w 609166"/>
                  <a:gd name="connsiteY217" fmla="*/ 57188 h 93125"/>
                  <a:gd name="connsiteX218" fmla="*/ 315886 w 609166"/>
                  <a:gd name="connsiteY218" fmla="*/ 73698 h 93125"/>
                  <a:gd name="connsiteX219" fmla="*/ 297813 w 609166"/>
                  <a:gd name="connsiteY219" fmla="*/ 79479 h 93125"/>
                  <a:gd name="connsiteX220" fmla="*/ 279740 w 609166"/>
                  <a:gd name="connsiteY220" fmla="*/ 73698 h 93125"/>
                  <a:gd name="connsiteX221" fmla="*/ 272917 w 609166"/>
                  <a:gd name="connsiteY221" fmla="*/ 57188 h 93125"/>
                  <a:gd name="connsiteX222" fmla="*/ 276667 w 609166"/>
                  <a:gd name="connsiteY222" fmla="*/ 46094 h 93125"/>
                  <a:gd name="connsiteX223" fmla="*/ 287604 w 609166"/>
                  <a:gd name="connsiteY223" fmla="*/ 38333 h 93125"/>
                  <a:gd name="connsiteX224" fmla="*/ 277448 w 609166"/>
                  <a:gd name="connsiteY224" fmla="*/ 31979 h 93125"/>
                  <a:gd name="connsiteX225" fmla="*/ 273854 w 609166"/>
                  <a:gd name="connsiteY225" fmla="*/ 20625 h 93125"/>
                  <a:gd name="connsiteX226" fmla="*/ 280521 w 609166"/>
                  <a:gd name="connsiteY226" fmla="*/ 5417 h 93125"/>
                  <a:gd name="connsiteX227" fmla="*/ 297917 w 609166"/>
                  <a:gd name="connsiteY227" fmla="*/ 0 h 93125"/>
                  <a:gd name="connsiteX228" fmla="*/ 244479 w 609166"/>
                  <a:gd name="connsiteY228" fmla="*/ 0 h 93125"/>
                  <a:gd name="connsiteX229" fmla="*/ 253281 w 609166"/>
                  <a:gd name="connsiteY229" fmla="*/ 1198 h 93125"/>
                  <a:gd name="connsiteX230" fmla="*/ 260730 w 609166"/>
                  <a:gd name="connsiteY230" fmla="*/ 4896 h 93125"/>
                  <a:gd name="connsiteX231" fmla="*/ 265782 w 609166"/>
                  <a:gd name="connsiteY231" fmla="*/ 11250 h 93125"/>
                  <a:gd name="connsiteX232" fmla="*/ 267708 w 609166"/>
                  <a:gd name="connsiteY232" fmla="*/ 20417 h 93125"/>
                  <a:gd name="connsiteX233" fmla="*/ 263438 w 609166"/>
                  <a:gd name="connsiteY233" fmla="*/ 32083 h 93125"/>
                  <a:gd name="connsiteX234" fmla="*/ 252292 w 609166"/>
                  <a:gd name="connsiteY234" fmla="*/ 38437 h 93125"/>
                  <a:gd name="connsiteX235" fmla="*/ 264636 w 609166"/>
                  <a:gd name="connsiteY235" fmla="*/ 44844 h 93125"/>
                  <a:gd name="connsiteX236" fmla="*/ 269375 w 609166"/>
                  <a:gd name="connsiteY236" fmla="*/ 57708 h 93125"/>
                  <a:gd name="connsiteX237" fmla="*/ 267240 w 609166"/>
                  <a:gd name="connsiteY237" fmla="*/ 67656 h 93125"/>
                  <a:gd name="connsiteX238" fmla="*/ 261563 w 609166"/>
                  <a:gd name="connsiteY238" fmla="*/ 74479 h 93125"/>
                  <a:gd name="connsiteX239" fmla="*/ 253437 w 609166"/>
                  <a:gd name="connsiteY239" fmla="*/ 78333 h 93125"/>
                  <a:gd name="connsiteX240" fmla="*/ 244062 w 609166"/>
                  <a:gd name="connsiteY240" fmla="*/ 79583 h 93125"/>
                  <a:gd name="connsiteX241" fmla="*/ 226302 w 609166"/>
                  <a:gd name="connsiteY241" fmla="*/ 73646 h 93125"/>
                  <a:gd name="connsiteX242" fmla="*/ 219584 w 609166"/>
                  <a:gd name="connsiteY242" fmla="*/ 57188 h 93125"/>
                  <a:gd name="connsiteX243" fmla="*/ 227813 w 609166"/>
                  <a:gd name="connsiteY243" fmla="*/ 57188 h 93125"/>
                  <a:gd name="connsiteX244" fmla="*/ 232761 w 609166"/>
                  <a:gd name="connsiteY244" fmla="*/ 68542 h 93125"/>
                  <a:gd name="connsiteX245" fmla="*/ 244375 w 609166"/>
                  <a:gd name="connsiteY245" fmla="*/ 72396 h 93125"/>
                  <a:gd name="connsiteX246" fmla="*/ 256563 w 609166"/>
                  <a:gd name="connsiteY246" fmla="*/ 68334 h 93125"/>
                  <a:gd name="connsiteX247" fmla="*/ 261042 w 609166"/>
                  <a:gd name="connsiteY247" fmla="*/ 56771 h 93125"/>
                  <a:gd name="connsiteX248" fmla="*/ 259584 w 609166"/>
                  <a:gd name="connsiteY248" fmla="*/ 50156 h 93125"/>
                  <a:gd name="connsiteX249" fmla="*/ 255729 w 609166"/>
                  <a:gd name="connsiteY249" fmla="*/ 45625 h 93125"/>
                  <a:gd name="connsiteX250" fmla="*/ 250156 w 609166"/>
                  <a:gd name="connsiteY250" fmla="*/ 43021 h 93125"/>
                  <a:gd name="connsiteX251" fmla="*/ 243854 w 609166"/>
                  <a:gd name="connsiteY251" fmla="*/ 41979 h 93125"/>
                  <a:gd name="connsiteX252" fmla="*/ 239687 w 609166"/>
                  <a:gd name="connsiteY252" fmla="*/ 41979 h 93125"/>
                  <a:gd name="connsiteX253" fmla="*/ 238229 w 609166"/>
                  <a:gd name="connsiteY253" fmla="*/ 41719 h 93125"/>
                  <a:gd name="connsiteX254" fmla="*/ 238021 w 609166"/>
                  <a:gd name="connsiteY254" fmla="*/ 40313 h 93125"/>
                  <a:gd name="connsiteX255" fmla="*/ 238021 w 609166"/>
                  <a:gd name="connsiteY255" fmla="*/ 36459 h 93125"/>
                  <a:gd name="connsiteX256" fmla="*/ 238229 w 609166"/>
                  <a:gd name="connsiteY256" fmla="*/ 34792 h 93125"/>
                  <a:gd name="connsiteX257" fmla="*/ 239687 w 609166"/>
                  <a:gd name="connsiteY257" fmla="*/ 34375 h 93125"/>
                  <a:gd name="connsiteX258" fmla="*/ 243125 w 609166"/>
                  <a:gd name="connsiteY258" fmla="*/ 34375 h 93125"/>
                  <a:gd name="connsiteX259" fmla="*/ 249219 w 609166"/>
                  <a:gd name="connsiteY259" fmla="*/ 33594 h 93125"/>
                  <a:gd name="connsiteX260" fmla="*/ 254375 w 609166"/>
                  <a:gd name="connsiteY260" fmla="*/ 31146 h 93125"/>
                  <a:gd name="connsiteX261" fmla="*/ 258021 w 609166"/>
                  <a:gd name="connsiteY261" fmla="*/ 27031 h 93125"/>
                  <a:gd name="connsiteX262" fmla="*/ 259375 w 609166"/>
                  <a:gd name="connsiteY262" fmla="*/ 20833 h 93125"/>
                  <a:gd name="connsiteX263" fmla="*/ 255052 w 609166"/>
                  <a:gd name="connsiteY263" fmla="*/ 10729 h 93125"/>
                  <a:gd name="connsiteX264" fmla="*/ 244167 w 609166"/>
                  <a:gd name="connsiteY264" fmla="*/ 7188 h 93125"/>
                  <a:gd name="connsiteX265" fmla="*/ 233490 w 609166"/>
                  <a:gd name="connsiteY265" fmla="*/ 10729 h 93125"/>
                  <a:gd name="connsiteX266" fmla="*/ 228959 w 609166"/>
                  <a:gd name="connsiteY266" fmla="*/ 20938 h 93125"/>
                  <a:gd name="connsiteX267" fmla="*/ 220625 w 609166"/>
                  <a:gd name="connsiteY267" fmla="*/ 20938 h 93125"/>
                  <a:gd name="connsiteX268" fmla="*/ 227292 w 609166"/>
                  <a:gd name="connsiteY268" fmla="*/ 5625 h 93125"/>
                  <a:gd name="connsiteX269" fmla="*/ 244479 w 609166"/>
                  <a:gd name="connsiteY269" fmla="*/ 0 h 93125"/>
                  <a:gd name="connsiteX270" fmla="*/ 88125 w 609166"/>
                  <a:gd name="connsiteY270" fmla="*/ 0 h 93125"/>
                  <a:gd name="connsiteX271" fmla="*/ 104167 w 609166"/>
                  <a:gd name="connsiteY271" fmla="*/ 5104 h 93125"/>
                  <a:gd name="connsiteX272" fmla="*/ 110625 w 609166"/>
                  <a:gd name="connsiteY272" fmla="*/ 20104 h 93125"/>
                  <a:gd name="connsiteX273" fmla="*/ 106510 w 609166"/>
                  <a:gd name="connsiteY273" fmla="*/ 33958 h 93125"/>
                  <a:gd name="connsiteX274" fmla="*/ 96667 w 609166"/>
                  <a:gd name="connsiteY274" fmla="*/ 47917 h 93125"/>
                  <a:gd name="connsiteX275" fmla="*/ 84792 w 609166"/>
                  <a:gd name="connsiteY275" fmla="*/ 60625 h 93125"/>
                  <a:gd name="connsiteX276" fmla="*/ 74583 w 609166"/>
                  <a:gd name="connsiteY276" fmla="*/ 70625 h 93125"/>
                  <a:gd name="connsiteX277" fmla="*/ 112292 w 609166"/>
                  <a:gd name="connsiteY277" fmla="*/ 70625 h 93125"/>
                  <a:gd name="connsiteX278" fmla="*/ 112292 w 609166"/>
                  <a:gd name="connsiteY278" fmla="*/ 77813 h 93125"/>
                  <a:gd name="connsiteX279" fmla="*/ 66563 w 609166"/>
                  <a:gd name="connsiteY279" fmla="*/ 77813 h 93125"/>
                  <a:gd name="connsiteX280" fmla="*/ 65364 w 609166"/>
                  <a:gd name="connsiteY280" fmla="*/ 77500 h 93125"/>
                  <a:gd name="connsiteX281" fmla="*/ 65104 w 609166"/>
                  <a:gd name="connsiteY281" fmla="*/ 76250 h 93125"/>
                  <a:gd name="connsiteX282" fmla="*/ 65104 w 609166"/>
                  <a:gd name="connsiteY282" fmla="*/ 70000 h 93125"/>
                  <a:gd name="connsiteX283" fmla="*/ 69427 w 609166"/>
                  <a:gd name="connsiteY283" fmla="*/ 65833 h 93125"/>
                  <a:gd name="connsiteX284" fmla="*/ 75000 w 609166"/>
                  <a:gd name="connsiteY284" fmla="*/ 60313 h 93125"/>
                  <a:gd name="connsiteX285" fmla="*/ 81042 w 609166"/>
                  <a:gd name="connsiteY285" fmla="*/ 53854 h 93125"/>
                  <a:gd name="connsiteX286" fmla="*/ 87188 w 609166"/>
                  <a:gd name="connsiteY286" fmla="*/ 46771 h 93125"/>
                  <a:gd name="connsiteX287" fmla="*/ 92917 w 609166"/>
                  <a:gd name="connsiteY287" fmla="*/ 39636 h 93125"/>
                  <a:gd name="connsiteX288" fmla="*/ 97604 w 609166"/>
                  <a:gd name="connsiteY288" fmla="*/ 32708 h 93125"/>
                  <a:gd name="connsiteX289" fmla="*/ 100886 w 609166"/>
                  <a:gd name="connsiteY289" fmla="*/ 26250 h 93125"/>
                  <a:gd name="connsiteX290" fmla="*/ 102083 w 609166"/>
                  <a:gd name="connsiteY290" fmla="*/ 20729 h 93125"/>
                  <a:gd name="connsiteX291" fmla="*/ 98125 w 609166"/>
                  <a:gd name="connsiteY291" fmla="*/ 10573 h 93125"/>
                  <a:gd name="connsiteX292" fmla="*/ 87917 w 609166"/>
                  <a:gd name="connsiteY292" fmla="*/ 7188 h 93125"/>
                  <a:gd name="connsiteX293" fmla="*/ 78073 w 609166"/>
                  <a:gd name="connsiteY293" fmla="*/ 11354 h 93125"/>
                  <a:gd name="connsiteX294" fmla="*/ 74271 w 609166"/>
                  <a:gd name="connsiteY294" fmla="*/ 22188 h 93125"/>
                  <a:gd name="connsiteX295" fmla="*/ 65729 w 609166"/>
                  <a:gd name="connsiteY295" fmla="*/ 22188 h 93125"/>
                  <a:gd name="connsiteX296" fmla="*/ 67396 w 609166"/>
                  <a:gd name="connsiteY296" fmla="*/ 13073 h 93125"/>
                  <a:gd name="connsiteX297" fmla="*/ 72084 w 609166"/>
                  <a:gd name="connsiteY297" fmla="*/ 6042 h 93125"/>
                  <a:gd name="connsiteX298" fmla="*/ 79219 w 609166"/>
                  <a:gd name="connsiteY298" fmla="*/ 1562 h 93125"/>
                  <a:gd name="connsiteX299" fmla="*/ 88125 w 609166"/>
                  <a:gd name="connsiteY299" fmla="*/ 0 h 93125"/>
                  <a:gd name="connsiteX300" fmla="*/ 23021 w 609166"/>
                  <a:gd name="connsiteY300" fmla="*/ 0 h 93125"/>
                  <a:gd name="connsiteX301" fmla="*/ 39063 w 609166"/>
                  <a:gd name="connsiteY301" fmla="*/ 5104 h 93125"/>
                  <a:gd name="connsiteX302" fmla="*/ 45521 w 609166"/>
                  <a:gd name="connsiteY302" fmla="*/ 20104 h 93125"/>
                  <a:gd name="connsiteX303" fmla="*/ 41406 w 609166"/>
                  <a:gd name="connsiteY303" fmla="*/ 33958 h 93125"/>
                  <a:gd name="connsiteX304" fmla="*/ 31563 w 609166"/>
                  <a:gd name="connsiteY304" fmla="*/ 47917 h 93125"/>
                  <a:gd name="connsiteX305" fmla="*/ 19687 w 609166"/>
                  <a:gd name="connsiteY305" fmla="*/ 60625 h 93125"/>
                  <a:gd name="connsiteX306" fmla="*/ 9479 w 609166"/>
                  <a:gd name="connsiteY306" fmla="*/ 70625 h 93125"/>
                  <a:gd name="connsiteX307" fmla="*/ 47187 w 609166"/>
                  <a:gd name="connsiteY307" fmla="*/ 70625 h 93125"/>
                  <a:gd name="connsiteX308" fmla="*/ 47187 w 609166"/>
                  <a:gd name="connsiteY308" fmla="*/ 77813 h 93125"/>
                  <a:gd name="connsiteX309" fmla="*/ 1458 w 609166"/>
                  <a:gd name="connsiteY309" fmla="*/ 77813 h 93125"/>
                  <a:gd name="connsiteX310" fmla="*/ 260 w 609166"/>
                  <a:gd name="connsiteY310" fmla="*/ 77500 h 93125"/>
                  <a:gd name="connsiteX311" fmla="*/ 0 w 609166"/>
                  <a:gd name="connsiteY311" fmla="*/ 76250 h 93125"/>
                  <a:gd name="connsiteX312" fmla="*/ 0 w 609166"/>
                  <a:gd name="connsiteY312" fmla="*/ 70000 h 93125"/>
                  <a:gd name="connsiteX313" fmla="*/ 4323 w 609166"/>
                  <a:gd name="connsiteY313" fmla="*/ 65833 h 93125"/>
                  <a:gd name="connsiteX314" fmla="*/ 9896 w 609166"/>
                  <a:gd name="connsiteY314" fmla="*/ 60313 h 93125"/>
                  <a:gd name="connsiteX315" fmla="*/ 15937 w 609166"/>
                  <a:gd name="connsiteY315" fmla="*/ 53854 h 93125"/>
                  <a:gd name="connsiteX316" fmla="*/ 22084 w 609166"/>
                  <a:gd name="connsiteY316" fmla="*/ 46771 h 93125"/>
                  <a:gd name="connsiteX317" fmla="*/ 27813 w 609166"/>
                  <a:gd name="connsiteY317" fmla="*/ 39636 h 93125"/>
                  <a:gd name="connsiteX318" fmla="*/ 32500 w 609166"/>
                  <a:gd name="connsiteY318" fmla="*/ 32708 h 93125"/>
                  <a:gd name="connsiteX319" fmla="*/ 35781 w 609166"/>
                  <a:gd name="connsiteY319" fmla="*/ 26250 h 93125"/>
                  <a:gd name="connsiteX320" fmla="*/ 36979 w 609166"/>
                  <a:gd name="connsiteY320" fmla="*/ 20729 h 93125"/>
                  <a:gd name="connsiteX321" fmla="*/ 33021 w 609166"/>
                  <a:gd name="connsiteY321" fmla="*/ 10573 h 93125"/>
                  <a:gd name="connsiteX322" fmla="*/ 22813 w 609166"/>
                  <a:gd name="connsiteY322" fmla="*/ 7188 h 93125"/>
                  <a:gd name="connsiteX323" fmla="*/ 12969 w 609166"/>
                  <a:gd name="connsiteY323" fmla="*/ 11354 h 93125"/>
                  <a:gd name="connsiteX324" fmla="*/ 9167 w 609166"/>
                  <a:gd name="connsiteY324" fmla="*/ 22188 h 93125"/>
                  <a:gd name="connsiteX325" fmla="*/ 625 w 609166"/>
                  <a:gd name="connsiteY325" fmla="*/ 22188 h 93125"/>
                  <a:gd name="connsiteX326" fmla="*/ 2292 w 609166"/>
                  <a:gd name="connsiteY326" fmla="*/ 13073 h 93125"/>
                  <a:gd name="connsiteX327" fmla="*/ 6979 w 609166"/>
                  <a:gd name="connsiteY327" fmla="*/ 6042 h 93125"/>
                  <a:gd name="connsiteX328" fmla="*/ 14115 w 609166"/>
                  <a:gd name="connsiteY328" fmla="*/ 1562 h 93125"/>
                  <a:gd name="connsiteX329" fmla="*/ 23021 w 609166"/>
                  <a:gd name="connsiteY329" fmla="*/ 0 h 93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</a:cxnLst>
                <a:rect l="l" t="t" r="r" b="b"/>
                <a:pathLst>
                  <a:path w="609166" h="93125">
                    <a:moveTo>
                      <a:pt x="408125" y="69479"/>
                    </a:moveTo>
                    <a:lnTo>
                      <a:pt x="418854" y="69479"/>
                    </a:lnTo>
                    <a:cubicBezTo>
                      <a:pt x="419271" y="69479"/>
                      <a:pt x="419558" y="69583"/>
                      <a:pt x="419740" y="69792"/>
                    </a:cubicBezTo>
                    <a:cubicBezTo>
                      <a:pt x="419909" y="70000"/>
                      <a:pt x="420000" y="70312"/>
                      <a:pt x="420000" y="70729"/>
                    </a:cubicBezTo>
                    <a:lnTo>
                      <a:pt x="420000" y="77396"/>
                    </a:lnTo>
                    <a:cubicBezTo>
                      <a:pt x="420000" y="82331"/>
                      <a:pt x="418958" y="86081"/>
                      <a:pt x="416875" y="88646"/>
                    </a:cubicBezTo>
                    <a:cubicBezTo>
                      <a:pt x="414792" y="91224"/>
                      <a:pt x="412253" y="92708"/>
                      <a:pt x="409271" y="93125"/>
                    </a:cubicBezTo>
                    <a:lnTo>
                      <a:pt x="409271" y="89479"/>
                    </a:lnTo>
                    <a:cubicBezTo>
                      <a:pt x="410860" y="89062"/>
                      <a:pt x="412032" y="87904"/>
                      <a:pt x="412761" y="85990"/>
                    </a:cubicBezTo>
                    <a:cubicBezTo>
                      <a:pt x="413490" y="84089"/>
                      <a:pt x="413750" y="82161"/>
                      <a:pt x="413542" y="80208"/>
                    </a:cubicBezTo>
                    <a:lnTo>
                      <a:pt x="408125" y="80208"/>
                    </a:lnTo>
                    <a:close/>
                    <a:moveTo>
                      <a:pt x="186771" y="69479"/>
                    </a:moveTo>
                    <a:lnTo>
                      <a:pt x="197500" y="69479"/>
                    </a:lnTo>
                    <a:cubicBezTo>
                      <a:pt x="197917" y="69479"/>
                      <a:pt x="198203" y="69583"/>
                      <a:pt x="198385" y="69792"/>
                    </a:cubicBezTo>
                    <a:cubicBezTo>
                      <a:pt x="198555" y="70000"/>
                      <a:pt x="198646" y="70312"/>
                      <a:pt x="198646" y="70729"/>
                    </a:cubicBezTo>
                    <a:lnTo>
                      <a:pt x="198646" y="77396"/>
                    </a:lnTo>
                    <a:cubicBezTo>
                      <a:pt x="198646" y="82331"/>
                      <a:pt x="197604" y="86081"/>
                      <a:pt x="195521" y="88646"/>
                    </a:cubicBezTo>
                    <a:cubicBezTo>
                      <a:pt x="193437" y="91224"/>
                      <a:pt x="190899" y="92708"/>
                      <a:pt x="187917" y="93125"/>
                    </a:cubicBezTo>
                    <a:lnTo>
                      <a:pt x="187917" y="89479"/>
                    </a:lnTo>
                    <a:cubicBezTo>
                      <a:pt x="189506" y="89062"/>
                      <a:pt x="190677" y="87904"/>
                      <a:pt x="191407" y="85990"/>
                    </a:cubicBezTo>
                    <a:cubicBezTo>
                      <a:pt x="192136" y="84089"/>
                      <a:pt x="192396" y="82161"/>
                      <a:pt x="192188" y="80208"/>
                    </a:cubicBezTo>
                    <a:lnTo>
                      <a:pt x="186771" y="80208"/>
                    </a:lnTo>
                    <a:close/>
                    <a:moveTo>
                      <a:pt x="297917" y="42083"/>
                    </a:moveTo>
                    <a:cubicBezTo>
                      <a:pt x="295834" y="42083"/>
                      <a:pt x="293776" y="42422"/>
                      <a:pt x="291771" y="43073"/>
                    </a:cubicBezTo>
                    <a:cubicBezTo>
                      <a:pt x="289753" y="43737"/>
                      <a:pt x="287982" y="44688"/>
                      <a:pt x="286458" y="45938"/>
                    </a:cubicBezTo>
                    <a:cubicBezTo>
                      <a:pt x="284857" y="47187"/>
                      <a:pt x="283594" y="48776"/>
                      <a:pt x="282657" y="50677"/>
                    </a:cubicBezTo>
                    <a:cubicBezTo>
                      <a:pt x="281719" y="52591"/>
                      <a:pt x="281250" y="54792"/>
                      <a:pt x="281250" y="57292"/>
                    </a:cubicBezTo>
                    <a:cubicBezTo>
                      <a:pt x="281250" y="61875"/>
                      <a:pt x="282722" y="65560"/>
                      <a:pt x="285677" y="68334"/>
                    </a:cubicBezTo>
                    <a:cubicBezTo>
                      <a:pt x="288620" y="71120"/>
                      <a:pt x="292709" y="72500"/>
                      <a:pt x="297917" y="72500"/>
                    </a:cubicBezTo>
                    <a:cubicBezTo>
                      <a:pt x="302982" y="72500"/>
                      <a:pt x="307032" y="71120"/>
                      <a:pt x="310052" y="68334"/>
                    </a:cubicBezTo>
                    <a:cubicBezTo>
                      <a:pt x="313073" y="65560"/>
                      <a:pt x="314584" y="61875"/>
                      <a:pt x="314584" y="57292"/>
                    </a:cubicBezTo>
                    <a:cubicBezTo>
                      <a:pt x="314584" y="54792"/>
                      <a:pt x="314089" y="52591"/>
                      <a:pt x="313125" y="50677"/>
                    </a:cubicBezTo>
                    <a:cubicBezTo>
                      <a:pt x="312149" y="48776"/>
                      <a:pt x="310859" y="47187"/>
                      <a:pt x="309271" y="45938"/>
                    </a:cubicBezTo>
                    <a:cubicBezTo>
                      <a:pt x="307735" y="44688"/>
                      <a:pt x="305964" y="43737"/>
                      <a:pt x="303958" y="43073"/>
                    </a:cubicBezTo>
                    <a:cubicBezTo>
                      <a:pt x="301940" y="42422"/>
                      <a:pt x="299922" y="42083"/>
                      <a:pt x="297917" y="42083"/>
                    </a:cubicBezTo>
                    <a:close/>
                    <a:moveTo>
                      <a:pt x="519063" y="6979"/>
                    </a:moveTo>
                    <a:cubicBezTo>
                      <a:pt x="513854" y="6979"/>
                      <a:pt x="509844" y="8828"/>
                      <a:pt x="507032" y="12500"/>
                    </a:cubicBezTo>
                    <a:cubicBezTo>
                      <a:pt x="504219" y="16185"/>
                      <a:pt x="502813" y="20664"/>
                      <a:pt x="502813" y="25938"/>
                    </a:cubicBezTo>
                    <a:cubicBezTo>
                      <a:pt x="502813" y="28516"/>
                      <a:pt x="503138" y="30938"/>
                      <a:pt x="503803" y="33229"/>
                    </a:cubicBezTo>
                    <a:cubicBezTo>
                      <a:pt x="504453" y="35521"/>
                      <a:pt x="505482" y="37500"/>
                      <a:pt x="506875" y="39167"/>
                    </a:cubicBezTo>
                    <a:cubicBezTo>
                      <a:pt x="508190" y="40911"/>
                      <a:pt x="509857" y="42279"/>
                      <a:pt x="511875" y="43281"/>
                    </a:cubicBezTo>
                    <a:cubicBezTo>
                      <a:pt x="513881" y="44297"/>
                      <a:pt x="516250" y="44792"/>
                      <a:pt x="518958" y="44792"/>
                    </a:cubicBezTo>
                    <a:cubicBezTo>
                      <a:pt x="521250" y="44792"/>
                      <a:pt x="523386" y="44310"/>
                      <a:pt x="525365" y="43333"/>
                    </a:cubicBezTo>
                    <a:cubicBezTo>
                      <a:pt x="527344" y="42370"/>
                      <a:pt x="529024" y="41081"/>
                      <a:pt x="530417" y="39479"/>
                    </a:cubicBezTo>
                    <a:cubicBezTo>
                      <a:pt x="531875" y="37812"/>
                      <a:pt x="532995" y="35911"/>
                      <a:pt x="533802" y="33750"/>
                    </a:cubicBezTo>
                    <a:cubicBezTo>
                      <a:pt x="534597" y="31602"/>
                      <a:pt x="535000" y="29310"/>
                      <a:pt x="535000" y="26875"/>
                    </a:cubicBezTo>
                    <a:cubicBezTo>
                      <a:pt x="535000" y="24102"/>
                      <a:pt x="534597" y="21497"/>
                      <a:pt x="533802" y="19062"/>
                    </a:cubicBezTo>
                    <a:cubicBezTo>
                      <a:pt x="532995" y="16641"/>
                      <a:pt x="531901" y="14518"/>
                      <a:pt x="530521" y="12709"/>
                    </a:cubicBezTo>
                    <a:cubicBezTo>
                      <a:pt x="529128" y="10977"/>
                      <a:pt x="527461" y="9583"/>
                      <a:pt x="525521" y="8542"/>
                    </a:cubicBezTo>
                    <a:cubicBezTo>
                      <a:pt x="523568" y="7500"/>
                      <a:pt x="521420" y="6979"/>
                      <a:pt x="519063" y="6979"/>
                    </a:cubicBezTo>
                    <a:close/>
                    <a:moveTo>
                      <a:pt x="297917" y="6979"/>
                    </a:moveTo>
                    <a:cubicBezTo>
                      <a:pt x="293542" y="6979"/>
                      <a:pt x="289818" y="8229"/>
                      <a:pt x="286771" y="10729"/>
                    </a:cubicBezTo>
                    <a:cubicBezTo>
                      <a:pt x="283711" y="13229"/>
                      <a:pt x="282188" y="16563"/>
                      <a:pt x="282188" y="20729"/>
                    </a:cubicBezTo>
                    <a:cubicBezTo>
                      <a:pt x="282188" y="25104"/>
                      <a:pt x="283672" y="28490"/>
                      <a:pt x="286667" y="30886"/>
                    </a:cubicBezTo>
                    <a:cubicBezTo>
                      <a:pt x="289649" y="33281"/>
                      <a:pt x="293398" y="34479"/>
                      <a:pt x="297917" y="34479"/>
                    </a:cubicBezTo>
                    <a:cubicBezTo>
                      <a:pt x="302292" y="34479"/>
                      <a:pt x="306003" y="33281"/>
                      <a:pt x="309063" y="30886"/>
                    </a:cubicBezTo>
                    <a:cubicBezTo>
                      <a:pt x="312110" y="28490"/>
                      <a:pt x="313646" y="25104"/>
                      <a:pt x="313646" y="20729"/>
                    </a:cubicBezTo>
                    <a:cubicBezTo>
                      <a:pt x="313646" y="16563"/>
                      <a:pt x="312110" y="13229"/>
                      <a:pt x="309063" y="10729"/>
                    </a:cubicBezTo>
                    <a:cubicBezTo>
                      <a:pt x="306003" y="8229"/>
                      <a:pt x="302292" y="6979"/>
                      <a:pt x="297917" y="6979"/>
                    </a:cubicBezTo>
                    <a:close/>
                    <a:moveTo>
                      <a:pt x="565521" y="1771"/>
                    </a:moveTo>
                    <a:lnTo>
                      <a:pt x="605209" y="1771"/>
                    </a:lnTo>
                    <a:lnTo>
                      <a:pt x="605209" y="8854"/>
                    </a:lnTo>
                    <a:lnTo>
                      <a:pt x="571875" y="8854"/>
                    </a:lnTo>
                    <a:lnTo>
                      <a:pt x="570417" y="34479"/>
                    </a:lnTo>
                    <a:cubicBezTo>
                      <a:pt x="572005" y="32331"/>
                      <a:pt x="574284" y="30651"/>
                      <a:pt x="577240" y="29427"/>
                    </a:cubicBezTo>
                    <a:cubicBezTo>
                      <a:pt x="580183" y="28216"/>
                      <a:pt x="583542" y="27604"/>
                      <a:pt x="587292" y="27604"/>
                    </a:cubicBezTo>
                    <a:cubicBezTo>
                      <a:pt x="590274" y="27604"/>
                      <a:pt x="593086" y="28151"/>
                      <a:pt x="595730" y="29219"/>
                    </a:cubicBezTo>
                    <a:cubicBezTo>
                      <a:pt x="598360" y="30299"/>
                      <a:pt x="600690" y="31914"/>
                      <a:pt x="602709" y="34062"/>
                    </a:cubicBezTo>
                    <a:cubicBezTo>
                      <a:pt x="604649" y="36224"/>
                      <a:pt x="606211" y="38906"/>
                      <a:pt x="607396" y="42135"/>
                    </a:cubicBezTo>
                    <a:cubicBezTo>
                      <a:pt x="608568" y="45365"/>
                      <a:pt x="609167" y="49167"/>
                      <a:pt x="609167" y="53542"/>
                    </a:cubicBezTo>
                    <a:cubicBezTo>
                      <a:pt x="609167" y="57370"/>
                      <a:pt x="608594" y="60873"/>
                      <a:pt x="607448" y="64063"/>
                    </a:cubicBezTo>
                    <a:cubicBezTo>
                      <a:pt x="606302" y="67266"/>
                      <a:pt x="604688" y="70000"/>
                      <a:pt x="602604" y="72292"/>
                    </a:cubicBezTo>
                    <a:cubicBezTo>
                      <a:pt x="600443" y="74583"/>
                      <a:pt x="597891" y="76380"/>
                      <a:pt x="594948" y="77656"/>
                    </a:cubicBezTo>
                    <a:cubicBezTo>
                      <a:pt x="591992" y="78946"/>
                      <a:pt x="588711" y="79583"/>
                      <a:pt x="585105" y="79583"/>
                    </a:cubicBezTo>
                    <a:cubicBezTo>
                      <a:pt x="578503" y="79583"/>
                      <a:pt x="572943" y="77852"/>
                      <a:pt x="568438" y="74375"/>
                    </a:cubicBezTo>
                    <a:cubicBezTo>
                      <a:pt x="563919" y="70912"/>
                      <a:pt x="561485" y="65872"/>
                      <a:pt x="561146" y="59271"/>
                    </a:cubicBezTo>
                    <a:lnTo>
                      <a:pt x="569375" y="59271"/>
                    </a:lnTo>
                    <a:cubicBezTo>
                      <a:pt x="570000" y="63516"/>
                      <a:pt x="571771" y="66797"/>
                      <a:pt x="574688" y="69115"/>
                    </a:cubicBezTo>
                    <a:cubicBezTo>
                      <a:pt x="577605" y="71445"/>
                      <a:pt x="581172" y="72604"/>
                      <a:pt x="585417" y="72604"/>
                    </a:cubicBezTo>
                    <a:cubicBezTo>
                      <a:pt x="589792" y="72604"/>
                      <a:pt x="593451" y="70912"/>
                      <a:pt x="596407" y="67500"/>
                    </a:cubicBezTo>
                    <a:cubicBezTo>
                      <a:pt x="599349" y="64102"/>
                      <a:pt x="600834" y="59479"/>
                      <a:pt x="600834" y="53646"/>
                    </a:cubicBezTo>
                    <a:cubicBezTo>
                      <a:pt x="600834" y="47266"/>
                      <a:pt x="599376" y="42474"/>
                      <a:pt x="596459" y="39271"/>
                    </a:cubicBezTo>
                    <a:cubicBezTo>
                      <a:pt x="593542" y="36081"/>
                      <a:pt x="589896" y="34479"/>
                      <a:pt x="585521" y="34479"/>
                    </a:cubicBezTo>
                    <a:cubicBezTo>
                      <a:pt x="582044" y="34479"/>
                      <a:pt x="578985" y="35365"/>
                      <a:pt x="576355" y="37135"/>
                    </a:cubicBezTo>
                    <a:cubicBezTo>
                      <a:pt x="573711" y="38906"/>
                      <a:pt x="571980" y="41328"/>
                      <a:pt x="571146" y="44375"/>
                    </a:cubicBezTo>
                    <a:cubicBezTo>
                      <a:pt x="571003" y="44727"/>
                      <a:pt x="570899" y="45000"/>
                      <a:pt x="570834" y="45209"/>
                    </a:cubicBezTo>
                    <a:cubicBezTo>
                      <a:pt x="570756" y="45417"/>
                      <a:pt x="570651" y="45599"/>
                      <a:pt x="570521" y="45729"/>
                    </a:cubicBezTo>
                    <a:cubicBezTo>
                      <a:pt x="570378" y="45873"/>
                      <a:pt x="570183" y="45977"/>
                      <a:pt x="569948" y="46042"/>
                    </a:cubicBezTo>
                    <a:cubicBezTo>
                      <a:pt x="569701" y="46120"/>
                      <a:pt x="569402" y="46146"/>
                      <a:pt x="569063" y="46146"/>
                    </a:cubicBezTo>
                    <a:lnTo>
                      <a:pt x="564063" y="46146"/>
                    </a:lnTo>
                    <a:cubicBezTo>
                      <a:pt x="563438" y="46146"/>
                      <a:pt x="563047" y="46068"/>
                      <a:pt x="562917" y="45886"/>
                    </a:cubicBezTo>
                    <a:cubicBezTo>
                      <a:pt x="562774" y="45716"/>
                      <a:pt x="562709" y="45286"/>
                      <a:pt x="562709" y="44583"/>
                    </a:cubicBezTo>
                    <a:lnTo>
                      <a:pt x="563855" y="3750"/>
                    </a:lnTo>
                    <a:cubicBezTo>
                      <a:pt x="563855" y="2995"/>
                      <a:pt x="563972" y="2474"/>
                      <a:pt x="564219" y="2187"/>
                    </a:cubicBezTo>
                    <a:cubicBezTo>
                      <a:pt x="564454" y="1914"/>
                      <a:pt x="564896" y="1771"/>
                      <a:pt x="565521" y="1771"/>
                    </a:cubicBezTo>
                    <a:close/>
                    <a:moveTo>
                      <a:pt x="361979" y="1771"/>
                    </a:moveTo>
                    <a:lnTo>
                      <a:pt x="367917" y="1771"/>
                    </a:lnTo>
                    <a:cubicBezTo>
                      <a:pt x="368672" y="1771"/>
                      <a:pt x="369193" y="1914"/>
                      <a:pt x="369479" y="2187"/>
                    </a:cubicBezTo>
                    <a:cubicBezTo>
                      <a:pt x="369753" y="2474"/>
                      <a:pt x="369896" y="2995"/>
                      <a:pt x="369896" y="3750"/>
                    </a:cubicBezTo>
                    <a:lnTo>
                      <a:pt x="369896" y="77813"/>
                    </a:lnTo>
                    <a:lnTo>
                      <a:pt x="361667" y="77813"/>
                    </a:lnTo>
                    <a:lnTo>
                      <a:pt x="361667" y="10729"/>
                    </a:lnTo>
                    <a:cubicBezTo>
                      <a:pt x="359792" y="12747"/>
                      <a:pt x="357448" y="14675"/>
                      <a:pt x="354636" y="16510"/>
                    </a:cubicBezTo>
                    <a:cubicBezTo>
                      <a:pt x="351823" y="18359"/>
                      <a:pt x="348750" y="20104"/>
                      <a:pt x="345417" y="21771"/>
                    </a:cubicBezTo>
                    <a:lnTo>
                      <a:pt x="345417" y="13854"/>
                    </a:lnTo>
                    <a:cubicBezTo>
                      <a:pt x="348398" y="12539"/>
                      <a:pt x="351276" y="10833"/>
                      <a:pt x="354063" y="8750"/>
                    </a:cubicBezTo>
                    <a:cubicBezTo>
                      <a:pt x="356836" y="6667"/>
                      <a:pt x="359479" y="4349"/>
                      <a:pt x="361979" y="1771"/>
                    </a:cubicBezTo>
                    <a:close/>
                    <a:moveTo>
                      <a:pt x="122813" y="1771"/>
                    </a:moveTo>
                    <a:lnTo>
                      <a:pt x="162500" y="1771"/>
                    </a:lnTo>
                    <a:lnTo>
                      <a:pt x="162500" y="8854"/>
                    </a:lnTo>
                    <a:lnTo>
                      <a:pt x="129167" y="8854"/>
                    </a:lnTo>
                    <a:lnTo>
                      <a:pt x="127709" y="34479"/>
                    </a:lnTo>
                    <a:cubicBezTo>
                      <a:pt x="129297" y="32331"/>
                      <a:pt x="131576" y="30651"/>
                      <a:pt x="134531" y="29427"/>
                    </a:cubicBezTo>
                    <a:cubicBezTo>
                      <a:pt x="137474" y="28216"/>
                      <a:pt x="140834" y="27604"/>
                      <a:pt x="144583" y="27604"/>
                    </a:cubicBezTo>
                    <a:cubicBezTo>
                      <a:pt x="147565" y="27604"/>
                      <a:pt x="150378" y="28151"/>
                      <a:pt x="153021" y="29219"/>
                    </a:cubicBezTo>
                    <a:cubicBezTo>
                      <a:pt x="155651" y="30299"/>
                      <a:pt x="157982" y="31914"/>
                      <a:pt x="160000" y="34062"/>
                    </a:cubicBezTo>
                    <a:cubicBezTo>
                      <a:pt x="161940" y="36224"/>
                      <a:pt x="163503" y="38906"/>
                      <a:pt x="164688" y="42135"/>
                    </a:cubicBezTo>
                    <a:cubicBezTo>
                      <a:pt x="165860" y="45365"/>
                      <a:pt x="166458" y="49167"/>
                      <a:pt x="166458" y="53542"/>
                    </a:cubicBezTo>
                    <a:cubicBezTo>
                      <a:pt x="166458" y="57370"/>
                      <a:pt x="165885" y="60873"/>
                      <a:pt x="164740" y="64063"/>
                    </a:cubicBezTo>
                    <a:cubicBezTo>
                      <a:pt x="163594" y="67266"/>
                      <a:pt x="161979" y="70000"/>
                      <a:pt x="159896" y="72292"/>
                    </a:cubicBezTo>
                    <a:cubicBezTo>
                      <a:pt x="157735" y="74583"/>
                      <a:pt x="155182" y="76380"/>
                      <a:pt x="152240" y="77656"/>
                    </a:cubicBezTo>
                    <a:cubicBezTo>
                      <a:pt x="149284" y="78946"/>
                      <a:pt x="146003" y="79583"/>
                      <a:pt x="142396" y="79583"/>
                    </a:cubicBezTo>
                    <a:cubicBezTo>
                      <a:pt x="135795" y="79583"/>
                      <a:pt x="130235" y="77852"/>
                      <a:pt x="125729" y="74375"/>
                    </a:cubicBezTo>
                    <a:cubicBezTo>
                      <a:pt x="121211" y="70912"/>
                      <a:pt x="118776" y="65872"/>
                      <a:pt x="118438" y="59271"/>
                    </a:cubicBezTo>
                    <a:lnTo>
                      <a:pt x="126667" y="59271"/>
                    </a:lnTo>
                    <a:cubicBezTo>
                      <a:pt x="127292" y="63516"/>
                      <a:pt x="129063" y="66797"/>
                      <a:pt x="131979" y="69115"/>
                    </a:cubicBezTo>
                    <a:cubicBezTo>
                      <a:pt x="134896" y="71445"/>
                      <a:pt x="138464" y="72604"/>
                      <a:pt x="142708" y="72604"/>
                    </a:cubicBezTo>
                    <a:cubicBezTo>
                      <a:pt x="147083" y="72604"/>
                      <a:pt x="150742" y="70912"/>
                      <a:pt x="153698" y="67500"/>
                    </a:cubicBezTo>
                    <a:cubicBezTo>
                      <a:pt x="156641" y="64102"/>
                      <a:pt x="158125" y="59479"/>
                      <a:pt x="158125" y="53646"/>
                    </a:cubicBezTo>
                    <a:cubicBezTo>
                      <a:pt x="158125" y="47266"/>
                      <a:pt x="156667" y="42474"/>
                      <a:pt x="153750" y="39271"/>
                    </a:cubicBezTo>
                    <a:cubicBezTo>
                      <a:pt x="150834" y="36081"/>
                      <a:pt x="147188" y="34479"/>
                      <a:pt x="142813" y="34479"/>
                    </a:cubicBezTo>
                    <a:cubicBezTo>
                      <a:pt x="139336" y="34479"/>
                      <a:pt x="136276" y="35365"/>
                      <a:pt x="133646" y="37135"/>
                    </a:cubicBezTo>
                    <a:cubicBezTo>
                      <a:pt x="131003" y="38906"/>
                      <a:pt x="129271" y="41328"/>
                      <a:pt x="128438" y="44375"/>
                    </a:cubicBezTo>
                    <a:cubicBezTo>
                      <a:pt x="128294" y="44727"/>
                      <a:pt x="128190" y="45000"/>
                      <a:pt x="128125" y="45209"/>
                    </a:cubicBezTo>
                    <a:cubicBezTo>
                      <a:pt x="128047" y="45417"/>
                      <a:pt x="127943" y="45599"/>
                      <a:pt x="127813" y="45729"/>
                    </a:cubicBezTo>
                    <a:cubicBezTo>
                      <a:pt x="127669" y="45873"/>
                      <a:pt x="127474" y="45977"/>
                      <a:pt x="127240" y="46042"/>
                    </a:cubicBezTo>
                    <a:cubicBezTo>
                      <a:pt x="126992" y="46120"/>
                      <a:pt x="126693" y="46146"/>
                      <a:pt x="126354" y="46146"/>
                    </a:cubicBezTo>
                    <a:lnTo>
                      <a:pt x="121354" y="46146"/>
                    </a:lnTo>
                    <a:cubicBezTo>
                      <a:pt x="120729" y="46146"/>
                      <a:pt x="120339" y="46068"/>
                      <a:pt x="120208" y="45886"/>
                    </a:cubicBezTo>
                    <a:cubicBezTo>
                      <a:pt x="120065" y="45716"/>
                      <a:pt x="120000" y="45286"/>
                      <a:pt x="120000" y="44583"/>
                    </a:cubicBezTo>
                    <a:lnTo>
                      <a:pt x="121146" y="3750"/>
                    </a:lnTo>
                    <a:cubicBezTo>
                      <a:pt x="121146" y="2995"/>
                      <a:pt x="121263" y="2474"/>
                      <a:pt x="121510" y="2187"/>
                    </a:cubicBezTo>
                    <a:cubicBezTo>
                      <a:pt x="121745" y="1914"/>
                      <a:pt x="122188" y="1771"/>
                      <a:pt x="122813" y="1771"/>
                    </a:cubicBezTo>
                    <a:close/>
                    <a:moveTo>
                      <a:pt x="518542" y="0"/>
                    </a:moveTo>
                    <a:cubicBezTo>
                      <a:pt x="521876" y="0"/>
                      <a:pt x="525066" y="521"/>
                      <a:pt x="528125" y="1562"/>
                    </a:cubicBezTo>
                    <a:cubicBezTo>
                      <a:pt x="531172" y="2604"/>
                      <a:pt x="533920" y="4518"/>
                      <a:pt x="536355" y="7292"/>
                    </a:cubicBezTo>
                    <a:cubicBezTo>
                      <a:pt x="538711" y="10078"/>
                      <a:pt x="540599" y="13906"/>
                      <a:pt x="542031" y="18802"/>
                    </a:cubicBezTo>
                    <a:cubicBezTo>
                      <a:pt x="543451" y="23698"/>
                      <a:pt x="544167" y="29974"/>
                      <a:pt x="544167" y="37604"/>
                    </a:cubicBezTo>
                    <a:cubicBezTo>
                      <a:pt x="544167" y="51562"/>
                      <a:pt x="541836" y="62031"/>
                      <a:pt x="537188" y="69011"/>
                    </a:cubicBezTo>
                    <a:cubicBezTo>
                      <a:pt x="532526" y="75990"/>
                      <a:pt x="526211" y="79479"/>
                      <a:pt x="518229" y="79479"/>
                    </a:cubicBezTo>
                    <a:cubicBezTo>
                      <a:pt x="511836" y="79479"/>
                      <a:pt x="506680" y="77709"/>
                      <a:pt x="502761" y="74167"/>
                    </a:cubicBezTo>
                    <a:cubicBezTo>
                      <a:pt x="498828" y="70625"/>
                      <a:pt x="496563" y="65808"/>
                      <a:pt x="495938" y="59688"/>
                    </a:cubicBezTo>
                    <a:lnTo>
                      <a:pt x="504167" y="59688"/>
                    </a:lnTo>
                    <a:cubicBezTo>
                      <a:pt x="504297" y="63646"/>
                      <a:pt x="505808" y="66771"/>
                      <a:pt x="508698" y="69063"/>
                    </a:cubicBezTo>
                    <a:cubicBezTo>
                      <a:pt x="511576" y="71354"/>
                      <a:pt x="514896" y="72500"/>
                      <a:pt x="518646" y="72500"/>
                    </a:cubicBezTo>
                    <a:cubicBezTo>
                      <a:pt x="522253" y="72500"/>
                      <a:pt x="525261" y="71458"/>
                      <a:pt x="527657" y="69375"/>
                    </a:cubicBezTo>
                    <a:cubicBezTo>
                      <a:pt x="530052" y="67292"/>
                      <a:pt x="531940" y="64583"/>
                      <a:pt x="533334" y="61250"/>
                    </a:cubicBezTo>
                    <a:cubicBezTo>
                      <a:pt x="534714" y="57995"/>
                      <a:pt x="535678" y="54310"/>
                      <a:pt x="536198" y="50209"/>
                    </a:cubicBezTo>
                    <a:cubicBezTo>
                      <a:pt x="536719" y="46120"/>
                      <a:pt x="536979" y="42057"/>
                      <a:pt x="536979" y="38021"/>
                    </a:cubicBezTo>
                    <a:cubicBezTo>
                      <a:pt x="535378" y="42539"/>
                      <a:pt x="532839" y="45873"/>
                      <a:pt x="529375" y="48021"/>
                    </a:cubicBezTo>
                    <a:cubicBezTo>
                      <a:pt x="525899" y="50182"/>
                      <a:pt x="521876" y="51250"/>
                      <a:pt x="517292" y="51250"/>
                    </a:cubicBezTo>
                    <a:cubicBezTo>
                      <a:pt x="510417" y="51250"/>
                      <a:pt x="504909" y="48932"/>
                      <a:pt x="500781" y="44271"/>
                    </a:cubicBezTo>
                    <a:cubicBezTo>
                      <a:pt x="496641" y="39622"/>
                      <a:pt x="494584" y="33437"/>
                      <a:pt x="494584" y="25729"/>
                    </a:cubicBezTo>
                    <a:cubicBezTo>
                      <a:pt x="494584" y="22188"/>
                      <a:pt x="495117" y="18854"/>
                      <a:pt x="496198" y="15729"/>
                    </a:cubicBezTo>
                    <a:cubicBezTo>
                      <a:pt x="497266" y="12604"/>
                      <a:pt x="498855" y="9870"/>
                      <a:pt x="500938" y="7500"/>
                    </a:cubicBezTo>
                    <a:cubicBezTo>
                      <a:pt x="503021" y="5208"/>
                      <a:pt x="505534" y="3386"/>
                      <a:pt x="508490" y="2031"/>
                    </a:cubicBezTo>
                    <a:cubicBezTo>
                      <a:pt x="511433" y="677"/>
                      <a:pt x="514792" y="0"/>
                      <a:pt x="518542" y="0"/>
                    </a:cubicBezTo>
                    <a:close/>
                    <a:moveTo>
                      <a:pt x="452813" y="0"/>
                    </a:moveTo>
                    <a:cubicBezTo>
                      <a:pt x="455860" y="0"/>
                      <a:pt x="458802" y="404"/>
                      <a:pt x="461615" y="1198"/>
                    </a:cubicBezTo>
                    <a:cubicBezTo>
                      <a:pt x="464427" y="2005"/>
                      <a:pt x="466901" y="3229"/>
                      <a:pt x="469063" y="4896"/>
                    </a:cubicBezTo>
                    <a:cubicBezTo>
                      <a:pt x="471146" y="6562"/>
                      <a:pt x="472826" y="8685"/>
                      <a:pt x="474115" y="11250"/>
                    </a:cubicBezTo>
                    <a:cubicBezTo>
                      <a:pt x="475391" y="13828"/>
                      <a:pt x="476042" y="16875"/>
                      <a:pt x="476042" y="20417"/>
                    </a:cubicBezTo>
                    <a:cubicBezTo>
                      <a:pt x="476042" y="24792"/>
                      <a:pt x="474610" y="28685"/>
                      <a:pt x="471771" y="32083"/>
                    </a:cubicBezTo>
                    <a:cubicBezTo>
                      <a:pt x="468920" y="35495"/>
                      <a:pt x="465209" y="37604"/>
                      <a:pt x="460625" y="38437"/>
                    </a:cubicBezTo>
                    <a:cubicBezTo>
                      <a:pt x="465691" y="39141"/>
                      <a:pt x="469805" y="41276"/>
                      <a:pt x="472969" y="44844"/>
                    </a:cubicBezTo>
                    <a:cubicBezTo>
                      <a:pt x="476120" y="48424"/>
                      <a:pt x="477708" y="52708"/>
                      <a:pt x="477708" y="57708"/>
                    </a:cubicBezTo>
                    <a:cubicBezTo>
                      <a:pt x="477708" y="61602"/>
                      <a:pt x="476992" y="64922"/>
                      <a:pt x="475573" y="67656"/>
                    </a:cubicBezTo>
                    <a:cubicBezTo>
                      <a:pt x="474141" y="70404"/>
                      <a:pt x="472253" y="72682"/>
                      <a:pt x="469896" y="74479"/>
                    </a:cubicBezTo>
                    <a:cubicBezTo>
                      <a:pt x="467526" y="76224"/>
                      <a:pt x="464818" y="77500"/>
                      <a:pt x="461771" y="78333"/>
                    </a:cubicBezTo>
                    <a:cubicBezTo>
                      <a:pt x="458711" y="79167"/>
                      <a:pt x="455586" y="79583"/>
                      <a:pt x="452396" y="79583"/>
                    </a:cubicBezTo>
                    <a:cubicBezTo>
                      <a:pt x="444896" y="79583"/>
                      <a:pt x="438972" y="77604"/>
                      <a:pt x="434636" y="73646"/>
                    </a:cubicBezTo>
                    <a:cubicBezTo>
                      <a:pt x="430287" y="69687"/>
                      <a:pt x="428047" y="64206"/>
                      <a:pt x="427917" y="57188"/>
                    </a:cubicBezTo>
                    <a:lnTo>
                      <a:pt x="436146" y="57188"/>
                    </a:lnTo>
                    <a:cubicBezTo>
                      <a:pt x="436628" y="62188"/>
                      <a:pt x="438282" y="65977"/>
                      <a:pt x="441094" y="68542"/>
                    </a:cubicBezTo>
                    <a:cubicBezTo>
                      <a:pt x="443907" y="71120"/>
                      <a:pt x="447774" y="72396"/>
                      <a:pt x="452709" y="72396"/>
                    </a:cubicBezTo>
                    <a:cubicBezTo>
                      <a:pt x="457839" y="72396"/>
                      <a:pt x="461901" y="71042"/>
                      <a:pt x="464896" y="68334"/>
                    </a:cubicBezTo>
                    <a:cubicBezTo>
                      <a:pt x="467878" y="65625"/>
                      <a:pt x="469375" y="61771"/>
                      <a:pt x="469375" y="56771"/>
                    </a:cubicBezTo>
                    <a:cubicBezTo>
                      <a:pt x="469375" y="54206"/>
                      <a:pt x="468881" y="52005"/>
                      <a:pt x="467917" y="50156"/>
                    </a:cubicBezTo>
                    <a:cubicBezTo>
                      <a:pt x="466940" y="48320"/>
                      <a:pt x="465651" y="46810"/>
                      <a:pt x="464063" y="45625"/>
                    </a:cubicBezTo>
                    <a:cubicBezTo>
                      <a:pt x="462396" y="44453"/>
                      <a:pt x="460534" y="43581"/>
                      <a:pt x="458490" y="43021"/>
                    </a:cubicBezTo>
                    <a:cubicBezTo>
                      <a:pt x="456433" y="42474"/>
                      <a:pt x="454336" y="42123"/>
                      <a:pt x="452188" y="41979"/>
                    </a:cubicBezTo>
                    <a:lnTo>
                      <a:pt x="448021" y="41979"/>
                    </a:lnTo>
                    <a:cubicBezTo>
                      <a:pt x="447188" y="41979"/>
                      <a:pt x="446693" y="41901"/>
                      <a:pt x="446563" y="41719"/>
                    </a:cubicBezTo>
                    <a:cubicBezTo>
                      <a:pt x="446420" y="41550"/>
                      <a:pt x="446354" y="41081"/>
                      <a:pt x="446354" y="40313"/>
                    </a:cubicBezTo>
                    <a:lnTo>
                      <a:pt x="446354" y="36459"/>
                    </a:lnTo>
                    <a:cubicBezTo>
                      <a:pt x="446354" y="35625"/>
                      <a:pt x="446420" y="35078"/>
                      <a:pt x="446563" y="34792"/>
                    </a:cubicBezTo>
                    <a:cubicBezTo>
                      <a:pt x="446693" y="34518"/>
                      <a:pt x="447188" y="34375"/>
                      <a:pt x="448021" y="34375"/>
                    </a:cubicBezTo>
                    <a:lnTo>
                      <a:pt x="451459" y="34375"/>
                    </a:lnTo>
                    <a:cubicBezTo>
                      <a:pt x="453542" y="34375"/>
                      <a:pt x="455573" y="34115"/>
                      <a:pt x="457553" y="33594"/>
                    </a:cubicBezTo>
                    <a:cubicBezTo>
                      <a:pt x="459531" y="33073"/>
                      <a:pt x="461250" y="32266"/>
                      <a:pt x="462709" y="31146"/>
                    </a:cubicBezTo>
                    <a:cubicBezTo>
                      <a:pt x="464232" y="30104"/>
                      <a:pt x="465443" y="28737"/>
                      <a:pt x="466355" y="27031"/>
                    </a:cubicBezTo>
                    <a:cubicBezTo>
                      <a:pt x="467253" y="25339"/>
                      <a:pt x="467709" y="23268"/>
                      <a:pt x="467709" y="20833"/>
                    </a:cubicBezTo>
                    <a:cubicBezTo>
                      <a:pt x="467709" y="16458"/>
                      <a:pt x="466263" y="13099"/>
                      <a:pt x="463386" y="10729"/>
                    </a:cubicBezTo>
                    <a:cubicBezTo>
                      <a:pt x="460495" y="8372"/>
                      <a:pt x="456875" y="7188"/>
                      <a:pt x="452500" y="7188"/>
                    </a:cubicBezTo>
                    <a:cubicBezTo>
                      <a:pt x="447982" y="7188"/>
                      <a:pt x="444427" y="8372"/>
                      <a:pt x="441823" y="10729"/>
                    </a:cubicBezTo>
                    <a:cubicBezTo>
                      <a:pt x="439219" y="13099"/>
                      <a:pt x="437709" y="16497"/>
                      <a:pt x="437292" y="20938"/>
                    </a:cubicBezTo>
                    <a:lnTo>
                      <a:pt x="428959" y="20938"/>
                    </a:lnTo>
                    <a:cubicBezTo>
                      <a:pt x="429024" y="14479"/>
                      <a:pt x="431250" y="9375"/>
                      <a:pt x="435625" y="5625"/>
                    </a:cubicBezTo>
                    <a:cubicBezTo>
                      <a:pt x="440000" y="1875"/>
                      <a:pt x="445729" y="0"/>
                      <a:pt x="452813" y="0"/>
                    </a:cubicBezTo>
                    <a:close/>
                    <a:moveTo>
                      <a:pt x="297917" y="0"/>
                    </a:moveTo>
                    <a:cubicBezTo>
                      <a:pt x="305000" y="0"/>
                      <a:pt x="310782" y="1810"/>
                      <a:pt x="315261" y="5417"/>
                    </a:cubicBezTo>
                    <a:cubicBezTo>
                      <a:pt x="319740" y="9036"/>
                      <a:pt x="321979" y="14102"/>
                      <a:pt x="321979" y="20625"/>
                    </a:cubicBezTo>
                    <a:cubicBezTo>
                      <a:pt x="321979" y="22500"/>
                      <a:pt x="321641" y="24375"/>
                      <a:pt x="320990" y="26250"/>
                    </a:cubicBezTo>
                    <a:cubicBezTo>
                      <a:pt x="320326" y="28125"/>
                      <a:pt x="319401" y="29896"/>
                      <a:pt x="318229" y="31563"/>
                    </a:cubicBezTo>
                    <a:cubicBezTo>
                      <a:pt x="316979" y="33229"/>
                      <a:pt x="315521" y="34714"/>
                      <a:pt x="313854" y="35990"/>
                    </a:cubicBezTo>
                    <a:cubicBezTo>
                      <a:pt x="312188" y="37279"/>
                      <a:pt x="310339" y="38203"/>
                      <a:pt x="308333" y="38750"/>
                    </a:cubicBezTo>
                    <a:cubicBezTo>
                      <a:pt x="312917" y="40000"/>
                      <a:pt x="316485" y="42279"/>
                      <a:pt x="319063" y="45573"/>
                    </a:cubicBezTo>
                    <a:cubicBezTo>
                      <a:pt x="321628" y="48880"/>
                      <a:pt x="322917" y="52747"/>
                      <a:pt x="322917" y="57188"/>
                    </a:cubicBezTo>
                    <a:cubicBezTo>
                      <a:pt x="322839" y="64349"/>
                      <a:pt x="320495" y="69844"/>
                      <a:pt x="315886" y="73698"/>
                    </a:cubicBezTo>
                    <a:cubicBezTo>
                      <a:pt x="311263" y="77552"/>
                      <a:pt x="305235" y="79479"/>
                      <a:pt x="297813" y="79479"/>
                    </a:cubicBezTo>
                    <a:cubicBezTo>
                      <a:pt x="290313" y="79479"/>
                      <a:pt x="284284" y="77552"/>
                      <a:pt x="279740" y="73698"/>
                    </a:cubicBezTo>
                    <a:cubicBezTo>
                      <a:pt x="275182" y="69844"/>
                      <a:pt x="272917" y="64349"/>
                      <a:pt x="272917" y="57188"/>
                    </a:cubicBezTo>
                    <a:cubicBezTo>
                      <a:pt x="272917" y="53307"/>
                      <a:pt x="274167" y="49609"/>
                      <a:pt x="276667" y="46094"/>
                    </a:cubicBezTo>
                    <a:cubicBezTo>
                      <a:pt x="279167" y="42591"/>
                      <a:pt x="282813" y="40000"/>
                      <a:pt x="287604" y="38333"/>
                    </a:cubicBezTo>
                    <a:cubicBezTo>
                      <a:pt x="283230" y="37500"/>
                      <a:pt x="279844" y="35391"/>
                      <a:pt x="277448" y="31979"/>
                    </a:cubicBezTo>
                    <a:cubicBezTo>
                      <a:pt x="275052" y="28581"/>
                      <a:pt x="273854" y="24792"/>
                      <a:pt x="273854" y="20625"/>
                    </a:cubicBezTo>
                    <a:cubicBezTo>
                      <a:pt x="273854" y="14102"/>
                      <a:pt x="276068" y="9036"/>
                      <a:pt x="280521" y="5417"/>
                    </a:cubicBezTo>
                    <a:cubicBezTo>
                      <a:pt x="284961" y="1810"/>
                      <a:pt x="290756" y="0"/>
                      <a:pt x="297917" y="0"/>
                    </a:cubicBezTo>
                    <a:close/>
                    <a:moveTo>
                      <a:pt x="244479" y="0"/>
                    </a:moveTo>
                    <a:cubicBezTo>
                      <a:pt x="247526" y="0"/>
                      <a:pt x="250469" y="404"/>
                      <a:pt x="253281" y="1198"/>
                    </a:cubicBezTo>
                    <a:cubicBezTo>
                      <a:pt x="256094" y="2005"/>
                      <a:pt x="258568" y="3229"/>
                      <a:pt x="260730" y="4896"/>
                    </a:cubicBezTo>
                    <a:cubicBezTo>
                      <a:pt x="262813" y="6562"/>
                      <a:pt x="264492" y="8685"/>
                      <a:pt x="265782" y="11250"/>
                    </a:cubicBezTo>
                    <a:cubicBezTo>
                      <a:pt x="267058" y="13828"/>
                      <a:pt x="267708" y="16875"/>
                      <a:pt x="267708" y="20417"/>
                    </a:cubicBezTo>
                    <a:cubicBezTo>
                      <a:pt x="267708" y="24792"/>
                      <a:pt x="266276" y="28685"/>
                      <a:pt x="263438" y="32083"/>
                    </a:cubicBezTo>
                    <a:cubicBezTo>
                      <a:pt x="260586" y="35495"/>
                      <a:pt x="256875" y="37604"/>
                      <a:pt x="252292" y="38437"/>
                    </a:cubicBezTo>
                    <a:cubicBezTo>
                      <a:pt x="257357" y="39141"/>
                      <a:pt x="261471" y="41276"/>
                      <a:pt x="264636" y="44844"/>
                    </a:cubicBezTo>
                    <a:cubicBezTo>
                      <a:pt x="267787" y="48424"/>
                      <a:pt x="269375" y="52708"/>
                      <a:pt x="269375" y="57708"/>
                    </a:cubicBezTo>
                    <a:cubicBezTo>
                      <a:pt x="269375" y="61602"/>
                      <a:pt x="268659" y="64922"/>
                      <a:pt x="267240" y="67656"/>
                    </a:cubicBezTo>
                    <a:cubicBezTo>
                      <a:pt x="265807" y="70404"/>
                      <a:pt x="263920" y="72682"/>
                      <a:pt x="261563" y="74479"/>
                    </a:cubicBezTo>
                    <a:cubicBezTo>
                      <a:pt x="259193" y="76224"/>
                      <a:pt x="256484" y="77500"/>
                      <a:pt x="253437" y="78333"/>
                    </a:cubicBezTo>
                    <a:cubicBezTo>
                      <a:pt x="250378" y="79167"/>
                      <a:pt x="247253" y="79583"/>
                      <a:pt x="244062" y="79583"/>
                    </a:cubicBezTo>
                    <a:cubicBezTo>
                      <a:pt x="236563" y="79583"/>
                      <a:pt x="230638" y="77604"/>
                      <a:pt x="226302" y="73646"/>
                    </a:cubicBezTo>
                    <a:cubicBezTo>
                      <a:pt x="221953" y="69687"/>
                      <a:pt x="219714" y="64206"/>
                      <a:pt x="219584" y="57188"/>
                    </a:cubicBezTo>
                    <a:lnTo>
                      <a:pt x="227813" y="57188"/>
                    </a:lnTo>
                    <a:cubicBezTo>
                      <a:pt x="228294" y="62188"/>
                      <a:pt x="229948" y="65977"/>
                      <a:pt x="232761" y="68542"/>
                    </a:cubicBezTo>
                    <a:cubicBezTo>
                      <a:pt x="235573" y="71120"/>
                      <a:pt x="239440" y="72396"/>
                      <a:pt x="244375" y="72396"/>
                    </a:cubicBezTo>
                    <a:cubicBezTo>
                      <a:pt x="249506" y="72396"/>
                      <a:pt x="253568" y="71042"/>
                      <a:pt x="256563" y="68334"/>
                    </a:cubicBezTo>
                    <a:cubicBezTo>
                      <a:pt x="259545" y="65625"/>
                      <a:pt x="261042" y="61771"/>
                      <a:pt x="261042" y="56771"/>
                    </a:cubicBezTo>
                    <a:cubicBezTo>
                      <a:pt x="261042" y="54206"/>
                      <a:pt x="260547" y="52005"/>
                      <a:pt x="259584" y="50156"/>
                    </a:cubicBezTo>
                    <a:cubicBezTo>
                      <a:pt x="258607" y="48320"/>
                      <a:pt x="257318" y="46810"/>
                      <a:pt x="255729" y="45625"/>
                    </a:cubicBezTo>
                    <a:cubicBezTo>
                      <a:pt x="254063" y="44453"/>
                      <a:pt x="252201" y="43581"/>
                      <a:pt x="250156" y="43021"/>
                    </a:cubicBezTo>
                    <a:cubicBezTo>
                      <a:pt x="248099" y="42474"/>
                      <a:pt x="246003" y="42123"/>
                      <a:pt x="243854" y="41979"/>
                    </a:cubicBezTo>
                    <a:lnTo>
                      <a:pt x="239687" y="41979"/>
                    </a:lnTo>
                    <a:cubicBezTo>
                      <a:pt x="238854" y="41979"/>
                      <a:pt x="238360" y="41901"/>
                      <a:pt x="238229" y="41719"/>
                    </a:cubicBezTo>
                    <a:cubicBezTo>
                      <a:pt x="238086" y="41550"/>
                      <a:pt x="238021" y="41081"/>
                      <a:pt x="238021" y="40313"/>
                    </a:cubicBezTo>
                    <a:lnTo>
                      <a:pt x="238021" y="36459"/>
                    </a:lnTo>
                    <a:cubicBezTo>
                      <a:pt x="238021" y="35625"/>
                      <a:pt x="238086" y="35078"/>
                      <a:pt x="238229" y="34792"/>
                    </a:cubicBezTo>
                    <a:cubicBezTo>
                      <a:pt x="238360" y="34518"/>
                      <a:pt x="238854" y="34375"/>
                      <a:pt x="239687" y="34375"/>
                    </a:cubicBezTo>
                    <a:lnTo>
                      <a:pt x="243125" y="34375"/>
                    </a:lnTo>
                    <a:cubicBezTo>
                      <a:pt x="245208" y="34375"/>
                      <a:pt x="247240" y="34115"/>
                      <a:pt x="249219" y="33594"/>
                    </a:cubicBezTo>
                    <a:cubicBezTo>
                      <a:pt x="251198" y="33073"/>
                      <a:pt x="252917" y="32266"/>
                      <a:pt x="254375" y="31146"/>
                    </a:cubicBezTo>
                    <a:cubicBezTo>
                      <a:pt x="255899" y="30104"/>
                      <a:pt x="257110" y="28737"/>
                      <a:pt x="258021" y="27031"/>
                    </a:cubicBezTo>
                    <a:cubicBezTo>
                      <a:pt x="258920" y="25339"/>
                      <a:pt x="259375" y="23268"/>
                      <a:pt x="259375" y="20833"/>
                    </a:cubicBezTo>
                    <a:cubicBezTo>
                      <a:pt x="259375" y="16458"/>
                      <a:pt x="257930" y="13099"/>
                      <a:pt x="255052" y="10729"/>
                    </a:cubicBezTo>
                    <a:cubicBezTo>
                      <a:pt x="252162" y="8372"/>
                      <a:pt x="248542" y="7188"/>
                      <a:pt x="244167" y="7188"/>
                    </a:cubicBezTo>
                    <a:cubicBezTo>
                      <a:pt x="239649" y="7188"/>
                      <a:pt x="236094" y="8372"/>
                      <a:pt x="233490" y="10729"/>
                    </a:cubicBezTo>
                    <a:cubicBezTo>
                      <a:pt x="230885" y="13099"/>
                      <a:pt x="229375" y="16497"/>
                      <a:pt x="228959" y="20938"/>
                    </a:cubicBezTo>
                    <a:lnTo>
                      <a:pt x="220625" y="20938"/>
                    </a:lnTo>
                    <a:cubicBezTo>
                      <a:pt x="220690" y="14479"/>
                      <a:pt x="222917" y="9375"/>
                      <a:pt x="227292" y="5625"/>
                    </a:cubicBezTo>
                    <a:cubicBezTo>
                      <a:pt x="231667" y="1875"/>
                      <a:pt x="237396" y="0"/>
                      <a:pt x="244479" y="0"/>
                    </a:cubicBezTo>
                    <a:close/>
                    <a:moveTo>
                      <a:pt x="88125" y="0"/>
                    </a:moveTo>
                    <a:cubicBezTo>
                      <a:pt x="94505" y="0"/>
                      <a:pt x="99857" y="1706"/>
                      <a:pt x="104167" y="5104"/>
                    </a:cubicBezTo>
                    <a:cubicBezTo>
                      <a:pt x="108464" y="8516"/>
                      <a:pt x="110625" y="13516"/>
                      <a:pt x="110625" y="20104"/>
                    </a:cubicBezTo>
                    <a:cubicBezTo>
                      <a:pt x="110625" y="24558"/>
                      <a:pt x="109245" y="29167"/>
                      <a:pt x="106510" y="33958"/>
                    </a:cubicBezTo>
                    <a:cubicBezTo>
                      <a:pt x="103763" y="38750"/>
                      <a:pt x="100482" y="43412"/>
                      <a:pt x="96667" y="47917"/>
                    </a:cubicBezTo>
                    <a:cubicBezTo>
                      <a:pt x="92839" y="52435"/>
                      <a:pt x="88880" y="56667"/>
                      <a:pt x="84792" y="60625"/>
                    </a:cubicBezTo>
                    <a:cubicBezTo>
                      <a:pt x="80690" y="64583"/>
                      <a:pt x="77292" y="67917"/>
                      <a:pt x="74583" y="70625"/>
                    </a:cubicBezTo>
                    <a:lnTo>
                      <a:pt x="112292" y="70625"/>
                    </a:lnTo>
                    <a:lnTo>
                      <a:pt x="112292" y="77813"/>
                    </a:lnTo>
                    <a:lnTo>
                      <a:pt x="66563" y="77813"/>
                    </a:lnTo>
                    <a:cubicBezTo>
                      <a:pt x="65937" y="77813"/>
                      <a:pt x="65534" y="77709"/>
                      <a:pt x="65364" y="77500"/>
                    </a:cubicBezTo>
                    <a:cubicBezTo>
                      <a:pt x="65182" y="77292"/>
                      <a:pt x="65104" y="76875"/>
                      <a:pt x="65104" y="76250"/>
                    </a:cubicBezTo>
                    <a:lnTo>
                      <a:pt x="65104" y="70000"/>
                    </a:lnTo>
                    <a:cubicBezTo>
                      <a:pt x="66276" y="68893"/>
                      <a:pt x="67721" y="67500"/>
                      <a:pt x="69427" y="65833"/>
                    </a:cubicBezTo>
                    <a:cubicBezTo>
                      <a:pt x="71120" y="64167"/>
                      <a:pt x="72982" y="62331"/>
                      <a:pt x="75000" y="60313"/>
                    </a:cubicBezTo>
                    <a:cubicBezTo>
                      <a:pt x="76940" y="58307"/>
                      <a:pt x="78958" y="56146"/>
                      <a:pt x="81042" y="53854"/>
                    </a:cubicBezTo>
                    <a:cubicBezTo>
                      <a:pt x="83125" y="51562"/>
                      <a:pt x="85170" y="49206"/>
                      <a:pt x="87188" y="46771"/>
                    </a:cubicBezTo>
                    <a:cubicBezTo>
                      <a:pt x="89193" y="44414"/>
                      <a:pt x="91107" y="42031"/>
                      <a:pt x="92917" y="39636"/>
                    </a:cubicBezTo>
                    <a:cubicBezTo>
                      <a:pt x="94714" y="37240"/>
                      <a:pt x="96276" y="34935"/>
                      <a:pt x="97604" y="32708"/>
                    </a:cubicBezTo>
                    <a:cubicBezTo>
                      <a:pt x="98984" y="30417"/>
                      <a:pt x="100078" y="28268"/>
                      <a:pt x="100886" y="26250"/>
                    </a:cubicBezTo>
                    <a:cubicBezTo>
                      <a:pt x="101680" y="24245"/>
                      <a:pt x="102083" y="22396"/>
                      <a:pt x="102083" y="20729"/>
                    </a:cubicBezTo>
                    <a:cubicBezTo>
                      <a:pt x="102083" y="16224"/>
                      <a:pt x="100755" y="12838"/>
                      <a:pt x="98125" y="10573"/>
                    </a:cubicBezTo>
                    <a:cubicBezTo>
                      <a:pt x="95482" y="8320"/>
                      <a:pt x="92083" y="7188"/>
                      <a:pt x="87917" y="7188"/>
                    </a:cubicBezTo>
                    <a:cubicBezTo>
                      <a:pt x="83880" y="7188"/>
                      <a:pt x="80599" y="8581"/>
                      <a:pt x="78073" y="11354"/>
                    </a:cubicBezTo>
                    <a:cubicBezTo>
                      <a:pt x="75534" y="14141"/>
                      <a:pt x="74271" y="17747"/>
                      <a:pt x="74271" y="22188"/>
                    </a:cubicBezTo>
                    <a:lnTo>
                      <a:pt x="65729" y="22188"/>
                    </a:lnTo>
                    <a:cubicBezTo>
                      <a:pt x="65729" y="18854"/>
                      <a:pt x="66276" y="15820"/>
                      <a:pt x="67396" y="13073"/>
                    </a:cubicBezTo>
                    <a:cubicBezTo>
                      <a:pt x="68503" y="10339"/>
                      <a:pt x="70065" y="7995"/>
                      <a:pt x="72084" y="6042"/>
                    </a:cubicBezTo>
                    <a:cubicBezTo>
                      <a:pt x="74089" y="4102"/>
                      <a:pt x="76472" y="2604"/>
                      <a:pt x="79219" y="1562"/>
                    </a:cubicBezTo>
                    <a:cubicBezTo>
                      <a:pt x="81953" y="521"/>
                      <a:pt x="84922" y="0"/>
                      <a:pt x="88125" y="0"/>
                    </a:cubicBezTo>
                    <a:close/>
                    <a:moveTo>
                      <a:pt x="23021" y="0"/>
                    </a:moveTo>
                    <a:cubicBezTo>
                      <a:pt x="29401" y="0"/>
                      <a:pt x="34753" y="1706"/>
                      <a:pt x="39063" y="5104"/>
                    </a:cubicBezTo>
                    <a:cubicBezTo>
                      <a:pt x="43360" y="8516"/>
                      <a:pt x="45521" y="13516"/>
                      <a:pt x="45521" y="20104"/>
                    </a:cubicBezTo>
                    <a:cubicBezTo>
                      <a:pt x="45521" y="24558"/>
                      <a:pt x="44141" y="29167"/>
                      <a:pt x="41406" y="33958"/>
                    </a:cubicBezTo>
                    <a:cubicBezTo>
                      <a:pt x="38659" y="38750"/>
                      <a:pt x="35378" y="43412"/>
                      <a:pt x="31563" y="47917"/>
                    </a:cubicBezTo>
                    <a:cubicBezTo>
                      <a:pt x="27734" y="52435"/>
                      <a:pt x="23776" y="56667"/>
                      <a:pt x="19687" y="60625"/>
                    </a:cubicBezTo>
                    <a:cubicBezTo>
                      <a:pt x="15586" y="64583"/>
                      <a:pt x="12188" y="67917"/>
                      <a:pt x="9479" y="70625"/>
                    </a:cubicBezTo>
                    <a:lnTo>
                      <a:pt x="47187" y="70625"/>
                    </a:lnTo>
                    <a:lnTo>
                      <a:pt x="47187" y="77813"/>
                    </a:lnTo>
                    <a:lnTo>
                      <a:pt x="1458" y="77813"/>
                    </a:lnTo>
                    <a:cubicBezTo>
                      <a:pt x="833" y="77813"/>
                      <a:pt x="430" y="77709"/>
                      <a:pt x="260" y="77500"/>
                    </a:cubicBezTo>
                    <a:cubicBezTo>
                      <a:pt x="78" y="77292"/>
                      <a:pt x="0" y="76875"/>
                      <a:pt x="0" y="76250"/>
                    </a:cubicBezTo>
                    <a:lnTo>
                      <a:pt x="0" y="70000"/>
                    </a:lnTo>
                    <a:cubicBezTo>
                      <a:pt x="1172" y="68893"/>
                      <a:pt x="2617" y="67500"/>
                      <a:pt x="4323" y="65833"/>
                    </a:cubicBezTo>
                    <a:cubicBezTo>
                      <a:pt x="6016" y="64167"/>
                      <a:pt x="7878" y="62331"/>
                      <a:pt x="9896" y="60313"/>
                    </a:cubicBezTo>
                    <a:cubicBezTo>
                      <a:pt x="11836" y="58307"/>
                      <a:pt x="13854" y="56146"/>
                      <a:pt x="15937" y="53854"/>
                    </a:cubicBezTo>
                    <a:cubicBezTo>
                      <a:pt x="18021" y="51562"/>
                      <a:pt x="20065" y="49206"/>
                      <a:pt x="22084" y="46771"/>
                    </a:cubicBezTo>
                    <a:cubicBezTo>
                      <a:pt x="24089" y="44414"/>
                      <a:pt x="26003" y="42031"/>
                      <a:pt x="27813" y="39636"/>
                    </a:cubicBezTo>
                    <a:cubicBezTo>
                      <a:pt x="29610" y="37240"/>
                      <a:pt x="31172" y="34935"/>
                      <a:pt x="32500" y="32708"/>
                    </a:cubicBezTo>
                    <a:cubicBezTo>
                      <a:pt x="33880" y="30417"/>
                      <a:pt x="34974" y="28268"/>
                      <a:pt x="35781" y="26250"/>
                    </a:cubicBezTo>
                    <a:cubicBezTo>
                      <a:pt x="36575" y="24245"/>
                      <a:pt x="36979" y="22396"/>
                      <a:pt x="36979" y="20729"/>
                    </a:cubicBezTo>
                    <a:cubicBezTo>
                      <a:pt x="36979" y="16224"/>
                      <a:pt x="35651" y="12838"/>
                      <a:pt x="33021" y="10573"/>
                    </a:cubicBezTo>
                    <a:cubicBezTo>
                      <a:pt x="30378" y="8320"/>
                      <a:pt x="26979" y="7188"/>
                      <a:pt x="22813" y="7188"/>
                    </a:cubicBezTo>
                    <a:cubicBezTo>
                      <a:pt x="18776" y="7188"/>
                      <a:pt x="15495" y="8581"/>
                      <a:pt x="12969" y="11354"/>
                    </a:cubicBezTo>
                    <a:cubicBezTo>
                      <a:pt x="10430" y="14141"/>
                      <a:pt x="9167" y="17747"/>
                      <a:pt x="9167" y="22188"/>
                    </a:cubicBezTo>
                    <a:lnTo>
                      <a:pt x="625" y="22188"/>
                    </a:lnTo>
                    <a:cubicBezTo>
                      <a:pt x="625" y="18854"/>
                      <a:pt x="1172" y="15820"/>
                      <a:pt x="2292" y="13073"/>
                    </a:cubicBezTo>
                    <a:cubicBezTo>
                      <a:pt x="3399" y="10339"/>
                      <a:pt x="4961" y="7995"/>
                      <a:pt x="6979" y="6042"/>
                    </a:cubicBezTo>
                    <a:cubicBezTo>
                      <a:pt x="8984" y="4102"/>
                      <a:pt x="11367" y="2604"/>
                      <a:pt x="14115" y="1562"/>
                    </a:cubicBezTo>
                    <a:cubicBezTo>
                      <a:pt x="16849" y="521"/>
                      <a:pt x="19818" y="0"/>
                      <a:pt x="23021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37" name="TextBox 436">
                <a:extLst>
                  <a:ext uri="{FF2B5EF4-FFF2-40B4-BE49-F238E27FC236}">
                    <a16:creationId xmlns:a16="http://schemas.microsoft.com/office/drawing/2014/main" id="{FC3B9962-0693-4C74-9290-3C60CFFB18C2}"/>
                  </a:ext>
                </a:extLst>
              </p:cNvPr>
              <p:cNvSpPr txBox="1"/>
              <p:nvPr/>
            </p:nvSpPr>
            <p:spPr>
              <a:xfrm>
                <a:off x="3873706" y="3744277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225,381,395</a:t>
                </a:r>
              </a:p>
            </p:txBody>
          </p:sp>
        </p:grpSp>
        <p:sp>
          <p:nvSpPr>
            <p:cNvPr id="438" name="자유형: 도형 437">
              <a:extLst>
                <a:ext uri="{FF2B5EF4-FFF2-40B4-BE49-F238E27FC236}">
                  <a16:creationId xmlns:a16="http://schemas.microsoft.com/office/drawing/2014/main" id="{828AFDE1-E2D9-4ADC-BA70-828F34BE6751}"/>
                </a:ext>
              </a:extLst>
            </p:cNvPr>
            <p:cNvSpPr/>
            <p:nvPr/>
          </p:nvSpPr>
          <p:spPr>
            <a:xfrm>
              <a:off x="4879001" y="3782159"/>
              <a:ext cx="168646" cy="90624"/>
            </a:xfrm>
            <a:custGeom>
              <a:avLst/>
              <a:gdLst>
                <a:gd name="connsiteX0" fmla="*/ 13438 w 168646"/>
                <a:gd name="connsiteY0" fmla="*/ 64896 h 90624"/>
                <a:gd name="connsiteX1" fmla="*/ 21875 w 168646"/>
                <a:gd name="connsiteY1" fmla="*/ 64896 h 90624"/>
                <a:gd name="connsiteX2" fmla="*/ 21875 w 168646"/>
                <a:gd name="connsiteY2" fmla="*/ 83646 h 90624"/>
                <a:gd name="connsiteX3" fmla="*/ 74375 w 168646"/>
                <a:gd name="connsiteY3" fmla="*/ 83646 h 90624"/>
                <a:gd name="connsiteX4" fmla="*/ 74375 w 168646"/>
                <a:gd name="connsiteY4" fmla="*/ 90625 h 90624"/>
                <a:gd name="connsiteX5" fmla="*/ 15625 w 168646"/>
                <a:gd name="connsiteY5" fmla="*/ 90625 h 90624"/>
                <a:gd name="connsiteX6" fmla="*/ 13907 w 168646"/>
                <a:gd name="connsiteY6" fmla="*/ 90156 h 90624"/>
                <a:gd name="connsiteX7" fmla="*/ 13438 w 168646"/>
                <a:gd name="connsiteY7" fmla="*/ 88437 h 90624"/>
                <a:gd name="connsiteX8" fmla="*/ 106354 w 168646"/>
                <a:gd name="connsiteY8" fmla="*/ 61042 h 90624"/>
                <a:gd name="connsiteX9" fmla="*/ 114792 w 168646"/>
                <a:gd name="connsiteY9" fmla="*/ 61042 h 90624"/>
                <a:gd name="connsiteX10" fmla="*/ 114792 w 168646"/>
                <a:gd name="connsiteY10" fmla="*/ 83542 h 90624"/>
                <a:gd name="connsiteX11" fmla="*/ 168646 w 168646"/>
                <a:gd name="connsiteY11" fmla="*/ 83542 h 90624"/>
                <a:gd name="connsiteX12" fmla="*/ 168646 w 168646"/>
                <a:gd name="connsiteY12" fmla="*/ 90625 h 90624"/>
                <a:gd name="connsiteX13" fmla="*/ 108542 w 168646"/>
                <a:gd name="connsiteY13" fmla="*/ 90625 h 90624"/>
                <a:gd name="connsiteX14" fmla="*/ 106823 w 168646"/>
                <a:gd name="connsiteY14" fmla="*/ 90156 h 90624"/>
                <a:gd name="connsiteX15" fmla="*/ 106354 w 168646"/>
                <a:gd name="connsiteY15" fmla="*/ 88437 h 90624"/>
                <a:gd name="connsiteX16" fmla="*/ 26459 w 168646"/>
                <a:gd name="connsiteY16" fmla="*/ 30938 h 90624"/>
                <a:gd name="connsiteX17" fmla="*/ 15885 w 168646"/>
                <a:gd name="connsiteY17" fmla="*/ 33750 h 90624"/>
                <a:gd name="connsiteX18" fmla="*/ 11979 w 168646"/>
                <a:gd name="connsiteY18" fmla="*/ 41562 h 90624"/>
                <a:gd name="connsiteX19" fmla="*/ 15885 w 168646"/>
                <a:gd name="connsiteY19" fmla="*/ 49427 h 90624"/>
                <a:gd name="connsiteX20" fmla="*/ 26459 w 168646"/>
                <a:gd name="connsiteY20" fmla="*/ 52187 h 90624"/>
                <a:gd name="connsiteX21" fmla="*/ 36719 w 168646"/>
                <a:gd name="connsiteY21" fmla="*/ 49427 h 90624"/>
                <a:gd name="connsiteX22" fmla="*/ 40625 w 168646"/>
                <a:gd name="connsiteY22" fmla="*/ 41562 h 90624"/>
                <a:gd name="connsiteX23" fmla="*/ 36719 w 168646"/>
                <a:gd name="connsiteY23" fmla="*/ 33750 h 90624"/>
                <a:gd name="connsiteX24" fmla="*/ 26459 w 168646"/>
                <a:gd name="connsiteY24" fmla="*/ 30938 h 90624"/>
                <a:gd name="connsiteX25" fmla="*/ 26354 w 168646"/>
                <a:gd name="connsiteY25" fmla="*/ 24687 h 90624"/>
                <a:gd name="connsiteX26" fmla="*/ 42761 w 168646"/>
                <a:gd name="connsiteY26" fmla="*/ 29323 h 90624"/>
                <a:gd name="connsiteX27" fmla="*/ 49167 w 168646"/>
                <a:gd name="connsiteY27" fmla="*/ 41562 h 90624"/>
                <a:gd name="connsiteX28" fmla="*/ 42813 w 168646"/>
                <a:gd name="connsiteY28" fmla="*/ 53854 h 90624"/>
                <a:gd name="connsiteX29" fmla="*/ 26354 w 168646"/>
                <a:gd name="connsiteY29" fmla="*/ 58438 h 90624"/>
                <a:gd name="connsiteX30" fmla="*/ 9792 w 168646"/>
                <a:gd name="connsiteY30" fmla="*/ 53854 h 90624"/>
                <a:gd name="connsiteX31" fmla="*/ 3542 w 168646"/>
                <a:gd name="connsiteY31" fmla="*/ 41562 h 90624"/>
                <a:gd name="connsiteX32" fmla="*/ 9792 w 168646"/>
                <a:gd name="connsiteY32" fmla="*/ 29323 h 90624"/>
                <a:gd name="connsiteX33" fmla="*/ 26354 w 168646"/>
                <a:gd name="connsiteY33" fmla="*/ 24687 h 90624"/>
                <a:gd name="connsiteX34" fmla="*/ 0 w 168646"/>
                <a:gd name="connsiteY34" fmla="*/ 13333 h 90624"/>
                <a:gd name="connsiteX35" fmla="*/ 52917 w 168646"/>
                <a:gd name="connsiteY35" fmla="*/ 13333 h 90624"/>
                <a:gd name="connsiteX36" fmla="*/ 52917 w 168646"/>
                <a:gd name="connsiteY36" fmla="*/ 19896 h 90624"/>
                <a:gd name="connsiteX37" fmla="*/ 0 w 168646"/>
                <a:gd name="connsiteY37" fmla="*/ 19896 h 90624"/>
                <a:gd name="connsiteX38" fmla="*/ 94688 w 168646"/>
                <a:gd name="connsiteY38" fmla="*/ 4479 h 90624"/>
                <a:gd name="connsiteX39" fmla="*/ 139688 w 168646"/>
                <a:gd name="connsiteY39" fmla="*/ 4479 h 90624"/>
                <a:gd name="connsiteX40" fmla="*/ 139688 w 168646"/>
                <a:gd name="connsiteY40" fmla="*/ 11458 h 90624"/>
                <a:gd name="connsiteX41" fmla="*/ 121458 w 168646"/>
                <a:gd name="connsiteY41" fmla="*/ 11458 h 90624"/>
                <a:gd name="connsiteX42" fmla="*/ 121458 w 168646"/>
                <a:gd name="connsiteY42" fmla="*/ 17188 h 90624"/>
                <a:gd name="connsiteX43" fmla="*/ 123177 w 168646"/>
                <a:gd name="connsiteY43" fmla="*/ 26823 h 90624"/>
                <a:gd name="connsiteX44" fmla="*/ 127709 w 168646"/>
                <a:gd name="connsiteY44" fmla="*/ 34792 h 90624"/>
                <a:gd name="connsiteX45" fmla="*/ 135938 w 168646"/>
                <a:gd name="connsiteY45" fmla="*/ 42708 h 90624"/>
                <a:gd name="connsiteX46" fmla="*/ 145417 w 168646"/>
                <a:gd name="connsiteY46" fmla="*/ 47500 h 90624"/>
                <a:gd name="connsiteX47" fmla="*/ 142396 w 168646"/>
                <a:gd name="connsiteY47" fmla="*/ 50729 h 90624"/>
                <a:gd name="connsiteX48" fmla="*/ 140000 w 168646"/>
                <a:gd name="connsiteY48" fmla="*/ 53750 h 90624"/>
                <a:gd name="connsiteX49" fmla="*/ 133907 w 168646"/>
                <a:gd name="connsiteY49" fmla="*/ 50365 h 90624"/>
                <a:gd name="connsiteX50" fmla="*/ 127500 w 168646"/>
                <a:gd name="connsiteY50" fmla="*/ 45417 h 90624"/>
                <a:gd name="connsiteX51" fmla="*/ 121823 w 168646"/>
                <a:gd name="connsiteY51" fmla="*/ 39740 h 90624"/>
                <a:gd name="connsiteX52" fmla="*/ 117292 w 168646"/>
                <a:gd name="connsiteY52" fmla="*/ 32812 h 90624"/>
                <a:gd name="connsiteX53" fmla="*/ 113594 w 168646"/>
                <a:gd name="connsiteY53" fmla="*/ 40156 h 90624"/>
                <a:gd name="connsiteX54" fmla="*/ 108542 w 168646"/>
                <a:gd name="connsiteY54" fmla="*/ 46458 h 90624"/>
                <a:gd name="connsiteX55" fmla="*/ 101823 w 168646"/>
                <a:gd name="connsiteY55" fmla="*/ 52031 h 90624"/>
                <a:gd name="connsiteX56" fmla="*/ 94479 w 168646"/>
                <a:gd name="connsiteY56" fmla="*/ 56458 h 90624"/>
                <a:gd name="connsiteX57" fmla="*/ 91511 w 168646"/>
                <a:gd name="connsiteY57" fmla="*/ 53646 h 90624"/>
                <a:gd name="connsiteX58" fmla="*/ 88125 w 168646"/>
                <a:gd name="connsiteY58" fmla="*/ 50729 h 90624"/>
                <a:gd name="connsiteX59" fmla="*/ 98698 w 168646"/>
                <a:gd name="connsiteY59" fmla="*/ 44583 h 90624"/>
                <a:gd name="connsiteX60" fmla="*/ 107188 w 168646"/>
                <a:gd name="connsiteY60" fmla="*/ 35833 h 90624"/>
                <a:gd name="connsiteX61" fmla="*/ 111511 w 168646"/>
                <a:gd name="connsiteY61" fmla="*/ 27292 h 90624"/>
                <a:gd name="connsiteX62" fmla="*/ 113125 w 168646"/>
                <a:gd name="connsiteY62" fmla="*/ 17083 h 90624"/>
                <a:gd name="connsiteX63" fmla="*/ 113125 w 168646"/>
                <a:gd name="connsiteY63" fmla="*/ 11458 h 90624"/>
                <a:gd name="connsiteX64" fmla="*/ 94688 w 168646"/>
                <a:gd name="connsiteY64" fmla="*/ 11458 h 90624"/>
                <a:gd name="connsiteX65" fmla="*/ 157917 w 168646"/>
                <a:gd name="connsiteY65" fmla="*/ 208 h 90624"/>
                <a:gd name="connsiteX66" fmla="*/ 166042 w 168646"/>
                <a:gd name="connsiteY66" fmla="*/ 208 h 90624"/>
                <a:gd name="connsiteX67" fmla="*/ 166042 w 168646"/>
                <a:gd name="connsiteY67" fmla="*/ 67917 h 90624"/>
                <a:gd name="connsiteX68" fmla="*/ 157917 w 168646"/>
                <a:gd name="connsiteY68" fmla="*/ 67917 h 90624"/>
                <a:gd name="connsiteX69" fmla="*/ 157917 w 168646"/>
                <a:gd name="connsiteY69" fmla="*/ 29271 h 90624"/>
                <a:gd name="connsiteX70" fmla="*/ 138646 w 168646"/>
                <a:gd name="connsiteY70" fmla="*/ 29271 h 90624"/>
                <a:gd name="connsiteX71" fmla="*/ 138646 w 168646"/>
                <a:gd name="connsiteY71" fmla="*/ 21979 h 90624"/>
                <a:gd name="connsiteX72" fmla="*/ 157917 w 168646"/>
                <a:gd name="connsiteY72" fmla="*/ 21979 h 90624"/>
                <a:gd name="connsiteX73" fmla="*/ 63229 w 168646"/>
                <a:gd name="connsiteY73" fmla="*/ 208 h 90624"/>
                <a:gd name="connsiteX74" fmla="*/ 71354 w 168646"/>
                <a:gd name="connsiteY74" fmla="*/ 208 h 90624"/>
                <a:gd name="connsiteX75" fmla="*/ 71354 w 168646"/>
                <a:gd name="connsiteY75" fmla="*/ 28333 h 90624"/>
                <a:gd name="connsiteX76" fmla="*/ 84271 w 168646"/>
                <a:gd name="connsiteY76" fmla="*/ 28333 h 90624"/>
                <a:gd name="connsiteX77" fmla="*/ 84271 w 168646"/>
                <a:gd name="connsiteY77" fmla="*/ 35625 h 90624"/>
                <a:gd name="connsiteX78" fmla="*/ 71354 w 168646"/>
                <a:gd name="connsiteY78" fmla="*/ 35625 h 90624"/>
                <a:gd name="connsiteX79" fmla="*/ 71354 w 168646"/>
                <a:gd name="connsiteY79" fmla="*/ 68229 h 90624"/>
                <a:gd name="connsiteX80" fmla="*/ 63229 w 168646"/>
                <a:gd name="connsiteY80" fmla="*/ 68229 h 90624"/>
                <a:gd name="connsiteX81" fmla="*/ 12604 w 168646"/>
                <a:gd name="connsiteY81" fmla="*/ 0 h 90624"/>
                <a:gd name="connsiteX82" fmla="*/ 39896 w 168646"/>
                <a:gd name="connsiteY82" fmla="*/ 0 h 90624"/>
                <a:gd name="connsiteX83" fmla="*/ 39896 w 168646"/>
                <a:gd name="connsiteY83" fmla="*/ 6667 h 90624"/>
                <a:gd name="connsiteX84" fmla="*/ 12604 w 168646"/>
                <a:gd name="connsiteY84" fmla="*/ 6667 h 9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68646" h="90624">
                  <a:moveTo>
                    <a:pt x="13438" y="64896"/>
                  </a:moveTo>
                  <a:lnTo>
                    <a:pt x="21875" y="64896"/>
                  </a:lnTo>
                  <a:lnTo>
                    <a:pt x="21875" y="83646"/>
                  </a:lnTo>
                  <a:lnTo>
                    <a:pt x="74375" y="83646"/>
                  </a:lnTo>
                  <a:lnTo>
                    <a:pt x="74375" y="90625"/>
                  </a:lnTo>
                  <a:lnTo>
                    <a:pt x="15625" y="90625"/>
                  </a:lnTo>
                  <a:cubicBezTo>
                    <a:pt x="14792" y="90625"/>
                    <a:pt x="14219" y="90469"/>
                    <a:pt x="13907" y="90156"/>
                  </a:cubicBezTo>
                  <a:cubicBezTo>
                    <a:pt x="13594" y="89844"/>
                    <a:pt x="13438" y="89271"/>
                    <a:pt x="13438" y="88437"/>
                  </a:cubicBezTo>
                  <a:close/>
                  <a:moveTo>
                    <a:pt x="106354" y="61042"/>
                  </a:moveTo>
                  <a:lnTo>
                    <a:pt x="114792" y="61042"/>
                  </a:lnTo>
                  <a:lnTo>
                    <a:pt x="114792" y="83542"/>
                  </a:lnTo>
                  <a:lnTo>
                    <a:pt x="168646" y="83542"/>
                  </a:lnTo>
                  <a:lnTo>
                    <a:pt x="168646" y="90625"/>
                  </a:lnTo>
                  <a:lnTo>
                    <a:pt x="108542" y="90625"/>
                  </a:lnTo>
                  <a:cubicBezTo>
                    <a:pt x="107708" y="90625"/>
                    <a:pt x="107136" y="90469"/>
                    <a:pt x="106823" y="90156"/>
                  </a:cubicBezTo>
                  <a:cubicBezTo>
                    <a:pt x="106511" y="89844"/>
                    <a:pt x="106354" y="89271"/>
                    <a:pt x="106354" y="88437"/>
                  </a:cubicBezTo>
                  <a:close/>
                  <a:moveTo>
                    <a:pt x="26459" y="30938"/>
                  </a:moveTo>
                  <a:cubicBezTo>
                    <a:pt x="22018" y="30938"/>
                    <a:pt x="18490" y="31875"/>
                    <a:pt x="15885" y="33750"/>
                  </a:cubicBezTo>
                  <a:cubicBezTo>
                    <a:pt x="13282" y="35625"/>
                    <a:pt x="11979" y="38229"/>
                    <a:pt x="11979" y="41562"/>
                  </a:cubicBezTo>
                  <a:cubicBezTo>
                    <a:pt x="11979" y="44974"/>
                    <a:pt x="13282" y="47591"/>
                    <a:pt x="15885" y="49427"/>
                  </a:cubicBezTo>
                  <a:cubicBezTo>
                    <a:pt x="18490" y="51276"/>
                    <a:pt x="22018" y="52187"/>
                    <a:pt x="26459" y="52187"/>
                  </a:cubicBezTo>
                  <a:cubicBezTo>
                    <a:pt x="30703" y="52187"/>
                    <a:pt x="34115" y="51276"/>
                    <a:pt x="36719" y="49427"/>
                  </a:cubicBezTo>
                  <a:cubicBezTo>
                    <a:pt x="39323" y="47591"/>
                    <a:pt x="40625" y="44974"/>
                    <a:pt x="40625" y="41562"/>
                  </a:cubicBezTo>
                  <a:cubicBezTo>
                    <a:pt x="40625" y="38229"/>
                    <a:pt x="39323" y="35625"/>
                    <a:pt x="36719" y="33750"/>
                  </a:cubicBezTo>
                  <a:cubicBezTo>
                    <a:pt x="34115" y="31875"/>
                    <a:pt x="30703" y="30938"/>
                    <a:pt x="26459" y="30938"/>
                  </a:cubicBezTo>
                  <a:close/>
                  <a:moveTo>
                    <a:pt x="26354" y="24687"/>
                  </a:moveTo>
                  <a:cubicBezTo>
                    <a:pt x="33021" y="24687"/>
                    <a:pt x="38490" y="26237"/>
                    <a:pt x="42761" y="29323"/>
                  </a:cubicBezTo>
                  <a:cubicBezTo>
                    <a:pt x="47031" y="32422"/>
                    <a:pt x="49167" y="36498"/>
                    <a:pt x="49167" y="41562"/>
                  </a:cubicBezTo>
                  <a:cubicBezTo>
                    <a:pt x="49167" y="46706"/>
                    <a:pt x="47057" y="50807"/>
                    <a:pt x="42813" y="53854"/>
                  </a:cubicBezTo>
                  <a:cubicBezTo>
                    <a:pt x="38581" y="56914"/>
                    <a:pt x="33099" y="58438"/>
                    <a:pt x="26354" y="58438"/>
                  </a:cubicBezTo>
                  <a:cubicBezTo>
                    <a:pt x="19479" y="58438"/>
                    <a:pt x="13959" y="56914"/>
                    <a:pt x="9792" y="53854"/>
                  </a:cubicBezTo>
                  <a:cubicBezTo>
                    <a:pt x="5625" y="50807"/>
                    <a:pt x="3542" y="46706"/>
                    <a:pt x="3542" y="41562"/>
                  </a:cubicBezTo>
                  <a:cubicBezTo>
                    <a:pt x="3542" y="36498"/>
                    <a:pt x="5625" y="32422"/>
                    <a:pt x="9792" y="29323"/>
                  </a:cubicBezTo>
                  <a:cubicBezTo>
                    <a:pt x="13959" y="26237"/>
                    <a:pt x="19479" y="24687"/>
                    <a:pt x="26354" y="24687"/>
                  </a:cubicBezTo>
                  <a:close/>
                  <a:moveTo>
                    <a:pt x="0" y="13333"/>
                  </a:moveTo>
                  <a:lnTo>
                    <a:pt x="52917" y="13333"/>
                  </a:lnTo>
                  <a:lnTo>
                    <a:pt x="52917" y="19896"/>
                  </a:lnTo>
                  <a:lnTo>
                    <a:pt x="0" y="19896"/>
                  </a:lnTo>
                  <a:close/>
                  <a:moveTo>
                    <a:pt x="94688" y="4479"/>
                  </a:moveTo>
                  <a:lnTo>
                    <a:pt x="139688" y="4479"/>
                  </a:lnTo>
                  <a:lnTo>
                    <a:pt x="139688" y="11458"/>
                  </a:lnTo>
                  <a:lnTo>
                    <a:pt x="121458" y="11458"/>
                  </a:lnTo>
                  <a:lnTo>
                    <a:pt x="121458" y="17188"/>
                  </a:lnTo>
                  <a:cubicBezTo>
                    <a:pt x="121458" y="20664"/>
                    <a:pt x="122031" y="23880"/>
                    <a:pt x="123177" y="26823"/>
                  </a:cubicBezTo>
                  <a:cubicBezTo>
                    <a:pt x="124323" y="29778"/>
                    <a:pt x="125833" y="32435"/>
                    <a:pt x="127709" y="34792"/>
                  </a:cubicBezTo>
                  <a:cubicBezTo>
                    <a:pt x="130000" y="37917"/>
                    <a:pt x="132748" y="40560"/>
                    <a:pt x="135938" y="42708"/>
                  </a:cubicBezTo>
                  <a:cubicBezTo>
                    <a:pt x="139141" y="44870"/>
                    <a:pt x="142292" y="46458"/>
                    <a:pt x="145417" y="47500"/>
                  </a:cubicBezTo>
                  <a:cubicBezTo>
                    <a:pt x="144454" y="48476"/>
                    <a:pt x="143438" y="49557"/>
                    <a:pt x="142396" y="50729"/>
                  </a:cubicBezTo>
                  <a:cubicBezTo>
                    <a:pt x="141354" y="51914"/>
                    <a:pt x="140560" y="52917"/>
                    <a:pt x="140000" y="53750"/>
                  </a:cubicBezTo>
                  <a:cubicBezTo>
                    <a:pt x="138125" y="52917"/>
                    <a:pt x="136094" y="51797"/>
                    <a:pt x="133907" y="50365"/>
                  </a:cubicBezTo>
                  <a:cubicBezTo>
                    <a:pt x="131719" y="48945"/>
                    <a:pt x="129584" y="47292"/>
                    <a:pt x="127500" y="45417"/>
                  </a:cubicBezTo>
                  <a:cubicBezTo>
                    <a:pt x="125495" y="43750"/>
                    <a:pt x="123594" y="41862"/>
                    <a:pt x="121823" y="39740"/>
                  </a:cubicBezTo>
                  <a:cubicBezTo>
                    <a:pt x="120052" y="37630"/>
                    <a:pt x="118542" y="35313"/>
                    <a:pt x="117292" y="32812"/>
                  </a:cubicBezTo>
                  <a:cubicBezTo>
                    <a:pt x="116328" y="35456"/>
                    <a:pt x="115091" y="37904"/>
                    <a:pt x="113594" y="40156"/>
                  </a:cubicBezTo>
                  <a:cubicBezTo>
                    <a:pt x="112110" y="42422"/>
                    <a:pt x="110417" y="44518"/>
                    <a:pt x="108542" y="46458"/>
                  </a:cubicBezTo>
                  <a:cubicBezTo>
                    <a:pt x="106459" y="48476"/>
                    <a:pt x="104219" y="50339"/>
                    <a:pt x="101823" y="52031"/>
                  </a:cubicBezTo>
                  <a:cubicBezTo>
                    <a:pt x="99427" y="53737"/>
                    <a:pt x="96979" y="55208"/>
                    <a:pt x="94479" y="56458"/>
                  </a:cubicBezTo>
                  <a:cubicBezTo>
                    <a:pt x="93854" y="55768"/>
                    <a:pt x="92865" y="54831"/>
                    <a:pt x="91511" y="53646"/>
                  </a:cubicBezTo>
                  <a:cubicBezTo>
                    <a:pt x="90156" y="52474"/>
                    <a:pt x="89037" y="51497"/>
                    <a:pt x="88125" y="50729"/>
                  </a:cubicBezTo>
                  <a:cubicBezTo>
                    <a:pt x="91810" y="49140"/>
                    <a:pt x="95339" y="47083"/>
                    <a:pt x="98698" y="44583"/>
                  </a:cubicBezTo>
                  <a:cubicBezTo>
                    <a:pt x="102071" y="42083"/>
                    <a:pt x="104896" y="39167"/>
                    <a:pt x="107188" y="35833"/>
                  </a:cubicBezTo>
                  <a:cubicBezTo>
                    <a:pt x="108997" y="33268"/>
                    <a:pt x="110443" y="30417"/>
                    <a:pt x="111511" y="27292"/>
                  </a:cubicBezTo>
                  <a:cubicBezTo>
                    <a:pt x="112591" y="24167"/>
                    <a:pt x="113125" y="20768"/>
                    <a:pt x="113125" y="17083"/>
                  </a:cubicBezTo>
                  <a:lnTo>
                    <a:pt x="113125" y="11458"/>
                  </a:lnTo>
                  <a:lnTo>
                    <a:pt x="94688" y="11458"/>
                  </a:lnTo>
                  <a:close/>
                  <a:moveTo>
                    <a:pt x="157917" y="208"/>
                  </a:moveTo>
                  <a:lnTo>
                    <a:pt x="166042" y="208"/>
                  </a:lnTo>
                  <a:lnTo>
                    <a:pt x="166042" y="67917"/>
                  </a:lnTo>
                  <a:lnTo>
                    <a:pt x="157917" y="67917"/>
                  </a:lnTo>
                  <a:lnTo>
                    <a:pt x="157917" y="29271"/>
                  </a:lnTo>
                  <a:lnTo>
                    <a:pt x="138646" y="29271"/>
                  </a:lnTo>
                  <a:lnTo>
                    <a:pt x="138646" y="21979"/>
                  </a:lnTo>
                  <a:lnTo>
                    <a:pt x="157917" y="21979"/>
                  </a:lnTo>
                  <a:close/>
                  <a:moveTo>
                    <a:pt x="63229" y="208"/>
                  </a:moveTo>
                  <a:lnTo>
                    <a:pt x="71354" y="208"/>
                  </a:lnTo>
                  <a:lnTo>
                    <a:pt x="71354" y="28333"/>
                  </a:lnTo>
                  <a:lnTo>
                    <a:pt x="84271" y="28333"/>
                  </a:lnTo>
                  <a:lnTo>
                    <a:pt x="84271" y="35625"/>
                  </a:lnTo>
                  <a:lnTo>
                    <a:pt x="71354" y="35625"/>
                  </a:lnTo>
                  <a:lnTo>
                    <a:pt x="71354" y="68229"/>
                  </a:lnTo>
                  <a:lnTo>
                    <a:pt x="63229" y="68229"/>
                  </a:lnTo>
                  <a:close/>
                  <a:moveTo>
                    <a:pt x="12604" y="0"/>
                  </a:moveTo>
                  <a:lnTo>
                    <a:pt x="39896" y="0"/>
                  </a:lnTo>
                  <a:lnTo>
                    <a:pt x="39896" y="6667"/>
                  </a:lnTo>
                  <a:lnTo>
                    <a:pt x="12604" y="6667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A9D619EF-7B5E-4C72-9FB2-D50AF8C97C4E}"/>
                </a:ext>
              </a:extLst>
            </p:cNvPr>
            <p:cNvSpPr txBox="1"/>
            <p:nvPr/>
          </p:nvSpPr>
          <p:spPr>
            <a:xfrm>
              <a:off x="4787561" y="3711569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한전</a:t>
              </a:r>
            </a:p>
          </p:txBody>
        </p:sp>
        <p:sp>
          <p:nvSpPr>
            <p:cNvPr id="440" name="자유형: 도형 439">
              <a:extLst>
                <a:ext uri="{FF2B5EF4-FFF2-40B4-BE49-F238E27FC236}">
                  <a16:creationId xmlns:a16="http://schemas.microsoft.com/office/drawing/2014/main" id="{8062593C-9950-447B-A84C-BBF9BDD78643}"/>
                </a:ext>
              </a:extLst>
            </p:cNvPr>
            <p:cNvSpPr/>
            <p:nvPr/>
          </p:nvSpPr>
          <p:spPr>
            <a:xfrm>
              <a:off x="5073480" y="3787159"/>
              <a:ext cx="198021" cy="78645"/>
            </a:xfrm>
            <a:custGeom>
              <a:avLst/>
              <a:gdLst>
                <a:gd name="connsiteX0" fmla="*/ 71146 w 198021"/>
                <a:gd name="connsiteY0" fmla="*/ 7188 h 78645"/>
                <a:gd name="connsiteX1" fmla="*/ 71146 w 198021"/>
                <a:gd name="connsiteY1" fmla="*/ 70625 h 78645"/>
                <a:gd name="connsiteX2" fmla="*/ 84792 w 198021"/>
                <a:gd name="connsiteY2" fmla="*/ 70625 h 78645"/>
                <a:gd name="connsiteX3" fmla="*/ 106510 w 198021"/>
                <a:gd name="connsiteY3" fmla="*/ 62083 h 78645"/>
                <a:gd name="connsiteX4" fmla="*/ 113334 w 198021"/>
                <a:gd name="connsiteY4" fmla="*/ 38958 h 78645"/>
                <a:gd name="connsiteX5" fmla="*/ 104375 w 198021"/>
                <a:gd name="connsiteY5" fmla="*/ 14323 h 78645"/>
                <a:gd name="connsiteX6" fmla="*/ 80104 w 198021"/>
                <a:gd name="connsiteY6" fmla="*/ 7188 h 78645"/>
                <a:gd name="connsiteX7" fmla="*/ 0 w 198021"/>
                <a:gd name="connsiteY7" fmla="*/ 833 h 78645"/>
                <a:gd name="connsiteX8" fmla="*/ 7500 w 198021"/>
                <a:gd name="connsiteY8" fmla="*/ 833 h 78645"/>
                <a:gd name="connsiteX9" fmla="*/ 7500 w 198021"/>
                <a:gd name="connsiteY9" fmla="*/ 33021 h 78645"/>
                <a:gd name="connsiteX10" fmla="*/ 38542 w 198021"/>
                <a:gd name="connsiteY10" fmla="*/ 833 h 78645"/>
                <a:gd name="connsiteX11" fmla="*/ 49063 w 198021"/>
                <a:gd name="connsiteY11" fmla="*/ 833 h 78645"/>
                <a:gd name="connsiteX12" fmla="*/ 14479 w 198021"/>
                <a:gd name="connsiteY12" fmla="*/ 35938 h 78645"/>
                <a:gd name="connsiteX13" fmla="*/ 52500 w 198021"/>
                <a:gd name="connsiteY13" fmla="*/ 78646 h 78645"/>
                <a:gd name="connsiteX14" fmla="*/ 41875 w 198021"/>
                <a:gd name="connsiteY14" fmla="*/ 78646 h 78645"/>
                <a:gd name="connsiteX15" fmla="*/ 7500 w 198021"/>
                <a:gd name="connsiteY15" fmla="*/ 39583 h 78645"/>
                <a:gd name="connsiteX16" fmla="*/ 7500 w 198021"/>
                <a:gd name="connsiteY16" fmla="*/ 78646 h 78645"/>
                <a:gd name="connsiteX17" fmla="*/ 0 w 198021"/>
                <a:gd name="connsiteY17" fmla="*/ 78646 h 78645"/>
                <a:gd name="connsiteX18" fmla="*/ 143125 w 198021"/>
                <a:gd name="connsiteY18" fmla="*/ 0 h 78645"/>
                <a:gd name="connsiteX19" fmla="*/ 149792 w 198021"/>
                <a:gd name="connsiteY19" fmla="*/ 0 h 78645"/>
                <a:gd name="connsiteX20" fmla="*/ 150990 w 198021"/>
                <a:gd name="connsiteY20" fmla="*/ 364 h 78645"/>
                <a:gd name="connsiteX21" fmla="*/ 151875 w 198021"/>
                <a:gd name="connsiteY21" fmla="*/ 1354 h 78645"/>
                <a:gd name="connsiteX22" fmla="*/ 184271 w 198021"/>
                <a:gd name="connsiteY22" fmla="*/ 55521 h 78645"/>
                <a:gd name="connsiteX23" fmla="*/ 190208 w 198021"/>
                <a:gd name="connsiteY23" fmla="*/ 66875 h 78645"/>
                <a:gd name="connsiteX24" fmla="*/ 190000 w 198021"/>
                <a:gd name="connsiteY24" fmla="*/ 54479 h 78645"/>
                <a:gd name="connsiteX25" fmla="*/ 190000 w 198021"/>
                <a:gd name="connsiteY25" fmla="*/ 0 h 78645"/>
                <a:gd name="connsiteX26" fmla="*/ 198021 w 198021"/>
                <a:gd name="connsiteY26" fmla="*/ 0 h 78645"/>
                <a:gd name="connsiteX27" fmla="*/ 198021 w 198021"/>
                <a:gd name="connsiteY27" fmla="*/ 75833 h 78645"/>
                <a:gd name="connsiteX28" fmla="*/ 197604 w 198021"/>
                <a:gd name="connsiteY28" fmla="*/ 77396 h 78645"/>
                <a:gd name="connsiteX29" fmla="*/ 196250 w 198021"/>
                <a:gd name="connsiteY29" fmla="*/ 77812 h 78645"/>
                <a:gd name="connsiteX30" fmla="*/ 189583 w 198021"/>
                <a:gd name="connsiteY30" fmla="*/ 77812 h 78645"/>
                <a:gd name="connsiteX31" fmla="*/ 188334 w 198021"/>
                <a:gd name="connsiteY31" fmla="*/ 77448 h 78645"/>
                <a:gd name="connsiteX32" fmla="*/ 187500 w 198021"/>
                <a:gd name="connsiteY32" fmla="*/ 76458 h 78645"/>
                <a:gd name="connsiteX33" fmla="*/ 155104 w 198021"/>
                <a:gd name="connsiteY33" fmla="*/ 22292 h 78645"/>
                <a:gd name="connsiteX34" fmla="*/ 149167 w 198021"/>
                <a:gd name="connsiteY34" fmla="*/ 10937 h 78645"/>
                <a:gd name="connsiteX35" fmla="*/ 149375 w 198021"/>
                <a:gd name="connsiteY35" fmla="*/ 23333 h 78645"/>
                <a:gd name="connsiteX36" fmla="*/ 149375 w 198021"/>
                <a:gd name="connsiteY36" fmla="*/ 77812 h 78645"/>
                <a:gd name="connsiteX37" fmla="*/ 141354 w 198021"/>
                <a:gd name="connsiteY37" fmla="*/ 77812 h 78645"/>
                <a:gd name="connsiteX38" fmla="*/ 141354 w 198021"/>
                <a:gd name="connsiteY38" fmla="*/ 1979 h 78645"/>
                <a:gd name="connsiteX39" fmla="*/ 141719 w 198021"/>
                <a:gd name="connsiteY39" fmla="*/ 468 h 78645"/>
                <a:gd name="connsiteX40" fmla="*/ 143125 w 198021"/>
                <a:gd name="connsiteY40" fmla="*/ 0 h 78645"/>
                <a:gd name="connsiteX41" fmla="*/ 64792 w 198021"/>
                <a:gd name="connsiteY41" fmla="*/ 0 h 78645"/>
                <a:gd name="connsiteX42" fmla="*/ 82709 w 198021"/>
                <a:gd name="connsiteY42" fmla="*/ 0 h 78645"/>
                <a:gd name="connsiteX43" fmla="*/ 111615 w 198021"/>
                <a:gd name="connsiteY43" fmla="*/ 9791 h 78645"/>
                <a:gd name="connsiteX44" fmla="*/ 121771 w 198021"/>
                <a:gd name="connsiteY44" fmla="*/ 38958 h 78645"/>
                <a:gd name="connsiteX45" fmla="*/ 111615 w 198021"/>
                <a:gd name="connsiteY45" fmla="*/ 68073 h 78645"/>
                <a:gd name="connsiteX46" fmla="*/ 82709 w 198021"/>
                <a:gd name="connsiteY46" fmla="*/ 77812 h 78645"/>
                <a:gd name="connsiteX47" fmla="*/ 64792 w 198021"/>
                <a:gd name="connsiteY47" fmla="*/ 77812 h 78645"/>
                <a:gd name="connsiteX48" fmla="*/ 63386 w 198021"/>
                <a:gd name="connsiteY48" fmla="*/ 77396 h 78645"/>
                <a:gd name="connsiteX49" fmla="*/ 63021 w 198021"/>
                <a:gd name="connsiteY49" fmla="*/ 75833 h 78645"/>
                <a:gd name="connsiteX50" fmla="*/ 63021 w 198021"/>
                <a:gd name="connsiteY50" fmla="*/ 1979 h 78645"/>
                <a:gd name="connsiteX51" fmla="*/ 63386 w 198021"/>
                <a:gd name="connsiteY51" fmla="*/ 468 h 78645"/>
                <a:gd name="connsiteX52" fmla="*/ 64792 w 198021"/>
                <a:gd name="connsiteY52" fmla="*/ 0 h 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98021" h="78645">
                  <a:moveTo>
                    <a:pt x="71146" y="7188"/>
                  </a:moveTo>
                  <a:lnTo>
                    <a:pt x="71146" y="70625"/>
                  </a:lnTo>
                  <a:lnTo>
                    <a:pt x="84792" y="70625"/>
                  </a:lnTo>
                  <a:cubicBezTo>
                    <a:pt x="94714" y="70625"/>
                    <a:pt x="101953" y="67786"/>
                    <a:pt x="106510" y="62083"/>
                  </a:cubicBezTo>
                  <a:cubicBezTo>
                    <a:pt x="111055" y="56393"/>
                    <a:pt x="113334" y="48685"/>
                    <a:pt x="113334" y="38958"/>
                  </a:cubicBezTo>
                  <a:cubicBezTo>
                    <a:pt x="113334" y="27578"/>
                    <a:pt x="110339" y="19362"/>
                    <a:pt x="104375" y="14323"/>
                  </a:cubicBezTo>
                  <a:cubicBezTo>
                    <a:pt x="98399" y="9297"/>
                    <a:pt x="90313" y="6914"/>
                    <a:pt x="80104" y="7188"/>
                  </a:cubicBezTo>
                  <a:close/>
                  <a:moveTo>
                    <a:pt x="0" y="833"/>
                  </a:moveTo>
                  <a:lnTo>
                    <a:pt x="7500" y="833"/>
                  </a:lnTo>
                  <a:lnTo>
                    <a:pt x="7500" y="33021"/>
                  </a:lnTo>
                  <a:lnTo>
                    <a:pt x="38542" y="833"/>
                  </a:lnTo>
                  <a:lnTo>
                    <a:pt x="49063" y="833"/>
                  </a:lnTo>
                  <a:lnTo>
                    <a:pt x="14479" y="35938"/>
                  </a:lnTo>
                  <a:lnTo>
                    <a:pt x="52500" y="78646"/>
                  </a:lnTo>
                  <a:lnTo>
                    <a:pt x="41875" y="78646"/>
                  </a:lnTo>
                  <a:lnTo>
                    <a:pt x="7500" y="39583"/>
                  </a:lnTo>
                  <a:lnTo>
                    <a:pt x="7500" y="78646"/>
                  </a:lnTo>
                  <a:lnTo>
                    <a:pt x="0" y="78646"/>
                  </a:lnTo>
                  <a:close/>
                  <a:moveTo>
                    <a:pt x="143125" y="0"/>
                  </a:moveTo>
                  <a:lnTo>
                    <a:pt x="149792" y="0"/>
                  </a:lnTo>
                  <a:cubicBezTo>
                    <a:pt x="150209" y="0"/>
                    <a:pt x="150599" y="130"/>
                    <a:pt x="150990" y="364"/>
                  </a:cubicBezTo>
                  <a:cubicBezTo>
                    <a:pt x="151367" y="612"/>
                    <a:pt x="151667" y="937"/>
                    <a:pt x="151875" y="1354"/>
                  </a:cubicBezTo>
                  <a:lnTo>
                    <a:pt x="184271" y="55521"/>
                  </a:lnTo>
                  <a:lnTo>
                    <a:pt x="190208" y="66875"/>
                  </a:lnTo>
                  <a:lnTo>
                    <a:pt x="190000" y="54479"/>
                  </a:lnTo>
                  <a:lnTo>
                    <a:pt x="190000" y="0"/>
                  </a:lnTo>
                  <a:lnTo>
                    <a:pt x="198021" y="0"/>
                  </a:lnTo>
                  <a:lnTo>
                    <a:pt x="198021" y="75833"/>
                  </a:lnTo>
                  <a:cubicBezTo>
                    <a:pt x="198021" y="76602"/>
                    <a:pt x="197878" y="77122"/>
                    <a:pt x="197604" y="77396"/>
                  </a:cubicBezTo>
                  <a:cubicBezTo>
                    <a:pt x="197318" y="77682"/>
                    <a:pt x="196875" y="77812"/>
                    <a:pt x="196250" y="77812"/>
                  </a:cubicBezTo>
                  <a:lnTo>
                    <a:pt x="189583" y="77812"/>
                  </a:lnTo>
                  <a:cubicBezTo>
                    <a:pt x="189089" y="77812"/>
                    <a:pt x="188672" y="77695"/>
                    <a:pt x="188334" y="77448"/>
                  </a:cubicBezTo>
                  <a:cubicBezTo>
                    <a:pt x="187982" y="77213"/>
                    <a:pt x="187709" y="76875"/>
                    <a:pt x="187500" y="76458"/>
                  </a:cubicBezTo>
                  <a:lnTo>
                    <a:pt x="155104" y="22292"/>
                  </a:lnTo>
                  <a:lnTo>
                    <a:pt x="149167" y="10937"/>
                  </a:lnTo>
                  <a:lnTo>
                    <a:pt x="149375" y="23333"/>
                  </a:lnTo>
                  <a:lnTo>
                    <a:pt x="149375" y="77812"/>
                  </a:lnTo>
                  <a:lnTo>
                    <a:pt x="141354" y="77812"/>
                  </a:lnTo>
                  <a:lnTo>
                    <a:pt x="141354" y="1979"/>
                  </a:lnTo>
                  <a:cubicBezTo>
                    <a:pt x="141354" y="1289"/>
                    <a:pt x="141472" y="781"/>
                    <a:pt x="141719" y="468"/>
                  </a:cubicBezTo>
                  <a:cubicBezTo>
                    <a:pt x="141953" y="156"/>
                    <a:pt x="142422" y="0"/>
                    <a:pt x="143125" y="0"/>
                  </a:cubicBezTo>
                  <a:close/>
                  <a:moveTo>
                    <a:pt x="64792" y="0"/>
                  </a:moveTo>
                  <a:lnTo>
                    <a:pt x="82709" y="0"/>
                  </a:lnTo>
                  <a:cubicBezTo>
                    <a:pt x="95209" y="0"/>
                    <a:pt x="104844" y="3268"/>
                    <a:pt x="111615" y="9791"/>
                  </a:cubicBezTo>
                  <a:cubicBezTo>
                    <a:pt x="118386" y="16328"/>
                    <a:pt x="121771" y="26042"/>
                    <a:pt x="121771" y="38958"/>
                  </a:cubicBezTo>
                  <a:cubicBezTo>
                    <a:pt x="121771" y="51875"/>
                    <a:pt x="118386" y="61588"/>
                    <a:pt x="111615" y="68073"/>
                  </a:cubicBezTo>
                  <a:cubicBezTo>
                    <a:pt x="104844" y="74570"/>
                    <a:pt x="95209" y="77812"/>
                    <a:pt x="82709" y="77812"/>
                  </a:cubicBezTo>
                  <a:lnTo>
                    <a:pt x="64792" y="77812"/>
                  </a:lnTo>
                  <a:cubicBezTo>
                    <a:pt x="64089" y="77812"/>
                    <a:pt x="63620" y="77682"/>
                    <a:pt x="63386" y="77396"/>
                  </a:cubicBezTo>
                  <a:cubicBezTo>
                    <a:pt x="63138" y="77122"/>
                    <a:pt x="63021" y="76602"/>
                    <a:pt x="63021" y="75833"/>
                  </a:cubicBezTo>
                  <a:lnTo>
                    <a:pt x="63021" y="1979"/>
                  </a:lnTo>
                  <a:cubicBezTo>
                    <a:pt x="63021" y="1289"/>
                    <a:pt x="63138" y="781"/>
                    <a:pt x="63386" y="468"/>
                  </a:cubicBezTo>
                  <a:cubicBezTo>
                    <a:pt x="63620" y="156"/>
                    <a:pt x="64089" y="0"/>
                    <a:pt x="64792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41" name="TextBox 440">
              <a:extLst>
                <a:ext uri="{FF2B5EF4-FFF2-40B4-BE49-F238E27FC236}">
                  <a16:creationId xmlns:a16="http://schemas.microsoft.com/office/drawing/2014/main" id="{2106492E-35B4-4B85-9FB1-A8DA6AE4BCAC}"/>
                </a:ext>
              </a:extLst>
            </p:cNvPr>
            <p:cNvSpPr txBox="1"/>
            <p:nvPr/>
          </p:nvSpPr>
          <p:spPr>
            <a:xfrm>
              <a:off x="4982040" y="3745150"/>
              <a:ext cx="339130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KDN</a:t>
              </a:r>
            </a:p>
          </p:txBody>
        </p:sp>
        <p:sp>
          <p:nvSpPr>
            <p:cNvPr id="442" name="자유형: 도형 441">
              <a:extLst>
                <a:ext uri="{FF2B5EF4-FFF2-40B4-BE49-F238E27FC236}">
                  <a16:creationId xmlns:a16="http://schemas.microsoft.com/office/drawing/2014/main" id="{D4D297FF-4EA3-47A3-B474-E6276C008363}"/>
                </a:ext>
              </a:extLst>
            </p:cNvPr>
            <p:cNvSpPr/>
            <p:nvPr/>
          </p:nvSpPr>
          <p:spPr>
            <a:xfrm>
              <a:off x="976788" y="4048825"/>
              <a:ext cx="48020" cy="77812"/>
            </a:xfrm>
            <a:custGeom>
              <a:avLst/>
              <a:gdLst>
                <a:gd name="connsiteX0" fmla="*/ 4375 w 48020"/>
                <a:gd name="connsiteY0" fmla="*/ 0 h 77812"/>
                <a:gd name="connsiteX1" fmla="*/ 44063 w 48020"/>
                <a:gd name="connsiteY1" fmla="*/ 0 h 77812"/>
                <a:gd name="connsiteX2" fmla="*/ 44063 w 48020"/>
                <a:gd name="connsiteY2" fmla="*/ 7083 h 77812"/>
                <a:gd name="connsiteX3" fmla="*/ 10729 w 48020"/>
                <a:gd name="connsiteY3" fmla="*/ 7083 h 77812"/>
                <a:gd name="connsiteX4" fmla="*/ 9271 w 48020"/>
                <a:gd name="connsiteY4" fmla="*/ 32708 h 77812"/>
                <a:gd name="connsiteX5" fmla="*/ 16094 w 48020"/>
                <a:gd name="connsiteY5" fmla="*/ 27656 h 77812"/>
                <a:gd name="connsiteX6" fmla="*/ 26146 w 48020"/>
                <a:gd name="connsiteY6" fmla="*/ 25833 h 77812"/>
                <a:gd name="connsiteX7" fmla="*/ 34583 w 48020"/>
                <a:gd name="connsiteY7" fmla="*/ 27448 h 77812"/>
                <a:gd name="connsiteX8" fmla="*/ 41563 w 48020"/>
                <a:gd name="connsiteY8" fmla="*/ 32291 h 77812"/>
                <a:gd name="connsiteX9" fmla="*/ 46250 w 48020"/>
                <a:gd name="connsiteY9" fmla="*/ 40364 h 77812"/>
                <a:gd name="connsiteX10" fmla="*/ 48021 w 48020"/>
                <a:gd name="connsiteY10" fmla="*/ 51771 h 77812"/>
                <a:gd name="connsiteX11" fmla="*/ 46302 w 48020"/>
                <a:gd name="connsiteY11" fmla="*/ 62292 h 77812"/>
                <a:gd name="connsiteX12" fmla="*/ 41458 w 48020"/>
                <a:gd name="connsiteY12" fmla="*/ 70521 h 77812"/>
                <a:gd name="connsiteX13" fmla="*/ 33802 w 48020"/>
                <a:gd name="connsiteY13" fmla="*/ 75885 h 77812"/>
                <a:gd name="connsiteX14" fmla="*/ 23958 w 48020"/>
                <a:gd name="connsiteY14" fmla="*/ 77812 h 77812"/>
                <a:gd name="connsiteX15" fmla="*/ 7292 w 48020"/>
                <a:gd name="connsiteY15" fmla="*/ 72604 h 77812"/>
                <a:gd name="connsiteX16" fmla="*/ 0 w 48020"/>
                <a:gd name="connsiteY16" fmla="*/ 57500 h 77812"/>
                <a:gd name="connsiteX17" fmla="*/ 8229 w 48020"/>
                <a:gd name="connsiteY17" fmla="*/ 57500 h 77812"/>
                <a:gd name="connsiteX18" fmla="*/ 13542 w 48020"/>
                <a:gd name="connsiteY18" fmla="*/ 67344 h 77812"/>
                <a:gd name="connsiteX19" fmla="*/ 24271 w 48020"/>
                <a:gd name="connsiteY19" fmla="*/ 70833 h 77812"/>
                <a:gd name="connsiteX20" fmla="*/ 35260 w 48020"/>
                <a:gd name="connsiteY20" fmla="*/ 65729 h 77812"/>
                <a:gd name="connsiteX21" fmla="*/ 39688 w 48020"/>
                <a:gd name="connsiteY21" fmla="*/ 51875 h 77812"/>
                <a:gd name="connsiteX22" fmla="*/ 35313 w 48020"/>
                <a:gd name="connsiteY22" fmla="*/ 37500 h 77812"/>
                <a:gd name="connsiteX23" fmla="*/ 24375 w 48020"/>
                <a:gd name="connsiteY23" fmla="*/ 32708 h 77812"/>
                <a:gd name="connsiteX24" fmla="*/ 15208 w 48020"/>
                <a:gd name="connsiteY24" fmla="*/ 35364 h 77812"/>
                <a:gd name="connsiteX25" fmla="*/ 10000 w 48020"/>
                <a:gd name="connsiteY25" fmla="*/ 42604 h 77812"/>
                <a:gd name="connsiteX26" fmla="*/ 9687 w 48020"/>
                <a:gd name="connsiteY26" fmla="*/ 43437 h 77812"/>
                <a:gd name="connsiteX27" fmla="*/ 9375 w 48020"/>
                <a:gd name="connsiteY27" fmla="*/ 43958 h 77812"/>
                <a:gd name="connsiteX28" fmla="*/ 8802 w 48020"/>
                <a:gd name="connsiteY28" fmla="*/ 44271 h 77812"/>
                <a:gd name="connsiteX29" fmla="*/ 7917 w 48020"/>
                <a:gd name="connsiteY29" fmla="*/ 44375 h 77812"/>
                <a:gd name="connsiteX30" fmla="*/ 2917 w 48020"/>
                <a:gd name="connsiteY30" fmla="*/ 44375 h 77812"/>
                <a:gd name="connsiteX31" fmla="*/ 1771 w 48020"/>
                <a:gd name="connsiteY31" fmla="*/ 44115 h 77812"/>
                <a:gd name="connsiteX32" fmla="*/ 1563 w 48020"/>
                <a:gd name="connsiteY32" fmla="*/ 42812 h 77812"/>
                <a:gd name="connsiteX33" fmla="*/ 2708 w 48020"/>
                <a:gd name="connsiteY33" fmla="*/ 1979 h 77812"/>
                <a:gd name="connsiteX34" fmla="*/ 3073 w 48020"/>
                <a:gd name="connsiteY34" fmla="*/ 416 h 77812"/>
                <a:gd name="connsiteX35" fmla="*/ 4375 w 48020"/>
                <a:gd name="connsiteY35" fmla="*/ 0 h 7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8020" h="77812">
                  <a:moveTo>
                    <a:pt x="4375" y="0"/>
                  </a:moveTo>
                  <a:lnTo>
                    <a:pt x="44063" y="0"/>
                  </a:lnTo>
                  <a:lnTo>
                    <a:pt x="44063" y="7083"/>
                  </a:lnTo>
                  <a:lnTo>
                    <a:pt x="10729" y="7083"/>
                  </a:lnTo>
                  <a:lnTo>
                    <a:pt x="9271" y="32708"/>
                  </a:lnTo>
                  <a:cubicBezTo>
                    <a:pt x="10869" y="30560"/>
                    <a:pt x="13142" y="28880"/>
                    <a:pt x="16094" y="27656"/>
                  </a:cubicBezTo>
                  <a:cubicBezTo>
                    <a:pt x="19046" y="26445"/>
                    <a:pt x="22396" y="25833"/>
                    <a:pt x="26146" y="25833"/>
                  </a:cubicBezTo>
                  <a:cubicBezTo>
                    <a:pt x="29132" y="25833"/>
                    <a:pt x="31944" y="26380"/>
                    <a:pt x="34583" y="27448"/>
                  </a:cubicBezTo>
                  <a:cubicBezTo>
                    <a:pt x="37223" y="28528"/>
                    <a:pt x="39548" y="30143"/>
                    <a:pt x="41563" y="32291"/>
                  </a:cubicBezTo>
                  <a:cubicBezTo>
                    <a:pt x="43507" y="34453"/>
                    <a:pt x="45069" y="37135"/>
                    <a:pt x="46250" y="40364"/>
                  </a:cubicBezTo>
                  <a:cubicBezTo>
                    <a:pt x="47431" y="43594"/>
                    <a:pt x="48021" y="47396"/>
                    <a:pt x="48021" y="51771"/>
                  </a:cubicBezTo>
                  <a:cubicBezTo>
                    <a:pt x="48021" y="55599"/>
                    <a:pt x="47448" y="59102"/>
                    <a:pt x="46302" y="62292"/>
                  </a:cubicBezTo>
                  <a:cubicBezTo>
                    <a:pt x="45156" y="65495"/>
                    <a:pt x="43542" y="68229"/>
                    <a:pt x="41458" y="70521"/>
                  </a:cubicBezTo>
                  <a:cubicBezTo>
                    <a:pt x="39306" y="72812"/>
                    <a:pt x="36754" y="74609"/>
                    <a:pt x="33802" y="75885"/>
                  </a:cubicBezTo>
                  <a:cubicBezTo>
                    <a:pt x="30850" y="77175"/>
                    <a:pt x="27569" y="77812"/>
                    <a:pt x="23958" y="77812"/>
                  </a:cubicBezTo>
                  <a:cubicBezTo>
                    <a:pt x="17361" y="77812"/>
                    <a:pt x="11806" y="76081"/>
                    <a:pt x="7292" y="72604"/>
                  </a:cubicBezTo>
                  <a:cubicBezTo>
                    <a:pt x="2777" y="69141"/>
                    <a:pt x="348" y="64101"/>
                    <a:pt x="0" y="57500"/>
                  </a:cubicBezTo>
                  <a:lnTo>
                    <a:pt x="8229" y="57500"/>
                  </a:lnTo>
                  <a:cubicBezTo>
                    <a:pt x="8854" y="61744"/>
                    <a:pt x="10625" y="65026"/>
                    <a:pt x="13542" y="67344"/>
                  </a:cubicBezTo>
                  <a:cubicBezTo>
                    <a:pt x="16458" y="69674"/>
                    <a:pt x="20035" y="70833"/>
                    <a:pt x="24271" y="70833"/>
                  </a:cubicBezTo>
                  <a:cubicBezTo>
                    <a:pt x="28646" y="70833"/>
                    <a:pt x="32309" y="69141"/>
                    <a:pt x="35260" y="65729"/>
                  </a:cubicBezTo>
                  <a:cubicBezTo>
                    <a:pt x="38212" y="62331"/>
                    <a:pt x="39688" y="57708"/>
                    <a:pt x="39688" y="51875"/>
                  </a:cubicBezTo>
                  <a:cubicBezTo>
                    <a:pt x="39688" y="45495"/>
                    <a:pt x="38229" y="40703"/>
                    <a:pt x="35313" y="37500"/>
                  </a:cubicBezTo>
                  <a:cubicBezTo>
                    <a:pt x="32396" y="34310"/>
                    <a:pt x="28750" y="32708"/>
                    <a:pt x="24375" y="32708"/>
                  </a:cubicBezTo>
                  <a:cubicBezTo>
                    <a:pt x="20902" y="32708"/>
                    <a:pt x="17848" y="33594"/>
                    <a:pt x="15208" y="35364"/>
                  </a:cubicBezTo>
                  <a:cubicBezTo>
                    <a:pt x="12569" y="37135"/>
                    <a:pt x="10833" y="39557"/>
                    <a:pt x="10000" y="42604"/>
                  </a:cubicBezTo>
                  <a:cubicBezTo>
                    <a:pt x="9861" y="42955"/>
                    <a:pt x="9757" y="43229"/>
                    <a:pt x="9687" y="43437"/>
                  </a:cubicBezTo>
                  <a:cubicBezTo>
                    <a:pt x="9619" y="43646"/>
                    <a:pt x="9514" y="43828"/>
                    <a:pt x="9375" y="43958"/>
                  </a:cubicBezTo>
                  <a:cubicBezTo>
                    <a:pt x="9236" y="44101"/>
                    <a:pt x="9046" y="44206"/>
                    <a:pt x="8802" y="44271"/>
                  </a:cubicBezTo>
                  <a:cubicBezTo>
                    <a:pt x="8559" y="44349"/>
                    <a:pt x="8264" y="44375"/>
                    <a:pt x="7917" y="44375"/>
                  </a:cubicBezTo>
                  <a:lnTo>
                    <a:pt x="2917" y="44375"/>
                  </a:lnTo>
                  <a:cubicBezTo>
                    <a:pt x="2292" y="44375"/>
                    <a:pt x="1910" y="44297"/>
                    <a:pt x="1771" y="44115"/>
                  </a:cubicBezTo>
                  <a:cubicBezTo>
                    <a:pt x="1632" y="43945"/>
                    <a:pt x="1563" y="43515"/>
                    <a:pt x="1563" y="42812"/>
                  </a:cubicBezTo>
                  <a:lnTo>
                    <a:pt x="2708" y="1979"/>
                  </a:lnTo>
                  <a:cubicBezTo>
                    <a:pt x="2708" y="1224"/>
                    <a:pt x="2829" y="703"/>
                    <a:pt x="3073" y="416"/>
                  </a:cubicBezTo>
                  <a:cubicBezTo>
                    <a:pt x="3316" y="143"/>
                    <a:pt x="3750" y="0"/>
                    <a:pt x="4375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43" name="TextBox 442">
              <a:extLst>
                <a:ext uri="{FF2B5EF4-FFF2-40B4-BE49-F238E27FC236}">
                  <a16:creationId xmlns:a16="http://schemas.microsoft.com/office/drawing/2014/main" id="{B65B48DD-8062-4B16-863F-7B7F31A9B764}"/>
                </a:ext>
              </a:extLst>
            </p:cNvPr>
            <p:cNvSpPr txBox="1"/>
            <p:nvPr/>
          </p:nvSpPr>
          <p:spPr>
            <a:xfrm>
              <a:off x="885348" y="4006087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5</a:t>
              </a:r>
            </a:p>
          </p:txBody>
        </p:sp>
        <p:grpSp>
          <p:nvGrpSpPr>
            <p:cNvPr id="444" name="그래픽 5">
              <a:extLst>
                <a:ext uri="{FF2B5EF4-FFF2-40B4-BE49-F238E27FC236}">
                  <a16:creationId xmlns:a16="http://schemas.microsoft.com/office/drawing/2014/main" id="{B27811C8-0529-4338-998A-4363E4C6419E}"/>
                </a:ext>
              </a:extLst>
            </p:cNvPr>
            <p:cNvGrpSpPr/>
            <p:nvPr/>
          </p:nvGrpSpPr>
          <p:grpSpPr>
            <a:xfrm>
              <a:off x="1214758" y="3955935"/>
              <a:ext cx="649267" cy="130208"/>
              <a:chOff x="1214758" y="3955935"/>
              <a:chExt cx="649267" cy="130208"/>
            </a:xfrm>
          </p:grpSpPr>
          <p:sp>
            <p:nvSpPr>
              <p:cNvPr id="445" name="자유형: 도형 444">
                <a:extLst>
                  <a:ext uri="{FF2B5EF4-FFF2-40B4-BE49-F238E27FC236}">
                    <a16:creationId xmlns:a16="http://schemas.microsoft.com/office/drawing/2014/main" id="{BC450150-81E8-4CF1-80BE-0AE1FC0A6279}"/>
                  </a:ext>
                </a:extLst>
              </p:cNvPr>
              <p:cNvSpPr/>
              <p:nvPr/>
            </p:nvSpPr>
            <p:spPr>
              <a:xfrm>
                <a:off x="1214758" y="3977159"/>
                <a:ext cx="649267" cy="94791"/>
              </a:xfrm>
              <a:custGeom>
                <a:avLst/>
                <a:gdLst>
                  <a:gd name="connsiteX0" fmla="*/ 308854 w 649267"/>
                  <a:gd name="connsiteY0" fmla="*/ 74166 h 94791"/>
                  <a:gd name="connsiteX1" fmla="*/ 308854 w 649267"/>
                  <a:gd name="connsiteY1" fmla="*/ 85208 h 94791"/>
                  <a:gd name="connsiteX2" fmla="*/ 350521 w 649267"/>
                  <a:gd name="connsiteY2" fmla="*/ 85208 h 94791"/>
                  <a:gd name="connsiteX3" fmla="*/ 350521 w 649267"/>
                  <a:gd name="connsiteY3" fmla="*/ 74166 h 94791"/>
                  <a:gd name="connsiteX4" fmla="*/ 510521 w 649267"/>
                  <a:gd name="connsiteY4" fmla="*/ 70833 h 94791"/>
                  <a:gd name="connsiteX5" fmla="*/ 494115 w 649267"/>
                  <a:gd name="connsiteY5" fmla="*/ 72864 h 94791"/>
                  <a:gd name="connsiteX6" fmla="*/ 487813 w 649267"/>
                  <a:gd name="connsiteY6" fmla="*/ 79583 h 94791"/>
                  <a:gd name="connsiteX7" fmla="*/ 494115 w 649267"/>
                  <a:gd name="connsiteY7" fmla="*/ 86250 h 94791"/>
                  <a:gd name="connsiteX8" fmla="*/ 510521 w 649267"/>
                  <a:gd name="connsiteY8" fmla="*/ 88229 h 94791"/>
                  <a:gd name="connsiteX9" fmla="*/ 526771 w 649267"/>
                  <a:gd name="connsiteY9" fmla="*/ 86302 h 94791"/>
                  <a:gd name="connsiteX10" fmla="*/ 533125 w 649267"/>
                  <a:gd name="connsiteY10" fmla="*/ 79792 h 94791"/>
                  <a:gd name="connsiteX11" fmla="*/ 526823 w 649267"/>
                  <a:gd name="connsiteY11" fmla="*/ 72968 h 94791"/>
                  <a:gd name="connsiteX12" fmla="*/ 510521 w 649267"/>
                  <a:gd name="connsiteY12" fmla="*/ 70833 h 94791"/>
                  <a:gd name="connsiteX13" fmla="*/ 15000 w 649267"/>
                  <a:gd name="connsiteY13" fmla="*/ 67708 h 94791"/>
                  <a:gd name="connsiteX14" fmla="*/ 23542 w 649267"/>
                  <a:gd name="connsiteY14" fmla="*/ 67708 h 94791"/>
                  <a:gd name="connsiteX15" fmla="*/ 23542 w 649267"/>
                  <a:gd name="connsiteY15" fmla="*/ 83854 h 94791"/>
                  <a:gd name="connsiteX16" fmla="*/ 77396 w 649267"/>
                  <a:gd name="connsiteY16" fmla="*/ 83854 h 94791"/>
                  <a:gd name="connsiteX17" fmla="*/ 77396 w 649267"/>
                  <a:gd name="connsiteY17" fmla="*/ 90937 h 94791"/>
                  <a:gd name="connsiteX18" fmla="*/ 17188 w 649267"/>
                  <a:gd name="connsiteY18" fmla="*/ 90937 h 94791"/>
                  <a:gd name="connsiteX19" fmla="*/ 15469 w 649267"/>
                  <a:gd name="connsiteY19" fmla="*/ 90469 h 94791"/>
                  <a:gd name="connsiteX20" fmla="*/ 15000 w 649267"/>
                  <a:gd name="connsiteY20" fmla="*/ 88750 h 94791"/>
                  <a:gd name="connsiteX21" fmla="*/ 234792 w 649267"/>
                  <a:gd name="connsiteY21" fmla="*/ 66563 h 94791"/>
                  <a:gd name="connsiteX22" fmla="*/ 217031 w 649267"/>
                  <a:gd name="connsiteY22" fmla="*/ 69479 h 94791"/>
                  <a:gd name="connsiteX23" fmla="*/ 210729 w 649267"/>
                  <a:gd name="connsiteY23" fmla="*/ 77500 h 94791"/>
                  <a:gd name="connsiteX24" fmla="*/ 217031 w 649267"/>
                  <a:gd name="connsiteY24" fmla="*/ 85469 h 94791"/>
                  <a:gd name="connsiteX25" fmla="*/ 234792 w 649267"/>
                  <a:gd name="connsiteY25" fmla="*/ 88333 h 94791"/>
                  <a:gd name="connsiteX26" fmla="*/ 252136 w 649267"/>
                  <a:gd name="connsiteY26" fmla="*/ 85469 h 94791"/>
                  <a:gd name="connsiteX27" fmla="*/ 258542 w 649267"/>
                  <a:gd name="connsiteY27" fmla="*/ 77604 h 94791"/>
                  <a:gd name="connsiteX28" fmla="*/ 252188 w 649267"/>
                  <a:gd name="connsiteY28" fmla="*/ 69479 h 94791"/>
                  <a:gd name="connsiteX29" fmla="*/ 234792 w 649267"/>
                  <a:gd name="connsiteY29" fmla="*/ 66563 h 94791"/>
                  <a:gd name="connsiteX30" fmla="*/ 510417 w 649267"/>
                  <a:gd name="connsiteY30" fmla="*/ 64479 h 94791"/>
                  <a:gd name="connsiteX31" fmla="*/ 534219 w 649267"/>
                  <a:gd name="connsiteY31" fmla="*/ 68646 h 94791"/>
                  <a:gd name="connsiteX32" fmla="*/ 542500 w 649267"/>
                  <a:gd name="connsiteY32" fmla="*/ 79583 h 94791"/>
                  <a:gd name="connsiteX33" fmla="*/ 534219 w 649267"/>
                  <a:gd name="connsiteY33" fmla="*/ 90521 h 94791"/>
                  <a:gd name="connsiteX34" fmla="*/ 510417 w 649267"/>
                  <a:gd name="connsiteY34" fmla="*/ 94792 h 94791"/>
                  <a:gd name="connsiteX35" fmla="*/ 486667 w 649267"/>
                  <a:gd name="connsiteY35" fmla="*/ 90469 h 94791"/>
                  <a:gd name="connsiteX36" fmla="*/ 478438 w 649267"/>
                  <a:gd name="connsiteY36" fmla="*/ 79479 h 94791"/>
                  <a:gd name="connsiteX37" fmla="*/ 486667 w 649267"/>
                  <a:gd name="connsiteY37" fmla="*/ 68593 h 94791"/>
                  <a:gd name="connsiteX38" fmla="*/ 510417 w 649267"/>
                  <a:gd name="connsiteY38" fmla="*/ 64479 h 94791"/>
                  <a:gd name="connsiteX39" fmla="*/ 418542 w 649267"/>
                  <a:gd name="connsiteY39" fmla="*/ 64166 h 94791"/>
                  <a:gd name="connsiteX40" fmla="*/ 409636 w 649267"/>
                  <a:gd name="connsiteY40" fmla="*/ 65000 h 94791"/>
                  <a:gd name="connsiteX41" fmla="*/ 402500 w 649267"/>
                  <a:gd name="connsiteY41" fmla="*/ 67292 h 94791"/>
                  <a:gd name="connsiteX42" fmla="*/ 397813 w 649267"/>
                  <a:gd name="connsiteY42" fmla="*/ 71042 h 94791"/>
                  <a:gd name="connsiteX43" fmla="*/ 396146 w 649267"/>
                  <a:gd name="connsiteY43" fmla="*/ 76042 h 94791"/>
                  <a:gd name="connsiteX44" fmla="*/ 397865 w 649267"/>
                  <a:gd name="connsiteY44" fmla="*/ 81094 h 94791"/>
                  <a:gd name="connsiteX45" fmla="*/ 402604 w 649267"/>
                  <a:gd name="connsiteY45" fmla="*/ 84896 h 94791"/>
                  <a:gd name="connsiteX46" fmla="*/ 409688 w 649267"/>
                  <a:gd name="connsiteY46" fmla="*/ 87291 h 94791"/>
                  <a:gd name="connsiteX47" fmla="*/ 418542 w 649267"/>
                  <a:gd name="connsiteY47" fmla="*/ 88125 h 94791"/>
                  <a:gd name="connsiteX48" fmla="*/ 434792 w 649267"/>
                  <a:gd name="connsiteY48" fmla="*/ 84948 h 94791"/>
                  <a:gd name="connsiteX49" fmla="*/ 441250 w 649267"/>
                  <a:gd name="connsiteY49" fmla="*/ 76146 h 94791"/>
                  <a:gd name="connsiteX50" fmla="*/ 434844 w 649267"/>
                  <a:gd name="connsiteY50" fmla="*/ 67344 h 94791"/>
                  <a:gd name="connsiteX51" fmla="*/ 418542 w 649267"/>
                  <a:gd name="connsiteY51" fmla="*/ 64166 h 94791"/>
                  <a:gd name="connsiteX52" fmla="*/ 106979 w 649267"/>
                  <a:gd name="connsiteY52" fmla="*/ 61354 h 94791"/>
                  <a:gd name="connsiteX53" fmla="*/ 115417 w 649267"/>
                  <a:gd name="connsiteY53" fmla="*/ 61354 h 94791"/>
                  <a:gd name="connsiteX54" fmla="*/ 115417 w 649267"/>
                  <a:gd name="connsiteY54" fmla="*/ 83854 h 94791"/>
                  <a:gd name="connsiteX55" fmla="*/ 169271 w 649267"/>
                  <a:gd name="connsiteY55" fmla="*/ 83854 h 94791"/>
                  <a:gd name="connsiteX56" fmla="*/ 169271 w 649267"/>
                  <a:gd name="connsiteY56" fmla="*/ 90937 h 94791"/>
                  <a:gd name="connsiteX57" fmla="*/ 109167 w 649267"/>
                  <a:gd name="connsiteY57" fmla="*/ 90937 h 94791"/>
                  <a:gd name="connsiteX58" fmla="*/ 107448 w 649267"/>
                  <a:gd name="connsiteY58" fmla="*/ 90469 h 94791"/>
                  <a:gd name="connsiteX59" fmla="*/ 106979 w 649267"/>
                  <a:gd name="connsiteY59" fmla="*/ 88750 h 94791"/>
                  <a:gd name="connsiteX60" fmla="*/ 234792 w 649267"/>
                  <a:gd name="connsiteY60" fmla="*/ 60416 h 94791"/>
                  <a:gd name="connsiteX61" fmla="*/ 259531 w 649267"/>
                  <a:gd name="connsiteY61" fmla="*/ 65312 h 94791"/>
                  <a:gd name="connsiteX62" fmla="*/ 267708 w 649267"/>
                  <a:gd name="connsiteY62" fmla="*/ 77604 h 94791"/>
                  <a:gd name="connsiteX63" fmla="*/ 259584 w 649267"/>
                  <a:gd name="connsiteY63" fmla="*/ 89792 h 94791"/>
                  <a:gd name="connsiteX64" fmla="*/ 234792 w 649267"/>
                  <a:gd name="connsiteY64" fmla="*/ 94687 h 94791"/>
                  <a:gd name="connsiteX65" fmla="*/ 209896 w 649267"/>
                  <a:gd name="connsiteY65" fmla="*/ 89792 h 94791"/>
                  <a:gd name="connsiteX66" fmla="*/ 201667 w 649267"/>
                  <a:gd name="connsiteY66" fmla="*/ 77500 h 94791"/>
                  <a:gd name="connsiteX67" fmla="*/ 209948 w 649267"/>
                  <a:gd name="connsiteY67" fmla="*/ 65208 h 94791"/>
                  <a:gd name="connsiteX68" fmla="*/ 234792 w 649267"/>
                  <a:gd name="connsiteY68" fmla="*/ 60416 h 94791"/>
                  <a:gd name="connsiteX69" fmla="*/ 300625 w 649267"/>
                  <a:gd name="connsiteY69" fmla="*/ 57812 h 94791"/>
                  <a:gd name="connsiteX70" fmla="*/ 308854 w 649267"/>
                  <a:gd name="connsiteY70" fmla="*/ 57812 h 94791"/>
                  <a:gd name="connsiteX71" fmla="*/ 308854 w 649267"/>
                  <a:gd name="connsiteY71" fmla="*/ 67500 h 94791"/>
                  <a:gd name="connsiteX72" fmla="*/ 350521 w 649267"/>
                  <a:gd name="connsiteY72" fmla="*/ 67500 h 94791"/>
                  <a:gd name="connsiteX73" fmla="*/ 350521 w 649267"/>
                  <a:gd name="connsiteY73" fmla="*/ 57812 h 94791"/>
                  <a:gd name="connsiteX74" fmla="*/ 358542 w 649267"/>
                  <a:gd name="connsiteY74" fmla="*/ 57812 h 94791"/>
                  <a:gd name="connsiteX75" fmla="*/ 358542 w 649267"/>
                  <a:gd name="connsiteY75" fmla="*/ 89792 h 94791"/>
                  <a:gd name="connsiteX76" fmla="*/ 358073 w 649267"/>
                  <a:gd name="connsiteY76" fmla="*/ 91510 h 94791"/>
                  <a:gd name="connsiteX77" fmla="*/ 356354 w 649267"/>
                  <a:gd name="connsiteY77" fmla="*/ 91979 h 94791"/>
                  <a:gd name="connsiteX78" fmla="*/ 302813 w 649267"/>
                  <a:gd name="connsiteY78" fmla="*/ 91979 h 94791"/>
                  <a:gd name="connsiteX79" fmla="*/ 301094 w 649267"/>
                  <a:gd name="connsiteY79" fmla="*/ 91510 h 94791"/>
                  <a:gd name="connsiteX80" fmla="*/ 300625 w 649267"/>
                  <a:gd name="connsiteY80" fmla="*/ 89792 h 94791"/>
                  <a:gd name="connsiteX81" fmla="*/ 418542 w 649267"/>
                  <a:gd name="connsiteY81" fmla="*/ 57396 h 94791"/>
                  <a:gd name="connsiteX82" fmla="*/ 441407 w 649267"/>
                  <a:gd name="connsiteY82" fmla="*/ 62500 h 94791"/>
                  <a:gd name="connsiteX83" fmla="*/ 449896 w 649267"/>
                  <a:gd name="connsiteY83" fmla="*/ 76042 h 94791"/>
                  <a:gd name="connsiteX84" fmla="*/ 441459 w 649267"/>
                  <a:gd name="connsiteY84" fmla="*/ 89635 h 94791"/>
                  <a:gd name="connsiteX85" fmla="*/ 418646 w 649267"/>
                  <a:gd name="connsiteY85" fmla="*/ 94583 h 94791"/>
                  <a:gd name="connsiteX86" fmla="*/ 395886 w 649267"/>
                  <a:gd name="connsiteY86" fmla="*/ 89583 h 94791"/>
                  <a:gd name="connsiteX87" fmla="*/ 387396 w 649267"/>
                  <a:gd name="connsiteY87" fmla="*/ 76042 h 94791"/>
                  <a:gd name="connsiteX88" fmla="*/ 389636 w 649267"/>
                  <a:gd name="connsiteY88" fmla="*/ 68385 h 94791"/>
                  <a:gd name="connsiteX89" fmla="*/ 395938 w 649267"/>
                  <a:gd name="connsiteY89" fmla="*/ 62500 h 94791"/>
                  <a:gd name="connsiteX90" fmla="*/ 405729 w 649267"/>
                  <a:gd name="connsiteY90" fmla="*/ 58750 h 94791"/>
                  <a:gd name="connsiteX91" fmla="*/ 418542 w 649267"/>
                  <a:gd name="connsiteY91" fmla="*/ 57396 h 94791"/>
                  <a:gd name="connsiteX92" fmla="*/ 587188 w 649267"/>
                  <a:gd name="connsiteY92" fmla="*/ 53437 h 94791"/>
                  <a:gd name="connsiteX93" fmla="*/ 644996 w 649267"/>
                  <a:gd name="connsiteY93" fmla="*/ 53437 h 94791"/>
                  <a:gd name="connsiteX94" fmla="*/ 646715 w 649267"/>
                  <a:gd name="connsiteY94" fmla="*/ 53906 h 94791"/>
                  <a:gd name="connsiteX95" fmla="*/ 647184 w 649267"/>
                  <a:gd name="connsiteY95" fmla="*/ 55625 h 94791"/>
                  <a:gd name="connsiteX96" fmla="*/ 647184 w 649267"/>
                  <a:gd name="connsiteY96" fmla="*/ 73541 h 94791"/>
                  <a:gd name="connsiteX97" fmla="*/ 646715 w 649267"/>
                  <a:gd name="connsiteY97" fmla="*/ 75260 h 94791"/>
                  <a:gd name="connsiteX98" fmla="*/ 644996 w 649267"/>
                  <a:gd name="connsiteY98" fmla="*/ 75729 h 94791"/>
                  <a:gd name="connsiteX99" fmla="*/ 596042 w 649267"/>
                  <a:gd name="connsiteY99" fmla="*/ 75729 h 94791"/>
                  <a:gd name="connsiteX100" fmla="*/ 596042 w 649267"/>
                  <a:gd name="connsiteY100" fmla="*/ 85312 h 94791"/>
                  <a:gd name="connsiteX101" fmla="*/ 649267 w 649267"/>
                  <a:gd name="connsiteY101" fmla="*/ 85312 h 94791"/>
                  <a:gd name="connsiteX102" fmla="*/ 649267 w 649267"/>
                  <a:gd name="connsiteY102" fmla="*/ 91979 h 94791"/>
                  <a:gd name="connsiteX103" fmla="*/ 589375 w 649267"/>
                  <a:gd name="connsiteY103" fmla="*/ 91979 h 94791"/>
                  <a:gd name="connsiteX104" fmla="*/ 587657 w 649267"/>
                  <a:gd name="connsiteY104" fmla="*/ 91510 h 94791"/>
                  <a:gd name="connsiteX105" fmla="*/ 587188 w 649267"/>
                  <a:gd name="connsiteY105" fmla="*/ 89792 h 94791"/>
                  <a:gd name="connsiteX106" fmla="*/ 587188 w 649267"/>
                  <a:gd name="connsiteY106" fmla="*/ 71562 h 94791"/>
                  <a:gd name="connsiteX107" fmla="*/ 587657 w 649267"/>
                  <a:gd name="connsiteY107" fmla="*/ 69844 h 94791"/>
                  <a:gd name="connsiteX108" fmla="*/ 589375 w 649267"/>
                  <a:gd name="connsiteY108" fmla="*/ 69375 h 94791"/>
                  <a:gd name="connsiteX109" fmla="*/ 638330 w 649267"/>
                  <a:gd name="connsiteY109" fmla="*/ 69375 h 94791"/>
                  <a:gd name="connsiteX110" fmla="*/ 638330 w 649267"/>
                  <a:gd name="connsiteY110" fmla="*/ 60208 h 94791"/>
                  <a:gd name="connsiteX111" fmla="*/ 587188 w 649267"/>
                  <a:gd name="connsiteY111" fmla="*/ 60208 h 94791"/>
                  <a:gd name="connsiteX112" fmla="*/ 63542 w 649267"/>
                  <a:gd name="connsiteY112" fmla="*/ 38542 h 94791"/>
                  <a:gd name="connsiteX113" fmla="*/ 63542 w 649267"/>
                  <a:gd name="connsiteY113" fmla="*/ 45520 h 94791"/>
                  <a:gd name="connsiteX114" fmla="*/ 56719 w 649267"/>
                  <a:gd name="connsiteY114" fmla="*/ 46458 h 94791"/>
                  <a:gd name="connsiteX115" fmla="*/ 48125 w 649267"/>
                  <a:gd name="connsiteY115" fmla="*/ 47187 h 94791"/>
                  <a:gd name="connsiteX116" fmla="*/ 38646 w 649267"/>
                  <a:gd name="connsiteY116" fmla="*/ 47708 h 94791"/>
                  <a:gd name="connsiteX117" fmla="*/ 29271 w 649267"/>
                  <a:gd name="connsiteY117" fmla="*/ 47917 h 94791"/>
                  <a:gd name="connsiteX118" fmla="*/ 29271 w 649267"/>
                  <a:gd name="connsiteY118" fmla="*/ 62812 h 94791"/>
                  <a:gd name="connsiteX119" fmla="*/ 21042 w 649267"/>
                  <a:gd name="connsiteY119" fmla="*/ 62812 h 94791"/>
                  <a:gd name="connsiteX120" fmla="*/ 21042 w 649267"/>
                  <a:gd name="connsiteY120" fmla="*/ 48125 h 94791"/>
                  <a:gd name="connsiteX121" fmla="*/ 0 w 649267"/>
                  <a:gd name="connsiteY121" fmla="*/ 48125 h 94791"/>
                  <a:gd name="connsiteX122" fmla="*/ 0 w 649267"/>
                  <a:gd name="connsiteY122" fmla="*/ 41146 h 94791"/>
                  <a:gd name="connsiteX123" fmla="*/ 27708 w 649267"/>
                  <a:gd name="connsiteY123" fmla="*/ 41146 h 94791"/>
                  <a:gd name="connsiteX124" fmla="*/ 36563 w 649267"/>
                  <a:gd name="connsiteY124" fmla="*/ 40937 h 94791"/>
                  <a:gd name="connsiteX125" fmla="*/ 46875 w 649267"/>
                  <a:gd name="connsiteY125" fmla="*/ 40312 h 94791"/>
                  <a:gd name="connsiteX126" fmla="*/ 56510 w 649267"/>
                  <a:gd name="connsiteY126" fmla="*/ 39479 h 94791"/>
                  <a:gd name="connsiteX127" fmla="*/ 63542 w 649267"/>
                  <a:gd name="connsiteY127" fmla="*/ 38542 h 94791"/>
                  <a:gd name="connsiteX128" fmla="*/ 230521 w 649267"/>
                  <a:gd name="connsiteY128" fmla="*/ 31979 h 94791"/>
                  <a:gd name="connsiteX129" fmla="*/ 238958 w 649267"/>
                  <a:gd name="connsiteY129" fmla="*/ 31979 h 94791"/>
                  <a:gd name="connsiteX130" fmla="*/ 238958 w 649267"/>
                  <a:gd name="connsiteY130" fmla="*/ 45833 h 94791"/>
                  <a:gd name="connsiteX131" fmla="*/ 276979 w 649267"/>
                  <a:gd name="connsiteY131" fmla="*/ 45833 h 94791"/>
                  <a:gd name="connsiteX132" fmla="*/ 276979 w 649267"/>
                  <a:gd name="connsiteY132" fmla="*/ 52917 h 94791"/>
                  <a:gd name="connsiteX133" fmla="*/ 192500 w 649267"/>
                  <a:gd name="connsiteY133" fmla="*/ 52917 h 94791"/>
                  <a:gd name="connsiteX134" fmla="*/ 192500 w 649267"/>
                  <a:gd name="connsiteY134" fmla="*/ 45833 h 94791"/>
                  <a:gd name="connsiteX135" fmla="*/ 230521 w 649267"/>
                  <a:gd name="connsiteY135" fmla="*/ 45833 h 94791"/>
                  <a:gd name="connsiteX136" fmla="*/ 313334 w 649267"/>
                  <a:gd name="connsiteY136" fmla="*/ 28229 h 94791"/>
                  <a:gd name="connsiteX137" fmla="*/ 302656 w 649267"/>
                  <a:gd name="connsiteY137" fmla="*/ 30677 h 94791"/>
                  <a:gd name="connsiteX138" fmla="*/ 298854 w 649267"/>
                  <a:gd name="connsiteY138" fmla="*/ 37187 h 94791"/>
                  <a:gd name="connsiteX139" fmla="*/ 302656 w 649267"/>
                  <a:gd name="connsiteY139" fmla="*/ 43750 h 94791"/>
                  <a:gd name="connsiteX140" fmla="*/ 313334 w 649267"/>
                  <a:gd name="connsiteY140" fmla="*/ 46354 h 94791"/>
                  <a:gd name="connsiteX141" fmla="*/ 323958 w 649267"/>
                  <a:gd name="connsiteY141" fmla="*/ 43750 h 94791"/>
                  <a:gd name="connsiteX142" fmla="*/ 327813 w 649267"/>
                  <a:gd name="connsiteY142" fmla="*/ 37187 h 94791"/>
                  <a:gd name="connsiteX143" fmla="*/ 323958 w 649267"/>
                  <a:gd name="connsiteY143" fmla="*/ 30677 h 94791"/>
                  <a:gd name="connsiteX144" fmla="*/ 313334 w 649267"/>
                  <a:gd name="connsiteY144" fmla="*/ 28229 h 94791"/>
                  <a:gd name="connsiteX145" fmla="*/ 497292 w 649267"/>
                  <a:gd name="connsiteY145" fmla="*/ 26666 h 94791"/>
                  <a:gd name="connsiteX146" fmla="*/ 487240 w 649267"/>
                  <a:gd name="connsiteY146" fmla="*/ 28489 h 94791"/>
                  <a:gd name="connsiteX147" fmla="*/ 483542 w 649267"/>
                  <a:gd name="connsiteY147" fmla="*/ 33646 h 94791"/>
                  <a:gd name="connsiteX148" fmla="*/ 487240 w 649267"/>
                  <a:gd name="connsiteY148" fmla="*/ 38437 h 94791"/>
                  <a:gd name="connsiteX149" fmla="*/ 497292 w 649267"/>
                  <a:gd name="connsiteY149" fmla="*/ 40208 h 94791"/>
                  <a:gd name="connsiteX150" fmla="*/ 507344 w 649267"/>
                  <a:gd name="connsiteY150" fmla="*/ 38437 h 94791"/>
                  <a:gd name="connsiteX151" fmla="*/ 511042 w 649267"/>
                  <a:gd name="connsiteY151" fmla="*/ 33646 h 94791"/>
                  <a:gd name="connsiteX152" fmla="*/ 507344 w 649267"/>
                  <a:gd name="connsiteY152" fmla="*/ 28489 h 94791"/>
                  <a:gd name="connsiteX153" fmla="*/ 497292 w 649267"/>
                  <a:gd name="connsiteY153" fmla="*/ 26666 h 94791"/>
                  <a:gd name="connsiteX154" fmla="*/ 313334 w 649267"/>
                  <a:gd name="connsiteY154" fmla="*/ 22291 h 94791"/>
                  <a:gd name="connsiteX155" fmla="*/ 329896 w 649267"/>
                  <a:gd name="connsiteY155" fmla="*/ 26458 h 94791"/>
                  <a:gd name="connsiteX156" fmla="*/ 336250 w 649267"/>
                  <a:gd name="connsiteY156" fmla="*/ 37187 h 94791"/>
                  <a:gd name="connsiteX157" fmla="*/ 334479 w 649267"/>
                  <a:gd name="connsiteY157" fmla="*/ 43229 h 94791"/>
                  <a:gd name="connsiteX158" fmla="*/ 329688 w 649267"/>
                  <a:gd name="connsiteY158" fmla="*/ 47917 h 94791"/>
                  <a:gd name="connsiteX159" fmla="*/ 322448 w 649267"/>
                  <a:gd name="connsiteY159" fmla="*/ 50989 h 94791"/>
                  <a:gd name="connsiteX160" fmla="*/ 313334 w 649267"/>
                  <a:gd name="connsiteY160" fmla="*/ 52083 h 94791"/>
                  <a:gd name="connsiteX161" fmla="*/ 304115 w 649267"/>
                  <a:gd name="connsiteY161" fmla="*/ 50989 h 94791"/>
                  <a:gd name="connsiteX162" fmla="*/ 296875 w 649267"/>
                  <a:gd name="connsiteY162" fmla="*/ 47917 h 94791"/>
                  <a:gd name="connsiteX163" fmla="*/ 292136 w 649267"/>
                  <a:gd name="connsiteY163" fmla="*/ 43229 h 94791"/>
                  <a:gd name="connsiteX164" fmla="*/ 290417 w 649267"/>
                  <a:gd name="connsiteY164" fmla="*/ 37187 h 94791"/>
                  <a:gd name="connsiteX165" fmla="*/ 296771 w 649267"/>
                  <a:gd name="connsiteY165" fmla="*/ 26458 h 94791"/>
                  <a:gd name="connsiteX166" fmla="*/ 313334 w 649267"/>
                  <a:gd name="connsiteY166" fmla="*/ 22291 h 94791"/>
                  <a:gd name="connsiteX167" fmla="*/ 497292 w 649267"/>
                  <a:gd name="connsiteY167" fmla="*/ 20937 h 94791"/>
                  <a:gd name="connsiteX168" fmla="*/ 513542 w 649267"/>
                  <a:gd name="connsiteY168" fmla="*/ 24323 h 94791"/>
                  <a:gd name="connsiteX169" fmla="*/ 519792 w 649267"/>
                  <a:gd name="connsiteY169" fmla="*/ 33333 h 94791"/>
                  <a:gd name="connsiteX170" fmla="*/ 514740 w 649267"/>
                  <a:gd name="connsiteY170" fmla="*/ 41458 h 94791"/>
                  <a:gd name="connsiteX171" fmla="*/ 501875 w 649267"/>
                  <a:gd name="connsiteY171" fmla="*/ 45625 h 94791"/>
                  <a:gd name="connsiteX172" fmla="*/ 501875 w 649267"/>
                  <a:gd name="connsiteY172" fmla="*/ 52917 h 94791"/>
                  <a:gd name="connsiteX173" fmla="*/ 508073 w 649267"/>
                  <a:gd name="connsiteY173" fmla="*/ 52656 h 94791"/>
                  <a:gd name="connsiteX174" fmla="*/ 515521 w 649267"/>
                  <a:gd name="connsiteY174" fmla="*/ 52083 h 94791"/>
                  <a:gd name="connsiteX175" fmla="*/ 522969 w 649267"/>
                  <a:gd name="connsiteY175" fmla="*/ 51354 h 94791"/>
                  <a:gd name="connsiteX176" fmla="*/ 529063 w 649267"/>
                  <a:gd name="connsiteY176" fmla="*/ 50521 h 94791"/>
                  <a:gd name="connsiteX177" fmla="*/ 529063 w 649267"/>
                  <a:gd name="connsiteY177" fmla="*/ 56979 h 94791"/>
                  <a:gd name="connsiteX178" fmla="*/ 512917 w 649267"/>
                  <a:gd name="connsiteY178" fmla="*/ 58854 h 94791"/>
                  <a:gd name="connsiteX179" fmla="*/ 493750 w 649267"/>
                  <a:gd name="connsiteY179" fmla="*/ 59583 h 94791"/>
                  <a:gd name="connsiteX180" fmla="*/ 467396 w 649267"/>
                  <a:gd name="connsiteY180" fmla="*/ 59583 h 94791"/>
                  <a:gd name="connsiteX181" fmla="*/ 467396 w 649267"/>
                  <a:gd name="connsiteY181" fmla="*/ 53125 h 94791"/>
                  <a:gd name="connsiteX182" fmla="*/ 493125 w 649267"/>
                  <a:gd name="connsiteY182" fmla="*/ 53125 h 94791"/>
                  <a:gd name="connsiteX183" fmla="*/ 493125 w 649267"/>
                  <a:gd name="connsiteY183" fmla="*/ 45625 h 94791"/>
                  <a:gd name="connsiteX184" fmla="*/ 479896 w 649267"/>
                  <a:gd name="connsiteY184" fmla="*/ 41510 h 94791"/>
                  <a:gd name="connsiteX185" fmla="*/ 474792 w 649267"/>
                  <a:gd name="connsiteY185" fmla="*/ 33333 h 94791"/>
                  <a:gd name="connsiteX186" fmla="*/ 481042 w 649267"/>
                  <a:gd name="connsiteY186" fmla="*/ 24323 h 94791"/>
                  <a:gd name="connsiteX187" fmla="*/ 497292 w 649267"/>
                  <a:gd name="connsiteY187" fmla="*/ 20937 h 94791"/>
                  <a:gd name="connsiteX188" fmla="*/ 286979 w 649267"/>
                  <a:gd name="connsiteY188" fmla="*/ 11667 h 94791"/>
                  <a:gd name="connsiteX189" fmla="*/ 339896 w 649267"/>
                  <a:gd name="connsiteY189" fmla="*/ 11667 h 94791"/>
                  <a:gd name="connsiteX190" fmla="*/ 339896 w 649267"/>
                  <a:gd name="connsiteY190" fmla="*/ 18020 h 94791"/>
                  <a:gd name="connsiteX191" fmla="*/ 286979 w 649267"/>
                  <a:gd name="connsiteY191" fmla="*/ 18020 h 94791"/>
                  <a:gd name="connsiteX192" fmla="*/ 471667 w 649267"/>
                  <a:gd name="connsiteY192" fmla="*/ 10729 h 94791"/>
                  <a:gd name="connsiteX193" fmla="*/ 522396 w 649267"/>
                  <a:gd name="connsiteY193" fmla="*/ 10729 h 94791"/>
                  <a:gd name="connsiteX194" fmla="*/ 522396 w 649267"/>
                  <a:gd name="connsiteY194" fmla="*/ 16875 h 94791"/>
                  <a:gd name="connsiteX195" fmla="*/ 471667 w 649267"/>
                  <a:gd name="connsiteY195" fmla="*/ 16875 h 94791"/>
                  <a:gd name="connsiteX196" fmla="*/ 29896 w 649267"/>
                  <a:gd name="connsiteY196" fmla="*/ 7083 h 94791"/>
                  <a:gd name="connsiteX197" fmla="*/ 18385 w 649267"/>
                  <a:gd name="connsiteY197" fmla="*/ 10208 h 94791"/>
                  <a:gd name="connsiteX198" fmla="*/ 15208 w 649267"/>
                  <a:gd name="connsiteY198" fmla="*/ 17708 h 94791"/>
                  <a:gd name="connsiteX199" fmla="*/ 18438 w 649267"/>
                  <a:gd name="connsiteY199" fmla="*/ 25052 h 94791"/>
                  <a:gd name="connsiteX200" fmla="*/ 29896 w 649267"/>
                  <a:gd name="connsiteY200" fmla="*/ 27916 h 94791"/>
                  <a:gd name="connsiteX201" fmla="*/ 41302 w 649267"/>
                  <a:gd name="connsiteY201" fmla="*/ 25052 h 94791"/>
                  <a:gd name="connsiteX202" fmla="*/ 44583 w 649267"/>
                  <a:gd name="connsiteY202" fmla="*/ 17708 h 94791"/>
                  <a:gd name="connsiteX203" fmla="*/ 41354 w 649267"/>
                  <a:gd name="connsiteY203" fmla="*/ 10156 h 94791"/>
                  <a:gd name="connsiteX204" fmla="*/ 29896 w 649267"/>
                  <a:gd name="connsiteY204" fmla="*/ 7083 h 94791"/>
                  <a:gd name="connsiteX205" fmla="*/ 95313 w 649267"/>
                  <a:gd name="connsiteY205" fmla="*/ 4791 h 94791"/>
                  <a:gd name="connsiteX206" fmla="*/ 140313 w 649267"/>
                  <a:gd name="connsiteY206" fmla="*/ 4791 h 94791"/>
                  <a:gd name="connsiteX207" fmla="*/ 140313 w 649267"/>
                  <a:gd name="connsiteY207" fmla="*/ 11771 h 94791"/>
                  <a:gd name="connsiteX208" fmla="*/ 122083 w 649267"/>
                  <a:gd name="connsiteY208" fmla="*/ 11771 h 94791"/>
                  <a:gd name="connsiteX209" fmla="*/ 122083 w 649267"/>
                  <a:gd name="connsiteY209" fmla="*/ 17500 h 94791"/>
                  <a:gd name="connsiteX210" fmla="*/ 123802 w 649267"/>
                  <a:gd name="connsiteY210" fmla="*/ 27135 h 94791"/>
                  <a:gd name="connsiteX211" fmla="*/ 128333 w 649267"/>
                  <a:gd name="connsiteY211" fmla="*/ 35104 h 94791"/>
                  <a:gd name="connsiteX212" fmla="*/ 136563 w 649267"/>
                  <a:gd name="connsiteY212" fmla="*/ 43021 h 94791"/>
                  <a:gd name="connsiteX213" fmla="*/ 146042 w 649267"/>
                  <a:gd name="connsiteY213" fmla="*/ 47812 h 94791"/>
                  <a:gd name="connsiteX214" fmla="*/ 143021 w 649267"/>
                  <a:gd name="connsiteY214" fmla="*/ 51041 h 94791"/>
                  <a:gd name="connsiteX215" fmla="*/ 140625 w 649267"/>
                  <a:gd name="connsiteY215" fmla="*/ 54062 h 94791"/>
                  <a:gd name="connsiteX216" fmla="*/ 134531 w 649267"/>
                  <a:gd name="connsiteY216" fmla="*/ 50677 h 94791"/>
                  <a:gd name="connsiteX217" fmla="*/ 128125 w 649267"/>
                  <a:gd name="connsiteY217" fmla="*/ 45729 h 94791"/>
                  <a:gd name="connsiteX218" fmla="*/ 122448 w 649267"/>
                  <a:gd name="connsiteY218" fmla="*/ 40052 h 94791"/>
                  <a:gd name="connsiteX219" fmla="*/ 117917 w 649267"/>
                  <a:gd name="connsiteY219" fmla="*/ 33125 h 94791"/>
                  <a:gd name="connsiteX220" fmla="*/ 114219 w 649267"/>
                  <a:gd name="connsiteY220" fmla="*/ 40468 h 94791"/>
                  <a:gd name="connsiteX221" fmla="*/ 109167 w 649267"/>
                  <a:gd name="connsiteY221" fmla="*/ 46771 h 94791"/>
                  <a:gd name="connsiteX222" fmla="*/ 102448 w 649267"/>
                  <a:gd name="connsiteY222" fmla="*/ 52344 h 94791"/>
                  <a:gd name="connsiteX223" fmla="*/ 95104 w 649267"/>
                  <a:gd name="connsiteY223" fmla="*/ 56771 h 94791"/>
                  <a:gd name="connsiteX224" fmla="*/ 92135 w 649267"/>
                  <a:gd name="connsiteY224" fmla="*/ 53958 h 94791"/>
                  <a:gd name="connsiteX225" fmla="*/ 88750 w 649267"/>
                  <a:gd name="connsiteY225" fmla="*/ 51041 h 94791"/>
                  <a:gd name="connsiteX226" fmla="*/ 99323 w 649267"/>
                  <a:gd name="connsiteY226" fmla="*/ 44896 h 94791"/>
                  <a:gd name="connsiteX227" fmla="*/ 107813 w 649267"/>
                  <a:gd name="connsiteY227" fmla="*/ 36145 h 94791"/>
                  <a:gd name="connsiteX228" fmla="*/ 112135 w 649267"/>
                  <a:gd name="connsiteY228" fmla="*/ 27604 h 94791"/>
                  <a:gd name="connsiteX229" fmla="*/ 113750 w 649267"/>
                  <a:gd name="connsiteY229" fmla="*/ 17396 h 94791"/>
                  <a:gd name="connsiteX230" fmla="*/ 113750 w 649267"/>
                  <a:gd name="connsiteY230" fmla="*/ 11771 h 94791"/>
                  <a:gd name="connsiteX231" fmla="*/ 95313 w 649267"/>
                  <a:gd name="connsiteY231" fmla="*/ 11771 h 94791"/>
                  <a:gd name="connsiteX232" fmla="*/ 202917 w 649267"/>
                  <a:gd name="connsiteY232" fmla="*/ 3229 h 94791"/>
                  <a:gd name="connsiteX233" fmla="*/ 266459 w 649267"/>
                  <a:gd name="connsiteY233" fmla="*/ 3229 h 94791"/>
                  <a:gd name="connsiteX234" fmla="*/ 266459 w 649267"/>
                  <a:gd name="connsiteY234" fmla="*/ 10000 h 94791"/>
                  <a:gd name="connsiteX235" fmla="*/ 239479 w 649267"/>
                  <a:gd name="connsiteY235" fmla="*/ 10000 h 94791"/>
                  <a:gd name="connsiteX236" fmla="*/ 242917 w 649267"/>
                  <a:gd name="connsiteY236" fmla="*/ 17708 h 94791"/>
                  <a:gd name="connsiteX237" fmla="*/ 251146 w 649267"/>
                  <a:gd name="connsiteY237" fmla="*/ 23646 h 94791"/>
                  <a:gd name="connsiteX238" fmla="*/ 261563 w 649267"/>
                  <a:gd name="connsiteY238" fmla="*/ 27864 h 94791"/>
                  <a:gd name="connsiteX239" fmla="*/ 272084 w 649267"/>
                  <a:gd name="connsiteY239" fmla="*/ 30104 h 94791"/>
                  <a:gd name="connsiteX240" fmla="*/ 266875 w 649267"/>
                  <a:gd name="connsiteY240" fmla="*/ 36250 h 94791"/>
                  <a:gd name="connsiteX241" fmla="*/ 258334 w 649267"/>
                  <a:gd name="connsiteY241" fmla="*/ 34271 h 94791"/>
                  <a:gd name="connsiteX242" fmla="*/ 249167 w 649267"/>
                  <a:gd name="connsiteY242" fmla="*/ 30729 h 94791"/>
                  <a:gd name="connsiteX243" fmla="*/ 240781 w 649267"/>
                  <a:gd name="connsiteY243" fmla="*/ 25677 h 94791"/>
                  <a:gd name="connsiteX244" fmla="*/ 234688 w 649267"/>
                  <a:gd name="connsiteY244" fmla="*/ 18646 h 94791"/>
                  <a:gd name="connsiteX245" fmla="*/ 228958 w 649267"/>
                  <a:gd name="connsiteY245" fmla="*/ 25156 h 94791"/>
                  <a:gd name="connsiteX246" fmla="*/ 221146 w 649267"/>
                  <a:gd name="connsiteY246" fmla="*/ 30208 h 94791"/>
                  <a:gd name="connsiteX247" fmla="*/ 211927 w 649267"/>
                  <a:gd name="connsiteY247" fmla="*/ 33906 h 94791"/>
                  <a:gd name="connsiteX248" fmla="*/ 202292 w 649267"/>
                  <a:gd name="connsiteY248" fmla="*/ 36250 h 94791"/>
                  <a:gd name="connsiteX249" fmla="*/ 197083 w 649267"/>
                  <a:gd name="connsiteY249" fmla="*/ 30000 h 94791"/>
                  <a:gd name="connsiteX250" fmla="*/ 208229 w 649267"/>
                  <a:gd name="connsiteY250" fmla="*/ 27500 h 94791"/>
                  <a:gd name="connsiteX251" fmla="*/ 218750 w 649267"/>
                  <a:gd name="connsiteY251" fmla="*/ 23333 h 94791"/>
                  <a:gd name="connsiteX252" fmla="*/ 226511 w 649267"/>
                  <a:gd name="connsiteY252" fmla="*/ 17500 h 94791"/>
                  <a:gd name="connsiteX253" fmla="*/ 229792 w 649267"/>
                  <a:gd name="connsiteY253" fmla="*/ 10000 h 94791"/>
                  <a:gd name="connsiteX254" fmla="*/ 202917 w 649267"/>
                  <a:gd name="connsiteY254" fmla="*/ 10000 h 94791"/>
                  <a:gd name="connsiteX255" fmla="*/ 397084 w 649267"/>
                  <a:gd name="connsiteY255" fmla="*/ 2812 h 94791"/>
                  <a:gd name="connsiteX256" fmla="*/ 405729 w 649267"/>
                  <a:gd name="connsiteY256" fmla="*/ 2812 h 94791"/>
                  <a:gd name="connsiteX257" fmla="*/ 405729 w 649267"/>
                  <a:gd name="connsiteY257" fmla="*/ 11458 h 94791"/>
                  <a:gd name="connsiteX258" fmla="*/ 407709 w 649267"/>
                  <a:gd name="connsiteY258" fmla="*/ 22343 h 94791"/>
                  <a:gd name="connsiteX259" fmla="*/ 413021 w 649267"/>
                  <a:gd name="connsiteY259" fmla="*/ 31146 h 94791"/>
                  <a:gd name="connsiteX260" fmla="*/ 420729 w 649267"/>
                  <a:gd name="connsiteY260" fmla="*/ 37864 h 94791"/>
                  <a:gd name="connsiteX261" fmla="*/ 429792 w 649267"/>
                  <a:gd name="connsiteY261" fmla="*/ 42292 h 94791"/>
                  <a:gd name="connsiteX262" fmla="*/ 424479 w 649267"/>
                  <a:gd name="connsiteY262" fmla="*/ 48750 h 94791"/>
                  <a:gd name="connsiteX263" fmla="*/ 418281 w 649267"/>
                  <a:gd name="connsiteY263" fmla="*/ 45312 h 94791"/>
                  <a:gd name="connsiteX264" fmla="*/ 411875 w 649267"/>
                  <a:gd name="connsiteY264" fmla="*/ 40729 h 94791"/>
                  <a:gd name="connsiteX265" fmla="*/ 406042 w 649267"/>
                  <a:gd name="connsiteY265" fmla="*/ 35104 h 94791"/>
                  <a:gd name="connsiteX266" fmla="*/ 401563 w 649267"/>
                  <a:gd name="connsiteY266" fmla="*/ 28229 h 94791"/>
                  <a:gd name="connsiteX267" fmla="*/ 397604 w 649267"/>
                  <a:gd name="connsiteY267" fmla="*/ 35625 h 94791"/>
                  <a:gd name="connsiteX268" fmla="*/ 391979 w 649267"/>
                  <a:gd name="connsiteY268" fmla="*/ 42083 h 94791"/>
                  <a:gd name="connsiteX269" fmla="*/ 385365 w 649267"/>
                  <a:gd name="connsiteY269" fmla="*/ 47396 h 94791"/>
                  <a:gd name="connsiteX270" fmla="*/ 378438 w 649267"/>
                  <a:gd name="connsiteY270" fmla="*/ 51562 h 94791"/>
                  <a:gd name="connsiteX271" fmla="*/ 372084 w 649267"/>
                  <a:gd name="connsiteY271" fmla="*/ 45729 h 94791"/>
                  <a:gd name="connsiteX272" fmla="*/ 381927 w 649267"/>
                  <a:gd name="connsiteY272" fmla="*/ 40104 h 94791"/>
                  <a:gd name="connsiteX273" fmla="*/ 389896 w 649267"/>
                  <a:gd name="connsiteY273" fmla="*/ 32604 h 94791"/>
                  <a:gd name="connsiteX274" fmla="*/ 395156 w 649267"/>
                  <a:gd name="connsiteY274" fmla="*/ 23177 h 94791"/>
                  <a:gd name="connsiteX275" fmla="*/ 397084 w 649267"/>
                  <a:gd name="connsiteY275" fmla="*/ 11354 h 94791"/>
                  <a:gd name="connsiteX276" fmla="*/ 594167 w 649267"/>
                  <a:gd name="connsiteY276" fmla="*/ 2396 h 94791"/>
                  <a:gd name="connsiteX277" fmla="*/ 602813 w 649267"/>
                  <a:gd name="connsiteY277" fmla="*/ 2396 h 94791"/>
                  <a:gd name="connsiteX278" fmla="*/ 602813 w 649267"/>
                  <a:gd name="connsiteY278" fmla="*/ 10937 h 94791"/>
                  <a:gd name="connsiteX279" fmla="*/ 604636 w 649267"/>
                  <a:gd name="connsiteY279" fmla="*/ 19896 h 94791"/>
                  <a:gd name="connsiteX280" fmla="*/ 609792 w 649267"/>
                  <a:gd name="connsiteY280" fmla="*/ 27708 h 94791"/>
                  <a:gd name="connsiteX281" fmla="*/ 617392 w 649267"/>
                  <a:gd name="connsiteY281" fmla="*/ 33958 h 94791"/>
                  <a:gd name="connsiteX282" fmla="*/ 626871 w 649267"/>
                  <a:gd name="connsiteY282" fmla="*/ 38229 h 94791"/>
                  <a:gd name="connsiteX283" fmla="*/ 621663 w 649267"/>
                  <a:gd name="connsiteY283" fmla="*/ 44479 h 94791"/>
                  <a:gd name="connsiteX284" fmla="*/ 608802 w 649267"/>
                  <a:gd name="connsiteY284" fmla="*/ 37083 h 94791"/>
                  <a:gd name="connsiteX285" fmla="*/ 598542 w 649267"/>
                  <a:gd name="connsiteY285" fmla="*/ 25312 h 94791"/>
                  <a:gd name="connsiteX286" fmla="*/ 589271 w 649267"/>
                  <a:gd name="connsiteY286" fmla="*/ 38073 h 94791"/>
                  <a:gd name="connsiteX287" fmla="*/ 575834 w 649267"/>
                  <a:gd name="connsiteY287" fmla="*/ 47083 h 94791"/>
                  <a:gd name="connsiteX288" fmla="*/ 569271 w 649267"/>
                  <a:gd name="connsiteY288" fmla="*/ 41562 h 94791"/>
                  <a:gd name="connsiteX289" fmla="*/ 579011 w 649267"/>
                  <a:gd name="connsiteY289" fmla="*/ 36354 h 94791"/>
                  <a:gd name="connsiteX290" fmla="*/ 586875 w 649267"/>
                  <a:gd name="connsiteY290" fmla="*/ 29583 h 94791"/>
                  <a:gd name="connsiteX291" fmla="*/ 592240 w 649267"/>
                  <a:gd name="connsiteY291" fmla="*/ 21198 h 94791"/>
                  <a:gd name="connsiteX292" fmla="*/ 594167 w 649267"/>
                  <a:gd name="connsiteY292" fmla="*/ 10937 h 94791"/>
                  <a:gd name="connsiteX293" fmla="*/ 532604 w 649267"/>
                  <a:gd name="connsiteY293" fmla="*/ 625 h 94791"/>
                  <a:gd name="connsiteX294" fmla="*/ 540625 w 649267"/>
                  <a:gd name="connsiteY294" fmla="*/ 625 h 94791"/>
                  <a:gd name="connsiteX295" fmla="*/ 540625 w 649267"/>
                  <a:gd name="connsiteY295" fmla="*/ 30521 h 94791"/>
                  <a:gd name="connsiteX296" fmla="*/ 553542 w 649267"/>
                  <a:gd name="connsiteY296" fmla="*/ 30521 h 94791"/>
                  <a:gd name="connsiteX297" fmla="*/ 553542 w 649267"/>
                  <a:gd name="connsiteY297" fmla="*/ 37708 h 94791"/>
                  <a:gd name="connsiteX298" fmla="*/ 540625 w 649267"/>
                  <a:gd name="connsiteY298" fmla="*/ 37708 h 94791"/>
                  <a:gd name="connsiteX299" fmla="*/ 540625 w 649267"/>
                  <a:gd name="connsiteY299" fmla="*/ 64062 h 94791"/>
                  <a:gd name="connsiteX300" fmla="*/ 532604 w 649267"/>
                  <a:gd name="connsiteY300" fmla="*/ 64062 h 94791"/>
                  <a:gd name="connsiteX301" fmla="*/ 67396 w 649267"/>
                  <a:gd name="connsiteY301" fmla="*/ 625 h 94791"/>
                  <a:gd name="connsiteX302" fmla="*/ 75417 w 649267"/>
                  <a:gd name="connsiteY302" fmla="*/ 625 h 94791"/>
                  <a:gd name="connsiteX303" fmla="*/ 75417 w 649267"/>
                  <a:gd name="connsiteY303" fmla="*/ 70938 h 94791"/>
                  <a:gd name="connsiteX304" fmla="*/ 67396 w 649267"/>
                  <a:gd name="connsiteY304" fmla="*/ 70938 h 94791"/>
                  <a:gd name="connsiteX305" fmla="*/ 67396 w 649267"/>
                  <a:gd name="connsiteY305" fmla="*/ 61979 h 94791"/>
                  <a:gd name="connsiteX306" fmla="*/ 45521 w 649267"/>
                  <a:gd name="connsiteY306" fmla="*/ 61979 h 94791"/>
                  <a:gd name="connsiteX307" fmla="*/ 45521 w 649267"/>
                  <a:gd name="connsiteY307" fmla="*/ 55312 h 94791"/>
                  <a:gd name="connsiteX308" fmla="*/ 67396 w 649267"/>
                  <a:gd name="connsiteY308" fmla="*/ 55312 h 94791"/>
                  <a:gd name="connsiteX309" fmla="*/ 638955 w 649267"/>
                  <a:gd name="connsiteY309" fmla="*/ 521 h 94791"/>
                  <a:gd name="connsiteX310" fmla="*/ 647288 w 649267"/>
                  <a:gd name="connsiteY310" fmla="*/ 521 h 94791"/>
                  <a:gd name="connsiteX311" fmla="*/ 647288 w 649267"/>
                  <a:gd name="connsiteY311" fmla="*/ 48750 h 94791"/>
                  <a:gd name="connsiteX312" fmla="*/ 638955 w 649267"/>
                  <a:gd name="connsiteY312" fmla="*/ 48750 h 94791"/>
                  <a:gd name="connsiteX313" fmla="*/ 439688 w 649267"/>
                  <a:gd name="connsiteY313" fmla="*/ 521 h 94791"/>
                  <a:gd name="connsiteX314" fmla="*/ 447813 w 649267"/>
                  <a:gd name="connsiteY314" fmla="*/ 521 h 94791"/>
                  <a:gd name="connsiteX315" fmla="*/ 447813 w 649267"/>
                  <a:gd name="connsiteY315" fmla="*/ 22083 h 94791"/>
                  <a:gd name="connsiteX316" fmla="*/ 460729 w 649267"/>
                  <a:gd name="connsiteY316" fmla="*/ 22083 h 94791"/>
                  <a:gd name="connsiteX317" fmla="*/ 460729 w 649267"/>
                  <a:gd name="connsiteY317" fmla="*/ 29167 h 94791"/>
                  <a:gd name="connsiteX318" fmla="*/ 447813 w 649267"/>
                  <a:gd name="connsiteY318" fmla="*/ 29167 h 94791"/>
                  <a:gd name="connsiteX319" fmla="*/ 447813 w 649267"/>
                  <a:gd name="connsiteY319" fmla="*/ 56250 h 94791"/>
                  <a:gd name="connsiteX320" fmla="*/ 439688 w 649267"/>
                  <a:gd name="connsiteY320" fmla="*/ 56250 h 94791"/>
                  <a:gd name="connsiteX321" fmla="*/ 350209 w 649267"/>
                  <a:gd name="connsiteY321" fmla="*/ 521 h 94791"/>
                  <a:gd name="connsiteX322" fmla="*/ 358438 w 649267"/>
                  <a:gd name="connsiteY322" fmla="*/ 521 h 94791"/>
                  <a:gd name="connsiteX323" fmla="*/ 358438 w 649267"/>
                  <a:gd name="connsiteY323" fmla="*/ 23958 h 94791"/>
                  <a:gd name="connsiteX324" fmla="*/ 371250 w 649267"/>
                  <a:gd name="connsiteY324" fmla="*/ 23958 h 94791"/>
                  <a:gd name="connsiteX325" fmla="*/ 371250 w 649267"/>
                  <a:gd name="connsiteY325" fmla="*/ 31041 h 94791"/>
                  <a:gd name="connsiteX326" fmla="*/ 358438 w 649267"/>
                  <a:gd name="connsiteY326" fmla="*/ 31041 h 94791"/>
                  <a:gd name="connsiteX327" fmla="*/ 358438 w 649267"/>
                  <a:gd name="connsiteY327" fmla="*/ 52917 h 94791"/>
                  <a:gd name="connsiteX328" fmla="*/ 350209 w 649267"/>
                  <a:gd name="connsiteY328" fmla="*/ 52917 h 94791"/>
                  <a:gd name="connsiteX329" fmla="*/ 158542 w 649267"/>
                  <a:gd name="connsiteY329" fmla="*/ 521 h 94791"/>
                  <a:gd name="connsiteX330" fmla="*/ 166667 w 649267"/>
                  <a:gd name="connsiteY330" fmla="*/ 521 h 94791"/>
                  <a:gd name="connsiteX331" fmla="*/ 166667 w 649267"/>
                  <a:gd name="connsiteY331" fmla="*/ 68229 h 94791"/>
                  <a:gd name="connsiteX332" fmla="*/ 158542 w 649267"/>
                  <a:gd name="connsiteY332" fmla="*/ 68229 h 94791"/>
                  <a:gd name="connsiteX333" fmla="*/ 158542 w 649267"/>
                  <a:gd name="connsiteY333" fmla="*/ 29583 h 94791"/>
                  <a:gd name="connsiteX334" fmla="*/ 139271 w 649267"/>
                  <a:gd name="connsiteY334" fmla="*/ 29583 h 94791"/>
                  <a:gd name="connsiteX335" fmla="*/ 139271 w 649267"/>
                  <a:gd name="connsiteY335" fmla="*/ 22291 h 94791"/>
                  <a:gd name="connsiteX336" fmla="*/ 158542 w 649267"/>
                  <a:gd name="connsiteY336" fmla="*/ 22291 h 94791"/>
                  <a:gd name="connsiteX337" fmla="*/ 299479 w 649267"/>
                  <a:gd name="connsiteY337" fmla="*/ 312 h 94791"/>
                  <a:gd name="connsiteX338" fmla="*/ 326875 w 649267"/>
                  <a:gd name="connsiteY338" fmla="*/ 312 h 94791"/>
                  <a:gd name="connsiteX339" fmla="*/ 326875 w 649267"/>
                  <a:gd name="connsiteY339" fmla="*/ 6667 h 94791"/>
                  <a:gd name="connsiteX340" fmla="*/ 299479 w 649267"/>
                  <a:gd name="connsiteY340" fmla="*/ 6667 h 94791"/>
                  <a:gd name="connsiteX341" fmla="*/ 484271 w 649267"/>
                  <a:gd name="connsiteY341" fmla="*/ 104 h 94791"/>
                  <a:gd name="connsiteX342" fmla="*/ 510000 w 649267"/>
                  <a:gd name="connsiteY342" fmla="*/ 104 h 94791"/>
                  <a:gd name="connsiteX343" fmla="*/ 510000 w 649267"/>
                  <a:gd name="connsiteY343" fmla="*/ 6250 h 94791"/>
                  <a:gd name="connsiteX344" fmla="*/ 484271 w 649267"/>
                  <a:gd name="connsiteY344" fmla="*/ 6250 h 94791"/>
                  <a:gd name="connsiteX345" fmla="*/ 29896 w 649267"/>
                  <a:gd name="connsiteY345" fmla="*/ 0 h 94791"/>
                  <a:gd name="connsiteX346" fmla="*/ 46979 w 649267"/>
                  <a:gd name="connsiteY346" fmla="*/ 5104 h 94791"/>
                  <a:gd name="connsiteX347" fmla="*/ 52917 w 649267"/>
                  <a:gd name="connsiteY347" fmla="*/ 17708 h 94791"/>
                  <a:gd name="connsiteX348" fmla="*/ 46927 w 649267"/>
                  <a:gd name="connsiteY348" fmla="*/ 30208 h 94791"/>
                  <a:gd name="connsiteX349" fmla="*/ 29896 w 649267"/>
                  <a:gd name="connsiteY349" fmla="*/ 34896 h 94791"/>
                  <a:gd name="connsiteX350" fmla="*/ 12917 w 649267"/>
                  <a:gd name="connsiteY350" fmla="*/ 30052 h 94791"/>
                  <a:gd name="connsiteX351" fmla="*/ 7083 w 649267"/>
                  <a:gd name="connsiteY351" fmla="*/ 17708 h 94791"/>
                  <a:gd name="connsiteX352" fmla="*/ 12865 w 649267"/>
                  <a:gd name="connsiteY352" fmla="*/ 5260 h 94791"/>
                  <a:gd name="connsiteX353" fmla="*/ 29896 w 649267"/>
                  <a:gd name="connsiteY353" fmla="*/ 0 h 9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</a:cxnLst>
                <a:rect l="l" t="t" r="r" b="b"/>
                <a:pathLst>
                  <a:path w="649267" h="94791">
                    <a:moveTo>
                      <a:pt x="308854" y="74166"/>
                    </a:moveTo>
                    <a:lnTo>
                      <a:pt x="308854" y="85208"/>
                    </a:lnTo>
                    <a:lnTo>
                      <a:pt x="350521" y="85208"/>
                    </a:lnTo>
                    <a:lnTo>
                      <a:pt x="350521" y="74166"/>
                    </a:lnTo>
                    <a:close/>
                    <a:moveTo>
                      <a:pt x="510521" y="70833"/>
                    </a:moveTo>
                    <a:cubicBezTo>
                      <a:pt x="503785" y="70833"/>
                      <a:pt x="498317" y="71510"/>
                      <a:pt x="494115" y="72864"/>
                    </a:cubicBezTo>
                    <a:cubicBezTo>
                      <a:pt x="489914" y="74219"/>
                      <a:pt x="487813" y="76458"/>
                      <a:pt x="487813" y="79583"/>
                    </a:cubicBezTo>
                    <a:cubicBezTo>
                      <a:pt x="487813" y="82708"/>
                      <a:pt x="489914" y="84935"/>
                      <a:pt x="494115" y="86250"/>
                    </a:cubicBezTo>
                    <a:cubicBezTo>
                      <a:pt x="498317" y="87578"/>
                      <a:pt x="503785" y="88229"/>
                      <a:pt x="510521" y="88229"/>
                    </a:cubicBezTo>
                    <a:cubicBezTo>
                      <a:pt x="517119" y="88229"/>
                      <a:pt x="522535" y="87591"/>
                      <a:pt x="526771" y="86302"/>
                    </a:cubicBezTo>
                    <a:cubicBezTo>
                      <a:pt x="531008" y="85026"/>
                      <a:pt x="533125" y="82851"/>
                      <a:pt x="533125" y="79792"/>
                    </a:cubicBezTo>
                    <a:cubicBezTo>
                      <a:pt x="533125" y="76666"/>
                      <a:pt x="531025" y="74401"/>
                      <a:pt x="526823" y="72968"/>
                    </a:cubicBezTo>
                    <a:cubicBezTo>
                      <a:pt x="522623" y="71549"/>
                      <a:pt x="517188" y="70833"/>
                      <a:pt x="510521" y="70833"/>
                    </a:cubicBezTo>
                    <a:close/>
                    <a:moveTo>
                      <a:pt x="15000" y="67708"/>
                    </a:moveTo>
                    <a:lnTo>
                      <a:pt x="23542" y="67708"/>
                    </a:lnTo>
                    <a:lnTo>
                      <a:pt x="23542" y="83854"/>
                    </a:lnTo>
                    <a:lnTo>
                      <a:pt x="77396" y="83854"/>
                    </a:lnTo>
                    <a:lnTo>
                      <a:pt x="77396" y="90937"/>
                    </a:lnTo>
                    <a:lnTo>
                      <a:pt x="17188" y="90937"/>
                    </a:lnTo>
                    <a:cubicBezTo>
                      <a:pt x="16354" y="90937"/>
                      <a:pt x="15781" y="90781"/>
                      <a:pt x="15469" y="90469"/>
                    </a:cubicBezTo>
                    <a:cubicBezTo>
                      <a:pt x="15156" y="90156"/>
                      <a:pt x="15000" y="89583"/>
                      <a:pt x="15000" y="88750"/>
                    </a:cubicBezTo>
                    <a:close/>
                    <a:moveTo>
                      <a:pt x="234792" y="66563"/>
                    </a:moveTo>
                    <a:cubicBezTo>
                      <a:pt x="227154" y="66563"/>
                      <a:pt x="221233" y="67539"/>
                      <a:pt x="217031" y="69479"/>
                    </a:cubicBezTo>
                    <a:cubicBezTo>
                      <a:pt x="212831" y="71432"/>
                      <a:pt x="210729" y="74101"/>
                      <a:pt x="210729" y="77500"/>
                    </a:cubicBezTo>
                    <a:cubicBezTo>
                      <a:pt x="210729" y="80911"/>
                      <a:pt x="212831" y="83568"/>
                      <a:pt x="217031" y="85469"/>
                    </a:cubicBezTo>
                    <a:cubicBezTo>
                      <a:pt x="221233" y="87383"/>
                      <a:pt x="227154" y="88333"/>
                      <a:pt x="234792" y="88333"/>
                    </a:cubicBezTo>
                    <a:cubicBezTo>
                      <a:pt x="242084" y="88333"/>
                      <a:pt x="247865" y="87383"/>
                      <a:pt x="252136" y="85469"/>
                    </a:cubicBezTo>
                    <a:cubicBezTo>
                      <a:pt x="256406" y="83568"/>
                      <a:pt x="258542" y="80937"/>
                      <a:pt x="258542" y="77604"/>
                    </a:cubicBezTo>
                    <a:cubicBezTo>
                      <a:pt x="258542" y="74140"/>
                      <a:pt x="256425" y="71432"/>
                      <a:pt x="252188" y="69479"/>
                    </a:cubicBezTo>
                    <a:cubicBezTo>
                      <a:pt x="247952" y="67539"/>
                      <a:pt x="242154" y="66563"/>
                      <a:pt x="234792" y="66563"/>
                    </a:cubicBezTo>
                    <a:close/>
                    <a:moveTo>
                      <a:pt x="510417" y="64479"/>
                    </a:moveTo>
                    <a:cubicBezTo>
                      <a:pt x="520765" y="64479"/>
                      <a:pt x="528698" y="65872"/>
                      <a:pt x="534219" y="68646"/>
                    </a:cubicBezTo>
                    <a:cubicBezTo>
                      <a:pt x="539740" y="71432"/>
                      <a:pt x="542500" y="75078"/>
                      <a:pt x="542500" y="79583"/>
                    </a:cubicBezTo>
                    <a:cubicBezTo>
                      <a:pt x="542500" y="84036"/>
                      <a:pt x="539740" y="87682"/>
                      <a:pt x="534219" y="90521"/>
                    </a:cubicBezTo>
                    <a:cubicBezTo>
                      <a:pt x="528698" y="93372"/>
                      <a:pt x="520765" y="94792"/>
                      <a:pt x="510417" y="94792"/>
                    </a:cubicBezTo>
                    <a:cubicBezTo>
                      <a:pt x="500071" y="94792"/>
                      <a:pt x="492154" y="93359"/>
                      <a:pt x="486667" y="90469"/>
                    </a:cubicBezTo>
                    <a:cubicBezTo>
                      <a:pt x="481181" y="87591"/>
                      <a:pt x="478438" y="83932"/>
                      <a:pt x="478438" y="79479"/>
                    </a:cubicBezTo>
                    <a:cubicBezTo>
                      <a:pt x="478438" y="74974"/>
                      <a:pt x="481181" y="71341"/>
                      <a:pt x="486667" y="68593"/>
                    </a:cubicBezTo>
                    <a:cubicBezTo>
                      <a:pt x="492154" y="65859"/>
                      <a:pt x="500071" y="64479"/>
                      <a:pt x="510417" y="64479"/>
                    </a:cubicBezTo>
                    <a:close/>
                    <a:moveTo>
                      <a:pt x="418542" y="64166"/>
                    </a:moveTo>
                    <a:cubicBezTo>
                      <a:pt x="415348" y="64166"/>
                      <a:pt x="412379" y="64453"/>
                      <a:pt x="409636" y="65000"/>
                    </a:cubicBezTo>
                    <a:cubicBezTo>
                      <a:pt x="406893" y="65560"/>
                      <a:pt x="404515" y="66328"/>
                      <a:pt x="402500" y="67292"/>
                    </a:cubicBezTo>
                    <a:cubicBezTo>
                      <a:pt x="400487" y="68333"/>
                      <a:pt x="398925" y="69583"/>
                      <a:pt x="397813" y="71042"/>
                    </a:cubicBezTo>
                    <a:cubicBezTo>
                      <a:pt x="396702" y="72500"/>
                      <a:pt x="396146" y="74166"/>
                      <a:pt x="396146" y="76042"/>
                    </a:cubicBezTo>
                    <a:cubicBezTo>
                      <a:pt x="396146" y="77916"/>
                      <a:pt x="396719" y="79609"/>
                      <a:pt x="397865" y="81094"/>
                    </a:cubicBezTo>
                    <a:cubicBezTo>
                      <a:pt x="399011" y="82591"/>
                      <a:pt x="400591" y="83854"/>
                      <a:pt x="402604" y="84896"/>
                    </a:cubicBezTo>
                    <a:cubicBezTo>
                      <a:pt x="404619" y="85937"/>
                      <a:pt x="406979" y="86745"/>
                      <a:pt x="409688" y="87291"/>
                    </a:cubicBezTo>
                    <a:cubicBezTo>
                      <a:pt x="412396" y="87851"/>
                      <a:pt x="415348" y="88125"/>
                      <a:pt x="418542" y="88125"/>
                    </a:cubicBezTo>
                    <a:cubicBezTo>
                      <a:pt x="425071" y="88125"/>
                      <a:pt x="430487" y="87070"/>
                      <a:pt x="434792" y="84948"/>
                    </a:cubicBezTo>
                    <a:cubicBezTo>
                      <a:pt x="439098" y="82839"/>
                      <a:pt x="441250" y="79896"/>
                      <a:pt x="441250" y="76146"/>
                    </a:cubicBezTo>
                    <a:cubicBezTo>
                      <a:pt x="441250" y="72396"/>
                      <a:pt x="439115" y="69466"/>
                      <a:pt x="434844" y="67344"/>
                    </a:cubicBezTo>
                    <a:cubicBezTo>
                      <a:pt x="430573" y="65234"/>
                      <a:pt x="425140" y="64166"/>
                      <a:pt x="418542" y="64166"/>
                    </a:cubicBezTo>
                    <a:close/>
                    <a:moveTo>
                      <a:pt x="106979" y="61354"/>
                    </a:moveTo>
                    <a:lnTo>
                      <a:pt x="115417" y="61354"/>
                    </a:lnTo>
                    <a:lnTo>
                      <a:pt x="115417" y="83854"/>
                    </a:lnTo>
                    <a:lnTo>
                      <a:pt x="169271" y="83854"/>
                    </a:lnTo>
                    <a:lnTo>
                      <a:pt x="169271" y="90937"/>
                    </a:lnTo>
                    <a:lnTo>
                      <a:pt x="109167" y="90937"/>
                    </a:lnTo>
                    <a:cubicBezTo>
                      <a:pt x="108333" y="90937"/>
                      <a:pt x="107760" y="90781"/>
                      <a:pt x="107448" y="90469"/>
                    </a:cubicBezTo>
                    <a:cubicBezTo>
                      <a:pt x="107135" y="90156"/>
                      <a:pt x="106979" y="89583"/>
                      <a:pt x="106979" y="88750"/>
                    </a:cubicBezTo>
                    <a:close/>
                    <a:moveTo>
                      <a:pt x="234792" y="60416"/>
                    </a:moveTo>
                    <a:cubicBezTo>
                      <a:pt x="245833" y="60416"/>
                      <a:pt x="254081" y="62057"/>
                      <a:pt x="259531" y="65312"/>
                    </a:cubicBezTo>
                    <a:cubicBezTo>
                      <a:pt x="264983" y="68581"/>
                      <a:pt x="267708" y="72682"/>
                      <a:pt x="267708" y="77604"/>
                    </a:cubicBezTo>
                    <a:cubicBezTo>
                      <a:pt x="267708" y="82474"/>
                      <a:pt x="265000" y="86536"/>
                      <a:pt x="259584" y="89792"/>
                    </a:cubicBezTo>
                    <a:cubicBezTo>
                      <a:pt x="254167" y="93060"/>
                      <a:pt x="245904" y="94687"/>
                      <a:pt x="234792" y="94687"/>
                    </a:cubicBezTo>
                    <a:cubicBezTo>
                      <a:pt x="223681" y="94687"/>
                      <a:pt x="215383" y="93060"/>
                      <a:pt x="209896" y="89792"/>
                    </a:cubicBezTo>
                    <a:cubicBezTo>
                      <a:pt x="204410" y="86536"/>
                      <a:pt x="201667" y="82435"/>
                      <a:pt x="201667" y="77500"/>
                    </a:cubicBezTo>
                    <a:cubicBezTo>
                      <a:pt x="201667" y="72500"/>
                      <a:pt x="204427" y="68411"/>
                      <a:pt x="209948" y="65208"/>
                    </a:cubicBezTo>
                    <a:cubicBezTo>
                      <a:pt x="215469" y="62018"/>
                      <a:pt x="223750" y="60416"/>
                      <a:pt x="234792" y="60416"/>
                    </a:cubicBezTo>
                    <a:close/>
                    <a:moveTo>
                      <a:pt x="300625" y="57812"/>
                    </a:moveTo>
                    <a:lnTo>
                      <a:pt x="308854" y="57812"/>
                    </a:lnTo>
                    <a:lnTo>
                      <a:pt x="308854" y="67500"/>
                    </a:lnTo>
                    <a:lnTo>
                      <a:pt x="350521" y="67500"/>
                    </a:lnTo>
                    <a:lnTo>
                      <a:pt x="350521" y="57812"/>
                    </a:lnTo>
                    <a:lnTo>
                      <a:pt x="358542" y="57812"/>
                    </a:lnTo>
                    <a:lnTo>
                      <a:pt x="358542" y="89792"/>
                    </a:lnTo>
                    <a:cubicBezTo>
                      <a:pt x="358542" y="90625"/>
                      <a:pt x="358386" y="91198"/>
                      <a:pt x="358073" y="91510"/>
                    </a:cubicBezTo>
                    <a:cubicBezTo>
                      <a:pt x="357761" y="91823"/>
                      <a:pt x="357188" y="91979"/>
                      <a:pt x="356354" y="91979"/>
                    </a:cubicBezTo>
                    <a:lnTo>
                      <a:pt x="302813" y="91979"/>
                    </a:lnTo>
                    <a:cubicBezTo>
                      <a:pt x="301979" y="91979"/>
                      <a:pt x="301406" y="91823"/>
                      <a:pt x="301094" y="91510"/>
                    </a:cubicBezTo>
                    <a:cubicBezTo>
                      <a:pt x="300781" y="91198"/>
                      <a:pt x="300625" y="90625"/>
                      <a:pt x="300625" y="89792"/>
                    </a:cubicBezTo>
                    <a:close/>
                    <a:moveTo>
                      <a:pt x="418542" y="57396"/>
                    </a:moveTo>
                    <a:cubicBezTo>
                      <a:pt x="428125" y="57396"/>
                      <a:pt x="435748" y="59101"/>
                      <a:pt x="441407" y="62500"/>
                    </a:cubicBezTo>
                    <a:cubicBezTo>
                      <a:pt x="447067" y="65911"/>
                      <a:pt x="449896" y="70417"/>
                      <a:pt x="449896" y="76042"/>
                    </a:cubicBezTo>
                    <a:cubicBezTo>
                      <a:pt x="449896" y="81810"/>
                      <a:pt x="447084" y="86341"/>
                      <a:pt x="441459" y="89635"/>
                    </a:cubicBezTo>
                    <a:cubicBezTo>
                      <a:pt x="435834" y="92942"/>
                      <a:pt x="428229" y="94583"/>
                      <a:pt x="418646" y="94583"/>
                    </a:cubicBezTo>
                    <a:cubicBezTo>
                      <a:pt x="409133" y="94583"/>
                      <a:pt x="401546" y="92917"/>
                      <a:pt x="395886" y="89583"/>
                    </a:cubicBezTo>
                    <a:cubicBezTo>
                      <a:pt x="390227" y="86250"/>
                      <a:pt x="387396" y="81745"/>
                      <a:pt x="387396" y="76042"/>
                    </a:cubicBezTo>
                    <a:cubicBezTo>
                      <a:pt x="387396" y="73268"/>
                      <a:pt x="388143" y="70716"/>
                      <a:pt x="389636" y="68385"/>
                    </a:cubicBezTo>
                    <a:cubicBezTo>
                      <a:pt x="391129" y="66067"/>
                      <a:pt x="393229" y="64101"/>
                      <a:pt x="395938" y="62500"/>
                    </a:cubicBezTo>
                    <a:cubicBezTo>
                      <a:pt x="398646" y="60911"/>
                      <a:pt x="401910" y="59661"/>
                      <a:pt x="405729" y="58750"/>
                    </a:cubicBezTo>
                    <a:cubicBezTo>
                      <a:pt x="409550" y="57851"/>
                      <a:pt x="413821" y="57396"/>
                      <a:pt x="418542" y="57396"/>
                    </a:cubicBezTo>
                    <a:close/>
                    <a:moveTo>
                      <a:pt x="587188" y="53437"/>
                    </a:moveTo>
                    <a:lnTo>
                      <a:pt x="644996" y="53437"/>
                    </a:lnTo>
                    <a:cubicBezTo>
                      <a:pt x="645830" y="53437"/>
                      <a:pt x="646403" y="53594"/>
                      <a:pt x="646715" y="53906"/>
                    </a:cubicBezTo>
                    <a:cubicBezTo>
                      <a:pt x="647028" y="54218"/>
                      <a:pt x="647184" y="54791"/>
                      <a:pt x="647184" y="55625"/>
                    </a:cubicBezTo>
                    <a:lnTo>
                      <a:pt x="647184" y="73541"/>
                    </a:lnTo>
                    <a:cubicBezTo>
                      <a:pt x="647184" y="74375"/>
                      <a:pt x="647028" y="74948"/>
                      <a:pt x="646715" y="75260"/>
                    </a:cubicBezTo>
                    <a:cubicBezTo>
                      <a:pt x="646403" y="75573"/>
                      <a:pt x="645830" y="75729"/>
                      <a:pt x="644996" y="75729"/>
                    </a:cubicBezTo>
                    <a:lnTo>
                      <a:pt x="596042" y="75729"/>
                    </a:lnTo>
                    <a:lnTo>
                      <a:pt x="596042" y="85312"/>
                    </a:lnTo>
                    <a:lnTo>
                      <a:pt x="649267" y="85312"/>
                    </a:lnTo>
                    <a:lnTo>
                      <a:pt x="649267" y="91979"/>
                    </a:lnTo>
                    <a:lnTo>
                      <a:pt x="589375" y="91979"/>
                    </a:lnTo>
                    <a:cubicBezTo>
                      <a:pt x="588542" y="91979"/>
                      <a:pt x="587969" y="91823"/>
                      <a:pt x="587657" y="91510"/>
                    </a:cubicBezTo>
                    <a:cubicBezTo>
                      <a:pt x="587344" y="91198"/>
                      <a:pt x="587188" y="90625"/>
                      <a:pt x="587188" y="89792"/>
                    </a:cubicBezTo>
                    <a:lnTo>
                      <a:pt x="587188" y="71562"/>
                    </a:lnTo>
                    <a:cubicBezTo>
                      <a:pt x="587188" y="70729"/>
                      <a:pt x="587344" y="70156"/>
                      <a:pt x="587657" y="69844"/>
                    </a:cubicBezTo>
                    <a:cubicBezTo>
                      <a:pt x="587969" y="69531"/>
                      <a:pt x="588542" y="69375"/>
                      <a:pt x="589375" y="69375"/>
                    </a:cubicBezTo>
                    <a:lnTo>
                      <a:pt x="638330" y="69375"/>
                    </a:lnTo>
                    <a:lnTo>
                      <a:pt x="638330" y="60208"/>
                    </a:lnTo>
                    <a:lnTo>
                      <a:pt x="587188" y="60208"/>
                    </a:lnTo>
                    <a:close/>
                    <a:moveTo>
                      <a:pt x="63542" y="38542"/>
                    </a:moveTo>
                    <a:lnTo>
                      <a:pt x="63542" y="45520"/>
                    </a:lnTo>
                    <a:cubicBezTo>
                      <a:pt x="61667" y="45872"/>
                      <a:pt x="59393" y="46185"/>
                      <a:pt x="56719" y="46458"/>
                    </a:cubicBezTo>
                    <a:cubicBezTo>
                      <a:pt x="54046" y="46745"/>
                      <a:pt x="51181" y="46979"/>
                      <a:pt x="48125" y="47187"/>
                    </a:cubicBezTo>
                    <a:cubicBezTo>
                      <a:pt x="45070" y="47396"/>
                      <a:pt x="41910" y="47578"/>
                      <a:pt x="38646" y="47708"/>
                    </a:cubicBezTo>
                    <a:cubicBezTo>
                      <a:pt x="35383" y="47851"/>
                      <a:pt x="32258" y="47917"/>
                      <a:pt x="29271" y="47917"/>
                    </a:cubicBezTo>
                    <a:lnTo>
                      <a:pt x="29271" y="62812"/>
                    </a:lnTo>
                    <a:lnTo>
                      <a:pt x="21042" y="62812"/>
                    </a:lnTo>
                    <a:lnTo>
                      <a:pt x="21042" y="48125"/>
                    </a:lnTo>
                    <a:lnTo>
                      <a:pt x="0" y="48125"/>
                    </a:lnTo>
                    <a:lnTo>
                      <a:pt x="0" y="41146"/>
                    </a:lnTo>
                    <a:lnTo>
                      <a:pt x="27708" y="41146"/>
                    </a:lnTo>
                    <a:cubicBezTo>
                      <a:pt x="30208" y="41146"/>
                      <a:pt x="33160" y="41081"/>
                      <a:pt x="36563" y="40937"/>
                    </a:cubicBezTo>
                    <a:cubicBezTo>
                      <a:pt x="39966" y="40807"/>
                      <a:pt x="43404" y="40599"/>
                      <a:pt x="46875" y="40312"/>
                    </a:cubicBezTo>
                    <a:cubicBezTo>
                      <a:pt x="50279" y="40039"/>
                      <a:pt x="53490" y="39765"/>
                      <a:pt x="56510" y="39479"/>
                    </a:cubicBezTo>
                    <a:cubicBezTo>
                      <a:pt x="59531" y="39206"/>
                      <a:pt x="61875" y="38893"/>
                      <a:pt x="63542" y="38542"/>
                    </a:cubicBezTo>
                    <a:close/>
                    <a:moveTo>
                      <a:pt x="230521" y="31979"/>
                    </a:moveTo>
                    <a:lnTo>
                      <a:pt x="238958" y="31979"/>
                    </a:lnTo>
                    <a:lnTo>
                      <a:pt x="238958" y="45833"/>
                    </a:lnTo>
                    <a:lnTo>
                      <a:pt x="276979" y="45833"/>
                    </a:lnTo>
                    <a:lnTo>
                      <a:pt x="276979" y="52917"/>
                    </a:lnTo>
                    <a:lnTo>
                      <a:pt x="192500" y="52917"/>
                    </a:lnTo>
                    <a:lnTo>
                      <a:pt x="192500" y="45833"/>
                    </a:lnTo>
                    <a:lnTo>
                      <a:pt x="230521" y="45833"/>
                    </a:lnTo>
                    <a:close/>
                    <a:moveTo>
                      <a:pt x="313334" y="28229"/>
                    </a:moveTo>
                    <a:cubicBezTo>
                      <a:pt x="308750" y="28229"/>
                      <a:pt x="305192" y="29049"/>
                      <a:pt x="302656" y="30677"/>
                    </a:cubicBezTo>
                    <a:cubicBezTo>
                      <a:pt x="300123" y="32318"/>
                      <a:pt x="298854" y="34479"/>
                      <a:pt x="298854" y="37187"/>
                    </a:cubicBezTo>
                    <a:cubicBezTo>
                      <a:pt x="298854" y="39831"/>
                      <a:pt x="300123" y="42018"/>
                      <a:pt x="302656" y="43750"/>
                    </a:cubicBezTo>
                    <a:cubicBezTo>
                      <a:pt x="305192" y="45495"/>
                      <a:pt x="308750" y="46354"/>
                      <a:pt x="313334" y="46354"/>
                    </a:cubicBezTo>
                    <a:cubicBezTo>
                      <a:pt x="317848" y="46354"/>
                      <a:pt x="321390" y="45495"/>
                      <a:pt x="323958" y="43750"/>
                    </a:cubicBezTo>
                    <a:cubicBezTo>
                      <a:pt x="326529" y="42018"/>
                      <a:pt x="327813" y="39831"/>
                      <a:pt x="327813" y="37187"/>
                    </a:cubicBezTo>
                    <a:cubicBezTo>
                      <a:pt x="327813" y="34479"/>
                      <a:pt x="326529" y="32318"/>
                      <a:pt x="323958" y="30677"/>
                    </a:cubicBezTo>
                    <a:cubicBezTo>
                      <a:pt x="321390" y="29049"/>
                      <a:pt x="317848" y="28229"/>
                      <a:pt x="313334" y="28229"/>
                    </a:cubicBezTo>
                    <a:close/>
                    <a:moveTo>
                      <a:pt x="497292" y="26666"/>
                    </a:moveTo>
                    <a:cubicBezTo>
                      <a:pt x="493056" y="26666"/>
                      <a:pt x="489706" y="27278"/>
                      <a:pt x="487240" y="28489"/>
                    </a:cubicBezTo>
                    <a:cubicBezTo>
                      <a:pt x="484775" y="29713"/>
                      <a:pt x="483542" y="31432"/>
                      <a:pt x="483542" y="33646"/>
                    </a:cubicBezTo>
                    <a:cubicBezTo>
                      <a:pt x="483542" y="35664"/>
                      <a:pt x="484775" y="37266"/>
                      <a:pt x="487240" y="38437"/>
                    </a:cubicBezTo>
                    <a:cubicBezTo>
                      <a:pt x="489706" y="39622"/>
                      <a:pt x="493056" y="40208"/>
                      <a:pt x="497292" y="40208"/>
                    </a:cubicBezTo>
                    <a:cubicBezTo>
                      <a:pt x="501529" y="40208"/>
                      <a:pt x="504879" y="39622"/>
                      <a:pt x="507344" y="38437"/>
                    </a:cubicBezTo>
                    <a:cubicBezTo>
                      <a:pt x="509810" y="37266"/>
                      <a:pt x="511042" y="35664"/>
                      <a:pt x="511042" y="33646"/>
                    </a:cubicBezTo>
                    <a:cubicBezTo>
                      <a:pt x="511042" y="31432"/>
                      <a:pt x="509810" y="29713"/>
                      <a:pt x="507344" y="28489"/>
                    </a:cubicBezTo>
                    <a:cubicBezTo>
                      <a:pt x="504879" y="27278"/>
                      <a:pt x="501529" y="26666"/>
                      <a:pt x="497292" y="26666"/>
                    </a:cubicBezTo>
                    <a:close/>
                    <a:moveTo>
                      <a:pt x="313334" y="22291"/>
                    </a:moveTo>
                    <a:cubicBezTo>
                      <a:pt x="320140" y="22291"/>
                      <a:pt x="325660" y="23685"/>
                      <a:pt x="329896" y="26458"/>
                    </a:cubicBezTo>
                    <a:cubicBezTo>
                      <a:pt x="334133" y="29244"/>
                      <a:pt x="336250" y="32812"/>
                      <a:pt x="336250" y="37187"/>
                    </a:cubicBezTo>
                    <a:cubicBezTo>
                      <a:pt x="336250" y="39414"/>
                      <a:pt x="335660" y="41432"/>
                      <a:pt x="334479" y="43229"/>
                    </a:cubicBezTo>
                    <a:cubicBezTo>
                      <a:pt x="333300" y="45039"/>
                      <a:pt x="331702" y="46601"/>
                      <a:pt x="329688" y="47917"/>
                    </a:cubicBezTo>
                    <a:cubicBezTo>
                      <a:pt x="327675" y="49245"/>
                      <a:pt x="325261" y="50260"/>
                      <a:pt x="322448" y="50989"/>
                    </a:cubicBezTo>
                    <a:cubicBezTo>
                      <a:pt x="319636" y="51719"/>
                      <a:pt x="316598" y="52083"/>
                      <a:pt x="313334" y="52083"/>
                    </a:cubicBezTo>
                    <a:cubicBezTo>
                      <a:pt x="310000" y="52083"/>
                      <a:pt x="306927" y="51719"/>
                      <a:pt x="304115" y="50989"/>
                    </a:cubicBezTo>
                    <a:cubicBezTo>
                      <a:pt x="301302" y="50260"/>
                      <a:pt x="298890" y="49245"/>
                      <a:pt x="296875" y="47917"/>
                    </a:cubicBezTo>
                    <a:cubicBezTo>
                      <a:pt x="294862" y="46601"/>
                      <a:pt x="293281" y="45039"/>
                      <a:pt x="292136" y="43229"/>
                    </a:cubicBezTo>
                    <a:cubicBezTo>
                      <a:pt x="290990" y="41432"/>
                      <a:pt x="290417" y="39414"/>
                      <a:pt x="290417" y="37187"/>
                    </a:cubicBezTo>
                    <a:cubicBezTo>
                      <a:pt x="290417" y="32812"/>
                      <a:pt x="292535" y="29244"/>
                      <a:pt x="296771" y="26458"/>
                    </a:cubicBezTo>
                    <a:cubicBezTo>
                      <a:pt x="301008" y="23685"/>
                      <a:pt x="306529" y="22291"/>
                      <a:pt x="313334" y="22291"/>
                    </a:cubicBezTo>
                    <a:close/>
                    <a:moveTo>
                      <a:pt x="497292" y="20937"/>
                    </a:moveTo>
                    <a:cubicBezTo>
                      <a:pt x="503959" y="20937"/>
                      <a:pt x="509375" y="22070"/>
                      <a:pt x="513542" y="24323"/>
                    </a:cubicBezTo>
                    <a:cubicBezTo>
                      <a:pt x="517709" y="26588"/>
                      <a:pt x="519792" y="29583"/>
                      <a:pt x="519792" y="33333"/>
                    </a:cubicBezTo>
                    <a:cubicBezTo>
                      <a:pt x="519792" y="36536"/>
                      <a:pt x="518108" y="39245"/>
                      <a:pt x="514740" y="41458"/>
                    </a:cubicBezTo>
                    <a:cubicBezTo>
                      <a:pt x="511373" y="43685"/>
                      <a:pt x="507084" y="45078"/>
                      <a:pt x="501875" y="45625"/>
                    </a:cubicBezTo>
                    <a:lnTo>
                      <a:pt x="501875" y="52917"/>
                    </a:lnTo>
                    <a:cubicBezTo>
                      <a:pt x="503612" y="52917"/>
                      <a:pt x="505677" y="52838"/>
                      <a:pt x="508073" y="52656"/>
                    </a:cubicBezTo>
                    <a:cubicBezTo>
                      <a:pt x="510469" y="52487"/>
                      <a:pt x="512952" y="52292"/>
                      <a:pt x="515521" y="52083"/>
                    </a:cubicBezTo>
                    <a:cubicBezTo>
                      <a:pt x="518091" y="51875"/>
                      <a:pt x="520573" y="51640"/>
                      <a:pt x="522969" y="51354"/>
                    </a:cubicBezTo>
                    <a:cubicBezTo>
                      <a:pt x="525365" y="51080"/>
                      <a:pt x="527396" y="50807"/>
                      <a:pt x="529063" y="50521"/>
                    </a:cubicBezTo>
                    <a:lnTo>
                      <a:pt x="529063" y="56979"/>
                    </a:lnTo>
                    <a:cubicBezTo>
                      <a:pt x="524619" y="57812"/>
                      <a:pt x="519237" y="58437"/>
                      <a:pt x="512917" y="58854"/>
                    </a:cubicBezTo>
                    <a:cubicBezTo>
                      <a:pt x="506598" y="59270"/>
                      <a:pt x="500209" y="59518"/>
                      <a:pt x="493750" y="59583"/>
                    </a:cubicBezTo>
                    <a:lnTo>
                      <a:pt x="467396" y="59583"/>
                    </a:lnTo>
                    <a:lnTo>
                      <a:pt x="467396" y="53125"/>
                    </a:lnTo>
                    <a:lnTo>
                      <a:pt x="493125" y="53125"/>
                    </a:lnTo>
                    <a:lnTo>
                      <a:pt x="493125" y="45625"/>
                    </a:lnTo>
                    <a:cubicBezTo>
                      <a:pt x="487709" y="45143"/>
                      <a:pt x="483300" y="43776"/>
                      <a:pt x="479896" y="41510"/>
                    </a:cubicBezTo>
                    <a:cubicBezTo>
                      <a:pt x="476494" y="39258"/>
                      <a:pt x="474792" y="36536"/>
                      <a:pt x="474792" y="33333"/>
                    </a:cubicBezTo>
                    <a:cubicBezTo>
                      <a:pt x="474792" y="29583"/>
                      <a:pt x="476875" y="26588"/>
                      <a:pt x="481042" y="24323"/>
                    </a:cubicBezTo>
                    <a:cubicBezTo>
                      <a:pt x="485209" y="22070"/>
                      <a:pt x="490625" y="20937"/>
                      <a:pt x="497292" y="20937"/>
                    </a:cubicBezTo>
                    <a:close/>
                    <a:moveTo>
                      <a:pt x="286979" y="11667"/>
                    </a:moveTo>
                    <a:lnTo>
                      <a:pt x="339896" y="11667"/>
                    </a:lnTo>
                    <a:lnTo>
                      <a:pt x="339896" y="18020"/>
                    </a:lnTo>
                    <a:lnTo>
                      <a:pt x="286979" y="18020"/>
                    </a:lnTo>
                    <a:close/>
                    <a:moveTo>
                      <a:pt x="471667" y="10729"/>
                    </a:moveTo>
                    <a:lnTo>
                      <a:pt x="522396" y="10729"/>
                    </a:lnTo>
                    <a:lnTo>
                      <a:pt x="522396" y="16875"/>
                    </a:lnTo>
                    <a:lnTo>
                      <a:pt x="471667" y="16875"/>
                    </a:lnTo>
                    <a:close/>
                    <a:moveTo>
                      <a:pt x="29896" y="7083"/>
                    </a:moveTo>
                    <a:cubicBezTo>
                      <a:pt x="24341" y="7083"/>
                      <a:pt x="20504" y="8125"/>
                      <a:pt x="18385" y="10208"/>
                    </a:cubicBezTo>
                    <a:cubicBezTo>
                      <a:pt x="16268" y="12291"/>
                      <a:pt x="15208" y="14791"/>
                      <a:pt x="15208" y="17708"/>
                    </a:cubicBezTo>
                    <a:cubicBezTo>
                      <a:pt x="15208" y="20703"/>
                      <a:pt x="16285" y="23151"/>
                      <a:pt x="18438" y="25052"/>
                    </a:cubicBezTo>
                    <a:cubicBezTo>
                      <a:pt x="20591" y="26966"/>
                      <a:pt x="24410" y="27916"/>
                      <a:pt x="29896" y="27916"/>
                    </a:cubicBezTo>
                    <a:cubicBezTo>
                      <a:pt x="35313" y="27916"/>
                      <a:pt x="39115" y="26966"/>
                      <a:pt x="41302" y="25052"/>
                    </a:cubicBezTo>
                    <a:cubicBezTo>
                      <a:pt x="43490" y="23151"/>
                      <a:pt x="44583" y="20703"/>
                      <a:pt x="44583" y="17708"/>
                    </a:cubicBezTo>
                    <a:cubicBezTo>
                      <a:pt x="44583" y="14726"/>
                      <a:pt x="43508" y="12213"/>
                      <a:pt x="41354" y="10156"/>
                    </a:cubicBezTo>
                    <a:cubicBezTo>
                      <a:pt x="39202" y="8112"/>
                      <a:pt x="35383" y="7083"/>
                      <a:pt x="29896" y="7083"/>
                    </a:cubicBezTo>
                    <a:close/>
                    <a:moveTo>
                      <a:pt x="95313" y="4791"/>
                    </a:moveTo>
                    <a:lnTo>
                      <a:pt x="140313" y="4791"/>
                    </a:lnTo>
                    <a:lnTo>
                      <a:pt x="140313" y="11771"/>
                    </a:lnTo>
                    <a:lnTo>
                      <a:pt x="122083" y="11771"/>
                    </a:lnTo>
                    <a:lnTo>
                      <a:pt x="122083" y="17500"/>
                    </a:lnTo>
                    <a:cubicBezTo>
                      <a:pt x="122083" y="20976"/>
                      <a:pt x="122656" y="24192"/>
                      <a:pt x="123802" y="27135"/>
                    </a:cubicBezTo>
                    <a:cubicBezTo>
                      <a:pt x="124948" y="30091"/>
                      <a:pt x="126458" y="32747"/>
                      <a:pt x="128333" y="35104"/>
                    </a:cubicBezTo>
                    <a:cubicBezTo>
                      <a:pt x="130625" y="38229"/>
                      <a:pt x="133369" y="40872"/>
                      <a:pt x="136563" y="43021"/>
                    </a:cubicBezTo>
                    <a:cubicBezTo>
                      <a:pt x="139758" y="45182"/>
                      <a:pt x="142917" y="46771"/>
                      <a:pt x="146042" y="47812"/>
                    </a:cubicBezTo>
                    <a:cubicBezTo>
                      <a:pt x="145070" y="48789"/>
                      <a:pt x="144063" y="49870"/>
                      <a:pt x="143021" y="51041"/>
                    </a:cubicBezTo>
                    <a:cubicBezTo>
                      <a:pt x="141979" y="52226"/>
                      <a:pt x="141181" y="53229"/>
                      <a:pt x="140625" y="54062"/>
                    </a:cubicBezTo>
                    <a:cubicBezTo>
                      <a:pt x="138750" y="53229"/>
                      <a:pt x="136719" y="52109"/>
                      <a:pt x="134531" y="50677"/>
                    </a:cubicBezTo>
                    <a:cubicBezTo>
                      <a:pt x="132344" y="49258"/>
                      <a:pt x="130208" y="47604"/>
                      <a:pt x="128125" y="45729"/>
                    </a:cubicBezTo>
                    <a:cubicBezTo>
                      <a:pt x="126112" y="44062"/>
                      <a:pt x="124219" y="42174"/>
                      <a:pt x="122448" y="40052"/>
                    </a:cubicBezTo>
                    <a:cubicBezTo>
                      <a:pt x="120677" y="37942"/>
                      <a:pt x="119167" y="35625"/>
                      <a:pt x="117917" y="33125"/>
                    </a:cubicBezTo>
                    <a:cubicBezTo>
                      <a:pt x="116945" y="35768"/>
                      <a:pt x="115712" y="38216"/>
                      <a:pt x="114219" y="40468"/>
                    </a:cubicBezTo>
                    <a:cubicBezTo>
                      <a:pt x="112727" y="42734"/>
                      <a:pt x="111042" y="44831"/>
                      <a:pt x="109167" y="46771"/>
                    </a:cubicBezTo>
                    <a:cubicBezTo>
                      <a:pt x="107083" y="48789"/>
                      <a:pt x="104844" y="50651"/>
                      <a:pt x="102448" y="52344"/>
                    </a:cubicBezTo>
                    <a:cubicBezTo>
                      <a:pt x="100052" y="54049"/>
                      <a:pt x="97604" y="55521"/>
                      <a:pt x="95104" y="56771"/>
                    </a:cubicBezTo>
                    <a:cubicBezTo>
                      <a:pt x="94479" y="56080"/>
                      <a:pt x="93490" y="55143"/>
                      <a:pt x="92135" y="53958"/>
                    </a:cubicBezTo>
                    <a:cubicBezTo>
                      <a:pt x="90781" y="52786"/>
                      <a:pt x="89654" y="51810"/>
                      <a:pt x="88750" y="51041"/>
                    </a:cubicBezTo>
                    <a:cubicBezTo>
                      <a:pt x="92431" y="49453"/>
                      <a:pt x="95956" y="47396"/>
                      <a:pt x="99323" y="44896"/>
                    </a:cubicBezTo>
                    <a:cubicBezTo>
                      <a:pt x="102691" y="42396"/>
                      <a:pt x="105521" y="39479"/>
                      <a:pt x="107813" y="36145"/>
                    </a:cubicBezTo>
                    <a:cubicBezTo>
                      <a:pt x="109619" y="33580"/>
                      <a:pt x="111060" y="30729"/>
                      <a:pt x="112135" y="27604"/>
                    </a:cubicBezTo>
                    <a:cubicBezTo>
                      <a:pt x="113212" y="24479"/>
                      <a:pt x="113750" y="21081"/>
                      <a:pt x="113750" y="17396"/>
                    </a:cubicBezTo>
                    <a:lnTo>
                      <a:pt x="113750" y="11771"/>
                    </a:lnTo>
                    <a:lnTo>
                      <a:pt x="95313" y="11771"/>
                    </a:lnTo>
                    <a:close/>
                    <a:moveTo>
                      <a:pt x="202917" y="3229"/>
                    </a:moveTo>
                    <a:lnTo>
                      <a:pt x="266459" y="3229"/>
                    </a:lnTo>
                    <a:lnTo>
                      <a:pt x="266459" y="10000"/>
                    </a:lnTo>
                    <a:lnTo>
                      <a:pt x="239479" y="10000"/>
                    </a:lnTo>
                    <a:cubicBezTo>
                      <a:pt x="239550" y="12852"/>
                      <a:pt x="240695" y="15417"/>
                      <a:pt x="242917" y="17708"/>
                    </a:cubicBezTo>
                    <a:cubicBezTo>
                      <a:pt x="245139" y="20000"/>
                      <a:pt x="247883" y="21979"/>
                      <a:pt x="251146" y="23646"/>
                    </a:cubicBezTo>
                    <a:cubicBezTo>
                      <a:pt x="254341" y="25390"/>
                      <a:pt x="257813" y="26797"/>
                      <a:pt x="261563" y="27864"/>
                    </a:cubicBezTo>
                    <a:cubicBezTo>
                      <a:pt x="265313" y="28945"/>
                      <a:pt x="268820" y="29687"/>
                      <a:pt x="272084" y="30104"/>
                    </a:cubicBezTo>
                    <a:lnTo>
                      <a:pt x="266875" y="36250"/>
                    </a:lnTo>
                    <a:cubicBezTo>
                      <a:pt x="264306" y="35833"/>
                      <a:pt x="261458" y="35182"/>
                      <a:pt x="258334" y="34271"/>
                    </a:cubicBezTo>
                    <a:cubicBezTo>
                      <a:pt x="255208" y="33372"/>
                      <a:pt x="252154" y="32187"/>
                      <a:pt x="249167" y="30729"/>
                    </a:cubicBezTo>
                    <a:cubicBezTo>
                      <a:pt x="246181" y="29349"/>
                      <a:pt x="243386" y="27656"/>
                      <a:pt x="240781" y="25677"/>
                    </a:cubicBezTo>
                    <a:cubicBezTo>
                      <a:pt x="238177" y="23698"/>
                      <a:pt x="236146" y="21354"/>
                      <a:pt x="234688" y="18646"/>
                    </a:cubicBezTo>
                    <a:cubicBezTo>
                      <a:pt x="233229" y="21081"/>
                      <a:pt x="231320" y="23255"/>
                      <a:pt x="228958" y="25156"/>
                    </a:cubicBezTo>
                    <a:cubicBezTo>
                      <a:pt x="226598" y="27070"/>
                      <a:pt x="223994" y="28750"/>
                      <a:pt x="221146" y="30208"/>
                    </a:cubicBezTo>
                    <a:cubicBezTo>
                      <a:pt x="218229" y="31666"/>
                      <a:pt x="215156" y="32903"/>
                      <a:pt x="211927" y="33906"/>
                    </a:cubicBezTo>
                    <a:cubicBezTo>
                      <a:pt x="208698" y="34922"/>
                      <a:pt x="205487" y="35703"/>
                      <a:pt x="202292" y="36250"/>
                    </a:cubicBezTo>
                    <a:lnTo>
                      <a:pt x="197083" y="30000"/>
                    </a:lnTo>
                    <a:cubicBezTo>
                      <a:pt x="200695" y="29453"/>
                      <a:pt x="204410" y="28620"/>
                      <a:pt x="208229" y="27500"/>
                    </a:cubicBezTo>
                    <a:cubicBezTo>
                      <a:pt x="212050" y="26393"/>
                      <a:pt x="215556" y="25000"/>
                      <a:pt x="218750" y="23333"/>
                    </a:cubicBezTo>
                    <a:cubicBezTo>
                      <a:pt x="221875" y="21666"/>
                      <a:pt x="224462" y="19726"/>
                      <a:pt x="226511" y="17500"/>
                    </a:cubicBezTo>
                    <a:cubicBezTo>
                      <a:pt x="228560" y="15286"/>
                      <a:pt x="229654" y="12786"/>
                      <a:pt x="229792" y="10000"/>
                    </a:cubicBezTo>
                    <a:lnTo>
                      <a:pt x="202917" y="10000"/>
                    </a:lnTo>
                    <a:close/>
                    <a:moveTo>
                      <a:pt x="397084" y="2812"/>
                    </a:moveTo>
                    <a:lnTo>
                      <a:pt x="405729" y="2812"/>
                    </a:lnTo>
                    <a:lnTo>
                      <a:pt x="405729" y="11458"/>
                    </a:lnTo>
                    <a:cubicBezTo>
                      <a:pt x="405729" y="15417"/>
                      <a:pt x="406390" y="19049"/>
                      <a:pt x="407709" y="22343"/>
                    </a:cubicBezTo>
                    <a:cubicBezTo>
                      <a:pt x="409029" y="25651"/>
                      <a:pt x="410800" y="28580"/>
                      <a:pt x="413021" y="31146"/>
                    </a:cubicBezTo>
                    <a:cubicBezTo>
                      <a:pt x="415244" y="33789"/>
                      <a:pt x="417813" y="36029"/>
                      <a:pt x="420729" y="37864"/>
                    </a:cubicBezTo>
                    <a:cubicBezTo>
                      <a:pt x="423646" y="39713"/>
                      <a:pt x="426667" y="41185"/>
                      <a:pt x="429792" y="42292"/>
                    </a:cubicBezTo>
                    <a:lnTo>
                      <a:pt x="424479" y="48750"/>
                    </a:lnTo>
                    <a:cubicBezTo>
                      <a:pt x="422535" y="47786"/>
                      <a:pt x="420469" y="46640"/>
                      <a:pt x="418281" y="45312"/>
                    </a:cubicBezTo>
                    <a:cubicBezTo>
                      <a:pt x="416094" y="43997"/>
                      <a:pt x="413959" y="42474"/>
                      <a:pt x="411875" y="40729"/>
                    </a:cubicBezTo>
                    <a:cubicBezTo>
                      <a:pt x="409792" y="39063"/>
                      <a:pt x="407848" y="37187"/>
                      <a:pt x="406042" y="35104"/>
                    </a:cubicBezTo>
                    <a:cubicBezTo>
                      <a:pt x="404237" y="33021"/>
                      <a:pt x="402744" y="30729"/>
                      <a:pt x="401563" y="28229"/>
                    </a:cubicBezTo>
                    <a:cubicBezTo>
                      <a:pt x="400591" y="30872"/>
                      <a:pt x="399271" y="33333"/>
                      <a:pt x="397604" y="35625"/>
                    </a:cubicBezTo>
                    <a:cubicBezTo>
                      <a:pt x="395938" y="37917"/>
                      <a:pt x="394063" y="40078"/>
                      <a:pt x="391979" y="42083"/>
                    </a:cubicBezTo>
                    <a:cubicBezTo>
                      <a:pt x="389896" y="44036"/>
                      <a:pt x="387692" y="45807"/>
                      <a:pt x="385365" y="47396"/>
                    </a:cubicBezTo>
                    <a:cubicBezTo>
                      <a:pt x="383039" y="48997"/>
                      <a:pt x="380729" y="50391"/>
                      <a:pt x="378438" y="51562"/>
                    </a:cubicBezTo>
                    <a:lnTo>
                      <a:pt x="372084" y="45729"/>
                    </a:lnTo>
                    <a:cubicBezTo>
                      <a:pt x="375625" y="44140"/>
                      <a:pt x="378906" y="42265"/>
                      <a:pt x="381927" y="40104"/>
                    </a:cubicBezTo>
                    <a:cubicBezTo>
                      <a:pt x="384948" y="37955"/>
                      <a:pt x="387604" y="35456"/>
                      <a:pt x="389896" y="32604"/>
                    </a:cubicBezTo>
                    <a:cubicBezTo>
                      <a:pt x="392119" y="29831"/>
                      <a:pt x="393873" y="26693"/>
                      <a:pt x="395156" y="23177"/>
                    </a:cubicBezTo>
                    <a:cubicBezTo>
                      <a:pt x="396442" y="19674"/>
                      <a:pt x="397084" y="15729"/>
                      <a:pt x="397084" y="11354"/>
                    </a:cubicBezTo>
                    <a:close/>
                    <a:moveTo>
                      <a:pt x="594167" y="2396"/>
                    </a:moveTo>
                    <a:lnTo>
                      <a:pt x="602813" y="2396"/>
                    </a:lnTo>
                    <a:lnTo>
                      <a:pt x="602813" y="10937"/>
                    </a:lnTo>
                    <a:cubicBezTo>
                      <a:pt x="602813" y="14062"/>
                      <a:pt x="603421" y="17057"/>
                      <a:pt x="604636" y="19896"/>
                    </a:cubicBezTo>
                    <a:cubicBezTo>
                      <a:pt x="605852" y="22747"/>
                      <a:pt x="607571" y="25351"/>
                      <a:pt x="609792" y="27708"/>
                    </a:cubicBezTo>
                    <a:cubicBezTo>
                      <a:pt x="611946" y="30078"/>
                      <a:pt x="614480" y="32161"/>
                      <a:pt x="617392" y="33958"/>
                    </a:cubicBezTo>
                    <a:cubicBezTo>
                      <a:pt x="620309" y="35768"/>
                      <a:pt x="623473" y="37187"/>
                      <a:pt x="626871" y="38229"/>
                    </a:cubicBezTo>
                    <a:lnTo>
                      <a:pt x="621663" y="44479"/>
                    </a:lnTo>
                    <a:cubicBezTo>
                      <a:pt x="617288" y="42604"/>
                      <a:pt x="613004" y="40143"/>
                      <a:pt x="608802" y="37083"/>
                    </a:cubicBezTo>
                    <a:cubicBezTo>
                      <a:pt x="604602" y="34036"/>
                      <a:pt x="601181" y="30104"/>
                      <a:pt x="598542" y="25312"/>
                    </a:cubicBezTo>
                    <a:cubicBezTo>
                      <a:pt x="596529" y="30104"/>
                      <a:pt x="593438" y="34362"/>
                      <a:pt x="589271" y="38073"/>
                    </a:cubicBezTo>
                    <a:cubicBezTo>
                      <a:pt x="585105" y="41797"/>
                      <a:pt x="580625" y="44791"/>
                      <a:pt x="575834" y="47083"/>
                    </a:cubicBezTo>
                    <a:lnTo>
                      <a:pt x="569271" y="41562"/>
                    </a:lnTo>
                    <a:cubicBezTo>
                      <a:pt x="572744" y="40104"/>
                      <a:pt x="575990" y="38372"/>
                      <a:pt x="579011" y="36354"/>
                    </a:cubicBezTo>
                    <a:cubicBezTo>
                      <a:pt x="582032" y="34349"/>
                      <a:pt x="584654" y="32083"/>
                      <a:pt x="586875" y="29583"/>
                    </a:cubicBezTo>
                    <a:cubicBezTo>
                      <a:pt x="589167" y="27083"/>
                      <a:pt x="590956" y="24297"/>
                      <a:pt x="592240" y="21198"/>
                    </a:cubicBezTo>
                    <a:cubicBezTo>
                      <a:pt x="593525" y="18112"/>
                      <a:pt x="594167" y="14687"/>
                      <a:pt x="594167" y="10937"/>
                    </a:cubicBezTo>
                    <a:close/>
                    <a:moveTo>
                      <a:pt x="532604" y="625"/>
                    </a:moveTo>
                    <a:lnTo>
                      <a:pt x="540625" y="625"/>
                    </a:lnTo>
                    <a:lnTo>
                      <a:pt x="540625" y="30521"/>
                    </a:lnTo>
                    <a:lnTo>
                      <a:pt x="553542" y="30521"/>
                    </a:lnTo>
                    <a:lnTo>
                      <a:pt x="553542" y="37708"/>
                    </a:lnTo>
                    <a:lnTo>
                      <a:pt x="540625" y="37708"/>
                    </a:lnTo>
                    <a:lnTo>
                      <a:pt x="540625" y="64062"/>
                    </a:lnTo>
                    <a:lnTo>
                      <a:pt x="532604" y="64062"/>
                    </a:lnTo>
                    <a:close/>
                    <a:moveTo>
                      <a:pt x="67396" y="625"/>
                    </a:moveTo>
                    <a:lnTo>
                      <a:pt x="75417" y="625"/>
                    </a:lnTo>
                    <a:lnTo>
                      <a:pt x="75417" y="70938"/>
                    </a:lnTo>
                    <a:lnTo>
                      <a:pt x="67396" y="70938"/>
                    </a:lnTo>
                    <a:lnTo>
                      <a:pt x="67396" y="61979"/>
                    </a:lnTo>
                    <a:lnTo>
                      <a:pt x="45521" y="61979"/>
                    </a:lnTo>
                    <a:lnTo>
                      <a:pt x="45521" y="55312"/>
                    </a:lnTo>
                    <a:lnTo>
                      <a:pt x="67396" y="55312"/>
                    </a:lnTo>
                    <a:close/>
                    <a:moveTo>
                      <a:pt x="638955" y="521"/>
                    </a:moveTo>
                    <a:lnTo>
                      <a:pt x="647288" y="521"/>
                    </a:lnTo>
                    <a:lnTo>
                      <a:pt x="647288" y="48750"/>
                    </a:lnTo>
                    <a:lnTo>
                      <a:pt x="638955" y="48750"/>
                    </a:lnTo>
                    <a:close/>
                    <a:moveTo>
                      <a:pt x="439688" y="521"/>
                    </a:moveTo>
                    <a:lnTo>
                      <a:pt x="447813" y="521"/>
                    </a:lnTo>
                    <a:lnTo>
                      <a:pt x="447813" y="22083"/>
                    </a:lnTo>
                    <a:lnTo>
                      <a:pt x="460729" y="22083"/>
                    </a:lnTo>
                    <a:lnTo>
                      <a:pt x="460729" y="29167"/>
                    </a:lnTo>
                    <a:lnTo>
                      <a:pt x="447813" y="29167"/>
                    </a:lnTo>
                    <a:lnTo>
                      <a:pt x="447813" y="56250"/>
                    </a:lnTo>
                    <a:lnTo>
                      <a:pt x="439688" y="56250"/>
                    </a:lnTo>
                    <a:close/>
                    <a:moveTo>
                      <a:pt x="350209" y="521"/>
                    </a:moveTo>
                    <a:lnTo>
                      <a:pt x="358438" y="521"/>
                    </a:lnTo>
                    <a:lnTo>
                      <a:pt x="358438" y="23958"/>
                    </a:lnTo>
                    <a:lnTo>
                      <a:pt x="371250" y="23958"/>
                    </a:lnTo>
                    <a:lnTo>
                      <a:pt x="371250" y="31041"/>
                    </a:lnTo>
                    <a:lnTo>
                      <a:pt x="358438" y="31041"/>
                    </a:lnTo>
                    <a:lnTo>
                      <a:pt x="358438" y="52917"/>
                    </a:lnTo>
                    <a:lnTo>
                      <a:pt x="350209" y="52917"/>
                    </a:lnTo>
                    <a:close/>
                    <a:moveTo>
                      <a:pt x="158542" y="521"/>
                    </a:moveTo>
                    <a:lnTo>
                      <a:pt x="166667" y="521"/>
                    </a:lnTo>
                    <a:lnTo>
                      <a:pt x="166667" y="68229"/>
                    </a:lnTo>
                    <a:lnTo>
                      <a:pt x="158542" y="68229"/>
                    </a:lnTo>
                    <a:lnTo>
                      <a:pt x="158542" y="29583"/>
                    </a:lnTo>
                    <a:lnTo>
                      <a:pt x="139271" y="29583"/>
                    </a:lnTo>
                    <a:lnTo>
                      <a:pt x="139271" y="22291"/>
                    </a:lnTo>
                    <a:lnTo>
                      <a:pt x="158542" y="22291"/>
                    </a:lnTo>
                    <a:close/>
                    <a:moveTo>
                      <a:pt x="299479" y="312"/>
                    </a:moveTo>
                    <a:lnTo>
                      <a:pt x="326875" y="312"/>
                    </a:lnTo>
                    <a:lnTo>
                      <a:pt x="326875" y="6667"/>
                    </a:lnTo>
                    <a:lnTo>
                      <a:pt x="299479" y="6667"/>
                    </a:lnTo>
                    <a:close/>
                    <a:moveTo>
                      <a:pt x="484271" y="104"/>
                    </a:moveTo>
                    <a:lnTo>
                      <a:pt x="510000" y="104"/>
                    </a:lnTo>
                    <a:lnTo>
                      <a:pt x="510000" y="6250"/>
                    </a:lnTo>
                    <a:lnTo>
                      <a:pt x="484271" y="6250"/>
                    </a:lnTo>
                    <a:close/>
                    <a:moveTo>
                      <a:pt x="29896" y="0"/>
                    </a:moveTo>
                    <a:cubicBezTo>
                      <a:pt x="37327" y="0"/>
                      <a:pt x="43021" y="1705"/>
                      <a:pt x="46979" y="5104"/>
                    </a:cubicBezTo>
                    <a:cubicBezTo>
                      <a:pt x="50938" y="8516"/>
                      <a:pt x="52917" y="12708"/>
                      <a:pt x="52917" y="17708"/>
                    </a:cubicBezTo>
                    <a:cubicBezTo>
                      <a:pt x="52917" y="22916"/>
                      <a:pt x="50921" y="27083"/>
                      <a:pt x="46927" y="30208"/>
                    </a:cubicBezTo>
                    <a:cubicBezTo>
                      <a:pt x="42935" y="33333"/>
                      <a:pt x="37258" y="34896"/>
                      <a:pt x="29896" y="34896"/>
                    </a:cubicBezTo>
                    <a:cubicBezTo>
                      <a:pt x="22466" y="34896"/>
                      <a:pt x="16806" y="33281"/>
                      <a:pt x="12917" y="30052"/>
                    </a:cubicBezTo>
                    <a:cubicBezTo>
                      <a:pt x="9029" y="26823"/>
                      <a:pt x="7083" y="22708"/>
                      <a:pt x="7083" y="17708"/>
                    </a:cubicBezTo>
                    <a:cubicBezTo>
                      <a:pt x="7083" y="12916"/>
                      <a:pt x="9010" y="8776"/>
                      <a:pt x="12865" y="5260"/>
                    </a:cubicBezTo>
                    <a:cubicBezTo>
                      <a:pt x="16719" y="1758"/>
                      <a:pt x="22396" y="0"/>
                      <a:pt x="29896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6" name="TextBox 445">
                <a:extLst>
                  <a:ext uri="{FF2B5EF4-FFF2-40B4-BE49-F238E27FC236}">
                    <a16:creationId xmlns:a16="http://schemas.microsoft.com/office/drawing/2014/main" id="{E83E24DC-C054-42B1-B0A0-32B329051162}"/>
                  </a:ext>
                </a:extLst>
              </p:cNvPr>
              <p:cNvSpPr txBox="1"/>
              <p:nvPr/>
            </p:nvSpPr>
            <p:spPr>
              <a:xfrm>
                <a:off x="1123318" y="3910215"/>
                <a:ext cx="82090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원전종합상황실</a:t>
                </a:r>
              </a:p>
            </p:txBody>
          </p:sp>
        </p:grpSp>
        <p:sp>
          <p:nvSpPr>
            <p:cNvPr id="447" name="자유형: 도형 446">
              <a:extLst>
                <a:ext uri="{FF2B5EF4-FFF2-40B4-BE49-F238E27FC236}">
                  <a16:creationId xmlns:a16="http://schemas.microsoft.com/office/drawing/2014/main" id="{57F45B04-5B5F-4F24-8673-22B786694CF9}"/>
                </a:ext>
              </a:extLst>
            </p:cNvPr>
            <p:cNvSpPr/>
            <p:nvPr/>
          </p:nvSpPr>
          <p:spPr>
            <a:xfrm>
              <a:off x="1912541" y="3977679"/>
              <a:ext cx="278125" cy="94166"/>
            </a:xfrm>
            <a:custGeom>
              <a:avLst/>
              <a:gdLst>
                <a:gd name="connsiteX0" fmla="*/ 128542 w 278125"/>
                <a:gd name="connsiteY0" fmla="*/ 66042 h 94166"/>
                <a:gd name="connsiteX1" fmla="*/ 111146 w 278125"/>
                <a:gd name="connsiteY1" fmla="*/ 68802 h 94166"/>
                <a:gd name="connsiteX2" fmla="*/ 104688 w 278125"/>
                <a:gd name="connsiteY2" fmla="*/ 76875 h 94166"/>
                <a:gd name="connsiteX3" fmla="*/ 111146 w 278125"/>
                <a:gd name="connsiteY3" fmla="*/ 84844 h 94166"/>
                <a:gd name="connsiteX4" fmla="*/ 128542 w 278125"/>
                <a:gd name="connsiteY4" fmla="*/ 87813 h 94166"/>
                <a:gd name="connsiteX5" fmla="*/ 145677 w 278125"/>
                <a:gd name="connsiteY5" fmla="*/ 84844 h 94166"/>
                <a:gd name="connsiteX6" fmla="*/ 152292 w 278125"/>
                <a:gd name="connsiteY6" fmla="*/ 76875 h 94166"/>
                <a:gd name="connsiteX7" fmla="*/ 145677 w 278125"/>
                <a:gd name="connsiteY7" fmla="*/ 68854 h 94166"/>
                <a:gd name="connsiteX8" fmla="*/ 128542 w 278125"/>
                <a:gd name="connsiteY8" fmla="*/ 66042 h 94166"/>
                <a:gd name="connsiteX9" fmla="*/ 86250 w 278125"/>
                <a:gd name="connsiteY9" fmla="*/ 41563 h 94166"/>
                <a:gd name="connsiteX10" fmla="*/ 170833 w 278125"/>
                <a:gd name="connsiteY10" fmla="*/ 41563 h 94166"/>
                <a:gd name="connsiteX11" fmla="*/ 170833 w 278125"/>
                <a:gd name="connsiteY11" fmla="*/ 48438 h 94166"/>
                <a:gd name="connsiteX12" fmla="*/ 132917 w 278125"/>
                <a:gd name="connsiteY12" fmla="*/ 48438 h 94166"/>
                <a:gd name="connsiteX13" fmla="*/ 132917 w 278125"/>
                <a:gd name="connsiteY13" fmla="*/ 59792 h 94166"/>
                <a:gd name="connsiteX14" fmla="*/ 154219 w 278125"/>
                <a:gd name="connsiteY14" fmla="*/ 65313 h 94166"/>
                <a:gd name="connsiteX15" fmla="*/ 161563 w 278125"/>
                <a:gd name="connsiteY15" fmla="*/ 76979 h 94166"/>
                <a:gd name="connsiteX16" fmla="*/ 153073 w 278125"/>
                <a:gd name="connsiteY16" fmla="*/ 89323 h 94166"/>
                <a:gd name="connsiteX17" fmla="*/ 128542 w 278125"/>
                <a:gd name="connsiteY17" fmla="*/ 94167 h 94166"/>
                <a:gd name="connsiteX18" fmla="*/ 104010 w 278125"/>
                <a:gd name="connsiteY18" fmla="*/ 89323 h 94166"/>
                <a:gd name="connsiteX19" fmla="*/ 95521 w 278125"/>
                <a:gd name="connsiteY19" fmla="*/ 76979 h 94166"/>
                <a:gd name="connsiteX20" fmla="*/ 102865 w 278125"/>
                <a:gd name="connsiteY20" fmla="*/ 65313 h 94166"/>
                <a:gd name="connsiteX21" fmla="*/ 124167 w 278125"/>
                <a:gd name="connsiteY21" fmla="*/ 59792 h 94166"/>
                <a:gd name="connsiteX22" fmla="*/ 124167 w 278125"/>
                <a:gd name="connsiteY22" fmla="*/ 48438 h 94166"/>
                <a:gd name="connsiteX23" fmla="*/ 86250 w 278125"/>
                <a:gd name="connsiteY23" fmla="*/ 48438 h 94166"/>
                <a:gd name="connsiteX24" fmla="*/ 221458 w 278125"/>
                <a:gd name="connsiteY24" fmla="*/ 32396 h 94166"/>
                <a:gd name="connsiteX25" fmla="*/ 211094 w 278125"/>
                <a:gd name="connsiteY25" fmla="*/ 35417 h 94166"/>
                <a:gd name="connsiteX26" fmla="*/ 207813 w 278125"/>
                <a:gd name="connsiteY26" fmla="*/ 42812 h 94166"/>
                <a:gd name="connsiteX27" fmla="*/ 211094 w 278125"/>
                <a:gd name="connsiteY27" fmla="*/ 50209 h 94166"/>
                <a:gd name="connsiteX28" fmla="*/ 221458 w 278125"/>
                <a:gd name="connsiteY28" fmla="*/ 53229 h 94166"/>
                <a:gd name="connsiteX29" fmla="*/ 231511 w 278125"/>
                <a:gd name="connsiteY29" fmla="*/ 50209 h 94166"/>
                <a:gd name="connsiteX30" fmla="*/ 234896 w 278125"/>
                <a:gd name="connsiteY30" fmla="*/ 42812 h 94166"/>
                <a:gd name="connsiteX31" fmla="*/ 231511 w 278125"/>
                <a:gd name="connsiteY31" fmla="*/ 35417 h 94166"/>
                <a:gd name="connsiteX32" fmla="*/ 221458 w 278125"/>
                <a:gd name="connsiteY32" fmla="*/ 32396 h 94166"/>
                <a:gd name="connsiteX33" fmla="*/ 221458 w 278125"/>
                <a:gd name="connsiteY33" fmla="*/ 26250 h 94166"/>
                <a:gd name="connsiteX34" fmla="*/ 237344 w 278125"/>
                <a:gd name="connsiteY34" fmla="*/ 31094 h 94166"/>
                <a:gd name="connsiteX35" fmla="*/ 243021 w 278125"/>
                <a:gd name="connsiteY35" fmla="*/ 42812 h 94166"/>
                <a:gd name="connsiteX36" fmla="*/ 238438 w 278125"/>
                <a:gd name="connsiteY36" fmla="*/ 53542 h 94166"/>
                <a:gd name="connsiteX37" fmla="*/ 225521 w 278125"/>
                <a:gd name="connsiteY37" fmla="*/ 58959 h 94166"/>
                <a:gd name="connsiteX38" fmla="*/ 225521 w 278125"/>
                <a:gd name="connsiteY38" fmla="*/ 67709 h 94166"/>
                <a:gd name="connsiteX39" fmla="*/ 239688 w 278125"/>
                <a:gd name="connsiteY39" fmla="*/ 66927 h 94166"/>
                <a:gd name="connsiteX40" fmla="*/ 253333 w 278125"/>
                <a:gd name="connsiteY40" fmla="*/ 65625 h 94166"/>
                <a:gd name="connsiteX41" fmla="*/ 253333 w 278125"/>
                <a:gd name="connsiteY41" fmla="*/ 72500 h 94166"/>
                <a:gd name="connsiteX42" fmla="*/ 240833 w 278125"/>
                <a:gd name="connsiteY42" fmla="*/ 73854 h 94166"/>
                <a:gd name="connsiteX43" fmla="*/ 228646 w 278125"/>
                <a:gd name="connsiteY43" fmla="*/ 74583 h 94166"/>
                <a:gd name="connsiteX44" fmla="*/ 215938 w 278125"/>
                <a:gd name="connsiteY44" fmla="*/ 74948 h 94166"/>
                <a:gd name="connsiteX45" fmla="*/ 202084 w 278125"/>
                <a:gd name="connsiteY45" fmla="*/ 75000 h 94166"/>
                <a:gd name="connsiteX46" fmla="*/ 191979 w 278125"/>
                <a:gd name="connsiteY46" fmla="*/ 75000 h 94166"/>
                <a:gd name="connsiteX47" fmla="*/ 191979 w 278125"/>
                <a:gd name="connsiteY47" fmla="*/ 67917 h 94166"/>
                <a:gd name="connsiteX48" fmla="*/ 217396 w 278125"/>
                <a:gd name="connsiteY48" fmla="*/ 67917 h 94166"/>
                <a:gd name="connsiteX49" fmla="*/ 217396 w 278125"/>
                <a:gd name="connsiteY49" fmla="*/ 58959 h 94166"/>
                <a:gd name="connsiteX50" fmla="*/ 204323 w 278125"/>
                <a:gd name="connsiteY50" fmla="*/ 53542 h 94166"/>
                <a:gd name="connsiteX51" fmla="*/ 199792 w 278125"/>
                <a:gd name="connsiteY51" fmla="*/ 42812 h 94166"/>
                <a:gd name="connsiteX52" fmla="*/ 205365 w 278125"/>
                <a:gd name="connsiteY52" fmla="*/ 31094 h 94166"/>
                <a:gd name="connsiteX53" fmla="*/ 221458 w 278125"/>
                <a:gd name="connsiteY53" fmla="*/ 26250 h 94166"/>
                <a:gd name="connsiteX54" fmla="*/ 195938 w 278125"/>
                <a:gd name="connsiteY54" fmla="*/ 14479 h 94166"/>
                <a:gd name="connsiteX55" fmla="*/ 246250 w 278125"/>
                <a:gd name="connsiteY55" fmla="*/ 14479 h 94166"/>
                <a:gd name="connsiteX56" fmla="*/ 246250 w 278125"/>
                <a:gd name="connsiteY56" fmla="*/ 21250 h 94166"/>
                <a:gd name="connsiteX57" fmla="*/ 195938 w 278125"/>
                <a:gd name="connsiteY57" fmla="*/ 21250 h 94166"/>
                <a:gd name="connsiteX58" fmla="*/ 22917 w 278125"/>
                <a:gd name="connsiteY58" fmla="*/ 9583 h 94166"/>
                <a:gd name="connsiteX59" fmla="*/ 16250 w 278125"/>
                <a:gd name="connsiteY59" fmla="*/ 11875 h 94166"/>
                <a:gd name="connsiteX60" fmla="*/ 11667 w 278125"/>
                <a:gd name="connsiteY60" fmla="*/ 18021 h 94166"/>
                <a:gd name="connsiteX61" fmla="*/ 8958 w 278125"/>
                <a:gd name="connsiteY61" fmla="*/ 26875 h 94166"/>
                <a:gd name="connsiteX62" fmla="*/ 8125 w 278125"/>
                <a:gd name="connsiteY62" fmla="*/ 37292 h 94166"/>
                <a:gd name="connsiteX63" fmla="*/ 9010 w 278125"/>
                <a:gd name="connsiteY63" fmla="*/ 47969 h 94166"/>
                <a:gd name="connsiteX64" fmla="*/ 11667 w 278125"/>
                <a:gd name="connsiteY64" fmla="*/ 56771 h 94166"/>
                <a:gd name="connsiteX65" fmla="*/ 16302 w 278125"/>
                <a:gd name="connsiteY65" fmla="*/ 62813 h 94166"/>
                <a:gd name="connsiteX66" fmla="*/ 22917 w 278125"/>
                <a:gd name="connsiteY66" fmla="*/ 65000 h 94166"/>
                <a:gd name="connsiteX67" fmla="*/ 29375 w 278125"/>
                <a:gd name="connsiteY67" fmla="*/ 62813 h 94166"/>
                <a:gd name="connsiteX68" fmla="*/ 33958 w 278125"/>
                <a:gd name="connsiteY68" fmla="*/ 56771 h 94166"/>
                <a:gd name="connsiteX69" fmla="*/ 36615 w 278125"/>
                <a:gd name="connsiteY69" fmla="*/ 47969 h 94166"/>
                <a:gd name="connsiteX70" fmla="*/ 37500 w 278125"/>
                <a:gd name="connsiteY70" fmla="*/ 37292 h 94166"/>
                <a:gd name="connsiteX71" fmla="*/ 36615 w 278125"/>
                <a:gd name="connsiteY71" fmla="*/ 26771 h 94166"/>
                <a:gd name="connsiteX72" fmla="*/ 33958 w 278125"/>
                <a:gd name="connsiteY72" fmla="*/ 17917 h 94166"/>
                <a:gd name="connsiteX73" fmla="*/ 29427 w 278125"/>
                <a:gd name="connsiteY73" fmla="*/ 11875 h 94166"/>
                <a:gd name="connsiteX74" fmla="*/ 22917 w 278125"/>
                <a:gd name="connsiteY74" fmla="*/ 9583 h 94166"/>
                <a:gd name="connsiteX75" fmla="*/ 96667 w 278125"/>
                <a:gd name="connsiteY75" fmla="*/ 2708 h 94166"/>
                <a:gd name="connsiteX76" fmla="*/ 160313 w 278125"/>
                <a:gd name="connsiteY76" fmla="*/ 2708 h 94166"/>
                <a:gd name="connsiteX77" fmla="*/ 160313 w 278125"/>
                <a:gd name="connsiteY77" fmla="*/ 9583 h 94166"/>
                <a:gd name="connsiteX78" fmla="*/ 133333 w 278125"/>
                <a:gd name="connsiteY78" fmla="*/ 9583 h 94166"/>
                <a:gd name="connsiteX79" fmla="*/ 137761 w 278125"/>
                <a:gd name="connsiteY79" fmla="*/ 16875 h 94166"/>
                <a:gd name="connsiteX80" fmla="*/ 145833 w 278125"/>
                <a:gd name="connsiteY80" fmla="*/ 22292 h 94166"/>
                <a:gd name="connsiteX81" fmla="*/ 155729 w 278125"/>
                <a:gd name="connsiteY81" fmla="*/ 25938 h 94166"/>
                <a:gd name="connsiteX82" fmla="*/ 166042 w 278125"/>
                <a:gd name="connsiteY82" fmla="*/ 28125 h 94166"/>
                <a:gd name="connsiteX83" fmla="*/ 161042 w 278125"/>
                <a:gd name="connsiteY83" fmla="*/ 34479 h 94166"/>
                <a:gd name="connsiteX84" fmla="*/ 152448 w 278125"/>
                <a:gd name="connsiteY84" fmla="*/ 32448 h 94166"/>
                <a:gd name="connsiteX85" fmla="*/ 143229 w 278125"/>
                <a:gd name="connsiteY85" fmla="*/ 29062 h 94166"/>
                <a:gd name="connsiteX86" fmla="*/ 134688 w 278125"/>
                <a:gd name="connsiteY86" fmla="*/ 24219 h 94166"/>
                <a:gd name="connsiteX87" fmla="*/ 128542 w 278125"/>
                <a:gd name="connsiteY87" fmla="*/ 17396 h 94166"/>
                <a:gd name="connsiteX88" fmla="*/ 122396 w 278125"/>
                <a:gd name="connsiteY88" fmla="*/ 23854 h 94166"/>
                <a:gd name="connsiteX89" fmla="*/ 114479 w 278125"/>
                <a:gd name="connsiteY89" fmla="*/ 28750 h 94166"/>
                <a:gd name="connsiteX90" fmla="*/ 105417 w 278125"/>
                <a:gd name="connsiteY90" fmla="*/ 32240 h 94166"/>
                <a:gd name="connsiteX91" fmla="*/ 95833 w 278125"/>
                <a:gd name="connsiteY91" fmla="*/ 34479 h 94166"/>
                <a:gd name="connsiteX92" fmla="*/ 90833 w 278125"/>
                <a:gd name="connsiteY92" fmla="*/ 28021 h 94166"/>
                <a:gd name="connsiteX93" fmla="*/ 101719 w 278125"/>
                <a:gd name="connsiteY93" fmla="*/ 25781 h 94166"/>
                <a:gd name="connsiteX94" fmla="*/ 111667 w 278125"/>
                <a:gd name="connsiteY94" fmla="*/ 22084 h 94166"/>
                <a:gd name="connsiteX95" fmla="*/ 119427 w 278125"/>
                <a:gd name="connsiteY95" fmla="*/ 16823 h 94166"/>
                <a:gd name="connsiteX96" fmla="*/ 123646 w 278125"/>
                <a:gd name="connsiteY96" fmla="*/ 9583 h 94166"/>
                <a:gd name="connsiteX97" fmla="*/ 96667 w 278125"/>
                <a:gd name="connsiteY97" fmla="*/ 9583 h 94166"/>
                <a:gd name="connsiteX98" fmla="*/ 22917 w 278125"/>
                <a:gd name="connsiteY98" fmla="*/ 2187 h 94166"/>
                <a:gd name="connsiteX99" fmla="*/ 31667 w 278125"/>
                <a:gd name="connsiteY99" fmla="*/ 4323 h 94166"/>
                <a:gd name="connsiteX100" fmla="*/ 38958 w 278125"/>
                <a:gd name="connsiteY100" fmla="*/ 10833 h 94166"/>
                <a:gd name="connsiteX101" fmla="*/ 43906 w 278125"/>
                <a:gd name="connsiteY101" fmla="*/ 21719 h 94166"/>
                <a:gd name="connsiteX102" fmla="*/ 45729 w 278125"/>
                <a:gd name="connsiteY102" fmla="*/ 37292 h 94166"/>
                <a:gd name="connsiteX103" fmla="*/ 43906 w 278125"/>
                <a:gd name="connsiteY103" fmla="*/ 52813 h 94166"/>
                <a:gd name="connsiteX104" fmla="*/ 38958 w 278125"/>
                <a:gd name="connsiteY104" fmla="*/ 63750 h 94166"/>
                <a:gd name="connsiteX105" fmla="*/ 31719 w 278125"/>
                <a:gd name="connsiteY105" fmla="*/ 70260 h 94166"/>
                <a:gd name="connsiteX106" fmla="*/ 22917 w 278125"/>
                <a:gd name="connsiteY106" fmla="*/ 72396 h 94166"/>
                <a:gd name="connsiteX107" fmla="*/ 13958 w 278125"/>
                <a:gd name="connsiteY107" fmla="*/ 70312 h 94166"/>
                <a:gd name="connsiteX108" fmla="*/ 6667 w 278125"/>
                <a:gd name="connsiteY108" fmla="*/ 63854 h 94166"/>
                <a:gd name="connsiteX109" fmla="*/ 1771 w 278125"/>
                <a:gd name="connsiteY109" fmla="*/ 52865 h 94166"/>
                <a:gd name="connsiteX110" fmla="*/ 0 w 278125"/>
                <a:gd name="connsiteY110" fmla="*/ 37292 h 94166"/>
                <a:gd name="connsiteX111" fmla="*/ 1771 w 278125"/>
                <a:gd name="connsiteY111" fmla="*/ 21563 h 94166"/>
                <a:gd name="connsiteX112" fmla="*/ 6563 w 278125"/>
                <a:gd name="connsiteY112" fmla="*/ 10625 h 94166"/>
                <a:gd name="connsiteX113" fmla="*/ 13854 w 278125"/>
                <a:gd name="connsiteY113" fmla="*/ 4271 h 94166"/>
                <a:gd name="connsiteX114" fmla="*/ 22917 w 278125"/>
                <a:gd name="connsiteY114" fmla="*/ 2187 h 94166"/>
                <a:gd name="connsiteX115" fmla="*/ 207604 w 278125"/>
                <a:gd name="connsiteY115" fmla="*/ 1667 h 94166"/>
                <a:gd name="connsiteX116" fmla="*/ 234167 w 278125"/>
                <a:gd name="connsiteY116" fmla="*/ 1667 h 94166"/>
                <a:gd name="connsiteX117" fmla="*/ 234167 w 278125"/>
                <a:gd name="connsiteY117" fmla="*/ 8334 h 94166"/>
                <a:gd name="connsiteX118" fmla="*/ 207604 w 278125"/>
                <a:gd name="connsiteY118" fmla="*/ 8334 h 94166"/>
                <a:gd name="connsiteX119" fmla="*/ 256771 w 278125"/>
                <a:gd name="connsiteY119" fmla="*/ 0 h 94166"/>
                <a:gd name="connsiteX120" fmla="*/ 264896 w 278125"/>
                <a:gd name="connsiteY120" fmla="*/ 0 h 94166"/>
                <a:gd name="connsiteX121" fmla="*/ 264896 w 278125"/>
                <a:gd name="connsiteY121" fmla="*/ 38646 h 94166"/>
                <a:gd name="connsiteX122" fmla="*/ 278125 w 278125"/>
                <a:gd name="connsiteY122" fmla="*/ 38646 h 94166"/>
                <a:gd name="connsiteX123" fmla="*/ 278125 w 278125"/>
                <a:gd name="connsiteY123" fmla="*/ 46146 h 94166"/>
                <a:gd name="connsiteX124" fmla="*/ 264896 w 278125"/>
                <a:gd name="connsiteY124" fmla="*/ 46146 h 94166"/>
                <a:gd name="connsiteX125" fmla="*/ 264896 w 278125"/>
                <a:gd name="connsiteY125" fmla="*/ 92396 h 94166"/>
                <a:gd name="connsiteX126" fmla="*/ 256771 w 278125"/>
                <a:gd name="connsiteY126" fmla="*/ 92396 h 94166"/>
                <a:gd name="connsiteX127" fmla="*/ 63750 w 278125"/>
                <a:gd name="connsiteY127" fmla="*/ 0 h 94166"/>
                <a:gd name="connsiteX128" fmla="*/ 71979 w 278125"/>
                <a:gd name="connsiteY128" fmla="*/ 0 h 94166"/>
                <a:gd name="connsiteX129" fmla="*/ 71979 w 278125"/>
                <a:gd name="connsiteY129" fmla="*/ 92500 h 94166"/>
                <a:gd name="connsiteX130" fmla="*/ 63750 w 278125"/>
                <a:gd name="connsiteY130" fmla="*/ 92500 h 9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278125" h="94166">
                  <a:moveTo>
                    <a:pt x="128542" y="66042"/>
                  </a:moveTo>
                  <a:cubicBezTo>
                    <a:pt x="121250" y="66042"/>
                    <a:pt x="115443" y="66966"/>
                    <a:pt x="111146" y="68802"/>
                  </a:cubicBezTo>
                  <a:cubicBezTo>
                    <a:pt x="106836" y="70651"/>
                    <a:pt x="104688" y="73334"/>
                    <a:pt x="104688" y="76875"/>
                  </a:cubicBezTo>
                  <a:cubicBezTo>
                    <a:pt x="104688" y="80208"/>
                    <a:pt x="106836" y="82865"/>
                    <a:pt x="111146" y="84844"/>
                  </a:cubicBezTo>
                  <a:cubicBezTo>
                    <a:pt x="115443" y="86823"/>
                    <a:pt x="121250" y="87813"/>
                    <a:pt x="128542" y="87813"/>
                  </a:cubicBezTo>
                  <a:cubicBezTo>
                    <a:pt x="135547" y="87813"/>
                    <a:pt x="141263" y="86823"/>
                    <a:pt x="145677" y="84844"/>
                  </a:cubicBezTo>
                  <a:cubicBezTo>
                    <a:pt x="150091" y="82865"/>
                    <a:pt x="152292" y="80208"/>
                    <a:pt x="152292" y="76875"/>
                  </a:cubicBezTo>
                  <a:cubicBezTo>
                    <a:pt x="152292" y="73411"/>
                    <a:pt x="150091" y="70729"/>
                    <a:pt x="145677" y="68854"/>
                  </a:cubicBezTo>
                  <a:cubicBezTo>
                    <a:pt x="141263" y="66979"/>
                    <a:pt x="135547" y="66042"/>
                    <a:pt x="128542" y="66042"/>
                  </a:cubicBezTo>
                  <a:close/>
                  <a:moveTo>
                    <a:pt x="86250" y="41563"/>
                  </a:moveTo>
                  <a:lnTo>
                    <a:pt x="170833" y="41563"/>
                  </a:lnTo>
                  <a:lnTo>
                    <a:pt x="170833" y="48438"/>
                  </a:lnTo>
                  <a:lnTo>
                    <a:pt x="132917" y="48438"/>
                  </a:lnTo>
                  <a:lnTo>
                    <a:pt x="132917" y="59792"/>
                  </a:lnTo>
                  <a:cubicBezTo>
                    <a:pt x="142214" y="60287"/>
                    <a:pt x="149323" y="62122"/>
                    <a:pt x="154219" y="65313"/>
                  </a:cubicBezTo>
                  <a:cubicBezTo>
                    <a:pt x="159115" y="68516"/>
                    <a:pt x="161563" y="72396"/>
                    <a:pt x="161563" y="76979"/>
                  </a:cubicBezTo>
                  <a:cubicBezTo>
                    <a:pt x="161563" y="81979"/>
                    <a:pt x="158724" y="86094"/>
                    <a:pt x="153073" y="89323"/>
                  </a:cubicBezTo>
                  <a:cubicBezTo>
                    <a:pt x="147409" y="92552"/>
                    <a:pt x="139232" y="94167"/>
                    <a:pt x="128542" y="94167"/>
                  </a:cubicBezTo>
                  <a:cubicBezTo>
                    <a:pt x="117839" y="94167"/>
                    <a:pt x="109662" y="92552"/>
                    <a:pt x="104010" y="89323"/>
                  </a:cubicBezTo>
                  <a:cubicBezTo>
                    <a:pt x="98346" y="86094"/>
                    <a:pt x="95521" y="81979"/>
                    <a:pt x="95521" y="76979"/>
                  </a:cubicBezTo>
                  <a:cubicBezTo>
                    <a:pt x="95521" y="72396"/>
                    <a:pt x="97969" y="68516"/>
                    <a:pt x="102865" y="65313"/>
                  </a:cubicBezTo>
                  <a:cubicBezTo>
                    <a:pt x="107760" y="62122"/>
                    <a:pt x="114857" y="60287"/>
                    <a:pt x="124167" y="59792"/>
                  </a:cubicBezTo>
                  <a:lnTo>
                    <a:pt x="124167" y="48438"/>
                  </a:lnTo>
                  <a:lnTo>
                    <a:pt x="86250" y="48438"/>
                  </a:lnTo>
                  <a:close/>
                  <a:moveTo>
                    <a:pt x="221458" y="32396"/>
                  </a:moveTo>
                  <a:cubicBezTo>
                    <a:pt x="216732" y="32396"/>
                    <a:pt x="213281" y="33412"/>
                    <a:pt x="211094" y="35417"/>
                  </a:cubicBezTo>
                  <a:cubicBezTo>
                    <a:pt x="208906" y="37435"/>
                    <a:pt x="207813" y="39896"/>
                    <a:pt x="207813" y="42812"/>
                  </a:cubicBezTo>
                  <a:cubicBezTo>
                    <a:pt x="207813" y="45729"/>
                    <a:pt x="208906" y="48203"/>
                    <a:pt x="211094" y="50209"/>
                  </a:cubicBezTo>
                  <a:cubicBezTo>
                    <a:pt x="213281" y="52227"/>
                    <a:pt x="216732" y="53229"/>
                    <a:pt x="221458" y="53229"/>
                  </a:cubicBezTo>
                  <a:cubicBezTo>
                    <a:pt x="225899" y="53229"/>
                    <a:pt x="229258" y="52227"/>
                    <a:pt x="231511" y="50209"/>
                  </a:cubicBezTo>
                  <a:cubicBezTo>
                    <a:pt x="233763" y="48203"/>
                    <a:pt x="234896" y="45729"/>
                    <a:pt x="234896" y="42812"/>
                  </a:cubicBezTo>
                  <a:cubicBezTo>
                    <a:pt x="234896" y="39896"/>
                    <a:pt x="233763" y="37435"/>
                    <a:pt x="231511" y="35417"/>
                  </a:cubicBezTo>
                  <a:cubicBezTo>
                    <a:pt x="229258" y="33412"/>
                    <a:pt x="225899" y="32396"/>
                    <a:pt x="221458" y="32396"/>
                  </a:cubicBezTo>
                  <a:close/>
                  <a:moveTo>
                    <a:pt x="221458" y="26250"/>
                  </a:moveTo>
                  <a:cubicBezTo>
                    <a:pt x="228268" y="26250"/>
                    <a:pt x="233555" y="27865"/>
                    <a:pt x="237344" y="31094"/>
                  </a:cubicBezTo>
                  <a:cubicBezTo>
                    <a:pt x="241120" y="34323"/>
                    <a:pt x="243021" y="38229"/>
                    <a:pt x="243021" y="42812"/>
                  </a:cubicBezTo>
                  <a:cubicBezTo>
                    <a:pt x="243021" y="46979"/>
                    <a:pt x="241485" y="50560"/>
                    <a:pt x="238438" y="53542"/>
                  </a:cubicBezTo>
                  <a:cubicBezTo>
                    <a:pt x="235378" y="56537"/>
                    <a:pt x="231081" y="58334"/>
                    <a:pt x="225521" y="58959"/>
                  </a:cubicBezTo>
                  <a:lnTo>
                    <a:pt x="225521" y="67709"/>
                  </a:lnTo>
                  <a:cubicBezTo>
                    <a:pt x="229818" y="67500"/>
                    <a:pt x="234544" y="67240"/>
                    <a:pt x="239688" y="66927"/>
                  </a:cubicBezTo>
                  <a:cubicBezTo>
                    <a:pt x="244831" y="66615"/>
                    <a:pt x="249375" y="66185"/>
                    <a:pt x="253333" y="65625"/>
                  </a:cubicBezTo>
                  <a:lnTo>
                    <a:pt x="253333" y="72500"/>
                  </a:lnTo>
                  <a:cubicBezTo>
                    <a:pt x="249024" y="73060"/>
                    <a:pt x="244857" y="73516"/>
                    <a:pt x="240833" y="73854"/>
                  </a:cubicBezTo>
                  <a:cubicBezTo>
                    <a:pt x="236797" y="74206"/>
                    <a:pt x="232748" y="74453"/>
                    <a:pt x="228646" y="74583"/>
                  </a:cubicBezTo>
                  <a:cubicBezTo>
                    <a:pt x="224544" y="74792"/>
                    <a:pt x="220313" y="74922"/>
                    <a:pt x="215938" y="74948"/>
                  </a:cubicBezTo>
                  <a:cubicBezTo>
                    <a:pt x="211563" y="74987"/>
                    <a:pt x="206940" y="75000"/>
                    <a:pt x="202084" y="75000"/>
                  </a:cubicBezTo>
                  <a:lnTo>
                    <a:pt x="191979" y="75000"/>
                  </a:lnTo>
                  <a:lnTo>
                    <a:pt x="191979" y="67917"/>
                  </a:lnTo>
                  <a:lnTo>
                    <a:pt x="217396" y="67917"/>
                  </a:lnTo>
                  <a:lnTo>
                    <a:pt x="217396" y="58959"/>
                  </a:lnTo>
                  <a:cubicBezTo>
                    <a:pt x="211693" y="58334"/>
                    <a:pt x="207344" y="56537"/>
                    <a:pt x="204323" y="53542"/>
                  </a:cubicBezTo>
                  <a:cubicBezTo>
                    <a:pt x="201302" y="50560"/>
                    <a:pt x="199792" y="46979"/>
                    <a:pt x="199792" y="42812"/>
                  </a:cubicBezTo>
                  <a:cubicBezTo>
                    <a:pt x="199792" y="38229"/>
                    <a:pt x="201654" y="34323"/>
                    <a:pt x="205365" y="31094"/>
                  </a:cubicBezTo>
                  <a:cubicBezTo>
                    <a:pt x="209076" y="27865"/>
                    <a:pt x="214440" y="26250"/>
                    <a:pt x="221458" y="26250"/>
                  </a:cubicBezTo>
                  <a:close/>
                  <a:moveTo>
                    <a:pt x="195938" y="14479"/>
                  </a:moveTo>
                  <a:lnTo>
                    <a:pt x="246250" y="14479"/>
                  </a:lnTo>
                  <a:lnTo>
                    <a:pt x="246250" y="21250"/>
                  </a:lnTo>
                  <a:lnTo>
                    <a:pt x="195938" y="21250"/>
                  </a:lnTo>
                  <a:close/>
                  <a:moveTo>
                    <a:pt x="22917" y="9583"/>
                  </a:moveTo>
                  <a:cubicBezTo>
                    <a:pt x="20339" y="9583"/>
                    <a:pt x="18125" y="10352"/>
                    <a:pt x="16250" y="11875"/>
                  </a:cubicBezTo>
                  <a:cubicBezTo>
                    <a:pt x="14375" y="13411"/>
                    <a:pt x="12852" y="15456"/>
                    <a:pt x="11667" y="18021"/>
                  </a:cubicBezTo>
                  <a:cubicBezTo>
                    <a:pt x="10417" y="20599"/>
                    <a:pt x="9505" y="23542"/>
                    <a:pt x="8958" y="26875"/>
                  </a:cubicBezTo>
                  <a:cubicBezTo>
                    <a:pt x="8398" y="30208"/>
                    <a:pt x="8125" y="33685"/>
                    <a:pt x="8125" y="37292"/>
                  </a:cubicBezTo>
                  <a:cubicBezTo>
                    <a:pt x="8125" y="41042"/>
                    <a:pt x="8412" y="44609"/>
                    <a:pt x="9010" y="47969"/>
                  </a:cubicBezTo>
                  <a:cubicBezTo>
                    <a:pt x="9596" y="51341"/>
                    <a:pt x="10482" y="54271"/>
                    <a:pt x="11667" y="56771"/>
                  </a:cubicBezTo>
                  <a:cubicBezTo>
                    <a:pt x="12917" y="59349"/>
                    <a:pt x="14466" y="61354"/>
                    <a:pt x="16302" y="62813"/>
                  </a:cubicBezTo>
                  <a:cubicBezTo>
                    <a:pt x="18138" y="64271"/>
                    <a:pt x="20339" y="65000"/>
                    <a:pt x="22917" y="65000"/>
                  </a:cubicBezTo>
                  <a:cubicBezTo>
                    <a:pt x="25417" y="65000"/>
                    <a:pt x="27565" y="64271"/>
                    <a:pt x="29375" y="62813"/>
                  </a:cubicBezTo>
                  <a:cubicBezTo>
                    <a:pt x="31172" y="61354"/>
                    <a:pt x="32708" y="59349"/>
                    <a:pt x="33958" y="56771"/>
                  </a:cubicBezTo>
                  <a:cubicBezTo>
                    <a:pt x="35130" y="54271"/>
                    <a:pt x="36029" y="51341"/>
                    <a:pt x="36615" y="47969"/>
                  </a:cubicBezTo>
                  <a:cubicBezTo>
                    <a:pt x="37201" y="44609"/>
                    <a:pt x="37500" y="41042"/>
                    <a:pt x="37500" y="37292"/>
                  </a:cubicBezTo>
                  <a:cubicBezTo>
                    <a:pt x="37500" y="33620"/>
                    <a:pt x="37201" y="30104"/>
                    <a:pt x="36615" y="26771"/>
                  </a:cubicBezTo>
                  <a:cubicBezTo>
                    <a:pt x="36029" y="23438"/>
                    <a:pt x="35130" y="20495"/>
                    <a:pt x="33958" y="17917"/>
                  </a:cubicBezTo>
                  <a:cubicBezTo>
                    <a:pt x="32773" y="15417"/>
                    <a:pt x="31263" y="13411"/>
                    <a:pt x="29427" y="11875"/>
                  </a:cubicBezTo>
                  <a:cubicBezTo>
                    <a:pt x="27578" y="10352"/>
                    <a:pt x="25417" y="9583"/>
                    <a:pt x="22917" y="9583"/>
                  </a:cubicBezTo>
                  <a:close/>
                  <a:moveTo>
                    <a:pt x="96667" y="2708"/>
                  </a:moveTo>
                  <a:lnTo>
                    <a:pt x="160313" y="2708"/>
                  </a:lnTo>
                  <a:lnTo>
                    <a:pt x="160313" y="9583"/>
                  </a:lnTo>
                  <a:lnTo>
                    <a:pt x="133333" y="9583"/>
                  </a:lnTo>
                  <a:cubicBezTo>
                    <a:pt x="134024" y="12370"/>
                    <a:pt x="135495" y="14792"/>
                    <a:pt x="137761" y="16875"/>
                  </a:cubicBezTo>
                  <a:cubicBezTo>
                    <a:pt x="140013" y="18958"/>
                    <a:pt x="142708" y="20768"/>
                    <a:pt x="145833" y="22292"/>
                  </a:cubicBezTo>
                  <a:cubicBezTo>
                    <a:pt x="148880" y="23750"/>
                    <a:pt x="152188" y="24974"/>
                    <a:pt x="155729" y="25938"/>
                  </a:cubicBezTo>
                  <a:cubicBezTo>
                    <a:pt x="159271" y="26914"/>
                    <a:pt x="162708" y="27643"/>
                    <a:pt x="166042" y="28125"/>
                  </a:cubicBezTo>
                  <a:lnTo>
                    <a:pt x="161042" y="34479"/>
                  </a:lnTo>
                  <a:cubicBezTo>
                    <a:pt x="158464" y="33997"/>
                    <a:pt x="155599" y="33321"/>
                    <a:pt x="152448" y="32448"/>
                  </a:cubicBezTo>
                  <a:cubicBezTo>
                    <a:pt x="149284" y="31588"/>
                    <a:pt x="146211" y="30456"/>
                    <a:pt x="143229" y="29062"/>
                  </a:cubicBezTo>
                  <a:cubicBezTo>
                    <a:pt x="140169" y="27748"/>
                    <a:pt x="137318" y="26133"/>
                    <a:pt x="134688" y="24219"/>
                  </a:cubicBezTo>
                  <a:cubicBezTo>
                    <a:pt x="132044" y="22318"/>
                    <a:pt x="130000" y="20039"/>
                    <a:pt x="128542" y="17396"/>
                  </a:cubicBezTo>
                  <a:cubicBezTo>
                    <a:pt x="126875" y="19831"/>
                    <a:pt x="124818" y="21979"/>
                    <a:pt x="122396" y="23854"/>
                  </a:cubicBezTo>
                  <a:cubicBezTo>
                    <a:pt x="119961" y="25729"/>
                    <a:pt x="117318" y="27370"/>
                    <a:pt x="114479" y="28750"/>
                  </a:cubicBezTo>
                  <a:cubicBezTo>
                    <a:pt x="111628" y="30143"/>
                    <a:pt x="108607" y="31302"/>
                    <a:pt x="105417" y="32240"/>
                  </a:cubicBezTo>
                  <a:cubicBezTo>
                    <a:pt x="102214" y="33177"/>
                    <a:pt x="99024" y="33933"/>
                    <a:pt x="95833" y="34479"/>
                  </a:cubicBezTo>
                  <a:lnTo>
                    <a:pt x="90833" y="28021"/>
                  </a:lnTo>
                  <a:cubicBezTo>
                    <a:pt x="94440" y="27474"/>
                    <a:pt x="98073" y="26719"/>
                    <a:pt x="101719" y="25781"/>
                  </a:cubicBezTo>
                  <a:cubicBezTo>
                    <a:pt x="105365" y="24844"/>
                    <a:pt x="108685" y="23620"/>
                    <a:pt x="111667" y="22084"/>
                  </a:cubicBezTo>
                  <a:cubicBezTo>
                    <a:pt x="114714" y="20625"/>
                    <a:pt x="117305" y="18880"/>
                    <a:pt x="119427" y="16823"/>
                  </a:cubicBezTo>
                  <a:cubicBezTo>
                    <a:pt x="121550" y="14779"/>
                    <a:pt x="122956" y="12370"/>
                    <a:pt x="123646" y="9583"/>
                  </a:cubicBezTo>
                  <a:lnTo>
                    <a:pt x="96667" y="9583"/>
                  </a:lnTo>
                  <a:close/>
                  <a:moveTo>
                    <a:pt x="22917" y="2187"/>
                  </a:moveTo>
                  <a:cubicBezTo>
                    <a:pt x="25964" y="2187"/>
                    <a:pt x="28880" y="2904"/>
                    <a:pt x="31667" y="4323"/>
                  </a:cubicBezTo>
                  <a:cubicBezTo>
                    <a:pt x="34440" y="5755"/>
                    <a:pt x="36875" y="7917"/>
                    <a:pt x="38958" y="10833"/>
                  </a:cubicBezTo>
                  <a:cubicBezTo>
                    <a:pt x="41042" y="13685"/>
                    <a:pt x="42695" y="17318"/>
                    <a:pt x="43906" y="21719"/>
                  </a:cubicBezTo>
                  <a:cubicBezTo>
                    <a:pt x="45117" y="26133"/>
                    <a:pt x="45729" y="31328"/>
                    <a:pt x="45729" y="37292"/>
                  </a:cubicBezTo>
                  <a:cubicBezTo>
                    <a:pt x="45729" y="43268"/>
                    <a:pt x="45117" y="48438"/>
                    <a:pt x="43906" y="52813"/>
                  </a:cubicBezTo>
                  <a:cubicBezTo>
                    <a:pt x="42695" y="57188"/>
                    <a:pt x="41042" y="60833"/>
                    <a:pt x="38958" y="63750"/>
                  </a:cubicBezTo>
                  <a:cubicBezTo>
                    <a:pt x="36875" y="66667"/>
                    <a:pt x="34453" y="68841"/>
                    <a:pt x="31719" y="70260"/>
                  </a:cubicBezTo>
                  <a:cubicBezTo>
                    <a:pt x="28971" y="71693"/>
                    <a:pt x="26042" y="72396"/>
                    <a:pt x="22917" y="72396"/>
                  </a:cubicBezTo>
                  <a:cubicBezTo>
                    <a:pt x="19727" y="72396"/>
                    <a:pt x="16732" y="71706"/>
                    <a:pt x="13958" y="70312"/>
                  </a:cubicBezTo>
                  <a:cubicBezTo>
                    <a:pt x="11172" y="68932"/>
                    <a:pt x="8750" y="66771"/>
                    <a:pt x="6667" y="63854"/>
                  </a:cubicBezTo>
                  <a:cubicBezTo>
                    <a:pt x="4583" y="60937"/>
                    <a:pt x="2943" y="57279"/>
                    <a:pt x="1771" y="52865"/>
                  </a:cubicBezTo>
                  <a:cubicBezTo>
                    <a:pt x="586" y="48464"/>
                    <a:pt x="0" y="43268"/>
                    <a:pt x="0" y="37292"/>
                  </a:cubicBezTo>
                  <a:cubicBezTo>
                    <a:pt x="0" y="31250"/>
                    <a:pt x="586" y="26016"/>
                    <a:pt x="1771" y="21563"/>
                  </a:cubicBezTo>
                  <a:cubicBezTo>
                    <a:pt x="2943" y="17122"/>
                    <a:pt x="4544" y="13477"/>
                    <a:pt x="6563" y="10625"/>
                  </a:cubicBezTo>
                  <a:cubicBezTo>
                    <a:pt x="8646" y="7786"/>
                    <a:pt x="11068" y="5664"/>
                    <a:pt x="13854" y="4271"/>
                  </a:cubicBezTo>
                  <a:cubicBezTo>
                    <a:pt x="16628" y="2891"/>
                    <a:pt x="19648" y="2187"/>
                    <a:pt x="22917" y="2187"/>
                  </a:cubicBezTo>
                  <a:close/>
                  <a:moveTo>
                    <a:pt x="207604" y="1667"/>
                  </a:moveTo>
                  <a:lnTo>
                    <a:pt x="234167" y="1667"/>
                  </a:lnTo>
                  <a:lnTo>
                    <a:pt x="234167" y="8334"/>
                  </a:lnTo>
                  <a:lnTo>
                    <a:pt x="207604" y="8334"/>
                  </a:lnTo>
                  <a:close/>
                  <a:moveTo>
                    <a:pt x="256771" y="0"/>
                  </a:moveTo>
                  <a:lnTo>
                    <a:pt x="264896" y="0"/>
                  </a:lnTo>
                  <a:lnTo>
                    <a:pt x="264896" y="38646"/>
                  </a:lnTo>
                  <a:lnTo>
                    <a:pt x="278125" y="38646"/>
                  </a:lnTo>
                  <a:lnTo>
                    <a:pt x="278125" y="46146"/>
                  </a:lnTo>
                  <a:lnTo>
                    <a:pt x="264896" y="46146"/>
                  </a:lnTo>
                  <a:lnTo>
                    <a:pt x="264896" y="92396"/>
                  </a:lnTo>
                  <a:lnTo>
                    <a:pt x="256771" y="92396"/>
                  </a:lnTo>
                  <a:close/>
                  <a:moveTo>
                    <a:pt x="63750" y="0"/>
                  </a:moveTo>
                  <a:lnTo>
                    <a:pt x="71979" y="0"/>
                  </a:lnTo>
                  <a:lnTo>
                    <a:pt x="71979" y="92500"/>
                  </a:lnTo>
                  <a:lnTo>
                    <a:pt x="63750" y="92500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E6621EA3-BA52-4ACA-AB68-AAD924AE0CF0}"/>
                </a:ext>
              </a:extLst>
            </p:cNvPr>
            <p:cNvSpPr txBox="1"/>
            <p:nvPr/>
          </p:nvSpPr>
          <p:spPr>
            <a:xfrm>
              <a:off x="1821101" y="3910188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이중화</a:t>
              </a:r>
            </a:p>
          </p:txBody>
        </p:sp>
        <p:sp>
          <p:nvSpPr>
            <p:cNvPr id="449" name="자유형: 도형 448">
              <a:extLst>
                <a:ext uri="{FF2B5EF4-FFF2-40B4-BE49-F238E27FC236}">
                  <a16:creationId xmlns:a16="http://schemas.microsoft.com/office/drawing/2014/main" id="{2B9B1E34-EAA6-49B5-97B2-B010E2FE31E1}"/>
                </a:ext>
              </a:extLst>
            </p:cNvPr>
            <p:cNvSpPr/>
            <p:nvPr/>
          </p:nvSpPr>
          <p:spPr>
            <a:xfrm>
              <a:off x="2222841" y="3977679"/>
              <a:ext cx="168541" cy="92291"/>
            </a:xfrm>
            <a:custGeom>
              <a:avLst/>
              <a:gdLst>
                <a:gd name="connsiteX0" fmla="*/ 18021 w 168541"/>
                <a:gd name="connsiteY0" fmla="*/ 52917 h 92291"/>
                <a:gd name="connsiteX1" fmla="*/ 75833 w 168541"/>
                <a:gd name="connsiteY1" fmla="*/ 52917 h 92291"/>
                <a:gd name="connsiteX2" fmla="*/ 77552 w 168541"/>
                <a:gd name="connsiteY2" fmla="*/ 53386 h 92291"/>
                <a:gd name="connsiteX3" fmla="*/ 78021 w 168541"/>
                <a:gd name="connsiteY3" fmla="*/ 55104 h 92291"/>
                <a:gd name="connsiteX4" fmla="*/ 78021 w 168541"/>
                <a:gd name="connsiteY4" fmla="*/ 73021 h 92291"/>
                <a:gd name="connsiteX5" fmla="*/ 77552 w 168541"/>
                <a:gd name="connsiteY5" fmla="*/ 74740 h 92291"/>
                <a:gd name="connsiteX6" fmla="*/ 75833 w 168541"/>
                <a:gd name="connsiteY6" fmla="*/ 75208 h 92291"/>
                <a:gd name="connsiteX7" fmla="*/ 26875 w 168541"/>
                <a:gd name="connsiteY7" fmla="*/ 75208 h 92291"/>
                <a:gd name="connsiteX8" fmla="*/ 26875 w 168541"/>
                <a:gd name="connsiteY8" fmla="*/ 84792 h 92291"/>
                <a:gd name="connsiteX9" fmla="*/ 80104 w 168541"/>
                <a:gd name="connsiteY9" fmla="*/ 84792 h 92291"/>
                <a:gd name="connsiteX10" fmla="*/ 80104 w 168541"/>
                <a:gd name="connsiteY10" fmla="*/ 91459 h 92291"/>
                <a:gd name="connsiteX11" fmla="*/ 20208 w 168541"/>
                <a:gd name="connsiteY11" fmla="*/ 91459 h 92291"/>
                <a:gd name="connsiteX12" fmla="*/ 18490 w 168541"/>
                <a:gd name="connsiteY12" fmla="*/ 90990 h 92291"/>
                <a:gd name="connsiteX13" fmla="*/ 18021 w 168541"/>
                <a:gd name="connsiteY13" fmla="*/ 89271 h 92291"/>
                <a:gd name="connsiteX14" fmla="*/ 18021 w 168541"/>
                <a:gd name="connsiteY14" fmla="*/ 71042 h 92291"/>
                <a:gd name="connsiteX15" fmla="*/ 18490 w 168541"/>
                <a:gd name="connsiteY15" fmla="*/ 69323 h 92291"/>
                <a:gd name="connsiteX16" fmla="*/ 20208 w 168541"/>
                <a:gd name="connsiteY16" fmla="*/ 68854 h 92291"/>
                <a:gd name="connsiteX17" fmla="*/ 69167 w 168541"/>
                <a:gd name="connsiteY17" fmla="*/ 68854 h 92291"/>
                <a:gd name="connsiteX18" fmla="*/ 69167 w 168541"/>
                <a:gd name="connsiteY18" fmla="*/ 59688 h 92291"/>
                <a:gd name="connsiteX19" fmla="*/ 18021 w 168541"/>
                <a:gd name="connsiteY19" fmla="*/ 59688 h 92291"/>
                <a:gd name="connsiteX20" fmla="*/ 107813 w 168541"/>
                <a:gd name="connsiteY20" fmla="*/ 35625 h 92291"/>
                <a:gd name="connsiteX21" fmla="*/ 107813 w 168541"/>
                <a:gd name="connsiteY21" fmla="*/ 62292 h 92291"/>
                <a:gd name="connsiteX22" fmla="*/ 133958 w 168541"/>
                <a:gd name="connsiteY22" fmla="*/ 62292 h 92291"/>
                <a:gd name="connsiteX23" fmla="*/ 133958 w 168541"/>
                <a:gd name="connsiteY23" fmla="*/ 35625 h 92291"/>
                <a:gd name="connsiteX24" fmla="*/ 99583 w 168541"/>
                <a:gd name="connsiteY24" fmla="*/ 4479 h 92291"/>
                <a:gd name="connsiteX25" fmla="*/ 107813 w 168541"/>
                <a:gd name="connsiteY25" fmla="*/ 4479 h 92291"/>
                <a:gd name="connsiteX26" fmla="*/ 107813 w 168541"/>
                <a:gd name="connsiteY26" fmla="*/ 28333 h 92291"/>
                <a:gd name="connsiteX27" fmla="*/ 133958 w 168541"/>
                <a:gd name="connsiteY27" fmla="*/ 28333 h 92291"/>
                <a:gd name="connsiteX28" fmla="*/ 133958 w 168541"/>
                <a:gd name="connsiteY28" fmla="*/ 4479 h 92291"/>
                <a:gd name="connsiteX29" fmla="*/ 141979 w 168541"/>
                <a:gd name="connsiteY29" fmla="*/ 4479 h 92291"/>
                <a:gd name="connsiteX30" fmla="*/ 141979 w 168541"/>
                <a:gd name="connsiteY30" fmla="*/ 67292 h 92291"/>
                <a:gd name="connsiteX31" fmla="*/ 141510 w 168541"/>
                <a:gd name="connsiteY31" fmla="*/ 69011 h 92291"/>
                <a:gd name="connsiteX32" fmla="*/ 139792 w 168541"/>
                <a:gd name="connsiteY32" fmla="*/ 69479 h 92291"/>
                <a:gd name="connsiteX33" fmla="*/ 101771 w 168541"/>
                <a:gd name="connsiteY33" fmla="*/ 69479 h 92291"/>
                <a:gd name="connsiteX34" fmla="*/ 100052 w 168541"/>
                <a:gd name="connsiteY34" fmla="*/ 69011 h 92291"/>
                <a:gd name="connsiteX35" fmla="*/ 99583 w 168541"/>
                <a:gd name="connsiteY35" fmla="*/ 67292 h 92291"/>
                <a:gd name="connsiteX36" fmla="*/ 24896 w 168541"/>
                <a:gd name="connsiteY36" fmla="*/ 1875 h 92291"/>
                <a:gd name="connsiteX37" fmla="*/ 33542 w 168541"/>
                <a:gd name="connsiteY37" fmla="*/ 1875 h 92291"/>
                <a:gd name="connsiteX38" fmla="*/ 33542 w 168541"/>
                <a:gd name="connsiteY38" fmla="*/ 10625 h 92291"/>
                <a:gd name="connsiteX39" fmla="*/ 35364 w 168541"/>
                <a:gd name="connsiteY39" fmla="*/ 19583 h 92291"/>
                <a:gd name="connsiteX40" fmla="*/ 40521 w 168541"/>
                <a:gd name="connsiteY40" fmla="*/ 27500 h 92291"/>
                <a:gd name="connsiteX41" fmla="*/ 48125 w 168541"/>
                <a:gd name="connsiteY41" fmla="*/ 33750 h 92291"/>
                <a:gd name="connsiteX42" fmla="*/ 57604 w 168541"/>
                <a:gd name="connsiteY42" fmla="*/ 38021 h 92291"/>
                <a:gd name="connsiteX43" fmla="*/ 52396 w 168541"/>
                <a:gd name="connsiteY43" fmla="*/ 44167 h 92291"/>
                <a:gd name="connsiteX44" fmla="*/ 39531 w 168541"/>
                <a:gd name="connsiteY44" fmla="*/ 36771 h 92291"/>
                <a:gd name="connsiteX45" fmla="*/ 29271 w 168541"/>
                <a:gd name="connsiteY45" fmla="*/ 25000 h 92291"/>
                <a:gd name="connsiteX46" fmla="*/ 20000 w 168541"/>
                <a:gd name="connsiteY46" fmla="*/ 37760 h 92291"/>
                <a:gd name="connsiteX47" fmla="*/ 6562 w 168541"/>
                <a:gd name="connsiteY47" fmla="*/ 46771 h 92291"/>
                <a:gd name="connsiteX48" fmla="*/ 0 w 168541"/>
                <a:gd name="connsiteY48" fmla="*/ 41354 h 92291"/>
                <a:gd name="connsiteX49" fmla="*/ 9739 w 168541"/>
                <a:gd name="connsiteY49" fmla="*/ 36146 h 92291"/>
                <a:gd name="connsiteX50" fmla="*/ 17604 w 168541"/>
                <a:gd name="connsiteY50" fmla="*/ 29271 h 92291"/>
                <a:gd name="connsiteX51" fmla="*/ 22969 w 168541"/>
                <a:gd name="connsiteY51" fmla="*/ 20885 h 92291"/>
                <a:gd name="connsiteX52" fmla="*/ 24896 w 168541"/>
                <a:gd name="connsiteY52" fmla="*/ 10625 h 92291"/>
                <a:gd name="connsiteX53" fmla="*/ 160417 w 168541"/>
                <a:gd name="connsiteY53" fmla="*/ 0 h 92291"/>
                <a:gd name="connsiteX54" fmla="*/ 168542 w 168541"/>
                <a:gd name="connsiteY54" fmla="*/ 0 h 92291"/>
                <a:gd name="connsiteX55" fmla="*/ 168542 w 168541"/>
                <a:gd name="connsiteY55" fmla="*/ 92292 h 92291"/>
                <a:gd name="connsiteX56" fmla="*/ 160417 w 168541"/>
                <a:gd name="connsiteY56" fmla="*/ 92292 h 92291"/>
                <a:gd name="connsiteX57" fmla="*/ 69792 w 168541"/>
                <a:gd name="connsiteY57" fmla="*/ 0 h 92291"/>
                <a:gd name="connsiteX58" fmla="*/ 78125 w 168541"/>
                <a:gd name="connsiteY58" fmla="*/ 0 h 92291"/>
                <a:gd name="connsiteX59" fmla="*/ 78125 w 168541"/>
                <a:gd name="connsiteY59" fmla="*/ 48229 h 92291"/>
                <a:gd name="connsiteX60" fmla="*/ 69792 w 168541"/>
                <a:gd name="connsiteY60" fmla="*/ 48229 h 92291"/>
                <a:gd name="connsiteX61" fmla="*/ 69792 w 168541"/>
                <a:gd name="connsiteY61" fmla="*/ 21979 h 92291"/>
                <a:gd name="connsiteX62" fmla="*/ 49479 w 168541"/>
                <a:gd name="connsiteY62" fmla="*/ 21979 h 92291"/>
                <a:gd name="connsiteX63" fmla="*/ 49479 w 168541"/>
                <a:gd name="connsiteY63" fmla="*/ 14896 h 92291"/>
                <a:gd name="connsiteX64" fmla="*/ 69792 w 168541"/>
                <a:gd name="connsiteY64" fmla="*/ 14896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68541" h="92291">
                  <a:moveTo>
                    <a:pt x="18021" y="52917"/>
                  </a:moveTo>
                  <a:lnTo>
                    <a:pt x="75833" y="52917"/>
                  </a:lnTo>
                  <a:cubicBezTo>
                    <a:pt x="76667" y="52917"/>
                    <a:pt x="77240" y="53073"/>
                    <a:pt x="77552" y="53386"/>
                  </a:cubicBezTo>
                  <a:cubicBezTo>
                    <a:pt x="77865" y="53698"/>
                    <a:pt x="78021" y="54271"/>
                    <a:pt x="78021" y="55104"/>
                  </a:cubicBezTo>
                  <a:lnTo>
                    <a:pt x="78021" y="73021"/>
                  </a:lnTo>
                  <a:cubicBezTo>
                    <a:pt x="78021" y="73854"/>
                    <a:pt x="77865" y="74427"/>
                    <a:pt x="77552" y="74740"/>
                  </a:cubicBezTo>
                  <a:cubicBezTo>
                    <a:pt x="77240" y="75052"/>
                    <a:pt x="76667" y="75208"/>
                    <a:pt x="75833" y="75208"/>
                  </a:cubicBezTo>
                  <a:lnTo>
                    <a:pt x="26875" y="75208"/>
                  </a:lnTo>
                  <a:lnTo>
                    <a:pt x="26875" y="84792"/>
                  </a:lnTo>
                  <a:lnTo>
                    <a:pt x="80104" y="84792"/>
                  </a:lnTo>
                  <a:lnTo>
                    <a:pt x="80104" y="91459"/>
                  </a:lnTo>
                  <a:lnTo>
                    <a:pt x="20208" y="91459"/>
                  </a:lnTo>
                  <a:cubicBezTo>
                    <a:pt x="19375" y="91459"/>
                    <a:pt x="18802" y="91302"/>
                    <a:pt x="18490" y="90990"/>
                  </a:cubicBezTo>
                  <a:cubicBezTo>
                    <a:pt x="18177" y="90677"/>
                    <a:pt x="18021" y="90104"/>
                    <a:pt x="18021" y="89271"/>
                  </a:cubicBezTo>
                  <a:lnTo>
                    <a:pt x="18021" y="71042"/>
                  </a:lnTo>
                  <a:cubicBezTo>
                    <a:pt x="18021" y="70208"/>
                    <a:pt x="18177" y="69635"/>
                    <a:pt x="18490" y="69323"/>
                  </a:cubicBezTo>
                  <a:cubicBezTo>
                    <a:pt x="18802" y="69011"/>
                    <a:pt x="19375" y="68854"/>
                    <a:pt x="20208" y="68854"/>
                  </a:cubicBezTo>
                  <a:lnTo>
                    <a:pt x="69167" y="68854"/>
                  </a:lnTo>
                  <a:lnTo>
                    <a:pt x="69167" y="59688"/>
                  </a:lnTo>
                  <a:lnTo>
                    <a:pt x="18021" y="59688"/>
                  </a:lnTo>
                  <a:close/>
                  <a:moveTo>
                    <a:pt x="107813" y="35625"/>
                  </a:moveTo>
                  <a:lnTo>
                    <a:pt x="107813" y="62292"/>
                  </a:lnTo>
                  <a:lnTo>
                    <a:pt x="133958" y="62292"/>
                  </a:lnTo>
                  <a:lnTo>
                    <a:pt x="133958" y="35625"/>
                  </a:lnTo>
                  <a:close/>
                  <a:moveTo>
                    <a:pt x="99583" y="4479"/>
                  </a:moveTo>
                  <a:lnTo>
                    <a:pt x="107813" y="4479"/>
                  </a:lnTo>
                  <a:lnTo>
                    <a:pt x="107813" y="28333"/>
                  </a:lnTo>
                  <a:lnTo>
                    <a:pt x="133958" y="28333"/>
                  </a:lnTo>
                  <a:lnTo>
                    <a:pt x="133958" y="4479"/>
                  </a:lnTo>
                  <a:lnTo>
                    <a:pt x="141979" y="4479"/>
                  </a:lnTo>
                  <a:lnTo>
                    <a:pt x="141979" y="67292"/>
                  </a:lnTo>
                  <a:cubicBezTo>
                    <a:pt x="141979" y="68125"/>
                    <a:pt x="141823" y="68698"/>
                    <a:pt x="141510" y="69011"/>
                  </a:cubicBezTo>
                  <a:cubicBezTo>
                    <a:pt x="141198" y="69323"/>
                    <a:pt x="140625" y="69479"/>
                    <a:pt x="139792" y="69479"/>
                  </a:cubicBezTo>
                  <a:lnTo>
                    <a:pt x="101771" y="69479"/>
                  </a:lnTo>
                  <a:cubicBezTo>
                    <a:pt x="100938" y="69479"/>
                    <a:pt x="100365" y="69323"/>
                    <a:pt x="100052" y="69011"/>
                  </a:cubicBezTo>
                  <a:cubicBezTo>
                    <a:pt x="99739" y="68698"/>
                    <a:pt x="99583" y="68125"/>
                    <a:pt x="99583" y="67292"/>
                  </a:cubicBezTo>
                  <a:close/>
                  <a:moveTo>
                    <a:pt x="24896" y="1875"/>
                  </a:moveTo>
                  <a:lnTo>
                    <a:pt x="33542" y="1875"/>
                  </a:lnTo>
                  <a:lnTo>
                    <a:pt x="33542" y="10625"/>
                  </a:lnTo>
                  <a:cubicBezTo>
                    <a:pt x="33542" y="13750"/>
                    <a:pt x="34141" y="16745"/>
                    <a:pt x="35364" y="19583"/>
                  </a:cubicBezTo>
                  <a:cubicBezTo>
                    <a:pt x="36575" y="22435"/>
                    <a:pt x="38294" y="25078"/>
                    <a:pt x="40521" y="27500"/>
                  </a:cubicBezTo>
                  <a:cubicBezTo>
                    <a:pt x="42669" y="29870"/>
                    <a:pt x="45208" y="31953"/>
                    <a:pt x="48125" y="33750"/>
                  </a:cubicBezTo>
                  <a:cubicBezTo>
                    <a:pt x="51042" y="35560"/>
                    <a:pt x="54193" y="36979"/>
                    <a:pt x="57604" y="38021"/>
                  </a:cubicBezTo>
                  <a:lnTo>
                    <a:pt x="52396" y="44167"/>
                  </a:lnTo>
                  <a:cubicBezTo>
                    <a:pt x="48021" y="42292"/>
                    <a:pt x="43724" y="39831"/>
                    <a:pt x="39531" y="36771"/>
                  </a:cubicBezTo>
                  <a:cubicBezTo>
                    <a:pt x="35326" y="33724"/>
                    <a:pt x="31901" y="29792"/>
                    <a:pt x="29271" y="25000"/>
                  </a:cubicBezTo>
                  <a:cubicBezTo>
                    <a:pt x="27252" y="29792"/>
                    <a:pt x="24167" y="34050"/>
                    <a:pt x="20000" y="37760"/>
                  </a:cubicBezTo>
                  <a:cubicBezTo>
                    <a:pt x="15833" y="41484"/>
                    <a:pt x="11354" y="44479"/>
                    <a:pt x="6562" y="46771"/>
                  </a:cubicBezTo>
                  <a:lnTo>
                    <a:pt x="0" y="41354"/>
                  </a:lnTo>
                  <a:cubicBezTo>
                    <a:pt x="3463" y="39896"/>
                    <a:pt x="6719" y="38164"/>
                    <a:pt x="9739" y="36146"/>
                  </a:cubicBezTo>
                  <a:cubicBezTo>
                    <a:pt x="12760" y="34141"/>
                    <a:pt x="15378" y="31849"/>
                    <a:pt x="17604" y="29271"/>
                  </a:cubicBezTo>
                  <a:cubicBezTo>
                    <a:pt x="19896" y="26771"/>
                    <a:pt x="21680" y="23985"/>
                    <a:pt x="22969" y="20885"/>
                  </a:cubicBezTo>
                  <a:cubicBezTo>
                    <a:pt x="24245" y="17800"/>
                    <a:pt x="24896" y="14375"/>
                    <a:pt x="24896" y="10625"/>
                  </a:cubicBezTo>
                  <a:close/>
                  <a:moveTo>
                    <a:pt x="160417" y="0"/>
                  </a:moveTo>
                  <a:lnTo>
                    <a:pt x="168542" y="0"/>
                  </a:lnTo>
                  <a:lnTo>
                    <a:pt x="168542" y="92292"/>
                  </a:lnTo>
                  <a:lnTo>
                    <a:pt x="160417" y="92292"/>
                  </a:lnTo>
                  <a:close/>
                  <a:moveTo>
                    <a:pt x="69792" y="0"/>
                  </a:moveTo>
                  <a:lnTo>
                    <a:pt x="78125" y="0"/>
                  </a:lnTo>
                  <a:lnTo>
                    <a:pt x="78125" y="48229"/>
                  </a:lnTo>
                  <a:lnTo>
                    <a:pt x="69792" y="48229"/>
                  </a:lnTo>
                  <a:lnTo>
                    <a:pt x="69792" y="21979"/>
                  </a:lnTo>
                  <a:lnTo>
                    <a:pt x="49479" y="21979"/>
                  </a:lnTo>
                  <a:lnTo>
                    <a:pt x="49479" y="14896"/>
                  </a:lnTo>
                  <a:lnTo>
                    <a:pt x="69792" y="14896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F81DF51F-D513-4AF1-80A0-AEBDC2554A05}"/>
                </a:ext>
              </a:extLst>
            </p:cNvPr>
            <p:cNvSpPr txBox="1"/>
            <p:nvPr/>
          </p:nvSpPr>
          <p:spPr>
            <a:xfrm>
              <a:off x="2131401" y="3908548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설비</a:t>
              </a:r>
            </a:p>
          </p:txBody>
        </p:sp>
        <p:sp>
          <p:nvSpPr>
            <p:cNvPr id="451" name="자유형: 도형 450">
              <a:extLst>
                <a:ext uri="{FF2B5EF4-FFF2-40B4-BE49-F238E27FC236}">
                  <a16:creationId xmlns:a16="http://schemas.microsoft.com/office/drawing/2014/main" id="{95EE51B2-BC6B-46A9-97C6-81B8FF79400E}"/>
                </a:ext>
              </a:extLst>
            </p:cNvPr>
            <p:cNvSpPr/>
            <p:nvPr/>
          </p:nvSpPr>
          <p:spPr>
            <a:xfrm>
              <a:off x="2416786" y="3973304"/>
              <a:ext cx="242500" cy="99999"/>
            </a:xfrm>
            <a:custGeom>
              <a:avLst/>
              <a:gdLst>
                <a:gd name="connsiteX0" fmla="*/ 111667 w 242500"/>
                <a:gd name="connsiteY0" fmla="*/ 9167 h 99999"/>
                <a:gd name="connsiteX1" fmla="*/ 120521 w 242500"/>
                <a:gd name="connsiteY1" fmla="*/ 9167 h 99999"/>
                <a:gd name="connsiteX2" fmla="*/ 138334 w 242500"/>
                <a:gd name="connsiteY2" fmla="*/ 76875 h 99999"/>
                <a:gd name="connsiteX3" fmla="*/ 157396 w 242500"/>
                <a:gd name="connsiteY3" fmla="*/ 10417 h 99999"/>
                <a:gd name="connsiteX4" fmla="*/ 157917 w 242500"/>
                <a:gd name="connsiteY4" fmla="*/ 9531 h 99999"/>
                <a:gd name="connsiteX5" fmla="*/ 158959 w 242500"/>
                <a:gd name="connsiteY5" fmla="*/ 9167 h 99999"/>
                <a:gd name="connsiteX6" fmla="*/ 165625 w 242500"/>
                <a:gd name="connsiteY6" fmla="*/ 9167 h 99999"/>
                <a:gd name="connsiteX7" fmla="*/ 166771 w 242500"/>
                <a:gd name="connsiteY7" fmla="*/ 9531 h 99999"/>
                <a:gd name="connsiteX8" fmla="*/ 167292 w 242500"/>
                <a:gd name="connsiteY8" fmla="*/ 10417 h 99999"/>
                <a:gd name="connsiteX9" fmla="*/ 186354 w 242500"/>
                <a:gd name="connsiteY9" fmla="*/ 76875 h 99999"/>
                <a:gd name="connsiteX10" fmla="*/ 204271 w 242500"/>
                <a:gd name="connsiteY10" fmla="*/ 9167 h 99999"/>
                <a:gd name="connsiteX11" fmla="*/ 213333 w 242500"/>
                <a:gd name="connsiteY11" fmla="*/ 9167 h 99999"/>
                <a:gd name="connsiteX12" fmla="*/ 191354 w 242500"/>
                <a:gd name="connsiteY12" fmla="*/ 85729 h 99999"/>
                <a:gd name="connsiteX13" fmla="*/ 190834 w 242500"/>
                <a:gd name="connsiteY13" fmla="*/ 86667 h 99999"/>
                <a:gd name="connsiteX14" fmla="*/ 189688 w 242500"/>
                <a:gd name="connsiteY14" fmla="*/ 86979 h 99999"/>
                <a:gd name="connsiteX15" fmla="*/ 183021 w 242500"/>
                <a:gd name="connsiteY15" fmla="*/ 86979 h 99999"/>
                <a:gd name="connsiteX16" fmla="*/ 181979 w 242500"/>
                <a:gd name="connsiteY16" fmla="*/ 86667 h 99999"/>
                <a:gd name="connsiteX17" fmla="*/ 181458 w 242500"/>
                <a:gd name="connsiteY17" fmla="*/ 85729 h 99999"/>
                <a:gd name="connsiteX18" fmla="*/ 162292 w 242500"/>
                <a:gd name="connsiteY18" fmla="*/ 19271 h 99999"/>
                <a:gd name="connsiteX19" fmla="*/ 143334 w 242500"/>
                <a:gd name="connsiteY19" fmla="*/ 85729 h 99999"/>
                <a:gd name="connsiteX20" fmla="*/ 142813 w 242500"/>
                <a:gd name="connsiteY20" fmla="*/ 86667 h 99999"/>
                <a:gd name="connsiteX21" fmla="*/ 141667 w 242500"/>
                <a:gd name="connsiteY21" fmla="*/ 86979 h 99999"/>
                <a:gd name="connsiteX22" fmla="*/ 135000 w 242500"/>
                <a:gd name="connsiteY22" fmla="*/ 86979 h 99999"/>
                <a:gd name="connsiteX23" fmla="*/ 133959 w 242500"/>
                <a:gd name="connsiteY23" fmla="*/ 86667 h 99999"/>
                <a:gd name="connsiteX24" fmla="*/ 133438 w 242500"/>
                <a:gd name="connsiteY24" fmla="*/ 85729 h 99999"/>
                <a:gd name="connsiteX25" fmla="*/ 42708 w 242500"/>
                <a:gd name="connsiteY25" fmla="*/ 9167 h 99999"/>
                <a:gd name="connsiteX26" fmla="*/ 50833 w 242500"/>
                <a:gd name="connsiteY26" fmla="*/ 9167 h 99999"/>
                <a:gd name="connsiteX27" fmla="*/ 50833 w 242500"/>
                <a:gd name="connsiteY27" fmla="*/ 42917 h 99999"/>
                <a:gd name="connsiteX28" fmla="*/ 89479 w 242500"/>
                <a:gd name="connsiteY28" fmla="*/ 42917 h 99999"/>
                <a:gd name="connsiteX29" fmla="*/ 89479 w 242500"/>
                <a:gd name="connsiteY29" fmla="*/ 9167 h 99999"/>
                <a:gd name="connsiteX30" fmla="*/ 97708 w 242500"/>
                <a:gd name="connsiteY30" fmla="*/ 9167 h 99999"/>
                <a:gd name="connsiteX31" fmla="*/ 97708 w 242500"/>
                <a:gd name="connsiteY31" fmla="*/ 86979 h 99999"/>
                <a:gd name="connsiteX32" fmla="*/ 89479 w 242500"/>
                <a:gd name="connsiteY32" fmla="*/ 86979 h 99999"/>
                <a:gd name="connsiteX33" fmla="*/ 89479 w 242500"/>
                <a:gd name="connsiteY33" fmla="*/ 50209 h 99999"/>
                <a:gd name="connsiteX34" fmla="*/ 50833 w 242500"/>
                <a:gd name="connsiteY34" fmla="*/ 50209 h 99999"/>
                <a:gd name="connsiteX35" fmla="*/ 50833 w 242500"/>
                <a:gd name="connsiteY35" fmla="*/ 86979 h 99999"/>
                <a:gd name="connsiteX36" fmla="*/ 42708 w 242500"/>
                <a:gd name="connsiteY36" fmla="*/ 86979 h 99999"/>
                <a:gd name="connsiteX37" fmla="*/ 215104 w 242500"/>
                <a:gd name="connsiteY37" fmla="*/ 0 h 99999"/>
                <a:gd name="connsiteX38" fmla="*/ 221354 w 242500"/>
                <a:gd name="connsiteY38" fmla="*/ 0 h 99999"/>
                <a:gd name="connsiteX39" fmla="*/ 230157 w 242500"/>
                <a:gd name="connsiteY39" fmla="*/ 11250 h 99999"/>
                <a:gd name="connsiteX40" fmla="*/ 236875 w 242500"/>
                <a:gd name="connsiteY40" fmla="*/ 23750 h 99999"/>
                <a:gd name="connsiteX41" fmla="*/ 241042 w 242500"/>
                <a:gd name="connsiteY41" fmla="*/ 36979 h 99999"/>
                <a:gd name="connsiteX42" fmla="*/ 242500 w 242500"/>
                <a:gd name="connsiteY42" fmla="*/ 50000 h 99999"/>
                <a:gd name="connsiteX43" fmla="*/ 241042 w 242500"/>
                <a:gd name="connsiteY43" fmla="*/ 63125 h 99999"/>
                <a:gd name="connsiteX44" fmla="*/ 236875 w 242500"/>
                <a:gd name="connsiteY44" fmla="*/ 76250 h 99999"/>
                <a:gd name="connsiteX45" fmla="*/ 230157 w 242500"/>
                <a:gd name="connsiteY45" fmla="*/ 88854 h 99999"/>
                <a:gd name="connsiteX46" fmla="*/ 221354 w 242500"/>
                <a:gd name="connsiteY46" fmla="*/ 100000 h 99999"/>
                <a:gd name="connsiteX47" fmla="*/ 215104 w 242500"/>
                <a:gd name="connsiteY47" fmla="*/ 100000 h 99999"/>
                <a:gd name="connsiteX48" fmla="*/ 228750 w 242500"/>
                <a:gd name="connsiteY48" fmla="*/ 75052 h 99999"/>
                <a:gd name="connsiteX49" fmla="*/ 233229 w 242500"/>
                <a:gd name="connsiteY49" fmla="*/ 50000 h 99999"/>
                <a:gd name="connsiteX50" fmla="*/ 228750 w 242500"/>
                <a:gd name="connsiteY50" fmla="*/ 25052 h 99999"/>
                <a:gd name="connsiteX51" fmla="*/ 215104 w 242500"/>
                <a:gd name="connsiteY51" fmla="*/ 0 h 99999"/>
                <a:gd name="connsiteX52" fmla="*/ 21146 w 242500"/>
                <a:gd name="connsiteY52" fmla="*/ 0 h 99999"/>
                <a:gd name="connsiteX53" fmla="*/ 27396 w 242500"/>
                <a:gd name="connsiteY53" fmla="*/ 0 h 99999"/>
                <a:gd name="connsiteX54" fmla="*/ 13698 w 242500"/>
                <a:gd name="connsiteY54" fmla="*/ 25052 h 99999"/>
                <a:gd name="connsiteX55" fmla="*/ 9271 w 242500"/>
                <a:gd name="connsiteY55" fmla="*/ 50000 h 99999"/>
                <a:gd name="connsiteX56" fmla="*/ 13698 w 242500"/>
                <a:gd name="connsiteY56" fmla="*/ 75052 h 99999"/>
                <a:gd name="connsiteX57" fmla="*/ 27396 w 242500"/>
                <a:gd name="connsiteY57" fmla="*/ 100000 h 99999"/>
                <a:gd name="connsiteX58" fmla="*/ 21146 w 242500"/>
                <a:gd name="connsiteY58" fmla="*/ 100000 h 99999"/>
                <a:gd name="connsiteX59" fmla="*/ 12240 w 242500"/>
                <a:gd name="connsiteY59" fmla="*/ 88854 h 99999"/>
                <a:gd name="connsiteX60" fmla="*/ 5521 w 242500"/>
                <a:gd name="connsiteY60" fmla="*/ 76250 h 99999"/>
                <a:gd name="connsiteX61" fmla="*/ 1406 w 242500"/>
                <a:gd name="connsiteY61" fmla="*/ 63125 h 99999"/>
                <a:gd name="connsiteX62" fmla="*/ 0 w 242500"/>
                <a:gd name="connsiteY62" fmla="*/ 50000 h 99999"/>
                <a:gd name="connsiteX63" fmla="*/ 1406 w 242500"/>
                <a:gd name="connsiteY63" fmla="*/ 36979 h 99999"/>
                <a:gd name="connsiteX64" fmla="*/ 5521 w 242500"/>
                <a:gd name="connsiteY64" fmla="*/ 23750 h 99999"/>
                <a:gd name="connsiteX65" fmla="*/ 12240 w 242500"/>
                <a:gd name="connsiteY65" fmla="*/ 11250 h 99999"/>
                <a:gd name="connsiteX66" fmla="*/ 21146 w 242500"/>
                <a:gd name="connsiteY66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242500" h="99999">
                  <a:moveTo>
                    <a:pt x="111667" y="9167"/>
                  </a:moveTo>
                  <a:lnTo>
                    <a:pt x="120521" y="9167"/>
                  </a:lnTo>
                  <a:lnTo>
                    <a:pt x="138334" y="76875"/>
                  </a:lnTo>
                  <a:lnTo>
                    <a:pt x="157396" y="10417"/>
                  </a:lnTo>
                  <a:cubicBezTo>
                    <a:pt x="157461" y="10078"/>
                    <a:pt x="157643" y="9779"/>
                    <a:pt x="157917" y="9531"/>
                  </a:cubicBezTo>
                  <a:cubicBezTo>
                    <a:pt x="158190" y="9297"/>
                    <a:pt x="158542" y="9167"/>
                    <a:pt x="158959" y="9167"/>
                  </a:cubicBezTo>
                  <a:lnTo>
                    <a:pt x="165625" y="9167"/>
                  </a:lnTo>
                  <a:cubicBezTo>
                    <a:pt x="166107" y="9167"/>
                    <a:pt x="166498" y="9297"/>
                    <a:pt x="166771" y="9531"/>
                  </a:cubicBezTo>
                  <a:cubicBezTo>
                    <a:pt x="167044" y="9779"/>
                    <a:pt x="167227" y="10078"/>
                    <a:pt x="167292" y="10417"/>
                  </a:cubicBezTo>
                  <a:lnTo>
                    <a:pt x="186354" y="76875"/>
                  </a:lnTo>
                  <a:lnTo>
                    <a:pt x="204271" y="9167"/>
                  </a:lnTo>
                  <a:lnTo>
                    <a:pt x="213333" y="9167"/>
                  </a:lnTo>
                  <a:lnTo>
                    <a:pt x="191354" y="85729"/>
                  </a:lnTo>
                  <a:cubicBezTo>
                    <a:pt x="191289" y="86146"/>
                    <a:pt x="191107" y="86459"/>
                    <a:pt x="190834" y="86667"/>
                  </a:cubicBezTo>
                  <a:cubicBezTo>
                    <a:pt x="190560" y="86875"/>
                    <a:pt x="190170" y="86979"/>
                    <a:pt x="189688" y="86979"/>
                  </a:cubicBezTo>
                  <a:lnTo>
                    <a:pt x="183021" y="86979"/>
                  </a:lnTo>
                  <a:cubicBezTo>
                    <a:pt x="182604" y="86979"/>
                    <a:pt x="182253" y="86875"/>
                    <a:pt x="181979" y="86667"/>
                  </a:cubicBezTo>
                  <a:cubicBezTo>
                    <a:pt x="181706" y="86459"/>
                    <a:pt x="181524" y="86146"/>
                    <a:pt x="181458" y="85729"/>
                  </a:cubicBezTo>
                  <a:lnTo>
                    <a:pt x="162292" y="19271"/>
                  </a:lnTo>
                  <a:lnTo>
                    <a:pt x="143334" y="85729"/>
                  </a:lnTo>
                  <a:cubicBezTo>
                    <a:pt x="143268" y="86146"/>
                    <a:pt x="143086" y="86459"/>
                    <a:pt x="142813" y="86667"/>
                  </a:cubicBezTo>
                  <a:cubicBezTo>
                    <a:pt x="142539" y="86875"/>
                    <a:pt x="142149" y="86979"/>
                    <a:pt x="141667" y="86979"/>
                  </a:cubicBezTo>
                  <a:lnTo>
                    <a:pt x="135000" y="86979"/>
                  </a:lnTo>
                  <a:cubicBezTo>
                    <a:pt x="134583" y="86979"/>
                    <a:pt x="134232" y="86875"/>
                    <a:pt x="133959" y="86667"/>
                  </a:cubicBezTo>
                  <a:cubicBezTo>
                    <a:pt x="133685" y="86459"/>
                    <a:pt x="133503" y="86146"/>
                    <a:pt x="133438" y="85729"/>
                  </a:cubicBezTo>
                  <a:close/>
                  <a:moveTo>
                    <a:pt x="42708" y="9167"/>
                  </a:moveTo>
                  <a:lnTo>
                    <a:pt x="50833" y="9167"/>
                  </a:lnTo>
                  <a:lnTo>
                    <a:pt x="50833" y="42917"/>
                  </a:lnTo>
                  <a:lnTo>
                    <a:pt x="89479" y="42917"/>
                  </a:lnTo>
                  <a:lnTo>
                    <a:pt x="89479" y="9167"/>
                  </a:lnTo>
                  <a:lnTo>
                    <a:pt x="97708" y="9167"/>
                  </a:lnTo>
                  <a:lnTo>
                    <a:pt x="97708" y="86979"/>
                  </a:lnTo>
                  <a:lnTo>
                    <a:pt x="89479" y="86979"/>
                  </a:lnTo>
                  <a:lnTo>
                    <a:pt x="89479" y="50209"/>
                  </a:lnTo>
                  <a:lnTo>
                    <a:pt x="50833" y="50209"/>
                  </a:lnTo>
                  <a:lnTo>
                    <a:pt x="50833" y="86979"/>
                  </a:lnTo>
                  <a:lnTo>
                    <a:pt x="42708" y="86979"/>
                  </a:lnTo>
                  <a:close/>
                  <a:moveTo>
                    <a:pt x="215104" y="0"/>
                  </a:moveTo>
                  <a:lnTo>
                    <a:pt x="221354" y="0"/>
                  </a:lnTo>
                  <a:cubicBezTo>
                    <a:pt x="224623" y="3477"/>
                    <a:pt x="227552" y="7226"/>
                    <a:pt x="230157" y="11250"/>
                  </a:cubicBezTo>
                  <a:cubicBezTo>
                    <a:pt x="232761" y="15287"/>
                    <a:pt x="235000" y="19453"/>
                    <a:pt x="236875" y="23750"/>
                  </a:cubicBezTo>
                  <a:cubicBezTo>
                    <a:pt x="238685" y="28125"/>
                    <a:pt x="240065" y="32539"/>
                    <a:pt x="241042" y="36979"/>
                  </a:cubicBezTo>
                  <a:cubicBezTo>
                    <a:pt x="242018" y="41432"/>
                    <a:pt x="242500" y="45768"/>
                    <a:pt x="242500" y="50000"/>
                  </a:cubicBezTo>
                  <a:cubicBezTo>
                    <a:pt x="242500" y="54310"/>
                    <a:pt x="242018" y="58685"/>
                    <a:pt x="241042" y="63125"/>
                  </a:cubicBezTo>
                  <a:cubicBezTo>
                    <a:pt x="240065" y="67578"/>
                    <a:pt x="238685" y="71953"/>
                    <a:pt x="236875" y="76250"/>
                  </a:cubicBezTo>
                  <a:cubicBezTo>
                    <a:pt x="235000" y="80625"/>
                    <a:pt x="232761" y="84831"/>
                    <a:pt x="230157" y="88854"/>
                  </a:cubicBezTo>
                  <a:cubicBezTo>
                    <a:pt x="227552" y="92891"/>
                    <a:pt x="224623" y="96602"/>
                    <a:pt x="221354" y="100000"/>
                  </a:cubicBezTo>
                  <a:lnTo>
                    <a:pt x="215104" y="100000"/>
                  </a:lnTo>
                  <a:cubicBezTo>
                    <a:pt x="221211" y="91953"/>
                    <a:pt x="225768" y="83633"/>
                    <a:pt x="228750" y="75052"/>
                  </a:cubicBezTo>
                  <a:cubicBezTo>
                    <a:pt x="231732" y="66485"/>
                    <a:pt x="233229" y="58125"/>
                    <a:pt x="233229" y="50000"/>
                  </a:cubicBezTo>
                  <a:cubicBezTo>
                    <a:pt x="233229" y="41953"/>
                    <a:pt x="231732" y="33633"/>
                    <a:pt x="228750" y="25052"/>
                  </a:cubicBezTo>
                  <a:cubicBezTo>
                    <a:pt x="225768" y="16484"/>
                    <a:pt x="221211" y="8125"/>
                    <a:pt x="215104" y="0"/>
                  </a:cubicBezTo>
                  <a:close/>
                  <a:moveTo>
                    <a:pt x="21146" y="0"/>
                  </a:moveTo>
                  <a:lnTo>
                    <a:pt x="27396" y="0"/>
                  </a:lnTo>
                  <a:cubicBezTo>
                    <a:pt x="21211" y="8125"/>
                    <a:pt x="16654" y="16484"/>
                    <a:pt x="13698" y="25052"/>
                  </a:cubicBezTo>
                  <a:cubicBezTo>
                    <a:pt x="10742" y="33633"/>
                    <a:pt x="9271" y="41953"/>
                    <a:pt x="9271" y="50000"/>
                  </a:cubicBezTo>
                  <a:cubicBezTo>
                    <a:pt x="9271" y="58125"/>
                    <a:pt x="10742" y="66485"/>
                    <a:pt x="13698" y="75052"/>
                  </a:cubicBezTo>
                  <a:cubicBezTo>
                    <a:pt x="16654" y="83633"/>
                    <a:pt x="21211" y="91953"/>
                    <a:pt x="27396" y="100000"/>
                  </a:cubicBezTo>
                  <a:lnTo>
                    <a:pt x="21146" y="100000"/>
                  </a:lnTo>
                  <a:cubicBezTo>
                    <a:pt x="17813" y="96602"/>
                    <a:pt x="14844" y="92891"/>
                    <a:pt x="12240" y="88854"/>
                  </a:cubicBezTo>
                  <a:cubicBezTo>
                    <a:pt x="9635" y="84831"/>
                    <a:pt x="7396" y="80625"/>
                    <a:pt x="5521" y="76250"/>
                  </a:cubicBezTo>
                  <a:cubicBezTo>
                    <a:pt x="3711" y="71953"/>
                    <a:pt x="2344" y="67578"/>
                    <a:pt x="1406" y="63125"/>
                  </a:cubicBezTo>
                  <a:cubicBezTo>
                    <a:pt x="469" y="58685"/>
                    <a:pt x="0" y="54310"/>
                    <a:pt x="0" y="50000"/>
                  </a:cubicBezTo>
                  <a:cubicBezTo>
                    <a:pt x="0" y="45768"/>
                    <a:pt x="469" y="41432"/>
                    <a:pt x="1406" y="36979"/>
                  </a:cubicBezTo>
                  <a:cubicBezTo>
                    <a:pt x="2344" y="32539"/>
                    <a:pt x="3711" y="28125"/>
                    <a:pt x="5521" y="23750"/>
                  </a:cubicBezTo>
                  <a:cubicBezTo>
                    <a:pt x="7396" y="19453"/>
                    <a:pt x="9635" y="15287"/>
                    <a:pt x="12240" y="11250"/>
                  </a:cubicBezTo>
                  <a:cubicBezTo>
                    <a:pt x="14844" y="7226"/>
                    <a:pt x="17813" y="3477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F9298F18-A4E5-46FC-99DF-A1005727A46E}"/>
                </a:ext>
              </a:extLst>
            </p:cNvPr>
            <p:cNvSpPr txBox="1"/>
            <p:nvPr/>
          </p:nvSpPr>
          <p:spPr>
            <a:xfrm>
              <a:off x="2325346" y="3923938"/>
              <a:ext cx="443296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(HW)</a:t>
              </a:r>
            </a:p>
          </p:txBody>
        </p:sp>
        <p:grpSp>
          <p:nvGrpSpPr>
            <p:cNvPr id="453" name="그래픽 5">
              <a:extLst>
                <a:ext uri="{FF2B5EF4-FFF2-40B4-BE49-F238E27FC236}">
                  <a16:creationId xmlns:a16="http://schemas.microsoft.com/office/drawing/2014/main" id="{3814660E-E1F1-4EAF-BCEE-8DE23BCF4B86}"/>
                </a:ext>
              </a:extLst>
            </p:cNvPr>
            <p:cNvGrpSpPr/>
            <p:nvPr/>
          </p:nvGrpSpPr>
          <p:grpSpPr>
            <a:xfrm>
              <a:off x="1211738" y="4084568"/>
              <a:ext cx="182291" cy="130208"/>
              <a:chOff x="1211738" y="4084568"/>
              <a:chExt cx="182291" cy="130208"/>
            </a:xfrm>
          </p:grpSpPr>
          <p:sp>
            <p:nvSpPr>
              <p:cNvPr id="454" name="자유형: 도형 453">
                <a:extLst>
                  <a:ext uri="{FF2B5EF4-FFF2-40B4-BE49-F238E27FC236}">
                    <a16:creationId xmlns:a16="http://schemas.microsoft.com/office/drawing/2014/main" id="{73F3FE61-53EF-4FC5-95DE-C4F0380BCF85}"/>
                  </a:ext>
                </a:extLst>
              </p:cNvPr>
              <p:cNvSpPr/>
              <p:nvPr/>
            </p:nvSpPr>
            <p:spPr>
              <a:xfrm>
                <a:off x="1211738" y="4107888"/>
                <a:ext cx="169479" cy="92395"/>
              </a:xfrm>
              <a:custGeom>
                <a:avLst/>
                <a:gdLst>
                  <a:gd name="connsiteX0" fmla="*/ 106146 w 169479"/>
                  <a:gd name="connsiteY0" fmla="*/ 13021 h 92395"/>
                  <a:gd name="connsiteX1" fmla="*/ 106146 w 169479"/>
                  <a:gd name="connsiteY1" fmla="*/ 61562 h 92395"/>
                  <a:gd name="connsiteX2" fmla="*/ 123438 w 169479"/>
                  <a:gd name="connsiteY2" fmla="*/ 61562 h 92395"/>
                  <a:gd name="connsiteX3" fmla="*/ 123438 w 169479"/>
                  <a:gd name="connsiteY3" fmla="*/ 13021 h 92395"/>
                  <a:gd name="connsiteX4" fmla="*/ 100417 w 169479"/>
                  <a:gd name="connsiteY4" fmla="*/ 6042 h 92395"/>
                  <a:gd name="connsiteX5" fmla="*/ 129063 w 169479"/>
                  <a:gd name="connsiteY5" fmla="*/ 6042 h 92395"/>
                  <a:gd name="connsiteX6" fmla="*/ 130781 w 169479"/>
                  <a:gd name="connsiteY6" fmla="*/ 6510 h 92395"/>
                  <a:gd name="connsiteX7" fmla="*/ 131250 w 169479"/>
                  <a:gd name="connsiteY7" fmla="*/ 8229 h 92395"/>
                  <a:gd name="connsiteX8" fmla="*/ 131250 w 169479"/>
                  <a:gd name="connsiteY8" fmla="*/ 66458 h 92395"/>
                  <a:gd name="connsiteX9" fmla="*/ 130781 w 169479"/>
                  <a:gd name="connsiteY9" fmla="*/ 68177 h 92395"/>
                  <a:gd name="connsiteX10" fmla="*/ 129063 w 169479"/>
                  <a:gd name="connsiteY10" fmla="*/ 68646 h 92395"/>
                  <a:gd name="connsiteX11" fmla="*/ 100417 w 169479"/>
                  <a:gd name="connsiteY11" fmla="*/ 68646 h 92395"/>
                  <a:gd name="connsiteX12" fmla="*/ 98698 w 169479"/>
                  <a:gd name="connsiteY12" fmla="*/ 68177 h 92395"/>
                  <a:gd name="connsiteX13" fmla="*/ 98229 w 169479"/>
                  <a:gd name="connsiteY13" fmla="*/ 66458 h 92395"/>
                  <a:gd name="connsiteX14" fmla="*/ 98229 w 169479"/>
                  <a:gd name="connsiteY14" fmla="*/ 8229 h 92395"/>
                  <a:gd name="connsiteX15" fmla="*/ 98698 w 169479"/>
                  <a:gd name="connsiteY15" fmla="*/ 6510 h 92395"/>
                  <a:gd name="connsiteX16" fmla="*/ 100417 w 169479"/>
                  <a:gd name="connsiteY16" fmla="*/ 6042 h 92395"/>
                  <a:gd name="connsiteX17" fmla="*/ 9896 w 169479"/>
                  <a:gd name="connsiteY17" fmla="*/ 3333 h 92395"/>
                  <a:gd name="connsiteX18" fmla="*/ 72500 w 169479"/>
                  <a:gd name="connsiteY18" fmla="*/ 3333 h 92395"/>
                  <a:gd name="connsiteX19" fmla="*/ 74219 w 169479"/>
                  <a:gd name="connsiteY19" fmla="*/ 3802 h 92395"/>
                  <a:gd name="connsiteX20" fmla="*/ 74688 w 169479"/>
                  <a:gd name="connsiteY20" fmla="*/ 5521 h 92395"/>
                  <a:gd name="connsiteX21" fmla="*/ 73854 w 169479"/>
                  <a:gd name="connsiteY21" fmla="*/ 15052 h 92395"/>
                  <a:gd name="connsiteX22" fmla="*/ 72708 w 169479"/>
                  <a:gd name="connsiteY22" fmla="*/ 25521 h 92395"/>
                  <a:gd name="connsiteX23" fmla="*/ 71302 w 169479"/>
                  <a:gd name="connsiteY23" fmla="*/ 35677 h 92395"/>
                  <a:gd name="connsiteX24" fmla="*/ 69792 w 169479"/>
                  <a:gd name="connsiteY24" fmla="*/ 44375 h 92395"/>
                  <a:gd name="connsiteX25" fmla="*/ 84792 w 169479"/>
                  <a:gd name="connsiteY25" fmla="*/ 44375 h 92395"/>
                  <a:gd name="connsiteX26" fmla="*/ 84792 w 169479"/>
                  <a:gd name="connsiteY26" fmla="*/ 51458 h 92395"/>
                  <a:gd name="connsiteX27" fmla="*/ 45729 w 169479"/>
                  <a:gd name="connsiteY27" fmla="*/ 51458 h 92395"/>
                  <a:gd name="connsiteX28" fmla="*/ 45729 w 169479"/>
                  <a:gd name="connsiteY28" fmla="*/ 92396 h 92395"/>
                  <a:gd name="connsiteX29" fmla="*/ 37396 w 169479"/>
                  <a:gd name="connsiteY29" fmla="*/ 92396 h 92395"/>
                  <a:gd name="connsiteX30" fmla="*/ 37396 w 169479"/>
                  <a:gd name="connsiteY30" fmla="*/ 51458 h 92395"/>
                  <a:gd name="connsiteX31" fmla="*/ 0 w 169479"/>
                  <a:gd name="connsiteY31" fmla="*/ 51458 h 92395"/>
                  <a:gd name="connsiteX32" fmla="*/ 0 w 169479"/>
                  <a:gd name="connsiteY32" fmla="*/ 44375 h 92395"/>
                  <a:gd name="connsiteX33" fmla="*/ 61563 w 169479"/>
                  <a:gd name="connsiteY33" fmla="*/ 44375 h 92395"/>
                  <a:gd name="connsiteX34" fmla="*/ 63021 w 169479"/>
                  <a:gd name="connsiteY34" fmla="*/ 36302 h 92395"/>
                  <a:gd name="connsiteX35" fmla="*/ 64375 w 169479"/>
                  <a:gd name="connsiteY35" fmla="*/ 27500 h 92395"/>
                  <a:gd name="connsiteX36" fmla="*/ 65365 w 169479"/>
                  <a:gd name="connsiteY36" fmla="*/ 18646 h 92395"/>
                  <a:gd name="connsiteX37" fmla="*/ 66042 w 169479"/>
                  <a:gd name="connsiteY37" fmla="*/ 10417 h 92395"/>
                  <a:gd name="connsiteX38" fmla="*/ 9896 w 169479"/>
                  <a:gd name="connsiteY38" fmla="*/ 10417 h 92395"/>
                  <a:gd name="connsiteX39" fmla="*/ 161458 w 169479"/>
                  <a:gd name="connsiteY39" fmla="*/ 0 h 92395"/>
                  <a:gd name="connsiteX40" fmla="*/ 169479 w 169479"/>
                  <a:gd name="connsiteY40" fmla="*/ 0 h 92395"/>
                  <a:gd name="connsiteX41" fmla="*/ 169479 w 169479"/>
                  <a:gd name="connsiteY41" fmla="*/ 92396 h 92395"/>
                  <a:gd name="connsiteX42" fmla="*/ 161458 w 169479"/>
                  <a:gd name="connsiteY42" fmla="*/ 92396 h 92395"/>
                  <a:gd name="connsiteX43" fmla="*/ 161458 w 169479"/>
                  <a:gd name="connsiteY43" fmla="*/ 39479 h 92395"/>
                  <a:gd name="connsiteX44" fmla="*/ 149375 w 169479"/>
                  <a:gd name="connsiteY44" fmla="*/ 39479 h 92395"/>
                  <a:gd name="connsiteX45" fmla="*/ 149375 w 169479"/>
                  <a:gd name="connsiteY45" fmla="*/ 87917 h 92395"/>
                  <a:gd name="connsiteX46" fmla="*/ 141458 w 169479"/>
                  <a:gd name="connsiteY46" fmla="*/ 87917 h 92395"/>
                  <a:gd name="connsiteX47" fmla="*/ 141458 w 169479"/>
                  <a:gd name="connsiteY47" fmla="*/ 1562 h 92395"/>
                  <a:gd name="connsiteX48" fmla="*/ 149375 w 169479"/>
                  <a:gd name="connsiteY48" fmla="*/ 1562 h 92395"/>
                  <a:gd name="connsiteX49" fmla="*/ 149375 w 169479"/>
                  <a:gd name="connsiteY49" fmla="*/ 31563 h 92395"/>
                  <a:gd name="connsiteX50" fmla="*/ 161458 w 169479"/>
                  <a:gd name="connsiteY50" fmla="*/ 31563 h 92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69479" h="92395">
                    <a:moveTo>
                      <a:pt x="106146" y="13021"/>
                    </a:moveTo>
                    <a:lnTo>
                      <a:pt x="106146" y="61562"/>
                    </a:lnTo>
                    <a:lnTo>
                      <a:pt x="123438" y="61562"/>
                    </a:lnTo>
                    <a:lnTo>
                      <a:pt x="123438" y="13021"/>
                    </a:lnTo>
                    <a:close/>
                    <a:moveTo>
                      <a:pt x="100417" y="6042"/>
                    </a:moveTo>
                    <a:lnTo>
                      <a:pt x="129063" y="6042"/>
                    </a:lnTo>
                    <a:cubicBezTo>
                      <a:pt x="129896" y="6042"/>
                      <a:pt x="130469" y="6198"/>
                      <a:pt x="130781" y="6510"/>
                    </a:cubicBezTo>
                    <a:cubicBezTo>
                      <a:pt x="131094" y="6823"/>
                      <a:pt x="131250" y="7396"/>
                      <a:pt x="131250" y="8229"/>
                    </a:cubicBezTo>
                    <a:lnTo>
                      <a:pt x="131250" y="66458"/>
                    </a:lnTo>
                    <a:cubicBezTo>
                      <a:pt x="131250" y="67292"/>
                      <a:pt x="131094" y="67865"/>
                      <a:pt x="130781" y="68177"/>
                    </a:cubicBezTo>
                    <a:cubicBezTo>
                      <a:pt x="130469" y="68490"/>
                      <a:pt x="129896" y="68646"/>
                      <a:pt x="129063" y="68646"/>
                    </a:cubicBezTo>
                    <a:lnTo>
                      <a:pt x="100417" y="68646"/>
                    </a:lnTo>
                    <a:cubicBezTo>
                      <a:pt x="99583" y="68646"/>
                      <a:pt x="99010" y="68490"/>
                      <a:pt x="98698" y="68177"/>
                    </a:cubicBezTo>
                    <a:cubicBezTo>
                      <a:pt x="98385" y="67865"/>
                      <a:pt x="98229" y="67292"/>
                      <a:pt x="98229" y="66458"/>
                    </a:cubicBezTo>
                    <a:lnTo>
                      <a:pt x="98229" y="8229"/>
                    </a:lnTo>
                    <a:cubicBezTo>
                      <a:pt x="98229" y="7396"/>
                      <a:pt x="98385" y="6823"/>
                      <a:pt x="98698" y="6510"/>
                    </a:cubicBezTo>
                    <a:cubicBezTo>
                      <a:pt x="99010" y="6198"/>
                      <a:pt x="99583" y="6042"/>
                      <a:pt x="100417" y="6042"/>
                    </a:cubicBezTo>
                    <a:close/>
                    <a:moveTo>
                      <a:pt x="9896" y="3333"/>
                    </a:moveTo>
                    <a:lnTo>
                      <a:pt x="72500" y="3333"/>
                    </a:lnTo>
                    <a:cubicBezTo>
                      <a:pt x="73333" y="3333"/>
                      <a:pt x="73906" y="3490"/>
                      <a:pt x="74219" y="3802"/>
                    </a:cubicBezTo>
                    <a:cubicBezTo>
                      <a:pt x="74531" y="4115"/>
                      <a:pt x="74688" y="4688"/>
                      <a:pt x="74688" y="5521"/>
                    </a:cubicBezTo>
                    <a:cubicBezTo>
                      <a:pt x="74479" y="8438"/>
                      <a:pt x="74202" y="11615"/>
                      <a:pt x="73854" y="15052"/>
                    </a:cubicBezTo>
                    <a:cubicBezTo>
                      <a:pt x="73508" y="18490"/>
                      <a:pt x="73125" y="21979"/>
                      <a:pt x="72708" y="25521"/>
                    </a:cubicBezTo>
                    <a:cubicBezTo>
                      <a:pt x="72292" y="28998"/>
                      <a:pt x="71823" y="32383"/>
                      <a:pt x="71302" y="35677"/>
                    </a:cubicBezTo>
                    <a:cubicBezTo>
                      <a:pt x="70781" y="38985"/>
                      <a:pt x="70279" y="41875"/>
                      <a:pt x="69792" y="44375"/>
                    </a:cubicBezTo>
                    <a:lnTo>
                      <a:pt x="84792" y="44375"/>
                    </a:lnTo>
                    <a:lnTo>
                      <a:pt x="84792" y="51458"/>
                    </a:lnTo>
                    <a:lnTo>
                      <a:pt x="45729" y="51458"/>
                    </a:lnTo>
                    <a:lnTo>
                      <a:pt x="45729" y="92396"/>
                    </a:lnTo>
                    <a:lnTo>
                      <a:pt x="37396" y="92396"/>
                    </a:lnTo>
                    <a:lnTo>
                      <a:pt x="37396" y="51458"/>
                    </a:lnTo>
                    <a:lnTo>
                      <a:pt x="0" y="51458"/>
                    </a:lnTo>
                    <a:lnTo>
                      <a:pt x="0" y="44375"/>
                    </a:lnTo>
                    <a:lnTo>
                      <a:pt x="61563" y="44375"/>
                    </a:lnTo>
                    <a:cubicBezTo>
                      <a:pt x="62050" y="41875"/>
                      <a:pt x="62535" y="39193"/>
                      <a:pt x="63021" y="36302"/>
                    </a:cubicBezTo>
                    <a:cubicBezTo>
                      <a:pt x="63508" y="33425"/>
                      <a:pt x="63958" y="30495"/>
                      <a:pt x="64375" y="27500"/>
                    </a:cubicBezTo>
                    <a:cubicBezTo>
                      <a:pt x="64723" y="24518"/>
                      <a:pt x="65052" y="21563"/>
                      <a:pt x="65365" y="18646"/>
                    </a:cubicBezTo>
                    <a:cubicBezTo>
                      <a:pt x="65677" y="15729"/>
                      <a:pt x="65904" y="12995"/>
                      <a:pt x="66042" y="10417"/>
                    </a:cubicBezTo>
                    <a:lnTo>
                      <a:pt x="9896" y="10417"/>
                    </a:lnTo>
                    <a:close/>
                    <a:moveTo>
                      <a:pt x="161458" y="0"/>
                    </a:moveTo>
                    <a:lnTo>
                      <a:pt x="169479" y="0"/>
                    </a:lnTo>
                    <a:lnTo>
                      <a:pt x="169479" y="92396"/>
                    </a:lnTo>
                    <a:lnTo>
                      <a:pt x="161458" y="92396"/>
                    </a:lnTo>
                    <a:lnTo>
                      <a:pt x="161458" y="39479"/>
                    </a:lnTo>
                    <a:lnTo>
                      <a:pt x="149375" y="39479"/>
                    </a:lnTo>
                    <a:lnTo>
                      <a:pt x="149375" y="87917"/>
                    </a:lnTo>
                    <a:lnTo>
                      <a:pt x="141458" y="87917"/>
                    </a:lnTo>
                    <a:lnTo>
                      <a:pt x="141458" y="1562"/>
                    </a:lnTo>
                    <a:lnTo>
                      <a:pt x="149375" y="1562"/>
                    </a:lnTo>
                    <a:lnTo>
                      <a:pt x="149375" y="31563"/>
                    </a:lnTo>
                    <a:lnTo>
                      <a:pt x="161458" y="31563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9110121E-9A5B-46E4-8274-D79CF2834B92}"/>
                  </a:ext>
                </a:extLst>
              </p:cNvPr>
              <p:cNvSpPr txBox="1"/>
              <p:nvPr/>
            </p:nvSpPr>
            <p:spPr>
              <a:xfrm>
                <a:off x="1120298" y="4038848"/>
                <a:ext cx="36517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구매</a:t>
                </a:r>
              </a:p>
            </p:txBody>
          </p:sp>
        </p:grpSp>
        <p:sp>
          <p:nvSpPr>
            <p:cNvPr id="456" name="자유형: 도형 455">
              <a:extLst>
                <a:ext uri="{FF2B5EF4-FFF2-40B4-BE49-F238E27FC236}">
                  <a16:creationId xmlns:a16="http://schemas.microsoft.com/office/drawing/2014/main" id="{2D3E1C87-E617-4C09-9E1B-4177CE7E3220}"/>
                </a:ext>
              </a:extLst>
            </p:cNvPr>
            <p:cNvSpPr/>
            <p:nvPr/>
          </p:nvSpPr>
          <p:spPr>
            <a:xfrm>
              <a:off x="1404959" y="4103513"/>
              <a:ext cx="90104" cy="99999"/>
            </a:xfrm>
            <a:custGeom>
              <a:avLst/>
              <a:gdLst>
                <a:gd name="connsiteX0" fmla="*/ 64271 w 90104"/>
                <a:gd name="connsiteY0" fmla="*/ 7500 h 99999"/>
                <a:gd name="connsiteX1" fmla="*/ 72448 w 90104"/>
                <a:gd name="connsiteY1" fmla="*/ 8386 h 99999"/>
                <a:gd name="connsiteX2" fmla="*/ 79479 w 90104"/>
                <a:gd name="connsiteY2" fmla="*/ 11146 h 99999"/>
                <a:gd name="connsiteX3" fmla="*/ 86094 w 90104"/>
                <a:gd name="connsiteY3" fmla="*/ 17292 h 99999"/>
                <a:gd name="connsiteX4" fmla="*/ 88750 w 90104"/>
                <a:gd name="connsiteY4" fmla="*/ 26771 h 99999"/>
                <a:gd name="connsiteX5" fmla="*/ 80000 w 90104"/>
                <a:gd name="connsiteY5" fmla="*/ 26771 h 99999"/>
                <a:gd name="connsiteX6" fmla="*/ 78386 w 90104"/>
                <a:gd name="connsiteY6" fmla="*/ 21250 h 99999"/>
                <a:gd name="connsiteX7" fmla="*/ 74896 w 90104"/>
                <a:gd name="connsiteY7" fmla="*/ 17500 h 99999"/>
                <a:gd name="connsiteX8" fmla="*/ 70156 w 90104"/>
                <a:gd name="connsiteY8" fmla="*/ 15469 h 99999"/>
                <a:gd name="connsiteX9" fmla="*/ 64688 w 90104"/>
                <a:gd name="connsiteY9" fmla="*/ 14792 h 99999"/>
                <a:gd name="connsiteX10" fmla="*/ 53229 w 90104"/>
                <a:gd name="connsiteY10" fmla="*/ 18438 h 99999"/>
                <a:gd name="connsiteX11" fmla="*/ 48542 w 90104"/>
                <a:gd name="connsiteY11" fmla="*/ 27813 h 99999"/>
                <a:gd name="connsiteX12" fmla="*/ 50104 w 90104"/>
                <a:gd name="connsiteY12" fmla="*/ 34479 h 99999"/>
                <a:gd name="connsiteX13" fmla="*/ 54479 w 90104"/>
                <a:gd name="connsiteY13" fmla="*/ 38958 h 99999"/>
                <a:gd name="connsiteX14" fmla="*/ 61146 w 90104"/>
                <a:gd name="connsiteY14" fmla="*/ 42240 h 99999"/>
                <a:gd name="connsiteX15" fmla="*/ 69479 w 90104"/>
                <a:gd name="connsiteY15" fmla="*/ 45209 h 99999"/>
                <a:gd name="connsiteX16" fmla="*/ 77292 w 90104"/>
                <a:gd name="connsiteY16" fmla="*/ 48333 h 99999"/>
                <a:gd name="connsiteX17" fmla="*/ 83854 w 90104"/>
                <a:gd name="connsiteY17" fmla="*/ 52187 h 99999"/>
                <a:gd name="connsiteX18" fmla="*/ 88333 w 90104"/>
                <a:gd name="connsiteY18" fmla="*/ 57813 h 99999"/>
                <a:gd name="connsiteX19" fmla="*/ 90104 w 90104"/>
                <a:gd name="connsiteY19" fmla="*/ 66250 h 99999"/>
                <a:gd name="connsiteX20" fmla="*/ 88021 w 90104"/>
                <a:gd name="connsiteY20" fmla="*/ 76563 h 99999"/>
                <a:gd name="connsiteX21" fmla="*/ 82188 w 90104"/>
                <a:gd name="connsiteY21" fmla="*/ 83646 h 99999"/>
                <a:gd name="connsiteX22" fmla="*/ 73490 w 90104"/>
                <a:gd name="connsiteY22" fmla="*/ 87708 h 99999"/>
                <a:gd name="connsiteX23" fmla="*/ 63125 w 90104"/>
                <a:gd name="connsiteY23" fmla="*/ 88646 h 99999"/>
                <a:gd name="connsiteX24" fmla="*/ 44531 w 90104"/>
                <a:gd name="connsiteY24" fmla="*/ 82761 h 99999"/>
                <a:gd name="connsiteX25" fmla="*/ 37917 w 90104"/>
                <a:gd name="connsiteY25" fmla="*/ 66146 h 99999"/>
                <a:gd name="connsiteX26" fmla="*/ 46875 w 90104"/>
                <a:gd name="connsiteY26" fmla="*/ 66146 h 99999"/>
                <a:gd name="connsiteX27" fmla="*/ 48125 w 90104"/>
                <a:gd name="connsiteY27" fmla="*/ 73542 h 99999"/>
                <a:gd name="connsiteX28" fmla="*/ 51875 w 90104"/>
                <a:gd name="connsiteY28" fmla="*/ 78229 h 99999"/>
                <a:gd name="connsiteX29" fmla="*/ 57344 w 90104"/>
                <a:gd name="connsiteY29" fmla="*/ 80677 h 99999"/>
                <a:gd name="connsiteX30" fmla="*/ 64167 w 90104"/>
                <a:gd name="connsiteY30" fmla="*/ 81354 h 99999"/>
                <a:gd name="connsiteX31" fmla="*/ 70261 w 90104"/>
                <a:gd name="connsiteY31" fmla="*/ 80469 h 99999"/>
                <a:gd name="connsiteX32" fmla="*/ 75833 w 90104"/>
                <a:gd name="connsiteY32" fmla="*/ 77813 h 99999"/>
                <a:gd name="connsiteX33" fmla="*/ 79896 w 90104"/>
                <a:gd name="connsiteY33" fmla="*/ 73281 h 99999"/>
                <a:gd name="connsiteX34" fmla="*/ 81458 w 90104"/>
                <a:gd name="connsiteY34" fmla="*/ 66875 h 99999"/>
                <a:gd name="connsiteX35" fmla="*/ 80052 w 90104"/>
                <a:gd name="connsiteY35" fmla="*/ 60989 h 99999"/>
                <a:gd name="connsiteX36" fmla="*/ 76042 w 90104"/>
                <a:gd name="connsiteY36" fmla="*/ 56875 h 99999"/>
                <a:gd name="connsiteX37" fmla="*/ 69375 w 90104"/>
                <a:gd name="connsiteY37" fmla="*/ 53698 h 99999"/>
                <a:gd name="connsiteX38" fmla="*/ 60208 w 90104"/>
                <a:gd name="connsiteY38" fmla="*/ 50209 h 99999"/>
                <a:gd name="connsiteX39" fmla="*/ 52604 w 90104"/>
                <a:gd name="connsiteY39" fmla="*/ 47344 h 99999"/>
                <a:gd name="connsiteX40" fmla="*/ 46146 w 90104"/>
                <a:gd name="connsiteY40" fmla="*/ 43229 h 99999"/>
                <a:gd name="connsiteX41" fmla="*/ 41667 w 90104"/>
                <a:gd name="connsiteY41" fmla="*/ 37292 h 99999"/>
                <a:gd name="connsiteX42" fmla="*/ 40000 w 90104"/>
                <a:gd name="connsiteY42" fmla="*/ 28750 h 99999"/>
                <a:gd name="connsiteX43" fmla="*/ 42083 w 90104"/>
                <a:gd name="connsiteY43" fmla="*/ 19687 h 99999"/>
                <a:gd name="connsiteX44" fmla="*/ 47604 w 90104"/>
                <a:gd name="connsiteY44" fmla="*/ 13021 h 99999"/>
                <a:gd name="connsiteX45" fmla="*/ 55313 w 90104"/>
                <a:gd name="connsiteY45" fmla="*/ 8906 h 99999"/>
                <a:gd name="connsiteX46" fmla="*/ 64271 w 90104"/>
                <a:gd name="connsiteY46" fmla="*/ 7500 h 99999"/>
                <a:gd name="connsiteX47" fmla="*/ 21146 w 90104"/>
                <a:gd name="connsiteY47" fmla="*/ 0 h 99999"/>
                <a:gd name="connsiteX48" fmla="*/ 27396 w 90104"/>
                <a:gd name="connsiteY48" fmla="*/ 0 h 99999"/>
                <a:gd name="connsiteX49" fmla="*/ 13698 w 90104"/>
                <a:gd name="connsiteY49" fmla="*/ 25052 h 99999"/>
                <a:gd name="connsiteX50" fmla="*/ 9271 w 90104"/>
                <a:gd name="connsiteY50" fmla="*/ 50000 h 99999"/>
                <a:gd name="connsiteX51" fmla="*/ 13698 w 90104"/>
                <a:gd name="connsiteY51" fmla="*/ 75052 h 99999"/>
                <a:gd name="connsiteX52" fmla="*/ 27396 w 90104"/>
                <a:gd name="connsiteY52" fmla="*/ 100000 h 99999"/>
                <a:gd name="connsiteX53" fmla="*/ 21146 w 90104"/>
                <a:gd name="connsiteY53" fmla="*/ 100000 h 99999"/>
                <a:gd name="connsiteX54" fmla="*/ 12240 w 90104"/>
                <a:gd name="connsiteY54" fmla="*/ 88854 h 99999"/>
                <a:gd name="connsiteX55" fmla="*/ 5521 w 90104"/>
                <a:gd name="connsiteY55" fmla="*/ 76250 h 99999"/>
                <a:gd name="connsiteX56" fmla="*/ 1406 w 90104"/>
                <a:gd name="connsiteY56" fmla="*/ 63125 h 99999"/>
                <a:gd name="connsiteX57" fmla="*/ 0 w 90104"/>
                <a:gd name="connsiteY57" fmla="*/ 50000 h 99999"/>
                <a:gd name="connsiteX58" fmla="*/ 1406 w 90104"/>
                <a:gd name="connsiteY58" fmla="*/ 36979 h 99999"/>
                <a:gd name="connsiteX59" fmla="*/ 5521 w 90104"/>
                <a:gd name="connsiteY59" fmla="*/ 23750 h 99999"/>
                <a:gd name="connsiteX60" fmla="*/ 12240 w 90104"/>
                <a:gd name="connsiteY60" fmla="*/ 11250 h 99999"/>
                <a:gd name="connsiteX61" fmla="*/ 21146 w 90104"/>
                <a:gd name="connsiteY61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0104" h="99999">
                  <a:moveTo>
                    <a:pt x="64271" y="7500"/>
                  </a:moveTo>
                  <a:cubicBezTo>
                    <a:pt x="67396" y="7500"/>
                    <a:pt x="70121" y="7799"/>
                    <a:pt x="72448" y="8386"/>
                  </a:cubicBezTo>
                  <a:cubicBezTo>
                    <a:pt x="74773" y="8984"/>
                    <a:pt x="77117" y="9896"/>
                    <a:pt x="79479" y="11146"/>
                  </a:cubicBezTo>
                  <a:cubicBezTo>
                    <a:pt x="82188" y="12604"/>
                    <a:pt x="84392" y="14662"/>
                    <a:pt x="86094" y="17292"/>
                  </a:cubicBezTo>
                  <a:cubicBezTo>
                    <a:pt x="87794" y="19935"/>
                    <a:pt x="88680" y="23099"/>
                    <a:pt x="88750" y="26771"/>
                  </a:cubicBezTo>
                  <a:lnTo>
                    <a:pt x="80000" y="26771"/>
                  </a:lnTo>
                  <a:cubicBezTo>
                    <a:pt x="79861" y="24622"/>
                    <a:pt x="79323" y="22786"/>
                    <a:pt x="78386" y="21250"/>
                  </a:cubicBezTo>
                  <a:cubicBezTo>
                    <a:pt x="77448" y="19727"/>
                    <a:pt x="76284" y="18477"/>
                    <a:pt x="74896" y="17500"/>
                  </a:cubicBezTo>
                  <a:cubicBezTo>
                    <a:pt x="73507" y="16601"/>
                    <a:pt x="71927" y="15924"/>
                    <a:pt x="70156" y="15469"/>
                  </a:cubicBezTo>
                  <a:cubicBezTo>
                    <a:pt x="68385" y="15026"/>
                    <a:pt x="66563" y="14792"/>
                    <a:pt x="64688" y="14792"/>
                  </a:cubicBezTo>
                  <a:cubicBezTo>
                    <a:pt x="60173" y="14792"/>
                    <a:pt x="56354" y="16016"/>
                    <a:pt x="53229" y="18438"/>
                  </a:cubicBezTo>
                  <a:cubicBezTo>
                    <a:pt x="50104" y="20872"/>
                    <a:pt x="48542" y="23998"/>
                    <a:pt x="48542" y="27813"/>
                  </a:cubicBezTo>
                  <a:cubicBezTo>
                    <a:pt x="48542" y="30521"/>
                    <a:pt x="49063" y="32748"/>
                    <a:pt x="50104" y="34479"/>
                  </a:cubicBezTo>
                  <a:cubicBezTo>
                    <a:pt x="51146" y="36224"/>
                    <a:pt x="52604" y="37708"/>
                    <a:pt x="54479" y="38958"/>
                  </a:cubicBezTo>
                  <a:cubicBezTo>
                    <a:pt x="56354" y="40209"/>
                    <a:pt x="58576" y="41302"/>
                    <a:pt x="61146" y="42240"/>
                  </a:cubicBezTo>
                  <a:cubicBezTo>
                    <a:pt x="63715" y="43177"/>
                    <a:pt x="66492" y="44167"/>
                    <a:pt x="69479" y="45209"/>
                  </a:cubicBezTo>
                  <a:cubicBezTo>
                    <a:pt x="72188" y="46250"/>
                    <a:pt x="74792" y="47292"/>
                    <a:pt x="77292" y="48333"/>
                  </a:cubicBezTo>
                  <a:cubicBezTo>
                    <a:pt x="79792" y="49375"/>
                    <a:pt x="81979" y="50664"/>
                    <a:pt x="83854" y="52187"/>
                  </a:cubicBezTo>
                  <a:cubicBezTo>
                    <a:pt x="85729" y="53724"/>
                    <a:pt x="87221" y="55599"/>
                    <a:pt x="88333" y="57813"/>
                  </a:cubicBezTo>
                  <a:cubicBezTo>
                    <a:pt x="89444" y="60039"/>
                    <a:pt x="90034" y="62852"/>
                    <a:pt x="90104" y="66250"/>
                  </a:cubicBezTo>
                  <a:cubicBezTo>
                    <a:pt x="90104" y="70143"/>
                    <a:pt x="89409" y="73581"/>
                    <a:pt x="88021" y="76563"/>
                  </a:cubicBezTo>
                  <a:cubicBezTo>
                    <a:pt x="86632" y="79558"/>
                    <a:pt x="84688" y="81914"/>
                    <a:pt x="82188" y="83646"/>
                  </a:cubicBezTo>
                  <a:cubicBezTo>
                    <a:pt x="79271" y="85729"/>
                    <a:pt x="76371" y="87084"/>
                    <a:pt x="73490" y="87708"/>
                  </a:cubicBezTo>
                  <a:cubicBezTo>
                    <a:pt x="70607" y="88333"/>
                    <a:pt x="67152" y="88646"/>
                    <a:pt x="63125" y="88646"/>
                  </a:cubicBezTo>
                  <a:cubicBezTo>
                    <a:pt x="55138" y="88646"/>
                    <a:pt x="48940" y="86693"/>
                    <a:pt x="44531" y="82761"/>
                  </a:cubicBezTo>
                  <a:cubicBezTo>
                    <a:pt x="40121" y="78841"/>
                    <a:pt x="37917" y="73307"/>
                    <a:pt x="37917" y="66146"/>
                  </a:cubicBezTo>
                  <a:lnTo>
                    <a:pt x="46875" y="66146"/>
                  </a:lnTo>
                  <a:cubicBezTo>
                    <a:pt x="46805" y="69141"/>
                    <a:pt x="47221" y="71602"/>
                    <a:pt x="48125" y="73542"/>
                  </a:cubicBezTo>
                  <a:cubicBezTo>
                    <a:pt x="49027" y="75495"/>
                    <a:pt x="50277" y="77057"/>
                    <a:pt x="51875" y="78229"/>
                  </a:cubicBezTo>
                  <a:cubicBezTo>
                    <a:pt x="53402" y="79414"/>
                    <a:pt x="55225" y="80235"/>
                    <a:pt x="57344" y="80677"/>
                  </a:cubicBezTo>
                  <a:cubicBezTo>
                    <a:pt x="59461" y="81133"/>
                    <a:pt x="61736" y="81354"/>
                    <a:pt x="64167" y="81354"/>
                  </a:cubicBezTo>
                  <a:cubicBezTo>
                    <a:pt x="66180" y="81354"/>
                    <a:pt x="68211" y="81068"/>
                    <a:pt x="70261" y="80469"/>
                  </a:cubicBezTo>
                  <a:cubicBezTo>
                    <a:pt x="72309" y="79883"/>
                    <a:pt x="74167" y="78998"/>
                    <a:pt x="75833" y="77813"/>
                  </a:cubicBezTo>
                  <a:cubicBezTo>
                    <a:pt x="77500" y="76641"/>
                    <a:pt x="78854" y="75130"/>
                    <a:pt x="79896" y="73281"/>
                  </a:cubicBezTo>
                  <a:cubicBezTo>
                    <a:pt x="80938" y="71445"/>
                    <a:pt x="81458" y="69310"/>
                    <a:pt x="81458" y="66875"/>
                  </a:cubicBezTo>
                  <a:cubicBezTo>
                    <a:pt x="81458" y="64518"/>
                    <a:pt x="80990" y="62552"/>
                    <a:pt x="80052" y="60989"/>
                  </a:cubicBezTo>
                  <a:cubicBezTo>
                    <a:pt x="79115" y="59427"/>
                    <a:pt x="77777" y="58060"/>
                    <a:pt x="76042" y="56875"/>
                  </a:cubicBezTo>
                  <a:cubicBezTo>
                    <a:pt x="74236" y="55769"/>
                    <a:pt x="72013" y="54714"/>
                    <a:pt x="69375" y="53698"/>
                  </a:cubicBezTo>
                  <a:cubicBezTo>
                    <a:pt x="66736" y="52695"/>
                    <a:pt x="63680" y="51537"/>
                    <a:pt x="60208" y="50209"/>
                  </a:cubicBezTo>
                  <a:cubicBezTo>
                    <a:pt x="57569" y="49375"/>
                    <a:pt x="55034" y="48424"/>
                    <a:pt x="52604" y="47344"/>
                  </a:cubicBezTo>
                  <a:cubicBezTo>
                    <a:pt x="50173" y="46276"/>
                    <a:pt x="48021" y="44896"/>
                    <a:pt x="46146" y="43229"/>
                  </a:cubicBezTo>
                  <a:cubicBezTo>
                    <a:pt x="44271" y="41641"/>
                    <a:pt x="42777" y="39662"/>
                    <a:pt x="41667" y="37292"/>
                  </a:cubicBezTo>
                  <a:cubicBezTo>
                    <a:pt x="40555" y="34935"/>
                    <a:pt x="40000" y="32084"/>
                    <a:pt x="40000" y="28750"/>
                  </a:cubicBezTo>
                  <a:cubicBezTo>
                    <a:pt x="40000" y="25351"/>
                    <a:pt x="40694" y="22331"/>
                    <a:pt x="42083" y="19687"/>
                  </a:cubicBezTo>
                  <a:cubicBezTo>
                    <a:pt x="43471" y="17057"/>
                    <a:pt x="45313" y="14831"/>
                    <a:pt x="47604" y="13021"/>
                  </a:cubicBezTo>
                  <a:cubicBezTo>
                    <a:pt x="49826" y="11224"/>
                    <a:pt x="52396" y="9844"/>
                    <a:pt x="55313" y="8906"/>
                  </a:cubicBezTo>
                  <a:cubicBezTo>
                    <a:pt x="58229" y="7969"/>
                    <a:pt x="61215" y="7500"/>
                    <a:pt x="64271" y="7500"/>
                  </a:cubicBezTo>
                  <a:close/>
                  <a:moveTo>
                    <a:pt x="21146" y="0"/>
                  </a:moveTo>
                  <a:lnTo>
                    <a:pt x="27396" y="0"/>
                  </a:lnTo>
                  <a:cubicBezTo>
                    <a:pt x="21215" y="8125"/>
                    <a:pt x="16648" y="16484"/>
                    <a:pt x="13698" y="25052"/>
                  </a:cubicBezTo>
                  <a:cubicBezTo>
                    <a:pt x="10746" y="33633"/>
                    <a:pt x="9271" y="41953"/>
                    <a:pt x="9271" y="50000"/>
                  </a:cubicBezTo>
                  <a:cubicBezTo>
                    <a:pt x="9271" y="58125"/>
                    <a:pt x="10746" y="66485"/>
                    <a:pt x="13698" y="75052"/>
                  </a:cubicBezTo>
                  <a:cubicBezTo>
                    <a:pt x="16648" y="83633"/>
                    <a:pt x="21215" y="91953"/>
                    <a:pt x="27396" y="100000"/>
                  </a:cubicBezTo>
                  <a:lnTo>
                    <a:pt x="21146" y="100000"/>
                  </a:lnTo>
                  <a:cubicBezTo>
                    <a:pt x="17813" y="96602"/>
                    <a:pt x="14844" y="92891"/>
                    <a:pt x="12240" y="88854"/>
                  </a:cubicBezTo>
                  <a:cubicBezTo>
                    <a:pt x="9635" y="84831"/>
                    <a:pt x="7396" y="80625"/>
                    <a:pt x="5521" y="76250"/>
                  </a:cubicBezTo>
                  <a:cubicBezTo>
                    <a:pt x="3715" y="71953"/>
                    <a:pt x="2344" y="67578"/>
                    <a:pt x="1406" y="63125"/>
                  </a:cubicBezTo>
                  <a:cubicBezTo>
                    <a:pt x="469" y="58685"/>
                    <a:pt x="0" y="54310"/>
                    <a:pt x="0" y="50000"/>
                  </a:cubicBezTo>
                  <a:cubicBezTo>
                    <a:pt x="0" y="45768"/>
                    <a:pt x="469" y="41432"/>
                    <a:pt x="1406" y="36979"/>
                  </a:cubicBezTo>
                  <a:cubicBezTo>
                    <a:pt x="2344" y="32539"/>
                    <a:pt x="3715" y="28125"/>
                    <a:pt x="5521" y="23750"/>
                  </a:cubicBezTo>
                  <a:cubicBezTo>
                    <a:pt x="7396" y="19453"/>
                    <a:pt x="9635" y="15287"/>
                    <a:pt x="12240" y="11250"/>
                  </a:cubicBezTo>
                  <a:cubicBezTo>
                    <a:pt x="14844" y="7226"/>
                    <a:pt x="17813" y="3477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CD66A8BB-2107-4A4F-9F33-ED2FDFB844AF}"/>
                </a:ext>
              </a:extLst>
            </p:cNvPr>
            <p:cNvSpPr txBox="1"/>
            <p:nvPr/>
          </p:nvSpPr>
          <p:spPr>
            <a:xfrm>
              <a:off x="1313519" y="4054147"/>
              <a:ext cx="287046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(S</a:t>
              </a:r>
            </a:p>
          </p:txBody>
        </p:sp>
        <p:sp>
          <p:nvSpPr>
            <p:cNvPr id="458" name="자유형: 도형 457">
              <a:extLst>
                <a:ext uri="{FF2B5EF4-FFF2-40B4-BE49-F238E27FC236}">
                  <a16:creationId xmlns:a16="http://schemas.microsoft.com/office/drawing/2014/main" id="{543348E4-6219-49E6-9C8C-49DF50C65D5D}"/>
                </a:ext>
              </a:extLst>
            </p:cNvPr>
            <p:cNvSpPr/>
            <p:nvPr/>
          </p:nvSpPr>
          <p:spPr>
            <a:xfrm>
              <a:off x="1500742" y="4110596"/>
              <a:ext cx="175729" cy="91354"/>
            </a:xfrm>
            <a:custGeom>
              <a:avLst/>
              <a:gdLst>
                <a:gd name="connsiteX0" fmla="*/ 110625 w 175729"/>
                <a:gd name="connsiteY0" fmla="*/ 67396 h 91354"/>
                <a:gd name="connsiteX1" fmla="*/ 110625 w 175729"/>
                <a:gd name="connsiteY1" fmla="*/ 81771 h 91354"/>
                <a:gd name="connsiteX2" fmla="*/ 156250 w 175729"/>
                <a:gd name="connsiteY2" fmla="*/ 81771 h 91354"/>
                <a:gd name="connsiteX3" fmla="*/ 156250 w 175729"/>
                <a:gd name="connsiteY3" fmla="*/ 67396 h 91354"/>
                <a:gd name="connsiteX4" fmla="*/ 42292 w 175729"/>
                <a:gd name="connsiteY4" fmla="*/ 62083 h 91354"/>
                <a:gd name="connsiteX5" fmla="*/ 24792 w 175729"/>
                <a:gd name="connsiteY5" fmla="*/ 65052 h 91354"/>
                <a:gd name="connsiteX6" fmla="*/ 18229 w 175729"/>
                <a:gd name="connsiteY6" fmla="*/ 73437 h 91354"/>
                <a:gd name="connsiteX7" fmla="*/ 24792 w 175729"/>
                <a:gd name="connsiteY7" fmla="*/ 82031 h 91354"/>
                <a:gd name="connsiteX8" fmla="*/ 42292 w 175729"/>
                <a:gd name="connsiteY8" fmla="*/ 85000 h 91354"/>
                <a:gd name="connsiteX9" fmla="*/ 59583 w 175729"/>
                <a:gd name="connsiteY9" fmla="*/ 82031 h 91354"/>
                <a:gd name="connsiteX10" fmla="*/ 66354 w 175729"/>
                <a:gd name="connsiteY10" fmla="*/ 73437 h 91354"/>
                <a:gd name="connsiteX11" fmla="*/ 59583 w 175729"/>
                <a:gd name="connsiteY11" fmla="*/ 65104 h 91354"/>
                <a:gd name="connsiteX12" fmla="*/ 42292 w 175729"/>
                <a:gd name="connsiteY12" fmla="*/ 62083 h 91354"/>
                <a:gd name="connsiteX13" fmla="*/ 42292 w 175729"/>
                <a:gd name="connsiteY13" fmla="*/ 55729 h 91354"/>
                <a:gd name="connsiteX14" fmla="*/ 66823 w 175729"/>
                <a:gd name="connsiteY14" fmla="*/ 60781 h 91354"/>
                <a:gd name="connsiteX15" fmla="*/ 75417 w 175729"/>
                <a:gd name="connsiteY15" fmla="*/ 73542 h 91354"/>
                <a:gd name="connsiteX16" fmla="*/ 66875 w 175729"/>
                <a:gd name="connsiteY16" fmla="*/ 86354 h 91354"/>
                <a:gd name="connsiteX17" fmla="*/ 42292 w 175729"/>
                <a:gd name="connsiteY17" fmla="*/ 91354 h 91354"/>
                <a:gd name="connsiteX18" fmla="*/ 17708 w 175729"/>
                <a:gd name="connsiteY18" fmla="*/ 86354 h 91354"/>
                <a:gd name="connsiteX19" fmla="*/ 9167 w 175729"/>
                <a:gd name="connsiteY19" fmla="*/ 73542 h 91354"/>
                <a:gd name="connsiteX20" fmla="*/ 17708 w 175729"/>
                <a:gd name="connsiteY20" fmla="*/ 60781 h 91354"/>
                <a:gd name="connsiteX21" fmla="*/ 42292 w 175729"/>
                <a:gd name="connsiteY21" fmla="*/ 55729 h 91354"/>
                <a:gd name="connsiteX22" fmla="*/ 102604 w 175729"/>
                <a:gd name="connsiteY22" fmla="*/ 49271 h 91354"/>
                <a:gd name="connsiteX23" fmla="*/ 110625 w 175729"/>
                <a:gd name="connsiteY23" fmla="*/ 49271 h 91354"/>
                <a:gd name="connsiteX24" fmla="*/ 110625 w 175729"/>
                <a:gd name="connsiteY24" fmla="*/ 60625 h 91354"/>
                <a:gd name="connsiteX25" fmla="*/ 156250 w 175729"/>
                <a:gd name="connsiteY25" fmla="*/ 60625 h 91354"/>
                <a:gd name="connsiteX26" fmla="*/ 156250 w 175729"/>
                <a:gd name="connsiteY26" fmla="*/ 49271 h 91354"/>
                <a:gd name="connsiteX27" fmla="*/ 164271 w 175729"/>
                <a:gd name="connsiteY27" fmla="*/ 49271 h 91354"/>
                <a:gd name="connsiteX28" fmla="*/ 164271 w 175729"/>
                <a:gd name="connsiteY28" fmla="*/ 86354 h 91354"/>
                <a:gd name="connsiteX29" fmla="*/ 163802 w 175729"/>
                <a:gd name="connsiteY29" fmla="*/ 88073 h 91354"/>
                <a:gd name="connsiteX30" fmla="*/ 162083 w 175729"/>
                <a:gd name="connsiteY30" fmla="*/ 88542 h 91354"/>
                <a:gd name="connsiteX31" fmla="*/ 104792 w 175729"/>
                <a:gd name="connsiteY31" fmla="*/ 88542 h 91354"/>
                <a:gd name="connsiteX32" fmla="*/ 103073 w 175729"/>
                <a:gd name="connsiteY32" fmla="*/ 88073 h 91354"/>
                <a:gd name="connsiteX33" fmla="*/ 102604 w 175729"/>
                <a:gd name="connsiteY33" fmla="*/ 86354 h 91354"/>
                <a:gd name="connsiteX34" fmla="*/ 0 w 175729"/>
                <a:gd name="connsiteY34" fmla="*/ 40417 h 91354"/>
                <a:gd name="connsiteX35" fmla="*/ 84583 w 175729"/>
                <a:gd name="connsiteY35" fmla="*/ 40417 h 91354"/>
                <a:gd name="connsiteX36" fmla="*/ 84583 w 175729"/>
                <a:gd name="connsiteY36" fmla="*/ 47292 h 91354"/>
                <a:gd name="connsiteX37" fmla="*/ 0 w 175729"/>
                <a:gd name="connsiteY37" fmla="*/ 47292 h 91354"/>
                <a:gd name="connsiteX38" fmla="*/ 13542 w 175729"/>
                <a:gd name="connsiteY38" fmla="*/ 104 h 91354"/>
                <a:gd name="connsiteX39" fmla="*/ 73333 w 175729"/>
                <a:gd name="connsiteY39" fmla="*/ 104 h 91354"/>
                <a:gd name="connsiteX40" fmla="*/ 73333 w 175729"/>
                <a:gd name="connsiteY40" fmla="*/ 6979 h 91354"/>
                <a:gd name="connsiteX41" fmla="*/ 19583 w 175729"/>
                <a:gd name="connsiteY41" fmla="*/ 6979 h 91354"/>
                <a:gd name="connsiteX42" fmla="*/ 19583 w 175729"/>
                <a:gd name="connsiteY42" fmla="*/ 22917 h 91354"/>
                <a:gd name="connsiteX43" fmla="*/ 74375 w 175729"/>
                <a:gd name="connsiteY43" fmla="*/ 22917 h 91354"/>
                <a:gd name="connsiteX44" fmla="*/ 74375 w 175729"/>
                <a:gd name="connsiteY44" fmla="*/ 29896 h 91354"/>
                <a:gd name="connsiteX45" fmla="*/ 13542 w 175729"/>
                <a:gd name="connsiteY45" fmla="*/ 29896 h 91354"/>
                <a:gd name="connsiteX46" fmla="*/ 11771 w 175729"/>
                <a:gd name="connsiteY46" fmla="*/ 29479 h 91354"/>
                <a:gd name="connsiteX47" fmla="*/ 11354 w 175729"/>
                <a:gd name="connsiteY47" fmla="*/ 27812 h 91354"/>
                <a:gd name="connsiteX48" fmla="*/ 11354 w 175729"/>
                <a:gd name="connsiteY48" fmla="*/ 2292 h 91354"/>
                <a:gd name="connsiteX49" fmla="*/ 11823 w 175729"/>
                <a:gd name="connsiteY49" fmla="*/ 573 h 91354"/>
                <a:gd name="connsiteX50" fmla="*/ 13542 w 175729"/>
                <a:gd name="connsiteY50" fmla="*/ 104 h 91354"/>
                <a:gd name="connsiteX51" fmla="*/ 101146 w 175729"/>
                <a:gd name="connsiteY51" fmla="*/ 0 h 91354"/>
                <a:gd name="connsiteX52" fmla="*/ 163958 w 175729"/>
                <a:gd name="connsiteY52" fmla="*/ 0 h 91354"/>
                <a:gd name="connsiteX53" fmla="*/ 165677 w 175729"/>
                <a:gd name="connsiteY53" fmla="*/ 469 h 91354"/>
                <a:gd name="connsiteX54" fmla="*/ 166146 w 175729"/>
                <a:gd name="connsiteY54" fmla="*/ 2187 h 91354"/>
                <a:gd name="connsiteX55" fmla="*/ 165469 w 175729"/>
                <a:gd name="connsiteY55" fmla="*/ 9167 h 91354"/>
                <a:gd name="connsiteX56" fmla="*/ 164375 w 175729"/>
                <a:gd name="connsiteY56" fmla="*/ 17083 h 91354"/>
                <a:gd name="connsiteX57" fmla="*/ 163021 w 175729"/>
                <a:gd name="connsiteY57" fmla="*/ 25104 h 91354"/>
                <a:gd name="connsiteX58" fmla="*/ 161667 w 175729"/>
                <a:gd name="connsiteY58" fmla="*/ 32396 h 91354"/>
                <a:gd name="connsiteX59" fmla="*/ 175729 w 175729"/>
                <a:gd name="connsiteY59" fmla="*/ 32396 h 91354"/>
                <a:gd name="connsiteX60" fmla="*/ 175729 w 175729"/>
                <a:gd name="connsiteY60" fmla="*/ 39479 h 91354"/>
                <a:gd name="connsiteX61" fmla="*/ 91250 w 175729"/>
                <a:gd name="connsiteY61" fmla="*/ 39479 h 91354"/>
                <a:gd name="connsiteX62" fmla="*/ 91250 w 175729"/>
                <a:gd name="connsiteY62" fmla="*/ 32396 h 91354"/>
                <a:gd name="connsiteX63" fmla="*/ 153750 w 175729"/>
                <a:gd name="connsiteY63" fmla="*/ 32396 h 91354"/>
                <a:gd name="connsiteX64" fmla="*/ 155000 w 175729"/>
                <a:gd name="connsiteY64" fmla="*/ 26146 h 91354"/>
                <a:gd name="connsiteX65" fmla="*/ 156146 w 175729"/>
                <a:gd name="connsiteY65" fmla="*/ 19271 h 91354"/>
                <a:gd name="connsiteX66" fmla="*/ 157136 w 175729"/>
                <a:gd name="connsiteY66" fmla="*/ 12656 h 91354"/>
                <a:gd name="connsiteX67" fmla="*/ 157604 w 175729"/>
                <a:gd name="connsiteY67" fmla="*/ 7083 h 91354"/>
                <a:gd name="connsiteX68" fmla="*/ 101146 w 175729"/>
                <a:gd name="connsiteY68" fmla="*/ 7083 h 91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75729" h="91354">
                  <a:moveTo>
                    <a:pt x="110625" y="67396"/>
                  </a:moveTo>
                  <a:lnTo>
                    <a:pt x="110625" y="81771"/>
                  </a:lnTo>
                  <a:lnTo>
                    <a:pt x="156250" y="81771"/>
                  </a:lnTo>
                  <a:lnTo>
                    <a:pt x="156250" y="67396"/>
                  </a:lnTo>
                  <a:close/>
                  <a:moveTo>
                    <a:pt x="42292" y="62083"/>
                  </a:moveTo>
                  <a:cubicBezTo>
                    <a:pt x="35000" y="62083"/>
                    <a:pt x="29167" y="63073"/>
                    <a:pt x="24792" y="65052"/>
                  </a:cubicBezTo>
                  <a:cubicBezTo>
                    <a:pt x="20417" y="67031"/>
                    <a:pt x="18229" y="69831"/>
                    <a:pt x="18229" y="73437"/>
                  </a:cubicBezTo>
                  <a:cubicBezTo>
                    <a:pt x="18229" y="77188"/>
                    <a:pt x="20417" y="80052"/>
                    <a:pt x="24792" y="82031"/>
                  </a:cubicBezTo>
                  <a:cubicBezTo>
                    <a:pt x="29167" y="84010"/>
                    <a:pt x="35000" y="85000"/>
                    <a:pt x="42292" y="85000"/>
                  </a:cubicBezTo>
                  <a:cubicBezTo>
                    <a:pt x="49306" y="85000"/>
                    <a:pt x="55070" y="84010"/>
                    <a:pt x="59583" y="82031"/>
                  </a:cubicBezTo>
                  <a:cubicBezTo>
                    <a:pt x="64098" y="80052"/>
                    <a:pt x="66354" y="77188"/>
                    <a:pt x="66354" y="73437"/>
                  </a:cubicBezTo>
                  <a:cubicBezTo>
                    <a:pt x="66354" y="69896"/>
                    <a:pt x="64098" y="67122"/>
                    <a:pt x="59583" y="65104"/>
                  </a:cubicBezTo>
                  <a:cubicBezTo>
                    <a:pt x="55070" y="63099"/>
                    <a:pt x="49306" y="62083"/>
                    <a:pt x="42292" y="62083"/>
                  </a:cubicBezTo>
                  <a:close/>
                  <a:moveTo>
                    <a:pt x="42292" y="55729"/>
                  </a:moveTo>
                  <a:cubicBezTo>
                    <a:pt x="52917" y="55729"/>
                    <a:pt x="61094" y="57422"/>
                    <a:pt x="66823" y="60781"/>
                  </a:cubicBezTo>
                  <a:cubicBezTo>
                    <a:pt x="72552" y="64154"/>
                    <a:pt x="75417" y="68411"/>
                    <a:pt x="75417" y="73542"/>
                  </a:cubicBezTo>
                  <a:cubicBezTo>
                    <a:pt x="75417" y="78750"/>
                    <a:pt x="72570" y="83021"/>
                    <a:pt x="66875" y="86354"/>
                  </a:cubicBezTo>
                  <a:cubicBezTo>
                    <a:pt x="61181" y="89688"/>
                    <a:pt x="52987" y="91354"/>
                    <a:pt x="42292" y="91354"/>
                  </a:cubicBezTo>
                  <a:cubicBezTo>
                    <a:pt x="31598" y="91354"/>
                    <a:pt x="23404" y="89688"/>
                    <a:pt x="17708" y="86354"/>
                  </a:cubicBezTo>
                  <a:cubicBezTo>
                    <a:pt x="12014" y="83021"/>
                    <a:pt x="9167" y="78750"/>
                    <a:pt x="9167" y="73542"/>
                  </a:cubicBezTo>
                  <a:cubicBezTo>
                    <a:pt x="9167" y="68411"/>
                    <a:pt x="12014" y="64154"/>
                    <a:pt x="17708" y="60781"/>
                  </a:cubicBezTo>
                  <a:cubicBezTo>
                    <a:pt x="23404" y="57422"/>
                    <a:pt x="31598" y="55729"/>
                    <a:pt x="42292" y="55729"/>
                  </a:cubicBezTo>
                  <a:close/>
                  <a:moveTo>
                    <a:pt x="102604" y="49271"/>
                  </a:moveTo>
                  <a:lnTo>
                    <a:pt x="110625" y="49271"/>
                  </a:lnTo>
                  <a:lnTo>
                    <a:pt x="110625" y="60625"/>
                  </a:lnTo>
                  <a:lnTo>
                    <a:pt x="156250" y="60625"/>
                  </a:lnTo>
                  <a:lnTo>
                    <a:pt x="156250" y="49271"/>
                  </a:lnTo>
                  <a:lnTo>
                    <a:pt x="164271" y="49271"/>
                  </a:lnTo>
                  <a:lnTo>
                    <a:pt x="164271" y="86354"/>
                  </a:lnTo>
                  <a:cubicBezTo>
                    <a:pt x="164271" y="87187"/>
                    <a:pt x="164115" y="87760"/>
                    <a:pt x="163802" y="88073"/>
                  </a:cubicBezTo>
                  <a:cubicBezTo>
                    <a:pt x="163490" y="88385"/>
                    <a:pt x="162917" y="88542"/>
                    <a:pt x="162083" y="88542"/>
                  </a:cubicBezTo>
                  <a:lnTo>
                    <a:pt x="104792" y="88542"/>
                  </a:lnTo>
                  <a:cubicBezTo>
                    <a:pt x="103958" y="88542"/>
                    <a:pt x="103386" y="88385"/>
                    <a:pt x="103073" y="88073"/>
                  </a:cubicBezTo>
                  <a:cubicBezTo>
                    <a:pt x="102760" y="87760"/>
                    <a:pt x="102604" y="87187"/>
                    <a:pt x="102604" y="86354"/>
                  </a:cubicBezTo>
                  <a:close/>
                  <a:moveTo>
                    <a:pt x="0" y="40417"/>
                  </a:moveTo>
                  <a:lnTo>
                    <a:pt x="84583" y="40417"/>
                  </a:lnTo>
                  <a:lnTo>
                    <a:pt x="84583" y="47292"/>
                  </a:lnTo>
                  <a:lnTo>
                    <a:pt x="0" y="47292"/>
                  </a:lnTo>
                  <a:close/>
                  <a:moveTo>
                    <a:pt x="13542" y="104"/>
                  </a:moveTo>
                  <a:lnTo>
                    <a:pt x="73333" y="104"/>
                  </a:lnTo>
                  <a:lnTo>
                    <a:pt x="73333" y="6979"/>
                  </a:lnTo>
                  <a:lnTo>
                    <a:pt x="19583" y="6979"/>
                  </a:lnTo>
                  <a:lnTo>
                    <a:pt x="19583" y="22917"/>
                  </a:lnTo>
                  <a:lnTo>
                    <a:pt x="74375" y="22917"/>
                  </a:lnTo>
                  <a:lnTo>
                    <a:pt x="74375" y="29896"/>
                  </a:lnTo>
                  <a:lnTo>
                    <a:pt x="13542" y="29896"/>
                  </a:lnTo>
                  <a:cubicBezTo>
                    <a:pt x="12639" y="29896"/>
                    <a:pt x="12049" y="29766"/>
                    <a:pt x="11771" y="29479"/>
                  </a:cubicBezTo>
                  <a:cubicBezTo>
                    <a:pt x="11493" y="29206"/>
                    <a:pt x="11354" y="28646"/>
                    <a:pt x="11354" y="27812"/>
                  </a:cubicBezTo>
                  <a:lnTo>
                    <a:pt x="11354" y="2292"/>
                  </a:lnTo>
                  <a:cubicBezTo>
                    <a:pt x="11354" y="1458"/>
                    <a:pt x="11510" y="885"/>
                    <a:pt x="11823" y="573"/>
                  </a:cubicBezTo>
                  <a:cubicBezTo>
                    <a:pt x="12135" y="260"/>
                    <a:pt x="12708" y="104"/>
                    <a:pt x="13542" y="104"/>
                  </a:cubicBezTo>
                  <a:close/>
                  <a:moveTo>
                    <a:pt x="101146" y="0"/>
                  </a:moveTo>
                  <a:lnTo>
                    <a:pt x="163958" y="0"/>
                  </a:lnTo>
                  <a:cubicBezTo>
                    <a:pt x="164792" y="0"/>
                    <a:pt x="165365" y="156"/>
                    <a:pt x="165677" y="469"/>
                  </a:cubicBezTo>
                  <a:cubicBezTo>
                    <a:pt x="165990" y="781"/>
                    <a:pt x="166146" y="1354"/>
                    <a:pt x="166146" y="2187"/>
                  </a:cubicBezTo>
                  <a:cubicBezTo>
                    <a:pt x="166008" y="4271"/>
                    <a:pt x="165781" y="6601"/>
                    <a:pt x="165469" y="9167"/>
                  </a:cubicBezTo>
                  <a:cubicBezTo>
                    <a:pt x="165156" y="11745"/>
                    <a:pt x="164792" y="14375"/>
                    <a:pt x="164375" y="17083"/>
                  </a:cubicBezTo>
                  <a:cubicBezTo>
                    <a:pt x="163958" y="19792"/>
                    <a:pt x="163508" y="22474"/>
                    <a:pt x="163021" y="25104"/>
                  </a:cubicBezTo>
                  <a:cubicBezTo>
                    <a:pt x="162535" y="27748"/>
                    <a:pt x="162083" y="30182"/>
                    <a:pt x="161667" y="32396"/>
                  </a:cubicBezTo>
                  <a:lnTo>
                    <a:pt x="175729" y="32396"/>
                  </a:lnTo>
                  <a:lnTo>
                    <a:pt x="175729" y="39479"/>
                  </a:lnTo>
                  <a:lnTo>
                    <a:pt x="91250" y="39479"/>
                  </a:lnTo>
                  <a:lnTo>
                    <a:pt x="91250" y="32396"/>
                  </a:lnTo>
                  <a:lnTo>
                    <a:pt x="153750" y="32396"/>
                  </a:lnTo>
                  <a:cubicBezTo>
                    <a:pt x="154167" y="30521"/>
                    <a:pt x="154583" y="28437"/>
                    <a:pt x="155000" y="26146"/>
                  </a:cubicBezTo>
                  <a:cubicBezTo>
                    <a:pt x="155417" y="23854"/>
                    <a:pt x="155800" y="21563"/>
                    <a:pt x="156146" y="19271"/>
                  </a:cubicBezTo>
                  <a:cubicBezTo>
                    <a:pt x="156563" y="16979"/>
                    <a:pt x="156893" y="14779"/>
                    <a:pt x="157136" y="12656"/>
                  </a:cubicBezTo>
                  <a:cubicBezTo>
                    <a:pt x="157379" y="10547"/>
                    <a:pt x="157535" y="8685"/>
                    <a:pt x="157604" y="7083"/>
                  </a:cubicBezTo>
                  <a:lnTo>
                    <a:pt x="101146" y="7083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59" name="TextBox 458">
              <a:extLst>
                <a:ext uri="{FF2B5EF4-FFF2-40B4-BE49-F238E27FC236}">
                  <a16:creationId xmlns:a16="http://schemas.microsoft.com/office/drawing/2014/main" id="{5A3B236E-8302-4643-94E9-D93A94042E59}"/>
                </a:ext>
              </a:extLst>
            </p:cNvPr>
            <p:cNvSpPr txBox="1"/>
            <p:nvPr/>
          </p:nvSpPr>
          <p:spPr>
            <a:xfrm>
              <a:off x="1409302" y="4040644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등급</a:t>
              </a:r>
            </a:p>
          </p:txBody>
        </p:sp>
        <p:sp>
          <p:nvSpPr>
            <p:cNvPr id="460" name="자유형: 도형 459">
              <a:extLst>
                <a:ext uri="{FF2B5EF4-FFF2-40B4-BE49-F238E27FC236}">
                  <a16:creationId xmlns:a16="http://schemas.microsoft.com/office/drawing/2014/main" id="{9A59E3DD-8D0E-4887-8B10-44353B9AF027}"/>
                </a:ext>
              </a:extLst>
            </p:cNvPr>
            <p:cNvSpPr/>
            <p:nvPr/>
          </p:nvSpPr>
          <p:spPr>
            <a:xfrm>
              <a:off x="1689171" y="4104555"/>
              <a:ext cx="43541" cy="98437"/>
            </a:xfrm>
            <a:custGeom>
              <a:avLst/>
              <a:gdLst>
                <a:gd name="connsiteX0" fmla="*/ 35313 w 43541"/>
                <a:gd name="connsiteY0" fmla="*/ 0 h 98437"/>
                <a:gd name="connsiteX1" fmla="*/ 43542 w 43541"/>
                <a:gd name="connsiteY1" fmla="*/ 0 h 98437"/>
                <a:gd name="connsiteX2" fmla="*/ 8750 w 43541"/>
                <a:gd name="connsiteY2" fmla="*/ 98438 h 98437"/>
                <a:gd name="connsiteX3" fmla="*/ 0 w 43541"/>
                <a:gd name="connsiteY3" fmla="*/ 98438 h 9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541" h="98437">
                  <a:moveTo>
                    <a:pt x="35313" y="0"/>
                  </a:moveTo>
                  <a:lnTo>
                    <a:pt x="43542" y="0"/>
                  </a:lnTo>
                  <a:lnTo>
                    <a:pt x="8750" y="98438"/>
                  </a:lnTo>
                  <a:lnTo>
                    <a:pt x="0" y="98438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1" name="TextBox 460">
              <a:extLst>
                <a:ext uri="{FF2B5EF4-FFF2-40B4-BE49-F238E27FC236}">
                  <a16:creationId xmlns:a16="http://schemas.microsoft.com/office/drawing/2014/main" id="{04BDE1CB-ADAE-4367-9937-980588BA6829}"/>
                </a:ext>
              </a:extLst>
            </p:cNvPr>
            <p:cNvSpPr txBox="1"/>
            <p:nvPr/>
          </p:nvSpPr>
          <p:spPr>
            <a:xfrm>
              <a:off x="1597731" y="4053821"/>
              <a:ext cx="208921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/</a:t>
              </a:r>
            </a:p>
          </p:txBody>
        </p:sp>
        <p:sp>
          <p:nvSpPr>
            <p:cNvPr id="462" name="자유형: 도형 461">
              <a:extLst>
                <a:ext uri="{FF2B5EF4-FFF2-40B4-BE49-F238E27FC236}">
                  <a16:creationId xmlns:a16="http://schemas.microsoft.com/office/drawing/2014/main" id="{B20A2432-DEE2-4579-8C12-B1ECD2158620}"/>
                </a:ext>
              </a:extLst>
            </p:cNvPr>
            <p:cNvSpPr/>
            <p:nvPr/>
          </p:nvSpPr>
          <p:spPr>
            <a:xfrm>
              <a:off x="1742583" y="4107888"/>
              <a:ext cx="167080" cy="93958"/>
            </a:xfrm>
            <a:custGeom>
              <a:avLst/>
              <a:gdLst>
                <a:gd name="connsiteX0" fmla="*/ 135206 w 167080"/>
                <a:gd name="connsiteY0" fmla="*/ 63438 h 93958"/>
                <a:gd name="connsiteX1" fmla="*/ 118539 w 167080"/>
                <a:gd name="connsiteY1" fmla="*/ 66563 h 93958"/>
                <a:gd name="connsiteX2" fmla="*/ 112081 w 167080"/>
                <a:gd name="connsiteY2" fmla="*/ 75312 h 93958"/>
                <a:gd name="connsiteX3" fmla="*/ 118539 w 167080"/>
                <a:gd name="connsiteY3" fmla="*/ 84167 h 93958"/>
                <a:gd name="connsiteX4" fmla="*/ 135206 w 167080"/>
                <a:gd name="connsiteY4" fmla="*/ 87396 h 93958"/>
                <a:gd name="connsiteX5" fmla="*/ 151872 w 167080"/>
                <a:gd name="connsiteY5" fmla="*/ 84271 h 93958"/>
                <a:gd name="connsiteX6" fmla="*/ 158435 w 167080"/>
                <a:gd name="connsiteY6" fmla="*/ 75625 h 93958"/>
                <a:gd name="connsiteX7" fmla="*/ 151872 w 167080"/>
                <a:gd name="connsiteY7" fmla="*/ 66719 h 93958"/>
                <a:gd name="connsiteX8" fmla="*/ 135206 w 167080"/>
                <a:gd name="connsiteY8" fmla="*/ 63438 h 93958"/>
                <a:gd name="connsiteX9" fmla="*/ 135206 w 167080"/>
                <a:gd name="connsiteY9" fmla="*/ 56771 h 93958"/>
                <a:gd name="connsiteX10" fmla="*/ 158487 w 167080"/>
                <a:gd name="connsiteY10" fmla="*/ 61927 h 93958"/>
                <a:gd name="connsiteX11" fmla="*/ 167081 w 167080"/>
                <a:gd name="connsiteY11" fmla="*/ 75521 h 93958"/>
                <a:gd name="connsiteX12" fmla="*/ 158487 w 167080"/>
                <a:gd name="connsiteY12" fmla="*/ 89010 h 93958"/>
                <a:gd name="connsiteX13" fmla="*/ 135206 w 167080"/>
                <a:gd name="connsiteY13" fmla="*/ 93958 h 93958"/>
                <a:gd name="connsiteX14" fmla="*/ 111924 w 167080"/>
                <a:gd name="connsiteY14" fmla="*/ 88958 h 93958"/>
                <a:gd name="connsiteX15" fmla="*/ 103435 w 167080"/>
                <a:gd name="connsiteY15" fmla="*/ 75417 h 93958"/>
                <a:gd name="connsiteX16" fmla="*/ 111977 w 167080"/>
                <a:gd name="connsiteY16" fmla="*/ 61875 h 93958"/>
                <a:gd name="connsiteX17" fmla="*/ 135206 w 167080"/>
                <a:gd name="connsiteY17" fmla="*/ 56771 h 93958"/>
                <a:gd name="connsiteX18" fmla="*/ 5417 w 167080"/>
                <a:gd name="connsiteY18" fmla="*/ 5313 h 93958"/>
                <a:gd name="connsiteX19" fmla="*/ 44271 w 167080"/>
                <a:gd name="connsiteY19" fmla="*/ 5313 h 93958"/>
                <a:gd name="connsiteX20" fmla="*/ 45990 w 167080"/>
                <a:gd name="connsiteY20" fmla="*/ 5781 h 93958"/>
                <a:gd name="connsiteX21" fmla="*/ 46458 w 167080"/>
                <a:gd name="connsiteY21" fmla="*/ 7500 h 93958"/>
                <a:gd name="connsiteX22" fmla="*/ 42865 w 167080"/>
                <a:gd name="connsiteY22" fmla="*/ 28021 h 93958"/>
                <a:gd name="connsiteX23" fmla="*/ 34583 w 167080"/>
                <a:gd name="connsiteY23" fmla="*/ 45938 h 93958"/>
                <a:gd name="connsiteX24" fmla="*/ 22292 w 167080"/>
                <a:gd name="connsiteY24" fmla="*/ 61094 h 93958"/>
                <a:gd name="connsiteX25" fmla="*/ 6667 w 167080"/>
                <a:gd name="connsiteY25" fmla="*/ 72917 h 93958"/>
                <a:gd name="connsiteX26" fmla="*/ 0 w 167080"/>
                <a:gd name="connsiteY26" fmla="*/ 67396 h 93958"/>
                <a:gd name="connsiteX27" fmla="*/ 25990 w 167080"/>
                <a:gd name="connsiteY27" fmla="*/ 44948 h 93958"/>
                <a:gd name="connsiteX28" fmla="*/ 37292 w 167080"/>
                <a:gd name="connsiteY28" fmla="*/ 12500 h 93958"/>
                <a:gd name="connsiteX29" fmla="*/ 5417 w 167080"/>
                <a:gd name="connsiteY29" fmla="*/ 12500 h 93958"/>
                <a:gd name="connsiteX30" fmla="*/ 112289 w 167080"/>
                <a:gd name="connsiteY30" fmla="*/ 2292 h 93958"/>
                <a:gd name="connsiteX31" fmla="*/ 120935 w 167080"/>
                <a:gd name="connsiteY31" fmla="*/ 2292 h 93958"/>
                <a:gd name="connsiteX32" fmla="*/ 120935 w 167080"/>
                <a:gd name="connsiteY32" fmla="*/ 11250 h 93958"/>
                <a:gd name="connsiteX33" fmla="*/ 122914 w 167080"/>
                <a:gd name="connsiteY33" fmla="*/ 22136 h 93958"/>
                <a:gd name="connsiteX34" fmla="*/ 128227 w 167080"/>
                <a:gd name="connsiteY34" fmla="*/ 31042 h 93958"/>
                <a:gd name="connsiteX35" fmla="*/ 135935 w 167080"/>
                <a:gd name="connsiteY35" fmla="*/ 37708 h 93958"/>
                <a:gd name="connsiteX36" fmla="*/ 145102 w 167080"/>
                <a:gd name="connsiteY36" fmla="*/ 42083 h 93958"/>
                <a:gd name="connsiteX37" fmla="*/ 139789 w 167080"/>
                <a:gd name="connsiteY37" fmla="*/ 48542 h 93958"/>
                <a:gd name="connsiteX38" fmla="*/ 133487 w 167080"/>
                <a:gd name="connsiteY38" fmla="*/ 45156 h 93958"/>
                <a:gd name="connsiteX39" fmla="*/ 127081 w 167080"/>
                <a:gd name="connsiteY39" fmla="*/ 40625 h 93958"/>
                <a:gd name="connsiteX40" fmla="*/ 121247 w 167080"/>
                <a:gd name="connsiteY40" fmla="*/ 34948 h 93958"/>
                <a:gd name="connsiteX41" fmla="*/ 116664 w 167080"/>
                <a:gd name="connsiteY41" fmla="*/ 28125 h 93958"/>
                <a:gd name="connsiteX42" fmla="*/ 112758 w 167080"/>
                <a:gd name="connsiteY42" fmla="*/ 35521 h 93958"/>
                <a:gd name="connsiteX43" fmla="*/ 107185 w 167080"/>
                <a:gd name="connsiteY43" fmla="*/ 41875 h 93958"/>
                <a:gd name="connsiteX44" fmla="*/ 100674 w 167080"/>
                <a:gd name="connsiteY44" fmla="*/ 47135 h 93958"/>
                <a:gd name="connsiteX45" fmla="*/ 93747 w 167080"/>
                <a:gd name="connsiteY45" fmla="*/ 51146 h 93958"/>
                <a:gd name="connsiteX46" fmla="*/ 87396 w 167080"/>
                <a:gd name="connsiteY46" fmla="*/ 45521 h 93958"/>
                <a:gd name="connsiteX47" fmla="*/ 96924 w 167080"/>
                <a:gd name="connsiteY47" fmla="*/ 40104 h 93958"/>
                <a:gd name="connsiteX48" fmla="*/ 104893 w 167080"/>
                <a:gd name="connsiteY48" fmla="*/ 32813 h 93958"/>
                <a:gd name="connsiteX49" fmla="*/ 110258 w 167080"/>
                <a:gd name="connsiteY49" fmla="*/ 23490 h 93958"/>
                <a:gd name="connsiteX50" fmla="*/ 112289 w 167080"/>
                <a:gd name="connsiteY50" fmla="*/ 12188 h 93958"/>
                <a:gd name="connsiteX51" fmla="*/ 157185 w 167080"/>
                <a:gd name="connsiteY51" fmla="*/ 0 h 93958"/>
                <a:gd name="connsiteX52" fmla="*/ 165310 w 167080"/>
                <a:gd name="connsiteY52" fmla="*/ 0 h 93958"/>
                <a:gd name="connsiteX53" fmla="*/ 165310 w 167080"/>
                <a:gd name="connsiteY53" fmla="*/ 55729 h 93958"/>
                <a:gd name="connsiteX54" fmla="*/ 157185 w 167080"/>
                <a:gd name="connsiteY54" fmla="*/ 55729 h 93958"/>
                <a:gd name="connsiteX55" fmla="*/ 157185 w 167080"/>
                <a:gd name="connsiteY55" fmla="*/ 24583 h 93958"/>
                <a:gd name="connsiteX56" fmla="*/ 136664 w 167080"/>
                <a:gd name="connsiteY56" fmla="*/ 24583 h 93958"/>
                <a:gd name="connsiteX57" fmla="*/ 136664 w 167080"/>
                <a:gd name="connsiteY57" fmla="*/ 17500 h 93958"/>
                <a:gd name="connsiteX58" fmla="*/ 157185 w 167080"/>
                <a:gd name="connsiteY58" fmla="*/ 17500 h 93958"/>
                <a:gd name="connsiteX59" fmla="*/ 65833 w 167080"/>
                <a:gd name="connsiteY59" fmla="*/ 0 h 93958"/>
                <a:gd name="connsiteX60" fmla="*/ 74167 w 167080"/>
                <a:gd name="connsiteY60" fmla="*/ 0 h 93958"/>
                <a:gd name="connsiteX61" fmla="*/ 74167 w 167080"/>
                <a:gd name="connsiteY61" fmla="*/ 92292 h 93958"/>
                <a:gd name="connsiteX62" fmla="*/ 65833 w 167080"/>
                <a:gd name="connsiteY62" fmla="*/ 92292 h 9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67080" h="93958">
                  <a:moveTo>
                    <a:pt x="135206" y="63438"/>
                  </a:moveTo>
                  <a:cubicBezTo>
                    <a:pt x="128396" y="63438"/>
                    <a:pt x="122849" y="64479"/>
                    <a:pt x="118539" y="66563"/>
                  </a:cubicBezTo>
                  <a:cubicBezTo>
                    <a:pt x="114229" y="68646"/>
                    <a:pt x="112081" y="71563"/>
                    <a:pt x="112081" y="75312"/>
                  </a:cubicBezTo>
                  <a:cubicBezTo>
                    <a:pt x="112081" y="79063"/>
                    <a:pt x="114229" y="82018"/>
                    <a:pt x="118539" y="84167"/>
                  </a:cubicBezTo>
                  <a:cubicBezTo>
                    <a:pt x="122849" y="86328"/>
                    <a:pt x="128396" y="87396"/>
                    <a:pt x="135206" y="87396"/>
                  </a:cubicBezTo>
                  <a:cubicBezTo>
                    <a:pt x="141938" y="87396"/>
                    <a:pt x="147497" y="86354"/>
                    <a:pt x="151872" y="84271"/>
                  </a:cubicBezTo>
                  <a:cubicBezTo>
                    <a:pt x="156247" y="82188"/>
                    <a:pt x="158435" y="79310"/>
                    <a:pt x="158435" y="75625"/>
                  </a:cubicBezTo>
                  <a:cubicBezTo>
                    <a:pt x="158435" y="71875"/>
                    <a:pt x="156247" y="68906"/>
                    <a:pt x="151872" y="66719"/>
                  </a:cubicBezTo>
                  <a:cubicBezTo>
                    <a:pt x="147497" y="64531"/>
                    <a:pt x="141938" y="63438"/>
                    <a:pt x="135206" y="63438"/>
                  </a:cubicBezTo>
                  <a:close/>
                  <a:moveTo>
                    <a:pt x="135206" y="56771"/>
                  </a:moveTo>
                  <a:cubicBezTo>
                    <a:pt x="144997" y="56771"/>
                    <a:pt x="152758" y="58490"/>
                    <a:pt x="158487" y="61927"/>
                  </a:cubicBezTo>
                  <a:cubicBezTo>
                    <a:pt x="164216" y="65365"/>
                    <a:pt x="167081" y="69896"/>
                    <a:pt x="167081" y="75521"/>
                  </a:cubicBezTo>
                  <a:cubicBezTo>
                    <a:pt x="167081" y="81224"/>
                    <a:pt x="164216" y="85716"/>
                    <a:pt x="158487" y="89010"/>
                  </a:cubicBezTo>
                  <a:cubicBezTo>
                    <a:pt x="152758" y="92318"/>
                    <a:pt x="144997" y="93958"/>
                    <a:pt x="135206" y="93958"/>
                  </a:cubicBezTo>
                  <a:cubicBezTo>
                    <a:pt x="125349" y="93958"/>
                    <a:pt x="117589" y="92292"/>
                    <a:pt x="111924" y="88958"/>
                  </a:cubicBezTo>
                  <a:cubicBezTo>
                    <a:pt x="106260" y="85625"/>
                    <a:pt x="103435" y="81120"/>
                    <a:pt x="103435" y="75417"/>
                  </a:cubicBezTo>
                  <a:cubicBezTo>
                    <a:pt x="103435" y="69792"/>
                    <a:pt x="106286" y="65287"/>
                    <a:pt x="111977" y="61875"/>
                  </a:cubicBezTo>
                  <a:cubicBezTo>
                    <a:pt x="117667" y="58477"/>
                    <a:pt x="125414" y="56771"/>
                    <a:pt x="135206" y="56771"/>
                  </a:cubicBezTo>
                  <a:close/>
                  <a:moveTo>
                    <a:pt x="5417" y="5313"/>
                  </a:moveTo>
                  <a:lnTo>
                    <a:pt x="44271" y="5313"/>
                  </a:lnTo>
                  <a:cubicBezTo>
                    <a:pt x="45104" y="5313"/>
                    <a:pt x="45677" y="5469"/>
                    <a:pt x="45990" y="5781"/>
                  </a:cubicBezTo>
                  <a:cubicBezTo>
                    <a:pt x="46302" y="6094"/>
                    <a:pt x="46458" y="6667"/>
                    <a:pt x="46458" y="7500"/>
                  </a:cubicBezTo>
                  <a:cubicBezTo>
                    <a:pt x="46111" y="14727"/>
                    <a:pt x="44913" y="21563"/>
                    <a:pt x="42865" y="28021"/>
                  </a:cubicBezTo>
                  <a:cubicBezTo>
                    <a:pt x="40815" y="34479"/>
                    <a:pt x="38055" y="40456"/>
                    <a:pt x="34583" y="45938"/>
                  </a:cubicBezTo>
                  <a:cubicBezTo>
                    <a:pt x="31111" y="51498"/>
                    <a:pt x="27013" y="56550"/>
                    <a:pt x="22292" y="61094"/>
                  </a:cubicBezTo>
                  <a:cubicBezTo>
                    <a:pt x="17569" y="65651"/>
                    <a:pt x="12361" y="69583"/>
                    <a:pt x="6667" y="72917"/>
                  </a:cubicBezTo>
                  <a:lnTo>
                    <a:pt x="0" y="67396"/>
                  </a:lnTo>
                  <a:cubicBezTo>
                    <a:pt x="10763" y="61771"/>
                    <a:pt x="19427" y="54297"/>
                    <a:pt x="25990" y="44948"/>
                  </a:cubicBezTo>
                  <a:cubicBezTo>
                    <a:pt x="32552" y="35612"/>
                    <a:pt x="36319" y="24792"/>
                    <a:pt x="37292" y="12500"/>
                  </a:cubicBezTo>
                  <a:lnTo>
                    <a:pt x="5417" y="12500"/>
                  </a:lnTo>
                  <a:close/>
                  <a:moveTo>
                    <a:pt x="112289" y="2292"/>
                  </a:moveTo>
                  <a:lnTo>
                    <a:pt x="120935" y="2292"/>
                  </a:lnTo>
                  <a:lnTo>
                    <a:pt x="120935" y="11250"/>
                  </a:lnTo>
                  <a:cubicBezTo>
                    <a:pt x="120935" y="15208"/>
                    <a:pt x="121599" y="18841"/>
                    <a:pt x="122914" y="22136"/>
                  </a:cubicBezTo>
                  <a:cubicBezTo>
                    <a:pt x="124229" y="25443"/>
                    <a:pt x="126000" y="28412"/>
                    <a:pt x="128227" y="31042"/>
                  </a:cubicBezTo>
                  <a:cubicBezTo>
                    <a:pt x="130453" y="33620"/>
                    <a:pt x="133018" y="35834"/>
                    <a:pt x="135935" y="37708"/>
                  </a:cubicBezTo>
                  <a:cubicBezTo>
                    <a:pt x="138852" y="39583"/>
                    <a:pt x="141911" y="41042"/>
                    <a:pt x="145102" y="42083"/>
                  </a:cubicBezTo>
                  <a:lnTo>
                    <a:pt x="139789" y="48542"/>
                  </a:lnTo>
                  <a:cubicBezTo>
                    <a:pt x="137771" y="47643"/>
                    <a:pt x="135675" y="46511"/>
                    <a:pt x="133487" y="45156"/>
                  </a:cubicBezTo>
                  <a:cubicBezTo>
                    <a:pt x="131300" y="43802"/>
                    <a:pt x="129164" y="42292"/>
                    <a:pt x="127081" y="40625"/>
                  </a:cubicBezTo>
                  <a:cubicBezTo>
                    <a:pt x="124997" y="38893"/>
                    <a:pt x="123057" y="37005"/>
                    <a:pt x="121247" y="34948"/>
                  </a:cubicBezTo>
                  <a:cubicBezTo>
                    <a:pt x="119438" y="32904"/>
                    <a:pt x="117914" y="30625"/>
                    <a:pt x="116664" y="28125"/>
                  </a:cubicBezTo>
                  <a:cubicBezTo>
                    <a:pt x="115688" y="30768"/>
                    <a:pt x="114385" y="33229"/>
                    <a:pt x="112758" y="35521"/>
                  </a:cubicBezTo>
                  <a:cubicBezTo>
                    <a:pt x="111130" y="37812"/>
                    <a:pt x="109268" y="39935"/>
                    <a:pt x="107185" y="41875"/>
                  </a:cubicBezTo>
                  <a:cubicBezTo>
                    <a:pt x="105167" y="43828"/>
                    <a:pt x="103005" y="45573"/>
                    <a:pt x="100674" y="47135"/>
                  </a:cubicBezTo>
                  <a:cubicBezTo>
                    <a:pt x="98344" y="48698"/>
                    <a:pt x="96039" y="50039"/>
                    <a:pt x="93747" y="51146"/>
                  </a:cubicBezTo>
                  <a:lnTo>
                    <a:pt x="87396" y="45521"/>
                  </a:lnTo>
                  <a:cubicBezTo>
                    <a:pt x="90727" y="44063"/>
                    <a:pt x="93904" y="42266"/>
                    <a:pt x="96924" y="40104"/>
                  </a:cubicBezTo>
                  <a:cubicBezTo>
                    <a:pt x="99945" y="37956"/>
                    <a:pt x="102602" y="35521"/>
                    <a:pt x="104893" y="32813"/>
                  </a:cubicBezTo>
                  <a:cubicBezTo>
                    <a:pt x="107120" y="30039"/>
                    <a:pt x="108904" y="26927"/>
                    <a:pt x="110258" y="23490"/>
                  </a:cubicBezTo>
                  <a:cubicBezTo>
                    <a:pt x="111612" y="20052"/>
                    <a:pt x="112289" y="16289"/>
                    <a:pt x="112289" y="12188"/>
                  </a:cubicBezTo>
                  <a:close/>
                  <a:moveTo>
                    <a:pt x="157185" y="0"/>
                  </a:moveTo>
                  <a:lnTo>
                    <a:pt x="165310" y="0"/>
                  </a:lnTo>
                  <a:lnTo>
                    <a:pt x="165310" y="55729"/>
                  </a:lnTo>
                  <a:lnTo>
                    <a:pt x="157185" y="55729"/>
                  </a:lnTo>
                  <a:lnTo>
                    <a:pt x="157185" y="24583"/>
                  </a:lnTo>
                  <a:lnTo>
                    <a:pt x="136664" y="24583"/>
                  </a:lnTo>
                  <a:lnTo>
                    <a:pt x="136664" y="17500"/>
                  </a:lnTo>
                  <a:lnTo>
                    <a:pt x="157185" y="17500"/>
                  </a:lnTo>
                  <a:close/>
                  <a:moveTo>
                    <a:pt x="65833" y="0"/>
                  </a:moveTo>
                  <a:lnTo>
                    <a:pt x="74167" y="0"/>
                  </a:lnTo>
                  <a:lnTo>
                    <a:pt x="74167" y="92292"/>
                  </a:lnTo>
                  <a:lnTo>
                    <a:pt x="65833" y="922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BDD89EB2-66BF-409B-9A76-BB7945F39ACE}"/>
                </a:ext>
              </a:extLst>
            </p:cNvPr>
            <p:cNvSpPr txBox="1"/>
            <p:nvPr/>
          </p:nvSpPr>
          <p:spPr>
            <a:xfrm>
              <a:off x="1651143" y="4040214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기성</a:t>
              </a:r>
            </a:p>
          </p:txBody>
        </p:sp>
        <p:sp>
          <p:nvSpPr>
            <p:cNvPr id="464" name="자유형: 도형 463">
              <a:extLst>
                <a:ext uri="{FF2B5EF4-FFF2-40B4-BE49-F238E27FC236}">
                  <a16:creationId xmlns:a16="http://schemas.microsoft.com/office/drawing/2014/main" id="{CE87F33E-81D5-4271-829A-BEB376153DC3}"/>
                </a:ext>
              </a:extLst>
            </p:cNvPr>
            <p:cNvSpPr/>
            <p:nvPr/>
          </p:nvSpPr>
          <p:spPr>
            <a:xfrm>
              <a:off x="1926317" y="4103513"/>
              <a:ext cx="27395" cy="99999"/>
            </a:xfrm>
            <a:custGeom>
              <a:avLst/>
              <a:gdLst>
                <a:gd name="connsiteX0" fmla="*/ 0 w 27395"/>
                <a:gd name="connsiteY0" fmla="*/ 0 h 99999"/>
                <a:gd name="connsiteX1" fmla="*/ 6250 w 27395"/>
                <a:gd name="connsiteY1" fmla="*/ 0 h 99999"/>
                <a:gd name="connsiteX2" fmla="*/ 15052 w 27395"/>
                <a:gd name="connsiteY2" fmla="*/ 11250 h 99999"/>
                <a:gd name="connsiteX3" fmla="*/ 21771 w 27395"/>
                <a:gd name="connsiteY3" fmla="*/ 23750 h 99999"/>
                <a:gd name="connsiteX4" fmla="*/ 25938 w 27395"/>
                <a:gd name="connsiteY4" fmla="*/ 36979 h 99999"/>
                <a:gd name="connsiteX5" fmla="*/ 27396 w 27395"/>
                <a:gd name="connsiteY5" fmla="*/ 50000 h 99999"/>
                <a:gd name="connsiteX6" fmla="*/ 25938 w 27395"/>
                <a:gd name="connsiteY6" fmla="*/ 63125 h 99999"/>
                <a:gd name="connsiteX7" fmla="*/ 21771 w 27395"/>
                <a:gd name="connsiteY7" fmla="*/ 76250 h 99999"/>
                <a:gd name="connsiteX8" fmla="*/ 15052 w 27395"/>
                <a:gd name="connsiteY8" fmla="*/ 88854 h 99999"/>
                <a:gd name="connsiteX9" fmla="*/ 6250 w 27395"/>
                <a:gd name="connsiteY9" fmla="*/ 100000 h 99999"/>
                <a:gd name="connsiteX10" fmla="*/ 0 w 27395"/>
                <a:gd name="connsiteY10" fmla="*/ 100000 h 99999"/>
                <a:gd name="connsiteX11" fmla="*/ 13646 w 27395"/>
                <a:gd name="connsiteY11" fmla="*/ 75052 h 99999"/>
                <a:gd name="connsiteX12" fmla="*/ 18125 w 27395"/>
                <a:gd name="connsiteY12" fmla="*/ 50000 h 99999"/>
                <a:gd name="connsiteX13" fmla="*/ 13646 w 27395"/>
                <a:gd name="connsiteY13" fmla="*/ 25052 h 99999"/>
                <a:gd name="connsiteX14" fmla="*/ 0 w 27395"/>
                <a:gd name="connsiteY14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95" h="99999">
                  <a:moveTo>
                    <a:pt x="0" y="0"/>
                  </a:moveTo>
                  <a:lnTo>
                    <a:pt x="6250" y="0"/>
                  </a:lnTo>
                  <a:cubicBezTo>
                    <a:pt x="9518" y="3477"/>
                    <a:pt x="12448" y="7226"/>
                    <a:pt x="15052" y="11250"/>
                  </a:cubicBezTo>
                  <a:cubicBezTo>
                    <a:pt x="17656" y="15287"/>
                    <a:pt x="19896" y="19453"/>
                    <a:pt x="21771" y="23750"/>
                  </a:cubicBezTo>
                  <a:cubicBezTo>
                    <a:pt x="23581" y="28125"/>
                    <a:pt x="24974" y="32539"/>
                    <a:pt x="25938" y="36979"/>
                  </a:cubicBezTo>
                  <a:cubicBezTo>
                    <a:pt x="26914" y="41432"/>
                    <a:pt x="27396" y="45768"/>
                    <a:pt x="27396" y="50000"/>
                  </a:cubicBezTo>
                  <a:cubicBezTo>
                    <a:pt x="27396" y="54310"/>
                    <a:pt x="26914" y="58685"/>
                    <a:pt x="25938" y="63125"/>
                  </a:cubicBezTo>
                  <a:cubicBezTo>
                    <a:pt x="24974" y="67578"/>
                    <a:pt x="23581" y="71953"/>
                    <a:pt x="21771" y="76250"/>
                  </a:cubicBezTo>
                  <a:cubicBezTo>
                    <a:pt x="19896" y="80625"/>
                    <a:pt x="17656" y="84831"/>
                    <a:pt x="15052" y="88854"/>
                  </a:cubicBezTo>
                  <a:cubicBezTo>
                    <a:pt x="12448" y="92891"/>
                    <a:pt x="9518" y="96602"/>
                    <a:pt x="6250" y="100000"/>
                  </a:cubicBezTo>
                  <a:lnTo>
                    <a:pt x="0" y="100000"/>
                  </a:lnTo>
                  <a:cubicBezTo>
                    <a:pt x="6120" y="91953"/>
                    <a:pt x="10664" y="83633"/>
                    <a:pt x="13646" y="75052"/>
                  </a:cubicBezTo>
                  <a:cubicBezTo>
                    <a:pt x="16641" y="66485"/>
                    <a:pt x="18125" y="58125"/>
                    <a:pt x="18125" y="50000"/>
                  </a:cubicBezTo>
                  <a:cubicBezTo>
                    <a:pt x="18125" y="41953"/>
                    <a:pt x="16641" y="33633"/>
                    <a:pt x="13646" y="25052"/>
                  </a:cubicBezTo>
                  <a:cubicBezTo>
                    <a:pt x="10664" y="16484"/>
                    <a:pt x="6120" y="8125"/>
                    <a:pt x="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5" name="TextBox 464">
              <a:extLst>
                <a:ext uri="{FF2B5EF4-FFF2-40B4-BE49-F238E27FC236}">
                  <a16:creationId xmlns:a16="http://schemas.microsoft.com/office/drawing/2014/main" id="{AEAC2913-54EF-499B-B9E1-B139A5CA63B3}"/>
                </a:ext>
              </a:extLst>
            </p:cNvPr>
            <p:cNvSpPr txBox="1"/>
            <p:nvPr/>
          </p:nvSpPr>
          <p:spPr>
            <a:xfrm>
              <a:off x="1834877" y="4054147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466" name="자유형: 도형 465">
              <a:extLst>
                <a:ext uri="{FF2B5EF4-FFF2-40B4-BE49-F238E27FC236}">
                  <a16:creationId xmlns:a16="http://schemas.microsoft.com/office/drawing/2014/main" id="{7090A422-7CCE-4B41-8C79-082E465666B1}"/>
                </a:ext>
              </a:extLst>
            </p:cNvPr>
            <p:cNvSpPr/>
            <p:nvPr/>
          </p:nvSpPr>
          <p:spPr>
            <a:xfrm>
              <a:off x="3018050" y="3980596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3 h 81562"/>
                <a:gd name="connsiteX3" fmla="*/ 408021 w 631667"/>
                <a:gd name="connsiteY3" fmla="*/ 81563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3 h 81562"/>
                <a:gd name="connsiteX7" fmla="*/ 251771 w 631667"/>
                <a:gd name="connsiteY7" fmla="*/ 81563 h 81562"/>
                <a:gd name="connsiteX8" fmla="*/ 519479 w 631667"/>
                <a:gd name="connsiteY8" fmla="*/ 36146 h 81562"/>
                <a:gd name="connsiteX9" fmla="*/ 512969 w 631667"/>
                <a:gd name="connsiteY9" fmla="*/ 37656 h 81562"/>
                <a:gd name="connsiteX10" fmla="*/ 507917 w 631667"/>
                <a:gd name="connsiteY10" fmla="*/ 41563 h 81562"/>
                <a:gd name="connsiteX11" fmla="*/ 504584 w 631667"/>
                <a:gd name="connsiteY11" fmla="*/ 47292 h 81562"/>
                <a:gd name="connsiteX12" fmla="*/ 503438 w 631667"/>
                <a:gd name="connsiteY12" fmla="*/ 54063 h 81562"/>
                <a:gd name="connsiteX13" fmla="*/ 504532 w 631667"/>
                <a:gd name="connsiteY13" fmla="*/ 61979 h 81562"/>
                <a:gd name="connsiteX14" fmla="*/ 507709 w 631667"/>
                <a:gd name="connsiteY14" fmla="*/ 68229 h 81562"/>
                <a:gd name="connsiteX15" fmla="*/ 512709 w 631667"/>
                <a:gd name="connsiteY15" fmla="*/ 72448 h 81562"/>
                <a:gd name="connsiteX16" fmla="*/ 519271 w 631667"/>
                <a:gd name="connsiteY16" fmla="*/ 73958 h 81562"/>
                <a:gd name="connsiteX17" fmla="*/ 531354 w 631667"/>
                <a:gd name="connsiteY17" fmla="*/ 68490 h 81562"/>
                <a:gd name="connsiteX18" fmla="*/ 535625 w 631667"/>
                <a:gd name="connsiteY18" fmla="*/ 55000 h 81562"/>
                <a:gd name="connsiteX19" fmla="*/ 534584 w 631667"/>
                <a:gd name="connsiteY19" fmla="*/ 47812 h 81562"/>
                <a:gd name="connsiteX20" fmla="*/ 531459 w 631667"/>
                <a:gd name="connsiteY20" fmla="*/ 41875 h 81562"/>
                <a:gd name="connsiteX21" fmla="*/ 526459 w 631667"/>
                <a:gd name="connsiteY21" fmla="*/ 37708 h 81562"/>
                <a:gd name="connsiteX22" fmla="*/ 519479 w 631667"/>
                <a:gd name="connsiteY22" fmla="*/ 36146 h 81562"/>
                <a:gd name="connsiteX23" fmla="*/ 598855 w 631667"/>
                <a:gd name="connsiteY23" fmla="*/ 33958 h 81562"/>
                <a:gd name="connsiteX24" fmla="*/ 604219 w 631667"/>
                <a:gd name="connsiteY24" fmla="*/ 34948 h 81562"/>
                <a:gd name="connsiteX25" fmla="*/ 609063 w 631667"/>
                <a:gd name="connsiteY25" fmla="*/ 37917 h 81562"/>
                <a:gd name="connsiteX26" fmla="*/ 613854 w 631667"/>
                <a:gd name="connsiteY26" fmla="*/ 41406 h 81562"/>
                <a:gd name="connsiteX27" fmla="*/ 618125 w 631667"/>
                <a:gd name="connsiteY27" fmla="*/ 42604 h 81562"/>
                <a:gd name="connsiteX28" fmla="*/ 623386 w 631667"/>
                <a:gd name="connsiteY28" fmla="*/ 40313 h 81562"/>
                <a:gd name="connsiteX29" fmla="*/ 626980 w 631667"/>
                <a:gd name="connsiteY29" fmla="*/ 33958 h 81562"/>
                <a:gd name="connsiteX30" fmla="*/ 631667 w 631667"/>
                <a:gd name="connsiteY30" fmla="*/ 36771 h 81562"/>
                <a:gd name="connsiteX31" fmla="*/ 626719 w 631667"/>
                <a:gd name="connsiteY31" fmla="*/ 45834 h 81562"/>
                <a:gd name="connsiteX32" fmla="*/ 618021 w 631667"/>
                <a:gd name="connsiteY32" fmla="*/ 49271 h 81562"/>
                <a:gd name="connsiteX33" fmla="*/ 612605 w 631667"/>
                <a:gd name="connsiteY33" fmla="*/ 48333 h 81562"/>
                <a:gd name="connsiteX34" fmla="*/ 607813 w 631667"/>
                <a:gd name="connsiteY34" fmla="*/ 45313 h 81562"/>
                <a:gd name="connsiteX35" fmla="*/ 602969 w 631667"/>
                <a:gd name="connsiteY35" fmla="*/ 41875 h 81562"/>
                <a:gd name="connsiteX36" fmla="*/ 598750 w 631667"/>
                <a:gd name="connsiteY36" fmla="*/ 40625 h 81562"/>
                <a:gd name="connsiteX37" fmla="*/ 593646 w 631667"/>
                <a:gd name="connsiteY37" fmla="*/ 42656 h 81562"/>
                <a:gd name="connsiteX38" fmla="*/ 590105 w 631667"/>
                <a:gd name="connsiteY38" fmla="*/ 48438 h 81562"/>
                <a:gd name="connsiteX39" fmla="*/ 585417 w 631667"/>
                <a:gd name="connsiteY39" fmla="*/ 45625 h 81562"/>
                <a:gd name="connsiteX40" fmla="*/ 590313 w 631667"/>
                <a:gd name="connsiteY40" fmla="*/ 37396 h 81562"/>
                <a:gd name="connsiteX41" fmla="*/ 598855 w 631667"/>
                <a:gd name="connsiteY41" fmla="*/ 33958 h 81562"/>
                <a:gd name="connsiteX42" fmla="*/ 214167 w 631667"/>
                <a:gd name="connsiteY42" fmla="*/ 11250 h 81562"/>
                <a:gd name="connsiteX43" fmla="*/ 187292 w 631667"/>
                <a:gd name="connsiteY43" fmla="*/ 55313 h 81562"/>
                <a:gd name="connsiteX44" fmla="*/ 213959 w 631667"/>
                <a:gd name="connsiteY44" fmla="*/ 55313 h 81562"/>
                <a:gd name="connsiteX45" fmla="*/ 213959 w 631667"/>
                <a:gd name="connsiteY45" fmla="*/ 20833 h 81562"/>
                <a:gd name="connsiteX46" fmla="*/ 297917 w 631667"/>
                <a:gd name="connsiteY46" fmla="*/ 7188 h 81562"/>
                <a:gd name="connsiteX47" fmla="*/ 289115 w 631667"/>
                <a:gd name="connsiteY47" fmla="*/ 10833 h 81562"/>
                <a:gd name="connsiteX48" fmla="*/ 284375 w 631667"/>
                <a:gd name="connsiteY48" fmla="*/ 19583 h 81562"/>
                <a:gd name="connsiteX49" fmla="*/ 282344 w 631667"/>
                <a:gd name="connsiteY49" fmla="*/ 30573 h 81562"/>
                <a:gd name="connsiteX50" fmla="*/ 281979 w 631667"/>
                <a:gd name="connsiteY50" fmla="*/ 40729 h 81562"/>
                <a:gd name="connsiteX51" fmla="*/ 282344 w 631667"/>
                <a:gd name="connsiteY51" fmla="*/ 50781 h 81562"/>
                <a:gd name="connsiteX52" fmla="*/ 284375 w 631667"/>
                <a:gd name="connsiteY52" fmla="*/ 61667 h 81562"/>
                <a:gd name="connsiteX53" fmla="*/ 289115 w 631667"/>
                <a:gd name="connsiteY53" fmla="*/ 70312 h 81562"/>
                <a:gd name="connsiteX54" fmla="*/ 297917 w 631667"/>
                <a:gd name="connsiteY54" fmla="*/ 73854 h 81562"/>
                <a:gd name="connsiteX55" fmla="*/ 306875 w 631667"/>
                <a:gd name="connsiteY55" fmla="*/ 70312 h 81562"/>
                <a:gd name="connsiteX56" fmla="*/ 311875 w 631667"/>
                <a:gd name="connsiteY56" fmla="*/ 61667 h 81562"/>
                <a:gd name="connsiteX57" fmla="*/ 314167 w 631667"/>
                <a:gd name="connsiteY57" fmla="*/ 50781 h 81562"/>
                <a:gd name="connsiteX58" fmla="*/ 314688 w 631667"/>
                <a:gd name="connsiteY58" fmla="*/ 40729 h 81562"/>
                <a:gd name="connsiteX59" fmla="*/ 314167 w 631667"/>
                <a:gd name="connsiteY59" fmla="*/ 30573 h 81562"/>
                <a:gd name="connsiteX60" fmla="*/ 311875 w 631667"/>
                <a:gd name="connsiteY60" fmla="*/ 19583 h 81562"/>
                <a:gd name="connsiteX61" fmla="*/ 306875 w 631667"/>
                <a:gd name="connsiteY61" fmla="*/ 10833 h 81562"/>
                <a:gd name="connsiteX62" fmla="*/ 297917 w 631667"/>
                <a:gd name="connsiteY62" fmla="*/ 7188 h 81562"/>
                <a:gd name="connsiteX63" fmla="*/ 89583 w 631667"/>
                <a:gd name="connsiteY63" fmla="*/ 7188 h 81562"/>
                <a:gd name="connsiteX64" fmla="*/ 80781 w 631667"/>
                <a:gd name="connsiteY64" fmla="*/ 10833 h 81562"/>
                <a:gd name="connsiteX65" fmla="*/ 76042 w 631667"/>
                <a:gd name="connsiteY65" fmla="*/ 19583 h 81562"/>
                <a:gd name="connsiteX66" fmla="*/ 74011 w 631667"/>
                <a:gd name="connsiteY66" fmla="*/ 30573 h 81562"/>
                <a:gd name="connsiteX67" fmla="*/ 73646 w 631667"/>
                <a:gd name="connsiteY67" fmla="*/ 40729 h 81562"/>
                <a:gd name="connsiteX68" fmla="*/ 74011 w 631667"/>
                <a:gd name="connsiteY68" fmla="*/ 50781 h 81562"/>
                <a:gd name="connsiteX69" fmla="*/ 76042 w 631667"/>
                <a:gd name="connsiteY69" fmla="*/ 61667 h 81562"/>
                <a:gd name="connsiteX70" fmla="*/ 80781 w 631667"/>
                <a:gd name="connsiteY70" fmla="*/ 70312 h 81562"/>
                <a:gd name="connsiteX71" fmla="*/ 89583 w 631667"/>
                <a:gd name="connsiteY71" fmla="*/ 73854 h 81562"/>
                <a:gd name="connsiteX72" fmla="*/ 98542 w 631667"/>
                <a:gd name="connsiteY72" fmla="*/ 70312 h 81562"/>
                <a:gd name="connsiteX73" fmla="*/ 103542 w 631667"/>
                <a:gd name="connsiteY73" fmla="*/ 61667 h 81562"/>
                <a:gd name="connsiteX74" fmla="*/ 105833 w 631667"/>
                <a:gd name="connsiteY74" fmla="*/ 50781 h 81562"/>
                <a:gd name="connsiteX75" fmla="*/ 106354 w 631667"/>
                <a:gd name="connsiteY75" fmla="*/ 40729 h 81562"/>
                <a:gd name="connsiteX76" fmla="*/ 105833 w 631667"/>
                <a:gd name="connsiteY76" fmla="*/ 30573 h 81562"/>
                <a:gd name="connsiteX77" fmla="*/ 103542 w 631667"/>
                <a:gd name="connsiteY77" fmla="*/ 19583 h 81562"/>
                <a:gd name="connsiteX78" fmla="*/ 98542 w 631667"/>
                <a:gd name="connsiteY78" fmla="*/ 10833 h 81562"/>
                <a:gd name="connsiteX79" fmla="*/ 89583 w 631667"/>
                <a:gd name="connsiteY79" fmla="*/ 7188 h 81562"/>
                <a:gd name="connsiteX80" fmla="*/ 453125 w 631667"/>
                <a:gd name="connsiteY80" fmla="*/ 3125 h 81562"/>
                <a:gd name="connsiteX81" fmla="*/ 459063 w 631667"/>
                <a:gd name="connsiteY81" fmla="*/ 3125 h 81562"/>
                <a:gd name="connsiteX82" fmla="*/ 460625 w 631667"/>
                <a:gd name="connsiteY82" fmla="*/ 3542 h 81562"/>
                <a:gd name="connsiteX83" fmla="*/ 461042 w 631667"/>
                <a:gd name="connsiteY83" fmla="*/ 5104 h 81562"/>
                <a:gd name="connsiteX84" fmla="*/ 461042 w 631667"/>
                <a:gd name="connsiteY84" fmla="*/ 79167 h 81562"/>
                <a:gd name="connsiteX85" fmla="*/ 452813 w 631667"/>
                <a:gd name="connsiteY85" fmla="*/ 79167 h 81562"/>
                <a:gd name="connsiteX86" fmla="*/ 452813 w 631667"/>
                <a:gd name="connsiteY86" fmla="*/ 12083 h 81562"/>
                <a:gd name="connsiteX87" fmla="*/ 445782 w 631667"/>
                <a:gd name="connsiteY87" fmla="*/ 17865 h 81562"/>
                <a:gd name="connsiteX88" fmla="*/ 436563 w 631667"/>
                <a:gd name="connsiteY88" fmla="*/ 23125 h 81562"/>
                <a:gd name="connsiteX89" fmla="*/ 436563 w 631667"/>
                <a:gd name="connsiteY89" fmla="*/ 15208 h 81562"/>
                <a:gd name="connsiteX90" fmla="*/ 445209 w 631667"/>
                <a:gd name="connsiteY90" fmla="*/ 10104 h 81562"/>
                <a:gd name="connsiteX91" fmla="*/ 453125 w 631667"/>
                <a:gd name="connsiteY91" fmla="*/ 3125 h 81562"/>
                <a:gd name="connsiteX92" fmla="*/ 344167 w 631667"/>
                <a:gd name="connsiteY92" fmla="*/ 3125 h 81562"/>
                <a:gd name="connsiteX93" fmla="*/ 383854 w 631667"/>
                <a:gd name="connsiteY93" fmla="*/ 3125 h 81562"/>
                <a:gd name="connsiteX94" fmla="*/ 383854 w 631667"/>
                <a:gd name="connsiteY94" fmla="*/ 10208 h 81562"/>
                <a:gd name="connsiteX95" fmla="*/ 350521 w 631667"/>
                <a:gd name="connsiteY95" fmla="*/ 10208 h 81562"/>
                <a:gd name="connsiteX96" fmla="*/ 349063 w 631667"/>
                <a:gd name="connsiteY96" fmla="*/ 35834 h 81562"/>
                <a:gd name="connsiteX97" fmla="*/ 355886 w 631667"/>
                <a:gd name="connsiteY97" fmla="*/ 30781 h 81562"/>
                <a:gd name="connsiteX98" fmla="*/ 365938 w 631667"/>
                <a:gd name="connsiteY98" fmla="*/ 28958 h 81562"/>
                <a:gd name="connsiteX99" fmla="*/ 374375 w 631667"/>
                <a:gd name="connsiteY99" fmla="*/ 30573 h 81562"/>
                <a:gd name="connsiteX100" fmla="*/ 381355 w 631667"/>
                <a:gd name="connsiteY100" fmla="*/ 35417 h 81562"/>
                <a:gd name="connsiteX101" fmla="*/ 386042 w 631667"/>
                <a:gd name="connsiteY101" fmla="*/ 43490 h 81562"/>
                <a:gd name="connsiteX102" fmla="*/ 387813 w 631667"/>
                <a:gd name="connsiteY102" fmla="*/ 54896 h 81562"/>
                <a:gd name="connsiteX103" fmla="*/ 386094 w 631667"/>
                <a:gd name="connsiteY103" fmla="*/ 65417 h 81562"/>
                <a:gd name="connsiteX104" fmla="*/ 381250 w 631667"/>
                <a:gd name="connsiteY104" fmla="*/ 73646 h 81562"/>
                <a:gd name="connsiteX105" fmla="*/ 373594 w 631667"/>
                <a:gd name="connsiteY105" fmla="*/ 79010 h 81562"/>
                <a:gd name="connsiteX106" fmla="*/ 363750 w 631667"/>
                <a:gd name="connsiteY106" fmla="*/ 80938 h 81562"/>
                <a:gd name="connsiteX107" fmla="*/ 347084 w 631667"/>
                <a:gd name="connsiteY107" fmla="*/ 75729 h 81562"/>
                <a:gd name="connsiteX108" fmla="*/ 339792 w 631667"/>
                <a:gd name="connsiteY108" fmla="*/ 60625 h 81562"/>
                <a:gd name="connsiteX109" fmla="*/ 348021 w 631667"/>
                <a:gd name="connsiteY109" fmla="*/ 60625 h 81562"/>
                <a:gd name="connsiteX110" fmla="*/ 353334 w 631667"/>
                <a:gd name="connsiteY110" fmla="*/ 70469 h 81562"/>
                <a:gd name="connsiteX111" fmla="*/ 364063 w 631667"/>
                <a:gd name="connsiteY111" fmla="*/ 73958 h 81562"/>
                <a:gd name="connsiteX112" fmla="*/ 375052 w 631667"/>
                <a:gd name="connsiteY112" fmla="*/ 68854 h 81562"/>
                <a:gd name="connsiteX113" fmla="*/ 379479 w 631667"/>
                <a:gd name="connsiteY113" fmla="*/ 55000 h 81562"/>
                <a:gd name="connsiteX114" fmla="*/ 375104 w 631667"/>
                <a:gd name="connsiteY114" fmla="*/ 40625 h 81562"/>
                <a:gd name="connsiteX115" fmla="*/ 364167 w 631667"/>
                <a:gd name="connsiteY115" fmla="*/ 35834 h 81562"/>
                <a:gd name="connsiteX116" fmla="*/ 355000 w 631667"/>
                <a:gd name="connsiteY116" fmla="*/ 38490 h 81562"/>
                <a:gd name="connsiteX117" fmla="*/ 349792 w 631667"/>
                <a:gd name="connsiteY117" fmla="*/ 45729 h 81562"/>
                <a:gd name="connsiteX118" fmla="*/ 349479 w 631667"/>
                <a:gd name="connsiteY118" fmla="*/ 46563 h 81562"/>
                <a:gd name="connsiteX119" fmla="*/ 349167 w 631667"/>
                <a:gd name="connsiteY119" fmla="*/ 47083 h 81562"/>
                <a:gd name="connsiteX120" fmla="*/ 348594 w 631667"/>
                <a:gd name="connsiteY120" fmla="*/ 47396 h 81562"/>
                <a:gd name="connsiteX121" fmla="*/ 347708 w 631667"/>
                <a:gd name="connsiteY121" fmla="*/ 47500 h 81562"/>
                <a:gd name="connsiteX122" fmla="*/ 342709 w 631667"/>
                <a:gd name="connsiteY122" fmla="*/ 47500 h 81562"/>
                <a:gd name="connsiteX123" fmla="*/ 341563 w 631667"/>
                <a:gd name="connsiteY123" fmla="*/ 47240 h 81562"/>
                <a:gd name="connsiteX124" fmla="*/ 341354 w 631667"/>
                <a:gd name="connsiteY124" fmla="*/ 45938 h 81562"/>
                <a:gd name="connsiteX125" fmla="*/ 342500 w 631667"/>
                <a:gd name="connsiteY125" fmla="*/ 5104 h 81562"/>
                <a:gd name="connsiteX126" fmla="*/ 342865 w 631667"/>
                <a:gd name="connsiteY126" fmla="*/ 3542 h 81562"/>
                <a:gd name="connsiteX127" fmla="*/ 344167 w 631667"/>
                <a:gd name="connsiteY127" fmla="*/ 3125 h 81562"/>
                <a:gd name="connsiteX128" fmla="*/ 212813 w 631667"/>
                <a:gd name="connsiteY128" fmla="*/ 1979 h 81562"/>
                <a:gd name="connsiteX129" fmla="*/ 219896 w 631667"/>
                <a:gd name="connsiteY129" fmla="*/ 1979 h 81562"/>
                <a:gd name="connsiteX130" fmla="*/ 221458 w 631667"/>
                <a:gd name="connsiteY130" fmla="*/ 2396 h 81562"/>
                <a:gd name="connsiteX131" fmla="*/ 221875 w 631667"/>
                <a:gd name="connsiteY131" fmla="*/ 3959 h 81562"/>
                <a:gd name="connsiteX132" fmla="*/ 221875 w 631667"/>
                <a:gd name="connsiteY132" fmla="*/ 55313 h 81562"/>
                <a:gd name="connsiteX133" fmla="*/ 233229 w 631667"/>
                <a:gd name="connsiteY133" fmla="*/ 55313 h 81562"/>
                <a:gd name="connsiteX134" fmla="*/ 233229 w 631667"/>
                <a:gd name="connsiteY134" fmla="*/ 62500 h 81562"/>
                <a:gd name="connsiteX135" fmla="*/ 221875 w 631667"/>
                <a:gd name="connsiteY135" fmla="*/ 62500 h 81562"/>
                <a:gd name="connsiteX136" fmla="*/ 221875 w 631667"/>
                <a:gd name="connsiteY136" fmla="*/ 79167 h 81562"/>
                <a:gd name="connsiteX137" fmla="*/ 213750 w 631667"/>
                <a:gd name="connsiteY137" fmla="*/ 79167 h 81562"/>
                <a:gd name="connsiteX138" fmla="*/ 213750 w 631667"/>
                <a:gd name="connsiteY138" fmla="*/ 62500 h 81562"/>
                <a:gd name="connsiteX139" fmla="*/ 181354 w 631667"/>
                <a:gd name="connsiteY139" fmla="*/ 62500 h 81562"/>
                <a:gd name="connsiteX140" fmla="*/ 179792 w 631667"/>
                <a:gd name="connsiteY140" fmla="*/ 62083 h 81562"/>
                <a:gd name="connsiteX141" fmla="*/ 179375 w 631667"/>
                <a:gd name="connsiteY141" fmla="*/ 60521 h 81562"/>
                <a:gd name="connsiteX142" fmla="*/ 179375 w 631667"/>
                <a:gd name="connsiteY142" fmla="*/ 56146 h 81562"/>
                <a:gd name="connsiteX143" fmla="*/ 179636 w 631667"/>
                <a:gd name="connsiteY143" fmla="*/ 54636 h 81562"/>
                <a:gd name="connsiteX144" fmla="*/ 180313 w 631667"/>
                <a:gd name="connsiteY144" fmla="*/ 53229 h 81562"/>
                <a:gd name="connsiteX145" fmla="*/ 210729 w 631667"/>
                <a:gd name="connsiteY145" fmla="*/ 3333 h 81562"/>
                <a:gd name="connsiteX146" fmla="*/ 211563 w 631667"/>
                <a:gd name="connsiteY146" fmla="*/ 2344 h 81562"/>
                <a:gd name="connsiteX147" fmla="*/ 212813 w 631667"/>
                <a:gd name="connsiteY147" fmla="*/ 1979 h 81562"/>
                <a:gd name="connsiteX148" fmla="*/ 520313 w 631667"/>
                <a:gd name="connsiteY148" fmla="*/ 1458 h 81562"/>
                <a:gd name="connsiteX149" fmla="*/ 535729 w 631667"/>
                <a:gd name="connsiteY149" fmla="*/ 6823 h 81562"/>
                <a:gd name="connsiteX150" fmla="*/ 542709 w 631667"/>
                <a:gd name="connsiteY150" fmla="*/ 21250 h 81562"/>
                <a:gd name="connsiteX151" fmla="*/ 534480 w 631667"/>
                <a:gd name="connsiteY151" fmla="*/ 21250 h 81562"/>
                <a:gd name="connsiteX152" fmla="*/ 530105 w 631667"/>
                <a:gd name="connsiteY152" fmla="*/ 11927 h 81562"/>
                <a:gd name="connsiteX153" fmla="*/ 520417 w 631667"/>
                <a:gd name="connsiteY153" fmla="*/ 8438 h 81562"/>
                <a:gd name="connsiteX154" fmla="*/ 511250 w 631667"/>
                <a:gd name="connsiteY154" fmla="*/ 11875 h 81562"/>
                <a:gd name="connsiteX155" fmla="*/ 505417 w 631667"/>
                <a:gd name="connsiteY155" fmla="*/ 20521 h 81562"/>
                <a:gd name="connsiteX156" fmla="*/ 502344 w 631667"/>
                <a:gd name="connsiteY156" fmla="*/ 31667 h 81562"/>
                <a:gd name="connsiteX157" fmla="*/ 501459 w 631667"/>
                <a:gd name="connsiteY157" fmla="*/ 42917 h 81562"/>
                <a:gd name="connsiteX158" fmla="*/ 509167 w 631667"/>
                <a:gd name="connsiteY158" fmla="*/ 32969 h 81562"/>
                <a:gd name="connsiteX159" fmla="*/ 521563 w 631667"/>
                <a:gd name="connsiteY159" fmla="*/ 29687 h 81562"/>
                <a:gd name="connsiteX160" fmla="*/ 537865 w 631667"/>
                <a:gd name="connsiteY160" fmla="*/ 36667 h 81562"/>
                <a:gd name="connsiteX161" fmla="*/ 543855 w 631667"/>
                <a:gd name="connsiteY161" fmla="*/ 55209 h 81562"/>
                <a:gd name="connsiteX162" fmla="*/ 542240 w 631667"/>
                <a:gd name="connsiteY162" fmla="*/ 65313 h 81562"/>
                <a:gd name="connsiteX163" fmla="*/ 537500 w 631667"/>
                <a:gd name="connsiteY163" fmla="*/ 73542 h 81562"/>
                <a:gd name="connsiteX164" fmla="*/ 530105 w 631667"/>
                <a:gd name="connsiteY164" fmla="*/ 78958 h 81562"/>
                <a:gd name="connsiteX165" fmla="*/ 520209 w 631667"/>
                <a:gd name="connsiteY165" fmla="*/ 80938 h 81562"/>
                <a:gd name="connsiteX166" fmla="*/ 505573 w 631667"/>
                <a:gd name="connsiteY166" fmla="*/ 76406 h 81562"/>
                <a:gd name="connsiteX167" fmla="*/ 497188 w 631667"/>
                <a:gd name="connsiteY167" fmla="*/ 64896 h 81562"/>
                <a:gd name="connsiteX168" fmla="*/ 494948 w 631667"/>
                <a:gd name="connsiteY168" fmla="*/ 55677 h 81562"/>
                <a:gd name="connsiteX169" fmla="*/ 494271 w 631667"/>
                <a:gd name="connsiteY169" fmla="*/ 43542 h 81562"/>
                <a:gd name="connsiteX170" fmla="*/ 496198 w 631667"/>
                <a:gd name="connsiteY170" fmla="*/ 25260 h 81562"/>
                <a:gd name="connsiteX171" fmla="*/ 501667 w 631667"/>
                <a:gd name="connsiteY171" fmla="*/ 12083 h 81562"/>
                <a:gd name="connsiteX172" fmla="*/ 509896 w 631667"/>
                <a:gd name="connsiteY172" fmla="*/ 4167 h 81562"/>
                <a:gd name="connsiteX173" fmla="*/ 520313 w 631667"/>
                <a:gd name="connsiteY173" fmla="*/ 1458 h 81562"/>
                <a:gd name="connsiteX174" fmla="*/ 140208 w 631667"/>
                <a:gd name="connsiteY174" fmla="*/ 1354 h 81562"/>
                <a:gd name="connsiteX175" fmla="*/ 156250 w 631667"/>
                <a:gd name="connsiteY175" fmla="*/ 6458 h 81562"/>
                <a:gd name="connsiteX176" fmla="*/ 162708 w 631667"/>
                <a:gd name="connsiteY176" fmla="*/ 21458 h 81562"/>
                <a:gd name="connsiteX177" fmla="*/ 158594 w 631667"/>
                <a:gd name="connsiteY177" fmla="*/ 35313 h 81562"/>
                <a:gd name="connsiteX178" fmla="*/ 148750 w 631667"/>
                <a:gd name="connsiteY178" fmla="*/ 49271 h 81562"/>
                <a:gd name="connsiteX179" fmla="*/ 136875 w 631667"/>
                <a:gd name="connsiteY179" fmla="*/ 61979 h 81562"/>
                <a:gd name="connsiteX180" fmla="*/ 126667 w 631667"/>
                <a:gd name="connsiteY180" fmla="*/ 71979 h 81562"/>
                <a:gd name="connsiteX181" fmla="*/ 164375 w 631667"/>
                <a:gd name="connsiteY181" fmla="*/ 71979 h 81562"/>
                <a:gd name="connsiteX182" fmla="*/ 164375 w 631667"/>
                <a:gd name="connsiteY182" fmla="*/ 79167 h 81562"/>
                <a:gd name="connsiteX183" fmla="*/ 118646 w 631667"/>
                <a:gd name="connsiteY183" fmla="*/ 79167 h 81562"/>
                <a:gd name="connsiteX184" fmla="*/ 117448 w 631667"/>
                <a:gd name="connsiteY184" fmla="*/ 78854 h 81562"/>
                <a:gd name="connsiteX185" fmla="*/ 117188 w 631667"/>
                <a:gd name="connsiteY185" fmla="*/ 77604 h 81562"/>
                <a:gd name="connsiteX186" fmla="*/ 117188 w 631667"/>
                <a:gd name="connsiteY186" fmla="*/ 71354 h 81562"/>
                <a:gd name="connsiteX187" fmla="*/ 121510 w 631667"/>
                <a:gd name="connsiteY187" fmla="*/ 67188 h 81562"/>
                <a:gd name="connsiteX188" fmla="*/ 127084 w 631667"/>
                <a:gd name="connsiteY188" fmla="*/ 61667 h 81562"/>
                <a:gd name="connsiteX189" fmla="*/ 133125 w 631667"/>
                <a:gd name="connsiteY189" fmla="*/ 55209 h 81562"/>
                <a:gd name="connsiteX190" fmla="*/ 139271 w 631667"/>
                <a:gd name="connsiteY190" fmla="*/ 48125 h 81562"/>
                <a:gd name="connsiteX191" fmla="*/ 145000 w 631667"/>
                <a:gd name="connsiteY191" fmla="*/ 40990 h 81562"/>
                <a:gd name="connsiteX192" fmla="*/ 149688 w 631667"/>
                <a:gd name="connsiteY192" fmla="*/ 34062 h 81562"/>
                <a:gd name="connsiteX193" fmla="*/ 152969 w 631667"/>
                <a:gd name="connsiteY193" fmla="*/ 27604 h 81562"/>
                <a:gd name="connsiteX194" fmla="*/ 154167 w 631667"/>
                <a:gd name="connsiteY194" fmla="*/ 22084 h 81562"/>
                <a:gd name="connsiteX195" fmla="*/ 150208 w 631667"/>
                <a:gd name="connsiteY195" fmla="*/ 11927 h 81562"/>
                <a:gd name="connsiteX196" fmla="*/ 140000 w 631667"/>
                <a:gd name="connsiteY196" fmla="*/ 8542 h 81562"/>
                <a:gd name="connsiteX197" fmla="*/ 130156 w 631667"/>
                <a:gd name="connsiteY197" fmla="*/ 12709 h 81562"/>
                <a:gd name="connsiteX198" fmla="*/ 126354 w 631667"/>
                <a:gd name="connsiteY198" fmla="*/ 23542 h 81562"/>
                <a:gd name="connsiteX199" fmla="*/ 117813 w 631667"/>
                <a:gd name="connsiteY199" fmla="*/ 23542 h 81562"/>
                <a:gd name="connsiteX200" fmla="*/ 119479 w 631667"/>
                <a:gd name="connsiteY200" fmla="*/ 14427 h 81562"/>
                <a:gd name="connsiteX201" fmla="*/ 124167 w 631667"/>
                <a:gd name="connsiteY201" fmla="*/ 7396 h 81562"/>
                <a:gd name="connsiteX202" fmla="*/ 131302 w 631667"/>
                <a:gd name="connsiteY202" fmla="*/ 2917 h 81562"/>
                <a:gd name="connsiteX203" fmla="*/ 140208 w 631667"/>
                <a:gd name="connsiteY203" fmla="*/ 1354 h 81562"/>
                <a:gd name="connsiteX204" fmla="*/ 23021 w 631667"/>
                <a:gd name="connsiteY204" fmla="*/ 1354 h 81562"/>
                <a:gd name="connsiteX205" fmla="*/ 39063 w 631667"/>
                <a:gd name="connsiteY205" fmla="*/ 6458 h 81562"/>
                <a:gd name="connsiteX206" fmla="*/ 45521 w 631667"/>
                <a:gd name="connsiteY206" fmla="*/ 21458 h 81562"/>
                <a:gd name="connsiteX207" fmla="*/ 41406 w 631667"/>
                <a:gd name="connsiteY207" fmla="*/ 35313 h 81562"/>
                <a:gd name="connsiteX208" fmla="*/ 31562 w 631667"/>
                <a:gd name="connsiteY208" fmla="*/ 49271 h 81562"/>
                <a:gd name="connsiteX209" fmla="*/ 19688 w 631667"/>
                <a:gd name="connsiteY209" fmla="*/ 61979 h 81562"/>
                <a:gd name="connsiteX210" fmla="*/ 9479 w 631667"/>
                <a:gd name="connsiteY210" fmla="*/ 71979 h 81562"/>
                <a:gd name="connsiteX211" fmla="*/ 47188 w 631667"/>
                <a:gd name="connsiteY211" fmla="*/ 71979 h 81562"/>
                <a:gd name="connsiteX212" fmla="*/ 47188 w 631667"/>
                <a:gd name="connsiteY212" fmla="*/ 79167 h 81562"/>
                <a:gd name="connsiteX213" fmla="*/ 1458 w 631667"/>
                <a:gd name="connsiteY213" fmla="*/ 79167 h 81562"/>
                <a:gd name="connsiteX214" fmla="*/ 260 w 631667"/>
                <a:gd name="connsiteY214" fmla="*/ 78854 h 81562"/>
                <a:gd name="connsiteX215" fmla="*/ 0 w 631667"/>
                <a:gd name="connsiteY215" fmla="*/ 77604 h 81562"/>
                <a:gd name="connsiteX216" fmla="*/ 0 w 631667"/>
                <a:gd name="connsiteY216" fmla="*/ 71354 h 81562"/>
                <a:gd name="connsiteX217" fmla="*/ 4323 w 631667"/>
                <a:gd name="connsiteY217" fmla="*/ 67188 h 81562"/>
                <a:gd name="connsiteX218" fmla="*/ 9896 w 631667"/>
                <a:gd name="connsiteY218" fmla="*/ 61667 h 81562"/>
                <a:gd name="connsiteX219" fmla="*/ 15937 w 631667"/>
                <a:gd name="connsiteY219" fmla="*/ 55209 h 81562"/>
                <a:gd name="connsiteX220" fmla="*/ 22083 w 631667"/>
                <a:gd name="connsiteY220" fmla="*/ 48125 h 81562"/>
                <a:gd name="connsiteX221" fmla="*/ 27813 w 631667"/>
                <a:gd name="connsiteY221" fmla="*/ 40990 h 81562"/>
                <a:gd name="connsiteX222" fmla="*/ 32500 w 631667"/>
                <a:gd name="connsiteY222" fmla="*/ 34062 h 81562"/>
                <a:gd name="connsiteX223" fmla="*/ 35781 w 631667"/>
                <a:gd name="connsiteY223" fmla="*/ 27604 h 81562"/>
                <a:gd name="connsiteX224" fmla="*/ 36979 w 631667"/>
                <a:gd name="connsiteY224" fmla="*/ 22084 h 81562"/>
                <a:gd name="connsiteX225" fmla="*/ 33021 w 631667"/>
                <a:gd name="connsiteY225" fmla="*/ 11927 h 81562"/>
                <a:gd name="connsiteX226" fmla="*/ 22812 w 631667"/>
                <a:gd name="connsiteY226" fmla="*/ 8542 h 81562"/>
                <a:gd name="connsiteX227" fmla="*/ 12969 w 631667"/>
                <a:gd name="connsiteY227" fmla="*/ 12709 h 81562"/>
                <a:gd name="connsiteX228" fmla="*/ 9167 w 631667"/>
                <a:gd name="connsiteY228" fmla="*/ 23542 h 81562"/>
                <a:gd name="connsiteX229" fmla="*/ 625 w 631667"/>
                <a:gd name="connsiteY229" fmla="*/ 23542 h 81562"/>
                <a:gd name="connsiteX230" fmla="*/ 2292 w 631667"/>
                <a:gd name="connsiteY230" fmla="*/ 14427 h 81562"/>
                <a:gd name="connsiteX231" fmla="*/ 6979 w 631667"/>
                <a:gd name="connsiteY231" fmla="*/ 7396 h 81562"/>
                <a:gd name="connsiteX232" fmla="*/ 14115 w 631667"/>
                <a:gd name="connsiteY232" fmla="*/ 2917 h 81562"/>
                <a:gd name="connsiteX233" fmla="*/ 23021 w 631667"/>
                <a:gd name="connsiteY233" fmla="*/ 1354 h 81562"/>
                <a:gd name="connsiteX234" fmla="*/ 297917 w 631667"/>
                <a:gd name="connsiteY234" fmla="*/ 0 h 81562"/>
                <a:gd name="connsiteX235" fmla="*/ 310677 w 631667"/>
                <a:gd name="connsiteY235" fmla="*/ 3646 h 81562"/>
                <a:gd name="connsiteX236" fmla="*/ 318438 w 631667"/>
                <a:gd name="connsiteY236" fmla="*/ 13021 h 81562"/>
                <a:gd name="connsiteX237" fmla="*/ 322292 w 631667"/>
                <a:gd name="connsiteY237" fmla="*/ 26146 h 81562"/>
                <a:gd name="connsiteX238" fmla="*/ 323334 w 631667"/>
                <a:gd name="connsiteY238" fmla="*/ 40729 h 81562"/>
                <a:gd name="connsiteX239" fmla="*/ 322292 w 631667"/>
                <a:gd name="connsiteY239" fmla="*/ 55313 h 81562"/>
                <a:gd name="connsiteX240" fmla="*/ 318438 w 631667"/>
                <a:gd name="connsiteY240" fmla="*/ 68334 h 81562"/>
                <a:gd name="connsiteX241" fmla="*/ 310677 w 631667"/>
                <a:gd name="connsiteY241" fmla="*/ 77604 h 81562"/>
                <a:gd name="connsiteX242" fmla="*/ 297917 w 631667"/>
                <a:gd name="connsiteY242" fmla="*/ 81146 h 81562"/>
                <a:gd name="connsiteX243" fmla="*/ 285365 w 631667"/>
                <a:gd name="connsiteY243" fmla="*/ 77604 h 81562"/>
                <a:gd name="connsiteX244" fmla="*/ 277917 w 631667"/>
                <a:gd name="connsiteY244" fmla="*/ 68334 h 81562"/>
                <a:gd name="connsiteX245" fmla="*/ 274271 w 631667"/>
                <a:gd name="connsiteY245" fmla="*/ 55313 h 81562"/>
                <a:gd name="connsiteX246" fmla="*/ 273334 w 631667"/>
                <a:gd name="connsiteY246" fmla="*/ 40729 h 81562"/>
                <a:gd name="connsiteX247" fmla="*/ 274271 w 631667"/>
                <a:gd name="connsiteY247" fmla="*/ 26146 h 81562"/>
                <a:gd name="connsiteX248" fmla="*/ 277917 w 631667"/>
                <a:gd name="connsiteY248" fmla="*/ 13021 h 81562"/>
                <a:gd name="connsiteX249" fmla="*/ 285365 w 631667"/>
                <a:gd name="connsiteY249" fmla="*/ 3646 h 81562"/>
                <a:gd name="connsiteX250" fmla="*/ 297917 w 631667"/>
                <a:gd name="connsiteY250" fmla="*/ 0 h 81562"/>
                <a:gd name="connsiteX251" fmla="*/ 89583 w 631667"/>
                <a:gd name="connsiteY251" fmla="*/ 0 h 81562"/>
                <a:gd name="connsiteX252" fmla="*/ 102344 w 631667"/>
                <a:gd name="connsiteY252" fmla="*/ 3646 h 81562"/>
                <a:gd name="connsiteX253" fmla="*/ 110104 w 631667"/>
                <a:gd name="connsiteY253" fmla="*/ 13021 h 81562"/>
                <a:gd name="connsiteX254" fmla="*/ 113958 w 631667"/>
                <a:gd name="connsiteY254" fmla="*/ 26146 h 81562"/>
                <a:gd name="connsiteX255" fmla="*/ 115000 w 631667"/>
                <a:gd name="connsiteY255" fmla="*/ 40729 h 81562"/>
                <a:gd name="connsiteX256" fmla="*/ 113958 w 631667"/>
                <a:gd name="connsiteY256" fmla="*/ 55313 h 81562"/>
                <a:gd name="connsiteX257" fmla="*/ 110104 w 631667"/>
                <a:gd name="connsiteY257" fmla="*/ 68334 h 81562"/>
                <a:gd name="connsiteX258" fmla="*/ 102344 w 631667"/>
                <a:gd name="connsiteY258" fmla="*/ 77604 h 81562"/>
                <a:gd name="connsiteX259" fmla="*/ 89583 w 631667"/>
                <a:gd name="connsiteY259" fmla="*/ 81146 h 81562"/>
                <a:gd name="connsiteX260" fmla="*/ 77031 w 631667"/>
                <a:gd name="connsiteY260" fmla="*/ 77604 h 81562"/>
                <a:gd name="connsiteX261" fmla="*/ 69583 w 631667"/>
                <a:gd name="connsiteY261" fmla="*/ 68334 h 81562"/>
                <a:gd name="connsiteX262" fmla="*/ 65937 w 631667"/>
                <a:gd name="connsiteY262" fmla="*/ 55313 h 81562"/>
                <a:gd name="connsiteX263" fmla="*/ 65000 w 631667"/>
                <a:gd name="connsiteY263" fmla="*/ 40729 h 81562"/>
                <a:gd name="connsiteX264" fmla="*/ 65937 w 631667"/>
                <a:gd name="connsiteY264" fmla="*/ 26146 h 81562"/>
                <a:gd name="connsiteX265" fmla="*/ 69583 w 631667"/>
                <a:gd name="connsiteY265" fmla="*/ 13021 h 81562"/>
                <a:gd name="connsiteX266" fmla="*/ 77031 w 631667"/>
                <a:gd name="connsiteY266" fmla="*/ 3646 h 81562"/>
                <a:gd name="connsiteX267" fmla="*/ 89583 w 631667"/>
                <a:gd name="connsiteY267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19479" y="36146"/>
                  </a:moveTo>
                  <a:cubicBezTo>
                    <a:pt x="517123" y="36146"/>
                    <a:pt x="514948" y="36654"/>
                    <a:pt x="512969" y="37656"/>
                  </a:cubicBezTo>
                  <a:cubicBezTo>
                    <a:pt x="510990" y="38672"/>
                    <a:pt x="509310" y="39974"/>
                    <a:pt x="507917" y="41563"/>
                  </a:cubicBezTo>
                  <a:cubicBezTo>
                    <a:pt x="506459" y="43229"/>
                    <a:pt x="505352" y="45143"/>
                    <a:pt x="504584" y="47292"/>
                  </a:cubicBezTo>
                  <a:cubicBezTo>
                    <a:pt x="503815" y="49453"/>
                    <a:pt x="503438" y="51706"/>
                    <a:pt x="503438" y="54063"/>
                  </a:cubicBezTo>
                  <a:cubicBezTo>
                    <a:pt x="503438" y="56914"/>
                    <a:pt x="503802" y="59557"/>
                    <a:pt x="504532" y="61979"/>
                  </a:cubicBezTo>
                  <a:cubicBezTo>
                    <a:pt x="505261" y="64414"/>
                    <a:pt x="506316" y="66497"/>
                    <a:pt x="507709" y="68229"/>
                  </a:cubicBezTo>
                  <a:cubicBezTo>
                    <a:pt x="509102" y="70039"/>
                    <a:pt x="510769" y="71445"/>
                    <a:pt x="512709" y="72448"/>
                  </a:cubicBezTo>
                  <a:cubicBezTo>
                    <a:pt x="514649" y="73464"/>
                    <a:pt x="516836" y="73958"/>
                    <a:pt x="519271" y="73958"/>
                  </a:cubicBezTo>
                  <a:cubicBezTo>
                    <a:pt x="524479" y="73958"/>
                    <a:pt x="528503" y="72136"/>
                    <a:pt x="531354" y="68490"/>
                  </a:cubicBezTo>
                  <a:cubicBezTo>
                    <a:pt x="534206" y="64844"/>
                    <a:pt x="535625" y="60352"/>
                    <a:pt x="535625" y="55000"/>
                  </a:cubicBezTo>
                  <a:cubicBezTo>
                    <a:pt x="535625" y="52500"/>
                    <a:pt x="535274" y="50104"/>
                    <a:pt x="534584" y="47812"/>
                  </a:cubicBezTo>
                  <a:cubicBezTo>
                    <a:pt x="533894" y="45521"/>
                    <a:pt x="532852" y="43542"/>
                    <a:pt x="531459" y="41875"/>
                  </a:cubicBezTo>
                  <a:cubicBezTo>
                    <a:pt x="530143" y="40143"/>
                    <a:pt x="528477" y="38750"/>
                    <a:pt x="526459" y="37708"/>
                  </a:cubicBezTo>
                  <a:cubicBezTo>
                    <a:pt x="524441" y="36667"/>
                    <a:pt x="522123" y="36146"/>
                    <a:pt x="519479" y="36146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97"/>
                    <a:pt x="604219" y="34948"/>
                  </a:cubicBezTo>
                  <a:cubicBezTo>
                    <a:pt x="605782" y="35612"/>
                    <a:pt x="607396" y="36602"/>
                    <a:pt x="609063" y="37917"/>
                  </a:cubicBezTo>
                  <a:cubicBezTo>
                    <a:pt x="610938" y="39453"/>
                    <a:pt x="612539" y="40612"/>
                    <a:pt x="613854" y="41406"/>
                  </a:cubicBezTo>
                  <a:cubicBezTo>
                    <a:pt x="615170" y="42214"/>
                    <a:pt x="616602" y="42604"/>
                    <a:pt x="618125" y="42604"/>
                  </a:cubicBezTo>
                  <a:cubicBezTo>
                    <a:pt x="620352" y="42604"/>
                    <a:pt x="622097" y="41849"/>
                    <a:pt x="623386" y="40313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3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35"/>
                    <a:pt x="587956" y="39688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297917" y="7188"/>
                  </a:moveTo>
                  <a:cubicBezTo>
                    <a:pt x="294167" y="7188"/>
                    <a:pt x="291237" y="8411"/>
                    <a:pt x="289115" y="10833"/>
                  </a:cubicBezTo>
                  <a:cubicBezTo>
                    <a:pt x="286992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097" y="34427"/>
                    <a:pt x="281979" y="37813"/>
                    <a:pt x="281979" y="40729"/>
                  </a:cubicBezTo>
                  <a:cubicBezTo>
                    <a:pt x="281979" y="43646"/>
                    <a:pt x="282097" y="47005"/>
                    <a:pt x="282344" y="50781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6992" y="67956"/>
                    <a:pt x="289115" y="70312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49" y="72682"/>
                    <a:pt x="306875" y="70312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15" y="54570"/>
                    <a:pt x="314167" y="50781"/>
                  </a:cubicBezTo>
                  <a:cubicBezTo>
                    <a:pt x="314518" y="47005"/>
                    <a:pt x="314688" y="43646"/>
                    <a:pt x="314688" y="40729"/>
                  </a:cubicBezTo>
                  <a:cubicBezTo>
                    <a:pt x="314688" y="37813"/>
                    <a:pt x="314518" y="34427"/>
                    <a:pt x="314167" y="30573"/>
                  </a:cubicBezTo>
                  <a:cubicBezTo>
                    <a:pt x="313815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49" y="8411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411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3" y="65078"/>
                    <a:pt x="78659" y="67956"/>
                    <a:pt x="80781" y="70312"/>
                  </a:cubicBezTo>
                  <a:cubicBezTo>
                    <a:pt x="82904" y="72682"/>
                    <a:pt x="85833" y="73854"/>
                    <a:pt x="89583" y="73854"/>
                  </a:cubicBezTo>
                  <a:cubicBezTo>
                    <a:pt x="93333" y="73854"/>
                    <a:pt x="96315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82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411"/>
                    <a:pt x="93333" y="7188"/>
                    <a:pt x="89583" y="7188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68"/>
                    <a:pt x="460625" y="3542"/>
                  </a:cubicBezTo>
                  <a:cubicBezTo>
                    <a:pt x="460899" y="3828"/>
                    <a:pt x="461042" y="4349"/>
                    <a:pt x="461042" y="5104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102"/>
                    <a:pt x="448594" y="16029"/>
                    <a:pt x="445782" y="17865"/>
                  </a:cubicBezTo>
                  <a:cubicBezTo>
                    <a:pt x="442969" y="19714"/>
                    <a:pt x="439896" y="21458"/>
                    <a:pt x="436563" y="23125"/>
                  </a:cubicBezTo>
                  <a:lnTo>
                    <a:pt x="436563" y="15208"/>
                  </a:lnTo>
                  <a:cubicBezTo>
                    <a:pt x="439545" y="13893"/>
                    <a:pt x="442435" y="12188"/>
                    <a:pt x="445209" y="10104"/>
                  </a:cubicBezTo>
                  <a:cubicBezTo>
                    <a:pt x="447982" y="8021"/>
                    <a:pt x="450625" y="5703"/>
                    <a:pt x="453125" y="3125"/>
                  </a:cubicBezTo>
                  <a:close/>
                  <a:moveTo>
                    <a:pt x="344167" y="3125"/>
                  </a:moveTo>
                  <a:lnTo>
                    <a:pt x="383854" y="3125"/>
                  </a:lnTo>
                  <a:lnTo>
                    <a:pt x="383854" y="10208"/>
                  </a:lnTo>
                  <a:lnTo>
                    <a:pt x="350521" y="10208"/>
                  </a:lnTo>
                  <a:lnTo>
                    <a:pt x="349063" y="35834"/>
                  </a:lnTo>
                  <a:cubicBezTo>
                    <a:pt x="350664" y="33685"/>
                    <a:pt x="352930" y="32005"/>
                    <a:pt x="355886" y="30781"/>
                  </a:cubicBezTo>
                  <a:cubicBezTo>
                    <a:pt x="358841" y="29570"/>
                    <a:pt x="362188" y="28958"/>
                    <a:pt x="365938" y="28958"/>
                  </a:cubicBezTo>
                  <a:cubicBezTo>
                    <a:pt x="368920" y="28958"/>
                    <a:pt x="371732" y="29506"/>
                    <a:pt x="374375" y="30573"/>
                  </a:cubicBezTo>
                  <a:cubicBezTo>
                    <a:pt x="377018" y="31654"/>
                    <a:pt x="379336" y="33268"/>
                    <a:pt x="381355" y="35417"/>
                  </a:cubicBezTo>
                  <a:cubicBezTo>
                    <a:pt x="383294" y="37578"/>
                    <a:pt x="384857" y="40261"/>
                    <a:pt x="386042" y="43490"/>
                  </a:cubicBezTo>
                  <a:cubicBezTo>
                    <a:pt x="387227" y="46719"/>
                    <a:pt x="387813" y="50521"/>
                    <a:pt x="387813" y="54896"/>
                  </a:cubicBezTo>
                  <a:cubicBezTo>
                    <a:pt x="387813" y="58724"/>
                    <a:pt x="387240" y="62227"/>
                    <a:pt x="386094" y="65417"/>
                  </a:cubicBezTo>
                  <a:cubicBezTo>
                    <a:pt x="384948" y="68620"/>
                    <a:pt x="383334" y="71354"/>
                    <a:pt x="381250" y="73646"/>
                  </a:cubicBezTo>
                  <a:cubicBezTo>
                    <a:pt x="379102" y="75938"/>
                    <a:pt x="376550" y="77734"/>
                    <a:pt x="373594" y="79010"/>
                  </a:cubicBezTo>
                  <a:cubicBezTo>
                    <a:pt x="370638" y="80300"/>
                    <a:pt x="367357" y="80938"/>
                    <a:pt x="363750" y="80938"/>
                  </a:cubicBezTo>
                  <a:cubicBezTo>
                    <a:pt x="357149" y="80938"/>
                    <a:pt x="351602" y="79206"/>
                    <a:pt x="347084" y="75729"/>
                  </a:cubicBezTo>
                  <a:cubicBezTo>
                    <a:pt x="342565" y="72266"/>
                    <a:pt x="340143" y="67227"/>
                    <a:pt x="339792" y="60625"/>
                  </a:cubicBezTo>
                  <a:lnTo>
                    <a:pt x="348021" y="60625"/>
                  </a:lnTo>
                  <a:cubicBezTo>
                    <a:pt x="348646" y="64870"/>
                    <a:pt x="350417" y="68151"/>
                    <a:pt x="353334" y="70469"/>
                  </a:cubicBezTo>
                  <a:cubicBezTo>
                    <a:pt x="356250" y="72800"/>
                    <a:pt x="359831" y="73958"/>
                    <a:pt x="364063" y="73958"/>
                  </a:cubicBezTo>
                  <a:cubicBezTo>
                    <a:pt x="368438" y="73958"/>
                    <a:pt x="372097" y="72266"/>
                    <a:pt x="375052" y="68854"/>
                  </a:cubicBezTo>
                  <a:cubicBezTo>
                    <a:pt x="378008" y="65456"/>
                    <a:pt x="379479" y="60833"/>
                    <a:pt x="379479" y="55000"/>
                  </a:cubicBezTo>
                  <a:cubicBezTo>
                    <a:pt x="379479" y="48620"/>
                    <a:pt x="378021" y="43828"/>
                    <a:pt x="375104" y="40625"/>
                  </a:cubicBezTo>
                  <a:cubicBezTo>
                    <a:pt x="372188" y="37435"/>
                    <a:pt x="368542" y="35834"/>
                    <a:pt x="364167" y="35834"/>
                  </a:cubicBezTo>
                  <a:cubicBezTo>
                    <a:pt x="360690" y="35834"/>
                    <a:pt x="357643" y="36719"/>
                    <a:pt x="355000" y="38490"/>
                  </a:cubicBezTo>
                  <a:cubicBezTo>
                    <a:pt x="352357" y="40261"/>
                    <a:pt x="350625" y="42683"/>
                    <a:pt x="349792" y="45729"/>
                  </a:cubicBezTo>
                  <a:cubicBezTo>
                    <a:pt x="349649" y="46081"/>
                    <a:pt x="349544" y="46354"/>
                    <a:pt x="349479" y="46563"/>
                  </a:cubicBezTo>
                  <a:cubicBezTo>
                    <a:pt x="349414" y="46771"/>
                    <a:pt x="349310" y="46953"/>
                    <a:pt x="349167" y="47083"/>
                  </a:cubicBezTo>
                  <a:cubicBezTo>
                    <a:pt x="349024" y="47227"/>
                    <a:pt x="348841" y="47331"/>
                    <a:pt x="348594" y="47396"/>
                  </a:cubicBezTo>
                  <a:cubicBezTo>
                    <a:pt x="348347" y="47474"/>
                    <a:pt x="348060" y="47500"/>
                    <a:pt x="347708" y="47500"/>
                  </a:cubicBezTo>
                  <a:lnTo>
                    <a:pt x="342709" y="47500"/>
                  </a:lnTo>
                  <a:cubicBezTo>
                    <a:pt x="342084" y="47500"/>
                    <a:pt x="341706" y="47422"/>
                    <a:pt x="341563" y="47240"/>
                  </a:cubicBezTo>
                  <a:cubicBezTo>
                    <a:pt x="341420" y="47071"/>
                    <a:pt x="341354" y="46641"/>
                    <a:pt x="341354" y="45938"/>
                  </a:cubicBezTo>
                  <a:lnTo>
                    <a:pt x="342500" y="5104"/>
                  </a:lnTo>
                  <a:cubicBezTo>
                    <a:pt x="342500" y="4349"/>
                    <a:pt x="342617" y="3828"/>
                    <a:pt x="342865" y="3542"/>
                  </a:cubicBezTo>
                  <a:cubicBezTo>
                    <a:pt x="343112" y="3268"/>
                    <a:pt x="343542" y="3125"/>
                    <a:pt x="344167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2"/>
                    <a:pt x="221458" y="2396"/>
                  </a:cubicBezTo>
                  <a:cubicBezTo>
                    <a:pt x="221732" y="2682"/>
                    <a:pt x="221875" y="3203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70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7"/>
                    <a:pt x="179636" y="54636"/>
                  </a:cubicBezTo>
                  <a:cubicBezTo>
                    <a:pt x="179805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11" y="2591"/>
                    <a:pt x="211563" y="2344"/>
                  </a:cubicBezTo>
                  <a:cubicBezTo>
                    <a:pt x="211914" y="2110"/>
                    <a:pt x="212331" y="1979"/>
                    <a:pt x="212813" y="1979"/>
                  </a:cubicBezTo>
                  <a:close/>
                  <a:moveTo>
                    <a:pt x="520313" y="1458"/>
                  </a:moveTo>
                  <a:cubicBezTo>
                    <a:pt x="526628" y="1458"/>
                    <a:pt x="531771" y="3255"/>
                    <a:pt x="535729" y="6823"/>
                  </a:cubicBezTo>
                  <a:cubicBezTo>
                    <a:pt x="539688" y="10404"/>
                    <a:pt x="542019" y="15208"/>
                    <a:pt x="542709" y="21250"/>
                  </a:cubicBezTo>
                  <a:lnTo>
                    <a:pt x="534480" y="21250"/>
                  </a:lnTo>
                  <a:cubicBezTo>
                    <a:pt x="534271" y="17370"/>
                    <a:pt x="532813" y="14258"/>
                    <a:pt x="530105" y="11927"/>
                  </a:cubicBezTo>
                  <a:cubicBezTo>
                    <a:pt x="527396" y="9609"/>
                    <a:pt x="524167" y="8438"/>
                    <a:pt x="520417" y="8438"/>
                  </a:cubicBezTo>
                  <a:cubicBezTo>
                    <a:pt x="516732" y="8438"/>
                    <a:pt x="513685" y="9584"/>
                    <a:pt x="511250" y="11875"/>
                  </a:cubicBezTo>
                  <a:cubicBezTo>
                    <a:pt x="508815" y="14167"/>
                    <a:pt x="506875" y="17057"/>
                    <a:pt x="505417" y="20521"/>
                  </a:cubicBezTo>
                  <a:cubicBezTo>
                    <a:pt x="503959" y="23932"/>
                    <a:pt x="502930" y="27643"/>
                    <a:pt x="502344" y="31667"/>
                  </a:cubicBezTo>
                  <a:cubicBezTo>
                    <a:pt x="501758" y="35703"/>
                    <a:pt x="501459" y="39453"/>
                    <a:pt x="501459" y="42917"/>
                  </a:cubicBezTo>
                  <a:cubicBezTo>
                    <a:pt x="502982" y="38477"/>
                    <a:pt x="505560" y="35156"/>
                    <a:pt x="509167" y="32969"/>
                  </a:cubicBezTo>
                  <a:cubicBezTo>
                    <a:pt x="512774" y="30781"/>
                    <a:pt x="516914" y="29687"/>
                    <a:pt x="521563" y="29687"/>
                  </a:cubicBezTo>
                  <a:cubicBezTo>
                    <a:pt x="528438" y="29687"/>
                    <a:pt x="533868" y="32018"/>
                    <a:pt x="537865" y="36667"/>
                  </a:cubicBezTo>
                  <a:cubicBezTo>
                    <a:pt x="541862" y="41328"/>
                    <a:pt x="543855" y="47500"/>
                    <a:pt x="543855" y="55209"/>
                  </a:cubicBezTo>
                  <a:cubicBezTo>
                    <a:pt x="543855" y="58828"/>
                    <a:pt x="543321" y="62188"/>
                    <a:pt x="542240" y="65313"/>
                  </a:cubicBezTo>
                  <a:cubicBezTo>
                    <a:pt x="541159" y="68438"/>
                    <a:pt x="539584" y="71185"/>
                    <a:pt x="537500" y="73542"/>
                  </a:cubicBezTo>
                  <a:cubicBezTo>
                    <a:pt x="535482" y="75833"/>
                    <a:pt x="533021" y="77643"/>
                    <a:pt x="530105" y="78958"/>
                  </a:cubicBezTo>
                  <a:cubicBezTo>
                    <a:pt x="527188" y="80287"/>
                    <a:pt x="523894" y="80938"/>
                    <a:pt x="520209" y="80938"/>
                  </a:cubicBezTo>
                  <a:cubicBezTo>
                    <a:pt x="514440" y="80938"/>
                    <a:pt x="509571" y="79427"/>
                    <a:pt x="505573" y="76406"/>
                  </a:cubicBezTo>
                  <a:cubicBezTo>
                    <a:pt x="501576" y="73386"/>
                    <a:pt x="498789" y="69557"/>
                    <a:pt x="497188" y="64896"/>
                  </a:cubicBezTo>
                  <a:cubicBezTo>
                    <a:pt x="496146" y="62058"/>
                    <a:pt x="495404" y="58984"/>
                    <a:pt x="494948" y="55677"/>
                  </a:cubicBezTo>
                  <a:cubicBezTo>
                    <a:pt x="494493" y="52383"/>
                    <a:pt x="494271" y="48333"/>
                    <a:pt x="494271" y="43542"/>
                  </a:cubicBezTo>
                  <a:cubicBezTo>
                    <a:pt x="494271" y="36602"/>
                    <a:pt x="494909" y="30508"/>
                    <a:pt x="496198" y="25260"/>
                  </a:cubicBezTo>
                  <a:cubicBezTo>
                    <a:pt x="497487" y="20026"/>
                    <a:pt x="499310" y="15625"/>
                    <a:pt x="501667" y="12083"/>
                  </a:cubicBezTo>
                  <a:cubicBezTo>
                    <a:pt x="503959" y="8620"/>
                    <a:pt x="506706" y="5977"/>
                    <a:pt x="509896" y="4167"/>
                  </a:cubicBezTo>
                  <a:cubicBezTo>
                    <a:pt x="513086" y="2370"/>
                    <a:pt x="516563" y="1458"/>
                    <a:pt x="520313" y="1458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2"/>
                    <a:pt x="161341" y="30521"/>
                    <a:pt x="158594" y="35313"/>
                  </a:cubicBezTo>
                  <a:cubicBezTo>
                    <a:pt x="155847" y="40104"/>
                    <a:pt x="152565" y="44766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05" y="68854"/>
                    <a:pt x="121510" y="67188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61"/>
                    <a:pt x="131042" y="57500"/>
                    <a:pt x="133125" y="55209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63" y="25599"/>
                    <a:pt x="154167" y="23750"/>
                    <a:pt x="154167" y="22084"/>
                  </a:cubicBezTo>
                  <a:cubicBezTo>
                    <a:pt x="154167" y="17578"/>
                    <a:pt x="152852" y="14193"/>
                    <a:pt x="150208" y="11927"/>
                  </a:cubicBezTo>
                  <a:cubicBezTo>
                    <a:pt x="147565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17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93"/>
                    <a:pt x="122148" y="9349"/>
                    <a:pt x="124167" y="7396"/>
                  </a:cubicBezTo>
                  <a:cubicBezTo>
                    <a:pt x="126185" y="5456"/>
                    <a:pt x="128555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2"/>
                    <a:pt x="44154" y="30521"/>
                    <a:pt x="41406" y="35313"/>
                  </a:cubicBezTo>
                  <a:cubicBezTo>
                    <a:pt x="38659" y="40104"/>
                    <a:pt x="35378" y="44766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17" y="68854"/>
                    <a:pt x="4323" y="67188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61"/>
                    <a:pt x="13854" y="57500"/>
                    <a:pt x="15937" y="55209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76" y="25599"/>
                    <a:pt x="36979" y="23750"/>
                    <a:pt x="36979" y="22084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78" y="9675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30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93"/>
                    <a:pt x="4961" y="9349"/>
                    <a:pt x="6979" y="7396"/>
                  </a:cubicBezTo>
                  <a:cubicBezTo>
                    <a:pt x="8998" y="5456"/>
                    <a:pt x="11367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72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82" y="31016"/>
                    <a:pt x="323334" y="35872"/>
                    <a:pt x="323334" y="40729"/>
                  </a:cubicBezTo>
                  <a:cubicBezTo>
                    <a:pt x="323334" y="45664"/>
                    <a:pt x="322982" y="50521"/>
                    <a:pt x="322292" y="55313"/>
                  </a:cubicBezTo>
                  <a:cubicBezTo>
                    <a:pt x="321602" y="60104"/>
                    <a:pt x="320313" y="64453"/>
                    <a:pt x="318438" y="68334"/>
                  </a:cubicBezTo>
                  <a:cubicBezTo>
                    <a:pt x="316563" y="72162"/>
                    <a:pt x="313972" y="75248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74" y="81146"/>
                    <a:pt x="288594" y="79974"/>
                    <a:pt x="285365" y="77604"/>
                  </a:cubicBezTo>
                  <a:cubicBezTo>
                    <a:pt x="282136" y="75248"/>
                    <a:pt x="279649" y="72162"/>
                    <a:pt x="277917" y="68334"/>
                  </a:cubicBezTo>
                  <a:cubicBezTo>
                    <a:pt x="276107" y="64453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6"/>
                    <a:pt x="274271" y="26146"/>
                  </a:cubicBezTo>
                  <a:cubicBezTo>
                    <a:pt x="274896" y="21289"/>
                    <a:pt x="276107" y="16914"/>
                    <a:pt x="277917" y="13021"/>
                  </a:cubicBezTo>
                  <a:cubicBezTo>
                    <a:pt x="279649" y="9206"/>
                    <a:pt x="282136" y="6081"/>
                    <a:pt x="285365" y="3646"/>
                  </a:cubicBezTo>
                  <a:cubicBezTo>
                    <a:pt x="288594" y="1224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24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16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3"/>
                  </a:cubicBezTo>
                  <a:cubicBezTo>
                    <a:pt x="113268" y="60104"/>
                    <a:pt x="111979" y="64453"/>
                    <a:pt x="110104" y="68334"/>
                  </a:cubicBezTo>
                  <a:cubicBezTo>
                    <a:pt x="108229" y="72162"/>
                    <a:pt x="105638" y="75248"/>
                    <a:pt x="102344" y="77604"/>
                  </a:cubicBezTo>
                  <a:cubicBezTo>
                    <a:pt x="99049" y="79974"/>
                    <a:pt x="94792" y="81146"/>
                    <a:pt x="89583" y="81146"/>
                  </a:cubicBezTo>
                  <a:cubicBezTo>
                    <a:pt x="84440" y="81146"/>
                    <a:pt x="80260" y="79974"/>
                    <a:pt x="77031" y="77604"/>
                  </a:cubicBezTo>
                  <a:cubicBezTo>
                    <a:pt x="73802" y="75248"/>
                    <a:pt x="71315" y="72162"/>
                    <a:pt x="69583" y="68334"/>
                  </a:cubicBezTo>
                  <a:cubicBezTo>
                    <a:pt x="67773" y="64453"/>
                    <a:pt x="66563" y="60104"/>
                    <a:pt x="65937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6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24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AF70CBBB-39D1-411D-BE7A-25EDB1586ECC}"/>
                </a:ext>
              </a:extLst>
            </p:cNvPr>
            <p:cNvSpPr txBox="1"/>
            <p:nvPr/>
          </p:nvSpPr>
          <p:spPr>
            <a:xfrm>
              <a:off x="2926610" y="3941139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2024.05.16 ~</a:t>
              </a:r>
            </a:p>
          </p:txBody>
        </p:sp>
        <p:sp>
          <p:nvSpPr>
            <p:cNvPr id="468" name="자유형: 도형 467">
              <a:extLst>
                <a:ext uri="{FF2B5EF4-FFF2-40B4-BE49-F238E27FC236}">
                  <a16:creationId xmlns:a16="http://schemas.microsoft.com/office/drawing/2014/main" id="{6413182D-C946-43C4-8E64-092D61E40205}"/>
                </a:ext>
              </a:extLst>
            </p:cNvPr>
            <p:cNvSpPr/>
            <p:nvPr/>
          </p:nvSpPr>
          <p:spPr>
            <a:xfrm>
              <a:off x="3062099" y="4110804"/>
              <a:ext cx="541875" cy="81562"/>
            </a:xfrm>
            <a:custGeom>
              <a:avLst/>
              <a:gdLst>
                <a:gd name="connsiteX0" fmla="*/ 408021 w 541875"/>
                <a:gd name="connsiteY0" fmla="*/ 70833 h 81562"/>
                <a:gd name="connsiteX1" fmla="*/ 418750 w 541875"/>
                <a:gd name="connsiteY1" fmla="*/ 70833 h 81562"/>
                <a:gd name="connsiteX2" fmla="*/ 418750 w 541875"/>
                <a:gd name="connsiteY2" fmla="*/ 81563 h 81562"/>
                <a:gd name="connsiteX3" fmla="*/ 408021 w 541875"/>
                <a:gd name="connsiteY3" fmla="*/ 81563 h 81562"/>
                <a:gd name="connsiteX4" fmla="*/ 251771 w 541875"/>
                <a:gd name="connsiteY4" fmla="*/ 70833 h 81562"/>
                <a:gd name="connsiteX5" fmla="*/ 262500 w 541875"/>
                <a:gd name="connsiteY5" fmla="*/ 70833 h 81562"/>
                <a:gd name="connsiteX6" fmla="*/ 262500 w 541875"/>
                <a:gd name="connsiteY6" fmla="*/ 81563 h 81562"/>
                <a:gd name="connsiteX7" fmla="*/ 251771 w 541875"/>
                <a:gd name="connsiteY7" fmla="*/ 81563 h 81562"/>
                <a:gd name="connsiteX8" fmla="*/ 214167 w 541875"/>
                <a:gd name="connsiteY8" fmla="*/ 11250 h 81562"/>
                <a:gd name="connsiteX9" fmla="*/ 187292 w 541875"/>
                <a:gd name="connsiteY9" fmla="*/ 55313 h 81562"/>
                <a:gd name="connsiteX10" fmla="*/ 213959 w 541875"/>
                <a:gd name="connsiteY10" fmla="*/ 55313 h 81562"/>
                <a:gd name="connsiteX11" fmla="*/ 213959 w 541875"/>
                <a:gd name="connsiteY11" fmla="*/ 20833 h 81562"/>
                <a:gd name="connsiteX12" fmla="*/ 362813 w 541875"/>
                <a:gd name="connsiteY12" fmla="*/ 8334 h 81562"/>
                <a:gd name="connsiteX13" fmla="*/ 350781 w 541875"/>
                <a:gd name="connsiteY13" fmla="*/ 13854 h 81562"/>
                <a:gd name="connsiteX14" fmla="*/ 346563 w 541875"/>
                <a:gd name="connsiteY14" fmla="*/ 27292 h 81562"/>
                <a:gd name="connsiteX15" fmla="*/ 347552 w 541875"/>
                <a:gd name="connsiteY15" fmla="*/ 34583 h 81562"/>
                <a:gd name="connsiteX16" fmla="*/ 350625 w 541875"/>
                <a:gd name="connsiteY16" fmla="*/ 40521 h 81562"/>
                <a:gd name="connsiteX17" fmla="*/ 355625 w 541875"/>
                <a:gd name="connsiteY17" fmla="*/ 44636 h 81562"/>
                <a:gd name="connsiteX18" fmla="*/ 362709 w 541875"/>
                <a:gd name="connsiteY18" fmla="*/ 46146 h 81562"/>
                <a:gd name="connsiteX19" fmla="*/ 369115 w 541875"/>
                <a:gd name="connsiteY19" fmla="*/ 44688 h 81562"/>
                <a:gd name="connsiteX20" fmla="*/ 374167 w 541875"/>
                <a:gd name="connsiteY20" fmla="*/ 40834 h 81562"/>
                <a:gd name="connsiteX21" fmla="*/ 377552 w 541875"/>
                <a:gd name="connsiteY21" fmla="*/ 35104 h 81562"/>
                <a:gd name="connsiteX22" fmla="*/ 378750 w 541875"/>
                <a:gd name="connsiteY22" fmla="*/ 28229 h 81562"/>
                <a:gd name="connsiteX23" fmla="*/ 377552 w 541875"/>
                <a:gd name="connsiteY23" fmla="*/ 20417 h 81562"/>
                <a:gd name="connsiteX24" fmla="*/ 374271 w 541875"/>
                <a:gd name="connsiteY24" fmla="*/ 14063 h 81562"/>
                <a:gd name="connsiteX25" fmla="*/ 369271 w 541875"/>
                <a:gd name="connsiteY25" fmla="*/ 9896 h 81562"/>
                <a:gd name="connsiteX26" fmla="*/ 362813 w 541875"/>
                <a:gd name="connsiteY26" fmla="*/ 8334 h 81562"/>
                <a:gd name="connsiteX27" fmla="*/ 297917 w 541875"/>
                <a:gd name="connsiteY27" fmla="*/ 7188 h 81562"/>
                <a:gd name="connsiteX28" fmla="*/ 289115 w 541875"/>
                <a:gd name="connsiteY28" fmla="*/ 10833 h 81562"/>
                <a:gd name="connsiteX29" fmla="*/ 284375 w 541875"/>
                <a:gd name="connsiteY29" fmla="*/ 19583 h 81562"/>
                <a:gd name="connsiteX30" fmla="*/ 282344 w 541875"/>
                <a:gd name="connsiteY30" fmla="*/ 30573 h 81562"/>
                <a:gd name="connsiteX31" fmla="*/ 281979 w 541875"/>
                <a:gd name="connsiteY31" fmla="*/ 40729 h 81562"/>
                <a:gd name="connsiteX32" fmla="*/ 282344 w 541875"/>
                <a:gd name="connsiteY32" fmla="*/ 50781 h 81562"/>
                <a:gd name="connsiteX33" fmla="*/ 284375 w 541875"/>
                <a:gd name="connsiteY33" fmla="*/ 61667 h 81562"/>
                <a:gd name="connsiteX34" fmla="*/ 289115 w 541875"/>
                <a:gd name="connsiteY34" fmla="*/ 70312 h 81562"/>
                <a:gd name="connsiteX35" fmla="*/ 297917 w 541875"/>
                <a:gd name="connsiteY35" fmla="*/ 73854 h 81562"/>
                <a:gd name="connsiteX36" fmla="*/ 306875 w 541875"/>
                <a:gd name="connsiteY36" fmla="*/ 70312 h 81562"/>
                <a:gd name="connsiteX37" fmla="*/ 311875 w 541875"/>
                <a:gd name="connsiteY37" fmla="*/ 61667 h 81562"/>
                <a:gd name="connsiteX38" fmla="*/ 314167 w 541875"/>
                <a:gd name="connsiteY38" fmla="*/ 50781 h 81562"/>
                <a:gd name="connsiteX39" fmla="*/ 314688 w 541875"/>
                <a:gd name="connsiteY39" fmla="*/ 40729 h 81562"/>
                <a:gd name="connsiteX40" fmla="*/ 314167 w 541875"/>
                <a:gd name="connsiteY40" fmla="*/ 30573 h 81562"/>
                <a:gd name="connsiteX41" fmla="*/ 311875 w 541875"/>
                <a:gd name="connsiteY41" fmla="*/ 19583 h 81562"/>
                <a:gd name="connsiteX42" fmla="*/ 306875 w 541875"/>
                <a:gd name="connsiteY42" fmla="*/ 10833 h 81562"/>
                <a:gd name="connsiteX43" fmla="*/ 297917 w 541875"/>
                <a:gd name="connsiteY43" fmla="*/ 7188 h 81562"/>
                <a:gd name="connsiteX44" fmla="*/ 89583 w 541875"/>
                <a:gd name="connsiteY44" fmla="*/ 7188 h 81562"/>
                <a:gd name="connsiteX45" fmla="*/ 80781 w 541875"/>
                <a:gd name="connsiteY45" fmla="*/ 10833 h 81562"/>
                <a:gd name="connsiteX46" fmla="*/ 76042 w 541875"/>
                <a:gd name="connsiteY46" fmla="*/ 19583 h 81562"/>
                <a:gd name="connsiteX47" fmla="*/ 74011 w 541875"/>
                <a:gd name="connsiteY47" fmla="*/ 30573 h 81562"/>
                <a:gd name="connsiteX48" fmla="*/ 73646 w 541875"/>
                <a:gd name="connsiteY48" fmla="*/ 40729 h 81562"/>
                <a:gd name="connsiteX49" fmla="*/ 74011 w 541875"/>
                <a:gd name="connsiteY49" fmla="*/ 50781 h 81562"/>
                <a:gd name="connsiteX50" fmla="*/ 76042 w 541875"/>
                <a:gd name="connsiteY50" fmla="*/ 61667 h 81562"/>
                <a:gd name="connsiteX51" fmla="*/ 80781 w 541875"/>
                <a:gd name="connsiteY51" fmla="*/ 70312 h 81562"/>
                <a:gd name="connsiteX52" fmla="*/ 89583 w 541875"/>
                <a:gd name="connsiteY52" fmla="*/ 73854 h 81562"/>
                <a:gd name="connsiteX53" fmla="*/ 98542 w 541875"/>
                <a:gd name="connsiteY53" fmla="*/ 70312 h 81562"/>
                <a:gd name="connsiteX54" fmla="*/ 103542 w 541875"/>
                <a:gd name="connsiteY54" fmla="*/ 61667 h 81562"/>
                <a:gd name="connsiteX55" fmla="*/ 105833 w 541875"/>
                <a:gd name="connsiteY55" fmla="*/ 50781 h 81562"/>
                <a:gd name="connsiteX56" fmla="*/ 106354 w 541875"/>
                <a:gd name="connsiteY56" fmla="*/ 40729 h 81562"/>
                <a:gd name="connsiteX57" fmla="*/ 105833 w 541875"/>
                <a:gd name="connsiteY57" fmla="*/ 30573 h 81562"/>
                <a:gd name="connsiteX58" fmla="*/ 103542 w 541875"/>
                <a:gd name="connsiteY58" fmla="*/ 19583 h 81562"/>
                <a:gd name="connsiteX59" fmla="*/ 98542 w 541875"/>
                <a:gd name="connsiteY59" fmla="*/ 10833 h 81562"/>
                <a:gd name="connsiteX60" fmla="*/ 89583 w 541875"/>
                <a:gd name="connsiteY60" fmla="*/ 7188 h 81562"/>
                <a:gd name="connsiteX61" fmla="*/ 494896 w 541875"/>
                <a:gd name="connsiteY61" fmla="*/ 3125 h 81562"/>
                <a:gd name="connsiteX62" fmla="*/ 539896 w 541875"/>
                <a:gd name="connsiteY62" fmla="*/ 3125 h 81562"/>
                <a:gd name="connsiteX63" fmla="*/ 541407 w 541875"/>
                <a:gd name="connsiteY63" fmla="*/ 3594 h 81562"/>
                <a:gd name="connsiteX64" fmla="*/ 541875 w 541875"/>
                <a:gd name="connsiteY64" fmla="*/ 5104 h 81562"/>
                <a:gd name="connsiteX65" fmla="*/ 541875 w 541875"/>
                <a:gd name="connsiteY65" fmla="*/ 9063 h 81562"/>
                <a:gd name="connsiteX66" fmla="*/ 541615 w 541875"/>
                <a:gd name="connsiteY66" fmla="*/ 10625 h 81562"/>
                <a:gd name="connsiteX67" fmla="*/ 541042 w 541875"/>
                <a:gd name="connsiteY67" fmla="*/ 11979 h 81562"/>
                <a:gd name="connsiteX68" fmla="*/ 513855 w 541875"/>
                <a:gd name="connsiteY68" fmla="*/ 79167 h 81562"/>
                <a:gd name="connsiteX69" fmla="*/ 504584 w 541875"/>
                <a:gd name="connsiteY69" fmla="*/ 79167 h 81562"/>
                <a:gd name="connsiteX70" fmla="*/ 533125 w 541875"/>
                <a:gd name="connsiteY70" fmla="*/ 10313 h 81562"/>
                <a:gd name="connsiteX71" fmla="*/ 494896 w 541875"/>
                <a:gd name="connsiteY71" fmla="*/ 10313 h 81562"/>
                <a:gd name="connsiteX72" fmla="*/ 212813 w 541875"/>
                <a:gd name="connsiteY72" fmla="*/ 1979 h 81562"/>
                <a:gd name="connsiteX73" fmla="*/ 219896 w 541875"/>
                <a:gd name="connsiteY73" fmla="*/ 1979 h 81562"/>
                <a:gd name="connsiteX74" fmla="*/ 221459 w 541875"/>
                <a:gd name="connsiteY74" fmla="*/ 2396 h 81562"/>
                <a:gd name="connsiteX75" fmla="*/ 221875 w 541875"/>
                <a:gd name="connsiteY75" fmla="*/ 3959 h 81562"/>
                <a:gd name="connsiteX76" fmla="*/ 221875 w 541875"/>
                <a:gd name="connsiteY76" fmla="*/ 55313 h 81562"/>
                <a:gd name="connsiteX77" fmla="*/ 233229 w 541875"/>
                <a:gd name="connsiteY77" fmla="*/ 55313 h 81562"/>
                <a:gd name="connsiteX78" fmla="*/ 233229 w 541875"/>
                <a:gd name="connsiteY78" fmla="*/ 62500 h 81562"/>
                <a:gd name="connsiteX79" fmla="*/ 221875 w 541875"/>
                <a:gd name="connsiteY79" fmla="*/ 62500 h 81562"/>
                <a:gd name="connsiteX80" fmla="*/ 221875 w 541875"/>
                <a:gd name="connsiteY80" fmla="*/ 79167 h 81562"/>
                <a:gd name="connsiteX81" fmla="*/ 213750 w 541875"/>
                <a:gd name="connsiteY81" fmla="*/ 79167 h 81562"/>
                <a:gd name="connsiteX82" fmla="*/ 213750 w 541875"/>
                <a:gd name="connsiteY82" fmla="*/ 62500 h 81562"/>
                <a:gd name="connsiteX83" fmla="*/ 181354 w 541875"/>
                <a:gd name="connsiteY83" fmla="*/ 62500 h 81562"/>
                <a:gd name="connsiteX84" fmla="*/ 179792 w 541875"/>
                <a:gd name="connsiteY84" fmla="*/ 62083 h 81562"/>
                <a:gd name="connsiteX85" fmla="*/ 179375 w 541875"/>
                <a:gd name="connsiteY85" fmla="*/ 60521 h 81562"/>
                <a:gd name="connsiteX86" fmla="*/ 179375 w 541875"/>
                <a:gd name="connsiteY86" fmla="*/ 56146 h 81562"/>
                <a:gd name="connsiteX87" fmla="*/ 179636 w 541875"/>
                <a:gd name="connsiteY87" fmla="*/ 54636 h 81562"/>
                <a:gd name="connsiteX88" fmla="*/ 180313 w 541875"/>
                <a:gd name="connsiteY88" fmla="*/ 53229 h 81562"/>
                <a:gd name="connsiteX89" fmla="*/ 210729 w 541875"/>
                <a:gd name="connsiteY89" fmla="*/ 3333 h 81562"/>
                <a:gd name="connsiteX90" fmla="*/ 211563 w 541875"/>
                <a:gd name="connsiteY90" fmla="*/ 2344 h 81562"/>
                <a:gd name="connsiteX91" fmla="*/ 212813 w 541875"/>
                <a:gd name="connsiteY91" fmla="*/ 1979 h 81562"/>
                <a:gd name="connsiteX92" fmla="*/ 452709 w 541875"/>
                <a:gd name="connsiteY92" fmla="*/ 1354 h 81562"/>
                <a:gd name="connsiteX93" fmla="*/ 468750 w 541875"/>
                <a:gd name="connsiteY93" fmla="*/ 6458 h 81562"/>
                <a:gd name="connsiteX94" fmla="*/ 475209 w 541875"/>
                <a:gd name="connsiteY94" fmla="*/ 21458 h 81562"/>
                <a:gd name="connsiteX95" fmla="*/ 471094 w 541875"/>
                <a:gd name="connsiteY95" fmla="*/ 35313 h 81562"/>
                <a:gd name="connsiteX96" fmla="*/ 461250 w 541875"/>
                <a:gd name="connsiteY96" fmla="*/ 49271 h 81562"/>
                <a:gd name="connsiteX97" fmla="*/ 449375 w 541875"/>
                <a:gd name="connsiteY97" fmla="*/ 61979 h 81562"/>
                <a:gd name="connsiteX98" fmla="*/ 439167 w 541875"/>
                <a:gd name="connsiteY98" fmla="*/ 71979 h 81562"/>
                <a:gd name="connsiteX99" fmla="*/ 476875 w 541875"/>
                <a:gd name="connsiteY99" fmla="*/ 71979 h 81562"/>
                <a:gd name="connsiteX100" fmla="*/ 476875 w 541875"/>
                <a:gd name="connsiteY100" fmla="*/ 79167 h 81562"/>
                <a:gd name="connsiteX101" fmla="*/ 431146 w 541875"/>
                <a:gd name="connsiteY101" fmla="*/ 79167 h 81562"/>
                <a:gd name="connsiteX102" fmla="*/ 429948 w 541875"/>
                <a:gd name="connsiteY102" fmla="*/ 78854 h 81562"/>
                <a:gd name="connsiteX103" fmla="*/ 429688 w 541875"/>
                <a:gd name="connsiteY103" fmla="*/ 77604 h 81562"/>
                <a:gd name="connsiteX104" fmla="*/ 429688 w 541875"/>
                <a:gd name="connsiteY104" fmla="*/ 71354 h 81562"/>
                <a:gd name="connsiteX105" fmla="*/ 434011 w 541875"/>
                <a:gd name="connsiteY105" fmla="*/ 67188 h 81562"/>
                <a:gd name="connsiteX106" fmla="*/ 439584 w 541875"/>
                <a:gd name="connsiteY106" fmla="*/ 61667 h 81562"/>
                <a:gd name="connsiteX107" fmla="*/ 445625 w 541875"/>
                <a:gd name="connsiteY107" fmla="*/ 55209 h 81562"/>
                <a:gd name="connsiteX108" fmla="*/ 451771 w 541875"/>
                <a:gd name="connsiteY108" fmla="*/ 48125 h 81562"/>
                <a:gd name="connsiteX109" fmla="*/ 457500 w 541875"/>
                <a:gd name="connsiteY109" fmla="*/ 40990 h 81562"/>
                <a:gd name="connsiteX110" fmla="*/ 462188 w 541875"/>
                <a:gd name="connsiteY110" fmla="*/ 34062 h 81562"/>
                <a:gd name="connsiteX111" fmla="*/ 465469 w 541875"/>
                <a:gd name="connsiteY111" fmla="*/ 27604 h 81562"/>
                <a:gd name="connsiteX112" fmla="*/ 466667 w 541875"/>
                <a:gd name="connsiteY112" fmla="*/ 22084 h 81562"/>
                <a:gd name="connsiteX113" fmla="*/ 462709 w 541875"/>
                <a:gd name="connsiteY113" fmla="*/ 11927 h 81562"/>
                <a:gd name="connsiteX114" fmla="*/ 452500 w 541875"/>
                <a:gd name="connsiteY114" fmla="*/ 8542 h 81562"/>
                <a:gd name="connsiteX115" fmla="*/ 442657 w 541875"/>
                <a:gd name="connsiteY115" fmla="*/ 12709 h 81562"/>
                <a:gd name="connsiteX116" fmla="*/ 438855 w 541875"/>
                <a:gd name="connsiteY116" fmla="*/ 23542 h 81562"/>
                <a:gd name="connsiteX117" fmla="*/ 430313 w 541875"/>
                <a:gd name="connsiteY117" fmla="*/ 23542 h 81562"/>
                <a:gd name="connsiteX118" fmla="*/ 431980 w 541875"/>
                <a:gd name="connsiteY118" fmla="*/ 14427 h 81562"/>
                <a:gd name="connsiteX119" fmla="*/ 436667 w 541875"/>
                <a:gd name="connsiteY119" fmla="*/ 7396 h 81562"/>
                <a:gd name="connsiteX120" fmla="*/ 443802 w 541875"/>
                <a:gd name="connsiteY120" fmla="*/ 2917 h 81562"/>
                <a:gd name="connsiteX121" fmla="*/ 452709 w 541875"/>
                <a:gd name="connsiteY121" fmla="*/ 1354 h 81562"/>
                <a:gd name="connsiteX122" fmla="*/ 362292 w 541875"/>
                <a:gd name="connsiteY122" fmla="*/ 1354 h 81562"/>
                <a:gd name="connsiteX123" fmla="*/ 371875 w 541875"/>
                <a:gd name="connsiteY123" fmla="*/ 2917 h 81562"/>
                <a:gd name="connsiteX124" fmla="*/ 380104 w 541875"/>
                <a:gd name="connsiteY124" fmla="*/ 8646 h 81562"/>
                <a:gd name="connsiteX125" fmla="*/ 385782 w 541875"/>
                <a:gd name="connsiteY125" fmla="*/ 20156 h 81562"/>
                <a:gd name="connsiteX126" fmla="*/ 387917 w 541875"/>
                <a:gd name="connsiteY126" fmla="*/ 38958 h 81562"/>
                <a:gd name="connsiteX127" fmla="*/ 380938 w 541875"/>
                <a:gd name="connsiteY127" fmla="*/ 70365 h 81562"/>
                <a:gd name="connsiteX128" fmla="*/ 361979 w 541875"/>
                <a:gd name="connsiteY128" fmla="*/ 80833 h 81562"/>
                <a:gd name="connsiteX129" fmla="*/ 346511 w 541875"/>
                <a:gd name="connsiteY129" fmla="*/ 75521 h 81562"/>
                <a:gd name="connsiteX130" fmla="*/ 339688 w 541875"/>
                <a:gd name="connsiteY130" fmla="*/ 61042 h 81562"/>
                <a:gd name="connsiteX131" fmla="*/ 347917 w 541875"/>
                <a:gd name="connsiteY131" fmla="*/ 61042 h 81562"/>
                <a:gd name="connsiteX132" fmla="*/ 352448 w 541875"/>
                <a:gd name="connsiteY132" fmla="*/ 70417 h 81562"/>
                <a:gd name="connsiteX133" fmla="*/ 362396 w 541875"/>
                <a:gd name="connsiteY133" fmla="*/ 73854 h 81562"/>
                <a:gd name="connsiteX134" fmla="*/ 371406 w 541875"/>
                <a:gd name="connsiteY134" fmla="*/ 70729 h 81562"/>
                <a:gd name="connsiteX135" fmla="*/ 377084 w 541875"/>
                <a:gd name="connsiteY135" fmla="*/ 62604 h 81562"/>
                <a:gd name="connsiteX136" fmla="*/ 379948 w 541875"/>
                <a:gd name="connsiteY136" fmla="*/ 51563 h 81562"/>
                <a:gd name="connsiteX137" fmla="*/ 380729 w 541875"/>
                <a:gd name="connsiteY137" fmla="*/ 39375 h 81562"/>
                <a:gd name="connsiteX138" fmla="*/ 373125 w 541875"/>
                <a:gd name="connsiteY138" fmla="*/ 49375 h 81562"/>
                <a:gd name="connsiteX139" fmla="*/ 361042 w 541875"/>
                <a:gd name="connsiteY139" fmla="*/ 52604 h 81562"/>
                <a:gd name="connsiteX140" fmla="*/ 344532 w 541875"/>
                <a:gd name="connsiteY140" fmla="*/ 45625 h 81562"/>
                <a:gd name="connsiteX141" fmla="*/ 338334 w 541875"/>
                <a:gd name="connsiteY141" fmla="*/ 27084 h 81562"/>
                <a:gd name="connsiteX142" fmla="*/ 339948 w 541875"/>
                <a:gd name="connsiteY142" fmla="*/ 17083 h 81562"/>
                <a:gd name="connsiteX143" fmla="*/ 344688 w 541875"/>
                <a:gd name="connsiteY143" fmla="*/ 8854 h 81562"/>
                <a:gd name="connsiteX144" fmla="*/ 352240 w 541875"/>
                <a:gd name="connsiteY144" fmla="*/ 3386 h 81562"/>
                <a:gd name="connsiteX145" fmla="*/ 362292 w 541875"/>
                <a:gd name="connsiteY145" fmla="*/ 1354 h 81562"/>
                <a:gd name="connsiteX146" fmla="*/ 140208 w 541875"/>
                <a:gd name="connsiteY146" fmla="*/ 1354 h 81562"/>
                <a:gd name="connsiteX147" fmla="*/ 156250 w 541875"/>
                <a:gd name="connsiteY147" fmla="*/ 6458 h 81562"/>
                <a:gd name="connsiteX148" fmla="*/ 162708 w 541875"/>
                <a:gd name="connsiteY148" fmla="*/ 21458 h 81562"/>
                <a:gd name="connsiteX149" fmla="*/ 158594 w 541875"/>
                <a:gd name="connsiteY149" fmla="*/ 35313 h 81562"/>
                <a:gd name="connsiteX150" fmla="*/ 148750 w 541875"/>
                <a:gd name="connsiteY150" fmla="*/ 49271 h 81562"/>
                <a:gd name="connsiteX151" fmla="*/ 136875 w 541875"/>
                <a:gd name="connsiteY151" fmla="*/ 61979 h 81562"/>
                <a:gd name="connsiteX152" fmla="*/ 126667 w 541875"/>
                <a:gd name="connsiteY152" fmla="*/ 71979 h 81562"/>
                <a:gd name="connsiteX153" fmla="*/ 164375 w 541875"/>
                <a:gd name="connsiteY153" fmla="*/ 71979 h 81562"/>
                <a:gd name="connsiteX154" fmla="*/ 164375 w 541875"/>
                <a:gd name="connsiteY154" fmla="*/ 79167 h 81562"/>
                <a:gd name="connsiteX155" fmla="*/ 118646 w 541875"/>
                <a:gd name="connsiteY155" fmla="*/ 79167 h 81562"/>
                <a:gd name="connsiteX156" fmla="*/ 117448 w 541875"/>
                <a:gd name="connsiteY156" fmla="*/ 78854 h 81562"/>
                <a:gd name="connsiteX157" fmla="*/ 117188 w 541875"/>
                <a:gd name="connsiteY157" fmla="*/ 77604 h 81562"/>
                <a:gd name="connsiteX158" fmla="*/ 117188 w 541875"/>
                <a:gd name="connsiteY158" fmla="*/ 71354 h 81562"/>
                <a:gd name="connsiteX159" fmla="*/ 121510 w 541875"/>
                <a:gd name="connsiteY159" fmla="*/ 67188 h 81562"/>
                <a:gd name="connsiteX160" fmla="*/ 127084 w 541875"/>
                <a:gd name="connsiteY160" fmla="*/ 61667 h 81562"/>
                <a:gd name="connsiteX161" fmla="*/ 133125 w 541875"/>
                <a:gd name="connsiteY161" fmla="*/ 55209 h 81562"/>
                <a:gd name="connsiteX162" fmla="*/ 139271 w 541875"/>
                <a:gd name="connsiteY162" fmla="*/ 48125 h 81562"/>
                <a:gd name="connsiteX163" fmla="*/ 145000 w 541875"/>
                <a:gd name="connsiteY163" fmla="*/ 40990 h 81562"/>
                <a:gd name="connsiteX164" fmla="*/ 149688 w 541875"/>
                <a:gd name="connsiteY164" fmla="*/ 34062 h 81562"/>
                <a:gd name="connsiteX165" fmla="*/ 152969 w 541875"/>
                <a:gd name="connsiteY165" fmla="*/ 27604 h 81562"/>
                <a:gd name="connsiteX166" fmla="*/ 154167 w 541875"/>
                <a:gd name="connsiteY166" fmla="*/ 22084 h 81562"/>
                <a:gd name="connsiteX167" fmla="*/ 150209 w 541875"/>
                <a:gd name="connsiteY167" fmla="*/ 11927 h 81562"/>
                <a:gd name="connsiteX168" fmla="*/ 140000 w 541875"/>
                <a:gd name="connsiteY168" fmla="*/ 8542 h 81562"/>
                <a:gd name="connsiteX169" fmla="*/ 130156 w 541875"/>
                <a:gd name="connsiteY169" fmla="*/ 12709 h 81562"/>
                <a:gd name="connsiteX170" fmla="*/ 126354 w 541875"/>
                <a:gd name="connsiteY170" fmla="*/ 23542 h 81562"/>
                <a:gd name="connsiteX171" fmla="*/ 117813 w 541875"/>
                <a:gd name="connsiteY171" fmla="*/ 23542 h 81562"/>
                <a:gd name="connsiteX172" fmla="*/ 119479 w 541875"/>
                <a:gd name="connsiteY172" fmla="*/ 14427 h 81562"/>
                <a:gd name="connsiteX173" fmla="*/ 124167 w 541875"/>
                <a:gd name="connsiteY173" fmla="*/ 7396 h 81562"/>
                <a:gd name="connsiteX174" fmla="*/ 131302 w 541875"/>
                <a:gd name="connsiteY174" fmla="*/ 2917 h 81562"/>
                <a:gd name="connsiteX175" fmla="*/ 140208 w 541875"/>
                <a:gd name="connsiteY175" fmla="*/ 1354 h 81562"/>
                <a:gd name="connsiteX176" fmla="*/ 23021 w 541875"/>
                <a:gd name="connsiteY176" fmla="*/ 1354 h 81562"/>
                <a:gd name="connsiteX177" fmla="*/ 39063 w 541875"/>
                <a:gd name="connsiteY177" fmla="*/ 6458 h 81562"/>
                <a:gd name="connsiteX178" fmla="*/ 45521 w 541875"/>
                <a:gd name="connsiteY178" fmla="*/ 21458 h 81562"/>
                <a:gd name="connsiteX179" fmla="*/ 41406 w 541875"/>
                <a:gd name="connsiteY179" fmla="*/ 35313 h 81562"/>
                <a:gd name="connsiteX180" fmla="*/ 31563 w 541875"/>
                <a:gd name="connsiteY180" fmla="*/ 49271 h 81562"/>
                <a:gd name="connsiteX181" fmla="*/ 19688 w 541875"/>
                <a:gd name="connsiteY181" fmla="*/ 61979 h 81562"/>
                <a:gd name="connsiteX182" fmla="*/ 9479 w 541875"/>
                <a:gd name="connsiteY182" fmla="*/ 71979 h 81562"/>
                <a:gd name="connsiteX183" fmla="*/ 47188 w 541875"/>
                <a:gd name="connsiteY183" fmla="*/ 71979 h 81562"/>
                <a:gd name="connsiteX184" fmla="*/ 47188 w 541875"/>
                <a:gd name="connsiteY184" fmla="*/ 79167 h 81562"/>
                <a:gd name="connsiteX185" fmla="*/ 1458 w 541875"/>
                <a:gd name="connsiteY185" fmla="*/ 79167 h 81562"/>
                <a:gd name="connsiteX186" fmla="*/ 260 w 541875"/>
                <a:gd name="connsiteY186" fmla="*/ 78854 h 81562"/>
                <a:gd name="connsiteX187" fmla="*/ 0 w 541875"/>
                <a:gd name="connsiteY187" fmla="*/ 77604 h 81562"/>
                <a:gd name="connsiteX188" fmla="*/ 0 w 541875"/>
                <a:gd name="connsiteY188" fmla="*/ 71354 h 81562"/>
                <a:gd name="connsiteX189" fmla="*/ 4323 w 541875"/>
                <a:gd name="connsiteY189" fmla="*/ 67188 h 81562"/>
                <a:gd name="connsiteX190" fmla="*/ 9896 w 541875"/>
                <a:gd name="connsiteY190" fmla="*/ 61667 h 81562"/>
                <a:gd name="connsiteX191" fmla="*/ 15937 w 541875"/>
                <a:gd name="connsiteY191" fmla="*/ 55209 h 81562"/>
                <a:gd name="connsiteX192" fmla="*/ 22083 w 541875"/>
                <a:gd name="connsiteY192" fmla="*/ 48125 h 81562"/>
                <a:gd name="connsiteX193" fmla="*/ 27813 w 541875"/>
                <a:gd name="connsiteY193" fmla="*/ 40990 h 81562"/>
                <a:gd name="connsiteX194" fmla="*/ 32500 w 541875"/>
                <a:gd name="connsiteY194" fmla="*/ 34062 h 81562"/>
                <a:gd name="connsiteX195" fmla="*/ 35781 w 541875"/>
                <a:gd name="connsiteY195" fmla="*/ 27604 h 81562"/>
                <a:gd name="connsiteX196" fmla="*/ 36979 w 541875"/>
                <a:gd name="connsiteY196" fmla="*/ 22084 h 81562"/>
                <a:gd name="connsiteX197" fmla="*/ 33021 w 541875"/>
                <a:gd name="connsiteY197" fmla="*/ 11927 h 81562"/>
                <a:gd name="connsiteX198" fmla="*/ 22813 w 541875"/>
                <a:gd name="connsiteY198" fmla="*/ 8542 h 81562"/>
                <a:gd name="connsiteX199" fmla="*/ 12969 w 541875"/>
                <a:gd name="connsiteY199" fmla="*/ 12709 h 81562"/>
                <a:gd name="connsiteX200" fmla="*/ 9167 w 541875"/>
                <a:gd name="connsiteY200" fmla="*/ 23542 h 81562"/>
                <a:gd name="connsiteX201" fmla="*/ 625 w 541875"/>
                <a:gd name="connsiteY201" fmla="*/ 23542 h 81562"/>
                <a:gd name="connsiteX202" fmla="*/ 2292 w 541875"/>
                <a:gd name="connsiteY202" fmla="*/ 14427 h 81562"/>
                <a:gd name="connsiteX203" fmla="*/ 6979 w 541875"/>
                <a:gd name="connsiteY203" fmla="*/ 7396 h 81562"/>
                <a:gd name="connsiteX204" fmla="*/ 14115 w 541875"/>
                <a:gd name="connsiteY204" fmla="*/ 2917 h 81562"/>
                <a:gd name="connsiteX205" fmla="*/ 23021 w 541875"/>
                <a:gd name="connsiteY205" fmla="*/ 1354 h 81562"/>
                <a:gd name="connsiteX206" fmla="*/ 297917 w 541875"/>
                <a:gd name="connsiteY206" fmla="*/ 0 h 81562"/>
                <a:gd name="connsiteX207" fmla="*/ 310677 w 541875"/>
                <a:gd name="connsiteY207" fmla="*/ 3646 h 81562"/>
                <a:gd name="connsiteX208" fmla="*/ 318438 w 541875"/>
                <a:gd name="connsiteY208" fmla="*/ 13021 h 81562"/>
                <a:gd name="connsiteX209" fmla="*/ 322292 w 541875"/>
                <a:gd name="connsiteY209" fmla="*/ 26146 h 81562"/>
                <a:gd name="connsiteX210" fmla="*/ 323334 w 541875"/>
                <a:gd name="connsiteY210" fmla="*/ 40729 h 81562"/>
                <a:gd name="connsiteX211" fmla="*/ 322292 w 541875"/>
                <a:gd name="connsiteY211" fmla="*/ 55313 h 81562"/>
                <a:gd name="connsiteX212" fmla="*/ 318438 w 541875"/>
                <a:gd name="connsiteY212" fmla="*/ 68334 h 81562"/>
                <a:gd name="connsiteX213" fmla="*/ 310677 w 541875"/>
                <a:gd name="connsiteY213" fmla="*/ 77604 h 81562"/>
                <a:gd name="connsiteX214" fmla="*/ 297917 w 541875"/>
                <a:gd name="connsiteY214" fmla="*/ 81146 h 81562"/>
                <a:gd name="connsiteX215" fmla="*/ 285365 w 541875"/>
                <a:gd name="connsiteY215" fmla="*/ 77604 h 81562"/>
                <a:gd name="connsiteX216" fmla="*/ 277917 w 541875"/>
                <a:gd name="connsiteY216" fmla="*/ 68334 h 81562"/>
                <a:gd name="connsiteX217" fmla="*/ 274271 w 541875"/>
                <a:gd name="connsiteY217" fmla="*/ 55313 h 81562"/>
                <a:gd name="connsiteX218" fmla="*/ 273334 w 541875"/>
                <a:gd name="connsiteY218" fmla="*/ 40729 h 81562"/>
                <a:gd name="connsiteX219" fmla="*/ 274271 w 541875"/>
                <a:gd name="connsiteY219" fmla="*/ 26146 h 81562"/>
                <a:gd name="connsiteX220" fmla="*/ 277917 w 541875"/>
                <a:gd name="connsiteY220" fmla="*/ 13021 h 81562"/>
                <a:gd name="connsiteX221" fmla="*/ 285365 w 541875"/>
                <a:gd name="connsiteY221" fmla="*/ 3646 h 81562"/>
                <a:gd name="connsiteX222" fmla="*/ 297917 w 541875"/>
                <a:gd name="connsiteY222" fmla="*/ 0 h 81562"/>
                <a:gd name="connsiteX223" fmla="*/ 89583 w 541875"/>
                <a:gd name="connsiteY223" fmla="*/ 0 h 81562"/>
                <a:gd name="connsiteX224" fmla="*/ 102344 w 541875"/>
                <a:gd name="connsiteY224" fmla="*/ 3646 h 81562"/>
                <a:gd name="connsiteX225" fmla="*/ 110104 w 541875"/>
                <a:gd name="connsiteY225" fmla="*/ 13021 h 81562"/>
                <a:gd name="connsiteX226" fmla="*/ 113959 w 541875"/>
                <a:gd name="connsiteY226" fmla="*/ 26146 h 81562"/>
                <a:gd name="connsiteX227" fmla="*/ 115000 w 541875"/>
                <a:gd name="connsiteY227" fmla="*/ 40729 h 81562"/>
                <a:gd name="connsiteX228" fmla="*/ 113959 w 541875"/>
                <a:gd name="connsiteY228" fmla="*/ 55313 h 81562"/>
                <a:gd name="connsiteX229" fmla="*/ 110104 w 541875"/>
                <a:gd name="connsiteY229" fmla="*/ 68334 h 81562"/>
                <a:gd name="connsiteX230" fmla="*/ 102344 w 541875"/>
                <a:gd name="connsiteY230" fmla="*/ 77604 h 81562"/>
                <a:gd name="connsiteX231" fmla="*/ 89583 w 541875"/>
                <a:gd name="connsiteY231" fmla="*/ 81146 h 81562"/>
                <a:gd name="connsiteX232" fmla="*/ 77031 w 541875"/>
                <a:gd name="connsiteY232" fmla="*/ 77604 h 81562"/>
                <a:gd name="connsiteX233" fmla="*/ 69583 w 541875"/>
                <a:gd name="connsiteY233" fmla="*/ 68334 h 81562"/>
                <a:gd name="connsiteX234" fmla="*/ 65938 w 541875"/>
                <a:gd name="connsiteY234" fmla="*/ 55313 h 81562"/>
                <a:gd name="connsiteX235" fmla="*/ 65000 w 541875"/>
                <a:gd name="connsiteY235" fmla="*/ 40729 h 81562"/>
                <a:gd name="connsiteX236" fmla="*/ 65938 w 541875"/>
                <a:gd name="connsiteY236" fmla="*/ 26146 h 81562"/>
                <a:gd name="connsiteX237" fmla="*/ 69583 w 541875"/>
                <a:gd name="connsiteY237" fmla="*/ 13021 h 81562"/>
                <a:gd name="connsiteX238" fmla="*/ 77031 w 541875"/>
                <a:gd name="connsiteY238" fmla="*/ 3646 h 81562"/>
                <a:gd name="connsiteX239" fmla="*/ 89583 w 541875"/>
                <a:gd name="connsiteY239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541875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362813" y="8334"/>
                  </a:moveTo>
                  <a:cubicBezTo>
                    <a:pt x="357604" y="8334"/>
                    <a:pt x="353594" y="10182"/>
                    <a:pt x="350781" y="13854"/>
                  </a:cubicBezTo>
                  <a:cubicBezTo>
                    <a:pt x="347969" y="17539"/>
                    <a:pt x="346563" y="22018"/>
                    <a:pt x="346563" y="27292"/>
                  </a:cubicBezTo>
                  <a:cubicBezTo>
                    <a:pt x="346563" y="29870"/>
                    <a:pt x="346901" y="32292"/>
                    <a:pt x="347552" y="34583"/>
                  </a:cubicBezTo>
                  <a:cubicBezTo>
                    <a:pt x="348216" y="36875"/>
                    <a:pt x="349245" y="38854"/>
                    <a:pt x="350625" y="40521"/>
                  </a:cubicBezTo>
                  <a:cubicBezTo>
                    <a:pt x="351954" y="42266"/>
                    <a:pt x="353620" y="43633"/>
                    <a:pt x="355625" y="44636"/>
                  </a:cubicBezTo>
                  <a:cubicBezTo>
                    <a:pt x="357644" y="45651"/>
                    <a:pt x="360000" y="46146"/>
                    <a:pt x="362709" y="46146"/>
                  </a:cubicBezTo>
                  <a:cubicBezTo>
                    <a:pt x="365000" y="46146"/>
                    <a:pt x="367136" y="45664"/>
                    <a:pt x="369115" y="44688"/>
                  </a:cubicBezTo>
                  <a:cubicBezTo>
                    <a:pt x="371094" y="43724"/>
                    <a:pt x="372787" y="42435"/>
                    <a:pt x="374167" y="40834"/>
                  </a:cubicBezTo>
                  <a:cubicBezTo>
                    <a:pt x="375625" y="39167"/>
                    <a:pt x="376758" y="37266"/>
                    <a:pt x="377552" y="35104"/>
                  </a:cubicBezTo>
                  <a:cubicBezTo>
                    <a:pt x="378360" y="32956"/>
                    <a:pt x="378750" y="30664"/>
                    <a:pt x="378750" y="28229"/>
                  </a:cubicBezTo>
                  <a:cubicBezTo>
                    <a:pt x="378750" y="25456"/>
                    <a:pt x="378360" y="22852"/>
                    <a:pt x="377552" y="20417"/>
                  </a:cubicBezTo>
                  <a:cubicBezTo>
                    <a:pt x="376758" y="17995"/>
                    <a:pt x="375664" y="15872"/>
                    <a:pt x="374271" y="14063"/>
                  </a:cubicBezTo>
                  <a:cubicBezTo>
                    <a:pt x="372891" y="12331"/>
                    <a:pt x="371224" y="10937"/>
                    <a:pt x="369271" y="9896"/>
                  </a:cubicBezTo>
                  <a:cubicBezTo>
                    <a:pt x="367331" y="8854"/>
                    <a:pt x="365183" y="8334"/>
                    <a:pt x="362813" y="8334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411"/>
                    <a:pt x="289115" y="10833"/>
                  </a:cubicBezTo>
                  <a:cubicBezTo>
                    <a:pt x="287005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110" y="34427"/>
                    <a:pt x="281979" y="37813"/>
                    <a:pt x="281979" y="40729"/>
                  </a:cubicBezTo>
                  <a:cubicBezTo>
                    <a:pt x="281979" y="43646"/>
                    <a:pt x="282110" y="47005"/>
                    <a:pt x="282344" y="50781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7005" y="67956"/>
                    <a:pt x="289115" y="70312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62" y="72682"/>
                    <a:pt x="306875" y="70312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28" y="54570"/>
                    <a:pt x="314167" y="50781"/>
                  </a:cubicBezTo>
                  <a:cubicBezTo>
                    <a:pt x="314519" y="47005"/>
                    <a:pt x="314688" y="43646"/>
                    <a:pt x="314688" y="40729"/>
                  </a:cubicBezTo>
                  <a:cubicBezTo>
                    <a:pt x="314688" y="37813"/>
                    <a:pt x="314519" y="34427"/>
                    <a:pt x="314167" y="30573"/>
                  </a:cubicBezTo>
                  <a:cubicBezTo>
                    <a:pt x="313828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62" y="8411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411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3"/>
                    <a:pt x="73646" y="40729"/>
                  </a:cubicBezTo>
                  <a:cubicBezTo>
                    <a:pt x="73646" y="43646"/>
                    <a:pt x="73776" y="47005"/>
                    <a:pt x="74011" y="50781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4" y="65078"/>
                    <a:pt x="78672" y="67956"/>
                    <a:pt x="80781" y="70312"/>
                  </a:cubicBezTo>
                  <a:cubicBezTo>
                    <a:pt x="82904" y="72682"/>
                    <a:pt x="85834" y="73854"/>
                    <a:pt x="89583" y="73854"/>
                  </a:cubicBezTo>
                  <a:cubicBezTo>
                    <a:pt x="93333" y="73854"/>
                    <a:pt x="96328" y="72682"/>
                    <a:pt x="98542" y="70312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95" y="54570"/>
                    <a:pt x="105833" y="50781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411"/>
                    <a:pt x="93333" y="7188"/>
                    <a:pt x="89583" y="7188"/>
                  </a:cubicBezTo>
                  <a:close/>
                  <a:moveTo>
                    <a:pt x="494896" y="3125"/>
                  </a:moveTo>
                  <a:lnTo>
                    <a:pt x="539896" y="3125"/>
                  </a:lnTo>
                  <a:cubicBezTo>
                    <a:pt x="540599" y="3125"/>
                    <a:pt x="541094" y="3281"/>
                    <a:pt x="541407" y="3594"/>
                  </a:cubicBezTo>
                  <a:cubicBezTo>
                    <a:pt x="541719" y="3906"/>
                    <a:pt x="541875" y="4414"/>
                    <a:pt x="541875" y="5104"/>
                  </a:cubicBezTo>
                  <a:lnTo>
                    <a:pt x="541875" y="9063"/>
                  </a:lnTo>
                  <a:cubicBezTo>
                    <a:pt x="541875" y="9623"/>
                    <a:pt x="541797" y="10144"/>
                    <a:pt x="541615" y="10625"/>
                  </a:cubicBezTo>
                  <a:cubicBezTo>
                    <a:pt x="541446" y="11120"/>
                    <a:pt x="541250" y="11563"/>
                    <a:pt x="541042" y="11979"/>
                  </a:cubicBezTo>
                  <a:lnTo>
                    <a:pt x="513855" y="79167"/>
                  </a:lnTo>
                  <a:lnTo>
                    <a:pt x="504584" y="79167"/>
                  </a:lnTo>
                  <a:lnTo>
                    <a:pt x="533125" y="10313"/>
                  </a:lnTo>
                  <a:lnTo>
                    <a:pt x="494896" y="10313"/>
                  </a:ln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2"/>
                    <a:pt x="221459" y="2396"/>
                  </a:cubicBezTo>
                  <a:cubicBezTo>
                    <a:pt x="221745" y="2682"/>
                    <a:pt x="221875" y="3203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99" y="62500"/>
                    <a:pt x="180078" y="62370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7"/>
                    <a:pt x="179636" y="54636"/>
                  </a:cubicBezTo>
                  <a:cubicBezTo>
                    <a:pt x="179818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24" y="2591"/>
                    <a:pt x="211563" y="2344"/>
                  </a:cubicBezTo>
                  <a:cubicBezTo>
                    <a:pt x="211914" y="2110"/>
                    <a:pt x="212331" y="1979"/>
                    <a:pt x="212813" y="1979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54" y="3060"/>
                    <a:pt x="468750" y="6458"/>
                  </a:cubicBezTo>
                  <a:cubicBezTo>
                    <a:pt x="473060" y="9870"/>
                    <a:pt x="475209" y="14870"/>
                    <a:pt x="475209" y="21458"/>
                  </a:cubicBezTo>
                  <a:cubicBezTo>
                    <a:pt x="475209" y="25912"/>
                    <a:pt x="473841" y="30521"/>
                    <a:pt x="471094" y="35313"/>
                  </a:cubicBezTo>
                  <a:cubicBezTo>
                    <a:pt x="468360" y="40104"/>
                    <a:pt x="465078" y="44766"/>
                    <a:pt x="461250" y="49271"/>
                  </a:cubicBezTo>
                  <a:cubicBezTo>
                    <a:pt x="457435" y="53789"/>
                    <a:pt x="453477" y="58021"/>
                    <a:pt x="449375" y="61979"/>
                  </a:cubicBezTo>
                  <a:cubicBezTo>
                    <a:pt x="445287" y="65937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31" y="79063"/>
                    <a:pt x="429948" y="78854"/>
                  </a:cubicBezTo>
                  <a:cubicBezTo>
                    <a:pt x="429779" y="78646"/>
                    <a:pt x="429688" y="78229"/>
                    <a:pt x="429688" y="77604"/>
                  </a:cubicBezTo>
                  <a:lnTo>
                    <a:pt x="429688" y="71354"/>
                  </a:lnTo>
                  <a:cubicBezTo>
                    <a:pt x="430873" y="70248"/>
                    <a:pt x="432318" y="68854"/>
                    <a:pt x="434011" y="67188"/>
                  </a:cubicBezTo>
                  <a:cubicBezTo>
                    <a:pt x="435717" y="65521"/>
                    <a:pt x="437578" y="63685"/>
                    <a:pt x="439584" y="61667"/>
                  </a:cubicBezTo>
                  <a:cubicBezTo>
                    <a:pt x="441537" y="59661"/>
                    <a:pt x="443542" y="57500"/>
                    <a:pt x="445625" y="55209"/>
                  </a:cubicBezTo>
                  <a:cubicBezTo>
                    <a:pt x="447709" y="52917"/>
                    <a:pt x="449766" y="50560"/>
                    <a:pt x="451771" y="48125"/>
                  </a:cubicBezTo>
                  <a:cubicBezTo>
                    <a:pt x="453789" y="45768"/>
                    <a:pt x="455703" y="43385"/>
                    <a:pt x="457500" y="40990"/>
                  </a:cubicBezTo>
                  <a:cubicBezTo>
                    <a:pt x="459310" y="38594"/>
                    <a:pt x="460873" y="36289"/>
                    <a:pt x="462188" y="34062"/>
                  </a:cubicBezTo>
                  <a:cubicBezTo>
                    <a:pt x="463581" y="31771"/>
                    <a:pt x="464675" y="29622"/>
                    <a:pt x="465469" y="27604"/>
                  </a:cubicBezTo>
                  <a:cubicBezTo>
                    <a:pt x="466276" y="25599"/>
                    <a:pt x="466667" y="23750"/>
                    <a:pt x="466667" y="22084"/>
                  </a:cubicBezTo>
                  <a:cubicBezTo>
                    <a:pt x="466667" y="17578"/>
                    <a:pt x="465352" y="14193"/>
                    <a:pt x="462709" y="11927"/>
                  </a:cubicBezTo>
                  <a:cubicBezTo>
                    <a:pt x="460078" y="9675"/>
                    <a:pt x="456667" y="8542"/>
                    <a:pt x="452500" y="8542"/>
                  </a:cubicBezTo>
                  <a:cubicBezTo>
                    <a:pt x="448477" y="8542"/>
                    <a:pt x="445196" y="9935"/>
                    <a:pt x="442657" y="12709"/>
                  </a:cubicBezTo>
                  <a:cubicBezTo>
                    <a:pt x="440130" y="15495"/>
                    <a:pt x="438855" y="19102"/>
                    <a:pt x="438855" y="23542"/>
                  </a:cubicBezTo>
                  <a:lnTo>
                    <a:pt x="430313" y="23542"/>
                  </a:lnTo>
                  <a:cubicBezTo>
                    <a:pt x="430313" y="20208"/>
                    <a:pt x="430873" y="17174"/>
                    <a:pt x="431980" y="14427"/>
                  </a:cubicBezTo>
                  <a:cubicBezTo>
                    <a:pt x="433099" y="11693"/>
                    <a:pt x="434662" y="9349"/>
                    <a:pt x="436667" y="7396"/>
                  </a:cubicBezTo>
                  <a:cubicBezTo>
                    <a:pt x="438685" y="5456"/>
                    <a:pt x="441068" y="3959"/>
                    <a:pt x="443802" y="2917"/>
                  </a:cubicBezTo>
                  <a:cubicBezTo>
                    <a:pt x="446550" y="1875"/>
                    <a:pt x="449519" y="1354"/>
                    <a:pt x="452709" y="1354"/>
                  </a:cubicBezTo>
                  <a:close/>
                  <a:moveTo>
                    <a:pt x="362292" y="1354"/>
                  </a:moveTo>
                  <a:cubicBezTo>
                    <a:pt x="365625" y="1354"/>
                    <a:pt x="368828" y="1875"/>
                    <a:pt x="371875" y="2917"/>
                  </a:cubicBezTo>
                  <a:cubicBezTo>
                    <a:pt x="374935" y="3959"/>
                    <a:pt x="377683" y="5873"/>
                    <a:pt x="380104" y="8646"/>
                  </a:cubicBezTo>
                  <a:cubicBezTo>
                    <a:pt x="382474" y="11433"/>
                    <a:pt x="384362" y="15260"/>
                    <a:pt x="385782" y="20156"/>
                  </a:cubicBezTo>
                  <a:cubicBezTo>
                    <a:pt x="387214" y="25052"/>
                    <a:pt x="387917" y="31328"/>
                    <a:pt x="387917" y="38958"/>
                  </a:cubicBezTo>
                  <a:cubicBezTo>
                    <a:pt x="387917" y="52917"/>
                    <a:pt x="385599" y="63386"/>
                    <a:pt x="380938" y="70365"/>
                  </a:cubicBezTo>
                  <a:cubicBezTo>
                    <a:pt x="376289" y="77344"/>
                    <a:pt x="369974" y="80833"/>
                    <a:pt x="361979" y="80833"/>
                  </a:cubicBezTo>
                  <a:cubicBezTo>
                    <a:pt x="355599" y="80833"/>
                    <a:pt x="350443" y="79063"/>
                    <a:pt x="346511" y="75521"/>
                  </a:cubicBezTo>
                  <a:cubicBezTo>
                    <a:pt x="342591" y="71979"/>
                    <a:pt x="340313" y="67162"/>
                    <a:pt x="339688" y="61042"/>
                  </a:cubicBezTo>
                  <a:lnTo>
                    <a:pt x="347917" y="61042"/>
                  </a:lnTo>
                  <a:cubicBezTo>
                    <a:pt x="348060" y="65000"/>
                    <a:pt x="349571" y="68125"/>
                    <a:pt x="352448" y="70417"/>
                  </a:cubicBezTo>
                  <a:cubicBezTo>
                    <a:pt x="355339" y="72709"/>
                    <a:pt x="358646" y="73854"/>
                    <a:pt x="362396" y="73854"/>
                  </a:cubicBezTo>
                  <a:cubicBezTo>
                    <a:pt x="366016" y="73854"/>
                    <a:pt x="369011" y="72813"/>
                    <a:pt x="371406" y="70729"/>
                  </a:cubicBezTo>
                  <a:cubicBezTo>
                    <a:pt x="373802" y="68646"/>
                    <a:pt x="375703" y="65937"/>
                    <a:pt x="377084" y="62604"/>
                  </a:cubicBezTo>
                  <a:cubicBezTo>
                    <a:pt x="378477" y="59349"/>
                    <a:pt x="379427" y="55664"/>
                    <a:pt x="379948" y="51563"/>
                  </a:cubicBezTo>
                  <a:cubicBezTo>
                    <a:pt x="380469" y="47474"/>
                    <a:pt x="380729" y="43412"/>
                    <a:pt x="380729" y="39375"/>
                  </a:cubicBezTo>
                  <a:cubicBezTo>
                    <a:pt x="379141" y="43893"/>
                    <a:pt x="376602" y="47227"/>
                    <a:pt x="373125" y="49375"/>
                  </a:cubicBezTo>
                  <a:cubicBezTo>
                    <a:pt x="369662" y="51537"/>
                    <a:pt x="365625" y="52604"/>
                    <a:pt x="361042" y="52604"/>
                  </a:cubicBezTo>
                  <a:cubicBezTo>
                    <a:pt x="354167" y="52604"/>
                    <a:pt x="348672" y="50286"/>
                    <a:pt x="344532" y="45625"/>
                  </a:cubicBezTo>
                  <a:cubicBezTo>
                    <a:pt x="340404" y="40977"/>
                    <a:pt x="338334" y="34792"/>
                    <a:pt x="338334" y="27084"/>
                  </a:cubicBezTo>
                  <a:cubicBezTo>
                    <a:pt x="338334" y="23542"/>
                    <a:pt x="338880" y="20208"/>
                    <a:pt x="339948" y="17083"/>
                  </a:cubicBezTo>
                  <a:cubicBezTo>
                    <a:pt x="341029" y="13959"/>
                    <a:pt x="342605" y="11224"/>
                    <a:pt x="344688" y="8854"/>
                  </a:cubicBezTo>
                  <a:cubicBezTo>
                    <a:pt x="346771" y="6562"/>
                    <a:pt x="349297" y="4740"/>
                    <a:pt x="352240" y="3386"/>
                  </a:cubicBezTo>
                  <a:cubicBezTo>
                    <a:pt x="355196" y="2031"/>
                    <a:pt x="358542" y="1354"/>
                    <a:pt x="362292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2"/>
                    <a:pt x="161341" y="30521"/>
                    <a:pt x="158594" y="35313"/>
                  </a:cubicBezTo>
                  <a:cubicBezTo>
                    <a:pt x="155859" y="40104"/>
                    <a:pt x="152578" y="44766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18" y="68854"/>
                    <a:pt x="121510" y="67188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61"/>
                    <a:pt x="131042" y="57500"/>
                    <a:pt x="133125" y="55209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2"/>
                    <a:pt x="152969" y="27604"/>
                  </a:cubicBezTo>
                  <a:cubicBezTo>
                    <a:pt x="153776" y="25599"/>
                    <a:pt x="154167" y="23750"/>
                    <a:pt x="154167" y="22084"/>
                  </a:cubicBezTo>
                  <a:cubicBezTo>
                    <a:pt x="154167" y="17578"/>
                    <a:pt x="152852" y="14193"/>
                    <a:pt x="150209" y="11927"/>
                  </a:cubicBezTo>
                  <a:cubicBezTo>
                    <a:pt x="147578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30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93"/>
                    <a:pt x="122162" y="9349"/>
                    <a:pt x="124167" y="7396"/>
                  </a:cubicBezTo>
                  <a:cubicBezTo>
                    <a:pt x="126185" y="5456"/>
                    <a:pt x="128568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2"/>
                    <a:pt x="44154" y="30521"/>
                    <a:pt x="41406" y="35313"/>
                  </a:cubicBezTo>
                  <a:cubicBezTo>
                    <a:pt x="38672" y="40104"/>
                    <a:pt x="35391" y="44766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30" y="68854"/>
                    <a:pt x="4323" y="67188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61"/>
                    <a:pt x="13854" y="57500"/>
                    <a:pt x="15937" y="55209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2"/>
                    <a:pt x="35781" y="27604"/>
                  </a:cubicBezTo>
                  <a:cubicBezTo>
                    <a:pt x="36589" y="25599"/>
                    <a:pt x="36979" y="23750"/>
                    <a:pt x="36979" y="22084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91" y="9675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43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93"/>
                    <a:pt x="4974" y="9349"/>
                    <a:pt x="6979" y="7396"/>
                  </a:cubicBezTo>
                  <a:cubicBezTo>
                    <a:pt x="8998" y="5456"/>
                    <a:pt x="11380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85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95" y="31016"/>
                    <a:pt x="323334" y="35872"/>
                    <a:pt x="323334" y="40729"/>
                  </a:cubicBezTo>
                  <a:cubicBezTo>
                    <a:pt x="323334" y="45664"/>
                    <a:pt x="322995" y="50521"/>
                    <a:pt x="322292" y="55313"/>
                  </a:cubicBezTo>
                  <a:cubicBezTo>
                    <a:pt x="321602" y="60104"/>
                    <a:pt x="320313" y="64453"/>
                    <a:pt x="318438" y="68334"/>
                  </a:cubicBezTo>
                  <a:cubicBezTo>
                    <a:pt x="316563" y="72162"/>
                    <a:pt x="313985" y="75248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87" y="81146"/>
                    <a:pt x="288594" y="79974"/>
                    <a:pt x="285365" y="77604"/>
                  </a:cubicBezTo>
                  <a:cubicBezTo>
                    <a:pt x="282136" y="75248"/>
                    <a:pt x="279662" y="72162"/>
                    <a:pt x="277917" y="68334"/>
                  </a:cubicBezTo>
                  <a:cubicBezTo>
                    <a:pt x="276120" y="64453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6"/>
                    <a:pt x="274271" y="26146"/>
                  </a:cubicBezTo>
                  <a:cubicBezTo>
                    <a:pt x="274896" y="21289"/>
                    <a:pt x="276120" y="16914"/>
                    <a:pt x="277917" y="13021"/>
                  </a:cubicBezTo>
                  <a:cubicBezTo>
                    <a:pt x="279662" y="9206"/>
                    <a:pt x="282136" y="6081"/>
                    <a:pt x="285365" y="3646"/>
                  </a:cubicBezTo>
                  <a:cubicBezTo>
                    <a:pt x="288594" y="1224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24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16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3"/>
                  </a:cubicBezTo>
                  <a:cubicBezTo>
                    <a:pt x="113268" y="60104"/>
                    <a:pt x="111979" y="64453"/>
                    <a:pt x="110104" y="68334"/>
                  </a:cubicBezTo>
                  <a:cubicBezTo>
                    <a:pt x="108229" y="72162"/>
                    <a:pt x="105651" y="75248"/>
                    <a:pt x="102344" y="77604"/>
                  </a:cubicBezTo>
                  <a:cubicBezTo>
                    <a:pt x="99050" y="79974"/>
                    <a:pt x="94792" y="81146"/>
                    <a:pt x="89583" y="81146"/>
                  </a:cubicBezTo>
                  <a:cubicBezTo>
                    <a:pt x="84453" y="81146"/>
                    <a:pt x="80260" y="79974"/>
                    <a:pt x="77031" y="77604"/>
                  </a:cubicBezTo>
                  <a:cubicBezTo>
                    <a:pt x="73802" y="75248"/>
                    <a:pt x="71328" y="72162"/>
                    <a:pt x="69583" y="68334"/>
                  </a:cubicBezTo>
                  <a:cubicBezTo>
                    <a:pt x="67787" y="64453"/>
                    <a:pt x="66563" y="60104"/>
                    <a:pt x="65938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6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24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F7992C0B-F5A0-4A29-8716-16679790179C}"/>
                </a:ext>
              </a:extLst>
            </p:cNvPr>
            <p:cNvSpPr txBox="1"/>
            <p:nvPr/>
          </p:nvSpPr>
          <p:spPr>
            <a:xfrm>
              <a:off x="2970659" y="4071348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2024.09.27</a:t>
              </a:r>
            </a:p>
          </p:txBody>
        </p:sp>
        <p:grpSp>
          <p:nvGrpSpPr>
            <p:cNvPr id="470" name="그래픽 5">
              <a:extLst>
                <a:ext uri="{FF2B5EF4-FFF2-40B4-BE49-F238E27FC236}">
                  <a16:creationId xmlns:a16="http://schemas.microsoft.com/office/drawing/2014/main" id="{D9F8C03D-6FBE-4571-BAB2-3D51E878C522}"/>
                </a:ext>
              </a:extLst>
            </p:cNvPr>
            <p:cNvGrpSpPr/>
            <p:nvPr/>
          </p:nvGrpSpPr>
          <p:grpSpPr>
            <a:xfrm>
              <a:off x="3878428" y="4045700"/>
              <a:ext cx="694063" cy="95690"/>
              <a:chOff x="3878428" y="4045700"/>
              <a:chExt cx="694063" cy="95690"/>
            </a:xfrm>
          </p:grpSpPr>
          <p:sp>
            <p:nvSpPr>
              <p:cNvPr id="471" name="자유형: 도형 470">
                <a:extLst>
                  <a:ext uri="{FF2B5EF4-FFF2-40B4-BE49-F238E27FC236}">
                    <a16:creationId xmlns:a16="http://schemas.microsoft.com/office/drawing/2014/main" id="{B4B9CFB2-EB62-419F-8D52-BAA16567F6C7}"/>
                  </a:ext>
                </a:extLst>
              </p:cNvPr>
              <p:cNvSpPr/>
              <p:nvPr/>
            </p:nvSpPr>
            <p:spPr>
              <a:xfrm>
                <a:off x="3878428" y="4045700"/>
                <a:ext cx="694063" cy="94479"/>
              </a:xfrm>
              <a:custGeom>
                <a:avLst/>
                <a:gdLst>
                  <a:gd name="connsiteX0" fmla="*/ 492396 w 694063"/>
                  <a:gd name="connsiteY0" fmla="*/ 70833 h 94479"/>
                  <a:gd name="connsiteX1" fmla="*/ 503125 w 694063"/>
                  <a:gd name="connsiteY1" fmla="*/ 70833 h 94479"/>
                  <a:gd name="connsiteX2" fmla="*/ 504011 w 694063"/>
                  <a:gd name="connsiteY2" fmla="*/ 71146 h 94479"/>
                  <a:gd name="connsiteX3" fmla="*/ 504271 w 694063"/>
                  <a:gd name="connsiteY3" fmla="*/ 72084 h 94479"/>
                  <a:gd name="connsiteX4" fmla="*/ 504271 w 694063"/>
                  <a:gd name="connsiteY4" fmla="*/ 78750 h 94479"/>
                  <a:gd name="connsiteX5" fmla="*/ 501146 w 694063"/>
                  <a:gd name="connsiteY5" fmla="*/ 90000 h 94479"/>
                  <a:gd name="connsiteX6" fmla="*/ 493542 w 694063"/>
                  <a:gd name="connsiteY6" fmla="*/ 94479 h 94479"/>
                  <a:gd name="connsiteX7" fmla="*/ 493542 w 694063"/>
                  <a:gd name="connsiteY7" fmla="*/ 90834 h 94479"/>
                  <a:gd name="connsiteX8" fmla="*/ 497031 w 694063"/>
                  <a:gd name="connsiteY8" fmla="*/ 87344 h 94479"/>
                  <a:gd name="connsiteX9" fmla="*/ 497813 w 694063"/>
                  <a:gd name="connsiteY9" fmla="*/ 81563 h 94479"/>
                  <a:gd name="connsiteX10" fmla="*/ 492396 w 694063"/>
                  <a:gd name="connsiteY10" fmla="*/ 81563 h 94479"/>
                  <a:gd name="connsiteX11" fmla="*/ 271042 w 694063"/>
                  <a:gd name="connsiteY11" fmla="*/ 70833 h 94479"/>
                  <a:gd name="connsiteX12" fmla="*/ 281771 w 694063"/>
                  <a:gd name="connsiteY12" fmla="*/ 70833 h 94479"/>
                  <a:gd name="connsiteX13" fmla="*/ 282657 w 694063"/>
                  <a:gd name="connsiteY13" fmla="*/ 71146 h 94479"/>
                  <a:gd name="connsiteX14" fmla="*/ 282917 w 694063"/>
                  <a:gd name="connsiteY14" fmla="*/ 72084 h 94479"/>
                  <a:gd name="connsiteX15" fmla="*/ 282917 w 694063"/>
                  <a:gd name="connsiteY15" fmla="*/ 78750 h 94479"/>
                  <a:gd name="connsiteX16" fmla="*/ 279792 w 694063"/>
                  <a:gd name="connsiteY16" fmla="*/ 90000 h 94479"/>
                  <a:gd name="connsiteX17" fmla="*/ 272188 w 694063"/>
                  <a:gd name="connsiteY17" fmla="*/ 94479 h 94479"/>
                  <a:gd name="connsiteX18" fmla="*/ 272188 w 694063"/>
                  <a:gd name="connsiteY18" fmla="*/ 90834 h 94479"/>
                  <a:gd name="connsiteX19" fmla="*/ 275677 w 694063"/>
                  <a:gd name="connsiteY19" fmla="*/ 87344 h 94479"/>
                  <a:gd name="connsiteX20" fmla="*/ 276458 w 694063"/>
                  <a:gd name="connsiteY20" fmla="*/ 81563 h 94479"/>
                  <a:gd name="connsiteX21" fmla="*/ 271042 w 694063"/>
                  <a:gd name="connsiteY21" fmla="*/ 81563 h 94479"/>
                  <a:gd name="connsiteX22" fmla="*/ 62708 w 694063"/>
                  <a:gd name="connsiteY22" fmla="*/ 70833 h 94479"/>
                  <a:gd name="connsiteX23" fmla="*/ 73438 w 694063"/>
                  <a:gd name="connsiteY23" fmla="*/ 70833 h 94479"/>
                  <a:gd name="connsiteX24" fmla="*/ 74323 w 694063"/>
                  <a:gd name="connsiteY24" fmla="*/ 71146 h 94479"/>
                  <a:gd name="connsiteX25" fmla="*/ 74583 w 694063"/>
                  <a:gd name="connsiteY25" fmla="*/ 72084 h 94479"/>
                  <a:gd name="connsiteX26" fmla="*/ 74583 w 694063"/>
                  <a:gd name="connsiteY26" fmla="*/ 78750 h 94479"/>
                  <a:gd name="connsiteX27" fmla="*/ 71458 w 694063"/>
                  <a:gd name="connsiteY27" fmla="*/ 90000 h 94479"/>
                  <a:gd name="connsiteX28" fmla="*/ 63854 w 694063"/>
                  <a:gd name="connsiteY28" fmla="*/ 94479 h 94479"/>
                  <a:gd name="connsiteX29" fmla="*/ 63854 w 694063"/>
                  <a:gd name="connsiteY29" fmla="*/ 90834 h 94479"/>
                  <a:gd name="connsiteX30" fmla="*/ 67344 w 694063"/>
                  <a:gd name="connsiteY30" fmla="*/ 87344 h 94479"/>
                  <a:gd name="connsiteX31" fmla="*/ 68125 w 694063"/>
                  <a:gd name="connsiteY31" fmla="*/ 81563 h 94479"/>
                  <a:gd name="connsiteX32" fmla="*/ 62708 w 694063"/>
                  <a:gd name="connsiteY32" fmla="*/ 81563 h 94479"/>
                  <a:gd name="connsiteX33" fmla="*/ 382396 w 694063"/>
                  <a:gd name="connsiteY33" fmla="*/ 36146 h 94479"/>
                  <a:gd name="connsiteX34" fmla="*/ 375886 w 694063"/>
                  <a:gd name="connsiteY34" fmla="*/ 37656 h 94479"/>
                  <a:gd name="connsiteX35" fmla="*/ 370834 w 694063"/>
                  <a:gd name="connsiteY35" fmla="*/ 41563 h 94479"/>
                  <a:gd name="connsiteX36" fmla="*/ 367500 w 694063"/>
                  <a:gd name="connsiteY36" fmla="*/ 47292 h 94479"/>
                  <a:gd name="connsiteX37" fmla="*/ 366355 w 694063"/>
                  <a:gd name="connsiteY37" fmla="*/ 54063 h 94479"/>
                  <a:gd name="connsiteX38" fmla="*/ 367448 w 694063"/>
                  <a:gd name="connsiteY38" fmla="*/ 61979 h 94479"/>
                  <a:gd name="connsiteX39" fmla="*/ 370625 w 694063"/>
                  <a:gd name="connsiteY39" fmla="*/ 68229 h 94479"/>
                  <a:gd name="connsiteX40" fmla="*/ 375625 w 694063"/>
                  <a:gd name="connsiteY40" fmla="*/ 72448 h 94479"/>
                  <a:gd name="connsiteX41" fmla="*/ 382188 w 694063"/>
                  <a:gd name="connsiteY41" fmla="*/ 73958 h 94479"/>
                  <a:gd name="connsiteX42" fmla="*/ 394271 w 694063"/>
                  <a:gd name="connsiteY42" fmla="*/ 68490 h 94479"/>
                  <a:gd name="connsiteX43" fmla="*/ 398542 w 694063"/>
                  <a:gd name="connsiteY43" fmla="*/ 55000 h 94479"/>
                  <a:gd name="connsiteX44" fmla="*/ 397500 w 694063"/>
                  <a:gd name="connsiteY44" fmla="*/ 47812 h 94479"/>
                  <a:gd name="connsiteX45" fmla="*/ 394375 w 694063"/>
                  <a:gd name="connsiteY45" fmla="*/ 41875 h 94479"/>
                  <a:gd name="connsiteX46" fmla="*/ 389375 w 694063"/>
                  <a:gd name="connsiteY46" fmla="*/ 37708 h 94479"/>
                  <a:gd name="connsiteX47" fmla="*/ 382396 w 694063"/>
                  <a:gd name="connsiteY47" fmla="*/ 36146 h 94479"/>
                  <a:gd name="connsiteX48" fmla="*/ 447084 w 694063"/>
                  <a:gd name="connsiteY48" fmla="*/ 8334 h 94479"/>
                  <a:gd name="connsiteX49" fmla="*/ 435053 w 694063"/>
                  <a:gd name="connsiteY49" fmla="*/ 13854 h 94479"/>
                  <a:gd name="connsiteX50" fmla="*/ 430834 w 694063"/>
                  <a:gd name="connsiteY50" fmla="*/ 27292 h 94479"/>
                  <a:gd name="connsiteX51" fmla="*/ 431823 w 694063"/>
                  <a:gd name="connsiteY51" fmla="*/ 34583 h 94479"/>
                  <a:gd name="connsiteX52" fmla="*/ 434896 w 694063"/>
                  <a:gd name="connsiteY52" fmla="*/ 40521 h 94479"/>
                  <a:gd name="connsiteX53" fmla="*/ 439896 w 694063"/>
                  <a:gd name="connsiteY53" fmla="*/ 44636 h 94479"/>
                  <a:gd name="connsiteX54" fmla="*/ 446979 w 694063"/>
                  <a:gd name="connsiteY54" fmla="*/ 46146 h 94479"/>
                  <a:gd name="connsiteX55" fmla="*/ 453386 w 694063"/>
                  <a:gd name="connsiteY55" fmla="*/ 44688 h 94479"/>
                  <a:gd name="connsiteX56" fmla="*/ 458438 w 694063"/>
                  <a:gd name="connsiteY56" fmla="*/ 40834 h 94479"/>
                  <a:gd name="connsiteX57" fmla="*/ 461823 w 694063"/>
                  <a:gd name="connsiteY57" fmla="*/ 35104 h 94479"/>
                  <a:gd name="connsiteX58" fmla="*/ 463021 w 694063"/>
                  <a:gd name="connsiteY58" fmla="*/ 28229 h 94479"/>
                  <a:gd name="connsiteX59" fmla="*/ 461823 w 694063"/>
                  <a:gd name="connsiteY59" fmla="*/ 20417 h 94479"/>
                  <a:gd name="connsiteX60" fmla="*/ 458542 w 694063"/>
                  <a:gd name="connsiteY60" fmla="*/ 14063 h 94479"/>
                  <a:gd name="connsiteX61" fmla="*/ 453542 w 694063"/>
                  <a:gd name="connsiteY61" fmla="*/ 9896 h 94479"/>
                  <a:gd name="connsiteX62" fmla="*/ 447084 w 694063"/>
                  <a:gd name="connsiteY62" fmla="*/ 8334 h 94479"/>
                  <a:gd name="connsiteX63" fmla="*/ 173646 w 694063"/>
                  <a:gd name="connsiteY63" fmla="*/ 8334 h 94479"/>
                  <a:gd name="connsiteX64" fmla="*/ 161615 w 694063"/>
                  <a:gd name="connsiteY64" fmla="*/ 13854 h 94479"/>
                  <a:gd name="connsiteX65" fmla="*/ 157396 w 694063"/>
                  <a:gd name="connsiteY65" fmla="*/ 27292 h 94479"/>
                  <a:gd name="connsiteX66" fmla="*/ 158386 w 694063"/>
                  <a:gd name="connsiteY66" fmla="*/ 34583 h 94479"/>
                  <a:gd name="connsiteX67" fmla="*/ 161458 w 694063"/>
                  <a:gd name="connsiteY67" fmla="*/ 40521 h 94479"/>
                  <a:gd name="connsiteX68" fmla="*/ 166458 w 694063"/>
                  <a:gd name="connsiteY68" fmla="*/ 44636 h 94479"/>
                  <a:gd name="connsiteX69" fmla="*/ 173542 w 694063"/>
                  <a:gd name="connsiteY69" fmla="*/ 46146 h 94479"/>
                  <a:gd name="connsiteX70" fmla="*/ 179948 w 694063"/>
                  <a:gd name="connsiteY70" fmla="*/ 44688 h 94479"/>
                  <a:gd name="connsiteX71" fmla="*/ 185000 w 694063"/>
                  <a:gd name="connsiteY71" fmla="*/ 40834 h 94479"/>
                  <a:gd name="connsiteX72" fmla="*/ 188386 w 694063"/>
                  <a:gd name="connsiteY72" fmla="*/ 35104 h 94479"/>
                  <a:gd name="connsiteX73" fmla="*/ 189583 w 694063"/>
                  <a:gd name="connsiteY73" fmla="*/ 28229 h 94479"/>
                  <a:gd name="connsiteX74" fmla="*/ 188386 w 694063"/>
                  <a:gd name="connsiteY74" fmla="*/ 20417 h 94479"/>
                  <a:gd name="connsiteX75" fmla="*/ 185104 w 694063"/>
                  <a:gd name="connsiteY75" fmla="*/ 14063 h 94479"/>
                  <a:gd name="connsiteX76" fmla="*/ 180104 w 694063"/>
                  <a:gd name="connsiteY76" fmla="*/ 9896 h 94479"/>
                  <a:gd name="connsiteX77" fmla="*/ 173646 w 694063"/>
                  <a:gd name="connsiteY77" fmla="*/ 8334 h 94479"/>
                  <a:gd name="connsiteX78" fmla="*/ 668646 w 694063"/>
                  <a:gd name="connsiteY78" fmla="*/ 7188 h 94479"/>
                  <a:gd name="connsiteX79" fmla="*/ 659844 w 694063"/>
                  <a:gd name="connsiteY79" fmla="*/ 10833 h 94479"/>
                  <a:gd name="connsiteX80" fmla="*/ 655105 w 694063"/>
                  <a:gd name="connsiteY80" fmla="*/ 19583 h 94479"/>
                  <a:gd name="connsiteX81" fmla="*/ 653073 w 694063"/>
                  <a:gd name="connsiteY81" fmla="*/ 30573 h 94479"/>
                  <a:gd name="connsiteX82" fmla="*/ 652709 w 694063"/>
                  <a:gd name="connsiteY82" fmla="*/ 40729 h 94479"/>
                  <a:gd name="connsiteX83" fmla="*/ 653073 w 694063"/>
                  <a:gd name="connsiteY83" fmla="*/ 50781 h 94479"/>
                  <a:gd name="connsiteX84" fmla="*/ 655105 w 694063"/>
                  <a:gd name="connsiteY84" fmla="*/ 61667 h 94479"/>
                  <a:gd name="connsiteX85" fmla="*/ 659844 w 694063"/>
                  <a:gd name="connsiteY85" fmla="*/ 70312 h 94479"/>
                  <a:gd name="connsiteX86" fmla="*/ 668646 w 694063"/>
                  <a:gd name="connsiteY86" fmla="*/ 73854 h 94479"/>
                  <a:gd name="connsiteX87" fmla="*/ 677605 w 694063"/>
                  <a:gd name="connsiteY87" fmla="*/ 70312 h 94479"/>
                  <a:gd name="connsiteX88" fmla="*/ 682605 w 694063"/>
                  <a:gd name="connsiteY88" fmla="*/ 61667 h 94479"/>
                  <a:gd name="connsiteX89" fmla="*/ 684896 w 694063"/>
                  <a:gd name="connsiteY89" fmla="*/ 50781 h 94479"/>
                  <a:gd name="connsiteX90" fmla="*/ 685417 w 694063"/>
                  <a:gd name="connsiteY90" fmla="*/ 40729 h 94479"/>
                  <a:gd name="connsiteX91" fmla="*/ 684896 w 694063"/>
                  <a:gd name="connsiteY91" fmla="*/ 30573 h 94479"/>
                  <a:gd name="connsiteX92" fmla="*/ 682605 w 694063"/>
                  <a:gd name="connsiteY92" fmla="*/ 19583 h 94479"/>
                  <a:gd name="connsiteX93" fmla="*/ 677605 w 694063"/>
                  <a:gd name="connsiteY93" fmla="*/ 10833 h 94479"/>
                  <a:gd name="connsiteX94" fmla="*/ 668646 w 694063"/>
                  <a:gd name="connsiteY94" fmla="*/ 7188 h 94479"/>
                  <a:gd name="connsiteX95" fmla="*/ 603542 w 694063"/>
                  <a:gd name="connsiteY95" fmla="*/ 7188 h 94479"/>
                  <a:gd name="connsiteX96" fmla="*/ 594740 w 694063"/>
                  <a:gd name="connsiteY96" fmla="*/ 10833 h 94479"/>
                  <a:gd name="connsiteX97" fmla="*/ 590000 w 694063"/>
                  <a:gd name="connsiteY97" fmla="*/ 19583 h 94479"/>
                  <a:gd name="connsiteX98" fmla="*/ 587969 w 694063"/>
                  <a:gd name="connsiteY98" fmla="*/ 30573 h 94479"/>
                  <a:gd name="connsiteX99" fmla="*/ 587605 w 694063"/>
                  <a:gd name="connsiteY99" fmla="*/ 40729 h 94479"/>
                  <a:gd name="connsiteX100" fmla="*/ 587969 w 694063"/>
                  <a:gd name="connsiteY100" fmla="*/ 50781 h 94479"/>
                  <a:gd name="connsiteX101" fmla="*/ 590000 w 694063"/>
                  <a:gd name="connsiteY101" fmla="*/ 61667 h 94479"/>
                  <a:gd name="connsiteX102" fmla="*/ 594740 w 694063"/>
                  <a:gd name="connsiteY102" fmla="*/ 70312 h 94479"/>
                  <a:gd name="connsiteX103" fmla="*/ 603542 w 694063"/>
                  <a:gd name="connsiteY103" fmla="*/ 73854 h 94479"/>
                  <a:gd name="connsiteX104" fmla="*/ 612500 w 694063"/>
                  <a:gd name="connsiteY104" fmla="*/ 70312 h 94479"/>
                  <a:gd name="connsiteX105" fmla="*/ 617500 w 694063"/>
                  <a:gd name="connsiteY105" fmla="*/ 61667 h 94479"/>
                  <a:gd name="connsiteX106" fmla="*/ 619792 w 694063"/>
                  <a:gd name="connsiteY106" fmla="*/ 50781 h 94479"/>
                  <a:gd name="connsiteX107" fmla="*/ 620313 w 694063"/>
                  <a:gd name="connsiteY107" fmla="*/ 40729 h 94479"/>
                  <a:gd name="connsiteX108" fmla="*/ 619792 w 694063"/>
                  <a:gd name="connsiteY108" fmla="*/ 30573 h 94479"/>
                  <a:gd name="connsiteX109" fmla="*/ 617500 w 694063"/>
                  <a:gd name="connsiteY109" fmla="*/ 19583 h 94479"/>
                  <a:gd name="connsiteX110" fmla="*/ 612500 w 694063"/>
                  <a:gd name="connsiteY110" fmla="*/ 10833 h 94479"/>
                  <a:gd name="connsiteX111" fmla="*/ 603542 w 694063"/>
                  <a:gd name="connsiteY111" fmla="*/ 7188 h 94479"/>
                  <a:gd name="connsiteX112" fmla="*/ 538438 w 694063"/>
                  <a:gd name="connsiteY112" fmla="*/ 7188 h 94479"/>
                  <a:gd name="connsiteX113" fmla="*/ 529636 w 694063"/>
                  <a:gd name="connsiteY113" fmla="*/ 10833 h 94479"/>
                  <a:gd name="connsiteX114" fmla="*/ 524896 w 694063"/>
                  <a:gd name="connsiteY114" fmla="*/ 19583 h 94479"/>
                  <a:gd name="connsiteX115" fmla="*/ 522865 w 694063"/>
                  <a:gd name="connsiteY115" fmla="*/ 30573 h 94479"/>
                  <a:gd name="connsiteX116" fmla="*/ 522501 w 694063"/>
                  <a:gd name="connsiteY116" fmla="*/ 40729 h 94479"/>
                  <a:gd name="connsiteX117" fmla="*/ 522865 w 694063"/>
                  <a:gd name="connsiteY117" fmla="*/ 50781 h 94479"/>
                  <a:gd name="connsiteX118" fmla="*/ 524896 w 694063"/>
                  <a:gd name="connsiteY118" fmla="*/ 61667 h 94479"/>
                  <a:gd name="connsiteX119" fmla="*/ 529636 w 694063"/>
                  <a:gd name="connsiteY119" fmla="*/ 70312 h 94479"/>
                  <a:gd name="connsiteX120" fmla="*/ 538438 w 694063"/>
                  <a:gd name="connsiteY120" fmla="*/ 73854 h 94479"/>
                  <a:gd name="connsiteX121" fmla="*/ 547396 w 694063"/>
                  <a:gd name="connsiteY121" fmla="*/ 70312 h 94479"/>
                  <a:gd name="connsiteX122" fmla="*/ 552396 w 694063"/>
                  <a:gd name="connsiteY122" fmla="*/ 61667 h 94479"/>
                  <a:gd name="connsiteX123" fmla="*/ 554688 w 694063"/>
                  <a:gd name="connsiteY123" fmla="*/ 50781 h 94479"/>
                  <a:gd name="connsiteX124" fmla="*/ 555209 w 694063"/>
                  <a:gd name="connsiteY124" fmla="*/ 40729 h 94479"/>
                  <a:gd name="connsiteX125" fmla="*/ 554688 w 694063"/>
                  <a:gd name="connsiteY125" fmla="*/ 30573 h 94479"/>
                  <a:gd name="connsiteX126" fmla="*/ 552396 w 694063"/>
                  <a:gd name="connsiteY126" fmla="*/ 19583 h 94479"/>
                  <a:gd name="connsiteX127" fmla="*/ 547396 w 694063"/>
                  <a:gd name="connsiteY127" fmla="*/ 10833 h 94479"/>
                  <a:gd name="connsiteX128" fmla="*/ 538438 w 694063"/>
                  <a:gd name="connsiteY128" fmla="*/ 7188 h 94479"/>
                  <a:gd name="connsiteX129" fmla="*/ 107708 w 694063"/>
                  <a:gd name="connsiteY129" fmla="*/ 3125 h 94479"/>
                  <a:gd name="connsiteX130" fmla="*/ 113646 w 694063"/>
                  <a:gd name="connsiteY130" fmla="*/ 3125 h 94479"/>
                  <a:gd name="connsiteX131" fmla="*/ 115208 w 694063"/>
                  <a:gd name="connsiteY131" fmla="*/ 3542 h 94479"/>
                  <a:gd name="connsiteX132" fmla="*/ 115625 w 694063"/>
                  <a:gd name="connsiteY132" fmla="*/ 5104 h 94479"/>
                  <a:gd name="connsiteX133" fmla="*/ 115625 w 694063"/>
                  <a:gd name="connsiteY133" fmla="*/ 79167 h 94479"/>
                  <a:gd name="connsiteX134" fmla="*/ 107396 w 694063"/>
                  <a:gd name="connsiteY134" fmla="*/ 79167 h 94479"/>
                  <a:gd name="connsiteX135" fmla="*/ 107396 w 694063"/>
                  <a:gd name="connsiteY135" fmla="*/ 12083 h 94479"/>
                  <a:gd name="connsiteX136" fmla="*/ 100365 w 694063"/>
                  <a:gd name="connsiteY136" fmla="*/ 17865 h 94479"/>
                  <a:gd name="connsiteX137" fmla="*/ 91146 w 694063"/>
                  <a:gd name="connsiteY137" fmla="*/ 23125 h 94479"/>
                  <a:gd name="connsiteX138" fmla="*/ 91146 w 694063"/>
                  <a:gd name="connsiteY138" fmla="*/ 15208 h 94479"/>
                  <a:gd name="connsiteX139" fmla="*/ 99792 w 694063"/>
                  <a:gd name="connsiteY139" fmla="*/ 10104 h 94479"/>
                  <a:gd name="connsiteX140" fmla="*/ 107708 w 694063"/>
                  <a:gd name="connsiteY140" fmla="*/ 3125 h 94479"/>
                  <a:gd name="connsiteX141" fmla="*/ 16563 w 694063"/>
                  <a:gd name="connsiteY141" fmla="*/ 3125 h 94479"/>
                  <a:gd name="connsiteX142" fmla="*/ 22500 w 694063"/>
                  <a:gd name="connsiteY142" fmla="*/ 3125 h 94479"/>
                  <a:gd name="connsiteX143" fmla="*/ 24062 w 694063"/>
                  <a:gd name="connsiteY143" fmla="*/ 3542 h 94479"/>
                  <a:gd name="connsiteX144" fmla="*/ 24479 w 694063"/>
                  <a:gd name="connsiteY144" fmla="*/ 5104 h 94479"/>
                  <a:gd name="connsiteX145" fmla="*/ 24479 w 694063"/>
                  <a:gd name="connsiteY145" fmla="*/ 79167 h 94479"/>
                  <a:gd name="connsiteX146" fmla="*/ 16250 w 694063"/>
                  <a:gd name="connsiteY146" fmla="*/ 79167 h 94479"/>
                  <a:gd name="connsiteX147" fmla="*/ 16250 w 694063"/>
                  <a:gd name="connsiteY147" fmla="*/ 12083 h 94479"/>
                  <a:gd name="connsiteX148" fmla="*/ 9219 w 694063"/>
                  <a:gd name="connsiteY148" fmla="*/ 17865 h 94479"/>
                  <a:gd name="connsiteX149" fmla="*/ 0 w 694063"/>
                  <a:gd name="connsiteY149" fmla="*/ 23125 h 94479"/>
                  <a:gd name="connsiteX150" fmla="*/ 0 w 694063"/>
                  <a:gd name="connsiteY150" fmla="*/ 15208 h 94479"/>
                  <a:gd name="connsiteX151" fmla="*/ 8646 w 694063"/>
                  <a:gd name="connsiteY151" fmla="*/ 10104 h 94479"/>
                  <a:gd name="connsiteX152" fmla="*/ 16563 w 694063"/>
                  <a:gd name="connsiteY152" fmla="*/ 3125 h 94479"/>
                  <a:gd name="connsiteX153" fmla="*/ 383229 w 694063"/>
                  <a:gd name="connsiteY153" fmla="*/ 1458 h 94479"/>
                  <a:gd name="connsiteX154" fmla="*/ 398646 w 694063"/>
                  <a:gd name="connsiteY154" fmla="*/ 6823 h 94479"/>
                  <a:gd name="connsiteX155" fmla="*/ 405625 w 694063"/>
                  <a:gd name="connsiteY155" fmla="*/ 21250 h 94479"/>
                  <a:gd name="connsiteX156" fmla="*/ 397396 w 694063"/>
                  <a:gd name="connsiteY156" fmla="*/ 21250 h 94479"/>
                  <a:gd name="connsiteX157" fmla="*/ 393021 w 694063"/>
                  <a:gd name="connsiteY157" fmla="*/ 11927 h 94479"/>
                  <a:gd name="connsiteX158" fmla="*/ 383334 w 694063"/>
                  <a:gd name="connsiteY158" fmla="*/ 8438 h 94479"/>
                  <a:gd name="connsiteX159" fmla="*/ 374167 w 694063"/>
                  <a:gd name="connsiteY159" fmla="*/ 11875 h 94479"/>
                  <a:gd name="connsiteX160" fmla="*/ 368333 w 694063"/>
                  <a:gd name="connsiteY160" fmla="*/ 20521 h 94479"/>
                  <a:gd name="connsiteX161" fmla="*/ 365261 w 694063"/>
                  <a:gd name="connsiteY161" fmla="*/ 31667 h 94479"/>
                  <a:gd name="connsiteX162" fmla="*/ 364375 w 694063"/>
                  <a:gd name="connsiteY162" fmla="*/ 42917 h 94479"/>
                  <a:gd name="connsiteX163" fmla="*/ 372084 w 694063"/>
                  <a:gd name="connsiteY163" fmla="*/ 32969 h 94479"/>
                  <a:gd name="connsiteX164" fmla="*/ 384480 w 694063"/>
                  <a:gd name="connsiteY164" fmla="*/ 29687 h 94479"/>
                  <a:gd name="connsiteX165" fmla="*/ 400781 w 694063"/>
                  <a:gd name="connsiteY165" fmla="*/ 36667 h 94479"/>
                  <a:gd name="connsiteX166" fmla="*/ 406771 w 694063"/>
                  <a:gd name="connsiteY166" fmla="*/ 55209 h 94479"/>
                  <a:gd name="connsiteX167" fmla="*/ 405156 w 694063"/>
                  <a:gd name="connsiteY167" fmla="*/ 65313 h 94479"/>
                  <a:gd name="connsiteX168" fmla="*/ 400417 w 694063"/>
                  <a:gd name="connsiteY168" fmla="*/ 73542 h 94479"/>
                  <a:gd name="connsiteX169" fmla="*/ 393021 w 694063"/>
                  <a:gd name="connsiteY169" fmla="*/ 78958 h 94479"/>
                  <a:gd name="connsiteX170" fmla="*/ 383125 w 694063"/>
                  <a:gd name="connsiteY170" fmla="*/ 80938 h 94479"/>
                  <a:gd name="connsiteX171" fmla="*/ 368490 w 694063"/>
                  <a:gd name="connsiteY171" fmla="*/ 76406 h 94479"/>
                  <a:gd name="connsiteX172" fmla="*/ 360104 w 694063"/>
                  <a:gd name="connsiteY172" fmla="*/ 64896 h 94479"/>
                  <a:gd name="connsiteX173" fmla="*/ 357865 w 694063"/>
                  <a:gd name="connsiteY173" fmla="*/ 55677 h 94479"/>
                  <a:gd name="connsiteX174" fmla="*/ 357188 w 694063"/>
                  <a:gd name="connsiteY174" fmla="*/ 43542 h 94479"/>
                  <a:gd name="connsiteX175" fmla="*/ 359115 w 694063"/>
                  <a:gd name="connsiteY175" fmla="*/ 25260 h 94479"/>
                  <a:gd name="connsiteX176" fmla="*/ 364584 w 694063"/>
                  <a:gd name="connsiteY176" fmla="*/ 12083 h 94479"/>
                  <a:gd name="connsiteX177" fmla="*/ 372813 w 694063"/>
                  <a:gd name="connsiteY177" fmla="*/ 4167 h 94479"/>
                  <a:gd name="connsiteX178" fmla="*/ 383229 w 694063"/>
                  <a:gd name="connsiteY178" fmla="*/ 1458 h 94479"/>
                  <a:gd name="connsiteX179" fmla="*/ 446563 w 694063"/>
                  <a:gd name="connsiteY179" fmla="*/ 1354 h 94479"/>
                  <a:gd name="connsiteX180" fmla="*/ 456146 w 694063"/>
                  <a:gd name="connsiteY180" fmla="*/ 2917 h 94479"/>
                  <a:gd name="connsiteX181" fmla="*/ 464375 w 694063"/>
                  <a:gd name="connsiteY181" fmla="*/ 8646 h 94479"/>
                  <a:gd name="connsiteX182" fmla="*/ 470052 w 694063"/>
                  <a:gd name="connsiteY182" fmla="*/ 20156 h 94479"/>
                  <a:gd name="connsiteX183" fmla="*/ 472188 w 694063"/>
                  <a:gd name="connsiteY183" fmla="*/ 38958 h 94479"/>
                  <a:gd name="connsiteX184" fmla="*/ 465209 w 694063"/>
                  <a:gd name="connsiteY184" fmla="*/ 70365 h 94479"/>
                  <a:gd name="connsiteX185" fmla="*/ 446250 w 694063"/>
                  <a:gd name="connsiteY185" fmla="*/ 80833 h 94479"/>
                  <a:gd name="connsiteX186" fmla="*/ 430782 w 694063"/>
                  <a:gd name="connsiteY186" fmla="*/ 75521 h 94479"/>
                  <a:gd name="connsiteX187" fmla="*/ 423959 w 694063"/>
                  <a:gd name="connsiteY187" fmla="*/ 61042 h 94479"/>
                  <a:gd name="connsiteX188" fmla="*/ 432188 w 694063"/>
                  <a:gd name="connsiteY188" fmla="*/ 61042 h 94479"/>
                  <a:gd name="connsiteX189" fmla="*/ 436719 w 694063"/>
                  <a:gd name="connsiteY189" fmla="*/ 70417 h 94479"/>
                  <a:gd name="connsiteX190" fmla="*/ 446667 w 694063"/>
                  <a:gd name="connsiteY190" fmla="*/ 73854 h 94479"/>
                  <a:gd name="connsiteX191" fmla="*/ 455677 w 694063"/>
                  <a:gd name="connsiteY191" fmla="*/ 70729 h 94479"/>
                  <a:gd name="connsiteX192" fmla="*/ 461355 w 694063"/>
                  <a:gd name="connsiteY192" fmla="*/ 62604 h 94479"/>
                  <a:gd name="connsiteX193" fmla="*/ 464219 w 694063"/>
                  <a:gd name="connsiteY193" fmla="*/ 51563 h 94479"/>
                  <a:gd name="connsiteX194" fmla="*/ 465000 w 694063"/>
                  <a:gd name="connsiteY194" fmla="*/ 39375 h 94479"/>
                  <a:gd name="connsiteX195" fmla="*/ 457396 w 694063"/>
                  <a:gd name="connsiteY195" fmla="*/ 49375 h 94479"/>
                  <a:gd name="connsiteX196" fmla="*/ 445313 w 694063"/>
                  <a:gd name="connsiteY196" fmla="*/ 52604 h 94479"/>
                  <a:gd name="connsiteX197" fmla="*/ 428802 w 694063"/>
                  <a:gd name="connsiteY197" fmla="*/ 45625 h 94479"/>
                  <a:gd name="connsiteX198" fmla="*/ 422604 w 694063"/>
                  <a:gd name="connsiteY198" fmla="*/ 27084 h 94479"/>
                  <a:gd name="connsiteX199" fmla="*/ 424219 w 694063"/>
                  <a:gd name="connsiteY199" fmla="*/ 17083 h 94479"/>
                  <a:gd name="connsiteX200" fmla="*/ 428959 w 694063"/>
                  <a:gd name="connsiteY200" fmla="*/ 8854 h 94479"/>
                  <a:gd name="connsiteX201" fmla="*/ 436511 w 694063"/>
                  <a:gd name="connsiteY201" fmla="*/ 3386 h 94479"/>
                  <a:gd name="connsiteX202" fmla="*/ 446563 w 694063"/>
                  <a:gd name="connsiteY202" fmla="*/ 1354 h 94479"/>
                  <a:gd name="connsiteX203" fmla="*/ 328750 w 694063"/>
                  <a:gd name="connsiteY203" fmla="*/ 1354 h 94479"/>
                  <a:gd name="connsiteX204" fmla="*/ 337552 w 694063"/>
                  <a:gd name="connsiteY204" fmla="*/ 2552 h 94479"/>
                  <a:gd name="connsiteX205" fmla="*/ 345000 w 694063"/>
                  <a:gd name="connsiteY205" fmla="*/ 6250 h 94479"/>
                  <a:gd name="connsiteX206" fmla="*/ 350052 w 694063"/>
                  <a:gd name="connsiteY206" fmla="*/ 12604 h 94479"/>
                  <a:gd name="connsiteX207" fmla="*/ 351980 w 694063"/>
                  <a:gd name="connsiteY207" fmla="*/ 21771 h 94479"/>
                  <a:gd name="connsiteX208" fmla="*/ 347709 w 694063"/>
                  <a:gd name="connsiteY208" fmla="*/ 33437 h 94479"/>
                  <a:gd name="connsiteX209" fmla="*/ 336563 w 694063"/>
                  <a:gd name="connsiteY209" fmla="*/ 39792 h 94479"/>
                  <a:gd name="connsiteX210" fmla="*/ 348907 w 694063"/>
                  <a:gd name="connsiteY210" fmla="*/ 46198 h 94479"/>
                  <a:gd name="connsiteX211" fmla="*/ 353646 w 694063"/>
                  <a:gd name="connsiteY211" fmla="*/ 59063 h 94479"/>
                  <a:gd name="connsiteX212" fmla="*/ 351511 w 694063"/>
                  <a:gd name="connsiteY212" fmla="*/ 69011 h 94479"/>
                  <a:gd name="connsiteX213" fmla="*/ 345833 w 694063"/>
                  <a:gd name="connsiteY213" fmla="*/ 75833 h 94479"/>
                  <a:gd name="connsiteX214" fmla="*/ 337709 w 694063"/>
                  <a:gd name="connsiteY214" fmla="*/ 79687 h 94479"/>
                  <a:gd name="connsiteX215" fmla="*/ 328334 w 694063"/>
                  <a:gd name="connsiteY215" fmla="*/ 80938 h 94479"/>
                  <a:gd name="connsiteX216" fmla="*/ 310573 w 694063"/>
                  <a:gd name="connsiteY216" fmla="*/ 75000 h 94479"/>
                  <a:gd name="connsiteX217" fmla="*/ 303854 w 694063"/>
                  <a:gd name="connsiteY217" fmla="*/ 58542 h 94479"/>
                  <a:gd name="connsiteX218" fmla="*/ 312084 w 694063"/>
                  <a:gd name="connsiteY218" fmla="*/ 58542 h 94479"/>
                  <a:gd name="connsiteX219" fmla="*/ 317031 w 694063"/>
                  <a:gd name="connsiteY219" fmla="*/ 69896 h 94479"/>
                  <a:gd name="connsiteX220" fmla="*/ 328646 w 694063"/>
                  <a:gd name="connsiteY220" fmla="*/ 73750 h 94479"/>
                  <a:gd name="connsiteX221" fmla="*/ 340833 w 694063"/>
                  <a:gd name="connsiteY221" fmla="*/ 69688 h 94479"/>
                  <a:gd name="connsiteX222" fmla="*/ 345313 w 694063"/>
                  <a:gd name="connsiteY222" fmla="*/ 58125 h 94479"/>
                  <a:gd name="connsiteX223" fmla="*/ 343855 w 694063"/>
                  <a:gd name="connsiteY223" fmla="*/ 51510 h 94479"/>
                  <a:gd name="connsiteX224" fmla="*/ 340000 w 694063"/>
                  <a:gd name="connsiteY224" fmla="*/ 46979 h 94479"/>
                  <a:gd name="connsiteX225" fmla="*/ 334428 w 694063"/>
                  <a:gd name="connsiteY225" fmla="*/ 44375 h 94479"/>
                  <a:gd name="connsiteX226" fmla="*/ 328125 w 694063"/>
                  <a:gd name="connsiteY226" fmla="*/ 43333 h 94479"/>
                  <a:gd name="connsiteX227" fmla="*/ 323959 w 694063"/>
                  <a:gd name="connsiteY227" fmla="*/ 43333 h 94479"/>
                  <a:gd name="connsiteX228" fmla="*/ 322500 w 694063"/>
                  <a:gd name="connsiteY228" fmla="*/ 43073 h 94479"/>
                  <a:gd name="connsiteX229" fmla="*/ 322292 w 694063"/>
                  <a:gd name="connsiteY229" fmla="*/ 41667 h 94479"/>
                  <a:gd name="connsiteX230" fmla="*/ 322292 w 694063"/>
                  <a:gd name="connsiteY230" fmla="*/ 37813 h 94479"/>
                  <a:gd name="connsiteX231" fmla="*/ 322500 w 694063"/>
                  <a:gd name="connsiteY231" fmla="*/ 36146 h 94479"/>
                  <a:gd name="connsiteX232" fmla="*/ 323959 w 694063"/>
                  <a:gd name="connsiteY232" fmla="*/ 35729 h 94479"/>
                  <a:gd name="connsiteX233" fmla="*/ 327396 w 694063"/>
                  <a:gd name="connsiteY233" fmla="*/ 35729 h 94479"/>
                  <a:gd name="connsiteX234" fmla="*/ 333490 w 694063"/>
                  <a:gd name="connsiteY234" fmla="*/ 34948 h 94479"/>
                  <a:gd name="connsiteX235" fmla="*/ 338646 w 694063"/>
                  <a:gd name="connsiteY235" fmla="*/ 32500 h 94479"/>
                  <a:gd name="connsiteX236" fmla="*/ 342292 w 694063"/>
                  <a:gd name="connsiteY236" fmla="*/ 28385 h 94479"/>
                  <a:gd name="connsiteX237" fmla="*/ 343646 w 694063"/>
                  <a:gd name="connsiteY237" fmla="*/ 22188 h 94479"/>
                  <a:gd name="connsiteX238" fmla="*/ 339323 w 694063"/>
                  <a:gd name="connsiteY238" fmla="*/ 12083 h 94479"/>
                  <a:gd name="connsiteX239" fmla="*/ 328438 w 694063"/>
                  <a:gd name="connsiteY239" fmla="*/ 8542 h 94479"/>
                  <a:gd name="connsiteX240" fmla="*/ 317760 w 694063"/>
                  <a:gd name="connsiteY240" fmla="*/ 12083 h 94479"/>
                  <a:gd name="connsiteX241" fmla="*/ 313229 w 694063"/>
                  <a:gd name="connsiteY241" fmla="*/ 22292 h 94479"/>
                  <a:gd name="connsiteX242" fmla="*/ 304896 w 694063"/>
                  <a:gd name="connsiteY242" fmla="*/ 22292 h 94479"/>
                  <a:gd name="connsiteX243" fmla="*/ 311563 w 694063"/>
                  <a:gd name="connsiteY243" fmla="*/ 6979 h 94479"/>
                  <a:gd name="connsiteX244" fmla="*/ 328750 w 694063"/>
                  <a:gd name="connsiteY244" fmla="*/ 1354 h 94479"/>
                  <a:gd name="connsiteX245" fmla="*/ 237500 w 694063"/>
                  <a:gd name="connsiteY245" fmla="*/ 1354 h 94479"/>
                  <a:gd name="connsiteX246" fmla="*/ 253542 w 694063"/>
                  <a:gd name="connsiteY246" fmla="*/ 6458 h 94479"/>
                  <a:gd name="connsiteX247" fmla="*/ 260000 w 694063"/>
                  <a:gd name="connsiteY247" fmla="*/ 21458 h 94479"/>
                  <a:gd name="connsiteX248" fmla="*/ 255886 w 694063"/>
                  <a:gd name="connsiteY248" fmla="*/ 35313 h 94479"/>
                  <a:gd name="connsiteX249" fmla="*/ 246042 w 694063"/>
                  <a:gd name="connsiteY249" fmla="*/ 49271 h 94479"/>
                  <a:gd name="connsiteX250" fmla="*/ 234167 w 694063"/>
                  <a:gd name="connsiteY250" fmla="*/ 61979 h 94479"/>
                  <a:gd name="connsiteX251" fmla="*/ 223959 w 694063"/>
                  <a:gd name="connsiteY251" fmla="*/ 71979 h 94479"/>
                  <a:gd name="connsiteX252" fmla="*/ 261667 w 694063"/>
                  <a:gd name="connsiteY252" fmla="*/ 71979 h 94479"/>
                  <a:gd name="connsiteX253" fmla="*/ 261667 w 694063"/>
                  <a:gd name="connsiteY253" fmla="*/ 79167 h 94479"/>
                  <a:gd name="connsiteX254" fmla="*/ 215938 w 694063"/>
                  <a:gd name="connsiteY254" fmla="*/ 79167 h 94479"/>
                  <a:gd name="connsiteX255" fmla="*/ 214740 w 694063"/>
                  <a:gd name="connsiteY255" fmla="*/ 78854 h 94479"/>
                  <a:gd name="connsiteX256" fmla="*/ 214479 w 694063"/>
                  <a:gd name="connsiteY256" fmla="*/ 77604 h 94479"/>
                  <a:gd name="connsiteX257" fmla="*/ 214479 w 694063"/>
                  <a:gd name="connsiteY257" fmla="*/ 71354 h 94479"/>
                  <a:gd name="connsiteX258" fmla="*/ 218802 w 694063"/>
                  <a:gd name="connsiteY258" fmla="*/ 67188 h 94479"/>
                  <a:gd name="connsiteX259" fmla="*/ 224375 w 694063"/>
                  <a:gd name="connsiteY259" fmla="*/ 61667 h 94479"/>
                  <a:gd name="connsiteX260" fmla="*/ 230417 w 694063"/>
                  <a:gd name="connsiteY260" fmla="*/ 55209 h 94479"/>
                  <a:gd name="connsiteX261" fmla="*/ 236563 w 694063"/>
                  <a:gd name="connsiteY261" fmla="*/ 48125 h 94479"/>
                  <a:gd name="connsiteX262" fmla="*/ 242292 w 694063"/>
                  <a:gd name="connsiteY262" fmla="*/ 40990 h 94479"/>
                  <a:gd name="connsiteX263" fmla="*/ 246980 w 694063"/>
                  <a:gd name="connsiteY263" fmla="*/ 34062 h 94479"/>
                  <a:gd name="connsiteX264" fmla="*/ 250261 w 694063"/>
                  <a:gd name="connsiteY264" fmla="*/ 27604 h 94479"/>
                  <a:gd name="connsiteX265" fmla="*/ 251459 w 694063"/>
                  <a:gd name="connsiteY265" fmla="*/ 22084 h 94479"/>
                  <a:gd name="connsiteX266" fmla="*/ 247500 w 694063"/>
                  <a:gd name="connsiteY266" fmla="*/ 11927 h 94479"/>
                  <a:gd name="connsiteX267" fmla="*/ 237292 w 694063"/>
                  <a:gd name="connsiteY267" fmla="*/ 8542 h 94479"/>
                  <a:gd name="connsiteX268" fmla="*/ 227448 w 694063"/>
                  <a:gd name="connsiteY268" fmla="*/ 12709 h 94479"/>
                  <a:gd name="connsiteX269" fmla="*/ 223646 w 694063"/>
                  <a:gd name="connsiteY269" fmla="*/ 23542 h 94479"/>
                  <a:gd name="connsiteX270" fmla="*/ 215105 w 694063"/>
                  <a:gd name="connsiteY270" fmla="*/ 23542 h 94479"/>
                  <a:gd name="connsiteX271" fmla="*/ 216771 w 694063"/>
                  <a:gd name="connsiteY271" fmla="*/ 14427 h 94479"/>
                  <a:gd name="connsiteX272" fmla="*/ 221458 w 694063"/>
                  <a:gd name="connsiteY272" fmla="*/ 7396 h 94479"/>
                  <a:gd name="connsiteX273" fmla="*/ 228594 w 694063"/>
                  <a:gd name="connsiteY273" fmla="*/ 2917 h 94479"/>
                  <a:gd name="connsiteX274" fmla="*/ 237500 w 694063"/>
                  <a:gd name="connsiteY274" fmla="*/ 1354 h 94479"/>
                  <a:gd name="connsiteX275" fmla="*/ 173125 w 694063"/>
                  <a:gd name="connsiteY275" fmla="*/ 1354 h 94479"/>
                  <a:gd name="connsiteX276" fmla="*/ 182709 w 694063"/>
                  <a:gd name="connsiteY276" fmla="*/ 2917 h 94479"/>
                  <a:gd name="connsiteX277" fmla="*/ 190938 w 694063"/>
                  <a:gd name="connsiteY277" fmla="*/ 8646 h 94479"/>
                  <a:gd name="connsiteX278" fmla="*/ 196615 w 694063"/>
                  <a:gd name="connsiteY278" fmla="*/ 20156 h 94479"/>
                  <a:gd name="connsiteX279" fmla="*/ 198750 w 694063"/>
                  <a:gd name="connsiteY279" fmla="*/ 38958 h 94479"/>
                  <a:gd name="connsiteX280" fmla="*/ 191771 w 694063"/>
                  <a:gd name="connsiteY280" fmla="*/ 70365 h 94479"/>
                  <a:gd name="connsiteX281" fmla="*/ 172813 w 694063"/>
                  <a:gd name="connsiteY281" fmla="*/ 80833 h 94479"/>
                  <a:gd name="connsiteX282" fmla="*/ 157344 w 694063"/>
                  <a:gd name="connsiteY282" fmla="*/ 75521 h 94479"/>
                  <a:gd name="connsiteX283" fmla="*/ 150521 w 694063"/>
                  <a:gd name="connsiteY283" fmla="*/ 61042 h 94479"/>
                  <a:gd name="connsiteX284" fmla="*/ 158750 w 694063"/>
                  <a:gd name="connsiteY284" fmla="*/ 61042 h 94479"/>
                  <a:gd name="connsiteX285" fmla="*/ 163281 w 694063"/>
                  <a:gd name="connsiteY285" fmla="*/ 70417 h 94479"/>
                  <a:gd name="connsiteX286" fmla="*/ 173229 w 694063"/>
                  <a:gd name="connsiteY286" fmla="*/ 73854 h 94479"/>
                  <a:gd name="connsiteX287" fmla="*/ 182240 w 694063"/>
                  <a:gd name="connsiteY287" fmla="*/ 70729 h 94479"/>
                  <a:gd name="connsiteX288" fmla="*/ 187917 w 694063"/>
                  <a:gd name="connsiteY288" fmla="*/ 62604 h 94479"/>
                  <a:gd name="connsiteX289" fmla="*/ 190781 w 694063"/>
                  <a:gd name="connsiteY289" fmla="*/ 51563 h 94479"/>
                  <a:gd name="connsiteX290" fmla="*/ 191563 w 694063"/>
                  <a:gd name="connsiteY290" fmla="*/ 39375 h 94479"/>
                  <a:gd name="connsiteX291" fmla="*/ 183959 w 694063"/>
                  <a:gd name="connsiteY291" fmla="*/ 49375 h 94479"/>
                  <a:gd name="connsiteX292" fmla="*/ 171875 w 694063"/>
                  <a:gd name="connsiteY292" fmla="*/ 52604 h 94479"/>
                  <a:gd name="connsiteX293" fmla="*/ 155365 w 694063"/>
                  <a:gd name="connsiteY293" fmla="*/ 45625 h 94479"/>
                  <a:gd name="connsiteX294" fmla="*/ 149167 w 694063"/>
                  <a:gd name="connsiteY294" fmla="*/ 27084 h 94479"/>
                  <a:gd name="connsiteX295" fmla="*/ 150782 w 694063"/>
                  <a:gd name="connsiteY295" fmla="*/ 17083 h 94479"/>
                  <a:gd name="connsiteX296" fmla="*/ 155521 w 694063"/>
                  <a:gd name="connsiteY296" fmla="*/ 8854 h 94479"/>
                  <a:gd name="connsiteX297" fmla="*/ 163073 w 694063"/>
                  <a:gd name="connsiteY297" fmla="*/ 3386 h 94479"/>
                  <a:gd name="connsiteX298" fmla="*/ 173125 w 694063"/>
                  <a:gd name="connsiteY298" fmla="*/ 1354 h 94479"/>
                  <a:gd name="connsiteX299" fmla="*/ 668646 w 694063"/>
                  <a:gd name="connsiteY299" fmla="*/ 0 h 94479"/>
                  <a:gd name="connsiteX300" fmla="*/ 681407 w 694063"/>
                  <a:gd name="connsiteY300" fmla="*/ 3646 h 94479"/>
                  <a:gd name="connsiteX301" fmla="*/ 689167 w 694063"/>
                  <a:gd name="connsiteY301" fmla="*/ 13021 h 94479"/>
                  <a:gd name="connsiteX302" fmla="*/ 693021 w 694063"/>
                  <a:gd name="connsiteY302" fmla="*/ 26146 h 94479"/>
                  <a:gd name="connsiteX303" fmla="*/ 694063 w 694063"/>
                  <a:gd name="connsiteY303" fmla="*/ 40729 h 94479"/>
                  <a:gd name="connsiteX304" fmla="*/ 693021 w 694063"/>
                  <a:gd name="connsiteY304" fmla="*/ 55313 h 94479"/>
                  <a:gd name="connsiteX305" fmla="*/ 689167 w 694063"/>
                  <a:gd name="connsiteY305" fmla="*/ 68334 h 94479"/>
                  <a:gd name="connsiteX306" fmla="*/ 681407 w 694063"/>
                  <a:gd name="connsiteY306" fmla="*/ 77604 h 94479"/>
                  <a:gd name="connsiteX307" fmla="*/ 668646 w 694063"/>
                  <a:gd name="connsiteY307" fmla="*/ 81146 h 94479"/>
                  <a:gd name="connsiteX308" fmla="*/ 656094 w 694063"/>
                  <a:gd name="connsiteY308" fmla="*/ 77604 h 94479"/>
                  <a:gd name="connsiteX309" fmla="*/ 648646 w 694063"/>
                  <a:gd name="connsiteY309" fmla="*/ 68334 h 94479"/>
                  <a:gd name="connsiteX310" fmla="*/ 645001 w 694063"/>
                  <a:gd name="connsiteY310" fmla="*/ 55313 h 94479"/>
                  <a:gd name="connsiteX311" fmla="*/ 644063 w 694063"/>
                  <a:gd name="connsiteY311" fmla="*/ 40729 h 94479"/>
                  <a:gd name="connsiteX312" fmla="*/ 645001 w 694063"/>
                  <a:gd name="connsiteY312" fmla="*/ 26146 h 94479"/>
                  <a:gd name="connsiteX313" fmla="*/ 648646 w 694063"/>
                  <a:gd name="connsiteY313" fmla="*/ 13021 h 94479"/>
                  <a:gd name="connsiteX314" fmla="*/ 656094 w 694063"/>
                  <a:gd name="connsiteY314" fmla="*/ 3646 h 94479"/>
                  <a:gd name="connsiteX315" fmla="*/ 668646 w 694063"/>
                  <a:gd name="connsiteY315" fmla="*/ 0 h 94479"/>
                  <a:gd name="connsiteX316" fmla="*/ 603542 w 694063"/>
                  <a:gd name="connsiteY316" fmla="*/ 0 h 94479"/>
                  <a:gd name="connsiteX317" fmla="*/ 616302 w 694063"/>
                  <a:gd name="connsiteY317" fmla="*/ 3646 h 94479"/>
                  <a:gd name="connsiteX318" fmla="*/ 624063 w 694063"/>
                  <a:gd name="connsiteY318" fmla="*/ 13021 h 94479"/>
                  <a:gd name="connsiteX319" fmla="*/ 627917 w 694063"/>
                  <a:gd name="connsiteY319" fmla="*/ 26146 h 94479"/>
                  <a:gd name="connsiteX320" fmla="*/ 628959 w 694063"/>
                  <a:gd name="connsiteY320" fmla="*/ 40729 h 94479"/>
                  <a:gd name="connsiteX321" fmla="*/ 627917 w 694063"/>
                  <a:gd name="connsiteY321" fmla="*/ 55313 h 94479"/>
                  <a:gd name="connsiteX322" fmla="*/ 624063 w 694063"/>
                  <a:gd name="connsiteY322" fmla="*/ 68334 h 94479"/>
                  <a:gd name="connsiteX323" fmla="*/ 616302 w 694063"/>
                  <a:gd name="connsiteY323" fmla="*/ 77604 h 94479"/>
                  <a:gd name="connsiteX324" fmla="*/ 603542 w 694063"/>
                  <a:gd name="connsiteY324" fmla="*/ 81146 h 94479"/>
                  <a:gd name="connsiteX325" fmla="*/ 590990 w 694063"/>
                  <a:gd name="connsiteY325" fmla="*/ 77604 h 94479"/>
                  <a:gd name="connsiteX326" fmla="*/ 583542 w 694063"/>
                  <a:gd name="connsiteY326" fmla="*/ 68334 h 94479"/>
                  <a:gd name="connsiteX327" fmla="*/ 579896 w 694063"/>
                  <a:gd name="connsiteY327" fmla="*/ 55313 h 94479"/>
                  <a:gd name="connsiteX328" fmla="*/ 578959 w 694063"/>
                  <a:gd name="connsiteY328" fmla="*/ 40729 h 94479"/>
                  <a:gd name="connsiteX329" fmla="*/ 579896 w 694063"/>
                  <a:gd name="connsiteY329" fmla="*/ 26146 h 94479"/>
                  <a:gd name="connsiteX330" fmla="*/ 583542 w 694063"/>
                  <a:gd name="connsiteY330" fmla="*/ 13021 h 94479"/>
                  <a:gd name="connsiteX331" fmla="*/ 590990 w 694063"/>
                  <a:gd name="connsiteY331" fmla="*/ 3646 h 94479"/>
                  <a:gd name="connsiteX332" fmla="*/ 603542 w 694063"/>
                  <a:gd name="connsiteY332" fmla="*/ 0 h 94479"/>
                  <a:gd name="connsiteX333" fmla="*/ 538438 w 694063"/>
                  <a:gd name="connsiteY333" fmla="*/ 0 h 94479"/>
                  <a:gd name="connsiteX334" fmla="*/ 551198 w 694063"/>
                  <a:gd name="connsiteY334" fmla="*/ 3646 h 94479"/>
                  <a:gd name="connsiteX335" fmla="*/ 558959 w 694063"/>
                  <a:gd name="connsiteY335" fmla="*/ 13021 h 94479"/>
                  <a:gd name="connsiteX336" fmla="*/ 562813 w 694063"/>
                  <a:gd name="connsiteY336" fmla="*/ 26146 h 94479"/>
                  <a:gd name="connsiteX337" fmla="*/ 563855 w 694063"/>
                  <a:gd name="connsiteY337" fmla="*/ 40729 h 94479"/>
                  <a:gd name="connsiteX338" fmla="*/ 562813 w 694063"/>
                  <a:gd name="connsiteY338" fmla="*/ 55313 h 94479"/>
                  <a:gd name="connsiteX339" fmla="*/ 558959 w 694063"/>
                  <a:gd name="connsiteY339" fmla="*/ 68334 h 94479"/>
                  <a:gd name="connsiteX340" fmla="*/ 551198 w 694063"/>
                  <a:gd name="connsiteY340" fmla="*/ 77604 h 94479"/>
                  <a:gd name="connsiteX341" fmla="*/ 538438 w 694063"/>
                  <a:gd name="connsiteY341" fmla="*/ 81146 h 94479"/>
                  <a:gd name="connsiteX342" fmla="*/ 525886 w 694063"/>
                  <a:gd name="connsiteY342" fmla="*/ 77604 h 94479"/>
                  <a:gd name="connsiteX343" fmla="*/ 518438 w 694063"/>
                  <a:gd name="connsiteY343" fmla="*/ 68334 h 94479"/>
                  <a:gd name="connsiteX344" fmla="*/ 514792 w 694063"/>
                  <a:gd name="connsiteY344" fmla="*/ 55313 h 94479"/>
                  <a:gd name="connsiteX345" fmla="*/ 513855 w 694063"/>
                  <a:gd name="connsiteY345" fmla="*/ 40729 h 94479"/>
                  <a:gd name="connsiteX346" fmla="*/ 514792 w 694063"/>
                  <a:gd name="connsiteY346" fmla="*/ 26146 h 94479"/>
                  <a:gd name="connsiteX347" fmla="*/ 518438 w 694063"/>
                  <a:gd name="connsiteY347" fmla="*/ 13021 h 94479"/>
                  <a:gd name="connsiteX348" fmla="*/ 525886 w 694063"/>
                  <a:gd name="connsiteY348" fmla="*/ 3646 h 94479"/>
                  <a:gd name="connsiteX349" fmla="*/ 538438 w 694063"/>
                  <a:gd name="connsiteY349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</a:cxnLst>
                <a:rect l="l" t="t" r="r" b="b"/>
                <a:pathLst>
                  <a:path w="694063" h="94479">
                    <a:moveTo>
                      <a:pt x="492396" y="70833"/>
                    </a:moveTo>
                    <a:lnTo>
                      <a:pt x="503125" y="70833"/>
                    </a:lnTo>
                    <a:cubicBezTo>
                      <a:pt x="503542" y="70833"/>
                      <a:pt x="503842" y="70938"/>
                      <a:pt x="504011" y="71146"/>
                    </a:cubicBezTo>
                    <a:cubicBezTo>
                      <a:pt x="504193" y="71354"/>
                      <a:pt x="504271" y="71667"/>
                      <a:pt x="504271" y="72084"/>
                    </a:cubicBezTo>
                    <a:lnTo>
                      <a:pt x="504271" y="78750"/>
                    </a:lnTo>
                    <a:cubicBezTo>
                      <a:pt x="504271" y="83685"/>
                      <a:pt x="503230" y="87435"/>
                      <a:pt x="501146" y="90000"/>
                    </a:cubicBezTo>
                    <a:cubicBezTo>
                      <a:pt x="499063" y="92578"/>
                      <a:pt x="496537" y="94063"/>
                      <a:pt x="493542" y="94479"/>
                    </a:cubicBezTo>
                    <a:lnTo>
                      <a:pt x="493542" y="90834"/>
                    </a:lnTo>
                    <a:cubicBezTo>
                      <a:pt x="495144" y="90417"/>
                      <a:pt x="496302" y="89258"/>
                      <a:pt x="497031" y="87344"/>
                    </a:cubicBezTo>
                    <a:cubicBezTo>
                      <a:pt x="497761" y="85443"/>
                      <a:pt x="498021" y="83516"/>
                      <a:pt x="497813" y="81563"/>
                    </a:cubicBezTo>
                    <a:lnTo>
                      <a:pt x="492396" y="81563"/>
                    </a:lnTo>
                    <a:close/>
                    <a:moveTo>
                      <a:pt x="271042" y="70833"/>
                    </a:moveTo>
                    <a:lnTo>
                      <a:pt x="281771" y="70833"/>
                    </a:lnTo>
                    <a:cubicBezTo>
                      <a:pt x="282188" y="70833"/>
                      <a:pt x="282487" y="70938"/>
                      <a:pt x="282657" y="71146"/>
                    </a:cubicBezTo>
                    <a:cubicBezTo>
                      <a:pt x="282839" y="71354"/>
                      <a:pt x="282917" y="71667"/>
                      <a:pt x="282917" y="72084"/>
                    </a:cubicBezTo>
                    <a:lnTo>
                      <a:pt x="282917" y="78750"/>
                    </a:lnTo>
                    <a:cubicBezTo>
                      <a:pt x="282917" y="83685"/>
                      <a:pt x="281875" y="87435"/>
                      <a:pt x="279792" y="90000"/>
                    </a:cubicBezTo>
                    <a:cubicBezTo>
                      <a:pt x="277709" y="92578"/>
                      <a:pt x="275182" y="94063"/>
                      <a:pt x="272188" y="94479"/>
                    </a:cubicBezTo>
                    <a:lnTo>
                      <a:pt x="272188" y="90834"/>
                    </a:lnTo>
                    <a:cubicBezTo>
                      <a:pt x="273789" y="90417"/>
                      <a:pt x="274948" y="89258"/>
                      <a:pt x="275677" y="87344"/>
                    </a:cubicBezTo>
                    <a:cubicBezTo>
                      <a:pt x="276406" y="85443"/>
                      <a:pt x="276667" y="83516"/>
                      <a:pt x="276458" y="81563"/>
                    </a:cubicBezTo>
                    <a:lnTo>
                      <a:pt x="271042" y="81563"/>
                    </a:lnTo>
                    <a:close/>
                    <a:moveTo>
                      <a:pt x="62708" y="70833"/>
                    </a:moveTo>
                    <a:lnTo>
                      <a:pt x="73438" y="70833"/>
                    </a:lnTo>
                    <a:cubicBezTo>
                      <a:pt x="73854" y="70833"/>
                      <a:pt x="74154" y="70938"/>
                      <a:pt x="74323" y="71146"/>
                    </a:cubicBezTo>
                    <a:cubicBezTo>
                      <a:pt x="74505" y="71354"/>
                      <a:pt x="74583" y="71667"/>
                      <a:pt x="74583" y="72084"/>
                    </a:cubicBezTo>
                    <a:lnTo>
                      <a:pt x="74583" y="78750"/>
                    </a:lnTo>
                    <a:cubicBezTo>
                      <a:pt x="74583" y="83685"/>
                      <a:pt x="73542" y="87435"/>
                      <a:pt x="71458" y="90000"/>
                    </a:cubicBezTo>
                    <a:cubicBezTo>
                      <a:pt x="69375" y="92578"/>
                      <a:pt x="66849" y="94063"/>
                      <a:pt x="63854" y="94479"/>
                    </a:cubicBezTo>
                    <a:lnTo>
                      <a:pt x="63854" y="90834"/>
                    </a:lnTo>
                    <a:cubicBezTo>
                      <a:pt x="65456" y="90417"/>
                      <a:pt x="66615" y="89258"/>
                      <a:pt x="67344" y="87344"/>
                    </a:cubicBezTo>
                    <a:cubicBezTo>
                      <a:pt x="68073" y="85443"/>
                      <a:pt x="68334" y="83516"/>
                      <a:pt x="68125" y="81563"/>
                    </a:cubicBezTo>
                    <a:lnTo>
                      <a:pt x="62708" y="81563"/>
                    </a:lnTo>
                    <a:close/>
                    <a:moveTo>
                      <a:pt x="382396" y="36146"/>
                    </a:moveTo>
                    <a:cubicBezTo>
                      <a:pt x="380039" y="36146"/>
                      <a:pt x="377865" y="36654"/>
                      <a:pt x="375886" y="37656"/>
                    </a:cubicBezTo>
                    <a:cubicBezTo>
                      <a:pt x="373907" y="38672"/>
                      <a:pt x="372227" y="39974"/>
                      <a:pt x="370834" y="41563"/>
                    </a:cubicBezTo>
                    <a:cubicBezTo>
                      <a:pt x="369375" y="43229"/>
                      <a:pt x="368269" y="45143"/>
                      <a:pt x="367500" y="47292"/>
                    </a:cubicBezTo>
                    <a:cubicBezTo>
                      <a:pt x="366745" y="49453"/>
                      <a:pt x="366355" y="51706"/>
                      <a:pt x="366355" y="54063"/>
                    </a:cubicBezTo>
                    <a:cubicBezTo>
                      <a:pt x="366355" y="56914"/>
                      <a:pt x="366719" y="59557"/>
                      <a:pt x="367448" y="61979"/>
                    </a:cubicBezTo>
                    <a:cubicBezTo>
                      <a:pt x="368177" y="64414"/>
                      <a:pt x="369245" y="66497"/>
                      <a:pt x="370625" y="68229"/>
                    </a:cubicBezTo>
                    <a:cubicBezTo>
                      <a:pt x="372019" y="70039"/>
                      <a:pt x="373685" y="71445"/>
                      <a:pt x="375625" y="72448"/>
                    </a:cubicBezTo>
                    <a:cubicBezTo>
                      <a:pt x="377579" y="73464"/>
                      <a:pt x="379766" y="73958"/>
                      <a:pt x="382188" y="73958"/>
                    </a:cubicBezTo>
                    <a:cubicBezTo>
                      <a:pt x="387396" y="73958"/>
                      <a:pt x="391433" y="72136"/>
                      <a:pt x="394271" y="68490"/>
                    </a:cubicBezTo>
                    <a:cubicBezTo>
                      <a:pt x="397123" y="64844"/>
                      <a:pt x="398542" y="60352"/>
                      <a:pt x="398542" y="55000"/>
                    </a:cubicBezTo>
                    <a:cubicBezTo>
                      <a:pt x="398542" y="52500"/>
                      <a:pt x="398203" y="50104"/>
                      <a:pt x="397500" y="47812"/>
                    </a:cubicBezTo>
                    <a:cubicBezTo>
                      <a:pt x="396810" y="45521"/>
                      <a:pt x="395769" y="43542"/>
                      <a:pt x="394375" y="41875"/>
                    </a:cubicBezTo>
                    <a:cubicBezTo>
                      <a:pt x="393060" y="40143"/>
                      <a:pt x="391394" y="38750"/>
                      <a:pt x="389375" y="37708"/>
                    </a:cubicBezTo>
                    <a:cubicBezTo>
                      <a:pt x="387370" y="36667"/>
                      <a:pt x="385039" y="36146"/>
                      <a:pt x="382396" y="36146"/>
                    </a:cubicBezTo>
                    <a:close/>
                    <a:moveTo>
                      <a:pt x="447084" y="8334"/>
                    </a:moveTo>
                    <a:cubicBezTo>
                      <a:pt x="441875" y="8334"/>
                      <a:pt x="437865" y="10182"/>
                      <a:pt x="435053" y="13854"/>
                    </a:cubicBezTo>
                    <a:cubicBezTo>
                      <a:pt x="432240" y="17539"/>
                      <a:pt x="430834" y="22018"/>
                      <a:pt x="430834" y="27292"/>
                    </a:cubicBezTo>
                    <a:cubicBezTo>
                      <a:pt x="430834" y="29870"/>
                      <a:pt x="431172" y="32292"/>
                      <a:pt x="431823" y="34583"/>
                    </a:cubicBezTo>
                    <a:cubicBezTo>
                      <a:pt x="432487" y="36875"/>
                      <a:pt x="433516" y="38854"/>
                      <a:pt x="434896" y="40521"/>
                    </a:cubicBezTo>
                    <a:cubicBezTo>
                      <a:pt x="436224" y="42266"/>
                      <a:pt x="437891" y="43633"/>
                      <a:pt x="439896" y="44636"/>
                    </a:cubicBezTo>
                    <a:cubicBezTo>
                      <a:pt x="441914" y="45651"/>
                      <a:pt x="444271" y="46146"/>
                      <a:pt x="446979" y="46146"/>
                    </a:cubicBezTo>
                    <a:cubicBezTo>
                      <a:pt x="449271" y="46146"/>
                      <a:pt x="451406" y="45664"/>
                      <a:pt x="453386" y="44688"/>
                    </a:cubicBezTo>
                    <a:cubicBezTo>
                      <a:pt x="455365" y="43724"/>
                      <a:pt x="457058" y="42435"/>
                      <a:pt x="458438" y="40834"/>
                    </a:cubicBezTo>
                    <a:cubicBezTo>
                      <a:pt x="459896" y="39167"/>
                      <a:pt x="461029" y="37266"/>
                      <a:pt x="461823" y="35104"/>
                    </a:cubicBezTo>
                    <a:cubicBezTo>
                      <a:pt x="462630" y="32956"/>
                      <a:pt x="463021" y="30664"/>
                      <a:pt x="463021" y="28229"/>
                    </a:cubicBezTo>
                    <a:cubicBezTo>
                      <a:pt x="463021" y="25456"/>
                      <a:pt x="462630" y="22852"/>
                      <a:pt x="461823" y="20417"/>
                    </a:cubicBezTo>
                    <a:cubicBezTo>
                      <a:pt x="461029" y="17995"/>
                      <a:pt x="459935" y="15872"/>
                      <a:pt x="458542" y="14063"/>
                    </a:cubicBezTo>
                    <a:cubicBezTo>
                      <a:pt x="457162" y="12331"/>
                      <a:pt x="455495" y="10937"/>
                      <a:pt x="453542" y="9896"/>
                    </a:cubicBezTo>
                    <a:cubicBezTo>
                      <a:pt x="451602" y="8854"/>
                      <a:pt x="449453" y="8334"/>
                      <a:pt x="447084" y="8334"/>
                    </a:cubicBezTo>
                    <a:close/>
                    <a:moveTo>
                      <a:pt x="173646" y="8334"/>
                    </a:moveTo>
                    <a:cubicBezTo>
                      <a:pt x="168438" y="8334"/>
                      <a:pt x="164427" y="10182"/>
                      <a:pt x="161615" y="13854"/>
                    </a:cubicBezTo>
                    <a:cubicBezTo>
                      <a:pt x="158802" y="17539"/>
                      <a:pt x="157396" y="22018"/>
                      <a:pt x="157396" y="27292"/>
                    </a:cubicBezTo>
                    <a:cubicBezTo>
                      <a:pt x="157396" y="29870"/>
                      <a:pt x="157735" y="32292"/>
                      <a:pt x="158386" y="34583"/>
                    </a:cubicBezTo>
                    <a:cubicBezTo>
                      <a:pt x="159050" y="36875"/>
                      <a:pt x="160078" y="38854"/>
                      <a:pt x="161458" y="40521"/>
                    </a:cubicBezTo>
                    <a:cubicBezTo>
                      <a:pt x="162787" y="42266"/>
                      <a:pt x="164453" y="43633"/>
                      <a:pt x="166458" y="44636"/>
                    </a:cubicBezTo>
                    <a:cubicBezTo>
                      <a:pt x="168477" y="45651"/>
                      <a:pt x="170833" y="46146"/>
                      <a:pt x="173542" y="46146"/>
                    </a:cubicBezTo>
                    <a:cubicBezTo>
                      <a:pt x="175833" y="46146"/>
                      <a:pt x="177969" y="45664"/>
                      <a:pt x="179948" y="44688"/>
                    </a:cubicBezTo>
                    <a:cubicBezTo>
                      <a:pt x="181927" y="43724"/>
                      <a:pt x="183620" y="42435"/>
                      <a:pt x="185000" y="40834"/>
                    </a:cubicBezTo>
                    <a:cubicBezTo>
                      <a:pt x="186459" y="39167"/>
                      <a:pt x="187591" y="37266"/>
                      <a:pt x="188386" y="35104"/>
                    </a:cubicBezTo>
                    <a:cubicBezTo>
                      <a:pt x="189193" y="32956"/>
                      <a:pt x="189583" y="30664"/>
                      <a:pt x="189583" y="28229"/>
                    </a:cubicBezTo>
                    <a:cubicBezTo>
                      <a:pt x="189583" y="25456"/>
                      <a:pt x="189193" y="22852"/>
                      <a:pt x="188386" y="20417"/>
                    </a:cubicBezTo>
                    <a:cubicBezTo>
                      <a:pt x="187591" y="17995"/>
                      <a:pt x="186497" y="15872"/>
                      <a:pt x="185104" y="14063"/>
                    </a:cubicBezTo>
                    <a:cubicBezTo>
                      <a:pt x="183724" y="12331"/>
                      <a:pt x="182057" y="10937"/>
                      <a:pt x="180104" y="9896"/>
                    </a:cubicBezTo>
                    <a:cubicBezTo>
                      <a:pt x="178164" y="8854"/>
                      <a:pt x="176016" y="8334"/>
                      <a:pt x="173646" y="8334"/>
                    </a:cubicBezTo>
                    <a:close/>
                    <a:moveTo>
                      <a:pt x="668646" y="7188"/>
                    </a:moveTo>
                    <a:cubicBezTo>
                      <a:pt x="664896" y="7188"/>
                      <a:pt x="661967" y="8411"/>
                      <a:pt x="659844" y="10833"/>
                    </a:cubicBezTo>
                    <a:cubicBezTo>
                      <a:pt x="657735" y="13268"/>
                      <a:pt x="656146" y="16185"/>
                      <a:pt x="655105" y="19583"/>
                    </a:cubicBezTo>
                    <a:cubicBezTo>
                      <a:pt x="653998" y="23060"/>
                      <a:pt x="653321" y="26719"/>
                      <a:pt x="653073" y="30573"/>
                    </a:cubicBezTo>
                    <a:cubicBezTo>
                      <a:pt x="652839" y="34427"/>
                      <a:pt x="652709" y="37813"/>
                      <a:pt x="652709" y="40729"/>
                    </a:cubicBezTo>
                    <a:cubicBezTo>
                      <a:pt x="652709" y="43646"/>
                      <a:pt x="652839" y="47005"/>
                      <a:pt x="653073" y="50781"/>
                    </a:cubicBezTo>
                    <a:cubicBezTo>
                      <a:pt x="653321" y="54570"/>
                      <a:pt x="653998" y="58203"/>
                      <a:pt x="655105" y="61667"/>
                    </a:cubicBezTo>
                    <a:cubicBezTo>
                      <a:pt x="656146" y="65078"/>
                      <a:pt x="657735" y="67956"/>
                      <a:pt x="659844" y="70312"/>
                    </a:cubicBezTo>
                    <a:cubicBezTo>
                      <a:pt x="661967" y="72682"/>
                      <a:pt x="664896" y="73854"/>
                      <a:pt x="668646" y="73854"/>
                    </a:cubicBezTo>
                    <a:cubicBezTo>
                      <a:pt x="672396" y="73854"/>
                      <a:pt x="675391" y="72682"/>
                      <a:pt x="677605" y="70312"/>
                    </a:cubicBezTo>
                    <a:cubicBezTo>
                      <a:pt x="679831" y="67956"/>
                      <a:pt x="681498" y="65078"/>
                      <a:pt x="682605" y="61667"/>
                    </a:cubicBezTo>
                    <a:cubicBezTo>
                      <a:pt x="683790" y="58203"/>
                      <a:pt x="684558" y="54570"/>
                      <a:pt x="684896" y="50781"/>
                    </a:cubicBezTo>
                    <a:cubicBezTo>
                      <a:pt x="685248" y="47005"/>
                      <a:pt x="685417" y="43646"/>
                      <a:pt x="685417" y="40729"/>
                    </a:cubicBezTo>
                    <a:cubicBezTo>
                      <a:pt x="685417" y="37813"/>
                      <a:pt x="685248" y="34427"/>
                      <a:pt x="684896" y="30573"/>
                    </a:cubicBezTo>
                    <a:cubicBezTo>
                      <a:pt x="684558" y="26719"/>
                      <a:pt x="683790" y="23060"/>
                      <a:pt x="682605" y="19583"/>
                    </a:cubicBezTo>
                    <a:cubicBezTo>
                      <a:pt x="681498" y="16185"/>
                      <a:pt x="679831" y="13268"/>
                      <a:pt x="677605" y="10833"/>
                    </a:cubicBezTo>
                    <a:cubicBezTo>
                      <a:pt x="675391" y="8411"/>
                      <a:pt x="672396" y="7188"/>
                      <a:pt x="668646" y="7188"/>
                    </a:cubicBezTo>
                    <a:close/>
                    <a:moveTo>
                      <a:pt x="603542" y="7188"/>
                    </a:moveTo>
                    <a:cubicBezTo>
                      <a:pt x="599792" y="7188"/>
                      <a:pt x="596863" y="8411"/>
                      <a:pt x="594740" y="10833"/>
                    </a:cubicBezTo>
                    <a:cubicBezTo>
                      <a:pt x="592631" y="13268"/>
                      <a:pt x="591042" y="16185"/>
                      <a:pt x="590000" y="19583"/>
                    </a:cubicBezTo>
                    <a:cubicBezTo>
                      <a:pt x="588894" y="23060"/>
                      <a:pt x="588217" y="26719"/>
                      <a:pt x="587969" y="30573"/>
                    </a:cubicBezTo>
                    <a:cubicBezTo>
                      <a:pt x="587735" y="34427"/>
                      <a:pt x="587605" y="37813"/>
                      <a:pt x="587605" y="40729"/>
                    </a:cubicBezTo>
                    <a:cubicBezTo>
                      <a:pt x="587605" y="43646"/>
                      <a:pt x="587735" y="47005"/>
                      <a:pt x="587969" y="50781"/>
                    </a:cubicBezTo>
                    <a:cubicBezTo>
                      <a:pt x="588217" y="54570"/>
                      <a:pt x="588894" y="58203"/>
                      <a:pt x="590000" y="61667"/>
                    </a:cubicBezTo>
                    <a:cubicBezTo>
                      <a:pt x="591042" y="65078"/>
                      <a:pt x="592631" y="67956"/>
                      <a:pt x="594740" y="70312"/>
                    </a:cubicBezTo>
                    <a:cubicBezTo>
                      <a:pt x="596863" y="72682"/>
                      <a:pt x="599792" y="73854"/>
                      <a:pt x="603542" y="73854"/>
                    </a:cubicBezTo>
                    <a:cubicBezTo>
                      <a:pt x="607292" y="73854"/>
                      <a:pt x="610287" y="72682"/>
                      <a:pt x="612500" y="70312"/>
                    </a:cubicBezTo>
                    <a:cubicBezTo>
                      <a:pt x="614727" y="67956"/>
                      <a:pt x="616394" y="65078"/>
                      <a:pt x="617500" y="61667"/>
                    </a:cubicBezTo>
                    <a:cubicBezTo>
                      <a:pt x="618685" y="58203"/>
                      <a:pt x="619454" y="54570"/>
                      <a:pt x="619792" y="50781"/>
                    </a:cubicBezTo>
                    <a:cubicBezTo>
                      <a:pt x="620144" y="47005"/>
                      <a:pt x="620313" y="43646"/>
                      <a:pt x="620313" y="40729"/>
                    </a:cubicBezTo>
                    <a:cubicBezTo>
                      <a:pt x="620313" y="37813"/>
                      <a:pt x="620144" y="34427"/>
                      <a:pt x="619792" y="30573"/>
                    </a:cubicBezTo>
                    <a:cubicBezTo>
                      <a:pt x="619454" y="26719"/>
                      <a:pt x="618685" y="23060"/>
                      <a:pt x="617500" y="19583"/>
                    </a:cubicBezTo>
                    <a:cubicBezTo>
                      <a:pt x="616394" y="16185"/>
                      <a:pt x="614727" y="13268"/>
                      <a:pt x="612500" y="10833"/>
                    </a:cubicBezTo>
                    <a:cubicBezTo>
                      <a:pt x="610287" y="8411"/>
                      <a:pt x="607292" y="7188"/>
                      <a:pt x="603542" y="7188"/>
                    </a:cubicBezTo>
                    <a:close/>
                    <a:moveTo>
                      <a:pt x="538438" y="7188"/>
                    </a:moveTo>
                    <a:cubicBezTo>
                      <a:pt x="534688" y="7188"/>
                      <a:pt x="531758" y="8411"/>
                      <a:pt x="529636" y="10833"/>
                    </a:cubicBezTo>
                    <a:cubicBezTo>
                      <a:pt x="527526" y="13268"/>
                      <a:pt x="525938" y="16185"/>
                      <a:pt x="524896" y="19583"/>
                    </a:cubicBezTo>
                    <a:cubicBezTo>
                      <a:pt x="523790" y="23060"/>
                      <a:pt x="523113" y="26719"/>
                      <a:pt x="522865" y="30573"/>
                    </a:cubicBezTo>
                    <a:cubicBezTo>
                      <a:pt x="522630" y="34427"/>
                      <a:pt x="522501" y="37813"/>
                      <a:pt x="522501" y="40729"/>
                    </a:cubicBezTo>
                    <a:cubicBezTo>
                      <a:pt x="522501" y="43646"/>
                      <a:pt x="522630" y="47005"/>
                      <a:pt x="522865" y="50781"/>
                    </a:cubicBezTo>
                    <a:cubicBezTo>
                      <a:pt x="523113" y="54570"/>
                      <a:pt x="523790" y="58203"/>
                      <a:pt x="524896" y="61667"/>
                    </a:cubicBezTo>
                    <a:cubicBezTo>
                      <a:pt x="525938" y="65078"/>
                      <a:pt x="527526" y="67956"/>
                      <a:pt x="529636" y="70312"/>
                    </a:cubicBezTo>
                    <a:cubicBezTo>
                      <a:pt x="531758" y="72682"/>
                      <a:pt x="534688" y="73854"/>
                      <a:pt x="538438" y="73854"/>
                    </a:cubicBezTo>
                    <a:cubicBezTo>
                      <a:pt x="542188" y="73854"/>
                      <a:pt x="545183" y="72682"/>
                      <a:pt x="547396" y="70312"/>
                    </a:cubicBezTo>
                    <a:cubicBezTo>
                      <a:pt x="549623" y="67956"/>
                      <a:pt x="551290" y="65078"/>
                      <a:pt x="552396" y="61667"/>
                    </a:cubicBezTo>
                    <a:cubicBezTo>
                      <a:pt x="553581" y="58203"/>
                      <a:pt x="554349" y="54570"/>
                      <a:pt x="554688" y="50781"/>
                    </a:cubicBezTo>
                    <a:cubicBezTo>
                      <a:pt x="555040" y="47005"/>
                      <a:pt x="555209" y="43646"/>
                      <a:pt x="555209" y="40729"/>
                    </a:cubicBezTo>
                    <a:cubicBezTo>
                      <a:pt x="555209" y="37813"/>
                      <a:pt x="555040" y="34427"/>
                      <a:pt x="554688" y="30573"/>
                    </a:cubicBezTo>
                    <a:cubicBezTo>
                      <a:pt x="554349" y="26719"/>
                      <a:pt x="553581" y="23060"/>
                      <a:pt x="552396" y="19583"/>
                    </a:cubicBezTo>
                    <a:cubicBezTo>
                      <a:pt x="551290" y="16185"/>
                      <a:pt x="549623" y="13268"/>
                      <a:pt x="547396" y="10833"/>
                    </a:cubicBezTo>
                    <a:cubicBezTo>
                      <a:pt x="545183" y="8411"/>
                      <a:pt x="542188" y="7188"/>
                      <a:pt x="538438" y="7188"/>
                    </a:cubicBezTo>
                    <a:close/>
                    <a:moveTo>
                      <a:pt x="107708" y="3125"/>
                    </a:moveTo>
                    <a:lnTo>
                      <a:pt x="113646" y="3125"/>
                    </a:lnTo>
                    <a:cubicBezTo>
                      <a:pt x="114414" y="3125"/>
                      <a:pt x="114935" y="3268"/>
                      <a:pt x="115208" y="3542"/>
                    </a:cubicBezTo>
                    <a:cubicBezTo>
                      <a:pt x="115495" y="3828"/>
                      <a:pt x="115625" y="4349"/>
                      <a:pt x="115625" y="5104"/>
                    </a:cubicBezTo>
                    <a:lnTo>
                      <a:pt x="115625" y="79167"/>
                    </a:lnTo>
                    <a:lnTo>
                      <a:pt x="107396" y="79167"/>
                    </a:lnTo>
                    <a:lnTo>
                      <a:pt x="107396" y="12083"/>
                    </a:lnTo>
                    <a:cubicBezTo>
                      <a:pt x="105521" y="14102"/>
                      <a:pt x="103177" y="16029"/>
                      <a:pt x="100365" y="17865"/>
                    </a:cubicBezTo>
                    <a:cubicBezTo>
                      <a:pt x="97552" y="19714"/>
                      <a:pt x="94479" y="21458"/>
                      <a:pt x="91146" y="23125"/>
                    </a:cubicBezTo>
                    <a:lnTo>
                      <a:pt x="91146" y="15208"/>
                    </a:lnTo>
                    <a:cubicBezTo>
                      <a:pt x="94141" y="13893"/>
                      <a:pt x="97019" y="12188"/>
                      <a:pt x="99792" y="10104"/>
                    </a:cubicBezTo>
                    <a:cubicBezTo>
                      <a:pt x="102578" y="8021"/>
                      <a:pt x="105209" y="5703"/>
                      <a:pt x="107708" y="3125"/>
                    </a:cubicBezTo>
                    <a:close/>
                    <a:moveTo>
                      <a:pt x="16563" y="3125"/>
                    </a:moveTo>
                    <a:lnTo>
                      <a:pt x="22500" y="3125"/>
                    </a:lnTo>
                    <a:cubicBezTo>
                      <a:pt x="23268" y="3125"/>
                      <a:pt x="23789" y="3268"/>
                      <a:pt x="24062" y="3542"/>
                    </a:cubicBezTo>
                    <a:cubicBezTo>
                      <a:pt x="24349" y="3828"/>
                      <a:pt x="24479" y="4349"/>
                      <a:pt x="24479" y="5104"/>
                    </a:cubicBezTo>
                    <a:lnTo>
                      <a:pt x="24479" y="79167"/>
                    </a:lnTo>
                    <a:lnTo>
                      <a:pt x="16250" y="79167"/>
                    </a:lnTo>
                    <a:lnTo>
                      <a:pt x="16250" y="12083"/>
                    </a:lnTo>
                    <a:cubicBezTo>
                      <a:pt x="14375" y="14102"/>
                      <a:pt x="12031" y="16029"/>
                      <a:pt x="9219" y="17865"/>
                    </a:cubicBezTo>
                    <a:cubicBezTo>
                      <a:pt x="6406" y="19714"/>
                      <a:pt x="3333" y="21458"/>
                      <a:pt x="0" y="23125"/>
                    </a:cubicBezTo>
                    <a:lnTo>
                      <a:pt x="0" y="15208"/>
                    </a:lnTo>
                    <a:cubicBezTo>
                      <a:pt x="2995" y="13893"/>
                      <a:pt x="5873" y="12188"/>
                      <a:pt x="8646" y="10104"/>
                    </a:cubicBezTo>
                    <a:cubicBezTo>
                      <a:pt x="11433" y="8021"/>
                      <a:pt x="14063" y="5703"/>
                      <a:pt x="16563" y="3125"/>
                    </a:cubicBezTo>
                    <a:close/>
                    <a:moveTo>
                      <a:pt x="383229" y="1458"/>
                    </a:moveTo>
                    <a:cubicBezTo>
                      <a:pt x="389557" y="1458"/>
                      <a:pt x="394688" y="3255"/>
                      <a:pt x="398646" y="6823"/>
                    </a:cubicBezTo>
                    <a:cubicBezTo>
                      <a:pt x="402605" y="10404"/>
                      <a:pt x="404935" y="15208"/>
                      <a:pt x="405625" y="21250"/>
                    </a:cubicBezTo>
                    <a:lnTo>
                      <a:pt x="397396" y="21250"/>
                    </a:lnTo>
                    <a:cubicBezTo>
                      <a:pt x="397188" y="17370"/>
                      <a:pt x="395729" y="14258"/>
                      <a:pt x="393021" y="11927"/>
                    </a:cubicBezTo>
                    <a:cubicBezTo>
                      <a:pt x="390313" y="9609"/>
                      <a:pt x="387084" y="8438"/>
                      <a:pt x="383334" y="8438"/>
                    </a:cubicBezTo>
                    <a:cubicBezTo>
                      <a:pt x="379662" y="8438"/>
                      <a:pt x="376602" y="9584"/>
                      <a:pt x="374167" y="11875"/>
                    </a:cubicBezTo>
                    <a:cubicBezTo>
                      <a:pt x="371745" y="14167"/>
                      <a:pt x="369792" y="17057"/>
                      <a:pt x="368333" y="20521"/>
                    </a:cubicBezTo>
                    <a:cubicBezTo>
                      <a:pt x="366875" y="23932"/>
                      <a:pt x="365859" y="27643"/>
                      <a:pt x="365261" y="31667"/>
                    </a:cubicBezTo>
                    <a:cubicBezTo>
                      <a:pt x="364675" y="35703"/>
                      <a:pt x="364375" y="39453"/>
                      <a:pt x="364375" y="42917"/>
                    </a:cubicBezTo>
                    <a:cubicBezTo>
                      <a:pt x="365912" y="38477"/>
                      <a:pt x="368477" y="35156"/>
                      <a:pt x="372084" y="32969"/>
                    </a:cubicBezTo>
                    <a:cubicBezTo>
                      <a:pt x="375703" y="30781"/>
                      <a:pt x="379831" y="29687"/>
                      <a:pt x="384480" y="29687"/>
                    </a:cubicBezTo>
                    <a:cubicBezTo>
                      <a:pt x="391354" y="29687"/>
                      <a:pt x="396797" y="32018"/>
                      <a:pt x="400781" y="36667"/>
                    </a:cubicBezTo>
                    <a:cubicBezTo>
                      <a:pt x="404779" y="41328"/>
                      <a:pt x="406771" y="47500"/>
                      <a:pt x="406771" y="55209"/>
                    </a:cubicBezTo>
                    <a:cubicBezTo>
                      <a:pt x="406771" y="58828"/>
                      <a:pt x="406237" y="62188"/>
                      <a:pt x="405156" y="65313"/>
                    </a:cubicBezTo>
                    <a:cubicBezTo>
                      <a:pt x="404089" y="68438"/>
                      <a:pt x="402500" y="71185"/>
                      <a:pt x="400417" y="73542"/>
                    </a:cubicBezTo>
                    <a:cubicBezTo>
                      <a:pt x="398412" y="75833"/>
                      <a:pt x="395938" y="77643"/>
                      <a:pt x="393021" y="78958"/>
                    </a:cubicBezTo>
                    <a:cubicBezTo>
                      <a:pt x="390104" y="80287"/>
                      <a:pt x="386810" y="80938"/>
                      <a:pt x="383125" y="80938"/>
                    </a:cubicBezTo>
                    <a:cubicBezTo>
                      <a:pt x="377370" y="80938"/>
                      <a:pt x="372487" y="79427"/>
                      <a:pt x="368490" y="76406"/>
                    </a:cubicBezTo>
                    <a:cubicBezTo>
                      <a:pt x="364506" y="73386"/>
                      <a:pt x="361706" y="69557"/>
                      <a:pt x="360104" y="64896"/>
                    </a:cubicBezTo>
                    <a:cubicBezTo>
                      <a:pt x="359063" y="62058"/>
                      <a:pt x="358321" y="58984"/>
                      <a:pt x="357865" y="55677"/>
                    </a:cubicBezTo>
                    <a:cubicBezTo>
                      <a:pt x="357422" y="52383"/>
                      <a:pt x="357188" y="48333"/>
                      <a:pt x="357188" y="43542"/>
                    </a:cubicBezTo>
                    <a:cubicBezTo>
                      <a:pt x="357188" y="36602"/>
                      <a:pt x="357839" y="30508"/>
                      <a:pt x="359115" y="25260"/>
                    </a:cubicBezTo>
                    <a:cubicBezTo>
                      <a:pt x="360404" y="20026"/>
                      <a:pt x="362227" y="15625"/>
                      <a:pt x="364584" y="12083"/>
                    </a:cubicBezTo>
                    <a:cubicBezTo>
                      <a:pt x="366875" y="8620"/>
                      <a:pt x="369623" y="5977"/>
                      <a:pt x="372813" y="4167"/>
                    </a:cubicBezTo>
                    <a:cubicBezTo>
                      <a:pt x="376016" y="2370"/>
                      <a:pt x="379480" y="1458"/>
                      <a:pt x="383229" y="1458"/>
                    </a:cubicBezTo>
                    <a:close/>
                    <a:moveTo>
                      <a:pt x="446563" y="1354"/>
                    </a:moveTo>
                    <a:cubicBezTo>
                      <a:pt x="449896" y="1354"/>
                      <a:pt x="453099" y="1875"/>
                      <a:pt x="456146" y="2917"/>
                    </a:cubicBezTo>
                    <a:cubicBezTo>
                      <a:pt x="459206" y="3959"/>
                      <a:pt x="461953" y="5873"/>
                      <a:pt x="464375" y="8646"/>
                    </a:cubicBezTo>
                    <a:cubicBezTo>
                      <a:pt x="466745" y="11433"/>
                      <a:pt x="468633" y="15260"/>
                      <a:pt x="470052" y="20156"/>
                    </a:cubicBezTo>
                    <a:cubicBezTo>
                      <a:pt x="471485" y="25052"/>
                      <a:pt x="472188" y="31328"/>
                      <a:pt x="472188" y="38958"/>
                    </a:cubicBezTo>
                    <a:cubicBezTo>
                      <a:pt x="472188" y="52917"/>
                      <a:pt x="469870" y="63386"/>
                      <a:pt x="465209" y="70365"/>
                    </a:cubicBezTo>
                    <a:cubicBezTo>
                      <a:pt x="460560" y="77344"/>
                      <a:pt x="454245" y="80833"/>
                      <a:pt x="446250" y="80833"/>
                    </a:cubicBezTo>
                    <a:cubicBezTo>
                      <a:pt x="439870" y="80833"/>
                      <a:pt x="434714" y="79063"/>
                      <a:pt x="430782" y="75521"/>
                    </a:cubicBezTo>
                    <a:cubicBezTo>
                      <a:pt x="426862" y="71979"/>
                      <a:pt x="424584" y="67162"/>
                      <a:pt x="423959" y="61042"/>
                    </a:cubicBezTo>
                    <a:lnTo>
                      <a:pt x="432188" y="61042"/>
                    </a:lnTo>
                    <a:cubicBezTo>
                      <a:pt x="432331" y="65000"/>
                      <a:pt x="433841" y="68125"/>
                      <a:pt x="436719" y="70417"/>
                    </a:cubicBezTo>
                    <a:cubicBezTo>
                      <a:pt x="439610" y="72709"/>
                      <a:pt x="442917" y="73854"/>
                      <a:pt x="446667" y="73854"/>
                    </a:cubicBezTo>
                    <a:cubicBezTo>
                      <a:pt x="450287" y="73854"/>
                      <a:pt x="453282" y="72813"/>
                      <a:pt x="455677" y="70729"/>
                    </a:cubicBezTo>
                    <a:cubicBezTo>
                      <a:pt x="458073" y="68646"/>
                      <a:pt x="459974" y="65937"/>
                      <a:pt x="461355" y="62604"/>
                    </a:cubicBezTo>
                    <a:cubicBezTo>
                      <a:pt x="462748" y="59349"/>
                      <a:pt x="463698" y="55664"/>
                      <a:pt x="464219" y="51563"/>
                    </a:cubicBezTo>
                    <a:cubicBezTo>
                      <a:pt x="464740" y="47474"/>
                      <a:pt x="465000" y="43412"/>
                      <a:pt x="465000" y="39375"/>
                    </a:cubicBezTo>
                    <a:cubicBezTo>
                      <a:pt x="463412" y="43893"/>
                      <a:pt x="460873" y="47227"/>
                      <a:pt x="457396" y="49375"/>
                    </a:cubicBezTo>
                    <a:cubicBezTo>
                      <a:pt x="453933" y="51537"/>
                      <a:pt x="449896" y="52604"/>
                      <a:pt x="445313" y="52604"/>
                    </a:cubicBezTo>
                    <a:cubicBezTo>
                      <a:pt x="438438" y="52604"/>
                      <a:pt x="432943" y="50286"/>
                      <a:pt x="428802" y="45625"/>
                    </a:cubicBezTo>
                    <a:cubicBezTo>
                      <a:pt x="424675" y="40977"/>
                      <a:pt x="422604" y="34792"/>
                      <a:pt x="422604" y="27084"/>
                    </a:cubicBezTo>
                    <a:cubicBezTo>
                      <a:pt x="422604" y="23542"/>
                      <a:pt x="423151" y="20208"/>
                      <a:pt x="424219" y="17083"/>
                    </a:cubicBezTo>
                    <a:cubicBezTo>
                      <a:pt x="425300" y="13959"/>
                      <a:pt x="426875" y="11224"/>
                      <a:pt x="428959" y="8854"/>
                    </a:cubicBezTo>
                    <a:cubicBezTo>
                      <a:pt x="431042" y="6562"/>
                      <a:pt x="433568" y="4740"/>
                      <a:pt x="436511" y="3386"/>
                    </a:cubicBezTo>
                    <a:cubicBezTo>
                      <a:pt x="439466" y="2031"/>
                      <a:pt x="442813" y="1354"/>
                      <a:pt x="446563" y="1354"/>
                    </a:cubicBezTo>
                    <a:close/>
                    <a:moveTo>
                      <a:pt x="328750" y="1354"/>
                    </a:moveTo>
                    <a:cubicBezTo>
                      <a:pt x="331810" y="1354"/>
                      <a:pt x="334740" y="1758"/>
                      <a:pt x="337552" y="2552"/>
                    </a:cubicBezTo>
                    <a:cubicBezTo>
                      <a:pt x="340365" y="3359"/>
                      <a:pt x="342852" y="4584"/>
                      <a:pt x="345000" y="6250"/>
                    </a:cubicBezTo>
                    <a:cubicBezTo>
                      <a:pt x="347084" y="7917"/>
                      <a:pt x="348776" y="10039"/>
                      <a:pt x="350052" y="12604"/>
                    </a:cubicBezTo>
                    <a:cubicBezTo>
                      <a:pt x="351341" y="15183"/>
                      <a:pt x="351980" y="18229"/>
                      <a:pt x="351980" y="21771"/>
                    </a:cubicBezTo>
                    <a:cubicBezTo>
                      <a:pt x="351980" y="26146"/>
                      <a:pt x="350560" y="30039"/>
                      <a:pt x="347709" y="33437"/>
                    </a:cubicBezTo>
                    <a:cubicBezTo>
                      <a:pt x="344870" y="36849"/>
                      <a:pt x="341146" y="38958"/>
                      <a:pt x="336563" y="39792"/>
                    </a:cubicBezTo>
                    <a:cubicBezTo>
                      <a:pt x="341641" y="40495"/>
                      <a:pt x="345756" y="42630"/>
                      <a:pt x="348907" y="46198"/>
                    </a:cubicBezTo>
                    <a:cubicBezTo>
                      <a:pt x="352071" y="49779"/>
                      <a:pt x="353646" y="54063"/>
                      <a:pt x="353646" y="59063"/>
                    </a:cubicBezTo>
                    <a:cubicBezTo>
                      <a:pt x="353646" y="62956"/>
                      <a:pt x="352943" y="66276"/>
                      <a:pt x="351511" y="69011"/>
                    </a:cubicBezTo>
                    <a:cubicBezTo>
                      <a:pt x="350091" y="71758"/>
                      <a:pt x="348203" y="74037"/>
                      <a:pt x="345833" y="75833"/>
                    </a:cubicBezTo>
                    <a:cubicBezTo>
                      <a:pt x="343477" y="77578"/>
                      <a:pt x="340769" y="78854"/>
                      <a:pt x="337709" y="79687"/>
                    </a:cubicBezTo>
                    <a:cubicBezTo>
                      <a:pt x="334662" y="80521"/>
                      <a:pt x="331537" y="80938"/>
                      <a:pt x="328334" y="80938"/>
                    </a:cubicBezTo>
                    <a:cubicBezTo>
                      <a:pt x="320834" y="80938"/>
                      <a:pt x="314922" y="78958"/>
                      <a:pt x="310573" y="75000"/>
                    </a:cubicBezTo>
                    <a:cubicBezTo>
                      <a:pt x="306237" y="71042"/>
                      <a:pt x="303998" y="65560"/>
                      <a:pt x="303854" y="58542"/>
                    </a:cubicBezTo>
                    <a:lnTo>
                      <a:pt x="312084" y="58542"/>
                    </a:lnTo>
                    <a:cubicBezTo>
                      <a:pt x="312578" y="63542"/>
                      <a:pt x="314219" y="67331"/>
                      <a:pt x="317031" y="69896"/>
                    </a:cubicBezTo>
                    <a:cubicBezTo>
                      <a:pt x="319844" y="72474"/>
                      <a:pt x="323724" y="73750"/>
                      <a:pt x="328646" y="73750"/>
                    </a:cubicBezTo>
                    <a:cubicBezTo>
                      <a:pt x="333789" y="73750"/>
                      <a:pt x="337852" y="72396"/>
                      <a:pt x="340833" y="69688"/>
                    </a:cubicBezTo>
                    <a:cubicBezTo>
                      <a:pt x="343828" y="66979"/>
                      <a:pt x="345313" y="63125"/>
                      <a:pt x="345313" y="58125"/>
                    </a:cubicBezTo>
                    <a:cubicBezTo>
                      <a:pt x="345313" y="55560"/>
                      <a:pt x="344831" y="53360"/>
                      <a:pt x="343855" y="51510"/>
                    </a:cubicBezTo>
                    <a:cubicBezTo>
                      <a:pt x="342891" y="49675"/>
                      <a:pt x="341602" y="48164"/>
                      <a:pt x="340000" y="46979"/>
                    </a:cubicBezTo>
                    <a:cubicBezTo>
                      <a:pt x="338334" y="45807"/>
                      <a:pt x="336485" y="44935"/>
                      <a:pt x="334428" y="44375"/>
                    </a:cubicBezTo>
                    <a:cubicBezTo>
                      <a:pt x="332383" y="43828"/>
                      <a:pt x="330287" y="43477"/>
                      <a:pt x="328125" y="43333"/>
                    </a:cubicBezTo>
                    <a:lnTo>
                      <a:pt x="323959" y="43333"/>
                    </a:lnTo>
                    <a:cubicBezTo>
                      <a:pt x="323125" y="43333"/>
                      <a:pt x="322643" y="43256"/>
                      <a:pt x="322500" y="43073"/>
                    </a:cubicBezTo>
                    <a:cubicBezTo>
                      <a:pt x="322370" y="42904"/>
                      <a:pt x="322292" y="42435"/>
                      <a:pt x="322292" y="41667"/>
                    </a:cubicBezTo>
                    <a:lnTo>
                      <a:pt x="322292" y="37813"/>
                    </a:lnTo>
                    <a:cubicBezTo>
                      <a:pt x="322292" y="36979"/>
                      <a:pt x="322370" y="36432"/>
                      <a:pt x="322500" y="36146"/>
                    </a:cubicBezTo>
                    <a:cubicBezTo>
                      <a:pt x="322643" y="35872"/>
                      <a:pt x="323125" y="35729"/>
                      <a:pt x="323959" y="35729"/>
                    </a:cubicBezTo>
                    <a:lnTo>
                      <a:pt x="327396" y="35729"/>
                    </a:lnTo>
                    <a:cubicBezTo>
                      <a:pt x="329480" y="35729"/>
                      <a:pt x="331510" y="35469"/>
                      <a:pt x="333490" y="34948"/>
                    </a:cubicBezTo>
                    <a:cubicBezTo>
                      <a:pt x="335469" y="34427"/>
                      <a:pt x="337188" y="33620"/>
                      <a:pt x="338646" y="32500"/>
                    </a:cubicBezTo>
                    <a:cubicBezTo>
                      <a:pt x="340183" y="31459"/>
                      <a:pt x="341393" y="30091"/>
                      <a:pt x="342292" y="28385"/>
                    </a:cubicBezTo>
                    <a:cubicBezTo>
                      <a:pt x="343203" y="26693"/>
                      <a:pt x="343646" y="24623"/>
                      <a:pt x="343646" y="22188"/>
                    </a:cubicBezTo>
                    <a:cubicBezTo>
                      <a:pt x="343646" y="17813"/>
                      <a:pt x="342214" y="14453"/>
                      <a:pt x="339323" y="12083"/>
                    </a:cubicBezTo>
                    <a:cubicBezTo>
                      <a:pt x="336446" y="9727"/>
                      <a:pt x="332813" y="8542"/>
                      <a:pt x="328438" y="8542"/>
                    </a:cubicBezTo>
                    <a:cubicBezTo>
                      <a:pt x="323933" y="8542"/>
                      <a:pt x="320365" y="9727"/>
                      <a:pt x="317760" y="12083"/>
                    </a:cubicBezTo>
                    <a:cubicBezTo>
                      <a:pt x="315157" y="14453"/>
                      <a:pt x="313646" y="17852"/>
                      <a:pt x="313229" y="22292"/>
                    </a:cubicBezTo>
                    <a:lnTo>
                      <a:pt x="304896" y="22292"/>
                    </a:lnTo>
                    <a:cubicBezTo>
                      <a:pt x="304974" y="15833"/>
                      <a:pt x="307188" y="10729"/>
                      <a:pt x="311563" y="6979"/>
                    </a:cubicBezTo>
                    <a:cubicBezTo>
                      <a:pt x="315938" y="3229"/>
                      <a:pt x="321667" y="1354"/>
                      <a:pt x="328750" y="1354"/>
                    </a:cubicBezTo>
                    <a:close/>
                    <a:moveTo>
                      <a:pt x="237500" y="1354"/>
                    </a:moveTo>
                    <a:cubicBezTo>
                      <a:pt x="243894" y="1354"/>
                      <a:pt x="249245" y="3060"/>
                      <a:pt x="253542" y="6458"/>
                    </a:cubicBezTo>
                    <a:cubicBezTo>
                      <a:pt x="257852" y="9870"/>
                      <a:pt x="260000" y="14870"/>
                      <a:pt x="260000" y="21458"/>
                    </a:cubicBezTo>
                    <a:cubicBezTo>
                      <a:pt x="260000" y="25912"/>
                      <a:pt x="258633" y="30521"/>
                      <a:pt x="255886" y="35313"/>
                    </a:cubicBezTo>
                    <a:cubicBezTo>
                      <a:pt x="253151" y="40104"/>
                      <a:pt x="249870" y="44766"/>
                      <a:pt x="246042" y="49271"/>
                    </a:cubicBezTo>
                    <a:cubicBezTo>
                      <a:pt x="242227" y="53789"/>
                      <a:pt x="238269" y="58021"/>
                      <a:pt x="234167" y="61979"/>
                    </a:cubicBezTo>
                    <a:cubicBezTo>
                      <a:pt x="230078" y="65937"/>
                      <a:pt x="226667" y="69271"/>
                      <a:pt x="223959" y="71979"/>
                    </a:cubicBezTo>
                    <a:lnTo>
                      <a:pt x="261667" y="71979"/>
                    </a:lnTo>
                    <a:lnTo>
                      <a:pt x="261667" y="79167"/>
                    </a:lnTo>
                    <a:lnTo>
                      <a:pt x="215938" y="79167"/>
                    </a:lnTo>
                    <a:cubicBezTo>
                      <a:pt x="215313" y="79167"/>
                      <a:pt x="214922" y="79063"/>
                      <a:pt x="214740" y="78854"/>
                    </a:cubicBezTo>
                    <a:cubicBezTo>
                      <a:pt x="214570" y="78646"/>
                      <a:pt x="214479" y="78229"/>
                      <a:pt x="214479" y="77604"/>
                    </a:cubicBezTo>
                    <a:lnTo>
                      <a:pt x="214479" y="71354"/>
                    </a:lnTo>
                    <a:cubicBezTo>
                      <a:pt x="215664" y="70248"/>
                      <a:pt x="217110" y="68854"/>
                      <a:pt x="218802" y="67188"/>
                    </a:cubicBezTo>
                    <a:cubicBezTo>
                      <a:pt x="220508" y="65521"/>
                      <a:pt x="222370" y="63685"/>
                      <a:pt x="224375" y="61667"/>
                    </a:cubicBezTo>
                    <a:cubicBezTo>
                      <a:pt x="226328" y="59661"/>
                      <a:pt x="228334" y="57500"/>
                      <a:pt x="230417" y="55209"/>
                    </a:cubicBezTo>
                    <a:cubicBezTo>
                      <a:pt x="232500" y="52917"/>
                      <a:pt x="234558" y="50560"/>
                      <a:pt x="236563" y="48125"/>
                    </a:cubicBezTo>
                    <a:cubicBezTo>
                      <a:pt x="238581" y="45768"/>
                      <a:pt x="240495" y="43385"/>
                      <a:pt x="242292" y="40990"/>
                    </a:cubicBezTo>
                    <a:cubicBezTo>
                      <a:pt x="244102" y="38594"/>
                      <a:pt x="245664" y="36289"/>
                      <a:pt x="246980" y="34062"/>
                    </a:cubicBezTo>
                    <a:cubicBezTo>
                      <a:pt x="248373" y="31771"/>
                      <a:pt x="249466" y="29622"/>
                      <a:pt x="250261" y="27604"/>
                    </a:cubicBezTo>
                    <a:cubicBezTo>
                      <a:pt x="251068" y="25599"/>
                      <a:pt x="251459" y="23750"/>
                      <a:pt x="251459" y="22084"/>
                    </a:cubicBezTo>
                    <a:cubicBezTo>
                      <a:pt x="251459" y="17578"/>
                      <a:pt x="250143" y="14193"/>
                      <a:pt x="247500" y="11927"/>
                    </a:cubicBezTo>
                    <a:cubicBezTo>
                      <a:pt x="244870" y="9675"/>
                      <a:pt x="241459" y="8542"/>
                      <a:pt x="237292" y="8542"/>
                    </a:cubicBezTo>
                    <a:cubicBezTo>
                      <a:pt x="233268" y="8542"/>
                      <a:pt x="229987" y="9935"/>
                      <a:pt x="227448" y="12709"/>
                    </a:cubicBezTo>
                    <a:cubicBezTo>
                      <a:pt x="224922" y="15495"/>
                      <a:pt x="223646" y="19102"/>
                      <a:pt x="223646" y="23542"/>
                    </a:cubicBezTo>
                    <a:lnTo>
                      <a:pt x="215105" y="23542"/>
                    </a:lnTo>
                    <a:cubicBezTo>
                      <a:pt x="215105" y="20208"/>
                      <a:pt x="215664" y="17174"/>
                      <a:pt x="216771" y="14427"/>
                    </a:cubicBezTo>
                    <a:cubicBezTo>
                      <a:pt x="217891" y="11693"/>
                      <a:pt x="219453" y="9349"/>
                      <a:pt x="221458" y="7396"/>
                    </a:cubicBezTo>
                    <a:cubicBezTo>
                      <a:pt x="223477" y="5456"/>
                      <a:pt x="225860" y="3959"/>
                      <a:pt x="228594" y="2917"/>
                    </a:cubicBezTo>
                    <a:cubicBezTo>
                      <a:pt x="231341" y="1875"/>
                      <a:pt x="234310" y="1354"/>
                      <a:pt x="237500" y="1354"/>
                    </a:cubicBezTo>
                    <a:close/>
                    <a:moveTo>
                      <a:pt x="173125" y="1354"/>
                    </a:moveTo>
                    <a:cubicBezTo>
                      <a:pt x="176458" y="1354"/>
                      <a:pt x="179662" y="1875"/>
                      <a:pt x="182709" y="2917"/>
                    </a:cubicBezTo>
                    <a:cubicBezTo>
                      <a:pt x="185768" y="3959"/>
                      <a:pt x="188516" y="5873"/>
                      <a:pt x="190938" y="8646"/>
                    </a:cubicBezTo>
                    <a:cubicBezTo>
                      <a:pt x="193308" y="11433"/>
                      <a:pt x="195195" y="15260"/>
                      <a:pt x="196615" y="20156"/>
                    </a:cubicBezTo>
                    <a:cubicBezTo>
                      <a:pt x="198047" y="25052"/>
                      <a:pt x="198750" y="31328"/>
                      <a:pt x="198750" y="38958"/>
                    </a:cubicBezTo>
                    <a:cubicBezTo>
                      <a:pt x="198750" y="52917"/>
                      <a:pt x="196432" y="63386"/>
                      <a:pt x="191771" y="70365"/>
                    </a:cubicBezTo>
                    <a:cubicBezTo>
                      <a:pt x="187123" y="77344"/>
                      <a:pt x="180808" y="80833"/>
                      <a:pt x="172813" y="80833"/>
                    </a:cubicBezTo>
                    <a:cubicBezTo>
                      <a:pt x="166433" y="80833"/>
                      <a:pt x="161276" y="79063"/>
                      <a:pt x="157344" y="75521"/>
                    </a:cubicBezTo>
                    <a:cubicBezTo>
                      <a:pt x="153425" y="71979"/>
                      <a:pt x="151146" y="67162"/>
                      <a:pt x="150521" y="61042"/>
                    </a:cubicBezTo>
                    <a:lnTo>
                      <a:pt x="158750" y="61042"/>
                    </a:lnTo>
                    <a:cubicBezTo>
                      <a:pt x="158893" y="65000"/>
                      <a:pt x="160404" y="68125"/>
                      <a:pt x="163281" y="70417"/>
                    </a:cubicBezTo>
                    <a:cubicBezTo>
                      <a:pt x="166172" y="72709"/>
                      <a:pt x="169479" y="73854"/>
                      <a:pt x="173229" y="73854"/>
                    </a:cubicBezTo>
                    <a:cubicBezTo>
                      <a:pt x="176849" y="73854"/>
                      <a:pt x="179844" y="72813"/>
                      <a:pt x="182240" y="70729"/>
                    </a:cubicBezTo>
                    <a:cubicBezTo>
                      <a:pt x="184635" y="68646"/>
                      <a:pt x="186537" y="65937"/>
                      <a:pt x="187917" y="62604"/>
                    </a:cubicBezTo>
                    <a:cubicBezTo>
                      <a:pt x="189310" y="59349"/>
                      <a:pt x="190261" y="55664"/>
                      <a:pt x="190781" y="51563"/>
                    </a:cubicBezTo>
                    <a:cubicBezTo>
                      <a:pt x="191302" y="47474"/>
                      <a:pt x="191563" y="43412"/>
                      <a:pt x="191563" y="39375"/>
                    </a:cubicBezTo>
                    <a:cubicBezTo>
                      <a:pt x="189974" y="43893"/>
                      <a:pt x="187435" y="47227"/>
                      <a:pt x="183959" y="49375"/>
                    </a:cubicBezTo>
                    <a:cubicBezTo>
                      <a:pt x="180495" y="51537"/>
                      <a:pt x="176458" y="52604"/>
                      <a:pt x="171875" y="52604"/>
                    </a:cubicBezTo>
                    <a:cubicBezTo>
                      <a:pt x="165000" y="52604"/>
                      <a:pt x="159505" y="50286"/>
                      <a:pt x="155365" y="45625"/>
                    </a:cubicBezTo>
                    <a:cubicBezTo>
                      <a:pt x="151237" y="40977"/>
                      <a:pt x="149167" y="34792"/>
                      <a:pt x="149167" y="27084"/>
                    </a:cubicBezTo>
                    <a:cubicBezTo>
                      <a:pt x="149167" y="23542"/>
                      <a:pt x="149714" y="20208"/>
                      <a:pt x="150782" y="17083"/>
                    </a:cubicBezTo>
                    <a:cubicBezTo>
                      <a:pt x="151862" y="13959"/>
                      <a:pt x="153438" y="11224"/>
                      <a:pt x="155521" y="8854"/>
                    </a:cubicBezTo>
                    <a:cubicBezTo>
                      <a:pt x="157604" y="6562"/>
                      <a:pt x="160130" y="4740"/>
                      <a:pt x="163073" y="3386"/>
                    </a:cubicBezTo>
                    <a:cubicBezTo>
                      <a:pt x="166029" y="2031"/>
                      <a:pt x="169375" y="1354"/>
                      <a:pt x="173125" y="1354"/>
                    </a:cubicBezTo>
                    <a:close/>
                    <a:moveTo>
                      <a:pt x="668646" y="0"/>
                    </a:moveTo>
                    <a:cubicBezTo>
                      <a:pt x="673855" y="0"/>
                      <a:pt x="678112" y="1224"/>
                      <a:pt x="681407" y="3646"/>
                    </a:cubicBezTo>
                    <a:cubicBezTo>
                      <a:pt x="684714" y="6081"/>
                      <a:pt x="687292" y="9206"/>
                      <a:pt x="689167" y="13021"/>
                    </a:cubicBezTo>
                    <a:cubicBezTo>
                      <a:pt x="691042" y="16914"/>
                      <a:pt x="692331" y="21289"/>
                      <a:pt x="693021" y="26146"/>
                    </a:cubicBezTo>
                    <a:cubicBezTo>
                      <a:pt x="693725" y="31016"/>
                      <a:pt x="694063" y="35872"/>
                      <a:pt x="694063" y="40729"/>
                    </a:cubicBezTo>
                    <a:cubicBezTo>
                      <a:pt x="694063" y="45664"/>
                      <a:pt x="693725" y="50521"/>
                      <a:pt x="693021" y="55313"/>
                    </a:cubicBezTo>
                    <a:cubicBezTo>
                      <a:pt x="692331" y="60104"/>
                      <a:pt x="691042" y="64453"/>
                      <a:pt x="689167" y="68334"/>
                    </a:cubicBezTo>
                    <a:cubicBezTo>
                      <a:pt x="687292" y="72162"/>
                      <a:pt x="684714" y="75248"/>
                      <a:pt x="681407" y="77604"/>
                    </a:cubicBezTo>
                    <a:cubicBezTo>
                      <a:pt x="678112" y="79974"/>
                      <a:pt x="673855" y="81146"/>
                      <a:pt x="668646" y="81146"/>
                    </a:cubicBezTo>
                    <a:cubicBezTo>
                      <a:pt x="663516" y="81146"/>
                      <a:pt x="659324" y="79974"/>
                      <a:pt x="656094" y="77604"/>
                    </a:cubicBezTo>
                    <a:cubicBezTo>
                      <a:pt x="652865" y="75248"/>
                      <a:pt x="650391" y="72162"/>
                      <a:pt x="648646" y="68334"/>
                    </a:cubicBezTo>
                    <a:cubicBezTo>
                      <a:pt x="646849" y="64453"/>
                      <a:pt x="645626" y="60104"/>
                      <a:pt x="645001" y="55313"/>
                    </a:cubicBezTo>
                    <a:cubicBezTo>
                      <a:pt x="644375" y="50521"/>
                      <a:pt x="644063" y="45664"/>
                      <a:pt x="644063" y="40729"/>
                    </a:cubicBezTo>
                    <a:cubicBezTo>
                      <a:pt x="644063" y="35872"/>
                      <a:pt x="644375" y="31016"/>
                      <a:pt x="645001" y="26146"/>
                    </a:cubicBezTo>
                    <a:cubicBezTo>
                      <a:pt x="645626" y="21289"/>
                      <a:pt x="646849" y="16914"/>
                      <a:pt x="648646" y="13021"/>
                    </a:cubicBezTo>
                    <a:cubicBezTo>
                      <a:pt x="650391" y="9206"/>
                      <a:pt x="652865" y="6081"/>
                      <a:pt x="656094" y="3646"/>
                    </a:cubicBezTo>
                    <a:cubicBezTo>
                      <a:pt x="659324" y="1224"/>
                      <a:pt x="663516" y="0"/>
                      <a:pt x="668646" y="0"/>
                    </a:cubicBezTo>
                    <a:close/>
                    <a:moveTo>
                      <a:pt x="603542" y="0"/>
                    </a:moveTo>
                    <a:cubicBezTo>
                      <a:pt x="608751" y="0"/>
                      <a:pt x="613008" y="1224"/>
                      <a:pt x="616302" y="3646"/>
                    </a:cubicBezTo>
                    <a:cubicBezTo>
                      <a:pt x="619610" y="6081"/>
                      <a:pt x="622188" y="9206"/>
                      <a:pt x="624063" y="13021"/>
                    </a:cubicBezTo>
                    <a:cubicBezTo>
                      <a:pt x="625938" y="16914"/>
                      <a:pt x="627227" y="21289"/>
                      <a:pt x="627917" y="26146"/>
                    </a:cubicBezTo>
                    <a:cubicBezTo>
                      <a:pt x="628620" y="31016"/>
                      <a:pt x="628959" y="35872"/>
                      <a:pt x="628959" y="40729"/>
                    </a:cubicBezTo>
                    <a:cubicBezTo>
                      <a:pt x="628959" y="45664"/>
                      <a:pt x="628620" y="50521"/>
                      <a:pt x="627917" y="55313"/>
                    </a:cubicBezTo>
                    <a:cubicBezTo>
                      <a:pt x="627227" y="60104"/>
                      <a:pt x="625938" y="64453"/>
                      <a:pt x="624063" y="68334"/>
                    </a:cubicBezTo>
                    <a:cubicBezTo>
                      <a:pt x="622188" y="72162"/>
                      <a:pt x="619610" y="75248"/>
                      <a:pt x="616302" y="77604"/>
                    </a:cubicBezTo>
                    <a:cubicBezTo>
                      <a:pt x="613008" y="79974"/>
                      <a:pt x="608751" y="81146"/>
                      <a:pt x="603542" y="81146"/>
                    </a:cubicBezTo>
                    <a:cubicBezTo>
                      <a:pt x="598412" y="81146"/>
                      <a:pt x="594219" y="79974"/>
                      <a:pt x="590990" y="77604"/>
                    </a:cubicBezTo>
                    <a:cubicBezTo>
                      <a:pt x="587761" y="75248"/>
                      <a:pt x="585287" y="72162"/>
                      <a:pt x="583542" y="68334"/>
                    </a:cubicBezTo>
                    <a:cubicBezTo>
                      <a:pt x="581745" y="64453"/>
                      <a:pt x="580521" y="60104"/>
                      <a:pt x="579896" y="55313"/>
                    </a:cubicBezTo>
                    <a:cubicBezTo>
                      <a:pt x="579271" y="50521"/>
                      <a:pt x="578959" y="45664"/>
                      <a:pt x="578959" y="40729"/>
                    </a:cubicBezTo>
                    <a:cubicBezTo>
                      <a:pt x="578959" y="35872"/>
                      <a:pt x="579271" y="31016"/>
                      <a:pt x="579896" y="26146"/>
                    </a:cubicBezTo>
                    <a:cubicBezTo>
                      <a:pt x="580521" y="21289"/>
                      <a:pt x="581745" y="16914"/>
                      <a:pt x="583542" y="13021"/>
                    </a:cubicBezTo>
                    <a:cubicBezTo>
                      <a:pt x="585287" y="9206"/>
                      <a:pt x="587761" y="6081"/>
                      <a:pt x="590990" y="3646"/>
                    </a:cubicBezTo>
                    <a:cubicBezTo>
                      <a:pt x="594219" y="1224"/>
                      <a:pt x="598412" y="0"/>
                      <a:pt x="603542" y="0"/>
                    </a:cubicBezTo>
                    <a:close/>
                    <a:moveTo>
                      <a:pt x="538438" y="0"/>
                    </a:moveTo>
                    <a:cubicBezTo>
                      <a:pt x="543646" y="0"/>
                      <a:pt x="547904" y="1224"/>
                      <a:pt x="551198" y="3646"/>
                    </a:cubicBezTo>
                    <a:cubicBezTo>
                      <a:pt x="554506" y="6081"/>
                      <a:pt x="557084" y="9206"/>
                      <a:pt x="558959" y="13021"/>
                    </a:cubicBezTo>
                    <a:cubicBezTo>
                      <a:pt x="560834" y="16914"/>
                      <a:pt x="562123" y="21289"/>
                      <a:pt x="562813" y="26146"/>
                    </a:cubicBezTo>
                    <a:cubicBezTo>
                      <a:pt x="563516" y="31016"/>
                      <a:pt x="563855" y="35872"/>
                      <a:pt x="563855" y="40729"/>
                    </a:cubicBezTo>
                    <a:cubicBezTo>
                      <a:pt x="563855" y="45664"/>
                      <a:pt x="563516" y="50521"/>
                      <a:pt x="562813" y="55313"/>
                    </a:cubicBezTo>
                    <a:cubicBezTo>
                      <a:pt x="562123" y="60104"/>
                      <a:pt x="560834" y="64453"/>
                      <a:pt x="558959" y="68334"/>
                    </a:cubicBezTo>
                    <a:cubicBezTo>
                      <a:pt x="557084" y="72162"/>
                      <a:pt x="554506" y="75248"/>
                      <a:pt x="551198" y="77604"/>
                    </a:cubicBezTo>
                    <a:cubicBezTo>
                      <a:pt x="547904" y="79974"/>
                      <a:pt x="543646" y="81146"/>
                      <a:pt x="538438" y="81146"/>
                    </a:cubicBezTo>
                    <a:cubicBezTo>
                      <a:pt x="533308" y="81146"/>
                      <a:pt x="529115" y="79974"/>
                      <a:pt x="525886" y="77604"/>
                    </a:cubicBezTo>
                    <a:cubicBezTo>
                      <a:pt x="522657" y="75248"/>
                      <a:pt x="520183" y="72162"/>
                      <a:pt x="518438" y="68334"/>
                    </a:cubicBezTo>
                    <a:cubicBezTo>
                      <a:pt x="516641" y="64453"/>
                      <a:pt x="515417" y="60104"/>
                      <a:pt x="514792" y="55313"/>
                    </a:cubicBezTo>
                    <a:cubicBezTo>
                      <a:pt x="514167" y="50521"/>
                      <a:pt x="513855" y="45664"/>
                      <a:pt x="513855" y="40729"/>
                    </a:cubicBezTo>
                    <a:cubicBezTo>
                      <a:pt x="513855" y="35872"/>
                      <a:pt x="514167" y="31016"/>
                      <a:pt x="514792" y="26146"/>
                    </a:cubicBezTo>
                    <a:cubicBezTo>
                      <a:pt x="515417" y="21289"/>
                      <a:pt x="516641" y="16914"/>
                      <a:pt x="518438" y="13021"/>
                    </a:cubicBezTo>
                    <a:cubicBezTo>
                      <a:pt x="520183" y="9206"/>
                      <a:pt x="522657" y="6081"/>
                      <a:pt x="525886" y="3646"/>
                    </a:cubicBezTo>
                    <a:cubicBezTo>
                      <a:pt x="529115" y="1224"/>
                      <a:pt x="533308" y="0"/>
                      <a:pt x="538438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72" name="TextBox 471">
                <a:extLst>
                  <a:ext uri="{FF2B5EF4-FFF2-40B4-BE49-F238E27FC236}">
                    <a16:creationId xmlns:a16="http://schemas.microsoft.com/office/drawing/2014/main" id="{FBE2C126-0E27-48F1-B954-D5097EF908DF}"/>
                  </a:ext>
                </a:extLst>
              </p:cNvPr>
              <p:cNvSpPr txBox="1"/>
              <p:nvPr/>
            </p:nvSpPr>
            <p:spPr>
              <a:xfrm>
                <a:off x="3786988" y="4004524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1,192,369,000</a:t>
                </a:r>
              </a:p>
            </p:txBody>
          </p:sp>
        </p:grpSp>
        <p:sp>
          <p:nvSpPr>
            <p:cNvPr id="473" name="자유형: 도형 472">
              <a:extLst>
                <a:ext uri="{FF2B5EF4-FFF2-40B4-BE49-F238E27FC236}">
                  <a16:creationId xmlns:a16="http://schemas.microsoft.com/office/drawing/2014/main" id="{66102387-62E5-416F-B329-6ABCC5CC9187}"/>
                </a:ext>
              </a:extLst>
            </p:cNvPr>
            <p:cNvSpPr/>
            <p:nvPr/>
          </p:nvSpPr>
          <p:spPr>
            <a:xfrm>
              <a:off x="4752191" y="4042263"/>
              <a:ext cx="646041" cy="93645"/>
            </a:xfrm>
            <a:custGeom>
              <a:avLst/>
              <a:gdLst>
                <a:gd name="connsiteX0" fmla="*/ 391979 w 646041"/>
                <a:gd name="connsiteY0" fmla="*/ 67708 h 93645"/>
                <a:gd name="connsiteX1" fmla="*/ 400521 w 646041"/>
                <a:gd name="connsiteY1" fmla="*/ 67708 h 93645"/>
                <a:gd name="connsiteX2" fmla="*/ 400521 w 646041"/>
                <a:gd name="connsiteY2" fmla="*/ 83854 h 93645"/>
                <a:gd name="connsiteX3" fmla="*/ 454375 w 646041"/>
                <a:gd name="connsiteY3" fmla="*/ 83854 h 93645"/>
                <a:gd name="connsiteX4" fmla="*/ 454375 w 646041"/>
                <a:gd name="connsiteY4" fmla="*/ 90937 h 93645"/>
                <a:gd name="connsiteX5" fmla="*/ 394167 w 646041"/>
                <a:gd name="connsiteY5" fmla="*/ 90937 h 93645"/>
                <a:gd name="connsiteX6" fmla="*/ 392448 w 646041"/>
                <a:gd name="connsiteY6" fmla="*/ 90469 h 93645"/>
                <a:gd name="connsiteX7" fmla="*/ 391979 w 646041"/>
                <a:gd name="connsiteY7" fmla="*/ 88750 h 93645"/>
                <a:gd name="connsiteX8" fmla="*/ 13437 w 646041"/>
                <a:gd name="connsiteY8" fmla="*/ 65208 h 93645"/>
                <a:gd name="connsiteX9" fmla="*/ 21875 w 646041"/>
                <a:gd name="connsiteY9" fmla="*/ 65208 h 93645"/>
                <a:gd name="connsiteX10" fmla="*/ 21875 w 646041"/>
                <a:gd name="connsiteY10" fmla="*/ 83958 h 93645"/>
                <a:gd name="connsiteX11" fmla="*/ 74375 w 646041"/>
                <a:gd name="connsiteY11" fmla="*/ 83958 h 93645"/>
                <a:gd name="connsiteX12" fmla="*/ 74375 w 646041"/>
                <a:gd name="connsiteY12" fmla="*/ 90937 h 93645"/>
                <a:gd name="connsiteX13" fmla="*/ 15625 w 646041"/>
                <a:gd name="connsiteY13" fmla="*/ 90937 h 93645"/>
                <a:gd name="connsiteX14" fmla="*/ 13906 w 646041"/>
                <a:gd name="connsiteY14" fmla="*/ 90469 h 93645"/>
                <a:gd name="connsiteX15" fmla="*/ 13437 w 646041"/>
                <a:gd name="connsiteY15" fmla="*/ 88750 h 93645"/>
                <a:gd name="connsiteX16" fmla="*/ 584480 w 646041"/>
                <a:gd name="connsiteY16" fmla="*/ 63125 h 93645"/>
                <a:gd name="connsiteX17" fmla="*/ 643750 w 646041"/>
                <a:gd name="connsiteY17" fmla="*/ 63125 h 93645"/>
                <a:gd name="connsiteX18" fmla="*/ 645469 w 646041"/>
                <a:gd name="connsiteY18" fmla="*/ 63593 h 93645"/>
                <a:gd name="connsiteX19" fmla="*/ 645938 w 646041"/>
                <a:gd name="connsiteY19" fmla="*/ 65312 h 93645"/>
                <a:gd name="connsiteX20" fmla="*/ 645938 w 646041"/>
                <a:gd name="connsiteY20" fmla="*/ 93646 h 93645"/>
                <a:gd name="connsiteX21" fmla="*/ 637500 w 646041"/>
                <a:gd name="connsiteY21" fmla="*/ 93646 h 93645"/>
                <a:gd name="connsiteX22" fmla="*/ 637500 w 646041"/>
                <a:gd name="connsiteY22" fmla="*/ 70312 h 93645"/>
                <a:gd name="connsiteX23" fmla="*/ 584480 w 646041"/>
                <a:gd name="connsiteY23" fmla="*/ 70312 h 93645"/>
                <a:gd name="connsiteX24" fmla="*/ 298021 w 646041"/>
                <a:gd name="connsiteY24" fmla="*/ 63125 h 93645"/>
                <a:gd name="connsiteX25" fmla="*/ 357292 w 646041"/>
                <a:gd name="connsiteY25" fmla="*/ 63125 h 93645"/>
                <a:gd name="connsiteX26" fmla="*/ 359010 w 646041"/>
                <a:gd name="connsiteY26" fmla="*/ 63593 h 93645"/>
                <a:gd name="connsiteX27" fmla="*/ 359479 w 646041"/>
                <a:gd name="connsiteY27" fmla="*/ 65312 h 93645"/>
                <a:gd name="connsiteX28" fmla="*/ 359479 w 646041"/>
                <a:gd name="connsiteY28" fmla="*/ 93646 h 93645"/>
                <a:gd name="connsiteX29" fmla="*/ 351042 w 646041"/>
                <a:gd name="connsiteY29" fmla="*/ 93646 h 93645"/>
                <a:gd name="connsiteX30" fmla="*/ 351042 w 646041"/>
                <a:gd name="connsiteY30" fmla="*/ 70312 h 93645"/>
                <a:gd name="connsiteX31" fmla="*/ 298021 w 646041"/>
                <a:gd name="connsiteY31" fmla="*/ 70312 h 93645"/>
                <a:gd name="connsiteX32" fmla="*/ 191875 w 646041"/>
                <a:gd name="connsiteY32" fmla="*/ 51562 h 93645"/>
                <a:gd name="connsiteX33" fmla="*/ 276354 w 646041"/>
                <a:gd name="connsiteY33" fmla="*/ 51562 h 93645"/>
                <a:gd name="connsiteX34" fmla="*/ 276354 w 646041"/>
                <a:gd name="connsiteY34" fmla="*/ 58646 h 93645"/>
                <a:gd name="connsiteX35" fmla="*/ 238646 w 646041"/>
                <a:gd name="connsiteY35" fmla="*/ 58646 h 93645"/>
                <a:gd name="connsiteX36" fmla="*/ 238646 w 646041"/>
                <a:gd name="connsiteY36" fmla="*/ 93021 h 93645"/>
                <a:gd name="connsiteX37" fmla="*/ 230208 w 646041"/>
                <a:gd name="connsiteY37" fmla="*/ 93021 h 93645"/>
                <a:gd name="connsiteX38" fmla="*/ 230208 w 646041"/>
                <a:gd name="connsiteY38" fmla="*/ 58646 h 93645"/>
                <a:gd name="connsiteX39" fmla="*/ 191875 w 646041"/>
                <a:gd name="connsiteY39" fmla="*/ 58646 h 93645"/>
                <a:gd name="connsiteX40" fmla="*/ 440521 w 646041"/>
                <a:gd name="connsiteY40" fmla="*/ 38542 h 93645"/>
                <a:gd name="connsiteX41" fmla="*/ 440521 w 646041"/>
                <a:gd name="connsiteY41" fmla="*/ 45520 h 93645"/>
                <a:gd name="connsiteX42" fmla="*/ 433698 w 646041"/>
                <a:gd name="connsiteY42" fmla="*/ 46458 h 93645"/>
                <a:gd name="connsiteX43" fmla="*/ 425105 w 646041"/>
                <a:gd name="connsiteY43" fmla="*/ 47187 h 93645"/>
                <a:gd name="connsiteX44" fmla="*/ 415625 w 646041"/>
                <a:gd name="connsiteY44" fmla="*/ 47708 h 93645"/>
                <a:gd name="connsiteX45" fmla="*/ 406250 w 646041"/>
                <a:gd name="connsiteY45" fmla="*/ 47917 h 93645"/>
                <a:gd name="connsiteX46" fmla="*/ 406250 w 646041"/>
                <a:gd name="connsiteY46" fmla="*/ 62812 h 93645"/>
                <a:gd name="connsiteX47" fmla="*/ 398021 w 646041"/>
                <a:gd name="connsiteY47" fmla="*/ 62812 h 93645"/>
                <a:gd name="connsiteX48" fmla="*/ 398021 w 646041"/>
                <a:gd name="connsiteY48" fmla="*/ 48125 h 93645"/>
                <a:gd name="connsiteX49" fmla="*/ 376979 w 646041"/>
                <a:gd name="connsiteY49" fmla="*/ 48125 h 93645"/>
                <a:gd name="connsiteX50" fmla="*/ 376979 w 646041"/>
                <a:gd name="connsiteY50" fmla="*/ 41146 h 93645"/>
                <a:gd name="connsiteX51" fmla="*/ 404688 w 646041"/>
                <a:gd name="connsiteY51" fmla="*/ 41146 h 93645"/>
                <a:gd name="connsiteX52" fmla="*/ 413542 w 646041"/>
                <a:gd name="connsiteY52" fmla="*/ 40937 h 93645"/>
                <a:gd name="connsiteX53" fmla="*/ 423854 w 646041"/>
                <a:gd name="connsiteY53" fmla="*/ 40312 h 93645"/>
                <a:gd name="connsiteX54" fmla="*/ 433490 w 646041"/>
                <a:gd name="connsiteY54" fmla="*/ 39479 h 93645"/>
                <a:gd name="connsiteX55" fmla="*/ 440521 w 646041"/>
                <a:gd name="connsiteY55" fmla="*/ 38542 h 93645"/>
                <a:gd name="connsiteX56" fmla="*/ 26458 w 646041"/>
                <a:gd name="connsiteY56" fmla="*/ 31250 h 93645"/>
                <a:gd name="connsiteX57" fmla="*/ 15885 w 646041"/>
                <a:gd name="connsiteY57" fmla="*/ 34062 h 93645"/>
                <a:gd name="connsiteX58" fmla="*/ 11979 w 646041"/>
                <a:gd name="connsiteY58" fmla="*/ 41875 h 93645"/>
                <a:gd name="connsiteX59" fmla="*/ 15885 w 646041"/>
                <a:gd name="connsiteY59" fmla="*/ 49739 h 93645"/>
                <a:gd name="connsiteX60" fmla="*/ 26458 w 646041"/>
                <a:gd name="connsiteY60" fmla="*/ 52500 h 93645"/>
                <a:gd name="connsiteX61" fmla="*/ 36719 w 646041"/>
                <a:gd name="connsiteY61" fmla="*/ 49739 h 93645"/>
                <a:gd name="connsiteX62" fmla="*/ 40625 w 646041"/>
                <a:gd name="connsiteY62" fmla="*/ 41875 h 93645"/>
                <a:gd name="connsiteX63" fmla="*/ 36719 w 646041"/>
                <a:gd name="connsiteY63" fmla="*/ 34062 h 93645"/>
                <a:gd name="connsiteX64" fmla="*/ 26458 w 646041"/>
                <a:gd name="connsiteY64" fmla="*/ 31250 h 93645"/>
                <a:gd name="connsiteX65" fmla="*/ 26354 w 646041"/>
                <a:gd name="connsiteY65" fmla="*/ 25000 h 93645"/>
                <a:gd name="connsiteX66" fmla="*/ 42760 w 646041"/>
                <a:gd name="connsiteY66" fmla="*/ 29635 h 93645"/>
                <a:gd name="connsiteX67" fmla="*/ 49167 w 646041"/>
                <a:gd name="connsiteY67" fmla="*/ 41875 h 93645"/>
                <a:gd name="connsiteX68" fmla="*/ 42812 w 646041"/>
                <a:gd name="connsiteY68" fmla="*/ 54166 h 93645"/>
                <a:gd name="connsiteX69" fmla="*/ 26354 w 646041"/>
                <a:gd name="connsiteY69" fmla="*/ 58750 h 93645"/>
                <a:gd name="connsiteX70" fmla="*/ 9791 w 646041"/>
                <a:gd name="connsiteY70" fmla="*/ 54166 h 93645"/>
                <a:gd name="connsiteX71" fmla="*/ 3542 w 646041"/>
                <a:gd name="connsiteY71" fmla="*/ 41875 h 93645"/>
                <a:gd name="connsiteX72" fmla="*/ 9791 w 646041"/>
                <a:gd name="connsiteY72" fmla="*/ 29635 h 93645"/>
                <a:gd name="connsiteX73" fmla="*/ 26354 w 646041"/>
                <a:gd name="connsiteY73" fmla="*/ 25000 h 93645"/>
                <a:gd name="connsiteX74" fmla="*/ 0 w 646041"/>
                <a:gd name="connsiteY74" fmla="*/ 13645 h 93645"/>
                <a:gd name="connsiteX75" fmla="*/ 52917 w 646041"/>
                <a:gd name="connsiteY75" fmla="*/ 13645 h 93645"/>
                <a:gd name="connsiteX76" fmla="*/ 52917 w 646041"/>
                <a:gd name="connsiteY76" fmla="*/ 20208 h 93645"/>
                <a:gd name="connsiteX77" fmla="*/ 0 w 646041"/>
                <a:gd name="connsiteY77" fmla="*/ 20208 h 93645"/>
                <a:gd name="connsiteX78" fmla="*/ 406875 w 646041"/>
                <a:gd name="connsiteY78" fmla="*/ 7083 h 93645"/>
                <a:gd name="connsiteX79" fmla="*/ 395365 w 646041"/>
                <a:gd name="connsiteY79" fmla="*/ 10208 h 93645"/>
                <a:gd name="connsiteX80" fmla="*/ 392188 w 646041"/>
                <a:gd name="connsiteY80" fmla="*/ 17708 h 93645"/>
                <a:gd name="connsiteX81" fmla="*/ 395417 w 646041"/>
                <a:gd name="connsiteY81" fmla="*/ 25052 h 93645"/>
                <a:gd name="connsiteX82" fmla="*/ 406875 w 646041"/>
                <a:gd name="connsiteY82" fmla="*/ 27916 h 93645"/>
                <a:gd name="connsiteX83" fmla="*/ 418281 w 646041"/>
                <a:gd name="connsiteY83" fmla="*/ 25052 h 93645"/>
                <a:gd name="connsiteX84" fmla="*/ 421563 w 646041"/>
                <a:gd name="connsiteY84" fmla="*/ 17708 h 93645"/>
                <a:gd name="connsiteX85" fmla="*/ 418333 w 646041"/>
                <a:gd name="connsiteY85" fmla="*/ 10156 h 93645"/>
                <a:gd name="connsiteX86" fmla="*/ 406875 w 646041"/>
                <a:gd name="connsiteY86" fmla="*/ 7083 h 93645"/>
                <a:gd name="connsiteX87" fmla="*/ 470209 w 646041"/>
                <a:gd name="connsiteY87" fmla="*/ 5833 h 93645"/>
                <a:gd name="connsiteX88" fmla="*/ 518646 w 646041"/>
                <a:gd name="connsiteY88" fmla="*/ 5833 h 93645"/>
                <a:gd name="connsiteX89" fmla="*/ 518646 w 646041"/>
                <a:gd name="connsiteY89" fmla="*/ 12812 h 93645"/>
                <a:gd name="connsiteX90" fmla="*/ 498334 w 646041"/>
                <a:gd name="connsiteY90" fmla="*/ 12812 h 93645"/>
                <a:gd name="connsiteX91" fmla="*/ 498334 w 646041"/>
                <a:gd name="connsiteY91" fmla="*/ 21771 h 93645"/>
                <a:gd name="connsiteX92" fmla="*/ 499896 w 646041"/>
                <a:gd name="connsiteY92" fmla="*/ 35208 h 93645"/>
                <a:gd name="connsiteX93" fmla="*/ 504479 w 646041"/>
                <a:gd name="connsiteY93" fmla="*/ 46771 h 93645"/>
                <a:gd name="connsiteX94" fmla="*/ 512448 w 646041"/>
                <a:gd name="connsiteY94" fmla="*/ 57292 h 93645"/>
                <a:gd name="connsiteX95" fmla="*/ 523750 w 646041"/>
                <a:gd name="connsiteY95" fmla="*/ 65833 h 93645"/>
                <a:gd name="connsiteX96" fmla="*/ 520625 w 646041"/>
                <a:gd name="connsiteY96" fmla="*/ 68750 h 93645"/>
                <a:gd name="connsiteX97" fmla="*/ 517813 w 646041"/>
                <a:gd name="connsiteY97" fmla="*/ 71667 h 93645"/>
                <a:gd name="connsiteX98" fmla="*/ 510938 w 646041"/>
                <a:gd name="connsiteY98" fmla="*/ 66667 h 93645"/>
                <a:gd name="connsiteX99" fmla="*/ 504792 w 646041"/>
                <a:gd name="connsiteY99" fmla="*/ 60416 h 93645"/>
                <a:gd name="connsiteX100" fmla="*/ 498750 w 646041"/>
                <a:gd name="connsiteY100" fmla="*/ 52240 h 93645"/>
                <a:gd name="connsiteX101" fmla="*/ 494167 w 646041"/>
                <a:gd name="connsiteY101" fmla="*/ 42812 h 93645"/>
                <a:gd name="connsiteX102" fmla="*/ 490365 w 646041"/>
                <a:gd name="connsiteY102" fmla="*/ 51927 h 93645"/>
                <a:gd name="connsiteX103" fmla="*/ 484792 w 646041"/>
                <a:gd name="connsiteY103" fmla="*/ 60416 h 93645"/>
                <a:gd name="connsiteX104" fmla="*/ 478021 w 646041"/>
                <a:gd name="connsiteY104" fmla="*/ 68229 h 93645"/>
                <a:gd name="connsiteX105" fmla="*/ 470938 w 646041"/>
                <a:gd name="connsiteY105" fmla="*/ 74166 h 93645"/>
                <a:gd name="connsiteX106" fmla="*/ 467448 w 646041"/>
                <a:gd name="connsiteY106" fmla="*/ 71354 h 93645"/>
                <a:gd name="connsiteX107" fmla="*/ 463542 w 646041"/>
                <a:gd name="connsiteY107" fmla="*/ 68541 h 93645"/>
                <a:gd name="connsiteX108" fmla="*/ 474688 w 646041"/>
                <a:gd name="connsiteY108" fmla="*/ 59791 h 93645"/>
                <a:gd name="connsiteX109" fmla="*/ 483021 w 646041"/>
                <a:gd name="connsiteY109" fmla="*/ 48646 h 93645"/>
                <a:gd name="connsiteX110" fmla="*/ 488125 w 646041"/>
                <a:gd name="connsiteY110" fmla="*/ 35625 h 93645"/>
                <a:gd name="connsiteX111" fmla="*/ 489896 w 646041"/>
                <a:gd name="connsiteY111" fmla="*/ 20417 h 93645"/>
                <a:gd name="connsiteX112" fmla="*/ 489896 w 646041"/>
                <a:gd name="connsiteY112" fmla="*/ 12812 h 93645"/>
                <a:gd name="connsiteX113" fmla="*/ 470209 w 646041"/>
                <a:gd name="connsiteY113" fmla="*/ 12812 h 93645"/>
                <a:gd name="connsiteX114" fmla="*/ 576355 w 646041"/>
                <a:gd name="connsiteY114" fmla="*/ 3958 h 93645"/>
                <a:gd name="connsiteX115" fmla="*/ 613959 w 646041"/>
                <a:gd name="connsiteY115" fmla="*/ 3958 h 93645"/>
                <a:gd name="connsiteX116" fmla="*/ 615677 w 646041"/>
                <a:gd name="connsiteY116" fmla="*/ 4427 h 93645"/>
                <a:gd name="connsiteX117" fmla="*/ 616146 w 646041"/>
                <a:gd name="connsiteY117" fmla="*/ 6146 h 93645"/>
                <a:gd name="connsiteX118" fmla="*/ 616146 w 646041"/>
                <a:gd name="connsiteY118" fmla="*/ 29792 h 93645"/>
                <a:gd name="connsiteX119" fmla="*/ 615677 w 646041"/>
                <a:gd name="connsiteY119" fmla="*/ 31510 h 93645"/>
                <a:gd name="connsiteX120" fmla="*/ 613959 w 646041"/>
                <a:gd name="connsiteY120" fmla="*/ 31979 h 93645"/>
                <a:gd name="connsiteX121" fmla="*/ 584375 w 646041"/>
                <a:gd name="connsiteY121" fmla="*/ 31979 h 93645"/>
                <a:gd name="connsiteX122" fmla="*/ 584375 w 646041"/>
                <a:gd name="connsiteY122" fmla="*/ 45833 h 93645"/>
                <a:gd name="connsiteX123" fmla="*/ 590521 w 646041"/>
                <a:gd name="connsiteY123" fmla="*/ 45833 h 93645"/>
                <a:gd name="connsiteX124" fmla="*/ 601823 w 646041"/>
                <a:gd name="connsiteY124" fmla="*/ 45520 h 93645"/>
                <a:gd name="connsiteX125" fmla="*/ 612709 w 646041"/>
                <a:gd name="connsiteY125" fmla="*/ 44791 h 93645"/>
                <a:gd name="connsiteX126" fmla="*/ 622032 w 646041"/>
                <a:gd name="connsiteY126" fmla="*/ 43698 h 93645"/>
                <a:gd name="connsiteX127" fmla="*/ 629063 w 646041"/>
                <a:gd name="connsiteY127" fmla="*/ 42500 h 93645"/>
                <a:gd name="connsiteX128" fmla="*/ 629063 w 646041"/>
                <a:gd name="connsiteY128" fmla="*/ 49479 h 93645"/>
                <a:gd name="connsiteX129" fmla="*/ 621459 w 646041"/>
                <a:gd name="connsiteY129" fmla="*/ 50729 h 93645"/>
                <a:gd name="connsiteX130" fmla="*/ 611459 w 646041"/>
                <a:gd name="connsiteY130" fmla="*/ 51875 h 93645"/>
                <a:gd name="connsiteX131" fmla="*/ 599792 w 646041"/>
                <a:gd name="connsiteY131" fmla="*/ 52708 h 93645"/>
                <a:gd name="connsiteX132" fmla="*/ 587604 w 646041"/>
                <a:gd name="connsiteY132" fmla="*/ 53021 h 93645"/>
                <a:gd name="connsiteX133" fmla="*/ 578542 w 646041"/>
                <a:gd name="connsiteY133" fmla="*/ 53021 h 93645"/>
                <a:gd name="connsiteX134" fmla="*/ 576823 w 646041"/>
                <a:gd name="connsiteY134" fmla="*/ 52552 h 93645"/>
                <a:gd name="connsiteX135" fmla="*/ 576355 w 646041"/>
                <a:gd name="connsiteY135" fmla="*/ 50833 h 93645"/>
                <a:gd name="connsiteX136" fmla="*/ 576355 w 646041"/>
                <a:gd name="connsiteY136" fmla="*/ 27395 h 93645"/>
                <a:gd name="connsiteX137" fmla="*/ 576823 w 646041"/>
                <a:gd name="connsiteY137" fmla="*/ 25677 h 93645"/>
                <a:gd name="connsiteX138" fmla="*/ 578542 w 646041"/>
                <a:gd name="connsiteY138" fmla="*/ 25208 h 93645"/>
                <a:gd name="connsiteX139" fmla="*/ 608125 w 646041"/>
                <a:gd name="connsiteY139" fmla="*/ 25208 h 93645"/>
                <a:gd name="connsiteX140" fmla="*/ 608125 w 646041"/>
                <a:gd name="connsiteY140" fmla="*/ 10937 h 93645"/>
                <a:gd name="connsiteX141" fmla="*/ 576355 w 646041"/>
                <a:gd name="connsiteY141" fmla="*/ 10937 h 93645"/>
                <a:gd name="connsiteX142" fmla="*/ 289896 w 646041"/>
                <a:gd name="connsiteY142" fmla="*/ 3958 h 93645"/>
                <a:gd name="connsiteX143" fmla="*/ 327500 w 646041"/>
                <a:gd name="connsiteY143" fmla="*/ 3958 h 93645"/>
                <a:gd name="connsiteX144" fmla="*/ 329219 w 646041"/>
                <a:gd name="connsiteY144" fmla="*/ 4427 h 93645"/>
                <a:gd name="connsiteX145" fmla="*/ 329688 w 646041"/>
                <a:gd name="connsiteY145" fmla="*/ 6146 h 93645"/>
                <a:gd name="connsiteX146" fmla="*/ 329688 w 646041"/>
                <a:gd name="connsiteY146" fmla="*/ 29792 h 93645"/>
                <a:gd name="connsiteX147" fmla="*/ 329219 w 646041"/>
                <a:gd name="connsiteY147" fmla="*/ 31510 h 93645"/>
                <a:gd name="connsiteX148" fmla="*/ 327500 w 646041"/>
                <a:gd name="connsiteY148" fmla="*/ 31979 h 93645"/>
                <a:gd name="connsiteX149" fmla="*/ 297917 w 646041"/>
                <a:gd name="connsiteY149" fmla="*/ 31979 h 93645"/>
                <a:gd name="connsiteX150" fmla="*/ 297917 w 646041"/>
                <a:gd name="connsiteY150" fmla="*/ 45833 h 93645"/>
                <a:gd name="connsiteX151" fmla="*/ 304063 w 646041"/>
                <a:gd name="connsiteY151" fmla="*/ 45833 h 93645"/>
                <a:gd name="connsiteX152" fmla="*/ 315365 w 646041"/>
                <a:gd name="connsiteY152" fmla="*/ 45520 h 93645"/>
                <a:gd name="connsiteX153" fmla="*/ 326250 w 646041"/>
                <a:gd name="connsiteY153" fmla="*/ 44791 h 93645"/>
                <a:gd name="connsiteX154" fmla="*/ 335573 w 646041"/>
                <a:gd name="connsiteY154" fmla="*/ 43698 h 93645"/>
                <a:gd name="connsiteX155" fmla="*/ 342604 w 646041"/>
                <a:gd name="connsiteY155" fmla="*/ 42500 h 93645"/>
                <a:gd name="connsiteX156" fmla="*/ 342604 w 646041"/>
                <a:gd name="connsiteY156" fmla="*/ 49479 h 93645"/>
                <a:gd name="connsiteX157" fmla="*/ 335000 w 646041"/>
                <a:gd name="connsiteY157" fmla="*/ 50729 h 93645"/>
                <a:gd name="connsiteX158" fmla="*/ 325000 w 646041"/>
                <a:gd name="connsiteY158" fmla="*/ 51875 h 93645"/>
                <a:gd name="connsiteX159" fmla="*/ 313333 w 646041"/>
                <a:gd name="connsiteY159" fmla="*/ 52708 h 93645"/>
                <a:gd name="connsiteX160" fmla="*/ 301146 w 646041"/>
                <a:gd name="connsiteY160" fmla="*/ 53021 h 93645"/>
                <a:gd name="connsiteX161" fmla="*/ 292084 w 646041"/>
                <a:gd name="connsiteY161" fmla="*/ 53021 h 93645"/>
                <a:gd name="connsiteX162" fmla="*/ 290365 w 646041"/>
                <a:gd name="connsiteY162" fmla="*/ 52552 h 93645"/>
                <a:gd name="connsiteX163" fmla="*/ 289896 w 646041"/>
                <a:gd name="connsiteY163" fmla="*/ 50833 h 93645"/>
                <a:gd name="connsiteX164" fmla="*/ 289896 w 646041"/>
                <a:gd name="connsiteY164" fmla="*/ 27395 h 93645"/>
                <a:gd name="connsiteX165" fmla="*/ 290365 w 646041"/>
                <a:gd name="connsiteY165" fmla="*/ 25677 h 93645"/>
                <a:gd name="connsiteX166" fmla="*/ 292084 w 646041"/>
                <a:gd name="connsiteY166" fmla="*/ 25208 h 93645"/>
                <a:gd name="connsiteX167" fmla="*/ 321667 w 646041"/>
                <a:gd name="connsiteY167" fmla="*/ 25208 h 93645"/>
                <a:gd name="connsiteX168" fmla="*/ 321667 w 646041"/>
                <a:gd name="connsiteY168" fmla="*/ 10937 h 93645"/>
                <a:gd name="connsiteX169" fmla="*/ 289896 w 646041"/>
                <a:gd name="connsiteY169" fmla="*/ 10937 h 93645"/>
                <a:gd name="connsiteX170" fmla="*/ 97604 w 646041"/>
                <a:gd name="connsiteY170" fmla="*/ 3229 h 93645"/>
                <a:gd name="connsiteX171" fmla="*/ 160417 w 646041"/>
                <a:gd name="connsiteY171" fmla="*/ 3229 h 93645"/>
                <a:gd name="connsiteX172" fmla="*/ 162135 w 646041"/>
                <a:gd name="connsiteY172" fmla="*/ 3698 h 93645"/>
                <a:gd name="connsiteX173" fmla="*/ 162604 w 646041"/>
                <a:gd name="connsiteY173" fmla="*/ 5416 h 93645"/>
                <a:gd name="connsiteX174" fmla="*/ 161927 w 646041"/>
                <a:gd name="connsiteY174" fmla="*/ 12760 h 93645"/>
                <a:gd name="connsiteX175" fmla="*/ 160937 w 646041"/>
                <a:gd name="connsiteY175" fmla="*/ 21042 h 93645"/>
                <a:gd name="connsiteX176" fmla="*/ 159636 w 646041"/>
                <a:gd name="connsiteY176" fmla="*/ 29323 h 93645"/>
                <a:gd name="connsiteX177" fmla="*/ 158333 w 646041"/>
                <a:gd name="connsiteY177" fmla="*/ 36771 h 93645"/>
                <a:gd name="connsiteX178" fmla="*/ 172188 w 646041"/>
                <a:gd name="connsiteY178" fmla="*/ 36771 h 93645"/>
                <a:gd name="connsiteX179" fmla="*/ 172188 w 646041"/>
                <a:gd name="connsiteY179" fmla="*/ 43854 h 93645"/>
                <a:gd name="connsiteX180" fmla="*/ 132812 w 646041"/>
                <a:gd name="connsiteY180" fmla="*/ 43854 h 93645"/>
                <a:gd name="connsiteX181" fmla="*/ 132812 w 646041"/>
                <a:gd name="connsiteY181" fmla="*/ 61146 h 93645"/>
                <a:gd name="connsiteX182" fmla="*/ 158750 w 646041"/>
                <a:gd name="connsiteY182" fmla="*/ 61146 h 93645"/>
                <a:gd name="connsiteX183" fmla="*/ 160469 w 646041"/>
                <a:gd name="connsiteY183" fmla="*/ 61615 h 93645"/>
                <a:gd name="connsiteX184" fmla="*/ 160937 w 646041"/>
                <a:gd name="connsiteY184" fmla="*/ 63333 h 93645"/>
                <a:gd name="connsiteX185" fmla="*/ 160937 w 646041"/>
                <a:gd name="connsiteY185" fmla="*/ 93437 h 93645"/>
                <a:gd name="connsiteX186" fmla="*/ 152500 w 646041"/>
                <a:gd name="connsiteY186" fmla="*/ 93437 h 93645"/>
                <a:gd name="connsiteX187" fmla="*/ 152500 w 646041"/>
                <a:gd name="connsiteY187" fmla="*/ 68333 h 93645"/>
                <a:gd name="connsiteX188" fmla="*/ 97708 w 646041"/>
                <a:gd name="connsiteY188" fmla="*/ 68333 h 93645"/>
                <a:gd name="connsiteX189" fmla="*/ 97708 w 646041"/>
                <a:gd name="connsiteY189" fmla="*/ 61146 h 93645"/>
                <a:gd name="connsiteX190" fmla="*/ 124375 w 646041"/>
                <a:gd name="connsiteY190" fmla="*/ 61146 h 93645"/>
                <a:gd name="connsiteX191" fmla="*/ 124375 w 646041"/>
                <a:gd name="connsiteY191" fmla="*/ 43854 h 93645"/>
                <a:gd name="connsiteX192" fmla="*/ 87708 w 646041"/>
                <a:gd name="connsiteY192" fmla="*/ 43854 h 93645"/>
                <a:gd name="connsiteX193" fmla="*/ 87708 w 646041"/>
                <a:gd name="connsiteY193" fmla="*/ 36771 h 93645"/>
                <a:gd name="connsiteX194" fmla="*/ 150521 w 646041"/>
                <a:gd name="connsiteY194" fmla="*/ 36771 h 93645"/>
                <a:gd name="connsiteX195" fmla="*/ 151614 w 646041"/>
                <a:gd name="connsiteY195" fmla="*/ 30364 h 93645"/>
                <a:gd name="connsiteX196" fmla="*/ 152708 w 646041"/>
                <a:gd name="connsiteY196" fmla="*/ 23125 h 93645"/>
                <a:gd name="connsiteX197" fmla="*/ 153542 w 646041"/>
                <a:gd name="connsiteY197" fmla="*/ 16198 h 93645"/>
                <a:gd name="connsiteX198" fmla="*/ 154063 w 646041"/>
                <a:gd name="connsiteY198" fmla="*/ 10312 h 93645"/>
                <a:gd name="connsiteX199" fmla="*/ 97604 w 646041"/>
                <a:gd name="connsiteY199" fmla="*/ 10312 h 93645"/>
                <a:gd name="connsiteX200" fmla="*/ 229479 w 646041"/>
                <a:gd name="connsiteY200" fmla="*/ 2708 h 93645"/>
                <a:gd name="connsiteX201" fmla="*/ 238646 w 646041"/>
                <a:gd name="connsiteY201" fmla="*/ 2708 h 93645"/>
                <a:gd name="connsiteX202" fmla="*/ 238646 w 646041"/>
                <a:gd name="connsiteY202" fmla="*/ 7500 h 93645"/>
                <a:gd name="connsiteX203" fmla="*/ 241459 w 646041"/>
                <a:gd name="connsiteY203" fmla="*/ 17500 h 93645"/>
                <a:gd name="connsiteX204" fmla="*/ 248958 w 646041"/>
                <a:gd name="connsiteY204" fmla="*/ 25417 h 93645"/>
                <a:gd name="connsiteX205" fmla="*/ 259688 w 646041"/>
                <a:gd name="connsiteY205" fmla="*/ 31250 h 93645"/>
                <a:gd name="connsiteX206" fmla="*/ 272083 w 646041"/>
                <a:gd name="connsiteY206" fmla="*/ 34896 h 93645"/>
                <a:gd name="connsiteX207" fmla="*/ 266875 w 646041"/>
                <a:gd name="connsiteY207" fmla="*/ 41458 h 93645"/>
                <a:gd name="connsiteX208" fmla="*/ 256927 w 646041"/>
                <a:gd name="connsiteY208" fmla="*/ 38177 h 93645"/>
                <a:gd name="connsiteX209" fmla="*/ 247396 w 646041"/>
                <a:gd name="connsiteY209" fmla="*/ 33333 h 93645"/>
                <a:gd name="connsiteX210" fmla="*/ 239427 w 646041"/>
                <a:gd name="connsiteY210" fmla="*/ 27083 h 93645"/>
                <a:gd name="connsiteX211" fmla="*/ 234167 w 646041"/>
                <a:gd name="connsiteY211" fmla="*/ 19479 h 93645"/>
                <a:gd name="connsiteX212" fmla="*/ 228333 w 646041"/>
                <a:gd name="connsiteY212" fmla="*/ 27343 h 93645"/>
                <a:gd name="connsiteX213" fmla="*/ 220417 w 646041"/>
                <a:gd name="connsiteY213" fmla="*/ 33437 h 93645"/>
                <a:gd name="connsiteX214" fmla="*/ 211198 w 646041"/>
                <a:gd name="connsiteY214" fmla="*/ 38125 h 93645"/>
                <a:gd name="connsiteX215" fmla="*/ 201458 w 646041"/>
                <a:gd name="connsiteY215" fmla="*/ 41458 h 93645"/>
                <a:gd name="connsiteX216" fmla="*/ 195729 w 646041"/>
                <a:gd name="connsiteY216" fmla="*/ 35000 h 93645"/>
                <a:gd name="connsiteX217" fmla="*/ 221042 w 646041"/>
                <a:gd name="connsiteY217" fmla="*/ 24062 h 93645"/>
                <a:gd name="connsiteX218" fmla="*/ 229479 w 646041"/>
                <a:gd name="connsiteY218" fmla="*/ 7604 h 93645"/>
                <a:gd name="connsiteX219" fmla="*/ 444375 w 646041"/>
                <a:gd name="connsiteY219" fmla="*/ 625 h 93645"/>
                <a:gd name="connsiteX220" fmla="*/ 452396 w 646041"/>
                <a:gd name="connsiteY220" fmla="*/ 625 h 93645"/>
                <a:gd name="connsiteX221" fmla="*/ 452396 w 646041"/>
                <a:gd name="connsiteY221" fmla="*/ 70938 h 93645"/>
                <a:gd name="connsiteX222" fmla="*/ 444375 w 646041"/>
                <a:gd name="connsiteY222" fmla="*/ 70938 h 93645"/>
                <a:gd name="connsiteX223" fmla="*/ 444375 w 646041"/>
                <a:gd name="connsiteY223" fmla="*/ 61979 h 93645"/>
                <a:gd name="connsiteX224" fmla="*/ 422500 w 646041"/>
                <a:gd name="connsiteY224" fmla="*/ 61979 h 93645"/>
                <a:gd name="connsiteX225" fmla="*/ 422500 w 646041"/>
                <a:gd name="connsiteY225" fmla="*/ 55312 h 93645"/>
                <a:gd name="connsiteX226" fmla="*/ 444375 w 646041"/>
                <a:gd name="connsiteY226" fmla="*/ 55312 h 93645"/>
                <a:gd name="connsiteX227" fmla="*/ 637917 w 646041"/>
                <a:gd name="connsiteY227" fmla="*/ 521 h 93645"/>
                <a:gd name="connsiteX228" fmla="*/ 646042 w 646041"/>
                <a:gd name="connsiteY228" fmla="*/ 521 h 93645"/>
                <a:gd name="connsiteX229" fmla="*/ 646042 w 646041"/>
                <a:gd name="connsiteY229" fmla="*/ 58333 h 93645"/>
                <a:gd name="connsiteX230" fmla="*/ 637917 w 646041"/>
                <a:gd name="connsiteY230" fmla="*/ 58333 h 93645"/>
                <a:gd name="connsiteX231" fmla="*/ 637917 w 646041"/>
                <a:gd name="connsiteY231" fmla="*/ 36562 h 93645"/>
                <a:gd name="connsiteX232" fmla="*/ 621875 w 646041"/>
                <a:gd name="connsiteY232" fmla="*/ 36562 h 93645"/>
                <a:gd name="connsiteX233" fmla="*/ 621875 w 646041"/>
                <a:gd name="connsiteY233" fmla="*/ 29792 h 93645"/>
                <a:gd name="connsiteX234" fmla="*/ 637917 w 646041"/>
                <a:gd name="connsiteY234" fmla="*/ 29792 h 93645"/>
                <a:gd name="connsiteX235" fmla="*/ 637917 w 646041"/>
                <a:gd name="connsiteY235" fmla="*/ 18437 h 93645"/>
                <a:gd name="connsiteX236" fmla="*/ 621875 w 646041"/>
                <a:gd name="connsiteY236" fmla="*/ 18437 h 93645"/>
                <a:gd name="connsiteX237" fmla="*/ 621875 w 646041"/>
                <a:gd name="connsiteY237" fmla="*/ 11667 h 93645"/>
                <a:gd name="connsiteX238" fmla="*/ 637917 w 646041"/>
                <a:gd name="connsiteY238" fmla="*/ 11667 h 93645"/>
                <a:gd name="connsiteX239" fmla="*/ 530417 w 646041"/>
                <a:gd name="connsiteY239" fmla="*/ 521 h 93645"/>
                <a:gd name="connsiteX240" fmla="*/ 538542 w 646041"/>
                <a:gd name="connsiteY240" fmla="*/ 521 h 93645"/>
                <a:gd name="connsiteX241" fmla="*/ 538542 w 646041"/>
                <a:gd name="connsiteY241" fmla="*/ 35937 h 93645"/>
                <a:gd name="connsiteX242" fmla="*/ 552292 w 646041"/>
                <a:gd name="connsiteY242" fmla="*/ 35937 h 93645"/>
                <a:gd name="connsiteX243" fmla="*/ 552292 w 646041"/>
                <a:gd name="connsiteY243" fmla="*/ 43333 h 93645"/>
                <a:gd name="connsiteX244" fmla="*/ 538542 w 646041"/>
                <a:gd name="connsiteY244" fmla="*/ 43333 h 93645"/>
                <a:gd name="connsiteX245" fmla="*/ 538542 w 646041"/>
                <a:gd name="connsiteY245" fmla="*/ 92917 h 93645"/>
                <a:gd name="connsiteX246" fmla="*/ 530417 w 646041"/>
                <a:gd name="connsiteY246" fmla="*/ 92917 h 93645"/>
                <a:gd name="connsiteX247" fmla="*/ 351459 w 646041"/>
                <a:gd name="connsiteY247" fmla="*/ 521 h 93645"/>
                <a:gd name="connsiteX248" fmla="*/ 359583 w 646041"/>
                <a:gd name="connsiteY248" fmla="*/ 521 h 93645"/>
                <a:gd name="connsiteX249" fmla="*/ 359583 w 646041"/>
                <a:gd name="connsiteY249" fmla="*/ 58333 h 93645"/>
                <a:gd name="connsiteX250" fmla="*/ 351459 w 646041"/>
                <a:gd name="connsiteY250" fmla="*/ 58333 h 93645"/>
                <a:gd name="connsiteX251" fmla="*/ 351459 w 646041"/>
                <a:gd name="connsiteY251" fmla="*/ 36562 h 93645"/>
                <a:gd name="connsiteX252" fmla="*/ 335417 w 646041"/>
                <a:gd name="connsiteY252" fmla="*/ 36562 h 93645"/>
                <a:gd name="connsiteX253" fmla="*/ 335417 w 646041"/>
                <a:gd name="connsiteY253" fmla="*/ 29792 h 93645"/>
                <a:gd name="connsiteX254" fmla="*/ 351459 w 646041"/>
                <a:gd name="connsiteY254" fmla="*/ 29792 h 93645"/>
                <a:gd name="connsiteX255" fmla="*/ 351459 w 646041"/>
                <a:gd name="connsiteY255" fmla="*/ 18437 h 93645"/>
                <a:gd name="connsiteX256" fmla="*/ 335417 w 646041"/>
                <a:gd name="connsiteY256" fmla="*/ 18437 h 93645"/>
                <a:gd name="connsiteX257" fmla="*/ 335417 w 646041"/>
                <a:gd name="connsiteY257" fmla="*/ 11667 h 93645"/>
                <a:gd name="connsiteX258" fmla="*/ 351459 w 646041"/>
                <a:gd name="connsiteY258" fmla="*/ 11667 h 93645"/>
                <a:gd name="connsiteX259" fmla="*/ 63229 w 646041"/>
                <a:gd name="connsiteY259" fmla="*/ 521 h 93645"/>
                <a:gd name="connsiteX260" fmla="*/ 71354 w 646041"/>
                <a:gd name="connsiteY260" fmla="*/ 521 h 93645"/>
                <a:gd name="connsiteX261" fmla="*/ 71354 w 646041"/>
                <a:gd name="connsiteY261" fmla="*/ 28646 h 93645"/>
                <a:gd name="connsiteX262" fmla="*/ 84271 w 646041"/>
                <a:gd name="connsiteY262" fmla="*/ 28646 h 93645"/>
                <a:gd name="connsiteX263" fmla="*/ 84271 w 646041"/>
                <a:gd name="connsiteY263" fmla="*/ 35937 h 93645"/>
                <a:gd name="connsiteX264" fmla="*/ 71354 w 646041"/>
                <a:gd name="connsiteY264" fmla="*/ 35937 h 93645"/>
                <a:gd name="connsiteX265" fmla="*/ 71354 w 646041"/>
                <a:gd name="connsiteY265" fmla="*/ 68541 h 93645"/>
                <a:gd name="connsiteX266" fmla="*/ 63229 w 646041"/>
                <a:gd name="connsiteY266" fmla="*/ 68541 h 93645"/>
                <a:gd name="connsiteX267" fmla="*/ 12604 w 646041"/>
                <a:gd name="connsiteY267" fmla="*/ 312 h 93645"/>
                <a:gd name="connsiteX268" fmla="*/ 39896 w 646041"/>
                <a:gd name="connsiteY268" fmla="*/ 312 h 93645"/>
                <a:gd name="connsiteX269" fmla="*/ 39896 w 646041"/>
                <a:gd name="connsiteY269" fmla="*/ 6979 h 93645"/>
                <a:gd name="connsiteX270" fmla="*/ 12604 w 646041"/>
                <a:gd name="connsiteY270" fmla="*/ 6979 h 93645"/>
                <a:gd name="connsiteX271" fmla="*/ 406875 w 646041"/>
                <a:gd name="connsiteY271" fmla="*/ 0 h 93645"/>
                <a:gd name="connsiteX272" fmla="*/ 423959 w 646041"/>
                <a:gd name="connsiteY272" fmla="*/ 5104 h 93645"/>
                <a:gd name="connsiteX273" fmla="*/ 429896 w 646041"/>
                <a:gd name="connsiteY273" fmla="*/ 17708 h 93645"/>
                <a:gd name="connsiteX274" fmla="*/ 423906 w 646041"/>
                <a:gd name="connsiteY274" fmla="*/ 30208 h 93645"/>
                <a:gd name="connsiteX275" fmla="*/ 406875 w 646041"/>
                <a:gd name="connsiteY275" fmla="*/ 34896 h 93645"/>
                <a:gd name="connsiteX276" fmla="*/ 389896 w 646041"/>
                <a:gd name="connsiteY276" fmla="*/ 30052 h 93645"/>
                <a:gd name="connsiteX277" fmla="*/ 384063 w 646041"/>
                <a:gd name="connsiteY277" fmla="*/ 17708 h 93645"/>
                <a:gd name="connsiteX278" fmla="*/ 389844 w 646041"/>
                <a:gd name="connsiteY278" fmla="*/ 5260 h 93645"/>
                <a:gd name="connsiteX279" fmla="*/ 406875 w 646041"/>
                <a:gd name="connsiteY279" fmla="*/ 0 h 9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646041" h="93645">
                  <a:moveTo>
                    <a:pt x="391979" y="67708"/>
                  </a:moveTo>
                  <a:lnTo>
                    <a:pt x="400521" y="67708"/>
                  </a:lnTo>
                  <a:lnTo>
                    <a:pt x="400521" y="83854"/>
                  </a:lnTo>
                  <a:lnTo>
                    <a:pt x="454375" y="83854"/>
                  </a:lnTo>
                  <a:lnTo>
                    <a:pt x="454375" y="90937"/>
                  </a:lnTo>
                  <a:lnTo>
                    <a:pt x="394167" y="90937"/>
                  </a:lnTo>
                  <a:cubicBezTo>
                    <a:pt x="393334" y="90937"/>
                    <a:pt x="392761" y="90781"/>
                    <a:pt x="392448" y="90469"/>
                  </a:cubicBezTo>
                  <a:cubicBezTo>
                    <a:pt x="392136" y="90156"/>
                    <a:pt x="391979" y="89583"/>
                    <a:pt x="391979" y="88750"/>
                  </a:cubicBezTo>
                  <a:close/>
                  <a:moveTo>
                    <a:pt x="13437" y="65208"/>
                  </a:moveTo>
                  <a:lnTo>
                    <a:pt x="21875" y="65208"/>
                  </a:lnTo>
                  <a:lnTo>
                    <a:pt x="21875" y="83958"/>
                  </a:lnTo>
                  <a:lnTo>
                    <a:pt x="74375" y="83958"/>
                  </a:lnTo>
                  <a:lnTo>
                    <a:pt x="74375" y="90937"/>
                  </a:lnTo>
                  <a:lnTo>
                    <a:pt x="15625" y="90937"/>
                  </a:lnTo>
                  <a:cubicBezTo>
                    <a:pt x="14791" y="90937"/>
                    <a:pt x="14219" y="90781"/>
                    <a:pt x="13906" y="90469"/>
                  </a:cubicBezTo>
                  <a:cubicBezTo>
                    <a:pt x="13594" y="90156"/>
                    <a:pt x="13437" y="89583"/>
                    <a:pt x="13437" y="88750"/>
                  </a:cubicBezTo>
                  <a:close/>
                  <a:moveTo>
                    <a:pt x="584480" y="63125"/>
                  </a:moveTo>
                  <a:lnTo>
                    <a:pt x="643750" y="63125"/>
                  </a:lnTo>
                  <a:cubicBezTo>
                    <a:pt x="644584" y="63125"/>
                    <a:pt x="645157" y="63281"/>
                    <a:pt x="645469" y="63593"/>
                  </a:cubicBezTo>
                  <a:cubicBezTo>
                    <a:pt x="645782" y="63906"/>
                    <a:pt x="645938" y="64479"/>
                    <a:pt x="645938" y="65312"/>
                  </a:cubicBezTo>
                  <a:lnTo>
                    <a:pt x="645938" y="93646"/>
                  </a:lnTo>
                  <a:lnTo>
                    <a:pt x="637500" y="93646"/>
                  </a:lnTo>
                  <a:lnTo>
                    <a:pt x="637500" y="70312"/>
                  </a:lnTo>
                  <a:lnTo>
                    <a:pt x="584480" y="70312"/>
                  </a:lnTo>
                  <a:close/>
                  <a:moveTo>
                    <a:pt x="298021" y="63125"/>
                  </a:moveTo>
                  <a:lnTo>
                    <a:pt x="357292" y="63125"/>
                  </a:lnTo>
                  <a:cubicBezTo>
                    <a:pt x="358125" y="63125"/>
                    <a:pt x="358698" y="63281"/>
                    <a:pt x="359010" y="63593"/>
                  </a:cubicBezTo>
                  <a:cubicBezTo>
                    <a:pt x="359323" y="63906"/>
                    <a:pt x="359479" y="64479"/>
                    <a:pt x="359479" y="65312"/>
                  </a:cubicBezTo>
                  <a:lnTo>
                    <a:pt x="359479" y="93646"/>
                  </a:lnTo>
                  <a:lnTo>
                    <a:pt x="351042" y="93646"/>
                  </a:lnTo>
                  <a:lnTo>
                    <a:pt x="351042" y="70312"/>
                  </a:lnTo>
                  <a:lnTo>
                    <a:pt x="298021" y="70312"/>
                  </a:lnTo>
                  <a:close/>
                  <a:moveTo>
                    <a:pt x="191875" y="51562"/>
                  </a:moveTo>
                  <a:lnTo>
                    <a:pt x="276354" y="51562"/>
                  </a:lnTo>
                  <a:lnTo>
                    <a:pt x="276354" y="58646"/>
                  </a:lnTo>
                  <a:lnTo>
                    <a:pt x="238646" y="58646"/>
                  </a:lnTo>
                  <a:lnTo>
                    <a:pt x="238646" y="93021"/>
                  </a:lnTo>
                  <a:lnTo>
                    <a:pt x="230208" y="93021"/>
                  </a:lnTo>
                  <a:lnTo>
                    <a:pt x="230208" y="58646"/>
                  </a:lnTo>
                  <a:lnTo>
                    <a:pt x="191875" y="58646"/>
                  </a:lnTo>
                  <a:close/>
                  <a:moveTo>
                    <a:pt x="440521" y="38542"/>
                  </a:moveTo>
                  <a:lnTo>
                    <a:pt x="440521" y="45520"/>
                  </a:lnTo>
                  <a:cubicBezTo>
                    <a:pt x="438646" y="45872"/>
                    <a:pt x="436367" y="46185"/>
                    <a:pt x="433698" y="46458"/>
                  </a:cubicBezTo>
                  <a:cubicBezTo>
                    <a:pt x="431016" y="46745"/>
                    <a:pt x="428151" y="46979"/>
                    <a:pt x="425105" y="47187"/>
                  </a:cubicBezTo>
                  <a:cubicBezTo>
                    <a:pt x="422044" y="47396"/>
                    <a:pt x="418880" y="47578"/>
                    <a:pt x="415625" y="47708"/>
                  </a:cubicBezTo>
                  <a:cubicBezTo>
                    <a:pt x="412357" y="47851"/>
                    <a:pt x="409232" y="47917"/>
                    <a:pt x="406250" y="47917"/>
                  </a:cubicBezTo>
                  <a:lnTo>
                    <a:pt x="406250" y="62812"/>
                  </a:lnTo>
                  <a:lnTo>
                    <a:pt x="398021" y="62812"/>
                  </a:lnTo>
                  <a:lnTo>
                    <a:pt x="398021" y="48125"/>
                  </a:lnTo>
                  <a:lnTo>
                    <a:pt x="376979" y="48125"/>
                  </a:lnTo>
                  <a:lnTo>
                    <a:pt x="376979" y="41146"/>
                  </a:lnTo>
                  <a:lnTo>
                    <a:pt x="404688" y="41146"/>
                  </a:lnTo>
                  <a:cubicBezTo>
                    <a:pt x="407188" y="41146"/>
                    <a:pt x="410130" y="41081"/>
                    <a:pt x="413542" y="40937"/>
                  </a:cubicBezTo>
                  <a:cubicBezTo>
                    <a:pt x="416940" y="40807"/>
                    <a:pt x="420378" y="40599"/>
                    <a:pt x="423854" y="40312"/>
                  </a:cubicBezTo>
                  <a:cubicBezTo>
                    <a:pt x="427253" y="40039"/>
                    <a:pt x="430469" y="39765"/>
                    <a:pt x="433490" y="39479"/>
                  </a:cubicBezTo>
                  <a:cubicBezTo>
                    <a:pt x="436510" y="39206"/>
                    <a:pt x="438855" y="38893"/>
                    <a:pt x="440521" y="38542"/>
                  </a:cubicBezTo>
                  <a:close/>
                  <a:moveTo>
                    <a:pt x="26458" y="31250"/>
                  </a:moveTo>
                  <a:cubicBezTo>
                    <a:pt x="22005" y="31250"/>
                    <a:pt x="18489" y="32187"/>
                    <a:pt x="15885" y="34062"/>
                  </a:cubicBezTo>
                  <a:cubicBezTo>
                    <a:pt x="13281" y="35937"/>
                    <a:pt x="11979" y="38542"/>
                    <a:pt x="11979" y="41875"/>
                  </a:cubicBezTo>
                  <a:cubicBezTo>
                    <a:pt x="11979" y="45286"/>
                    <a:pt x="13281" y="47903"/>
                    <a:pt x="15885" y="49739"/>
                  </a:cubicBezTo>
                  <a:cubicBezTo>
                    <a:pt x="18489" y="51588"/>
                    <a:pt x="22005" y="52500"/>
                    <a:pt x="26458" y="52500"/>
                  </a:cubicBezTo>
                  <a:cubicBezTo>
                    <a:pt x="30690" y="52500"/>
                    <a:pt x="34115" y="51588"/>
                    <a:pt x="36719" y="49739"/>
                  </a:cubicBezTo>
                  <a:cubicBezTo>
                    <a:pt x="39323" y="47903"/>
                    <a:pt x="40625" y="45286"/>
                    <a:pt x="40625" y="41875"/>
                  </a:cubicBezTo>
                  <a:cubicBezTo>
                    <a:pt x="40625" y="38542"/>
                    <a:pt x="39323" y="35937"/>
                    <a:pt x="36719" y="34062"/>
                  </a:cubicBezTo>
                  <a:cubicBezTo>
                    <a:pt x="34115" y="32187"/>
                    <a:pt x="30690" y="31250"/>
                    <a:pt x="26458" y="31250"/>
                  </a:cubicBezTo>
                  <a:close/>
                  <a:moveTo>
                    <a:pt x="26354" y="25000"/>
                  </a:moveTo>
                  <a:cubicBezTo>
                    <a:pt x="33021" y="25000"/>
                    <a:pt x="38490" y="26549"/>
                    <a:pt x="42760" y="29635"/>
                  </a:cubicBezTo>
                  <a:cubicBezTo>
                    <a:pt x="47031" y="32734"/>
                    <a:pt x="49167" y="36810"/>
                    <a:pt x="49167" y="41875"/>
                  </a:cubicBezTo>
                  <a:cubicBezTo>
                    <a:pt x="49167" y="47018"/>
                    <a:pt x="47044" y="51120"/>
                    <a:pt x="42812" y="54166"/>
                  </a:cubicBezTo>
                  <a:cubicBezTo>
                    <a:pt x="38568" y="57226"/>
                    <a:pt x="33086" y="58750"/>
                    <a:pt x="26354" y="58750"/>
                  </a:cubicBezTo>
                  <a:cubicBezTo>
                    <a:pt x="19479" y="58750"/>
                    <a:pt x="13958" y="57226"/>
                    <a:pt x="9791" y="54166"/>
                  </a:cubicBezTo>
                  <a:cubicBezTo>
                    <a:pt x="5625" y="51120"/>
                    <a:pt x="3542" y="47018"/>
                    <a:pt x="3542" y="41875"/>
                  </a:cubicBezTo>
                  <a:cubicBezTo>
                    <a:pt x="3542" y="36810"/>
                    <a:pt x="5625" y="32734"/>
                    <a:pt x="9791" y="29635"/>
                  </a:cubicBezTo>
                  <a:cubicBezTo>
                    <a:pt x="13958" y="26549"/>
                    <a:pt x="19479" y="25000"/>
                    <a:pt x="26354" y="25000"/>
                  </a:cubicBezTo>
                  <a:close/>
                  <a:moveTo>
                    <a:pt x="0" y="13645"/>
                  </a:moveTo>
                  <a:lnTo>
                    <a:pt x="52917" y="13645"/>
                  </a:lnTo>
                  <a:lnTo>
                    <a:pt x="52917" y="20208"/>
                  </a:lnTo>
                  <a:lnTo>
                    <a:pt x="0" y="20208"/>
                  </a:lnTo>
                  <a:close/>
                  <a:moveTo>
                    <a:pt x="406875" y="7083"/>
                  </a:moveTo>
                  <a:cubicBezTo>
                    <a:pt x="401315" y="7083"/>
                    <a:pt x="397474" y="8125"/>
                    <a:pt x="395365" y="10208"/>
                  </a:cubicBezTo>
                  <a:cubicBezTo>
                    <a:pt x="393242" y="12291"/>
                    <a:pt x="392188" y="14791"/>
                    <a:pt x="392188" y="17708"/>
                  </a:cubicBezTo>
                  <a:cubicBezTo>
                    <a:pt x="392188" y="20703"/>
                    <a:pt x="393255" y="23151"/>
                    <a:pt x="395417" y="25052"/>
                  </a:cubicBezTo>
                  <a:cubicBezTo>
                    <a:pt x="397565" y="26966"/>
                    <a:pt x="401380" y="27916"/>
                    <a:pt x="406875" y="27916"/>
                  </a:cubicBezTo>
                  <a:cubicBezTo>
                    <a:pt x="412292" y="27916"/>
                    <a:pt x="416094" y="26966"/>
                    <a:pt x="418281" y="25052"/>
                  </a:cubicBezTo>
                  <a:cubicBezTo>
                    <a:pt x="420469" y="23151"/>
                    <a:pt x="421563" y="20703"/>
                    <a:pt x="421563" y="17708"/>
                  </a:cubicBezTo>
                  <a:cubicBezTo>
                    <a:pt x="421563" y="14726"/>
                    <a:pt x="420482" y="12213"/>
                    <a:pt x="418333" y="10156"/>
                  </a:cubicBezTo>
                  <a:cubicBezTo>
                    <a:pt x="416172" y="8112"/>
                    <a:pt x="412357" y="7083"/>
                    <a:pt x="406875" y="7083"/>
                  </a:cubicBezTo>
                  <a:close/>
                  <a:moveTo>
                    <a:pt x="470209" y="5833"/>
                  </a:moveTo>
                  <a:lnTo>
                    <a:pt x="518646" y="5833"/>
                  </a:lnTo>
                  <a:lnTo>
                    <a:pt x="518646" y="12812"/>
                  </a:lnTo>
                  <a:lnTo>
                    <a:pt x="498334" y="12812"/>
                  </a:lnTo>
                  <a:lnTo>
                    <a:pt x="498334" y="21771"/>
                  </a:lnTo>
                  <a:cubicBezTo>
                    <a:pt x="498334" y="26562"/>
                    <a:pt x="498854" y="31041"/>
                    <a:pt x="499896" y="35208"/>
                  </a:cubicBezTo>
                  <a:cubicBezTo>
                    <a:pt x="500938" y="39375"/>
                    <a:pt x="502461" y="43229"/>
                    <a:pt x="504479" y="46771"/>
                  </a:cubicBezTo>
                  <a:cubicBezTo>
                    <a:pt x="506563" y="50599"/>
                    <a:pt x="509219" y="54102"/>
                    <a:pt x="512448" y="57292"/>
                  </a:cubicBezTo>
                  <a:cubicBezTo>
                    <a:pt x="515677" y="60495"/>
                    <a:pt x="519440" y="63333"/>
                    <a:pt x="523750" y="65833"/>
                  </a:cubicBezTo>
                  <a:cubicBezTo>
                    <a:pt x="522839" y="66601"/>
                    <a:pt x="521797" y="67578"/>
                    <a:pt x="520625" y="68750"/>
                  </a:cubicBezTo>
                  <a:cubicBezTo>
                    <a:pt x="519440" y="69935"/>
                    <a:pt x="518503" y="70911"/>
                    <a:pt x="517813" y="71667"/>
                  </a:cubicBezTo>
                  <a:cubicBezTo>
                    <a:pt x="515443" y="70208"/>
                    <a:pt x="513151" y="68541"/>
                    <a:pt x="510938" y="66667"/>
                  </a:cubicBezTo>
                  <a:cubicBezTo>
                    <a:pt x="508711" y="64791"/>
                    <a:pt x="506667" y="62708"/>
                    <a:pt x="504792" y="60416"/>
                  </a:cubicBezTo>
                  <a:cubicBezTo>
                    <a:pt x="502565" y="57917"/>
                    <a:pt x="500547" y="55195"/>
                    <a:pt x="498750" y="52240"/>
                  </a:cubicBezTo>
                  <a:cubicBezTo>
                    <a:pt x="496940" y="49297"/>
                    <a:pt x="495417" y="46146"/>
                    <a:pt x="494167" y="42812"/>
                  </a:cubicBezTo>
                  <a:cubicBezTo>
                    <a:pt x="493255" y="45937"/>
                    <a:pt x="491993" y="48984"/>
                    <a:pt x="490365" y="51927"/>
                  </a:cubicBezTo>
                  <a:cubicBezTo>
                    <a:pt x="488724" y="54883"/>
                    <a:pt x="486875" y="57708"/>
                    <a:pt x="484792" y="60416"/>
                  </a:cubicBezTo>
                  <a:cubicBezTo>
                    <a:pt x="482708" y="63268"/>
                    <a:pt x="480443" y="65872"/>
                    <a:pt x="478021" y="68229"/>
                  </a:cubicBezTo>
                  <a:cubicBezTo>
                    <a:pt x="475586" y="70599"/>
                    <a:pt x="473229" y="72578"/>
                    <a:pt x="470938" y="74166"/>
                  </a:cubicBezTo>
                  <a:cubicBezTo>
                    <a:pt x="469961" y="73333"/>
                    <a:pt x="468802" y="72396"/>
                    <a:pt x="467448" y="71354"/>
                  </a:cubicBezTo>
                  <a:cubicBezTo>
                    <a:pt x="466094" y="70312"/>
                    <a:pt x="464792" y="69375"/>
                    <a:pt x="463542" y="68541"/>
                  </a:cubicBezTo>
                  <a:cubicBezTo>
                    <a:pt x="467708" y="66042"/>
                    <a:pt x="471419" y="63125"/>
                    <a:pt x="474688" y="59791"/>
                  </a:cubicBezTo>
                  <a:cubicBezTo>
                    <a:pt x="477943" y="56458"/>
                    <a:pt x="480729" y="52747"/>
                    <a:pt x="483021" y="48646"/>
                  </a:cubicBezTo>
                  <a:cubicBezTo>
                    <a:pt x="485235" y="44687"/>
                    <a:pt x="486940" y="40352"/>
                    <a:pt x="488125" y="35625"/>
                  </a:cubicBezTo>
                  <a:cubicBezTo>
                    <a:pt x="489297" y="30911"/>
                    <a:pt x="489896" y="25833"/>
                    <a:pt x="489896" y="20417"/>
                  </a:cubicBezTo>
                  <a:lnTo>
                    <a:pt x="489896" y="12812"/>
                  </a:lnTo>
                  <a:lnTo>
                    <a:pt x="470209" y="12812"/>
                  </a:lnTo>
                  <a:close/>
                  <a:moveTo>
                    <a:pt x="576355" y="3958"/>
                  </a:moveTo>
                  <a:lnTo>
                    <a:pt x="613959" y="3958"/>
                  </a:lnTo>
                  <a:cubicBezTo>
                    <a:pt x="614792" y="3958"/>
                    <a:pt x="615365" y="4114"/>
                    <a:pt x="615677" y="4427"/>
                  </a:cubicBezTo>
                  <a:cubicBezTo>
                    <a:pt x="615990" y="4739"/>
                    <a:pt x="616146" y="5312"/>
                    <a:pt x="616146" y="6146"/>
                  </a:cubicBezTo>
                  <a:lnTo>
                    <a:pt x="616146" y="29792"/>
                  </a:lnTo>
                  <a:cubicBezTo>
                    <a:pt x="616146" y="30625"/>
                    <a:pt x="615990" y="31198"/>
                    <a:pt x="615677" y="31510"/>
                  </a:cubicBezTo>
                  <a:cubicBezTo>
                    <a:pt x="615365" y="31823"/>
                    <a:pt x="614792" y="31979"/>
                    <a:pt x="613959" y="31979"/>
                  </a:cubicBezTo>
                  <a:lnTo>
                    <a:pt x="584375" y="31979"/>
                  </a:lnTo>
                  <a:lnTo>
                    <a:pt x="584375" y="45833"/>
                  </a:lnTo>
                  <a:lnTo>
                    <a:pt x="590521" y="45833"/>
                  </a:lnTo>
                  <a:cubicBezTo>
                    <a:pt x="594271" y="45833"/>
                    <a:pt x="598034" y="45729"/>
                    <a:pt x="601823" y="45520"/>
                  </a:cubicBezTo>
                  <a:cubicBezTo>
                    <a:pt x="605599" y="45312"/>
                    <a:pt x="609232" y="45078"/>
                    <a:pt x="612709" y="44791"/>
                  </a:cubicBezTo>
                  <a:cubicBezTo>
                    <a:pt x="616107" y="44453"/>
                    <a:pt x="619219" y="44088"/>
                    <a:pt x="622032" y="43698"/>
                  </a:cubicBezTo>
                  <a:cubicBezTo>
                    <a:pt x="624844" y="43320"/>
                    <a:pt x="627188" y="42917"/>
                    <a:pt x="629063" y="42500"/>
                  </a:cubicBezTo>
                  <a:lnTo>
                    <a:pt x="629063" y="49479"/>
                  </a:lnTo>
                  <a:cubicBezTo>
                    <a:pt x="627044" y="49895"/>
                    <a:pt x="624506" y="50312"/>
                    <a:pt x="621459" y="50729"/>
                  </a:cubicBezTo>
                  <a:cubicBezTo>
                    <a:pt x="618399" y="51146"/>
                    <a:pt x="615065" y="51536"/>
                    <a:pt x="611459" y="51875"/>
                  </a:cubicBezTo>
                  <a:cubicBezTo>
                    <a:pt x="607774" y="52226"/>
                    <a:pt x="603880" y="52500"/>
                    <a:pt x="599792" y="52708"/>
                  </a:cubicBezTo>
                  <a:cubicBezTo>
                    <a:pt x="595690" y="52917"/>
                    <a:pt x="591628" y="53021"/>
                    <a:pt x="587604" y="53021"/>
                  </a:cubicBezTo>
                  <a:lnTo>
                    <a:pt x="578542" y="53021"/>
                  </a:lnTo>
                  <a:cubicBezTo>
                    <a:pt x="577708" y="53021"/>
                    <a:pt x="577136" y="52865"/>
                    <a:pt x="576823" y="52552"/>
                  </a:cubicBezTo>
                  <a:cubicBezTo>
                    <a:pt x="576511" y="52240"/>
                    <a:pt x="576355" y="51667"/>
                    <a:pt x="576355" y="50833"/>
                  </a:cubicBezTo>
                  <a:lnTo>
                    <a:pt x="576355" y="27395"/>
                  </a:lnTo>
                  <a:cubicBezTo>
                    <a:pt x="576355" y="26562"/>
                    <a:pt x="576511" y="25989"/>
                    <a:pt x="576823" y="25677"/>
                  </a:cubicBezTo>
                  <a:cubicBezTo>
                    <a:pt x="577136" y="25365"/>
                    <a:pt x="577708" y="25208"/>
                    <a:pt x="578542" y="25208"/>
                  </a:cubicBezTo>
                  <a:lnTo>
                    <a:pt x="608125" y="25208"/>
                  </a:lnTo>
                  <a:lnTo>
                    <a:pt x="608125" y="10937"/>
                  </a:lnTo>
                  <a:lnTo>
                    <a:pt x="576355" y="10937"/>
                  </a:lnTo>
                  <a:close/>
                  <a:moveTo>
                    <a:pt x="289896" y="3958"/>
                  </a:moveTo>
                  <a:lnTo>
                    <a:pt x="327500" y="3958"/>
                  </a:lnTo>
                  <a:cubicBezTo>
                    <a:pt x="328334" y="3958"/>
                    <a:pt x="328907" y="4114"/>
                    <a:pt x="329219" y="4427"/>
                  </a:cubicBezTo>
                  <a:cubicBezTo>
                    <a:pt x="329531" y="4739"/>
                    <a:pt x="329688" y="5312"/>
                    <a:pt x="329688" y="6146"/>
                  </a:cubicBezTo>
                  <a:lnTo>
                    <a:pt x="329688" y="29792"/>
                  </a:lnTo>
                  <a:cubicBezTo>
                    <a:pt x="329688" y="30625"/>
                    <a:pt x="329531" y="31198"/>
                    <a:pt x="329219" y="31510"/>
                  </a:cubicBezTo>
                  <a:cubicBezTo>
                    <a:pt x="328907" y="31823"/>
                    <a:pt x="328334" y="31979"/>
                    <a:pt x="327500" y="31979"/>
                  </a:cubicBezTo>
                  <a:lnTo>
                    <a:pt x="297917" y="31979"/>
                  </a:lnTo>
                  <a:lnTo>
                    <a:pt x="297917" y="45833"/>
                  </a:lnTo>
                  <a:lnTo>
                    <a:pt x="304063" y="45833"/>
                  </a:lnTo>
                  <a:cubicBezTo>
                    <a:pt x="307812" y="45833"/>
                    <a:pt x="311576" y="45729"/>
                    <a:pt x="315365" y="45520"/>
                  </a:cubicBezTo>
                  <a:cubicBezTo>
                    <a:pt x="319141" y="45312"/>
                    <a:pt x="322774" y="45078"/>
                    <a:pt x="326250" y="44791"/>
                  </a:cubicBezTo>
                  <a:cubicBezTo>
                    <a:pt x="329648" y="44453"/>
                    <a:pt x="332761" y="44088"/>
                    <a:pt x="335573" y="43698"/>
                  </a:cubicBezTo>
                  <a:cubicBezTo>
                    <a:pt x="338386" y="43320"/>
                    <a:pt x="340729" y="42917"/>
                    <a:pt x="342604" y="42500"/>
                  </a:cubicBezTo>
                  <a:lnTo>
                    <a:pt x="342604" y="49479"/>
                  </a:lnTo>
                  <a:cubicBezTo>
                    <a:pt x="340586" y="49895"/>
                    <a:pt x="338047" y="50312"/>
                    <a:pt x="335000" y="50729"/>
                  </a:cubicBezTo>
                  <a:cubicBezTo>
                    <a:pt x="331940" y="51146"/>
                    <a:pt x="328607" y="51536"/>
                    <a:pt x="325000" y="51875"/>
                  </a:cubicBezTo>
                  <a:cubicBezTo>
                    <a:pt x="321315" y="52226"/>
                    <a:pt x="317422" y="52500"/>
                    <a:pt x="313333" y="52708"/>
                  </a:cubicBezTo>
                  <a:cubicBezTo>
                    <a:pt x="309232" y="52917"/>
                    <a:pt x="305169" y="53021"/>
                    <a:pt x="301146" y="53021"/>
                  </a:cubicBezTo>
                  <a:lnTo>
                    <a:pt x="292084" y="53021"/>
                  </a:lnTo>
                  <a:cubicBezTo>
                    <a:pt x="291250" y="53021"/>
                    <a:pt x="290677" y="52865"/>
                    <a:pt x="290365" y="52552"/>
                  </a:cubicBezTo>
                  <a:cubicBezTo>
                    <a:pt x="290052" y="52240"/>
                    <a:pt x="289896" y="51667"/>
                    <a:pt x="289896" y="50833"/>
                  </a:cubicBezTo>
                  <a:lnTo>
                    <a:pt x="289896" y="27395"/>
                  </a:lnTo>
                  <a:cubicBezTo>
                    <a:pt x="289896" y="26562"/>
                    <a:pt x="290052" y="25989"/>
                    <a:pt x="290365" y="25677"/>
                  </a:cubicBezTo>
                  <a:cubicBezTo>
                    <a:pt x="290677" y="25365"/>
                    <a:pt x="291250" y="25208"/>
                    <a:pt x="292084" y="25208"/>
                  </a:cubicBezTo>
                  <a:lnTo>
                    <a:pt x="321667" y="25208"/>
                  </a:lnTo>
                  <a:lnTo>
                    <a:pt x="321667" y="10937"/>
                  </a:lnTo>
                  <a:lnTo>
                    <a:pt x="289896" y="10937"/>
                  </a:lnTo>
                  <a:close/>
                  <a:moveTo>
                    <a:pt x="97604" y="3229"/>
                  </a:moveTo>
                  <a:lnTo>
                    <a:pt x="160417" y="3229"/>
                  </a:lnTo>
                  <a:cubicBezTo>
                    <a:pt x="161250" y="3229"/>
                    <a:pt x="161823" y="3385"/>
                    <a:pt x="162135" y="3698"/>
                  </a:cubicBezTo>
                  <a:cubicBezTo>
                    <a:pt x="162448" y="4010"/>
                    <a:pt x="162604" y="4583"/>
                    <a:pt x="162604" y="5416"/>
                  </a:cubicBezTo>
                  <a:cubicBezTo>
                    <a:pt x="162461" y="7643"/>
                    <a:pt x="162240" y="10091"/>
                    <a:pt x="161927" y="12760"/>
                  </a:cubicBezTo>
                  <a:cubicBezTo>
                    <a:pt x="161615" y="15442"/>
                    <a:pt x="161276" y="18203"/>
                    <a:pt x="160937" y="21042"/>
                  </a:cubicBezTo>
                  <a:cubicBezTo>
                    <a:pt x="160521" y="23828"/>
                    <a:pt x="160078" y="26588"/>
                    <a:pt x="159636" y="29323"/>
                  </a:cubicBezTo>
                  <a:cubicBezTo>
                    <a:pt x="159180" y="32070"/>
                    <a:pt x="158750" y="34557"/>
                    <a:pt x="158333" y="36771"/>
                  </a:cubicBezTo>
                  <a:lnTo>
                    <a:pt x="172188" y="36771"/>
                  </a:lnTo>
                  <a:lnTo>
                    <a:pt x="172188" y="43854"/>
                  </a:lnTo>
                  <a:lnTo>
                    <a:pt x="132812" y="43854"/>
                  </a:lnTo>
                  <a:lnTo>
                    <a:pt x="132812" y="61146"/>
                  </a:lnTo>
                  <a:lnTo>
                    <a:pt x="158750" y="61146"/>
                  </a:lnTo>
                  <a:cubicBezTo>
                    <a:pt x="159583" y="61146"/>
                    <a:pt x="160156" y="61302"/>
                    <a:pt x="160469" y="61615"/>
                  </a:cubicBezTo>
                  <a:cubicBezTo>
                    <a:pt x="160781" y="61927"/>
                    <a:pt x="160937" y="62500"/>
                    <a:pt x="160937" y="63333"/>
                  </a:cubicBezTo>
                  <a:lnTo>
                    <a:pt x="160937" y="93437"/>
                  </a:lnTo>
                  <a:lnTo>
                    <a:pt x="152500" y="93437"/>
                  </a:lnTo>
                  <a:lnTo>
                    <a:pt x="152500" y="68333"/>
                  </a:lnTo>
                  <a:lnTo>
                    <a:pt x="97708" y="68333"/>
                  </a:lnTo>
                  <a:lnTo>
                    <a:pt x="97708" y="61146"/>
                  </a:lnTo>
                  <a:lnTo>
                    <a:pt x="124375" y="61146"/>
                  </a:lnTo>
                  <a:lnTo>
                    <a:pt x="124375" y="43854"/>
                  </a:lnTo>
                  <a:lnTo>
                    <a:pt x="87708" y="43854"/>
                  </a:lnTo>
                  <a:lnTo>
                    <a:pt x="87708" y="36771"/>
                  </a:lnTo>
                  <a:lnTo>
                    <a:pt x="150521" y="36771"/>
                  </a:lnTo>
                  <a:cubicBezTo>
                    <a:pt x="150859" y="34896"/>
                    <a:pt x="151224" y="32760"/>
                    <a:pt x="151614" y="30364"/>
                  </a:cubicBezTo>
                  <a:cubicBezTo>
                    <a:pt x="151992" y="27968"/>
                    <a:pt x="152357" y="25560"/>
                    <a:pt x="152708" y="23125"/>
                  </a:cubicBezTo>
                  <a:cubicBezTo>
                    <a:pt x="153047" y="20768"/>
                    <a:pt x="153333" y="18464"/>
                    <a:pt x="153542" y="16198"/>
                  </a:cubicBezTo>
                  <a:cubicBezTo>
                    <a:pt x="153750" y="13945"/>
                    <a:pt x="153919" y="11979"/>
                    <a:pt x="154063" y="10312"/>
                  </a:cubicBezTo>
                  <a:lnTo>
                    <a:pt x="97604" y="10312"/>
                  </a:lnTo>
                  <a:close/>
                  <a:moveTo>
                    <a:pt x="229479" y="2708"/>
                  </a:moveTo>
                  <a:lnTo>
                    <a:pt x="238646" y="2708"/>
                  </a:lnTo>
                  <a:lnTo>
                    <a:pt x="238646" y="7500"/>
                  </a:lnTo>
                  <a:cubicBezTo>
                    <a:pt x="238646" y="11185"/>
                    <a:pt x="239583" y="14518"/>
                    <a:pt x="241459" y="17500"/>
                  </a:cubicBezTo>
                  <a:cubicBezTo>
                    <a:pt x="243333" y="20494"/>
                    <a:pt x="245834" y="23125"/>
                    <a:pt x="248958" y="25417"/>
                  </a:cubicBezTo>
                  <a:cubicBezTo>
                    <a:pt x="252083" y="27708"/>
                    <a:pt x="255651" y="29661"/>
                    <a:pt x="259688" y="31250"/>
                  </a:cubicBezTo>
                  <a:cubicBezTo>
                    <a:pt x="263711" y="32851"/>
                    <a:pt x="267839" y="34062"/>
                    <a:pt x="272083" y="34896"/>
                  </a:cubicBezTo>
                  <a:lnTo>
                    <a:pt x="266875" y="41458"/>
                  </a:lnTo>
                  <a:cubicBezTo>
                    <a:pt x="263607" y="40625"/>
                    <a:pt x="260286" y="39531"/>
                    <a:pt x="256927" y="38177"/>
                  </a:cubicBezTo>
                  <a:cubicBezTo>
                    <a:pt x="253555" y="36823"/>
                    <a:pt x="250378" y="35208"/>
                    <a:pt x="247396" y="33333"/>
                  </a:cubicBezTo>
                  <a:cubicBezTo>
                    <a:pt x="244401" y="31458"/>
                    <a:pt x="241745" y="29375"/>
                    <a:pt x="239427" y="27083"/>
                  </a:cubicBezTo>
                  <a:cubicBezTo>
                    <a:pt x="237096" y="24792"/>
                    <a:pt x="235339" y="22266"/>
                    <a:pt x="234167" y="19479"/>
                  </a:cubicBezTo>
                  <a:cubicBezTo>
                    <a:pt x="232630" y="22395"/>
                    <a:pt x="230690" y="25026"/>
                    <a:pt x="228333" y="27343"/>
                  </a:cubicBezTo>
                  <a:cubicBezTo>
                    <a:pt x="225964" y="29674"/>
                    <a:pt x="223334" y="31706"/>
                    <a:pt x="220417" y="33437"/>
                  </a:cubicBezTo>
                  <a:cubicBezTo>
                    <a:pt x="217500" y="35247"/>
                    <a:pt x="214427" y="36810"/>
                    <a:pt x="211198" y="38125"/>
                  </a:cubicBezTo>
                  <a:cubicBezTo>
                    <a:pt x="207969" y="39453"/>
                    <a:pt x="204713" y="40560"/>
                    <a:pt x="201458" y="41458"/>
                  </a:cubicBezTo>
                  <a:lnTo>
                    <a:pt x="195729" y="35000"/>
                  </a:lnTo>
                  <a:cubicBezTo>
                    <a:pt x="206979" y="32291"/>
                    <a:pt x="215417" y="28646"/>
                    <a:pt x="221042" y="24062"/>
                  </a:cubicBezTo>
                  <a:cubicBezTo>
                    <a:pt x="226667" y="19479"/>
                    <a:pt x="229479" y="13997"/>
                    <a:pt x="229479" y="7604"/>
                  </a:cubicBezTo>
                  <a:close/>
                  <a:moveTo>
                    <a:pt x="444375" y="625"/>
                  </a:moveTo>
                  <a:lnTo>
                    <a:pt x="452396" y="625"/>
                  </a:lnTo>
                  <a:lnTo>
                    <a:pt x="452396" y="70938"/>
                  </a:lnTo>
                  <a:lnTo>
                    <a:pt x="444375" y="70938"/>
                  </a:lnTo>
                  <a:lnTo>
                    <a:pt x="444375" y="61979"/>
                  </a:lnTo>
                  <a:lnTo>
                    <a:pt x="422500" y="61979"/>
                  </a:lnTo>
                  <a:lnTo>
                    <a:pt x="422500" y="55312"/>
                  </a:lnTo>
                  <a:lnTo>
                    <a:pt x="444375" y="55312"/>
                  </a:lnTo>
                  <a:close/>
                  <a:moveTo>
                    <a:pt x="637917" y="521"/>
                  </a:moveTo>
                  <a:lnTo>
                    <a:pt x="646042" y="521"/>
                  </a:lnTo>
                  <a:lnTo>
                    <a:pt x="646042" y="58333"/>
                  </a:lnTo>
                  <a:lnTo>
                    <a:pt x="637917" y="58333"/>
                  </a:lnTo>
                  <a:lnTo>
                    <a:pt x="637917" y="36562"/>
                  </a:lnTo>
                  <a:lnTo>
                    <a:pt x="621875" y="36562"/>
                  </a:lnTo>
                  <a:lnTo>
                    <a:pt x="621875" y="29792"/>
                  </a:lnTo>
                  <a:lnTo>
                    <a:pt x="637917" y="29792"/>
                  </a:lnTo>
                  <a:lnTo>
                    <a:pt x="637917" y="18437"/>
                  </a:lnTo>
                  <a:lnTo>
                    <a:pt x="621875" y="18437"/>
                  </a:lnTo>
                  <a:lnTo>
                    <a:pt x="621875" y="11667"/>
                  </a:lnTo>
                  <a:lnTo>
                    <a:pt x="637917" y="11667"/>
                  </a:lnTo>
                  <a:close/>
                  <a:moveTo>
                    <a:pt x="530417" y="521"/>
                  </a:moveTo>
                  <a:lnTo>
                    <a:pt x="538542" y="521"/>
                  </a:lnTo>
                  <a:lnTo>
                    <a:pt x="538542" y="35937"/>
                  </a:lnTo>
                  <a:lnTo>
                    <a:pt x="552292" y="35937"/>
                  </a:lnTo>
                  <a:lnTo>
                    <a:pt x="552292" y="43333"/>
                  </a:lnTo>
                  <a:lnTo>
                    <a:pt x="538542" y="43333"/>
                  </a:lnTo>
                  <a:lnTo>
                    <a:pt x="538542" y="92917"/>
                  </a:lnTo>
                  <a:lnTo>
                    <a:pt x="530417" y="92917"/>
                  </a:lnTo>
                  <a:close/>
                  <a:moveTo>
                    <a:pt x="351459" y="521"/>
                  </a:moveTo>
                  <a:lnTo>
                    <a:pt x="359583" y="521"/>
                  </a:lnTo>
                  <a:lnTo>
                    <a:pt x="359583" y="58333"/>
                  </a:lnTo>
                  <a:lnTo>
                    <a:pt x="351459" y="58333"/>
                  </a:lnTo>
                  <a:lnTo>
                    <a:pt x="351459" y="36562"/>
                  </a:lnTo>
                  <a:lnTo>
                    <a:pt x="335417" y="36562"/>
                  </a:lnTo>
                  <a:lnTo>
                    <a:pt x="335417" y="29792"/>
                  </a:lnTo>
                  <a:lnTo>
                    <a:pt x="351459" y="29792"/>
                  </a:lnTo>
                  <a:lnTo>
                    <a:pt x="351459" y="18437"/>
                  </a:lnTo>
                  <a:lnTo>
                    <a:pt x="335417" y="18437"/>
                  </a:lnTo>
                  <a:lnTo>
                    <a:pt x="335417" y="11667"/>
                  </a:lnTo>
                  <a:lnTo>
                    <a:pt x="351459" y="11667"/>
                  </a:lnTo>
                  <a:close/>
                  <a:moveTo>
                    <a:pt x="63229" y="521"/>
                  </a:moveTo>
                  <a:lnTo>
                    <a:pt x="71354" y="521"/>
                  </a:lnTo>
                  <a:lnTo>
                    <a:pt x="71354" y="28646"/>
                  </a:lnTo>
                  <a:lnTo>
                    <a:pt x="84271" y="28646"/>
                  </a:lnTo>
                  <a:lnTo>
                    <a:pt x="84271" y="35937"/>
                  </a:lnTo>
                  <a:lnTo>
                    <a:pt x="71354" y="35937"/>
                  </a:lnTo>
                  <a:lnTo>
                    <a:pt x="71354" y="68541"/>
                  </a:lnTo>
                  <a:lnTo>
                    <a:pt x="63229" y="68541"/>
                  </a:lnTo>
                  <a:close/>
                  <a:moveTo>
                    <a:pt x="12604" y="312"/>
                  </a:moveTo>
                  <a:lnTo>
                    <a:pt x="39896" y="312"/>
                  </a:lnTo>
                  <a:lnTo>
                    <a:pt x="39896" y="6979"/>
                  </a:lnTo>
                  <a:lnTo>
                    <a:pt x="12604" y="6979"/>
                  </a:lnTo>
                  <a:close/>
                  <a:moveTo>
                    <a:pt x="406875" y="0"/>
                  </a:moveTo>
                  <a:cubicBezTo>
                    <a:pt x="414297" y="0"/>
                    <a:pt x="420000" y="1705"/>
                    <a:pt x="423959" y="5104"/>
                  </a:cubicBezTo>
                  <a:cubicBezTo>
                    <a:pt x="427917" y="8516"/>
                    <a:pt x="429896" y="12708"/>
                    <a:pt x="429896" y="17708"/>
                  </a:cubicBezTo>
                  <a:cubicBezTo>
                    <a:pt x="429896" y="22916"/>
                    <a:pt x="427891" y="27083"/>
                    <a:pt x="423906" y="30208"/>
                  </a:cubicBezTo>
                  <a:cubicBezTo>
                    <a:pt x="419909" y="33333"/>
                    <a:pt x="414232" y="34896"/>
                    <a:pt x="406875" y="34896"/>
                  </a:cubicBezTo>
                  <a:cubicBezTo>
                    <a:pt x="399440" y="34896"/>
                    <a:pt x="393776" y="33281"/>
                    <a:pt x="389896" y="30052"/>
                  </a:cubicBezTo>
                  <a:cubicBezTo>
                    <a:pt x="386003" y="26823"/>
                    <a:pt x="384063" y="22708"/>
                    <a:pt x="384063" y="17708"/>
                  </a:cubicBezTo>
                  <a:cubicBezTo>
                    <a:pt x="384063" y="12916"/>
                    <a:pt x="385990" y="8776"/>
                    <a:pt x="389844" y="5260"/>
                  </a:cubicBezTo>
                  <a:cubicBezTo>
                    <a:pt x="393698" y="1758"/>
                    <a:pt x="399375" y="0"/>
                    <a:pt x="406875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74" name="TextBox 473">
              <a:extLst>
                <a:ext uri="{FF2B5EF4-FFF2-40B4-BE49-F238E27FC236}">
                  <a16:creationId xmlns:a16="http://schemas.microsoft.com/office/drawing/2014/main" id="{9AD676EE-6C22-4658-986D-FC012BA66970}"/>
                </a:ext>
              </a:extLst>
            </p:cNvPr>
            <p:cNvSpPr txBox="1"/>
            <p:nvPr/>
          </p:nvSpPr>
          <p:spPr>
            <a:xfrm>
              <a:off x="4660751" y="3974316"/>
              <a:ext cx="82090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한국수력원자력</a:t>
              </a:r>
            </a:p>
          </p:txBody>
        </p:sp>
        <p:sp>
          <p:nvSpPr>
            <p:cNvPr id="475" name="자유형: 도형 474">
              <a:extLst>
                <a:ext uri="{FF2B5EF4-FFF2-40B4-BE49-F238E27FC236}">
                  <a16:creationId xmlns:a16="http://schemas.microsoft.com/office/drawing/2014/main" id="{C10531A7-63CF-4202-9332-F754D757CA96}"/>
                </a:ext>
              </a:extLst>
            </p:cNvPr>
            <p:cNvSpPr/>
            <p:nvPr/>
          </p:nvSpPr>
          <p:spPr>
            <a:xfrm>
              <a:off x="975017" y="4367510"/>
              <a:ext cx="49583" cy="79479"/>
            </a:xfrm>
            <a:custGeom>
              <a:avLst/>
              <a:gdLst>
                <a:gd name="connsiteX0" fmla="*/ 25208 w 49583"/>
                <a:gd name="connsiteY0" fmla="*/ 34688 h 79479"/>
                <a:gd name="connsiteX1" fmla="*/ 18698 w 49583"/>
                <a:gd name="connsiteY1" fmla="*/ 36198 h 79479"/>
                <a:gd name="connsiteX2" fmla="*/ 13646 w 49583"/>
                <a:gd name="connsiteY2" fmla="*/ 40104 h 79479"/>
                <a:gd name="connsiteX3" fmla="*/ 10313 w 49583"/>
                <a:gd name="connsiteY3" fmla="*/ 45834 h 79479"/>
                <a:gd name="connsiteX4" fmla="*/ 9167 w 49583"/>
                <a:gd name="connsiteY4" fmla="*/ 52604 h 79479"/>
                <a:gd name="connsiteX5" fmla="*/ 10260 w 49583"/>
                <a:gd name="connsiteY5" fmla="*/ 60521 h 79479"/>
                <a:gd name="connsiteX6" fmla="*/ 13437 w 49583"/>
                <a:gd name="connsiteY6" fmla="*/ 66771 h 79479"/>
                <a:gd name="connsiteX7" fmla="*/ 18438 w 49583"/>
                <a:gd name="connsiteY7" fmla="*/ 70990 h 79479"/>
                <a:gd name="connsiteX8" fmla="*/ 25000 w 49583"/>
                <a:gd name="connsiteY8" fmla="*/ 72500 h 79479"/>
                <a:gd name="connsiteX9" fmla="*/ 37083 w 49583"/>
                <a:gd name="connsiteY9" fmla="*/ 67031 h 79479"/>
                <a:gd name="connsiteX10" fmla="*/ 41354 w 49583"/>
                <a:gd name="connsiteY10" fmla="*/ 53542 h 79479"/>
                <a:gd name="connsiteX11" fmla="*/ 40313 w 49583"/>
                <a:gd name="connsiteY11" fmla="*/ 46354 h 79479"/>
                <a:gd name="connsiteX12" fmla="*/ 37188 w 49583"/>
                <a:gd name="connsiteY12" fmla="*/ 40417 h 79479"/>
                <a:gd name="connsiteX13" fmla="*/ 32188 w 49583"/>
                <a:gd name="connsiteY13" fmla="*/ 36250 h 79479"/>
                <a:gd name="connsiteX14" fmla="*/ 25208 w 49583"/>
                <a:gd name="connsiteY14" fmla="*/ 34688 h 79479"/>
                <a:gd name="connsiteX15" fmla="*/ 26042 w 49583"/>
                <a:gd name="connsiteY15" fmla="*/ 0 h 79479"/>
                <a:gd name="connsiteX16" fmla="*/ 41458 w 49583"/>
                <a:gd name="connsiteY16" fmla="*/ 5365 h 79479"/>
                <a:gd name="connsiteX17" fmla="*/ 48437 w 49583"/>
                <a:gd name="connsiteY17" fmla="*/ 19792 h 79479"/>
                <a:gd name="connsiteX18" fmla="*/ 40208 w 49583"/>
                <a:gd name="connsiteY18" fmla="*/ 19792 h 79479"/>
                <a:gd name="connsiteX19" fmla="*/ 35833 w 49583"/>
                <a:gd name="connsiteY19" fmla="*/ 10469 h 79479"/>
                <a:gd name="connsiteX20" fmla="*/ 26146 w 49583"/>
                <a:gd name="connsiteY20" fmla="*/ 6979 h 79479"/>
                <a:gd name="connsiteX21" fmla="*/ 16979 w 49583"/>
                <a:gd name="connsiteY21" fmla="*/ 10417 h 79479"/>
                <a:gd name="connsiteX22" fmla="*/ 11146 w 49583"/>
                <a:gd name="connsiteY22" fmla="*/ 19063 h 79479"/>
                <a:gd name="connsiteX23" fmla="*/ 8073 w 49583"/>
                <a:gd name="connsiteY23" fmla="*/ 30208 h 79479"/>
                <a:gd name="connsiteX24" fmla="*/ 7187 w 49583"/>
                <a:gd name="connsiteY24" fmla="*/ 41459 h 79479"/>
                <a:gd name="connsiteX25" fmla="*/ 14896 w 49583"/>
                <a:gd name="connsiteY25" fmla="*/ 31511 h 79479"/>
                <a:gd name="connsiteX26" fmla="*/ 27292 w 49583"/>
                <a:gd name="connsiteY26" fmla="*/ 28229 h 79479"/>
                <a:gd name="connsiteX27" fmla="*/ 43594 w 49583"/>
                <a:gd name="connsiteY27" fmla="*/ 35208 h 79479"/>
                <a:gd name="connsiteX28" fmla="*/ 49583 w 49583"/>
                <a:gd name="connsiteY28" fmla="*/ 53750 h 79479"/>
                <a:gd name="connsiteX29" fmla="*/ 47969 w 49583"/>
                <a:gd name="connsiteY29" fmla="*/ 63854 h 79479"/>
                <a:gd name="connsiteX30" fmla="*/ 43229 w 49583"/>
                <a:gd name="connsiteY30" fmla="*/ 72084 h 79479"/>
                <a:gd name="connsiteX31" fmla="*/ 35833 w 49583"/>
                <a:gd name="connsiteY31" fmla="*/ 77500 h 79479"/>
                <a:gd name="connsiteX32" fmla="*/ 25938 w 49583"/>
                <a:gd name="connsiteY32" fmla="*/ 79479 h 79479"/>
                <a:gd name="connsiteX33" fmla="*/ 11302 w 49583"/>
                <a:gd name="connsiteY33" fmla="*/ 74948 h 79479"/>
                <a:gd name="connsiteX34" fmla="*/ 2917 w 49583"/>
                <a:gd name="connsiteY34" fmla="*/ 63438 h 79479"/>
                <a:gd name="connsiteX35" fmla="*/ 677 w 49583"/>
                <a:gd name="connsiteY35" fmla="*/ 54219 h 79479"/>
                <a:gd name="connsiteX36" fmla="*/ 0 w 49583"/>
                <a:gd name="connsiteY36" fmla="*/ 42084 h 79479"/>
                <a:gd name="connsiteX37" fmla="*/ 1927 w 49583"/>
                <a:gd name="connsiteY37" fmla="*/ 23802 h 79479"/>
                <a:gd name="connsiteX38" fmla="*/ 7396 w 49583"/>
                <a:gd name="connsiteY38" fmla="*/ 10625 h 79479"/>
                <a:gd name="connsiteX39" fmla="*/ 15625 w 49583"/>
                <a:gd name="connsiteY39" fmla="*/ 2708 h 79479"/>
                <a:gd name="connsiteX40" fmla="*/ 26042 w 49583"/>
                <a:gd name="connsiteY40" fmla="*/ 0 h 7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9583" h="79479">
                  <a:moveTo>
                    <a:pt x="25208" y="34688"/>
                  </a:moveTo>
                  <a:cubicBezTo>
                    <a:pt x="22848" y="34688"/>
                    <a:pt x="20677" y="35195"/>
                    <a:pt x="18698" y="36198"/>
                  </a:cubicBezTo>
                  <a:cubicBezTo>
                    <a:pt x="16719" y="37201"/>
                    <a:pt x="15035" y="38503"/>
                    <a:pt x="13646" y="40104"/>
                  </a:cubicBezTo>
                  <a:cubicBezTo>
                    <a:pt x="12187" y="41771"/>
                    <a:pt x="11077" y="43685"/>
                    <a:pt x="10313" y="45834"/>
                  </a:cubicBezTo>
                  <a:cubicBezTo>
                    <a:pt x="9548" y="47982"/>
                    <a:pt x="9167" y="50248"/>
                    <a:pt x="9167" y="52604"/>
                  </a:cubicBezTo>
                  <a:cubicBezTo>
                    <a:pt x="9167" y="55456"/>
                    <a:pt x="9531" y="58086"/>
                    <a:pt x="10260" y="60521"/>
                  </a:cubicBezTo>
                  <a:cubicBezTo>
                    <a:pt x="10990" y="62956"/>
                    <a:pt x="12048" y="65039"/>
                    <a:pt x="13437" y="66771"/>
                  </a:cubicBezTo>
                  <a:cubicBezTo>
                    <a:pt x="14827" y="68581"/>
                    <a:pt x="16493" y="69987"/>
                    <a:pt x="18438" y="70990"/>
                  </a:cubicBezTo>
                  <a:cubicBezTo>
                    <a:pt x="20382" y="71993"/>
                    <a:pt x="22569" y="72500"/>
                    <a:pt x="25000" y="72500"/>
                  </a:cubicBezTo>
                  <a:cubicBezTo>
                    <a:pt x="30208" y="72500"/>
                    <a:pt x="34236" y="70677"/>
                    <a:pt x="37083" y="67031"/>
                  </a:cubicBezTo>
                  <a:cubicBezTo>
                    <a:pt x="39931" y="63386"/>
                    <a:pt x="41354" y="58893"/>
                    <a:pt x="41354" y="53542"/>
                  </a:cubicBezTo>
                  <a:cubicBezTo>
                    <a:pt x="41354" y="51042"/>
                    <a:pt x="41007" y="48646"/>
                    <a:pt x="40313" y="46354"/>
                  </a:cubicBezTo>
                  <a:cubicBezTo>
                    <a:pt x="39618" y="44063"/>
                    <a:pt x="38577" y="42084"/>
                    <a:pt x="37188" y="40417"/>
                  </a:cubicBezTo>
                  <a:cubicBezTo>
                    <a:pt x="35869" y="38685"/>
                    <a:pt x="34202" y="37292"/>
                    <a:pt x="32188" y="36250"/>
                  </a:cubicBezTo>
                  <a:cubicBezTo>
                    <a:pt x="30173" y="35208"/>
                    <a:pt x="27848" y="34688"/>
                    <a:pt x="25208" y="34688"/>
                  </a:cubicBezTo>
                  <a:close/>
                  <a:moveTo>
                    <a:pt x="26042" y="0"/>
                  </a:moveTo>
                  <a:cubicBezTo>
                    <a:pt x="32361" y="0"/>
                    <a:pt x="37500" y="1784"/>
                    <a:pt x="41458" y="5365"/>
                  </a:cubicBezTo>
                  <a:cubicBezTo>
                    <a:pt x="45417" y="8945"/>
                    <a:pt x="47743" y="13750"/>
                    <a:pt x="48437" y="19792"/>
                  </a:cubicBezTo>
                  <a:lnTo>
                    <a:pt x="40208" y="19792"/>
                  </a:lnTo>
                  <a:cubicBezTo>
                    <a:pt x="40000" y="15899"/>
                    <a:pt x="38542" y="12800"/>
                    <a:pt x="35833" y="10469"/>
                  </a:cubicBezTo>
                  <a:cubicBezTo>
                    <a:pt x="33125" y="8138"/>
                    <a:pt x="29896" y="6979"/>
                    <a:pt x="26146" y="6979"/>
                  </a:cubicBezTo>
                  <a:cubicBezTo>
                    <a:pt x="22465" y="6979"/>
                    <a:pt x="19410" y="8125"/>
                    <a:pt x="16979" y="10417"/>
                  </a:cubicBezTo>
                  <a:cubicBezTo>
                    <a:pt x="14548" y="12709"/>
                    <a:pt x="12604" y="15586"/>
                    <a:pt x="11146" y="19063"/>
                  </a:cubicBezTo>
                  <a:cubicBezTo>
                    <a:pt x="9687" y="22461"/>
                    <a:pt x="8663" y="26185"/>
                    <a:pt x="8073" y="30208"/>
                  </a:cubicBezTo>
                  <a:cubicBezTo>
                    <a:pt x="7483" y="34232"/>
                    <a:pt x="7187" y="37982"/>
                    <a:pt x="7187" y="41459"/>
                  </a:cubicBezTo>
                  <a:cubicBezTo>
                    <a:pt x="8715" y="37018"/>
                    <a:pt x="11285" y="33698"/>
                    <a:pt x="14896" y="31511"/>
                  </a:cubicBezTo>
                  <a:cubicBezTo>
                    <a:pt x="18507" y="29323"/>
                    <a:pt x="22639" y="28229"/>
                    <a:pt x="27292" y="28229"/>
                  </a:cubicBezTo>
                  <a:cubicBezTo>
                    <a:pt x="34167" y="28229"/>
                    <a:pt x="39600" y="30560"/>
                    <a:pt x="43594" y="35208"/>
                  </a:cubicBezTo>
                  <a:cubicBezTo>
                    <a:pt x="47587" y="39857"/>
                    <a:pt x="49583" y="46042"/>
                    <a:pt x="49583" y="53750"/>
                  </a:cubicBezTo>
                  <a:cubicBezTo>
                    <a:pt x="49583" y="57357"/>
                    <a:pt x="49046" y="60729"/>
                    <a:pt x="47969" y="63854"/>
                  </a:cubicBezTo>
                  <a:cubicBezTo>
                    <a:pt x="46892" y="66979"/>
                    <a:pt x="45313" y="69727"/>
                    <a:pt x="43229" y="72084"/>
                  </a:cubicBezTo>
                  <a:cubicBezTo>
                    <a:pt x="41215" y="74375"/>
                    <a:pt x="38750" y="76185"/>
                    <a:pt x="35833" y="77500"/>
                  </a:cubicBezTo>
                  <a:cubicBezTo>
                    <a:pt x="32917" y="78815"/>
                    <a:pt x="29619" y="79479"/>
                    <a:pt x="25938" y="79479"/>
                  </a:cubicBezTo>
                  <a:cubicBezTo>
                    <a:pt x="20173" y="79479"/>
                    <a:pt x="15296" y="77969"/>
                    <a:pt x="11302" y="74948"/>
                  </a:cubicBezTo>
                  <a:cubicBezTo>
                    <a:pt x="7309" y="71927"/>
                    <a:pt x="4514" y="68086"/>
                    <a:pt x="2917" y="63438"/>
                  </a:cubicBezTo>
                  <a:cubicBezTo>
                    <a:pt x="1875" y="60586"/>
                    <a:pt x="1129" y="57513"/>
                    <a:pt x="677" y="54219"/>
                  </a:cubicBezTo>
                  <a:cubicBezTo>
                    <a:pt x="225" y="50925"/>
                    <a:pt x="0" y="46875"/>
                    <a:pt x="0" y="42084"/>
                  </a:cubicBezTo>
                  <a:cubicBezTo>
                    <a:pt x="0" y="35143"/>
                    <a:pt x="642" y="29050"/>
                    <a:pt x="1927" y="23802"/>
                  </a:cubicBezTo>
                  <a:cubicBezTo>
                    <a:pt x="3212" y="18555"/>
                    <a:pt x="5035" y="14167"/>
                    <a:pt x="7396" y="10625"/>
                  </a:cubicBezTo>
                  <a:cubicBezTo>
                    <a:pt x="9687" y="7149"/>
                    <a:pt x="12431" y="4518"/>
                    <a:pt x="15625" y="2708"/>
                  </a:cubicBezTo>
                  <a:cubicBezTo>
                    <a:pt x="18819" y="898"/>
                    <a:pt x="22292" y="0"/>
                    <a:pt x="26042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60F27CD5-8C34-47CA-AF7E-11AF86162F64}"/>
                </a:ext>
              </a:extLst>
            </p:cNvPr>
            <p:cNvSpPr txBox="1"/>
            <p:nvPr/>
          </p:nvSpPr>
          <p:spPr>
            <a:xfrm>
              <a:off x="883577" y="4326230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6</a:t>
              </a:r>
            </a:p>
          </p:txBody>
        </p:sp>
        <p:grpSp>
          <p:nvGrpSpPr>
            <p:cNvPr id="477" name="그래픽 5">
              <a:extLst>
                <a:ext uri="{FF2B5EF4-FFF2-40B4-BE49-F238E27FC236}">
                  <a16:creationId xmlns:a16="http://schemas.microsoft.com/office/drawing/2014/main" id="{21471D78-2CD5-4DF0-9A27-B605A7D7BAA6}"/>
                </a:ext>
              </a:extLst>
            </p:cNvPr>
            <p:cNvGrpSpPr/>
            <p:nvPr/>
          </p:nvGrpSpPr>
          <p:grpSpPr>
            <a:xfrm>
              <a:off x="1211738" y="4274711"/>
              <a:ext cx="273541" cy="130208"/>
              <a:chOff x="1211738" y="4274711"/>
              <a:chExt cx="273541" cy="130208"/>
            </a:xfrm>
          </p:grpSpPr>
          <p:sp>
            <p:nvSpPr>
              <p:cNvPr id="478" name="자유형: 도형 477">
                <a:extLst>
                  <a:ext uri="{FF2B5EF4-FFF2-40B4-BE49-F238E27FC236}">
                    <a16:creationId xmlns:a16="http://schemas.microsoft.com/office/drawing/2014/main" id="{CA1E9A5F-A7BA-4BCD-B0D6-AA39585669F3}"/>
                  </a:ext>
                </a:extLst>
              </p:cNvPr>
              <p:cNvSpPr/>
              <p:nvPr/>
            </p:nvSpPr>
            <p:spPr>
              <a:xfrm>
                <a:off x="1211738" y="4298031"/>
                <a:ext cx="273541" cy="92395"/>
              </a:xfrm>
              <a:custGeom>
                <a:avLst/>
                <a:gdLst>
                  <a:gd name="connsiteX0" fmla="*/ 5000 w 273541"/>
                  <a:gd name="connsiteY0" fmla="*/ 18959 h 92395"/>
                  <a:gd name="connsiteX1" fmla="*/ 53958 w 273541"/>
                  <a:gd name="connsiteY1" fmla="*/ 18959 h 92395"/>
                  <a:gd name="connsiteX2" fmla="*/ 53958 w 273541"/>
                  <a:gd name="connsiteY2" fmla="*/ 26146 h 92395"/>
                  <a:gd name="connsiteX3" fmla="*/ 33854 w 273541"/>
                  <a:gd name="connsiteY3" fmla="*/ 26146 h 92395"/>
                  <a:gd name="connsiteX4" fmla="*/ 33854 w 273541"/>
                  <a:gd name="connsiteY4" fmla="*/ 30417 h 92395"/>
                  <a:gd name="connsiteX5" fmla="*/ 40156 w 273541"/>
                  <a:gd name="connsiteY5" fmla="*/ 51250 h 92395"/>
                  <a:gd name="connsiteX6" fmla="*/ 57188 w 273541"/>
                  <a:gd name="connsiteY6" fmla="*/ 66563 h 92395"/>
                  <a:gd name="connsiteX7" fmla="*/ 51354 w 273541"/>
                  <a:gd name="connsiteY7" fmla="*/ 72500 h 92395"/>
                  <a:gd name="connsiteX8" fmla="*/ 38438 w 273541"/>
                  <a:gd name="connsiteY8" fmla="*/ 61615 h 92395"/>
                  <a:gd name="connsiteX9" fmla="*/ 29583 w 273541"/>
                  <a:gd name="connsiteY9" fmla="*/ 46875 h 92395"/>
                  <a:gd name="connsiteX10" fmla="*/ 20469 w 273541"/>
                  <a:gd name="connsiteY10" fmla="*/ 62396 h 92395"/>
                  <a:gd name="connsiteX11" fmla="*/ 7083 w 273541"/>
                  <a:gd name="connsiteY11" fmla="*/ 74583 h 92395"/>
                  <a:gd name="connsiteX12" fmla="*/ 0 w 273541"/>
                  <a:gd name="connsiteY12" fmla="*/ 68646 h 92395"/>
                  <a:gd name="connsiteX13" fmla="*/ 18646 w 273541"/>
                  <a:gd name="connsiteY13" fmla="*/ 51875 h 92395"/>
                  <a:gd name="connsiteX14" fmla="*/ 25208 w 273541"/>
                  <a:gd name="connsiteY14" fmla="*/ 30417 h 92395"/>
                  <a:gd name="connsiteX15" fmla="*/ 25208 w 273541"/>
                  <a:gd name="connsiteY15" fmla="*/ 26146 h 92395"/>
                  <a:gd name="connsiteX16" fmla="*/ 5000 w 273541"/>
                  <a:gd name="connsiteY16" fmla="*/ 26146 h 92395"/>
                  <a:gd name="connsiteX17" fmla="*/ 205417 w 273541"/>
                  <a:gd name="connsiteY17" fmla="*/ 5833 h 92395"/>
                  <a:gd name="connsiteX18" fmla="*/ 234583 w 273541"/>
                  <a:gd name="connsiteY18" fmla="*/ 5833 h 92395"/>
                  <a:gd name="connsiteX19" fmla="*/ 234583 w 273541"/>
                  <a:gd name="connsiteY19" fmla="*/ 12813 h 92395"/>
                  <a:gd name="connsiteX20" fmla="*/ 211354 w 273541"/>
                  <a:gd name="connsiteY20" fmla="*/ 12813 h 92395"/>
                  <a:gd name="connsiteX21" fmla="*/ 211354 w 273541"/>
                  <a:gd name="connsiteY21" fmla="*/ 61250 h 92395"/>
                  <a:gd name="connsiteX22" fmla="*/ 213333 w 273541"/>
                  <a:gd name="connsiteY22" fmla="*/ 61250 h 92395"/>
                  <a:gd name="connsiteX23" fmla="*/ 219792 w 273541"/>
                  <a:gd name="connsiteY23" fmla="*/ 61146 h 92395"/>
                  <a:gd name="connsiteX24" fmla="*/ 227188 w 273541"/>
                  <a:gd name="connsiteY24" fmla="*/ 60729 h 92395"/>
                  <a:gd name="connsiteX25" fmla="*/ 234427 w 273541"/>
                  <a:gd name="connsiteY25" fmla="*/ 60052 h 92395"/>
                  <a:gd name="connsiteX26" fmla="*/ 240625 w 273541"/>
                  <a:gd name="connsiteY26" fmla="*/ 59167 h 92395"/>
                  <a:gd name="connsiteX27" fmla="*/ 240625 w 273541"/>
                  <a:gd name="connsiteY27" fmla="*/ 66354 h 92395"/>
                  <a:gd name="connsiteX28" fmla="*/ 226354 w 273541"/>
                  <a:gd name="connsiteY28" fmla="*/ 68073 h 92395"/>
                  <a:gd name="connsiteX29" fmla="*/ 210313 w 273541"/>
                  <a:gd name="connsiteY29" fmla="*/ 68750 h 92395"/>
                  <a:gd name="connsiteX30" fmla="*/ 205417 w 273541"/>
                  <a:gd name="connsiteY30" fmla="*/ 68750 h 92395"/>
                  <a:gd name="connsiteX31" fmla="*/ 203646 w 273541"/>
                  <a:gd name="connsiteY31" fmla="*/ 68334 h 92395"/>
                  <a:gd name="connsiteX32" fmla="*/ 203229 w 273541"/>
                  <a:gd name="connsiteY32" fmla="*/ 66667 h 92395"/>
                  <a:gd name="connsiteX33" fmla="*/ 203229 w 273541"/>
                  <a:gd name="connsiteY33" fmla="*/ 8021 h 92395"/>
                  <a:gd name="connsiteX34" fmla="*/ 203698 w 273541"/>
                  <a:gd name="connsiteY34" fmla="*/ 6302 h 92395"/>
                  <a:gd name="connsiteX35" fmla="*/ 205417 w 273541"/>
                  <a:gd name="connsiteY35" fmla="*/ 5833 h 92395"/>
                  <a:gd name="connsiteX36" fmla="*/ 110938 w 273541"/>
                  <a:gd name="connsiteY36" fmla="*/ 3959 h 92395"/>
                  <a:gd name="connsiteX37" fmla="*/ 119479 w 273541"/>
                  <a:gd name="connsiteY37" fmla="*/ 3959 h 92395"/>
                  <a:gd name="connsiteX38" fmla="*/ 119479 w 273541"/>
                  <a:gd name="connsiteY38" fmla="*/ 21042 h 92395"/>
                  <a:gd name="connsiteX39" fmla="*/ 124323 w 273541"/>
                  <a:gd name="connsiteY39" fmla="*/ 47656 h 92395"/>
                  <a:gd name="connsiteX40" fmla="*/ 138854 w 273541"/>
                  <a:gd name="connsiteY40" fmla="*/ 64792 h 92395"/>
                  <a:gd name="connsiteX41" fmla="*/ 132708 w 273541"/>
                  <a:gd name="connsiteY41" fmla="*/ 70417 h 92395"/>
                  <a:gd name="connsiteX42" fmla="*/ 121979 w 273541"/>
                  <a:gd name="connsiteY42" fmla="*/ 59480 h 92395"/>
                  <a:gd name="connsiteX43" fmla="*/ 115000 w 273541"/>
                  <a:gd name="connsiteY43" fmla="*/ 44479 h 92395"/>
                  <a:gd name="connsiteX44" fmla="*/ 107656 w 273541"/>
                  <a:gd name="connsiteY44" fmla="*/ 61042 h 92395"/>
                  <a:gd name="connsiteX45" fmla="*/ 95833 w 273541"/>
                  <a:gd name="connsiteY45" fmla="*/ 73854 h 92395"/>
                  <a:gd name="connsiteX46" fmla="*/ 88542 w 273541"/>
                  <a:gd name="connsiteY46" fmla="*/ 68438 h 92395"/>
                  <a:gd name="connsiteX47" fmla="*/ 105469 w 273541"/>
                  <a:gd name="connsiteY47" fmla="*/ 48594 h 92395"/>
                  <a:gd name="connsiteX48" fmla="*/ 110938 w 273541"/>
                  <a:gd name="connsiteY48" fmla="*/ 19479 h 92395"/>
                  <a:gd name="connsiteX49" fmla="*/ 144792 w 273541"/>
                  <a:gd name="connsiteY49" fmla="*/ 1562 h 92395"/>
                  <a:gd name="connsiteX50" fmla="*/ 152813 w 273541"/>
                  <a:gd name="connsiteY50" fmla="*/ 1562 h 92395"/>
                  <a:gd name="connsiteX51" fmla="*/ 152813 w 273541"/>
                  <a:gd name="connsiteY51" fmla="*/ 87917 h 92395"/>
                  <a:gd name="connsiteX52" fmla="*/ 144792 w 273541"/>
                  <a:gd name="connsiteY52" fmla="*/ 87917 h 92395"/>
                  <a:gd name="connsiteX53" fmla="*/ 144792 w 273541"/>
                  <a:gd name="connsiteY53" fmla="*/ 35938 h 92395"/>
                  <a:gd name="connsiteX54" fmla="*/ 128958 w 273541"/>
                  <a:gd name="connsiteY54" fmla="*/ 35938 h 92395"/>
                  <a:gd name="connsiteX55" fmla="*/ 128958 w 273541"/>
                  <a:gd name="connsiteY55" fmla="*/ 28125 h 92395"/>
                  <a:gd name="connsiteX56" fmla="*/ 144792 w 273541"/>
                  <a:gd name="connsiteY56" fmla="*/ 28125 h 92395"/>
                  <a:gd name="connsiteX57" fmla="*/ 15625 w 273541"/>
                  <a:gd name="connsiteY57" fmla="*/ 1562 h 92395"/>
                  <a:gd name="connsiteX58" fmla="*/ 43229 w 273541"/>
                  <a:gd name="connsiteY58" fmla="*/ 1562 h 92395"/>
                  <a:gd name="connsiteX59" fmla="*/ 43229 w 273541"/>
                  <a:gd name="connsiteY59" fmla="*/ 8542 h 92395"/>
                  <a:gd name="connsiteX60" fmla="*/ 15625 w 273541"/>
                  <a:gd name="connsiteY60" fmla="*/ 8542 h 92395"/>
                  <a:gd name="connsiteX61" fmla="*/ 265521 w 273541"/>
                  <a:gd name="connsiteY61" fmla="*/ 0 h 92395"/>
                  <a:gd name="connsiteX62" fmla="*/ 273542 w 273541"/>
                  <a:gd name="connsiteY62" fmla="*/ 0 h 92395"/>
                  <a:gd name="connsiteX63" fmla="*/ 273542 w 273541"/>
                  <a:gd name="connsiteY63" fmla="*/ 92292 h 92395"/>
                  <a:gd name="connsiteX64" fmla="*/ 265521 w 273541"/>
                  <a:gd name="connsiteY64" fmla="*/ 92292 h 92395"/>
                  <a:gd name="connsiteX65" fmla="*/ 265521 w 273541"/>
                  <a:gd name="connsiteY65" fmla="*/ 40938 h 92395"/>
                  <a:gd name="connsiteX66" fmla="*/ 253229 w 273541"/>
                  <a:gd name="connsiteY66" fmla="*/ 40938 h 92395"/>
                  <a:gd name="connsiteX67" fmla="*/ 253229 w 273541"/>
                  <a:gd name="connsiteY67" fmla="*/ 87917 h 92395"/>
                  <a:gd name="connsiteX68" fmla="*/ 245313 w 273541"/>
                  <a:gd name="connsiteY68" fmla="*/ 87917 h 92395"/>
                  <a:gd name="connsiteX69" fmla="*/ 245313 w 273541"/>
                  <a:gd name="connsiteY69" fmla="*/ 1562 h 92395"/>
                  <a:gd name="connsiteX70" fmla="*/ 253229 w 273541"/>
                  <a:gd name="connsiteY70" fmla="*/ 1562 h 92395"/>
                  <a:gd name="connsiteX71" fmla="*/ 253229 w 273541"/>
                  <a:gd name="connsiteY71" fmla="*/ 33021 h 92395"/>
                  <a:gd name="connsiteX72" fmla="*/ 265521 w 273541"/>
                  <a:gd name="connsiteY72" fmla="*/ 33021 h 92395"/>
                  <a:gd name="connsiteX73" fmla="*/ 162917 w 273541"/>
                  <a:gd name="connsiteY73" fmla="*/ 0 h 92395"/>
                  <a:gd name="connsiteX74" fmla="*/ 170833 w 273541"/>
                  <a:gd name="connsiteY74" fmla="*/ 0 h 92395"/>
                  <a:gd name="connsiteX75" fmla="*/ 170833 w 273541"/>
                  <a:gd name="connsiteY75" fmla="*/ 92292 h 92395"/>
                  <a:gd name="connsiteX76" fmla="*/ 162917 w 273541"/>
                  <a:gd name="connsiteY76" fmla="*/ 92292 h 92395"/>
                  <a:gd name="connsiteX77" fmla="*/ 66146 w 273541"/>
                  <a:gd name="connsiteY77" fmla="*/ 0 h 92395"/>
                  <a:gd name="connsiteX78" fmla="*/ 74271 w 273541"/>
                  <a:gd name="connsiteY78" fmla="*/ 0 h 92395"/>
                  <a:gd name="connsiteX79" fmla="*/ 74271 w 273541"/>
                  <a:gd name="connsiteY79" fmla="*/ 35729 h 92395"/>
                  <a:gd name="connsiteX80" fmla="*/ 88021 w 273541"/>
                  <a:gd name="connsiteY80" fmla="*/ 35729 h 92395"/>
                  <a:gd name="connsiteX81" fmla="*/ 88021 w 273541"/>
                  <a:gd name="connsiteY81" fmla="*/ 43333 h 92395"/>
                  <a:gd name="connsiteX82" fmla="*/ 74271 w 273541"/>
                  <a:gd name="connsiteY82" fmla="*/ 43333 h 92395"/>
                  <a:gd name="connsiteX83" fmla="*/ 74271 w 273541"/>
                  <a:gd name="connsiteY83" fmla="*/ 92396 h 92395"/>
                  <a:gd name="connsiteX84" fmla="*/ 66146 w 273541"/>
                  <a:gd name="connsiteY84" fmla="*/ 92292 h 92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273541" h="92395">
                    <a:moveTo>
                      <a:pt x="5000" y="18959"/>
                    </a:moveTo>
                    <a:lnTo>
                      <a:pt x="53958" y="18959"/>
                    </a:lnTo>
                    <a:lnTo>
                      <a:pt x="53958" y="26146"/>
                    </a:lnTo>
                    <a:lnTo>
                      <a:pt x="33854" y="26146"/>
                    </a:lnTo>
                    <a:lnTo>
                      <a:pt x="33854" y="30417"/>
                    </a:lnTo>
                    <a:cubicBezTo>
                      <a:pt x="34133" y="38268"/>
                      <a:pt x="36233" y="45209"/>
                      <a:pt x="40156" y="51250"/>
                    </a:cubicBezTo>
                    <a:cubicBezTo>
                      <a:pt x="44081" y="57292"/>
                      <a:pt x="49758" y="62396"/>
                      <a:pt x="57188" y="66563"/>
                    </a:cubicBezTo>
                    <a:lnTo>
                      <a:pt x="51354" y="72500"/>
                    </a:lnTo>
                    <a:cubicBezTo>
                      <a:pt x="46354" y="69440"/>
                      <a:pt x="42050" y="65821"/>
                      <a:pt x="38438" y="61615"/>
                    </a:cubicBezTo>
                    <a:cubicBezTo>
                      <a:pt x="34827" y="57409"/>
                      <a:pt x="31875" y="52500"/>
                      <a:pt x="29583" y="46875"/>
                    </a:cubicBezTo>
                    <a:cubicBezTo>
                      <a:pt x="27223" y="52643"/>
                      <a:pt x="24185" y="57813"/>
                      <a:pt x="20469" y="62396"/>
                    </a:cubicBezTo>
                    <a:cubicBezTo>
                      <a:pt x="16754" y="66979"/>
                      <a:pt x="12292" y="71042"/>
                      <a:pt x="7083" y="74583"/>
                    </a:cubicBezTo>
                    <a:lnTo>
                      <a:pt x="0" y="68646"/>
                    </a:lnTo>
                    <a:cubicBezTo>
                      <a:pt x="8195" y="63854"/>
                      <a:pt x="14410" y="58268"/>
                      <a:pt x="18646" y="51875"/>
                    </a:cubicBezTo>
                    <a:cubicBezTo>
                      <a:pt x="22883" y="45482"/>
                      <a:pt x="25070" y="38333"/>
                      <a:pt x="25208" y="30417"/>
                    </a:cubicBezTo>
                    <a:lnTo>
                      <a:pt x="25208" y="26146"/>
                    </a:lnTo>
                    <a:lnTo>
                      <a:pt x="5000" y="26146"/>
                    </a:lnTo>
                    <a:close/>
                    <a:moveTo>
                      <a:pt x="205417" y="5833"/>
                    </a:moveTo>
                    <a:lnTo>
                      <a:pt x="234583" y="5833"/>
                    </a:lnTo>
                    <a:lnTo>
                      <a:pt x="234583" y="12813"/>
                    </a:lnTo>
                    <a:lnTo>
                      <a:pt x="211354" y="12813"/>
                    </a:lnTo>
                    <a:lnTo>
                      <a:pt x="211354" y="61250"/>
                    </a:lnTo>
                    <a:lnTo>
                      <a:pt x="213333" y="61250"/>
                    </a:lnTo>
                    <a:cubicBezTo>
                      <a:pt x="215208" y="61250"/>
                      <a:pt x="217362" y="61211"/>
                      <a:pt x="219792" y="61146"/>
                    </a:cubicBezTo>
                    <a:cubicBezTo>
                      <a:pt x="222223" y="61081"/>
                      <a:pt x="224688" y="60938"/>
                      <a:pt x="227188" y="60729"/>
                    </a:cubicBezTo>
                    <a:cubicBezTo>
                      <a:pt x="229688" y="60521"/>
                      <a:pt x="232102" y="60300"/>
                      <a:pt x="234427" y="60052"/>
                    </a:cubicBezTo>
                    <a:cubicBezTo>
                      <a:pt x="236754" y="59805"/>
                      <a:pt x="238820" y="59518"/>
                      <a:pt x="240625" y="59167"/>
                    </a:cubicBezTo>
                    <a:lnTo>
                      <a:pt x="240625" y="66354"/>
                    </a:lnTo>
                    <a:cubicBezTo>
                      <a:pt x="236458" y="67045"/>
                      <a:pt x="231702" y="67618"/>
                      <a:pt x="226354" y="68073"/>
                    </a:cubicBezTo>
                    <a:cubicBezTo>
                      <a:pt x="221008" y="68529"/>
                      <a:pt x="215660" y="68750"/>
                      <a:pt x="210313" y="68750"/>
                    </a:cubicBezTo>
                    <a:lnTo>
                      <a:pt x="205417" y="68750"/>
                    </a:lnTo>
                    <a:cubicBezTo>
                      <a:pt x="204514" y="68750"/>
                      <a:pt x="203925" y="68607"/>
                      <a:pt x="203646" y="68334"/>
                    </a:cubicBezTo>
                    <a:cubicBezTo>
                      <a:pt x="203369" y="68060"/>
                      <a:pt x="203229" y="67500"/>
                      <a:pt x="203229" y="66667"/>
                    </a:cubicBezTo>
                    <a:lnTo>
                      <a:pt x="203229" y="8021"/>
                    </a:lnTo>
                    <a:cubicBezTo>
                      <a:pt x="203229" y="7188"/>
                      <a:pt x="203386" y="6615"/>
                      <a:pt x="203698" y="6302"/>
                    </a:cubicBezTo>
                    <a:cubicBezTo>
                      <a:pt x="204011" y="5990"/>
                      <a:pt x="204583" y="5833"/>
                      <a:pt x="205417" y="5833"/>
                    </a:cubicBezTo>
                    <a:close/>
                    <a:moveTo>
                      <a:pt x="110938" y="3959"/>
                    </a:moveTo>
                    <a:lnTo>
                      <a:pt x="119479" y="3959"/>
                    </a:lnTo>
                    <a:lnTo>
                      <a:pt x="119479" y="21042"/>
                    </a:lnTo>
                    <a:cubicBezTo>
                      <a:pt x="119479" y="31459"/>
                      <a:pt x="121094" y="40326"/>
                      <a:pt x="124323" y="47656"/>
                    </a:cubicBezTo>
                    <a:cubicBezTo>
                      <a:pt x="127552" y="54987"/>
                      <a:pt x="132396" y="60690"/>
                      <a:pt x="138854" y="64792"/>
                    </a:cubicBezTo>
                    <a:lnTo>
                      <a:pt x="132708" y="70417"/>
                    </a:lnTo>
                    <a:cubicBezTo>
                      <a:pt x="128750" y="67709"/>
                      <a:pt x="125175" y="64063"/>
                      <a:pt x="121979" y="59480"/>
                    </a:cubicBezTo>
                    <a:cubicBezTo>
                      <a:pt x="118785" y="54896"/>
                      <a:pt x="116458" y="49896"/>
                      <a:pt x="115000" y="44479"/>
                    </a:cubicBezTo>
                    <a:cubicBezTo>
                      <a:pt x="113681" y="50313"/>
                      <a:pt x="111233" y="55834"/>
                      <a:pt x="107656" y="61042"/>
                    </a:cubicBezTo>
                    <a:cubicBezTo>
                      <a:pt x="104081" y="66250"/>
                      <a:pt x="100139" y="70521"/>
                      <a:pt x="95833" y="73854"/>
                    </a:cubicBezTo>
                    <a:lnTo>
                      <a:pt x="88542" y="68438"/>
                    </a:lnTo>
                    <a:cubicBezTo>
                      <a:pt x="96181" y="63164"/>
                      <a:pt x="101823" y="56550"/>
                      <a:pt x="105469" y="48594"/>
                    </a:cubicBezTo>
                    <a:cubicBezTo>
                      <a:pt x="109115" y="40638"/>
                      <a:pt x="110938" y="30938"/>
                      <a:pt x="110938" y="19479"/>
                    </a:cubicBezTo>
                    <a:close/>
                    <a:moveTo>
                      <a:pt x="144792" y="1562"/>
                    </a:moveTo>
                    <a:lnTo>
                      <a:pt x="152813" y="1562"/>
                    </a:lnTo>
                    <a:lnTo>
                      <a:pt x="152813" y="87917"/>
                    </a:lnTo>
                    <a:lnTo>
                      <a:pt x="144792" y="87917"/>
                    </a:lnTo>
                    <a:lnTo>
                      <a:pt x="144792" y="35938"/>
                    </a:lnTo>
                    <a:lnTo>
                      <a:pt x="128958" y="35938"/>
                    </a:lnTo>
                    <a:lnTo>
                      <a:pt x="128958" y="28125"/>
                    </a:lnTo>
                    <a:lnTo>
                      <a:pt x="144792" y="28125"/>
                    </a:lnTo>
                    <a:close/>
                    <a:moveTo>
                      <a:pt x="15625" y="1562"/>
                    </a:moveTo>
                    <a:lnTo>
                      <a:pt x="43229" y="1562"/>
                    </a:lnTo>
                    <a:lnTo>
                      <a:pt x="43229" y="8542"/>
                    </a:lnTo>
                    <a:lnTo>
                      <a:pt x="15625" y="8542"/>
                    </a:lnTo>
                    <a:close/>
                    <a:moveTo>
                      <a:pt x="265521" y="0"/>
                    </a:moveTo>
                    <a:lnTo>
                      <a:pt x="273542" y="0"/>
                    </a:lnTo>
                    <a:lnTo>
                      <a:pt x="273542" y="92292"/>
                    </a:lnTo>
                    <a:lnTo>
                      <a:pt x="265521" y="92292"/>
                    </a:lnTo>
                    <a:lnTo>
                      <a:pt x="265521" y="40938"/>
                    </a:lnTo>
                    <a:lnTo>
                      <a:pt x="253229" y="40938"/>
                    </a:lnTo>
                    <a:lnTo>
                      <a:pt x="253229" y="87917"/>
                    </a:lnTo>
                    <a:lnTo>
                      <a:pt x="245313" y="87917"/>
                    </a:lnTo>
                    <a:lnTo>
                      <a:pt x="245313" y="1562"/>
                    </a:lnTo>
                    <a:lnTo>
                      <a:pt x="253229" y="1562"/>
                    </a:lnTo>
                    <a:lnTo>
                      <a:pt x="253229" y="33021"/>
                    </a:lnTo>
                    <a:lnTo>
                      <a:pt x="265521" y="33021"/>
                    </a:lnTo>
                    <a:close/>
                    <a:moveTo>
                      <a:pt x="162917" y="0"/>
                    </a:moveTo>
                    <a:lnTo>
                      <a:pt x="170833" y="0"/>
                    </a:lnTo>
                    <a:lnTo>
                      <a:pt x="170833" y="92292"/>
                    </a:lnTo>
                    <a:lnTo>
                      <a:pt x="162917" y="92292"/>
                    </a:lnTo>
                    <a:close/>
                    <a:moveTo>
                      <a:pt x="66146" y="0"/>
                    </a:moveTo>
                    <a:lnTo>
                      <a:pt x="74271" y="0"/>
                    </a:lnTo>
                    <a:lnTo>
                      <a:pt x="74271" y="35729"/>
                    </a:lnTo>
                    <a:lnTo>
                      <a:pt x="88021" y="35729"/>
                    </a:lnTo>
                    <a:lnTo>
                      <a:pt x="88021" y="43333"/>
                    </a:lnTo>
                    <a:lnTo>
                      <a:pt x="74271" y="43333"/>
                    </a:lnTo>
                    <a:lnTo>
                      <a:pt x="74271" y="92396"/>
                    </a:lnTo>
                    <a:lnTo>
                      <a:pt x="66146" y="92292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79" name="TextBox 478">
                <a:extLst>
                  <a:ext uri="{FF2B5EF4-FFF2-40B4-BE49-F238E27FC236}">
                    <a16:creationId xmlns:a16="http://schemas.microsoft.com/office/drawing/2014/main" id="{5A9A58E0-41CB-4B72-841E-EF9D2CEC505F}"/>
                  </a:ext>
                </a:extLst>
              </p:cNvPr>
              <p:cNvSpPr txBox="1"/>
              <p:nvPr/>
            </p:nvSpPr>
            <p:spPr>
              <a:xfrm>
                <a:off x="1120298" y="4228991"/>
                <a:ext cx="456317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차세대</a:t>
                </a:r>
              </a:p>
            </p:txBody>
          </p:sp>
        </p:grpSp>
        <p:sp>
          <p:nvSpPr>
            <p:cNvPr id="480" name="자유형: 도형 479">
              <a:extLst>
                <a:ext uri="{FF2B5EF4-FFF2-40B4-BE49-F238E27FC236}">
                  <a16:creationId xmlns:a16="http://schemas.microsoft.com/office/drawing/2014/main" id="{50065E2E-0E97-4F94-B66E-3B1B507AD13B}"/>
                </a:ext>
              </a:extLst>
            </p:cNvPr>
            <p:cNvSpPr/>
            <p:nvPr/>
          </p:nvSpPr>
          <p:spPr>
            <a:xfrm>
              <a:off x="1527765" y="4298031"/>
              <a:ext cx="280104" cy="92395"/>
            </a:xfrm>
            <a:custGeom>
              <a:avLst/>
              <a:gdLst>
                <a:gd name="connsiteX0" fmla="*/ 195313 w 280104"/>
                <a:gd name="connsiteY0" fmla="*/ 72604 h 92395"/>
                <a:gd name="connsiteX1" fmla="*/ 280104 w 280104"/>
                <a:gd name="connsiteY1" fmla="*/ 72604 h 92395"/>
                <a:gd name="connsiteX2" fmla="*/ 280104 w 280104"/>
                <a:gd name="connsiteY2" fmla="*/ 79687 h 92395"/>
                <a:gd name="connsiteX3" fmla="*/ 195313 w 280104"/>
                <a:gd name="connsiteY3" fmla="*/ 79687 h 92395"/>
                <a:gd name="connsiteX4" fmla="*/ 0 w 280104"/>
                <a:gd name="connsiteY4" fmla="*/ 72500 h 92395"/>
                <a:gd name="connsiteX5" fmla="*/ 84792 w 280104"/>
                <a:gd name="connsiteY5" fmla="*/ 72500 h 92395"/>
                <a:gd name="connsiteX6" fmla="*/ 84792 w 280104"/>
                <a:gd name="connsiteY6" fmla="*/ 79583 h 92395"/>
                <a:gd name="connsiteX7" fmla="*/ 0 w 280104"/>
                <a:gd name="connsiteY7" fmla="*/ 79583 h 92395"/>
                <a:gd name="connsiteX8" fmla="*/ 105417 w 280104"/>
                <a:gd name="connsiteY8" fmla="*/ 12500 h 92395"/>
                <a:gd name="connsiteX9" fmla="*/ 105417 w 280104"/>
                <a:gd name="connsiteY9" fmla="*/ 61562 h 92395"/>
                <a:gd name="connsiteX10" fmla="*/ 130938 w 280104"/>
                <a:gd name="connsiteY10" fmla="*/ 61562 h 92395"/>
                <a:gd name="connsiteX11" fmla="*/ 130938 w 280104"/>
                <a:gd name="connsiteY11" fmla="*/ 12500 h 92395"/>
                <a:gd name="connsiteX12" fmla="*/ 99479 w 280104"/>
                <a:gd name="connsiteY12" fmla="*/ 5417 h 92395"/>
                <a:gd name="connsiteX13" fmla="*/ 136875 w 280104"/>
                <a:gd name="connsiteY13" fmla="*/ 5417 h 92395"/>
                <a:gd name="connsiteX14" fmla="*/ 138594 w 280104"/>
                <a:gd name="connsiteY14" fmla="*/ 5885 h 92395"/>
                <a:gd name="connsiteX15" fmla="*/ 139063 w 280104"/>
                <a:gd name="connsiteY15" fmla="*/ 7604 h 92395"/>
                <a:gd name="connsiteX16" fmla="*/ 139063 w 280104"/>
                <a:gd name="connsiteY16" fmla="*/ 66563 h 92395"/>
                <a:gd name="connsiteX17" fmla="*/ 138594 w 280104"/>
                <a:gd name="connsiteY17" fmla="*/ 68282 h 92395"/>
                <a:gd name="connsiteX18" fmla="*/ 136875 w 280104"/>
                <a:gd name="connsiteY18" fmla="*/ 68750 h 92395"/>
                <a:gd name="connsiteX19" fmla="*/ 99479 w 280104"/>
                <a:gd name="connsiteY19" fmla="*/ 68750 h 92395"/>
                <a:gd name="connsiteX20" fmla="*/ 97760 w 280104"/>
                <a:gd name="connsiteY20" fmla="*/ 68282 h 92395"/>
                <a:gd name="connsiteX21" fmla="*/ 97292 w 280104"/>
                <a:gd name="connsiteY21" fmla="*/ 66563 h 92395"/>
                <a:gd name="connsiteX22" fmla="*/ 97292 w 280104"/>
                <a:gd name="connsiteY22" fmla="*/ 7604 h 92395"/>
                <a:gd name="connsiteX23" fmla="*/ 97760 w 280104"/>
                <a:gd name="connsiteY23" fmla="*/ 5885 h 92395"/>
                <a:gd name="connsiteX24" fmla="*/ 99479 w 280104"/>
                <a:gd name="connsiteY24" fmla="*/ 5417 h 92395"/>
                <a:gd name="connsiteX25" fmla="*/ 209167 w 280104"/>
                <a:gd name="connsiteY25" fmla="*/ 4375 h 92395"/>
                <a:gd name="connsiteX26" fmla="*/ 268542 w 280104"/>
                <a:gd name="connsiteY26" fmla="*/ 4375 h 92395"/>
                <a:gd name="connsiteX27" fmla="*/ 268542 w 280104"/>
                <a:gd name="connsiteY27" fmla="*/ 11458 h 92395"/>
                <a:gd name="connsiteX28" fmla="*/ 215313 w 280104"/>
                <a:gd name="connsiteY28" fmla="*/ 11458 h 92395"/>
                <a:gd name="connsiteX29" fmla="*/ 215313 w 280104"/>
                <a:gd name="connsiteY29" fmla="*/ 27084 h 92395"/>
                <a:gd name="connsiteX30" fmla="*/ 268334 w 280104"/>
                <a:gd name="connsiteY30" fmla="*/ 27084 h 92395"/>
                <a:gd name="connsiteX31" fmla="*/ 268334 w 280104"/>
                <a:gd name="connsiteY31" fmla="*/ 34062 h 92395"/>
                <a:gd name="connsiteX32" fmla="*/ 215313 w 280104"/>
                <a:gd name="connsiteY32" fmla="*/ 34062 h 92395"/>
                <a:gd name="connsiteX33" fmla="*/ 215313 w 280104"/>
                <a:gd name="connsiteY33" fmla="*/ 49792 h 92395"/>
                <a:gd name="connsiteX34" fmla="*/ 269479 w 280104"/>
                <a:gd name="connsiteY34" fmla="*/ 49792 h 92395"/>
                <a:gd name="connsiteX35" fmla="*/ 269479 w 280104"/>
                <a:gd name="connsiteY35" fmla="*/ 56875 h 92395"/>
                <a:gd name="connsiteX36" fmla="*/ 209167 w 280104"/>
                <a:gd name="connsiteY36" fmla="*/ 56875 h 92395"/>
                <a:gd name="connsiteX37" fmla="*/ 207448 w 280104"/>
                <a:gd name="connsiteY37" fmla="*/ 56406 h 92395"/>
                <a:gd name="connsiteX38" fmla="*/ 206979 w 280104"/>
                <a:gd name="connsiteY38" fmla="*/ 54688 h 92395"/>
                <a:gd name="connsiteX39" fmla="*/ 206979 w 280104"/>
                <a:gd name="connsiteY39" fmla="*/ 6562 h 92395"/>
                <a:gd name="connsiteX40" fmla="*/ 207448 w 280104"/>
                <a:gd name="connsiteY40" fmla="*/ 4844 h 92395"/>
                <a:gd name="connsiteX41" fmla="*/ 209167 w 280104"/>
                <a:gd name="connsiteY41" fmla="*/ 4375 h 92395"/>
                <a:gd name="connsiteX42" fmla="*/ 38021 w 280104"/>
                <a:gd name="connsiteY42" fmla="*/ 3646 h 92395"/>
                <a:gd name="connsiteX43" fmla="*/ 46875 w 280104"/>
                <a:gd name="connsiteY43" fmla="*/ 3646 h 92395"/>
                <a:gd name="connsiteX44" fmla="*/ 46875 w 280104"/>
                <a:gd name="connsiteY44" fmla="*/ 11563 h 92395"/>
                <a:gd name="connsiteX45" fmla="*/ 49740 w 280104"/>
                <a:gd name="connsiteY45" fmla="*/ 23177 h 92395"/>
                <a:gd name="connsiteX46" fmla="*/ 57396 w 280104"/>
                <a:gd name="connsiteY46" fmla="*/ 33750 h 92395"/>
                <a:gd name="connsiteX47" fmla="*/ 68333 w 280104"/>
                <a:gd name="connsiteY47" fmla="*/ 42240 h 92395"/>
                <a:gd name="connsiteX48" fmla="*/ 81042 w 280104"/>
                <a:gd name="connsiteY48" fmla="*/ 47917 h 92395"/>
                <a:gd name="connsiteX49" fmla="*/ 75208 w 280104"/>
                <a:gd name="connsiteY49" fmla="*/ 54063 h 92395"/>
                <a:gd name="connsiteX50" fmla="*/ 65677 w 280104"/>
                <a:gd name="connsiteY50" fmla="*/ 49740 h 92395"/>
                <a:gd name="connsiteX51" fmla="*/ 56250 w 280104"/>
                <a:gd name="connsiteY51" fmla="*/ 43229 h 92395"/>
                <a:gd name="connsiteX52" fmla="*/ 48125 w 280104"/>
                <a:gd name="connsiteY52" fmla="*/ 35156 h 92395"/>
                <a:gd name="connsiteX53" fmla="*/ 42604 w 280104"/>
                <a:gd name="connsiteY53" fmla="*/ 25729 h 92395"/>
                <a:gd name="connsiteX54" fmla="*/ 36979 w 280104"/>
                <a:gd name="connsiteY54" fmla="*/ 35000 h 92395"/>
                <a:gd name="connsiteX55" fmla="*/ 28958 w 280104"/>
                <a:gd name="connsiteY55" fmla="*/ 43021 h 92395"/>
                <a:gd name="connsiteX56" fmla="*/ 19531 w 280104"/>
                <a:gd name="connsiteY56" fmla="*/ 49531 h 92395"/>
                <a:gd name="connsiteX57" fmla="*/ 9896 w 280104"/>
                <a:gd name="connsiteY57" fmla="*/ 54167 h 92395"/>
                <a:gd name="connsiteX58" fmla="*/ 3646 w 280104"/>
                <a:gd name="connsiteY58" fmla="*/ 47812 h 92395"/>
                <a:gd name="connsiteX59" fmla="*/ 16094 w 280104"/>
                <a:gd name="connsiteY59" fmla="*/ 42448 h 92395"/>
                <a:gd name="connsiteX60" fmla="*/ 27083 w 280104"/>
                <a:gd name="connsiteY60" fmla="*/ 34271 h 92395"/>
                <a:gd name="connsiteX61" fmla="*/ 35000 w 280104"/>
                <a:gd name="connsiteY61" fmla="*/ 23802 h 92395"/>
                <a:gd name="connsiteX62" fmla="*/ 38021 w 280104"/>
                <a:gd name="connsiteY62" fmla="*/ 11563 h 92395"/>
                <a:gd name="connsiteX63" fmla="*/ 155729 w 280104"/>
                <a:gd name="connsiteY63" fmla="*/ 0 h 92395"/>
                <a:gd name="connsiteX64" fmla="*/ 164063 w 280104"/>
                <a:gd name="connsiteY64" fmla="*/ 0 h 92395"/>
                <a:gd name="connsiteX65" fmla="*/ 164063 w 280104"/>
                <a:gd name="connsiteY65" fmla="*/ 32813 h 92395"/>
                <a:gd name="connsiteX66" fmla="*/ 177708 w 280104"/>
                <a:gd name="connsiteY66" fmla="*/ 32813 h 92395"/>
                <a:gd name="connsiteX67" fmla="*/ 177708 w 280104"/>
                <a:gd name="connsiteY67" fmla="*/ 40313 h 92395"/>
                <a:gd name="connsiteX68" fmla="*/ 164063 w 280104"/>
                <a:gd name="connsiteY68" fmla="*/ 40313 h 92395"/>
                <a:gd name="connsiteX69" fmla="*/ 164063 w 280104"/>
                <a:gd name="connsiteY69" fmla="*/ 92396 h 92395"/>
                <a:gd name="connsiteX70" fmla="*/ 155729 w 280104"/>
                <a:gd name="connsiteY70" fmla="*/ 92396 h 9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280104" h="92395">
                  <a:moveTo>
                    <a:pt x="195313" y="72604"/>
                  </a:moveTo>
                  <a:lnTo>
                    <a:pt x="280104" y="72604"/>
                  </a:lnTo>
                  <a:lnTo>
                    <a:pt x="280104" y="79687"/>
                  </a:lnTo>
                  <a:lnTo>
                    <a:pt x="195313" y="79687"/>
                  </a:lnTo>
                  <a:close/>
                  <a:moveTo>
                    <a:pt x="0" y="72500"/>
                  </a:moveTo>
                  <a:lnTo>
                    <a:pt x="84792" y="72500"/>
                  </a:lnTo>
                  <a:lnTo>
                    <a:pt x="84792" y="79583"/>
                  </a:lnTo>
                  <a:lnTo>
                    <a:pt x="0" y="79583"/>
                  </a:lnTo>
                  <a:close/>
                  <a:moveTo>
                    <a:pt x="105417" y="12500"/>
                  </a:moveTo>
                  <a:lnTo>
                    <a:pt x="105417" y="61562"/>
                  </a:lnTo>
                  <a:lnTo>
                    <a:pt x="130938" y="61562"/>
                  </a:lnTo>
                  <a:lnTo>
                    <a:pt x="130938" y="12500"/>
                  </a:lnTo>
                  <a:close/>
                  <a:moveTo>
                    <a:pt x="99479" y="5417"/>
                  </a:moveTo>
                  <a:lnTo>
                    <a:pt x="136875" y="5417"/>
                  </a:lnTo>
                  <a:cubicBezTo>
                    <a:pt x="137708" y="5417"/>
                    <a:pt x="138281" y="5573"/>
                    <a:pt x="138594" y="5885"/>
                  </a:cubicBezTo>
                  <a:cubicBezTo>
                    <a:pt x="138906" y="6198"/>
                    <a:pt x="139063" y="6771"/>
                    <a:pt x="139063" y="7604"/>
                  </a:cubicBezTo>
                  <a:lnTo>
                    <a:pt x="139063" y="66563"/>
                  </a:lnTo>
                  <a:cubicBezTo>
                    <a:pt x="139063" y="67396"/>
                    <a:pt x="138906" y="67969"/>
                    <a:pt x="138594" y="68282"/>
                  </a:cubicBezTo>
                  <a:cubicBezTo>
                    <a:pt x="138281" y="68594"/>
                    <a:pt x="137708" y="68750"/>
                    <a:pt x="136875" y="68750"/>
                  </a:cubicBezTo>
                  <a:lnTo>
                    <a:pt x="99479" y="68750"/>
                  </a:lnTo>
                  <a:cubicBezTo>
                    <a:pt x="98646" y="68750"/>
                    <a:pt x="98073" y="68594"/>
                    <a:pt x="97760" y="68282"/>
                  </a:cubicBezTo>
                  <a:cubicBezTo>
                    <a:pt x="97448" y="67969"/>
                    <a:pt x="97292" y="67396"/>
                    <a:pt x="97292" y="66563"/>
                  </a:cubicBezTo>
                  <a:lnTo>
                    <a:pt x="97292" y="7604"/>
                  </a:lnTo>
                  <a:cubicBezTo>
                    <a:pt x="97292" y="6771"/>
                    <a:pt x="97448" y="6198"/>
                    <a:pt x="97760" y="5885"/>
                  </a:cubicBezTo>
                  <a:cubicBezTo>
                    <a:pt x="98073" y="5573"/>
                    <a:pt x="98646" y="5417"/>
                    <a:pt x="99479" y="5417"/>
                  </a:cubicBezTo>
                  <a:close/>
                  <a:moveTo>
                    <a:pt x="209167" y="4375"/>
                  </a:moveTo>
                  <a:lnTo>
                    <a:pt x="268542" y="4375"/>
                  </a:lnTo>
                  <a:lnTo>
                    <a:pt x="268542" y="11458"/>
                  </a:lnTo>
                  <a:lnTo>
                    <a:pt x="215313" y="11458"/>
                  </a:lnTo>
                  <a:lnTo>
                    <a:pt x="215313" y="27084"/>
                  </a:lnTo>
                  <a:lnTo>
                    <a:pt x="268334" y="27084"/>
                  </a:lnTo>
                  <a:lnTo>
                    <a:pt x="268334" y="34062"/>
                  </a:lnTo>
                  <a:lnTo>
                    <a:pt x="215313" y="34062"/>
                  </a:lnTo>
                  <a:lnTo>
                    <a:pt x="215313" y="49792"/>
                  </a:lnTo>
                  <a:lnTo>
                    <a:pt x="269479" y="49792"/>
                  </a:lnTo>
                  <a:lnTo>
                    <a:pt x="269479" y="56875"/>
                  </a:lnTo>
                  <a:lnTo>
                    <a:pt x="209167" y="56875"/>
                  </a:lnTo>
                  <a:cubicBezTo>
                    <a:pt x="208333" y="56875"/>
                    <a:pt x="207761" y="56719"/>
                    <a:pt x="207448" y="56406"/>
                  </a:cubicBezTo>
                  <a:cubicBezTo>
                    <a:pt x="207135" y="56094"/>
                    <a:pt x="206979" y="55521"/>
                    <a:pt x="206979" y="54688"/>
                  </a:cubicBezTo>
                  <a:lnTo>
                    <a:pt x="206979" y="6562"/>
                  </a:lnTo>
                  <a:cubicBezTo>
                    <a:pt x="206979" y="5729"/>
                    <a:pt x="207135" y="5156"/>
                    <a:pt x="207448" y="4844"/>
                  </a:cubicBezTo>
                  <a:cubicBezTo>
                    <a:pt x="207761" y="4532"/>
                    <a:pt x="208333" y="4375"/>
                    <a:pt x="209167" y="4375"/>
                  </a:cubicBezTo>
                  <a:close/>
                  <a:moveTo>
                    <a:pt x="38021" y="3646"/>
                  </a:moveTo>
                  <a:lnTo>
                    <a:pt x="46875" y="3646"/>
                  </a:lnTo>
                  <a:lnTo>
                    <a:pt x="46875" y="11563"/>
                  </a:lnTo>
                  <a:cubicBezTo>
                    <a:pt x="46875" y="15521"/>
                    <a:pt x="47829" y="19388"/>
                    <a:pt x="49740" y="23177"/>
                  </a:cubicBezTo>
                  <a:cubicBezTo>
                    <a:pt x="51648" y="26966"/>
                    <a:pt x="54201" y="30482"/>
                    <a:pt x="57396" y="33750"/>
                  </a:cubicBezTo>
                  <a:cubicBezTo>
                    <a:pt x="60590" y="36940"/>
                    <a:pt x="64236" y="39779"/>
                    <a:pt x="68333" y="42240"/>
                  </a:cubicBezTo>
                  <a:cubicBezTo>
                    <a:pt x="72430" y="44701"/>
                    <a:pt x="76667" y="46602"/>
                    <a:pt x="81042" y="47917"/>
                  </a:cubicBezTo>
                  <a:lnTo>
                    <a:pt x="75208" y="54063"/>
                  </a:lnTo>
                  <a:cubicBezTo>
                    <a:pt x="72152" y="53021"/>
                    <a:pt x="68975" y="51576"/>
                    <a:pt x="65677" y="49740"/>
                  </a:cubicBezTo>
                  <a:cubicBezTo>
                    <a:pt x="62378" y="47904"/>
                    <a:pt x="59236" y="45729"/>
                    <a:pt x="56250" y="43229"/>
                  </a:cubicBezTo>
                  <a:cubicBezTo>
                    <a:pt x="53263" y="40794"/>
                    <a:pt x="50555" y="38112"/>
                    <a:pt x="48125" y="35156"/>
                  </a:cubicBezTo>
                  <a:cubicBezTo>
                    <a:pt x="45694" y="32201"/>
                    <a:pt x="43854" y="29063"/>
                    <a:pt x="42604" y="25729"/>
                  </a:cubicBezTo>
                  <a:cubicBezTo>
                    <a:pt x="41215" y="28998"/>
                    <a:pt x="39340" y="32084"/>
                    <a:pt x="36979" y="35000"/>
                  </a:cubicBezTo>
                  <a:cubicBezTo>
                    <a:pt x="34617" y="37917"/>
                    <a:pt x="31944" y="40586"/>
                    <a:pt x="28958" y="43021"/>
                  </a:cubicBezTo>
                  <a:cubicBezTo>
                    <a:pt x="25971" y="45456"/>
                    <a:pt x="22829" y="47617"/>
                    <a:pt x="19531" y="49531"/>
                  </a:cubicBezTo>
                  <a:cubicBezTo>
                    <a:pt x="16232" y="51446"/>
                    <a:pt x="13021" y="52982"/>
                    <a:pt x="9896" y="54167"/>
                  </a:cubicBezTo>
                  <a:lnTo>
                    <a:pt x="3646" y="47812"/>
                  </a:lnTo>
                  <a:cubicBezTo>
                    <a:pt x="7812" y="46563"/>
                    <a:pt x="11961" y="44779"/>
                    <a:pt x="16094" y="42448"/>
                  </a:cubicBezTo>
                  <a:cubicBezTo>
                    <a:pt x="20225" y="40118"/>
                    <a:pt x="23888" y="37396"/>
                    <a:pt x="27083" y="34271"/>
                  </a:cubicBezTo>
                  <a:cubicBezTo>
                    <a:pt x="30346" y="31146"/>
                    <a:pt x="32986" y="27657"/>
                    <a:pt x="35000" y="23802"/>
                  </a:cubicBezTo>
                  <a:cubicBezTo>
                    <a:pt x="37013" y="19948"/>
                    <a:pt x="38021" y="15873"/>
                    <a:pt x="38021" y="11563"/>
                  </a:cubicBezTo>
                  <a:close/>
                  <a:moveTo>
                    <a:pt x="155729" y="0"/>
                  </a:moveTo>
                  <a:lnTo>
                    <a:pt x="164063" y="0"/>
                  </a:lnTo>
                  <a:lnTo>
                    <a:pt x="164063" y="32813"/>
                  </a:lnTo>
                  <a:lnTo>
                    <a:pt x="177708" y="32813"/>
                  </a:lnTo>
                  <a:lnTo>
                    <a:pt x="177708" y="40313"/>
                  </a:lnTo>
                  <a:lnTo>
                    <a:pt x="164063" y="40313"/>
                  </a:lnTo>
                  <a:lnTo>
                    <a:pt x="164063" y="92396"/>
                  </a:lnTo>
                  <a:lnTo>
                    <a:pt x="155729" y="92396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4F6488C9-A6F8-474F-830B-1C9F76893D07}"/>
                </a:ext>
              </a:extLst>
            </p:cNvPr>
            <p:cNvSpPr txBox="1"/>
            <p:nvPr/>
          </p:nvSpPr>
          <p:spPr>
            <a:xfrm>
              <a:off x="1436325" y="4228991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스마트</a:t>
              </a:r>
            </a:p>
          </p:txBody>
        </p:sp>
        <p:sp>
          <p:nvSpPr>
            <p:cNvPr id="482" name="자유형: 도형 481">
              <a:extLst>
                <a:ext uri="{FF2B5EF4-FFF2-40B4-BE49-F238E27FC236}">
                  <a16:creationId xmlns:a16="http://schemas.microsoft.com/office/drawing/2014/main" id="{10B91DA9-F52C-459A-976A-7AD74DD48B1F}"/>
                </a:ext>
              </a:extLst>
            </p:cNvPr>
            <p:cNvSpPr/>
            <p:nvPr/>
          </p:nvSpPr>
          <p:spPr>
            <a:xfrm>
              <a:off x="1846812" y="4297510"/>
              <a:ext cx="368333" cy="90937"/>
            </a:xfrm>
            <a:custGeom>
              <a:avLst/>
              <a:gdLst>
                <a:gd name="connsiteX0" fmla="*/ 15000 w 368333"/>
                <a:gd name="connsiteY0" fmla="*/ 67708 h 90937"/>
                <a:gd name="connsiteX1" fmla="*/ 23542 w 368333"/>
                <a:gd name="connsiteY1" fmla="*/ 67708 h 90937"/>
                <a:gd name="connsiteX2" fmla="*/ 23542 w 368333"/>
                <a:gd name="connsiteY2" fmla="*/ 83854 h 90937"/>
                <a:gd name="connsiteX3" fmla="*/ 77396 w 368333"/>
                <a:gd name="connsiteY3" fmla="*/ 83854 h 90937"/>
                <a:gd name="connsiteX4" fmla="*/ 77396 w 368333"/>
                <a:gd name="connsiteY4" fmla="*/ 90937 h 90937"/>
                <a:gd name="connsiteX5" fmla="*/ 17188 w 368333"/>
                <a:gd name="connsiteY5" fmla="*/ 90937 h 90937"/>
                <a:gd name="connsiteX6" fmla="*/ 15469 w 368333"/>
                <a:gd name="connsiteY6" fmla="*/ 90469 h 90937"/>
                <a:gd name="connsiteX7" fmla="*/ 15000 w 368333"/>
                <a:gd name="connsiteY7" fmla="*/ 88750 h 90937"/>
                <a:gd name="connsiteX8" fmla="*/ 106979 w 368333"/>
                <a:gd name="connsiteY8" fmla="*/ 61354 h 90937"/>
                <a:gd name="connsiteX9" fmla="*/ 115417 w 368333"/>
                <a:gd name="connsiteY9" fmla="*/ 61354 h 90937"/>
                <a:gd name="connsiteX10" fmla="*/ 115417 w 368333"/>
                <a:gd name="connsiteY10" fmla="*/ 83854 h 90937"/>
                <a:gd name="connsiteX11" fmla="*/ 169271 w 368333"/>
                <a:gd name="connsiteY11" fmla="*/ 83854 h 90937"/>
                <a:gd name="connsiteX12" fmla="*/ 169271 w 368333"/>
                <a:gd name="connsiteY12" fmla="*/ 90937 h 90937"/>
                <a:gd name="connsiteX13" fmla="*/ 109167 w 368333"/>
                <a:gd name="connsiteY13" fmla="*/ 90937 h 90937"/>
                <a:gd name="connsiteX14" fmla="*/ 107448 w 368333"/>
                <a:gd name="connsiteY14" fmla="*/ 90469 h 90937"/>
                <a:gd name="connsiteX15" fmla="*/ 106979 w 368333"/>
                <a:gd name="connsiteY15" fmla="*/ 88750 h 90937"/>
                <a:gd name="connsiteX16" fmla="*/ 209583 w 368333"/>
                <a:gd name="connsiteY16" fmla="*/ 60833 h 90937"/>
                <a:gd name="connsiteX17" fmla="*/ 218021 w 368333"/>
                <a:gd name="connsiteY17" fmla="*/ 60833 h 90937"/>
                <a:gd name="connsiteX18" fmla="*/ 218021 w 368333"/>
                <a:gd name="connsiteY18" fmla="*/ 83854 h 90937"/>
                <a:gd name="connsiteX19" fmla="*/ 271979 w 368333"/>
                <a:gd name="connsiteY19" fmla="*/ 83854 h 90937"/>
                <a:gd name="connsiteX20" fmla="*/ 271979 w 368333"/>
                <a:gd name="connsiteY20" fmla="*/ 90937 h 90937"/>
                <a:gd name="connsiteX21" fmla="*/ 211771 w 368333"/>
                <a:gd name="connsiteY21" fmla="*/ 90937 h 90937"/>
                <a:gd name="connsiteX22" fmla="*/ 210052 w 368333"/>
                <a:gd name="connsiteY22" fmla="*/ 90469 h 90937"/>
                <a:gd name="connsiteX23" fmla="*/ 209583 w 368333"/>
                <a:gd name="connsiteY23" fmla="*/ 88750 h 90937"/>
                <a:gd name="connsiteX24" fmla="*/ 315625 w 368333"/>
                <a:gd name="connsiteY24" fmla="*/ 57083 h 90937"/>
                <a:gd name="connsiteX25" fmla="*/ 315625 w 368333"/>
                <a:gd name="connsiteY25" fmla="*/ 74375 h 90937"/>
                <a:gd name="connsiteX26" fmla="*/ 337813 w 368333"/>
                <a:gd name="connsiteY26" fmla="*/ 74375 h 90937"/>
                <a:gd name="connsiteX27" fmla="*/ 337813 w 368333"/>
                <a:gd name="connsiteY27" fmla="*/ 57083 h 90937"/>
                <a:gd name="connsiteX28" fmla="*/ 63542 w 368333"/>
                <a:gd name="connsiteY28" fmla="*/ 38542 h 90937"/>
                <a:gd name="connsiteX29" fmla="*/ 63542 w 368333"/>
                <a:gd name="connsiteY29" fmla="*/ 45521 h 90937"/>
                <a:gd name="connsiteX30" fmla="*/ 56719 w 368333"/>
                <a:gd name="connsiteY30" fmla="*/ 46458 h 90937"/>
                <a:gd name="connsiteX31" fmla="*/ 48125 w 368333"/>
                <a:gd name="connsiteY31" fmla="*/ 47187 h 90937"/>
                <a:gd name="connsiteX32" fmla="*/ 38646 w 368333"/>
                <a:gd name="connsiteY32" fmla="*/ 47708 h 90937"/>
                <a:gd name="connsiteX33" fmla="*/ 29271 w 368333"/>
                <a:gd name="connsiteY33" fmla="*/ 47917 h 90937"/>
                <a:gd name="connsiteX34" fmla="*/ 29271 w 368333"/>
                <a:gd name="connsiteY34" fmla="*/ 62812 h 90937"/>
                <a:gd name="connsiteX35" fmla="*/ 21042 w 368333"/>
                <a:gd name="connsiteY35" fmla="*/ 62812 h 90937"/>
                <a:gd name="connsiteX36" fmla="*/ 21042 w 368333"/>
                <a:gd name="connsiteY36" fmla="*/ 48125 h 90937"/>
                <a:gd name="connsiteX37" fmla="*/ 0 w 368333"/>
                <a:gd name="connsiteY37" fmla="*/ 48125 h 90937"/>
                <a:gd name="connsiteX38" fmla="*/ 0 w 368333"/>
                <a:gd name="connsiteY38" fmla="*/ 41146 h 90937"/>
                <a:gd name="connsiteX39" fmla="*/ 27708 w 368333"/>
                <a:gd name="connsiteY39" fmla="*/ 41146 h 90937"/>
                <a:gd name="connsiteX40" fmla="*/ 36563 w 368333"/>
                <a:gd name="connsiteY40" fmla="*/ 40937 h 90937"/>
                <a:gd name="connsiteX41" fmla="*/ 46875 w 368333"/>
                <a:gd name="connsiteY41" fmla="*/ 40312 h 90937"/>
                <a:gd name="connsiteX42" fmla="*/ 56510 w 368333"/>
                <a:gd name="connsiteY42" fmla="*/ 39479 h 90937"/>
                <a:gd name="connsiteX43" fmla="*/ 63542 w 368333"/>
                <a:gd name="connsiteY43" fmla="*/ 38542 h 90937"/>
                <a:gd name="connsiteX44" fmla="*/ 243333 w 368333"/>
                <a:gd name="connsiteY44" fmla="*/ 18333 h 90937"/>
                <a:gd name="connsiteX45" fmla="*/ 244167 w 368333"/>
                <a:gd name="connsiteY45" fmla="*/ 22187 h 90937"/>
                <a:gd name="connsiteX46" fmla="*/ 244479 w 368333"/>
                <a:gd name="connsiteY46" fmla="*/ 26250 h 90937"/>
                <a:gd name="connsiteX47" fmla="*/ 244219 w 368333"/>
                <a:gd name="connsiteY47" fmla="*/ 29531 h 90937"/>
                <a:gd name="connsiteX48" fmla="*/ 243646 w 368333"/>
                <a:gd name="connsiteY48" fmla="*/ 32708 h 90937"/>
                <a:gd name="connsiteX49" fmla="*/ 261354 w 368333"/>
                <a:gd name="connsiteY49" fmla="*/ 32708 h 90937"/>
                <a:gd name="connsiteX50" fmla="*/ 261354 w 368333"/>
                <a:gd name="connsiteY50" fmla="*/ 18333 h 90937"/>
                <a:gd name="connsiteX51" fmla="*/ 220104 w 368333"/>
                <a:gd name="connsiteY51" fmla="*/ 8854 h 90937"/>
                <a:gd name="connsiteX52" fmla="*/ 208438 w 368333"/>
                <a:gd name="connsiteY52" fmla="*/ 13958 h 90937"/>
                <a:gd name="connsiteX53" fmla="*/ 204271 w 368333"/>
                <a:gd name="connsiteY53" fmla="*/ 26250 h 90937"/>
                <a:gd name="connsiteX54" fmla="*/ 208438 w 368333"/>
                <a:gd name="connsiteY54" fmla="*/ 38437 h 90937"/>
                <a:gd name="connsiteX55" fmla="*/ 220104 w 368333"/>
                <a:gd name="connsiteY55" fmla="*/ 43437 h 90937"/>
                <a:gd name="connsiteX56" fmla="*/ 231771 w 368333"/>
                <a:gd name="connsiteY56" fmla="*/ 38437 h 90937"/>
                <a:gd name="connsiteX57" fmla="*/ 235938 w 368333"/>
                <a:gd name="connsiteY57" fmla="*/ 26250 h 90937"/>
                <a:gd name="connsiteX58" fmla="*/ 231771 w 368333"/>
                <a:gd name="connsiteY58" fmla="*/ 13958 h 90937"/>
                <a:gd name="connsiteX59" fmla="*/ 220104 w 368333"/>
                <a:gd name="connsiteY59" fmla="*/ 8854 h 90937"/>
                <a:gd name="connsiteX60" fmla="*/ 29896 w 368333"/>
                <a:gd name="connsiteY60" fmla="*/ 7083 h 90937"/>
                <a:gd name="connsiteX61" fmla="*/ 18385 w 368333"/>
                <a:gd name="connsiteY61" fmla="*/ 10208 h 90937"/>
                <a:gd name="connsiteX62" fmla="*/ 15208 w 368333"/>
                <a:gd name="connsiteY62" fmla="*/ 17708 h 90937"/>
                <a:gd name="connsiteX63" fmla="*/ 18438 w 368333"/>
                <a:gd name="connsiteY63" fmla="*/ 25052 h 90937"/>
                <a:gd name="connsiteX64" fmla="*/ 29896 w 368333"/>
                <a:gd name="connsiteY64" fmla="*/ 27916 h 90937"/>
                <a:gd name="connsiteX65" fmla="*/ 41302 w 368333"/>
                <a:gd name="connsiteY65" fmla="*/ 25052 h 90937"/>
                <a:gd name="connsiteX66" fmla="*/ 44583 w 368333"/>
                <a:gd name="connsiteY66" fmla="*/ 17708 h 90937"/>
                <a:gd name="connsiteX67" fmla="*/ 41354 w 368333"/>
                <a:gd name="connsiteY67" fmla="*/ 10156 h 90937"/>
                <a:gd name="connsiteX68" fmla="*/ 29896 w 368333"/>
                <a:gd name="connsiteY68" fmla="*/ 7083 h 90937"/>
                <a:gd name="connsiteX69" fmla="*/ 294896 w 368333"/>
                <a:gd name="connsiteY69" fmla="*/ 4896 h 90937"/>
                <a:gd name="connsiteX70" fmla="*/ 353542 w 368333"/>
                <a:gd name="connsiteY70" fmla="*/ 4896 h 90937"/>
                <a:gd name="connsiteX71" fmla="*/ 355261 w 368333"/>
                <a:gd name="connsiteY71" fmla="*/ 5364 h 90937"/>
                <a:gd name="connsiteX72" fmla="*/ 355729 w 368333"/>
                <a:gd name="connsiteY72" fmla="*/ 7083 h 90937"/>
                <a:gd name="connsiteX73" fmla="*/ 355729 w 368333"/>
                <a:gd name="connsiteY73" fmla="*/ 32396 h 90937"/>
                <a:gd name="connsiteX74" fmla="*/ 355261 w 368333"/>
                <a:gd name="connsiteY74" fmla="*/ 34115 h 90937"/>
                <a:gd name="connsiteX75" fmla="*/ 353542 w 368333"/>
                <a:gd name="connsiteY75" fmla="*/ 34583 h 90937"/>
                <a:gd name="connsiteX76" fmla="*/ 303021 w 368333"/>
                <a:gd name="connsiteY76" fmla="*/ 34583 h 90937"/>
                <a:gd name="connsiteX77" fmla="*/ 303021 w 368333"/>
                <a:gd name="connsiteY77" fmla="*/ 50104 h 90937"/>
                <a:gd name="connsiteX78" fmla="*/ 358750 w 368333"/>
                <a:gd name="connsiteY78" fmla="*/ 50104 h 90937"/>
                <a:gd name="connsiteX79" fmla="*/ 358750 w 368333"/>
                <a:gd name="connsiteY79" fmla="*/ 57083 h 90937"/>
                <a:gd name="connsiteX80" fmla="*/ 346042 w 368333"/>
                <a:gd name="connsiteY80" fmla="*/ 57083 h 90937"/>
                <a:gd name="connsiteX81" fmla="*/ 346042 w 368333"/>
                <a:gd name="connsiteY81" fmla="*/ 74375 h 90937"/>
                <a:gd name="connsiteX82" fmla="*/ 368334 w 368333"/>
                <a:gd name="connsiteY82" fmla="*/ 74375 h 90937"/>
                <a:gd name="connsiteX83" fmla="*/ 368334 w 368333"/>
                <a:gd name="connsiteY83" fmla="*/ 81458 h 90937"/>
                <a:gd name="connsiteX84" fmla="*/ 283438 w 368333"/>
                <a:gd name="connsiteY84" fmla="*/ 81458 h 90937"/>
                <a:gd name="connsiteX85" fmla="*/ 283438 w 368333"/>
                <a:gd name="connsiteY85" fmla="*/ 74375 h 90937"/>
                <a:gd name="connsiteX86" fmla="*/ 307604 w 368333"/>
                <a:gd name="connsiteY86" fmla="*/ 74375 h 90937"/>
                <a:gd name="connsiteX87" fmla="*/ 307604 w 368333"/>
                <a:gd name="connsiteY87" fmla="*/ 57083 h 90937"/>
                <a:gd name="connsiteX88" fmla="*/ 297188 w 368333"/>
                <a:gd name="connsiteY88" fmla="*/ 57083 h 90937"/>
                <a:gd name="connsiteX89" fmla="*/ 295469 w 368333"/>
                <a:gd name="connsiteY89" fmla="*/ 56615 h 90937"/>
                <a:gd name="connsiteX90" fmla="*/ 295000 w 368333"/>
                <a:gd name="connsiteY90" fmla="*/ 54896 h 90937"/>
                <a:gd name="connsiteX91" fmla="*/ 295000 w 368333"/>
                <a:gd name="connsiteY91" fmla="*/ 29896 h 90937"/>
                <a:gd name="connsiteX92" fmla="*/ 295469 w 368333"/>
                <a:gd name="connsiteY92" fmla="*/ 28177 h 90937"/>
                <a:gd name="connsiteX93" fmla="*/ 297188 w 368333"/>
                <a:gd name="connsiteY93" fmla="*/ 27708 h 90937"/>
                <a:gd name="connsiteX94" fmla="*/ 347604 w 368333"/>
                <a:gd name="connsiteY94" fmla="*/ 27708 h 90937"/>
                <a:gd name="connsiteX95" fmla="*/ 347604 w 368333"/>
                <a:gd name="connsiteY95" fmla="*/ 11875 h 90937"/>
                <a:gd name="connsiteX96" fmla="*/ 294896 w 368333"/>
                <a:gd name="connsiteY96" fmla="*/ 11875 h 90937"/>
                <a:gd name="connsiteX97" fmla="*/ 95313 w 368333"/>
                <a:gd name="connsiteY97" fmla="*/ 4791 h 90937"/>
                <a:gd name="connsiteX98" fmla="*/ 140313 w 368333"/>
                <a:gd name="connsiteY98" fmla="*/ 4791 h 90937"/>
                <a:gd name="connsiteX99" fmla="*/ 140313 w 368333"/>
                <a:gd name="connsiteY99" fmla="*/ 11771 h 90937"/>
                <a:gd name="connsiteX100" fmla="*/ 122083 w 368333"/>
                <a:gd name="connsiteY100" fmla="*/ 11771 h 90937"/>
                <a:gd name="connsiteX101" fmla="*/ 122083 w 368333"/>
                <a:gd name="connsiteY101" fmla="*/ 17500 h 90937"/>
                <a:gd name="connsiteX102" fmla="*/ 123802 w 368333"/>
                <a:gd name="connsiteY102" fmla="*/ 27135 h 90937"/>
                <a:gd name="connsiteX103" fmla="*/ 128333 w 368333"/>
                <a:gd name="connsiteY103" fmla="*/ 35104 h 90937"/>
                <a:gd name="connsiteX104" fmla="*/ 136563 w 368333"/>
                <a:gd name="connsiteY104" fmla="*/ 43021 h 90937"/>
                <a:gd name="connsiteX105" fmla="*/ 146042 w 368333"/>
                <a:gd name="connsiteY105" fmla="*/ 47812 h 90937"/>
                <a:gd name="connsiteX106" fmla="*/ 143021 w 368333"/>
                <a:gd name="connsiteY106" fmla="*/ 51041 h 90937"/>
                <a:gd name="connsiteX107" fmla="*/ 140625 w 368333"/>
                <a:gd name="connsiteY107" fmla="*/ 54062 h 90937"/>
                <a:gd name="connsiteX108" fmla="*/ 134531 w 368333"/>
                <a:gd name="connsiteY108" fmla="*/ 50677 h 90937"/>
                <a:gd name="connsiteX109" fmla="*/ 128125 w 368333"/>
                <a:gd name="connsiteY109" fmla="*/ 45729 h 90937"/>
                <a:gd name="connsiteX110" fmla="*/ 122448 w 368333"/>
                <a:gd name="connsiteY110" fmla="*/ 40052 h 90937"/>
                <a:gd name="connsiteX111" fmla="*/ 117917 w 368333"/>
                <a:gd name="connsiteY111" fmla="*/ 33125 h 90937"/>
                <a:gd name="connsiteX112" fmla="*/ 114219 w 368333"/>
                <a:gd name="connsiteY112" fmla="*/ 40469 h 90937"/>
                <a:gd name="connsiteX113" fmla="*/ 109167 w 368333"/>
                <a:gd name="connsiteY113" fmla="*/ 46771 h 90937"/>
                <a:gd name="connsiteX114" fmla="*/ 102448 w 368333"/>
                <a:gd name="connsiteY114" fmla="*/ 52344 h 90937"/>
                <a:gd name="connsiteX115" fmla="*/ 95104 w 368333"/>
                <a:gd name="connsiteY115" fmla="*/ 56771 h 90937"/>
                <a:gd name="connsiteX116" fmla="*/ 92135 w 368333"/>
                <a:gd name="connsiteY116" fmla="*/ 53958 h 90937"/>
                <a:gd name="connsiteX117" fmla="*/ 88750 w 368333"/>
                <a:gd name="connsiteY117" fmla="*/ 51041 h 90937"/>
                <a:gd name="connsiteX118" fmla="*/ 99323 w 368333"/>
                <a:gd name="connsiteY118" fmla="*/ 44896 h 90937"/>
                <a:gd name="connsiteX119" fmla="*/ 107813 w 368333"/>
                <a:gd name="connsiteY119" fmla="*/ 36146 h 90937"/>
                <a:gd name="connsiteX120" fmla="*/ 112135 w 368333"/>
                <a:gd name="connsiteY120" fmla="*/ 27604 h 90937"/>
                <a:gd name="connsiteX121" fmla="*/ 113750 w 368333"/>
                <a:gd name="connsiteY121" fmla="*/ 17396 h 90937"/>
                <a:gd name="connsiteX122" fmla="*/ 113750 w 368333"/>
                <a:gd name="connsiteY122" fmla="*/ 11771 h 90937"/>
                <a:gd name="connsiteX123" fmla="*/ 95313 w 368333"/>
                <a:gd name="connsiteY123" fmla="*/ 11771 h 90937"/>
                <a:gd name="connsiteX124" fmla="*/ 67396 w 368333"/>
                <a:gd name="connsiteY124" fmla="*/ 625 h 90937"/>
                <a:gd name="connsiteX125" fmla="*/ 75417 w 368333"/>
                <a:gd name="connsiteY125" fmla="*/ 625 h 90937"/>
                <a:gd name="connsiteX126" fmla="*/ 75417 w 368333"/>
                <a:gd name="connsiteY126" fmla="*/ 70938 h 90937"/>
                <a:gd name="connsiteX127" fmla="*/ 67396 w 368333"/>
                <a:gd name="connsiteY127" fmla="*/ 70938 h 90937"/>
                <a:gd name="connsiteX128" fmla="*/ 67396 w 368333"/>
                <a:gd name="connsiteY128" fmla="*/ 61979 h 90937"/>
                <a:gd name="connsiteX129" fmla="*/ 45521 w 368333"/>
                <a:gd name="connsiteY129" fmla="*/ 61979 h 90937"/>
                <a:gd name="connsiteX130" fmla="*/ 45521 w 368333"/>
                <a:gd name="connsiteY130" fmla="*/ 55312 h 90937"/>
                <a:gd name="connsiteX131" fmla="*/ 67396 w 368333"/>
                <a:gd name="connsiteY131" fmla="*/ 55312 h 90937"/>
                <a:gd name="connsiteX132" fmla="*/ 261354 w 368333"/>
                <a:gd name="connsiteY132" fmla="*/ 521 h 90937"/>
                <a:gd name="connsiteX133" fmla="*/ 269479 w 368333"/>
                <a:gd name="connsiteY133" fmla="*/ 521 h 90937"/>
                <a:gd name="connsiteX134" fmla="*/ 269479 w 368333"/>
                <a:gd name="connsiteY134" fmla="*/ 68333 h 90937"/>
                <a:gd name="connsiteX135" fmla="*/ 261354 w 368333"/>
                <a:gd name="connsiteY135" fmla="*/ 68333 h 90937"/>
                <a:gd name="connsiteX136" fmla="*/ 261354 w 368333"/>
                <a:gd name="connsiteY136" fmla="*/ 39687 h 90937"/>
                <a:gd name="connsiteX137" fmla="*/ 240729 w 368333"/>
                <a:gd name="connsiteY137" fmla="*/ 39687 h 90937"/>
                <a:gd name="connsiteX138" fmla="*/ 232240 w 368333"/>
                <a:gd name="connsiteY138" fmla="*/ 47865 h 90937"/>
                <a:gd name="connsiteX139" fmla="*/ 220104 w 368333"/>
                <a:gd name="connsiteY139" fmla="*/ 50937 h 90937"/>
                <a:gd name="connsiteX140" fmla="*/ 210208 w 368333"/>
                <a:gd name="connsiteY140" fmla="*/ 49010 h 90937"/>
                <a:gd name="connsiteX141" fmla="*/ 202604 w 368333"/>
                <a:gd name="connsiteY141" fmla="*/ 43646 h 90937"/>
                <a:gd name="connsiteX142" fmla="*/ 197604 w 368333"/>
                <a:gd name="connsiteY142" fmla="*/ 35833 h 90937"/>
                <a:gd name="connsiteX143" fmla="*/ 195833 w 368333"/>
                <a:gd name="connsiteY143" fmla="*/ 26250 h 90937"/>
                <a:gd name="connsiteX144" fmla="*/ 197604 w 368333"/>
                <a:gd name="connsiteY144" fmla="*/ 16667 h 90937"/>
                <a:gd name="connsiteX145" fmla="*/ 202604 w 368333"/>
                <a:gd name="connsiteY145" fmla="*/ 8750 h 90937"/>
                <a:gd name="connsiteX146" fmla="*/ 210208 w 368333"/>
                <a:gd name="connsiteY146" fmla="*/ 3437 h 90937"/>
                <a:gd name="connsiteX147" fmla="*/ 220104 w 368333"/>
                <a:gd name="connsiteY147" fmla="*/ 1458 h 90937"/>
                <a:gd name="connsiteX148" fmla="*/ 231458 w 368333"/>
                <a:gd name="connsiteY148" fmla="*/ 4166 h 90937"/>
                <a:gd name="connsiteX149" fmla="*/ 239792 w 368333"/>
                <a:gd name="connsiteY149" fmla="*/ 11354 h 90937"/>
                <a:gd name="connsiteX150" fmla="*/ 261354 w 368333"/>
                <a:gd name="connsiteY150" fmla="*/ 11354 h 90937"/>
                <a:gd name="connsiteX151" fmla="*/ 158542 w 368333"/>
                <a:gd name="connsiteY151" fmla="*/ 521 h 90937"/>
                <a:gd name="connsiteX152" fmla="*/ 166667 w 368333"/>
                <a:gd name="connsiteY152" fmla="*/ 521 h 90937"/>
                <a:gd name="connsiteX153" fmla="*/ 166667 w 368333"/>
                <a:gd name="connsiteY153" fmla="*/ 68229 h 90937"/>
                <a:gd name="connsiteX154" fmla="*/ 158542 w 368333"/>
                <a:gd name="connsiteY154" fmla="*/ 68229 h 90937"/>
                <a:gd name="connsiteX155" fmla="*/ 158542 w 368333"/>
                <a:gd name="connsiteY155" fmla="*/ 29583 h 90937"/>
                <a:gd name="connsiteX156" fmla="*/ 139271 w 368333"/>
                <a:gd name="connsiteY156" fmla="*/ 29583 h 90937"/>
                <a:gd name="connsiteX157" fmla="*/ 139271 w 368333"/>
                <a:gd name="connsiteY157" fmla="*/ 22291 h 90937"/>
                <a:gd name="connsiteX158" fmla="*/ 158542 w 368333"/>
                <a:gd name="connsiteY158" fmla="*/ 22291 h 90937"/>
                <a:gd name="connsiteX159" fmla="*/ 29896 w 368333"/>
                <a:gd name="connsiteY159" fmla="*/ 0 h 90937"/>
                <a:gd name="connsiteX160" fmla="*/ 46979 w 368333"/>
                <a:gd name="connsiteY160" fmla="*/ 5104 h 90937"/>
                <a:gd name="connsiteX161" fmla="*/ 52917 w 368333"/>
                <a:gd name="connsiteY161" fmla="*/ 17708 h 90937"/>
                <a:gd name="connsiteX162" fmla="*/ 46927 w 368333"/>
                <a:gd name="connsiteY162" fmla="*/ 30208 h 90937"/>
                <a:gd name="connsiteX163" fmla="*/ 29896 w 368333"/>
                <a:gd name="connsiteY163" fmla="*/ 34896 h 90937"/>
                <a:gd name="connsiteX164" fmla="*/ 12917 w 368333"/>
                <a:gd name="connsiteY164" fmla="*/ 30052 h 90937"/>
                <a:gd name="connsiteX165" fmla="*/ 7083 w 368333"/>
                <a:gd name="connsiteY165" fmla="*/ 17708 h 90937"/>
                <a:gd name="connsiteX166" fmla="*/ 12865 w 368333"/>
                <a:gd name="connsiteY166" fmla="*/ 5260 h 90937"/>
                <a:gd name="connsiteX167" fmla="*/ 29896 w 368333"/>
                <a:gd name="connsiteY167" fmla="*/ 0 h 90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</a:cxnLst>
              <a:rect l="l" t="t" r="r" b="b"/>
              <a:pathLst>
                <a:path w="368333" h="90937">
                  <a:moveTo>
                    <a:pt x="15000" y="67708"/>
                  </a:moveTo>
                  <a:lnTo>
                    <a:pt x="23542" y="67708"/>
                  </a:lnTo>
                  <a:lnTo>
                    <a:pt x="23542" y="83854"/>
                  </a:lnTo>
                  <a:lnTo>
                    <a:pt x="77396" y="83854"/>
                  </a:lnTo>
                  <a:lnTo>
                    <a:pt x="77396" y="90937"/>
                  </a:lnTo>
                  <a:lnTo>
                    <a:pt x="17188" y="90937"/>
                  </a:lnTo>
                  <a:cubicBezTo>
                    <a:pt x="16354" y="90937"/>
                    <a:pt x="15781" y="90781"/>
                    <a:pt x="15469" y="90469"/>
                  </a:cubicBezTo>
                  <a:cubicBezTo>
                    <a:pt x="15156" y="90156"/>
                    <a:pt x="15000" y="89583"/>
                    <a:pt x="15000" y="88750"/>
                  </a:cubicBezTo>
                  <a:close/>
                  <a:moveTo>
                    <a:pt x="106979" y="61354"/>
                  </a:moveTo>
                  <a:lnTo>
                    <a:pt x="115417" y="61354"/>
                  </a:lnTo>
                  <a:lnTo>
                    <a:pt x="115417" y="83854"/>
                  </a:lnTo>
                  <a:lnTo>
                    <a:pt x="169271" y="83854"/>
                  </a:lnTo>
                  <a:lnTo>
                    <a:pt x="169271" y="90937"/>
                  </a:lnTo>
                  <a:lnTo>
                    <a:pt x="109167" y="90937"/>
                  </a:lnTo>
                  <a:cubicBezTo>
                    <a:pt x="108333" y="90937"/>
                    <a:pt x="107760" y="90781"/>
                    <a:pt x="107448" y="90469"/>
                  </a:cubicBezTo>
                  <a:cubicBezTo>
                    <a:pt x="107135" y="90156"/>
                    <a:pt x="106979" y="89583"/>
                    <a:pt x="106979" y="88750"/>
                  </a:cubicBezTo>
                  <a:close/>
                  <a:moveTo>
                    <a:pt x="209583" y="60833"/>
                  </a:moveTo>
                  <a:lnTo>
                    <a:pt x="218021" y="60833"/>
                  </a:lnTo>
                  <a:lnTo>
                    <a:pt x="218021" y="83854"/>
                  </a:lnTo>
                  <a:lnTo>
                    <a:pt x="271979" y="83854"/>
                  </a:lnTo>
                  <a:lnTo>
                    <a:pt x="271979" y="90937"/>
                  </a:lnTo>
                  <a:lnTo>
                    <a:pt x="211771" y="90937"/>
                  </a:lnTo>
                  <a:cubicBezTo>
                    <a:pt x="210938" y="90937"/>
                    <a:pt x="210365" y="90781"/>
                    <a:pt x="210052" y="90469"/>
                  </a:cubicBezTo>
                  <a:cubicBezTo>
                    <a:pt x="209740" y="90156"/>
                    <a:pt x="209583" y="89583"/>
                    <a:pt x="209583" y="88750"/>
                  </a:cubicBezTo>
                  <a:close/>
                  <a:moveTo>
                    <a:pt x="315625" y="57083"/>
                  </a:moveTo>
                  <a:lnTo>
                    <a:pt x="315625" y="74375"/>
                  </a:lnTo>
                  <a:lnTo>
                    <a:pt x="337813" y="74375"/>
                  </a:lnTo>
                  <a:lnTo>
                    <a:pt x="337813" y="57083"/>
                  </a:lnTo>
                  <a:close/>
                  <a:moveTo>
                    <a:pt x="63542" y="38542"/>
                  </a:moveTo>
                  <a:lnTo>
                    <a:pt x="63542" y="45521"/>
                  </a:lnTo>
                  <a:cubicBezTo>
                    <a:pt x="61667" y="45872"/>
                    <a:pt x="59388" y="46185"/>
                    <a:pt x="56719" y="46458"/>
                  </a:cubicBezTo>
                  <a:cubicBezTo>
                    <a:pt x="54050" y="46732"/>
                    <a:pt x="51185" y="46979"/>
                    <a:pt x="48125" y="47187"/>
                  </a:cubicBezTo>
                  <a:cubicBezTo>
                    <a:pt x="45065" y="47396"/>
                    <a:pt x="41914" y="47565"/>
                    <a:pt x="38646" y="47708"/>
                  </a:cubicBezTo>
                  <a:cubicBezTo>
                    <a:pt x="35378" y="47851"/>
                    <a:pt x="32253" y="47917"/>
                    <a:pt x="29271" y="47917"/>
                  </a:cubicBezTo>
                  <a:lnTo>
                    <a:pt x="29271" y="62812"/>
                  </a:lnTo>
                  <a:lnTo>
                    <a:pt x="21042" y="62812"/>
                  </a:lnTo>
                  <a:lnTo>
                    <a:pt x="21042" y="48125"/>
                  </a:lnTo>
                  <a:lnTo>
                    <a:pt x="0" y="48125"/>
                  </a:lnTo>
                  <a:lnTo>
                    <a:pt x="0" y="41146"/>
                  </a:lnTo>
                  <a:lnTo>
                    <a:pt x="27708" y="41146"/>
                  </a:lnTo>
                  <a:cubicBezTo>
                    <a:pt x="30208" y="41146"/>
                    <a:pt x="33164" y="41081"/>
                    <a:pt x="36563" y="40937"/>
                  </a:cubicBezTo>
                  <a:cubicBezTo>
                    <a:pt x="39961" y="40794"/>
                    <a:pt x="43398" y="40586"/>
                    <a:pt x="46875" y="40312"/>
                  </a:cubicBezTo>
                  <a:cubicBezTo>
                    <a:pt x="50273" y="40039"/>
                    <a:pt x="53490" y="39752"/>
                    <a:pt x="56510" y="39479"/>
                  </a:cubicBezTo>
                  <a:cubicBezTo>
                    <a:pt x="59531" y="39206"/>
                    <a:pt x="61875" y="38893"/>
                    <a:pt x="63542" y="38542"/>
                  </a:cubicBezTo>
                  <a:close/>
                  <a:moveTo>
                    <a:pt x="243333" y="18333"/>
                  </a:moveTo>
                  <a:cubicBezTo>
                    <a:pt x="243685" y="19583"/>
                    <a:pt x="243958" y="20872"/>
                    <a:pt x="244167" y="22187"/>
                  </a:cubicBezTo>
                  <a:cubicBezTo>
                    <a:pt x="244375" y="23503"/>
                    <a:pt x="244479" y="24857"/>
                    <a:pt x="244479" y="26250"/>
                  </a:cubicBezTo>
                  <a:cubicBezTo>
                    <a:pt x="244479" y="27357"/>
                    <a:pt x="244388" y="28451"/>
                    <a:pt x="244219" y="29531"/>
                  </a:cubicBezTo>
                  <a:cubicBezTo>
                    <a:pt x="244050" y="30612"/>
                    <a:pt x="243854" y="31666"/>
                    <a:pt x="243646" y="32708"/>
                  </a:cubicBezTo>
                  <a:lnTo>
                    <a:pt x="261354" y="32708"/>
                  </a:lnTo>
                  <a:lnTo>
                    <a:pt x="261354" y="18333"/>
                  </a:lnTo>
                  <a:close/>
                  <a:moveTo>
                    <a:pt x="220104" y="8854"/>
                  </a:moveTo>
                  <a:cubicBezTo>
                    <a:pt x="215104" y="8854"/>
                    <a:pt x="211211" y="10560"/>
                    <a:pt x="208438" y="13958"/>
                  </a:cubicBezTo>
                  <a:cubicBezTo>
                    <a:pt x="205664" y="17356"/>
                    <a:pt x="204271" y="21458"/>
                    <a:pt x="204271" y="26250"/>
                  </a:cubicBezTo>
                  <a:cubicBezTo>
                    <a:pt x="204271" y="31042"/>
                    <a:pt x="205664" y="35104"/>
                    <a:pt x="208438" y="38437"/>
                  </a:cubicBezTo>
                  <a:cubicBezTo>
                    <a:pt x="211211" y="41771"/>
                    <a:pt x="215104" y="43437"/>
                    <a:pt x="220104" y="43437"/>
                  </a:cubicBezTo>
                  <a:cubicBezTo>
                    <a:pt x="225104" y="43437"/>
                    <a:pt x="228997" y="41771"/>
                    <a:pt x="231771" y="38437"/>
                  </a:cubicBezTo>
                  <a:cubicBezTo>
                    <a:pt x="234544" y="35104"/>
                    <a:pt x="235938" y="31042"/>
                    <a:pt x="235938" y="26250"/>
                  </a:cubicBezTo>
                  <a:cubicBezTo>
                    <a:pt x="235938" y="21458"/>
                    <a:pt x="234544" y="17356"/>
                    <a:pt x="231771" y="13958"/>
                  </a:cubicBezTo>
                  <a:cubicBezTo>
                    <a:pt x="228997" y="10560"/>
                    <a:pt x="225104" y="8854"/>
                    <a:pt x="220104" y="8854"/>
                  </a:cubicBezTo>
                  <a:close/>
                  <a:moveTo>
                    <a:pt x="29896" y="7083"/>
                  </a:moveTo>
                  <a:cubicBezTo>
                    <a:pt x="24336" y="7083"/>
                    <a:pt x="20508" y="8125"/>
                    <a:pt x="18385" y="10208"/>
                  </a:cubicBezTo>
                  <a:cubicBezTo>
                    <a:pt x="16263" y="12292"/>
                    <a:pt x="15208" y="14791"/>
                    <a:pt x="15208" y="17708"/>
                  </a:cubicBezTo>
                  <a:cubicBezTo>
                    <a:pt x="15208" y="20690"/>
                    <a:pt x="16289" y="23138"/>
                    <a:pt x="18438" y="25052"/>
                  </a:cubicBezTo>
                  <a:cubicBezTo>
                    <a:pt x="20586" y="26966"/>
                    <a:pt x="24414" y="27916"/>
                    <a:pt x="29896" y="27916"/>
                  </a:cubicBezTo>
                  <a:cubicBezTo>
                    <a:pt x="35312" y="27916"/>
                    <a:pt x="39115" y="26966"/>
                    <a:pt x="41302" y="25052"/>
                  </a:cubicBezTo>
                  <a:cubicBezTo>
                    <a:pt x="43490" y="23138"/>
                    <a:pt x="44583" y="20690"/>
                    <a:pt x="44583" y="17708"/>
                  </a:cubicBezTo>
                  <a:cubicBezTo>
                    <a:pt x="44583" y="14726"/>
                    <a:pt x="43503" y="12200"/>
                    <a:pt x="41354" y="10156"/>
                  </a:cubicBezTo>
                  <a:cubicBezTo>
                    <a:pt x="39206" y="8112"/>
                    <a:pt x="35378" y="7083"/>
                    <a:pt x="29896" y="7083"/>
                  </a:cubicBezTo>
                  <a:close/>
                  <a:moveTo>
                    <a:pt x="294896" y="4896"/>
                  </a:moveTo>
                  <a:lnTo>
                    <a:pt x="353542" y="4896"/>
                  </a:lnTo>
                  <a:cubicBezTo>
                    <a:pt x="354375" y="4896"/>
                    <a:pt x="354948" y="5052"/>
                    <a:pt x="355261" y="5364"/>
                  </a:cubicBezTo>
                  <a:cubicBezTo>
                    <a:pt x="355573" y="5677"/>
                    <a:pt x="355729" y="6250"/>
                    <a:pt x="355729" y="7083"/>
                  </a:cubicBezTo>
                  <a:lnTo>
                    <a:pt x="355729" y="32396"/>
                  </a:lnTo>
                  <a:cubicBezTo>
                    <a:pt x="355729" y="33229"/>
                    <a:pt x="355573" y="33802"/>
                    <a:pt x="355261" y="34115"/>
                  </a:cubicBezTo>
                  <a:cubicBezTo>
                    <a:pt x="354948" y="34427"/>
                    <a:pt x="354375" y="34583"/>
                    <a:pt x="353542" y="34583"/>
                  </a:cubicBezTo>
                  <a:lnTo>
                    <a:pt x="303021" y="34583"/>
                  </a:lnTo>
                  <a:lnTo>
                    <a:pt x="303021" y="50104"/>
                  </a:lnTo>
                  <a:lnTo>
                    <a:pt x="358750" y="50104"/>
                  </a:lnTo>
                  <a:lnTo>
                    <a:pt x="358750" y="57083"/>
                  </a:lnTo>
                  <a:lnTo>
                    <a:pt x="346042" y="57083"/>
                  </a:lnTo>
                  <a:lnTo>
                    <a:pt x="346042" y="74375"/>
                  </a:lnTo>
                  <a:lnTo>
                    <a:pt x="368334" y="74375"/>
                  </a:lnTo>
                  <a:lnTo>
                    <a:pt x="368334" y="81458"/>
                  </a:lnTo>
                  <a:lnTo>
                    <a:pt x="283438" y="81458"/>
                  </a:lnTo>
                  <a:lnTo>
                    <a:pt x="283438" y="74375"/>
                  </a:lnTo>
                  <a:lnTo>
                    <a:pt x="307604" y="74375"/>
                  </a:lnTo>
                  <a:lnTo>
                    <a:pt x="307604" y="57083"/>
                  </a:lnTo>
                  <a:lnTo>
                    <a:pt x="297188" y="57083"/>
                  </a:lnTo>
                  <a:cubicBezTo>
                    <a:pt x="296354" y="57083"/>
                    <a:pt x="295781" y="56927"/>
                    <a:pt x="295469" y="56615"/>
                  </a:cubicBezTo>
                  <a:cubicBezTo>
                    <a:pt x="295156" y="56302"/>
                    <a:pt x="295000" y="55729"/>
                    <a:pt x="295000" y="54896"/>
                  </a:cubicBezTo>
                  <a:lnTo>
                    <a:pt x="295000" y="29896"/>
                  </a:lnTo>
                  <a:cubicBezTo>
                    <a:pt x="295000" y="29062"/>
                    <a:pt x="295156" y="28489"/>
                    <a:pt x="295469" y="28177"/>
                  </a:cubicBezTo>
                  <a:cubicBezTo>
                    <a:pt x="295781" y="27864"/>
                    <a:pt x="296354" y="27708"/>
                    <a:pt x="297188" y="27708"/>
                  </a:cubicBezTo>
                  <a:lnTo>
                    <a:pt x="347604" y="27708"/>
                  </a:lnTo>
                  <a:lnTo>
                    <a:pt x="347604" y="11875"/>
                  </a:lnTo>
                  <a:lnTo>
                    <a:pt x="294896" y="11875"/>
                  </a:lnTo>
                  <a:close/>
                  <a:moveTo>
                    <a:pt x="95313" y="4791"/>
                  </a:moveTo>
                  <a:lnTo>
                    <a:pt x="140313" y="4791"/>
                  </a:lnTo>
                  <a:lnTo>
                    <a:pt x="140313" y="11771"/>
                  </a:lnTo>
                  <a:lnTo>
                    <a:pt x="122083" y="11771"/>
                  </a:lnTo>
                  <a:lnTo>
                    <a:pt x="122083" y="17500"/>
                  </a:lnTo>
                  <a:cubicBezTo>
                    <a:pt x="122083" y="20976"/>
                    <a:pt x="122656" y="24180"/>
                    <a:pt x="123802" y="27135"/>
                  </a:cubicBezTo>
                  <a:cubicBezTo>
                    <a:pt x="124948" y="30091"/>
                    <a:pt x="126458" y="32747"/>
                    <a:pt x="128333" y="35104"/>
                  </a:cubicBezTo>
                  <a:cubicBezTo>
                    <a:pt x="130625" y="38229"/>
                    <a:pt x="133372" y="40872"/>
                    <a:pt x="136563" y="43021"/>
                  </a:cubicBezTo>
                  <a:cubicBezTo>
                    <a:pt x="139753" y="45169"/>
                    <a:pt x="142917" y="46771"/>
                    <a:pt x="146042" y="47812"/>
                  </a:cubicBezTo>
                  <a:cubicBezTo>
                    <a:pt x="145065" y="48789"/>
                    <a:pt x="144063" y="49857"/>
                    <a:pt x="143021" y="51041"/>
                  </a:cubicBezTo>
                  <a:cubicBezTo>
                    <a:pt x="141979" y="52226"/>
                    <a:pt x="141185" y="53229"/>
                    <a:pt x="140625" y="54062"/>
                  </a:cubicBezTo>
                  <a:cubicBezTo>
                    <a:pt x="138750" y="53229"/>
                    <a:pt x="136719" y="52096"/>
                    <a:pt x="134531" y="50677"/>
                  </a:cubicBezTo>
                  <a:cubicBezTo>
                    <a:pt x="132344" y="49258"/>
                    <a:pt x="130208" y="47604"/>
                    <a:pt x="128125" y="45729"/>
                  </a:cubicBezTo>
                  <a:cubicBezTo>
                    <a:pt x="126107" y="44063"/>
                    <a:pt x="124219" y="42174"/>
                    <a:pt x="122448" y="40052"/>
                  </a:cubicBezTo>
                  <a:cubicBezTo>
                    <a:pt x="120677" y="37930"/>
                    <a:pt x="119167" y="35625"/>
                    <a:pt x="117917" y="33125"/>
                  </a:cubicBezTo>
                  <a:cubicBezTo>
                    <a:pt x="116940" y="35768"/>
                    <a:pt x="115716" y="38216"/>
                    <a:pt x="114219" y="40469"/>
                  </a:cubicBezTo>
                  <a:cubicBezTo>
                    <a:pt x="112721" y="42721"/>
                    <a:pt x="111042" y="44831"/>
                    <a:pt x="109167" y="46771"/>
                  </a:cubicBezTo>
                  <a:cubicBezTo>
                    <a:pt x="107083" y="48789"/>
                    <a:pt x="104844" y="50638"/>
                    <a:pt x="102448" y="52344"/>
                  </a:cubicBezTo>
                  <a:cubicBezTo>
                    <a:pt x="100052" y="54050"/>
                    <a:pt x="97604" y="55521"/>
                    <a:pt x="95104" y="56771"/>
                  </a:cubicBezTo>
                  <a:cubicBezTo>
                    <a:pt x="94479" y="56080"/>
                    <a:pt x="93490" y="55143"/>
                    <a:pt x="92135" y="53958"/>
                  </a:cubicBezTo>
                  <a:cubicBezTo>
                    <a:pt x="90781" y="52773"/>
                    <a:pt x="89649" y="51810"/>
                    <a:pt x="88750" y="51041"/>
                  </a:cubicBezTo>
                  <a:cubicBezTo>
                    <a:pt x="92435" y="49440"/>
                    <a:pt x="95951" y="47396"/>
                    <a:pt x="99323" y="44896"/>
                  </a:cubicBezTo>
                  <a:cubicBezTo>
                    <a:pt x="102695" y="42396"/>
                    <a:pt x="105521" y="39479"/>
                    <a:pt x="107813" y="36146"/>
                  </a:cubicBezTo>
                  <a:cubicBezTo>
                    <a:pt x="109622" y="33580"/>
                    <a:pt x="111055" y="30729"/>
                    <a:pt x="112135" y="27604"/>
                  </a:cubicBezTo>
                  <a:cubicBezTo>
                    <a:pt x="113216" y="24479"/>
                    <a:pt x="113750" y="21081"/>
                    <a:pt x="113750" y="17396"/>
                  </a:cubicBezTo>
                  <a:lnTo>
                    <a:pt x="113750" y="11771"/>
                  </a:lnTo>
                  <a:lnTo>
                    <a:pt x="95313" y="11771"/>
                  </a:lnTo>
                  <a:close/>
                  <a:moveTo>
                    <a:pt x="67396" y="625"/>
                  </a:moveTo>
                  <a:lnTo>
                    <a:pt x="75417" y="625"/>
                  </a:lnTo>
                  <a:lnTo>
                    <a:pt x="75417" y="70938"/>
                  </a:lnTo>
                  <a:lnTo>
                    <a:pt x="67396" y="70938"/>
                  </a:lnTo>
                  <a:lnTo>
                    <a:pt x="67396" y="61979"/>
                  </a:lnTo>
                  <a:lnTo>
                    <a:pt x="45521" y="61979"/>
                  </a:lnTo>
                  <a:lnTo>
                    <a:pt x="45521" y="55312"/>
                  </a:lnTo>
                  <a:lnTo>
                    <a:pt x="67396" y="55312"/>
                  </a:lnTo>
                  <a:close/>
                  <a:moveTo>
                    <a:pt x="261354" y="521"/>
                  </a:moveTo>
                  <a:lnTo>
                    <a:pt x="269479" y="521"/>
                  </a:lnTo>
                  <a:lnTo>
                    <a:pt x="269479" y="68333"/>
                  </a:lnTo>
                  <a:lnTo>
                    <a:pt x="261354" y="68333"/>
                  </a:lnTo>
                  <a:lnTo>
                    <a:pt x="261354" y="39687"/>
                  </a:lnTo>
                  <a:lnTo>
                    <a:pt x="240729" y="39687"/>
                  </a:lnTo>
                  <a:cubicBezTo>
                    <a:pt x="238646" y="43086"/>
                    <a:pt x="235820" y="45820"/>
                    <a:pt x="232240" y="47865"/>
                  </a:cubicBezTo>
                  <a:cubicBezTo>
                    <a:pt x="228659" y="49909"/>
                    <a:pt x="224623" y="50937"/>
                    <a:pt x="220104" y="50937"/>
                  </a:cubicBezTo>
                  <a:cubicBezTo>
                    <a:pt x="216498" y="50937"/>
                    <a:pt x="213190" y="50299"/>
                    <a:pt x="210208" y="49010"/>
                  </a:cubicBezTo>
                  <a:cubicBezTo>
                    <a:pt x="207227" y="47721"/>
                    <a:pt x="204688" y="45937"/>
                    <a:pt x="202604" y="43646"/>
                  </a:cubicBezTo>
                  <a:cubicBezTo>
                    <a:pt x="200456" y="41419"/>
                    <a:pt x="198789" y="38815"/>
                    <a:pt x="197604" y="35833"/>
                  </a:cubicBezTo>
                  <a:cubicBezTo>
                    <a:pt x="196419" y="32851"/>
                    <a:pt x="195833" y="29648"/>
                    <a:pt x="195833" y="26250"/>
                  </a:cubicBezTo>
                  <a:cubicBezTo>
                    <a:pt x="195833" y="22851"/>
                    <a:pt x="196419" y="19648"/>
                    <a:pt x="197604" y="16667"/>
                  </a:cubicBezTo>
                  <a:cubicBezTo>
                    <a:pt x="198789" y="13685"/>
                    <a:pt x="200456" y="11042"/>
                    <a:pt x="202604" y="8750"/>
                  </a:cubicBezTo>
                  <a:cubicBezTo>
                    <a:pt x="204688" y="6523"/>
                    <a:pt x="207227" y="4752"/>
                    <a:pt x="210208" y="3437"/>
                  </a:cubicBezTo>
                  <a:cubicBezTo>
                    <a:pt x="213190" y="2122"/>
                    <a:pt x="216498" y="1458"/>
                    <a:pt x="220104" y="1458"/>
                  </a:cubicBezTo>
                  <a:cubicBezTo>
                    <a:pt x="224271" y="1458"/>
                    <a:pt x="228060" y="2357"/>
                    <a:pt x="231458" y="4166"/>
                  </a:cubicBezTo>
                  <a:cubicBezTo>
                    <a:pt x="234857" y="5976"/>
                    <a:pt x="237643" y="8372"/>
                    <a:pt x="239792" y="11354"/>
                  </a:cubicBezTo>
                  <a:lnTo>
                    <a:pt x="261354" y="11354"/>
                  </a:lnTo>
                  <a:close/>
                  <a:moveTo>
                    <a:pt x="158542" y="521"/>
                  </a:moveTo>
                  <a:lnTo>
                    <a:pt x="166667" y="521"/>
                  </a:lnTo>
                  <a:lnTo>
                    <a:pt x="166667" y="68229"/>
                  </a:lnTo>
                  <a:lnTo>
                    <a:pt x="158542" y="68229"/>
                  </a:lnTo>
                  <a:lnTo>
                    <a:pt x="158542" y="29583"/>
                  </a:lnTo>
                  <a:lnTo>
                    <a:pt x="139271" y="29583"/>
                  </a:lnTo>
                  <a:lnTo>
                    <a:pt x="139271" y="22291"/>
                  </a:lnTo>
                  <a:lnTo>
                    <a:pt x="158542" y="22291"/>
                  </a:lnTo>
                  <a:close/>
                  <a:moveTo>
                    <a:pt x="29896" y="0"/>
                  </a:moveTo>
                  <a:cubicBezTo>
                    <a:pt x="37331" y="0"/>
                    <a:pt x="43021" y="1705"/>
                    <a:pt x="46979" y="5104"/>
                  </a:cubicBezTo>
                  <a:cubicBezTo>
                    <a:pt x="50937" y="8502"/>
                    <a:pt x="52917" y="12708"/>
                    <a:pt x="52917" y="17708"/>
                  </a:cubicBezTo>
                  <a:cubicBezTo>
                    <a:pt x="52917" y="22916"/>
                    <a:pt x="50924" y="27083"/>
                    <a:pt x="46927" y="30208"/>
                  </a:cubicBezTo>
                  <a:cubicBezTo>
                    <a:pt x="42930" y="33333"/>
                    <a:pt x="37253" y="34896"/>
                    <a:pt x="29896" y="34896"/>
                  </a:cubicBezTo>
                  <a:cubicBezTo>
                    <a:pt x="22461" y="34896"/>
                    <a:pt x="16810" y="33281"/>
                    <a:pt x="12917" y="30052"/>
                  </a:cubicBezTo>
                  <a:cubicBezTo>
                    <a:pt x="9023" y="26823"/>
                    <a:pt x="7083" y="22708"/>
                    <a:pt x="7083" y="17708"/>
                  </a:cubicBezTo>
                  <a:cubicBezTo>
                    <a:pt x="7083" y="12916"/>
                    <a:pt x="9010" y="8763"/>
                    <a:pt x="12865" y="5260"/>
                  </a:cubicBezTo>
                  <a:cubicBezTo>
                    <a:pt x="16719" y="1758"/>
                    <a:pt x="22396" y="0"/>
                    <a:pt x="2989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2AABF3B6-2A71-4C53-BB7F-DF5E35CC777F}"/>
                </a:ext>
              </a:extLst>
            </p:cNvPr>
            <p:cNvSpPr txBox="1"/>
            <p:nvPr/>
          </p:nvSpPr>
          <p:spPr>
            <a:xfrm>
              <a:off x="1755372" y="4227194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원전연료</a:t>
              </a:r>
            </a:p>
          </p:txBody>
        </p:sp>
        <p:grpSp>
          <p:nvGrpSpPr>
            <p:cNvPr id="484" name="그래픽 5">
              <a:extLst>
                <a:ext uri="{FF2B5EF4-FFF2-40B4-BE49-F238E27FC236}">
                  <a16:creationId xmlns:a16="http://schemas.microsoft.com/office/drawing/2014/main" id="{A085BFC4-EBF5-4537-B258-7A6196070963}"/>
                </a:ext>
              </a:extLst>
            </p:cNvPr>
            <p:cNvGrpSpPr/>
            <p:nvPr/>
          </p:nvGrpSpPr>
          <p:grpSpPr>
            <a:xfrm>
              <a:off x="1210696" y="4406091"/>
              <a:ext cx="652496" cy="130208"/>
              <a:chOff x="1210696" y="4406091"/>
              <a:chExt cx="652496" cy="130208"/>
            </a:xfrm>
          </p:grpSpPr>
          <p:sp>
            <p:nvSpPr>
              <p:cNvPr id="485" name="자유형: 도형 484">
                <a:extLst>
                  <a:ext uri="{FF2B5EF4-FFF2-40B4-BE49-F238E27FC236}">
                    <a16:creationId xmlns:a16="http://schemas.microsoft.com/office/drawing/2014/main" id="{D932C5B2-3B80-4BD6-8C2F-74D01456761F}"/>
                  </a:ext>
                </a:extLst>
              </p:cNvPr>
              <p:cNvSpPr/>
              <p:nvPr/>
            </p:nvSpPr>
            <p:spPr>
              <a:xfrm>
                <a:off x="1210696" y="4427406"/>
                <a:ext cx="652496" cy="94687"/>
              </a:xfrm>
              <a:custGeom>
                <a:avLst/>
                <a:gdLst>
                  <a:gd name="connsiteX0" fmla="*/ 469792 w 652496"/>
                  <a:gd name="connsiteY0" fmla="*/ 73334 h 94687"/>
                  <a:gd name="connsiteX1" fmla="*/ 554584 w 652496"/>
                  <a:gd name="connsiteY1" fmla="*/ 73334 h 94687"/>
                  <a:gd name="connsiteX2" fmla="*/ 554584 w 652496"/>
                  <a:gd name="connsiteY2" fmla="*/ 80417 h 94687"/>
                  <a:gd name="connsiteX3" fmla="*/ 469792 w 652496"/>
                  <a:gd name="connsiteY3" fmla="*/ 80417 h 94687"/>
                  <a:gd name="connsiteX4" fmla="*/ 599167 w 652496"/>
                  <a:gd name="connsiteY4" fmla="*/ 66042 h 94687"/>
                  <a:gd name="connsiteX5" fmla="*/ 599167 w 652496"/>
                  <a:gd name="connsiteY5" fmla="*/ 85313 h 94687"/>
                  <a:gd name="connsiteX6" fmla="*/ 644371 w 652496"/>
                  <a:gd name="connsiteY6" fmla="*/ 85313 h 94687"/>
                  <a:gd name="connsiteX7" fmla="*/ 644371 w 652496"/>
                  <a:gd name="connsiteY7" fmla="*/ 66042 h 94687"/>
                  <a:gd name="connsiteX8" fmla="*/ 207813 w 652496"/>
                  <a:gd name="connsiteY8" fmla="*/ 65000 h 94687"/>
                  <a:gd name="connsiteX9" fmla="*/ 215833 w 652496"/>
                  <a:gd name="connsiteY9" fmla="*/ 65000 h 94687"/>
                  <a:gd name="connsiteX10" fmla="*/ 215833 w 652496"/>
                  <a:gd name="connsiteY10" fmla="*/ 84167 h 94687"/>
                  <a:gd name="connsiteX11" fmla="*/ 273125 w 652496"/>
                  <a:gd name="connsiteY11" fmla="*/ 84167 h 94687"/>
                  <a:gd name="connsiteX12" fmla="*/ 273125 w 652496"/>
                  <a:gd name="connsiteY12" fmla="*/ 91250 h 94687"/>
                  <a:gd name="connsiteX13" fmla="*/ 210000 w 652496"/>
                  <a:gd name="connsiteY13" fmla="*/ 91250 h 94687"/>
                  <a:gd name="connsiteX14" fmla="*/ 208281 w 652496"/>
                  <a:gd name="connsiteY14" fmla="*/ 90781 h 94687"/>
                  <a:gd name="connsiteX15" fmla="*/ 207813 w 652496"/>
                  <a:gd name="connsiteY15" fmla="*/ 89062 h 94687"/>
                  <a:gd name="connsiteX16" fmla="*/ 333959 w 652496"/>
                  <a:gd name="connsiteY16" fmla="*/ 64167 h 94687"/>
                  <a:gd name="connsiteX17" fmla="*/ 317292 w 652496"/>
                  <a:gd name="connsiteY17" fmla="*/ 67292 h 94687"/>
                  <a:gd name="connsiteX18" fmla="*/ 310833 w 652496"/>
                  <a:gd name="connsiteY18" fmla="*/ 76042 h 94687"/>
                  <a:gd name="connsiteX19" fmla="*/ 317292 w 652496"/>
                  <a:gd name="connsiteY19" fmla="*/ 84896 h 94687"/>
                  <a:gd name="connsiteX20" fmla="*/ 333959 w 652496"/>
                  <a:gd name="connsiteY20" fmla="*/ 88125 h 94687"/>
                  <a:gd name="connsiteX21" fmla="*/ 350625 w 652496"/>
                  <a:gd name="connsiteY21" fmla="*/ 85000 h 94687"/>
                  <a:gd name="connsiteX22" fmla="*/ 357188 w 652496"/>
                  <a:gd name="connsiteY22" fmla="*/ 76354 h 94687"/>
                  <a:gd name="connsiteX23" fmla="*/ 350625 w 652496"/>
                  <a:gd name="connsiteY23" fmla="*/ 67448 h 94687"/>
                  <a:gd name="connsiteX24" fmla="*/ 333959 w 652496"/>
                  <a:gd name="connsiteY24" fmla="*/ 64167 h 94687"/>
                  <a:gd name="connsiteX25" fmla="*/ 593230 w 652496"/>
                  <a:gd name="connsiteY25" fmla="*/ 59167 h 94687"/>
                  <a:gd name="connsiteX26" fmla="*/ 650309 w 652496"/>
                  <a:gd name="connsiteY26" fmla="*/ 59167 h 94687"/>
                  <a:gd name="connsiteX27" fmla="*/ 652028 w 652496"/>
                  <a:gd name="connsiteY27" fmla="*/ 59636 h 94687"/>
                  <a:gd name="connsiteX28" fmla="*/ 652496 w 652496"/>
                  <a:gd name="connsiteY28" fmla="*/ 61354 h 94687"/>
                  <a:gd name="connsiteX29" fmla="*/ 652496 w 652496"/>
                  <a:gd name="connsiteY29" fmla="*/ 89896 h 94687"/>
                  <a:gd name="connsiteX30" fmla="*/ 652028 w 652496"/>
                  <a:gd name="connsiteY30" fmla="*/ 91615 h 94687"/>
                  <a:gd name="connsiteX31" fmla="*/ 650309 w 652496"/>
                  <a:gd name="connsiteY31" fmla="*/ 92083 h 94687"/>
                  <a:gd name="connsiteX32" fmla="*/ 593230 w 652496"/>
                  <a:gd name="connsiteY32" fmla="*/ 92083 h 94687"/>
                  <a:gd name="connsiteX33" fmla="*/ 591511 w 652496"/>
                  <a:gd name="connsiteY33" fmla="*/ 91615 h 94687"/>
                  <a:gd name="connsiteX34" fmla="*/ 591042 w 652496"/>
                  <a:gd name="connsiteY34" fmla="*/ 89896 h 94687"/>
                  <a:gd name="connsiteX35" fmla="*/ 591042 w 652496"/>
                  <a:gd name="connsiteY35" fmla="*/ 61354 h 94687"/>
                  <a:gd name="connsiteX36" fmla="*/ 591511 w 652496"/>
                  <a:gd name="connsiteY36" fmla="*/ 59636 h 94687"/>
                  <a:gd name="connsiteX37" fmla="*/ 593230 w 652496"/>
                  <a:gd name="connsiteY37" fmla="*/ 59167 h 94687"/>
                  <a:gd name="connsiteX38" fmla="*/ 333959 w 652496"/>
                  <a:gd name="connsiteY38" fmla="*/ 57500 h 94687"/>
                  <a:gd name="connsiteX39" fmla="*/ 357240 w 652496"/>
                  <a:gd name="connsiteY39" fmla="*/ 62656 h 94687"/>
                  <a:gd name="connsiteX40" fmla="*/ 365834 w 652496"/>
                  <a:gd name="connsiteY40" fmla="*/ 76250 h 94687"/>
                  <a:gd name="connsiteX41" fmla="*/ 357240 w 652496"/>
                  <a:gd name="connsiteY41" fmla="*/ 89740 h 94687"/>
                  <a:gd name="connsiteX42" fmla="*/ 333959 w 652496"/>
                  <a:gd name="connsiteY42" fmla="*/ 94688 h 94687"/>
                  <a:gd name="connsiteX43" fmla="*/ 310677 w 652496"/>
                  <a:gd name="connsiteY43" fmla="*/ 89688 h 94687"/>
                  <a:gd name="connsiteX44" fmla="*/ 302188 w 652496"/>
                  <a:gd name="connsiteY44" fmla="*/ 76146 h 94687"/>
                  <a:gd name="connsiteX45" fmla="*/ 310729 w 652496"/>
                  <a:gd name="connsiteY45" fmla="*/ 62604 h 94687"/>
                  <a:gd name="connsiteX46" fmla="*/ 333959 w 652496"/>
                  <a:gd name="connsiteY46" fmla="*/ 57500 h 94687"/>
                  <a:gd name="connsiteX47" fmla="*/ 130313 w 652496"/>
                  <a:gd name="connsiteY47" fmla="*/ 51771 h 94687"/>
                  <a:gd name="connsiteX48" fmla="*/ 138750 w 652496"/>
                  <a:gd name="connsiteY48" fmla="*/ 51771 h 94687"/>
                  <a:gd name="connsiteX49" fmla="*/ 138750 w 652496"/>
                  <a:gd name="connsiteY49" fmla="*/ 74479 h 94687"/>
                  <a:gd name="connsiteX50" fmla="*/ 176979 w 652496"/>
                  <a:gd name="connsiteY50" fmla="*/ 74479 h 94687"/>
                  <a:gd name="connsiteX51" fmla="*/ 176979 w 652496"/>
                  <a:gd name="connsiteY51" fmla="*/ 81459 h 94687"/>
                  <a:gd name="connsiteX52" fmla="*/ 92188 w 652496"/>
                  <a:gd name="connsiteY52" fmla="*/ 81459 h 94687"/>
                  <a:gd name="connsiteX53" fmla="*/ 92188 w 652496"/>
                  <a:gd name="connsiteY53" fmla="*/ 74479 h 94687"/>
                  <a:gd name="connsiteX54" fmla="*/ 130313 w 652496"/>
                  <a:gd name="connsiteY54" fmla="*/ 74479 h 94687"/>
                  <a:gd name="connsiteX55" fmla="*/ 196458 w 652496"/>
                  <a:gd name="connsiteY55" fmla="*/ 47500 h 94687"/>
                  <a:gd name="connsiteX56" fmla="*/ 281042 w 652496"/>
                  <a:gd name="connsiteY56" fmla="*/ 47500 h 94687"/>
                  <a:gd name="connsiteX57" fmla="*/ 281042 w 652496"/>
                  <a:gd name="connsiteY57" fmla="*/ 54584 h 94687"/>
                  <a:gd name="connsiteX58" fmla="*/ 244167 w 652496"/>
                  <a:gd name="connsiteY58" fmla="*/ 54584 h 94687"/>
                  <a:gd name="connsiteX59" fmla="*/ 244167 w 652496"/>
                  <a:gd name="connsiteY59" fmla="*/ 74479 h 94687"/>
                  <a:gd name="connsiteX60" fmla="*/ 235938 w 652496"/>
                  <a:gd name="connsiteY60" fmla="*/ 74479 h 94687"/>
                  <a:gd name="connsiteX61" fmla="*/ 235938 w 652496"/>
                  <a:gd name="connsiteY61" fmla="*/ 54584 h 94687"/>
                  <a:gd name="connsiteX62" fmla="*/ 196458 w 652496"/>
                  <a:gd name="connsiteY62" fmla="*/ 54584 h 94687"/>
                  <a:gd name="connsiteX63" fmla="*/ 337813 w 652496"/>
                  <a:gd name="connsiteY63" fmla="*/ 17813 h 94687"/>
                  <a:gd name="connsiteX64" fmla="*/ 338646 w 652496"/>
                  <a:gd name="connsiteY64" fmla="*/ 21563 h 94687"/>
                  <a:gd name="connsiteX65" fmla="*/ 338959 w 652496"/>
                  <a:gd name="connsiteY65" fmla="*/ 25313 h 94687"/>
                  <a:gd name="connsiteX66" fmla="*/ 338698 w 652496"/>
                  <a:gd name="connsiteY66" fmla="*/ 28750 h 94687"/>
                  <a:gd name="connsiteX67" fmla="*/ 338021 w 652496"/>
                  <a:gd name="connsiteY67" fmla="*/ 31979 h 94687"/>
                  <a:gd name="connsiteX68" fmla="*/ 356459 w 652496"/>
                  <a:gd name="connsiteY68" fmla="*/ 31979 h 94687"/>
                  <a:gd name="connsiteX69" fmla="*/ 356459 w 652496"/>
                  <a:gd name="connsiteY69" fmla="*/ 17813 h 94687"/>
                  <a:gd name="connsiteX70" fmla="*/ 315209 w 652496"/>
                  <a:gd name="connsiteY70" fmla="*/ 9063 h 94687"/>
                  <a:gd name="connsiteX71" fmla="*/ 303698 w 652496"/>
                  <a:gd name="connsiteY71" fmla="*/ 13854 h 94687"/>
                  <a:gd name="connsiteX72" fmla="*/ 299688 w 652496"/>
                  <a:gd name="connsiteY72" fmla="*/ 25208 h 94687"/>
                  <a:gd name="connsiteX73" fmla="*/ 303698 w 652496"/>
                  <a:gd name="connsiteY73" fmla="*/ 36719 h 94687"/>
                  <a:gd name="connsiteX74" fmla="*/ 315209 w 652496"/>
                  <a:gd name="connsiteY74" fmla="*/ 41563 h 94687"/>
                  <a:gd name="connsiteX75" fmla="*/ 326615 w 652496"/>
                  <a:gd name="connsiteY75" fmla="*/ 36719 h 94687"/>
                  <a:gd name="connsiteX76" fmla="*/ 330729 w 652496"/>
                  <a:gd name="connsiteY76" fmla="*/ 25208 h 94687"/>
                  <a:gd name="connsiteX77" fmla="*/ 326615 w 652496"/>
                  <a:gd name="connsiteY77" fmla="*/ 13854 h 94687"/>
                  <a:gd name="connsiteX78" fmla="*/ 315209 w 652496"/>
                  <a:gd name="connsiteY78" fmla="*/ 9063 h 94687"/>
                  <a:gd name="connsiteX79" fmla="*/ 7083 w 652496"/>
                  <a:gd name="connsiteY79" fmla="*/ 6979 h 94687"/>
                  <a:gd name="connsiteX80" fmla="*/ 45938 w 652496"/>
                  <a:gd name="connsiteY80" fmla="*/ 6979 h 94687"/>
                  <a:gd name="connsiteX81" fmla="*/ 45938 w 652496"/>
                  <a:gd name="connsiteY81" fmla="*/ 13958 h 94687"/>
                  <a:gd name="connsiteX82" fmla="*/ 30938 w 652496"/>
                  <a:gd name="connsiteY82" fmla="*/ 13958 h 94687"/>
                  <a:gd name="connsiteX83" fmla="*/ 30938 w 652496"/>
                  <a:gd name="connsiteY83" fmla="*/ 21771 h 94687"/>
                  <a:gd name="connsiteX84" fmla="*/ 35208 w 652496"/>
                  <a:gd name="connsiteY84" fmla="*/ 48490 h 94687"/>
                  <a:gd name="connsiteX85" fmla="*/ 50417 w 652496"/>
                  <a:gd name="connsiteY85" fmla="*/ 66042 h 94687"/>
                  <a:gd name="connsiteX86" fmla="*/ 44271 w 652496"/>
                  <a:gd name="connsiteY86" fmla="*/ 71667 h 94687"/>
                  <a:gd name="connsiteX87" fmla="*/ 34115 w 652496"/>
                  <a:gd name="connsiteY87" fmla="*/ 61927 h 94687"/>
                  <a:gd name="connsiteX88" fmla="*/ 26458 w 652496"/>
                  <a:gd name="connsiteY88" fmla="*/ 47187 h 94687"/>
                  <a:gd name="connsiteX89" fmla="*/ 23333 w 652496"/>
                  <a:gd name="connsiteY89" fmla="*/ 55313 h 94687"/>
                  <a:gd name="connsiteX90" fmla="*/ 18854 w 652496"/>
                  <a:gd name="connsiteY90" fmla="*/ 63021 h 94687"/>
                  <a:gd name="connsiteX91" fmla="*/ 13229 w 652496"/>
                  <a:gd name="connsiteY91" fmla="*/ 69844 h 94687"/>
                  <a:gd name="connsiteX92" fmla="*/ 7188 w 652496"/>
                  <a:gd name="connsiteY92" fmla="*/ 75208 h 94687"/>
                  <a:gd name="connsiteX93" fmla="*/ 0 w 652496"/>
                  <a:gd name="connsiteY93" fmla="*/ 70000 h 94687"/>
                  <a:gd name="connsiteX94" fmla="*/ 16979 w 652496"/>
                  <a:gd name="connsiteY94" fmla="*/ 50417 h 94687"/>
                  <a:gd name="connsiteX95" fmla="*/ 22500 w 652496"/>
                  <a:gd name="connsiteY95" fmla="*/ 21979 h 94687"/>
                  <a:gd name="connsiteX96" fmla="*/ 22500 w 652496"/>
                  <a:gd name="connsiteY96" fmla="*/ 13958 h 94687"/>
                  <a:gd name="connsiteX97" fmla="*/ 7083 w 652496"/>
                  <a:gd name="connsiteY97" fmla="*/ 13958 h 94687"/>
                  <a:gd name="connsiteX98" fmla="*/ 238854 w 652496"/>
                  <a:gd name="connsiteY98" fmla="*/ 6562 h 94687"/>
                  <a:gd name="connsiteX99" fmla="*/ 221667 w 652496"/>
                  <a:gd name="connsiteY99" fmla="*/ 9896 h 94687"/>
                  <a:gd name="connsiteX100" fmla="*/ 215208 w 652496"/>
                  <a:gd name="connsiteY100" fmla="*/ 19687 h 94687"/>
                  <a:gd name="connsiteX101" fmla="*/ 221563 w 652496"/>
                  <a:gd name="connsiteY101" fmla="*/ 29010 h 94687"/>
                  <a:gd name="connsiteX102" fmla="*/ 238854 w 652496"/>
                  <a:gd name="connsiteY102" fmla="*/ 32084 h 94687"/>
                  <a:gd name="connsiteX103" fmla="*/ 255938 w 652496"/>
                  <a:gd name="connsiteY103" fmla="*/ 29010 h 94687"/>
                  <a:gd name="connsiteX104" fmla="*/ 262396 w 652496"/>
                  <a:gd name="connsiteY104" fmla="*/ 19687 h 94687"/>
                  <a:gd name="connsiteX105" fmla="*/ 255886 w 652496"/>
                  <a:gd name="connsiteY105" fmla="*/ 9948 h 94687"/>
                  <a:gd name="connsiteX106" fmla="*/ 238854 w 652496"/>
                  <a:gd name="connsiteY106" fmla="*/ 6562 h 94687"/>
                  <a:gd name="connsiteX107" fmla="*/ 102500 w 652496"/>
                  <a:gd name="connsiteY107" fmla="*/ 5833 h 94687"/>
                  <a:gd name="connsiteX108" fmla="*/ 166563 w 652496"/>
                  <a:gd name="connsiteY108" fmla="*/ 5833 h 94687"/>
                  <a:gd name="connsiteX109" fmla="*/ 166563 w 652496"/>
                  <a:gd name="connsiteY109" fmla="*/ 12813 h 94687"/>
                  <a:gd name="connsiteX110" fmla="*/ 139167 w 652496"/>
                  <a:gd name="connsiteY110" fmla="*/ 12813 h 94687"/>
                  <a:gd name="connsiteX111" fmla="*/ 139167 w 652496"/>
                  <a:gd name="connsiteY111" fmla="*/ 15729 h 94687"/>
                  <a:gd name="connsiteX112" fmla="*/ 142240 w 652496"/>
                  <a:gd name="connsiteY112" fmla="*/ 27344 h 94687"/>
                  <a:gd name="connsiteX113" fmla="*/ 150208 w 652496"/>
                  <a:gd name="connsiteY113" fmla="*/ 36667 h 94687"/>
                  <a:gd name="connsiteX114" fmla="*/ 161302 w 652496"/>
                  <a:gd name="connsiteY114" fmla="*/ 43698 h 94687"/>
                  <a:gd name="connsiteX115" fmla="*/ 173438 w 652496"/>
                  <a:gd name="connsiteY115" fmla="*/ 47917 h 94687"/>
                  <a:gd name="connsiteX116" fmla="*/ 167604 w 652496"/>
                  <a:gd name="connsiteY116" fmla="*/ 54167 h 94687"/>
                  <a:gd name="connsiteX117" fmla="*/ 158229 w 652496"/>
                  <a:gd name="connsiteY117" fmla="*/ 50573 h 94687"/>
                  <a:gd name="connsiteX118" fmla="*/ 148646 w 652496"/>
                  <a:gd name="connsiteY118" fmla="*/ 45000 h 94687"/>
                  <a:gd name="connsiteX119" fmla="*/ 140313 w 652496"/>
                  <a:gd name="connsiteY119" fmla="*/ 37760 h 94687"/>
                  <a:gd name="connsiteX120" fmla="*/ 134688 w 652496"/>
                  <a:gd name="connsiteY120" fmla="*/ 29167 h 94687"/>
                  <a:gd name="connsiteX121" fmla="*/ 128958 w 652496"/>
                  <a:gd name="connsiteY121" fmla="*/ 37917 h 94687"/>
                  <a:gd name="connsiteX122" fmla="*/ 120833 w 652496"/>
                  <a:gd name="connsiteY122" fmla="*/ 44792 h 94687"/>
                  <a:gd name="connsiteX123" fmla="*/ 111354 w 652496"/>
                  <a:gd name="connsiteY123" fmla="*/ 50157 h 94687"/>
                  <a:gd name="connsiteX124" fmla="*/ 101563 w 652496"/>
                  <a:gd name="connsiteY124" fmla="*/ 54271 h 94687"/>
                  <a:gd name="connsiteX125" fmla="*/ 95313 w 652496"/>
                  <a:gd name="connsiteY125" fmla="*/ 47917 h 94687"/>
                  <a:gd name="connsiteX126" fmla="*/ 108438 w 652496"/>
                  <a:gd name="connsiteY126" fmla="*/ 43229 h 94687"/>
                  <a:gd name="connsiteX127" fmla="*/ 119479 w 652496"/>
                  <a:gd name="connsiteY127" fmla="*/ 36459 h 94687"/>
                  <a:gd name="connsiteX128" fmla="*/ 127083 w 652496"/>
                  <a:gd name="connsiteY128" fmla="*/ 27396 h 94687"/>
                  <a:gd name="connsiteX129" fmla="*/ 129896 w 652496"/>
                  <a:gd name="connsiteY129" fmla="*/ 15729 h 94687"/>
                  <a:gd name="connsiteX130" fmla="*/ 129896 w 652496"/>
                  <a:gd name="connsiteY130" fmla="*/ 12813 h 94687"/>
                  <a:gd name="connsiteX131" fmla="*/ 102500 w 652496"/>
                  <a:gd name="connsiteY131" fmla="*/ 12813 h 94687"/>
                  <a:gd name="connsiteX132" fmla="*/ 582709 w 652496"/>
                  <a:gd name="connsiteY132" fmla="*/ 4792 h 94687"/>
                  <a:gd name="connsiteX133" fmla="*/ 613646 w 652496"/>
                  <a:gd name="connsiteY133" fmla="*/ 4792 h 94687"/>
                  <a:gd name="connsiteX134" fmla="*/ 613646 w 652496"/>
                  <a:gd name="connsiteY134" fmla="*/ 11771 h 94687"/>
                  <a:gd name="connsiteX135" fmla="*/ 588542 w 652496"/>
                  <a:gd name="connsiteY135" fmla="*/ 11771 h 94687"/>
                  <a:gd name="connsiteX136" fmla="*/ 588542 w 652496"/>
                  <a:gd name="connsiteY136" fmla="*/ 23646 h 94687"/>
                  <a:gd name="connsiteX137" fmla="*/ 611459 w 652496"/>
                  <a:gd name="connsiteY137" fmla="*/ 23646 h 94687"/>
                  <a:gd name="connsiteX138" fmla="*/ 611459 w 652496"/>
                  <a:gd name="connsiteY138" fmla="*/ 30104 h 94687"/>
                  <a:gd name="connsiteX139" fmla="*/ 588542 w 652496"/>
                  <a:gd name="connsiteY139" fmla="*/ 30104 h 94687"/>
                  <a:gd name="connsiteX140" fmla="*/ 588542 w 652496"/>
                  <a:gd name="connsiteY140" fmla="*/ 42917 h 94687"/>
                  <a:gd name="connsiteX141" fmla="*/ 593438 w 652496"/>
                  <a:gd name="connsiteY141" fmla="*/ 42917 h 94687"/>
                  <a:gd name="connsiteX142" fmla="*/ 599375 w 652496"/>
                  <a:gd name="connsiteY142" fmla="*/ 42812 h 94687"/>
                  <a:gd name="connsiteX143" fmla="*/ 606980 w 652496"/>
                  <a:gd name="connsiteY143" fmla="*/ 42396 h 94687"/>
                  <a:gd name="connsiteX144" fmla="*/ 614323 w 652496"/>
                  <a:gd name="connsiteY144" fmla="*/ 41823 h 94687"/>
                  <a:gd name="connsiteX145" fmla="*/ 619896 w 652496"/>
                  <a:gd name="connsiteY145" fmla="*/ 41042 h 94687"/>
                  <a:gd name="connsiteX146" fmla="*/ 619896 w 652496"/>
                  <a:gd name="connsiteY146" fmla="*/ 47917 h 94687"/>
                  <a:gd name="connsiteX147" fmla="*/ 615365 w 652496"/>
                  <a:gd name="connsiteY147" fmla="*/ 48594 h 94687"/>
                  <a:gd name="connsiteX148" fmla="*/ 607917 w 652496"/>
                  <a:gd name="connsiteY148" fmla="*/ 49271 h 94687"/>
                  <a:gd name="connsiteX149" fmla="*/ 599271 w 652496"/>
                  <a:gd name="connsiteY149" fmla="*/ 49792 h 94687"/>
                  <a:gd name="connsiteX150" fmla="*/ 591146 w 652496"/>
                  <a:gd name="connsiteY150" fmla="*/ 50000 h 94687"/>
                  <a:gd name="connsiteX151" fmla="*/ 582709 w 652496"/>
                  <a:gd name="connsiteY151" fmla="*/ 50000 h 94687"/>
                  <a:gd name="connsiteX152" fmla="*/ 580990 w 652496"/>
                  <a:gd name="connsiteY152" fmla="*/ 49531 h 94687"/>
                  <a:gd name="connsiteX153" fmla="*/ 580521 w 652496"/>
                  <a:gd name="connsiteY153" fmla="*/ 47812 h 94687"/>
                  <a:gd name="connsiteX154" fmla="*/ 580521 w 652496"/>
                  <a:gd name="connsiteY154" fmla="*/ 6979 h 94687"/>
                  <a:gd name="connsiteX155" fmla="*/ 580990 w 652496"/>
                  <a:gd name="connsiteY155" fmla="*/ 5260 h 94687"/>
                  <a:gd name="connsiteX156" fmla="*/ 582709 w 652496"/>
                  <a:gd name="connsiteY156" fmla="*/ 4792 h 94687"/>
                  <a:gd name="connsiteX157" fmla="*/ 403229 w 652496"/>
                  <a:gd name="connsiteY157" fmla="*/ 4584 h 94687"/>
                  <a:gd name="connsiteX158" fmla="*/ 411771 w 652496"/>
                  <a:gd name="connsiteY158" fmla="*/ 4584 h 94687"/>
                  <a:gd name="connsiteX159" fmla="*/ 411771 w 652496"/>
                  <a:gd name="connsiteY159" fmla="*/ 22709 h 94687"/>
                  <a:gd name="connsiteX160" fmla="*/ 417865 w 652496"/>
                  <a:gd name="connsiteY160" fmla="*/ 47812 h 94687"/>
                  <a:gd name="connsiteX161" fmla="*/ 437084 w 652496"/>
                  <a:gd name="connsiteY161" fmla="*/ 66458 h 94687"/>
                  <a:gd name="connsiteX162" fmla="*/ 431042 w 652496"/>
                  <a:gd name="connsiteY162" fmla="*/ 72396 h 94687"/>
                  <a:gd name="connsiteX163" fmla="*/ 417188 w 652496"/>
                  <a:gd name="connsiteY163" fmla="*/ 60156 h 94687"/>
                  <a:gd name="connsiteX164" fmla="*/ 407292 w 652496"/>
                  <a:gd name="connsiteY164" fmla="*/ 43646 h 94687"/>
                  <a:gd name="connsiteX165" fmla="*/ 397813 w 652496"/>
                  <a:gd name="connsiteY165" fmla="*/ 61250 h 94687"/>
                  <a:gd name="connsiteX166" fmla="*/ 383646 w 652496"/>
                  <a:gd name="connsiteY166" fmla="*/ 74792 h 94687"/>
                  <a:gd name="connsiteX167" fmla="*/ 376771 w 652496"/>
                  <a:gd name="connsiteY167" fmla="*/ 69271 h 94687"/>
                  <a:gd name="connsiteX168" fmla="*/ 396407 w 652496"/>
                  <a:gd name="connsiteY168" fmla="*/ 49063 h 94687"/>
                  <a:gd name="connsiteX169" fmla="*/ 403229 w 652496"/>
                  <a:gd name="connsiteY169" fmla="*/ 21667 h 94687"/>
                  <a:gd name="connsiteX170" fmla="*/ 507813 w 652496"/>
                  <a:gd name="connsiteY170" fmla="*/ 4479 h 94687"/>
                  <a:gd name="connsiteX171" fmla="*/ 516667 w 652496"/>
                  <a:gd name="connsiteY171" fmla="*/ 4479 h 94687"/>
                  <a:gd name="connsiteX172" fmla="*/ 516667 w 652496"/>
                  <a:gd name="connsiteY172" fmla="*/ 12396 h 94687"/>
                  <a:gd name="connsiteX173" fmla="*/ 519532 w 652496"/>
                  <a:gd name="connsiteY173" fmla="*/ 24010 h 94687"/>
                  <a:gd name="connsiteX174" fmla="*/ 527188 w 652496"/>
                  <a:gd name="connsiteY174" fmla="*/ 34583 h 94687"/>
                  <a:gd name="connsiteX175" fmla="*/ 538125 w 652496"/>
                  <a:gd name="connsiteY175" fmla="*/ 43073 h 94687"/>
                  <a:gd name="connsiteX176" fmla="*/ 550834 w 652496"/>
                  <a:gd name="connsiteY176" fmla="*/ 48750 h 94687"/>
                  <a:gd name="connsiteX177" fmla="*/ 545000 w 652496"/>
                  <a:gd name="connsiteY177" fmla="*/ 54896 h 94687"/>
                  <a:gd name="connsiteX178" fmla="*/ 535469 w 652496"/>
                  <a:gd name="connsiteY178" fmla="*/ 50573 h 94687"/>
                  <a:gd name="connsiteX179" fmla="*/ 526042 w 652496"/>
                  <a:gd name="connsiteY179" fmla="*/ 44063 h 94687"/>
                  <a:gd name="connsiteX180" fmla="*/ 517917 w 652496"/>
                  <a:gd name="connsiteY180" fmla="*/ 35990 h 94687"/>
                  <a:gd name="connsiteX181" fmla="*/ 512396 w 652496"/>
                  <a:gd name="connsiteY181" fmla="*/ 26563 h 94687"/>
                  <a:gd name="connsiteX182" fmla="*/ 506771 w 652496"/>
                  <a:gd name="connsiteY182" fmla="*/ 35834 h 94687"/>
                  <a:gd name="connsiteX183" fmla="*/ 498750 w 652496"/>
                  <a:gd name="connsiteY183" fmla="*/ 43854 h 94687"/>
                  <a:gd name="connsiteX184" fmla="*/ 489323 w 652496"/>
                  <a:gd name="connsiteY184" fmla="*/ 50365 h 94687"/>
                  <a:gd name="connsiteX185" fmla="*/ 479688 w 652496"/>
                  <a:gd name="connsiteY185" fmla="*/ 55000 h 94687"/>
                  <a:gd name="connsiteX186" fmla="*/ 473438 w 652496"/>
                  <a:gd name="connsiteY186" fmla="*/ 48646 h 94687"/>
                  <a:gd name="connsiteX187" fmla="*/ 485886 w 652496"/>
                  <a:gd name="connsiteY187" fmla="*/ 43281 h 94687"/>
                  <a:gd name="connsiteX188" fmla="*/ 496875 w 652496"/>
                  <a:gd name="connsiteY188" fmla="*/ 35104 h 94687"/>
                  <a:gd name="connsiteX189" fmla="*/ 504792 w 652496"/>
                  <a:gd name="connsiteY189" fmla="*/ 24635 h 94687"/>
                  <a:gd name="connsiteX190" fmla="*/ 507813 w 652496"/>
                  <a:gd name="connsiteY190" fmla="*/ 12396 h 94687"/>
                  <a:gd name="connsiteX191" fmla="*/ 626455 w 652496"/>
                  <a:gd name="connsiteY191" fmla="*/ 2500 h 94687"/>
                  <a:gd name="connsiteX192" fmla="*/ 634580 w 652496"/>
                  <a:gd name="connsiteY192" fmla="*/ 2500 h 94687"/>
                  <a:gd name="connsiteX193" fmla="*/ 634580 w 652496"/>
                  <a:gd name="connsiteY193" fmla="*/ 54167 h 94687"/>
                  <a:gd name="connsiteX194" fmla="*/ 626455 w 652496"/>
                  <a:gd name="connsiteY194" fmla="*/ 54167 h 94687"/>
                  <a:gd name="connsiteX195" fmla="*/ 626455 w 652496"/>
                  <a:gd name="connsiteY195" fmla="*/ 28646 h 94687"/>
                  <a:gd name="connsiteX196" fmla="*/ 615000 w 652496"/>
                  <a:gd name="connsiteY196" fmla="*/ 28646 h 94687"/>
                  <a:gd name="connsiteX197" fmla="*/ 615000 w 652496"/>
                  <a:gd name="connsiteY197" fmla="*/ 21458 h 94687"/>
                  <a:gd name="connsiteX198" fmla="*/ 626455 w 652496"/>
                  <a:gd name="connsiteY198" fmla="*/ 21458 h 94687"/>
                  <a:gd name="connsiteX199" fmla="*/ 55625 w 652496"/>
                  <a:gd name="connsiteY199" fmla="*/ 2396 h 94687"/>
                  <a:gd name="connsiteX200" fmla="*/ 63750 w 652496"/>
                  <a:gd name="connsiteY200" fmla="*/ 2396 h 94687"/>
                  <a:gd name="connsiteX201" fmla="*/ 63750 w 652496"/>
                  <a:gd name="connsiteY201" fmla="*/ 88750 h 94687"/>
                  <a:gd name="connsiteX202" fmla="*/ 55625 w 652496"/>
                  <a:gd name="connsiteY202" fmla="*/ 88750 h 94687"/>
                  <a:gd name="connsiteX203" fmla="*/ 55625 w 652496"/>
                  <a:gd name="connsiteY203" fmla="*/ 38125 h 94687"/>
                  <a:gd name="connsiteX204" fmla="*/ 40313 w 652496"/>
                  <a:gd name="connsiteY204" fmla="*/ 38125 h 94687"/>
                  <a:gd name="connsiteX205" fmla="*/ 40313 w 652496"/>
                  <a:gd name="connsiteY205" fmla="*/ 30313 h 94687"/>
                  <a:gd name="connsiteX206" fmla="*/ 55625 w 652496"/>
                  <a:gd name="connsiteY206" fmla="*/ 30313 h 94687"/>
                  <a:gd name="connsiteX207" fmla="*/ 644371 w 652496"/>
                  <a:gd name="connsiteY207" fmla="*/ 833 h 94687"/>
                  <a:gd name="connsiteX208" fmla="*/ 652392 w 652496"/>
                  <a:gd name="connsiteY208" fmla="*/ 833 h 94687"/>
                  <a:gd name="connsiteX209" fmla="*/ 652392 w 652496"/>
                  <a:gd name="connsiteY209" fmla="*/ 54167 h 94687"/>
                  <a:gd name="connsiteX210" fmla="*/ 644371 w 652496"/>
                  <a:gd name="connsiteY210" fmla="*/ 54167 h 94687"/>
                  <a:gd name="connsiteX211" fmla="*/ 447709 w 652496"/>
                  <a:gd name="connsiteY211" fmla="*/ 833 h 94687"/>
                  <a:gd name="connsiteX212" fmla="*/ 456042 w 652496"/>
                  <a:gd name="connsiteY212" fmla="*/ 833 h 94687"/>
                  <a:gd name="connsiteX213" fmla="*/ 456042 w 652496"/>
                  <a:gd name="connsiteY213" fmla="*/ 93125 h 94687"/>
                  <a:gd name="connsiteX214" fmla="*/ 447709 w 652496"/>
                  <a:gd name="connsiteY214" fmla="*/ 93125 h 94687"/>
                  <a:gd name="connsiteX215" fmla="*/ 356459 w 652496"/>
                  <a:gd name="connsiteY215" fmla="*/ 833 h 94687"/>
                  <a:gd name="connsiteX216" fmla="*/ 364688 w 652496"/>
                  <a:gd name="connsiteY216" fmla="*/ 833 h 94687"/>
                  <a:gd name="connsiteX217" fmla="*/ 364688 w 652496"/>
                  <a:gd name="connsiteY217" fmla="*/ 56562 h 94687"/>
                  <a:gd name="connsiteX218" fmla="*/ 356459 w 652496"/>
                  <a:gd name="connsiteY218" fmla="*/ 56562 h 94687"/>
                  <a:gd name="connsiteX219" fmla="*/ 356459 w 652496"/>
                  <a:gd name="connsiteY219" fmla="*/ 38854 h 94687"/>
                  <a:gd name="connsiteX220" fmla="*/ 334792 w 652496"/>
                  <a:gd name="connsiteY220" fmla="*/ 38854 h 94687"/>
                  <a:gd name="connsiteX221" fmla="*/ 326563 w 652496"/>
                  <a:gd name="connsiteY221" fmla="*/ 46042 h 94687"/>
                  <a:gd name="connsiteX222" fmla="*/ 315209 w 652496"/>
                  <a:gd name="connsiteY222" fmla="*/ 48750 h 94687"/>
                  <a:gd name="connsiteX223" fmla="*/ 305469 w 652496"/>
                  <a:gd name="connsiteY223" fmla="*/ 46875 h 94687"/>
                  <a:gd name="connsiteX224" fmla="*/ 297917 w 652496"/>
                  <a:gd name="connsiteY224" fmla="*/ 41875 h 94687"/>
                  <a:gd name="connsiteX225" fmla="*/ 292969 w 652496"/>
                  <a:gd name="connsiteY225" fmla="*/ 34375 h 94687"/>
                  <a:gd name="connsiteX226" fmla="*/ 291250 w 652496"/>
                  <a:gd name="connsiteY226" fmla="*/ 25313 h 94687"/>
                  <a:gd name="connsiteX227" fmla="*/ 292969 w 652496"/>
                  <a:gd name="connsiteY227" fmla="*/ 16250 h 94687"/>
                  <a:gd name="connsiteX228" fmla="*/ 297917 w 652496"/>
                  <a:gd name="connsiteY228" fmla="*/ 8750 h 94687"/>
                  <a:gd name="connsiteX229" fmla="*/ 305469 w 652496"/>
                  <a:gd name="connsiteY229" fmla="*/ 3750 h 94687"/>
                  <a:gd name="connsiteX230" fmla="*/ 315209 w 652496"/>
                  <a:gd name="connsiteY230" fmla="*/ 1875 h 94687"/>
                  <a:gd name="connsiteX231" fmla="*/ 326146 w 652496"/>
                  <a:gd name="connsiteY231" fmla="*/ 4375 h 94687"/>
                  <a:gd name="connsiteX232" fmla="*/ 334167 w 652496"/>
                  <a:gd name="connsiteY232" fmla="*/ 10937 h 94687"/>
                  <a:gd name="connsiteX233" fmla="*/ 356563 w 652496"/>
                  <a:gd name="connsiteY233" fmla="*/ 10937 h 94687"/>
                  <a:gd name="connsiteX234" fmla="*/ 73958 w 652496"/>
                  <a:gd name="connsiteY234" fmla="*/ 833 h 94687"/>
                  <a:gd name="connsiteX235" fmla="*/ 81771 w 652496"/>
                  <a:gd name="connsiteY235" fmla="*/ 833 h 94687"/>
                  <a:gd name="connsiteX236" fmla="*/ 81771 w 652496"/>
                  <a:gd name="connsiteY236" fmla="*/ 93125 h 94687"/>
                  <a:gd name="connsiteX237" fmla="*/ 73958 w 652496"/>
                  <a:gd name="connsiteY237" fmla="*/ 93125 h 94687"/>
                  <a:gd name="connsiteX238" fmla="*/ 238854 w 652496"/>
                  <a:gd name="connsiteY238" fmla="*/ 0 h 94687"/>
                  <a:gd name="connsiteX239" fmla="*/ 263021 w 652496"/>
                  <a:gd name="connsiteY239" fmla="*/ 5469 h 94687"/>
                  <a:gd name="connsiteX240" fmla="*/ 271250 w 652496"/>
                  <a:gd name="connsiteY240" fmla="*/ 19687 h 94687"/>
                  <a:gd name="connsiteX241" fmla="*/ 263073 w 652496"/>
                  <a:gd name="connsiteY241" fmla="*/ 33594 h 94687"/>
                  <a:gd name="connsiteX242" fmla="*/ 238854 w 652496"/>
                  <a:gd name="connsiteY242" fmla="*/ 38750 h 94687"/>
                  <a:gd name="connsiteX243" fmla="*/ 214635 w 652496"/>
                  <a:gd name="connsiteY243" fmla="*/ 33594 h 94687"/>
                  <a:gd name="connsiteX244" fmla="*/ 206354 w 652496"/>
                  <a:gd name="connsiteY244" fmla="*/ 19687 h 94687"/>
                  <a:gd name="connsiteX245" fmla="*/ 214635 w 652496"/>
                  <a:gd name="connsiteY245" fmla="*/ 5469 h 94687"/>
                  <a:gd name="connsiteX246" fmla="*/ 238854 w 652496"/>
                  <a:gd name="connsiteY246" fmla="*/ 0 h 94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</a:cxnLst>
                <a:rect l="l" t="t" r="r" b="b"/>
                <a:pathLst>
                  <a:path w="652496" h="94687">
                    <a:moveTo>
                      <a:pt x="469792" y="73334"/>
                    </a:moveTo>
                    <a:lnTo>
                      <a:pt x="554584" y="73334"/>
                    </a:lnTo>
                    <a:lnTo>
                      <a:pt x="554584" y="80417"/>
                    </a:lnTo>
                    <a:lnTo>
                      <a:pt x="469792" y="80417"/>
                    </a:lnTo>
                    <a:close/>
                    <a:moveTo>
                      <a:pt x="599167" y="66042"/>
                    </a:moveTo>
                    <a:lnTo>
                      <a:pt x="599167" y="85313"/>
                    </a:lnTo>
                    <a:lnTo>
                      <a:pt x="644371" y="85313"/>
                    </a:lnTo>
                    <a:lnTo>
                      <a:pt x="644371" y="66042"/>
                    </a:lnTo>
                    <a:close/>
                    <a:moveTo>
                      <a:pt x="207813" y="65000"/>
                    </a:moveTo>
                    <a:lnTo>
                      <a:pt x="215833" y="65000"/>
                    </a:lnTo>
                    <a:lnTo>
                      <a:pt x="215833" y="84167"/>
                    </a:lnTo>
                    <a:lnTo>
                      <a:pt x="273125" y="84167"/>
                    </a:lnTo>
                    <a:lnTo>
                      <a:pt x="273125" y="91250"/>
                    </a:lnTo>
                    <a:lnTo>
                      <a:pt x="210000" y="91250"/>
                    </a:lnTo>
                    <a:cubicBezTo>
                      <a:pt x="209167" y="91250"/>
                      <a:pt x="208594" y="91094"/>
                      <a:pt x="208281" y="90781"/>
                    </a:cubicBezTo>
                    <a:cubicBezTo>
                      <a:pt x="207969" y="90469"/>
                      <a:pt x="207813" y="89896"/>
                      <a:pt x="207813" y="89062"/>
                    </a:cubicBezTo>
                    <a:close/>
                    <a:moveTo>
                      <a:pt x="333959" y="64167"/>
                    </a:moveTo>
                    <a:cubicBezTo>
                      <a:pt x="327154" y="64167"/>
                      <a:pt x="321598" y="65208"/>
                      <a:pt x="317292" y="67292"/>
                    </a:cubicBezTo>
                    <a:cubicBezTo>
                      <a:pt x="312987" y="69375"/>
                      <a:pt x="310833" y="72292"/>
                      <a:pt x="310833" y="76042"/>
                    </a:cubicBezTo>
                    <a:cubicBezTo>
                      <a:pt x="310833" y="79792"/>
                      <a:pt x="312987" y="82748"/>
                      <a:pt x="317292" y="84896"/>
                    </a:cubicBezTo>
                    <a:cubicBezTo>
                      <a:pt x="321598" y="87044"/>
                      <a:pt x="327154" y="88125"/>
                      <a:pt x="333959" y="88125"/>
                    </a:cubicBezTo>
                    <a:cubicBezTo>
                      <a:pt x="340696" y="88125"/>
                      <a:pt x="346250" y="87084"/>
                      <a:pt x="350625" y="85000"/>
                    </a:cubicBezTo>
                    <a:cubicBezTo>
                      <a:pt x="355000" y="82917"/>
                      <a:pt x="357188" y="80039"/>
                      <a:pt x="357188" y="76354"/>
                    </a:cubicBezTo>
                    <a:cubicBezTo>
                      <a:pt x="357188" y="72604"/>
                      <a:pt x="355000" y="69635"/>
                      <a:pt x="350625" y="67448"/>
                    </a:cubicBezTo>
                    <a:cubicBezTo>
                      <a:pt x="346250" y="65260"/>
                      <a:pt x="340696" y="64167"/>
                      <a:pt x="333959" y="64167"/>
                    </a:cubicBezTo>
                    <a:close/>
                    <a:moveTo>
                      <a:pt x="593230" y="59167"/>
                    </a:moveTo>
                    <a:lnTo>
                      <a:pt x="650309" y="59167"/>
                    </a:lnTo>
                    <a:cubicBezTo>
                      <a:pt x="651142" y="59167"/>
                      <a:pt x="651715" y="59323"/>
                      <a:pt x="652028" y="59636"/>
                    </a:cubicBezTo>
                    <a:cubicBezTo>
                      <a:pt x="652340" y="59948"/>
                      <a:pt x="652496" y="60521"/>
                      <a:pt x="652496" y="61354"/>
                    </a:cubicBezTo>
                    <a:lnTo>
                      <a:pt x="652496" y="89896"/>
                    </a:lnTo>
                    <a:cubicBezTo>
                      <a:pt x="652496" y="90729"/>
                      <a:pt x="652340" y="91302"/>
                      <a:pt x="652028" y="91615"/>
                    </a:cubicBezTo>
                    <a:cubicBezTo>
                      <a:pt x="651715" y="91927"/>
                      <a:pt x="651142" y="92083"/>
                      <a:pt x="650309" y="92083"/>
                    </a:cubicBezTo>
                    <a:lnTo>
                      <a:pt x="593230" y="92083"/>
                    </a:lnTo>
                    <a:cubicBezTo>
                      <a:pt x="592396" y="92083"/>
                      <a:pt x="591823" y="91927"/>
                      <a:pt x="591511" y="91615"/>
                    </a:cubicBezTo>
                    <a:cubicBezTo>
                      <a:pt x="591198" y="91302"/>
                      <a:pt x="591042" y="90729"/>
                      <a:pt x="591042" y="89896"/>
                    </a:cubicBezTo>
                    <a:lnTo>
                      <a:pt x="591042" y="61354"/>
                    </a:lnTo>
                    <a:cubicBezTo>
                      <a:pt x="591042" y="60521"/>
                      <a:pt x="591198" y="59948"/>
                      <a:pt x="591511" y="59636"/>
                    </a:cubicBezTo>
                    <a:cubicBezTo>
                      <a:pt x="591823" y="59323"/>
                      <a:pt x="592396" y="59167"/>
                      <a:pt x="593230" y="59167"/>
                    </a:cubicBezTo>
                    <a:close/>
                    <a:moveTo>
                      <a:pt x="333959" y="57500"/>
                    </a:moveTo>
                    <a:cubicBezTo>
                      <a:pt x="343750" y="57500"/>
                      <a:pt x="351511" y="59219"/>
                      <a:pt x="357240" y="62656"/>
                    </a:cubicBezTo>
                    <a:cubicBezTo>
                      <a:pt x="362969" y="66094"/>
                      <a:pt x="365834" y="70625"/>
                      <a:pt x="365834" y="76250"/>
                    </a:cubicBezTo>
                    <a:cubicBezTo>
                      <a:pt x="365834" y="81940"/>
                      <a:pt x="362969" y="86445"/>
                      <a:pt x="357240" y="89740"/>
                    </a:cubicBezTo>
                    <a:cubicBezTo>
                      <a:pt x="351511" y="93034"/>
                      <a:pt x="343750" y="94688"/>
                      <a:pt x="333959" y="94688"/>
                    </a:cubicBezTo>
                    <a:cubicBezTo>
                      <a:pt x="324098" y="94688"/>
                      <a:pt x="316337" y="93021"/>
                      <a:pt x="310677" y="89688"/>
                    </a:cubicBezTo>
                    <a:cubicBezTo>
                      <a:pt x="305018" y="86354"/>
                      <a:pt x="302188" y="81836"/>
                      <a:pt x="302188" y="76146"/>
                    </a:cubicBezTo>
                    <a:cubicBezTo>
                      <a:pt x="302188" y="70521"/>
                      <a:pt x="305035" y="66003"/>
                      <a:pt x="310729" y="62604"/>
                    </a:cubicBezTo>
                    <a:cubicBezTo>
                      <a:pt x="316425" y="59206"/>
                      <a:pt x="324167" y="57500"/>
                      <a:pt x="333959" y="57500"/>
                    </a:cubicBezTo>
                    <a:close/>
                    <a:moveTo>
                      <a:pt x="130313" y="51771"/>
                    </a:moveTo>
                    <a:lnTo>
                      <a:pt x="138750" y="51771"/>
                    </a:lnTo>
                    <a:lnTo>
                      <a:pt x="138750" y="74479"/>
                    </a:lnTo>
                    <a:lnTo>
                      <a:pt x="176979" y="74479"/>
                    </a:lnTo>
                    <a:lnTo>
                      <a:pt x="176979" y="81459"/>
                    </a:lnTo>
                    <a:lnTo>
                      <a:pt x="92188" y="81459"/>
                    </a:lnTo>
                    <a:lnTo>
                      <a:pt x="92188" y="74479"/>
                    </a:lnTo>
                    <a:lnTo>
                      <a:pt x="130313" y="74479"/>
                    </a:lnTo>
                    <a:close/>
                    <a:moveTo>
                      <a:pt x="196458" y="47500"/>
                    </a:moveTo>
                    <a:lnTo>
                      <a:pt x="281042" y="47500"/>
                    </a:lnTo>
                    <a:lnTo>
                      <a:pt x="281042" y="54584"/>
                    </a:lnTo>
                    <a:lnTo>
                      <a:pt x="244167" y="54584"/>
                    </a:lnTo>
                    <a:lnTo>
                      <a:pt x="244167" y="74479"/>
                    </a:lnTo>
                    <a:lnTo>
                      <a:pt x="235938" y="74479"/>
                    </a:lnTo>
                    <a:lnTo>
                      <a:pt x="235938" y="54584"/>
                    </a:lnTo>
                    <a:lnTo>
                      <a:pt x="196458" y="54584"/>
                    </a:lnTo>
                    <a:close/>
                    <a:moveTo>
                      <a:pt x="337813" y="17813"/>
                    </a:moveTo>
                    <a:cubicBezTo>
                      <a:pt x="338160" y="19063"/>
                      <a:pt x="338438" y="20312"/>
                      <a:pt x="338646" y="21563"/>
                    </a:cubicBezTo>
                    <a:cubicBezTo>
                      <a:pt x="338854" y="22813"/>
                      <a:pt x="338959" y="24062"/>
                      <a:pt x="338959" y="25313"/>
                    </a:cubicBezTo>
                    <a:cubicBezTo>
                      <a:pt x="338959" y="26497"/>
                      <a:pt x="338873" y="27643"/>
                      <a:pt x="338698" y="28750"/>
                    </a:cubicBezTo>
                    <a:cubicBezTo>
                      <a:pt x="338525" y="29857"/>
                      <a:pt x="338300" y="30938"/>
                      <a:pt x="338021" y="31979"/>
                    </a:cubicBezTo>
                    <a:lnTo>
                      <a:pt x="356459" y="31979"/>
                    </a:lnTo>
                    <a:lnTo>
                      <a:pt x="356459" y="17813"/>
                    </a:lnTo>
                    <a:close/>
                    <a:moveTo>
                      <a:pt x="315209" y="9063"/>
                    </a:moveTo>
                    <a:cubicBezTo>
                      <a:pt x="310209" y="9063"/>
                      <a:pt x="306373" y="10664"/>
                      <a:pt x="303698" y="13854"/>
                    </a:cubicBezTo>
                    <a:cubicBezTo>
                      <a:pt x="301025" y="17044"/>
                      <a:pt x="299688" y="20833"/>
                      <a:pt x="299688" y="25208"/>
                    </a:cubicBezTo>
                    <a:cubicBezTo>
                      <a:pt x="299688" y="29649"/>
                      <a:pt x="301025" y="33489"/>
                      <a:pt x="303698" y="36719"/>
                    </a:cubicBezTo>
                    <a:cubicBezTo>
                      <a:pt x="306373" y="39948"/>
                      <a:pt x="310209" y="41563"/>
                      <a:pt x="315209" y="41563"/>
                    </a:cubicBezTo>
                    <a:cubicBezTo>
                      <a:pt x="320071" y="41563"/>
                      <a:pt x="323873" y="39948"/>
                      <a:pt x="326615" y="36719"/>
                    </a:cubicBezTo>
                    <a:cubicBezTo>
                      <a:pt x="329358" y="33489"/>
                      <a:pt x="330729" y="29649"/>
                      <a:pt x="330729" y="25208"/>
                    </a:cubicBezTo>
                    <a:cubicBezTo>
                      <a:pt x="330729" y="20833"/>
                      <a:pt x="329358" y="17044"/>
                      <a:pt x="326615" y="13854"/>
                    </a:cubicBezTo>
                    <a:cubicBezTo>
                      <a:pt x="323873" y="10664"/>
                      <a:pt x="320071" y="9063"/>
                      <a:pt x="315209" y="9063"/>
                    </a:cubicBezTo>
                    <a:close/>
                    <a:moveTo>
                      <a:pt x="7083" y="6979"/>
                    </a:moveTo>
                    <a:lnTo>
                      <a:pt x="45938" y="6979"/>
                    </a:lnTo>
                    <a:lnTo>
                      <a:pt x="45938" y="13958"/>
                    </a:lnTo>
                    <a:lnTo>
                      <a:pt x="30938" y="13958"/>
                    </a:lnTo>
                    <a:lnTo>
                      <a:pt x="30938" y="21771"/>
                    </a:lnTo>
                    <a:cubicBezTo>
                      <a:pt x="30938" y="32253"/>
                      <a:pt x="32362" y="41159"/>
                      <a:pt x="35208" y="48490"/>
                    </a:cubicBezTo>
                    <a:cubicBezTo>
                      <a:pt x="38056" y="55821"/>
                      <a:pt x="43125" y="61667"/>
                      <a:pt x="50417" y="66042"/>
                    </a:cubicBezTo>
                    <a:lnTo>
                      <a:pt x="44271" y="71667"/>
                    </a:lnTo>
                    <a:cubicBezTo>
                      <a:pt x="40938" y="69440"/>
                      <a:pt x="37552" y="66198"/>
                      <a:pt x="34115" y="61927"/>
                    </a:cubicBezTo>
                    <a:cubicBezTo>
                      <a:pt x="30677" y="57656"/>
                      <a:pt x="28125" y="52747"/>
                      <a:pt x="26458" y="47187"/>
                    </a:cubicBezTo>
                    <a:cubicBezTo>
                      <a:pt x="25695" y="49896"/>
                      <a:pt x="24654" y="52604"/>
                      <a:pt x="23333" y="55313"/>
                    </a:cubicBezTo>
                    <a:cubicBezTo>
                      <a:pt x="22014" y="58021"/>
                      <a:pt x="20521" y="60586"/>
                      <a:pt x="18854" y="63021"/>
                    </a:cubicBezTo>
                    <a:cubicBezTo>
                      <a:pt x="17119" y="65456"/>
                      <a:pt x="15243" y="67722"/>
                      <a:pt x="13229" y="69844"/>
                    </a:cubicBezTo>
                    <a:cubicBezTo>
                      <a:pt x="11216" y="71966"/>
                      <a:pt x="9202" y="73750"/>
                      <a:pt x="7188" y="75208"/>
                    </a:cubicBezTo>
                    <a:lnTo>
                      <a:pt x="0" y="70000"/>
                    </a:lnTo>
                    <a:cubicBezTo>
                      <a:pt x="7639" y="64857"/>
                      <a:pt x="13299" y="58334"/>
                      <a:pt x="16979" y="50417"/>
                    </a:cubicBezTo>
                    <a:cubicBezTo>
                      <a:pt x="20660" y="42500"/>
                      <a:pt x="22500" y="33021"/>
                      <a:pt x="22500" y="21979"/>
                    </a:cubicBezTo>
                    <a:lnTo>
                      <a:pt x="22500" y="13958"/>
                    </a:lnTo>
                    <a:lnTo>
                      <a:pt x="7083" y="13958"/>
                    </a:lnTo>
                    <a:close/>
                    <a:moveTo>
                      <a:pt x="238854" y="6562"/>
                    </a:moveTo>
                    <a:cubicBezTo>
                      <a:pt x="231702" y="6562"/>
                      <a:pt x="225973" y="7670"/>
                      <a:pt x="221667" y="9896"/>
                    </a:cubicBezTo>
                    <a:cubicBezTo>
                      <a:pt x="217362" y="12122"/>
                      <a:pt x="215208" y="15378"/>
                      <a:pt x="215208" y="19687"/>
                    </a:cubicBezTo>
                    <a:cubicBezTo>
                      <a:pt x="215208" y="23854"/>
                      <a:pt x="217327" y="26966"/>
                      <a:pt x="221563" y="29010"/>
                    </a:cubicBezTo>
                    <a:cubicBezTo>
                      <a:pt x="225800" y="31055"/>
                      <a:pt x="231563" y="32084"/>
                      <a:pt x="238854" y="32084"/>
                    </a:cubicBezTo>
                    <a:cubicBezTo>
                      <a:pt x="245938" y="32084"/>
                      <a:pt x="251633" y="31055"/>
                      <a:pt x="255938" y="29010"/>
                    </a:cubicBezTo>
                    <a:cubicBezTo>
                      <a:pt x="260244" y="26966"/>
                      <a:pt x="262396" y="23854"/>
                      <a:pt x="262396" y="19687"/>
                    </a:cubicBezTo>
                    <a:cubicBezTo>
                      <a:pt x="262396" y="15456"/>
                      <a:pt x="260227" y="12201"/>
                      <a:pt x="255886" y="9948"/>
                    </a:cubicBezTo>
                    <a:cubicBezTo>
                      <a:pt x="251546" y="7695"/>
                      <a:pt x="245869" y="6562"/>
                      <a:pt x="238854" y="6562"/>
                    </a:cubicBezTo>
                    <a:close/>
                    <a:moveTo>
                      <a:pt x="102500" y="5833"/>
                    </a:moveTo>
                    <a:lnTo>
                      <a:pt x="166563" y="5833"/>
                    </a:lnTo>
                    <a:lnTo>
                      <a:pt x="166563" y="12813"/>
                    </a:lnTo>
                    <a:lnTo>
                      <a:pt x="139167" y="12813"/>
                    </a:lnTo>
                    <a:lnTo>
                      <a:pt x="139167" y="15729"/>
                    </a:lnTo>
                    <a:cubicBezTo>
                      <a:pt x="139167" y="19961"/>
                      <a:pt x="140191" y="23841"/>
                      <a:pt x="142240" y="27344"/>
                    </a:cubicBezTo>
                    <a:cubicBezTo>
                      <a:pt x="144289" y="30847"/>
                      <a:pt x="146945" y="33958"/>
                      <a:pt x="150208" y="36667"/>
                    </a:cubicBezTo>
                    <a:cubicBezTo>
                      <a:pt x="153542" y="39440"/>
                      <a:pt x="157240" y="41784"/>
                      <a:pt x="161302" y="43698"/>
                    </a:cubicBezTo>
                    <a:cubicBezTo>
                      <a:pt x="165365" y="45612"/>
                      <a:pt x="169410" y="47018"/>
                      <a:pt x="173438" y="47917"/>
                    </a:cubicBezTo>
                    <a:lnTo>
                      <a:pt x="167604" y="54167"/>
                    </a:lnTo>
                    <a:cubicBezTo>
                      <a:pt x="164688" y="53333"/>
                      <a:pt x="161563" y="52135"/>
                      <a:pt x="158229" y="50573"/>
                    </a:cubicBezTo>
                    <a:cubicBezTo>
                      <a:pt x="154896" y="49011"/>
                      <a:pt x="151702" y="47148"/>
                      <a:pt x="148646" y="45000"/>
                    </a:cubicBezTo>
                    <a:cubicBezTo>
                      <a:pt x="145591" y="42852"/>
                      <a:pt x="142813" y="40430"/>
                      <a:pt x="140313" y="37760"/>
                    </a:cubicBezTo>
                    <a:cubicBezTo>
                      <a:pt x="137813" y="35091"/>
                      <a:pt x="135938" y="32227"/>
                      <a:pt x="134688" y="29167"/>
                    </a:cubicBezTo>
                    <a:cubicBezTo>
                      <a:pt x="133300" y="32435"/>
                      <a:pt x="131389" y="35352"/>
                      <a:pt x="128958" y="37917"/>
                    </a:cubicBezTo>
                    <a:cubicBezTo>
                      <a:pt x="126529" y="40482"/>
                      <a:pt x="123820" y="42774"/>
                      <a:pt x="120833" y="44792"/>
                    </a:cubicBezTo>
                    <a:cubicBezTo>
                      <a:pt x="117848" y="46810"/>
                      <a:pt x="114688" y="48594"/>
                      <a:pt x="111354" y="50157"/>
                    </a:cubicBezTo>
                    <a:cubicBezTo>
                      <a:pt x="108021" y="51719"/>
                      <a:pt x="104758" y="53086"/>
                      <a:pt x="101563" y="54271"/>
                    </a:cubicBezTo>
                    <a:lnTo>
                      <a:pt x="95313" y="47917"/>
                    </a:lnTo>
                    <a:cubicBezTo>
                      <a:pt x="99896" y="46667"/>
                      <a:pt x="104271" y="45104"/>
                      <a:pt x="108438" y="43229"/>
                    </a:cubicBezTo>
                    <a:cubicBezTo>
                      <a:pt x="112604" y="41354"/>
                      <a:pt x="116285" y="39101"/>
                      <a:pt x="119479" y="36459"/>
                    </a:cubicBezTo>
                    <a:cubicBezTo>
                      <a:pt x="122675" y="33815"/>
                      <a:pt x="125208" y="30794"/>
                      <a:pt x="127083" y="27396"/>
                    </a:cubicBezTo>
                    <a:cubicBezTo>
                      <a:pt x="128958" y="23998"/>
                      <a:pt x="129896" y="20104"/>
                      <a:pt x="129896" y="15729"/>
                    </a:cubicBezTo>
                    <a:lnTo>
                      <a:pt x="129896" y="12813"/>
                    </a:lnTo>
                    <a:lnTo>
                      <a:pt x="102500" y="12813"/>
                    </a:lnTo>
                    <a:close/>
                    <a:moveTo>
                      <a:pt x="582709" y="4792"/>
                    </a:moveTo>
                    <a:lnTo>
                      <a:pt x="613646" y="4792"/>
                    </a:lnTo>
                    <a:lnTo>
                      <a:pt x="613646" y="11771"/>
                    </a:lnTo>
                    <a:lnTo>
                      <a:pt x="588542" y="11771"/>
                    </a:lnTo>
                    <a:lnTo>
                      <a:pt x="588542" y="23646"/>
                    </a:lnTo>
                    <a:lnTo>
                      <a:pt x="611459" y="23646"/>
                    </a:lnTo>
                    <a:lnTo>
                      <a:pt x="611459" y="30104"/>
                    </a:lnTo>
                    <a:lnTo>
                      <a:pt x="588542" y="30104"/>
                    </a:lnTo>
                    <a:lnTo>
                      <a:pt x="588542" y="42917"/>
                    </a:lnTo>
                    <a:lnTo>
                      <a:pt x="593438" y="42917"/>
                    </a:lnTo>
                    <a:cubicBezTo>
                      <a:pt x="594966" y="42917"/>
                      <a:pt x="596946" y="42878"/>
                      <a:pt x="599375" y="42812"/>
                    </a:cubicBezTo>
                    <a:cubicBezTo>
                      <a:pt x="601806" y="42748"/>
                      <a:pt x="604342" y="42604"/>
                      <a:pt x="606980" y="42396"/>
                    </a:cubicBezTo>
                    <a:cubicBezTo>
                      <a:pt x="609550" y="42253"/>
                      <a:pt x="611998" y="42071"/>
                      <a:pt x="614323" y="41823"/>
                    </a:cubicBezTo>
                    <a:cubicBezTo>
                      <a:pt x="616650" y="41575"/>
                      <a:pt x="618508" y="41315"/>
                      <a:pt x="619896" y="41042"/>
                    </a:cubicBezTo>
                    <a:lnTo>
                      <a:pt x="619896" y="47917"/>
                    </a:lnTo>
                    <a:cubicBezTo>
                      <a:pt x="619063" y="48125"/>
                      <a:pt x="617552" y="48347"/>
                      <a:pt x="615365" y="48594"/>
                    </a:cubicBezTo>
                    <a:cubicBezTo>
                      <a:pt x="613177" y="48841"/>
                      <a:pt x="610696" y="49063"/>
                      <a:pt x="607917" y="49271"/>
                    </a:cubicBezTo>
                    <a:cubicBezTo>
                      <a:pt x="605140" y="49479"/>
                      <a:pt x="602258" y="49649"/>
                      <a:pt x="599271" y="49792"/>
                    </a:cubicBezTo>
                    <a:cubicBezTo>
                      <a:pt x="596286" y="49935"/>
                      <a:pt x="593577" y="50000"/>
                      <a:pt x="591146" y="50000"/>
                    </a:cubicBezTo>
                    <a:lnTo>
                      <a:pt x="582709" y="50000"/>
                    </a:lnTo>
                    <a:cubicBezTo>
                      <a:pt x="581875" y="50000"/>
                      <a:pt x="581302" y="49844"/>
                      <a:pt x="580990" y="49531"/>
                    </a:cubicBezTo>
                    <a:cubicBezTo>
                      <a:pt x="580677" y="49219"/>
                      <a:pt x="580521" y="48646"/>
                      <a:pt x="580521" y="47812"/>
                    </a:cubicBezTo>
                    <a:lnTo>
                      <a:pt x="580521" y="6979"/>
                    </a:lnTo>
                    <a:cubicBezTo>
                      <a:pt x="580521" y="6146"/>
                      <a:pt x="580677" y="5573"/>
                      <a:pt x="580990" y="5260"/>
                    </a:cubicBezTo>
                    <a:cubicBezTo>
                      <a:pt x="581302" y="4948"/>
                      <a:pt x="581875" y="4792"/>
                      <a:pt x="582709" y="4792"/>
                    </a:cubicBezTo>
                    <a:close/>
                    <a:moveTo>
                      <a:pt x="403229" y="4584"/>
                    </a:moveTo>
                    <a:lnTo>
                      <a:pt x="411771" y="4584"/>
                    </a:lnTo>
                    <a:lnTo>
                      <a:pt x="411771" y="22709"/>
                    </a:lnTo>
                    <a:cubicBezTo>
                      <a:pt x="411771" y="32500"/>
                      <a:pt x="413802" y="40873"/>
                      <a:pt x="417865" y="47812"/>
                    </a:cubicBezTo>
                    <a:cubicBezTo>
                      <a:pt x="421927" y="54753"/>
                      <a:pt x="428334" y="60977"/>
                      <a:pt x="437084" y="66458"/>
                    </a:cubicBezTo>
                    <a:lnTo>
                      <a:pt x="431042" y="72396"/>
                    </a:lnTo>
                    <a:cubicBezTo>
                      <a:pt x="426112" y="69063"/>
                      <a:pt x="421494" y="64987"/>
                      <a:pt x="417188" y="60156"/>
                    </a:cubicBezTo>
                    <a:cubicBezTo>
                      <a:pt x="412883" y="55325"/>
                      <a:pt x="409584" y="49831"/>
                      <a:pt x="407292" y="43646"/>
                    </a:cubicBezTo>
                    <a:cubicBezTo>
                      <a:pt x="405417" y="50104"/>
                      <a:pt x="402258" y="55977"/>
                      <a:pt x="397813" y="61250"/>
                    </a:cubicBezTo>
                    <a:cubicBezTo>
                      <a:pt x="393369" y="66524"/>
                      <a:pt x="388646" y="71042"/>
                      <a:pt x="383646" y="74792"/>
                    </a:cubicBezTo>
                    <a:lnTo>
                      <a:pt x="376771" y="69271"/>
                    </a:lnTo>
                    <a:cubicBezTo>
                      <a:pt x="385313" y="64063"/>
                      <a:pt x="391858" y="57331"/>
                      <a:pt x="396407" y="49063"/>
                    </a:cubicBezTo>
                    <a:cubicBezTo>
                      <a:pt x="400956" y="40794"/>
                      <a:pt x="403229" y="31667"/>
                      <a:pt x="403229" y="21667"/>
                    </a:cubicBezTo>
                    <a:close/>
                    <a:moveTo>
                      <a:pt x="507813" y="4479"/>
                    </a:moveTo>
                    <a:lnTo>
                      <a:pt x="516667" y="4479"/>
                    </a:lnTo>
                    <a:lnTo>
                      <a:pt x="516667" y="12396"/>
                    </a:lnTo>
                    <a:cubicBezTo>
                      <a:pt x="516667" y="16354"/>
                      <a:pt x="517623" y="20221"/>
                      <a:pt x="519532" y="24010"/>
                    </a:cubicBezTo>
                    <a:cubicBezTo>
                      <a:pt x="521442" y="27800"/>
                      <a:pt x="523994" y="31315"/>
                      <a:pt x="527188" y="34583"/>
                    </a:cubicBezTo>
                    <a:cubicBezTo>
                      <a:pt x="530383" y="37773"/>
                      <a:pt x="534029" y="40612"/>
                      <a:pt x="538125" y="43073"/>
                    </a:cubicBezTo>
                    <a:cubicBezTo>
                      <a:pt x="542223" y="45534"/>
                      <a:pt x="546459" y="47435"/>
                      <a:pt x="550834" y="48750"/>
                    </a:cubicBezTo>
                    <a:lnTo>
                      <a:pt x="545000" y="54896"/>
                    </a:lnTo>
                    <a:cubicBezTo>
                      <a:pt x="541946" y="53854"/>
                      <a:pt x="538769" y="52409"/>
                      <a:pt x="535469" y="50573"/>
                    </a:cubicBezTo>
                    <a:cubicBezTo>
                      <a:pt x="532171" y="48737"/>
                      <a:pt x="529029" y="46563"/>
                      <a:pt x="526042" y="44063"/>
                    </a:cubicBezTo>
                    <a:cubicBezTo>
                      <a:pt x="523056" y="41628"/>
                      <a:pt x="520348" y="38945"/>
                      <a:pt x="517917" y="35990"/>
                    </a:cubicBezTo>
                    <a:cubicBezTo>
                      <a:pt x="515487" y="33034"/>
                      <a:pt x="513646" y="29896"/>
                      <a:pt x="512396" y="26563"/>
                    </a:cubicBezTo>
                    <a:cubicBezTo>
                      <a:pt x="511008" y="29831"/>
                      <a:pt x="509133" y="32917"/>
                      <a:pt x="506771" y="35834"/>
                    </a:cubicBezTo>
                    <a:cubicBezTo>
                      <a:pt x="504410" y="38750"/>
                      <a:pt x="501737" y="41419"/>
                      <a:pt x="498750" y="43854"/>
                    </a:cubicBezTo>
                    <a:cubicBezTo>
                      <a:pt x="495765" y="46289"/>
                      <a:pt x="492623" y="48451"/>
                      <a:pt x="489323" y="50365"/>
                    </a:cubicBezTo>
                    <a:cubicBezTo>
                      <a:pt x="486025" y="52279"/>
                      <a:pt x="482813" y="53815"/>
                      <a:pt x="479688" y="55000"/>
                    </a:cubicBezTo>
                    <a:lnTo>
                      <a:pt x="473438" y="48646"/>
                    </a:lnTo>
                    <a:cubicBezTo>
                      <a:pt x="477604" y="47396"/>
                      <a:pt x="481754" y="45612"/>
                      <a:pt x="485886" y="43281"/>
                    </a:cubicBezTo>
                    <a:cubicBezTo>
                      <a:pt x="490019" y="40951"/>
                      <a:pt x="493681" y="38229"/>
                      <a:pt x="496875" y="35104"/>
                    </a:cubicBezTo>
                    <a:cubicBezTo>
                      <a:pt x="500140" y="31979"/>
                      <a:pt x="502779" y="28490"/>
                      <a:pt x="504792" y="24635"/>
                    </a:cubicBezTo>
                    <a:cubicBezTo>
                      <a:pt x="506806" y="20781"/>
                      <a:pt x="507813" y="16706"/>
                      <a:pt x="507813" y="12396"/>
                    </a:cubicBezTo>
                    <a:close/>
                    <a:moveTo>
                      <a:pt x="626455" y="2500"/>
                    </a:moveTo>
                    <a:lnTo>
                      <a:pt x="634580" y="2500"/>
                    </a:lnTo>
                    <a:lnTo>
                      <a:pt x="634580" y="54167"/>
                    </a:lnTo>
                    <a:lnTo>
                      <a:pt x="626455" y="54167"/>
                    </a:lnTo>
                    <a:lnTo>
                      <a:pt x="626455" y="28646"/>
                    </a:lnTo>
                    <a:lnTo>
                      <a:pt x="615000" y="28646"/>
                    </a:lnTo>
                    <a:lnTo>
                      <a:pt x="615000" y="21458"/>
                    </a:lnTo>
                    <a:lnTo>
                      <a:pt x="626455" y="21458"/>
                    </a:lnTo>
                    <a:close/>
                    <a:moveTo>
                      <a:pt x="55625" y="2396"/>
                    </a:moveTo>
                    <a:lnTo>
                      <a:pt x="63750" y="2396"/>
                    </a:lnTo>
                    <a:lnTo>
                      <a:pt x="63750" y="88750"/>
                    </a:lnTo>
                    <a:lnTo>
                      <a:pt x="55625" y="88750"/>
                    </a:lnTo>
                    <a:lnTo>
                      <a:pt x="55625" y="38125"/>
                    </a:lnTo>
                    <a:lnTo>
                      <a:pt x="40313" y="38125"/>
                    </a:lnTo>
                    <a:lnTo>
                      <a:pt x="40313" y="30313"/>
                    </a:lnTo>
                    <a:lnTo>
                      <a:pt x="55625" y="30313"/>
                    </a:lnTo>
                    <a:close/>
                    <a:moveTo>
                      <a:pt x="644371" y="833"/>
                    </a:moveTo>
                    <a:lnTo>
                      <a:pt x="652392" y="833"/>
                    </a:lnTo>
                    <a:lnTo>
                      <a:pt x="652392" y="54167"/>
                    </a:lnTo>
                    <a:lnTo>
                      <a:pt x="644371" y="54167"/>
                    </a:lnTo>
                    <a:close/>
                    <a:moveTo>
                      <a:pt x="447709" y="833"/>
                    </a:moveTo>
                    <a:lnTo>
                      <a:pt x="456042" y="833"/>
                    </a:lnTo>
                    <a:lnTo>
                      <a:pt x="456042" y="93125"/>
                    </a:lnTo>
                    <a:lnTo>
                      <a:pt x="447709" y="93125"/>
                    </a:lnTo>
                    <a:close/>
                    <a:moveTo>
                      <a:pt x="356459" y="833"/>
                    </a:moveTo>
                    <a:lnTo>
                      <a:pt x="364688" y="833"/>
                    </a:lnTo>
                    <a:lnTo>
                      <a:pt x="364688" y="56562"/>
                    </a:lnTo>
                    <a:lnTo>
                      <a:pt x="356459" y="56562"/>
                    </a:lnTo>
                    <a:lnTo>
                      <a:pt x="356459" y="38854"/>
                    </a:lnTo>
                    <a:lnTo>
                      <a:pt x="334792" y="38854"/>
                    </a:lnTo>
                    <a:cubicBezTo>
                      <a:pt x="332708" y="41836"/>
                      <a:pt x="329966" y="44232"/>
                      <a:pt x="326563" y="46042"/>
                    </a:cubicBezTo>
                    <a:cubicBezTo>
                      <a:pt x="323160" y="47852"/>
                      <a:pt x="319375" y="48750"/>
                      <a:pt x="315209" y="48750"/>
                    </a:cubicBezTo>
                    <a:cubicBezTo>
                      <a:pt x="311667" y="48750"/>
                      <a:pt x="308421" y="48125"/>
                      <a:pt x="305469" y="46875"/>
                    </a:cubicBezTo>
                    <a:cubicBezTo>
                      <a:pt x="302518" y="45625"/>
                      <a:pt x="300000" y="43958"/>
                      <a:pt x="297917" y="41875"/>
                    </a:cubicBezTo>
                    <a:cubicBezTo>
                      <a:pt x="295765" y="39727"/>
                      <a:pt x="294115" y="37227"/>
                      <a:pt x="292969" y="34375"/>
                    </a:cubicBezTo>
                    <a:cubicBezTo>
                      <a:pt x="291823" y="31524"/>
                      <a:pt x="291250" y="28503"/>
                      <a:pt x="291250" y="25313"/>
                    </a:cubicBezTo>
                    <a:cubicBezTo>
                      <a:pt x="291250" y="22122"/>
                      <a:pt x="291823" y="19102"/>
                      <a:pt x="292969" y="16250"/>
                    </a:cubicBezTo>
                    <a:cubicBezTo>
                      <a:pt x="294115" y="13398"/>
                      <a:pt x="295765" y="10899"/>
                      <a:pt x="297917" y="8750"/>
                    </a:cubicBezTo>
                    <a:cubicBezTo>
                      <a:pt x="300000" y="6667"/>
                      <a:pt x="302518" y="5000"/>
                      <a:pt x="305469" y="3750"/>
                    </a:cubicBezTo>
                    <a:cubicBezTo>
                      <a:pt x="308421" y="2500"/>
                      <a:pt x="311667" y="1875"/>
                      <a:pt x="315209" y="1875"/>
                    </a:cubicBezTo>
                    <a:cubicBezTo>
                      <a:pt x="319237" y="1875"/>
                      <a:pt x="322883" y="2708"/>
                      <a:pt x="326146" y="4375"/>
                    </a:cubicBezTo>
                    <a:cubicBezTo>
                      <a:pt x="329410" y="6042"/>
                      <a:pt x="332084" y="8229"/>
                      <a:pt x="334167" y="10937"/>
                    </a:cubicBezTo>
                    <a:lnTo>
                      <a:pt x="356563" y="10937"/>
                    </a:lnTo>
                    <a:close/>
                    <a:moveTo>
                      <a:pt x="73958" y="833"/>
                    </a:moveTo>
                    <a:lnTo>
                      <a:pt x="81771" y="833"/>
                    </a:lnTo>
                    <a:lnTo>
                      <a:pt x="81771" y="93125"/>
                    </a:lnTo>
                    <a:lnTo>
                      <a:pt x="73958" y="93125"/>
                    </a:lnTo>
                    <a:close/>
                    <a:moveTo>
                      <a:pt x="238854" y="0"/>
                    </a:moveTo>
                    <a:cubicBezTo>
                      <a:pt x="249479" y="0"/>
                      <a:pt x="257535" y="1823"/>
                      <a:pt x="263021" y="5469"/>
                    </a:cubicBezTo>
                    <a:cubicBezTo>
                      <a:pt x="268508" y="9115"/>
                      <a:pt x="271250" y="13854"/>
                      <a:pt x="271250" y="19687"/>
                    </a:cubicBezTo>
                    <a:cubicBezTo>
                      <a:pt x="271250" y="25521"/>
                      <a:pt x="268525" y="30156"/>
                      <a:pt x="263073" y="33594"/>
                    </a:cubicBezTo>
                    <a:cubicBezTo>
                      <a:pt x="257623" y="37031"/>
                      <a:pt x="249550" y="38750"/>
                      <a:pt x="238854" y="38750"/>
                    </a:cubicBezTo>
                    <a:cubicBezTo>
                      <a:pt x="228229" y="38750"/>
                      <a:pt x="220156" y="37031"/>
                      <a:pt x="214635" y="33594"/>
                    </a:cubicBezTo>
                    <a:cubicBezTo>
                      <a:pt x="209115" y="30156"/>
                      <a:pt x="206354" y="25521"/>
                      <a:pt x="206354" y="19687"/>
                    </a:cubicBezTo>
                    <a:cubicBezTo>
                      <a:pt x="206354" y="13854"/>
                      <a:pt x="209115" y="9115"/>
                      <a:pt x="214635" y="5469"/>
                    </a:cubicBezTo>
                    <a:cubicBezTo>
                      <a:pt x="220156" y="1823"/>
                      <a:pt x="228229" y="0"/>
                      <a:pt x="23885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86" name="TextBox 485">
                <a:extLst>
                  <a:ext uri="{FF2B5EF4-FFF2-40B4-BE49-F238E27FC236}">
                    <a16:creationId xmlns:a16="http://schemas.microsoft.com/office/drawing/2014/main" id="{863583BA-7A36-42B4-9C23-6B6EFDAF6F69}"/>
                  </a:ext>
                </a:extLst>
              </p:cNvPr>
              <p:cNvSpPr txBox="1"/>
              <p:nvPr/>
            </p:nvSpPr>
            <p:spPr>
              <a:xfrm>
                <a:off x="1119256" y="4360371"/>
                <a:ext cx="82090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제조운영시스템</a:t>
                </a:r>
              </a:p>
            </p:txBody>
          </p:sp>
        </p:grpSp>
        <p:sp>
          <p:nvSpPr>
            <p:cNvPr id="487" name="자유형: 도형 486">
              <a:extLst>
                <a:ext uri="{FF2B5EF4-FFF2-40B4-BE49-F238E27FC236}">
                  <a16:creationId xmlns:a16="http://schemas.microsoft.com/office/drawing/2014/main" id="{E1929AB6-69C0-40B0-9BDC-4B89F38A9410}"/>
                </a:ext>
              </a:extLst>
            </p:cNvPr>
            <p:cNvSpPr/>
            <p:nvPr/>
          </p:nvSpPr>
          <p:spPr>
            <a:xfrm>
              <a:off x="1907750" y="4428031"/>
              <a:ext cx="178750" cy="94479"/>
            </a:xfrm>
            <a:custGeom>
              <a:avLst/>
              <a:gdLst>
                <a:gd name="connsiteX0" fmla="*/ 116354 w 178750"/>
                <a:gd name="connsiteY0" fmla="*/ 73854 h 94479"/>
                <a:gd name="connsiteX1" fmla="*/ 116354 w 178750"/>
                <a:gd name="connsiteY1" fmla="*/ 84896 h 94479"/>
                <a:gd name="connsiteX2" fmla="*/ 158021 w 178750"/>
                <a:gd name="connsiteY2" fmla="*/ 84896 h 94479"/>
                <a:gd name="connsiteX3" fmla="*/ 158021 w 178750"/>
                <a:gd name="connsiteY3" fmla="*/ 73854 h 94479"/>
                <a:gd name="connsiteX4" fmla="*/ 42292 w 178750"/>
                <a:gd name="connsiteY4" fmla="*/ 67396 h 94479"/>
                <a:gd name="connsiteX5" fmla="*/ 25000 w 178750"/>
                <a:gd name="connsiteY5" fmla="*/ 70312 h 94479"/>
                <a:gd name="connsiteX6" fmla="*/ 18333 w 178750"/>
                <a:gd name="connsiteY6" fmla="*/ 77813 h 94479"/>
                <a:gd name="connsiteX7" fmla="*/ 24948 w 178750"/>
                <a:gd name="connsiteY7" fmla="*/ 85261 h 94479"/>
                <a:gd name="connsiteX8" fmla="*/ 42187 w 178750"/>
                <a:gd name="connsiteY8" fmla="*/ 88125 h 94479"/>
                <a:gd name="connsiteX9" fmla="*/ 51667 w 178750"/>
                <a:gd name="connsiteY9" fmla="*/ 87396 h 94479"/>
                <a:gd name="connsiteX10" fmla="*/ 59167 w 178750"/>
                <a:gd name="connsiteY10" fmla="*/ 85313 h 94479"/>
                <a:gd name="connsiteX11" fmla="*/ 64115 w 178750"/>
                <a:gd name="connsiteY11" fmla="*/ 82031 h 94479"/>
                <a:gd name="connsiteX12" fmla="*/ 65937 w 178750"/>
                <a:gd name="connsiteY12" fmla="*/ 77813 h 94479"/>
                <a:gd name="connsiteX13" fmla="*/ 59271 w 178750"/>
                <a:gd name="connsiteY13" fmla="*/ 70312 h 94479"/>
                <a:gd name="connsiteX14" fmla="*/ 42292 w 178750"/>
                <a:gd name="connsiteY14" fmla="*/ 67396 h 94479"/>
                <a:gd name="connsiteX15" fmla="*/ 42187 w 178750"/>
                <a:gd name="connsiteY15" fmla="*/ 61042 h 94479"/>
                <a:gd name="connsiteX16" fmla="*/ 66615 w 178750"/>
                <a:gd name="connsiteY16" fmla="*/ 65990 h 94479"/>
                <a:gd name="connsiteX17" fmla="*/ 75104 w 178750"/>
                <a:gd name="connsiteY17" fmla="*/ 77813 h 94479"/>
                <a:gd name="connsiteX18" fmla="*/ 66615 w 178750"/>
                <a:gd name="connsiteY18" fmla="*/ 89583 h 94479"/>
                <a:gd name="connsiteX19" fmla="*/ 42187 w 178750"/>
                <a:gd name="connsiteY19" fmla="*/ 94479 h 94479"/>
                <a:gd name="connsiteX20" fmla="*/ 17656 w 178750"/>
                <a:gd name="connsiteY20" fmla="*/ 89583 h 94479"/>
                <a:gd name="connsiteX21" fmla="*/ 9167 w 178750"/>
                <a:gd name="connsiteY21" fmla="*/ 77813 h 94479"/>
                <a:gd name="connsiteX22" fmla="*/ 17604 w 178750"/>
                <a:gd name="connsiteY22" fmla="*/ 65990 h 94479"/>
                <a:gd name="connsiteX23" fmla="*/ 42187 w 178750"/>
                <a:gd name="connsiteY23" fmla="*/ 61042 h 94479"/>
                <a:gd name="connsiteX24" fmla="*/ 108125 w 178750"/>
                <a:gd name="connsiteY24" fmla="*/ 57500 h 94479"/>
                <a:gd name="connsiteX25" fmla="*/ 116354 w 178750"/>
                <a:gd name="connsiteY25" fmla="*/ 57500 h 94479"/>
                <a:gd name="connsiteX26" fmla="*/ 116354 w 178750"/>
                <a:gd name="connsiteY26" fmla="*/ 67188 h 94479"/>
                <a:gd name="connsiteX27" fmla="*/ 158021 w 178750"/>
                <a:gd name="connsiteY27" fmla="*/ 67188 h 94479"/>
                <a:gd name="connsiteX28" fmla="*/ 158021 w 178750"/>
                <a:gd name="connsiteY28" fmla="*/ 57500 h 94479"/>
                <a:gd name="connsiteX29" fmla="*/ 166042 w 178750"/>
                <a:gd name="connsiteY29" fmla="*/ 57500 h 94479"/>
                <a:gd name="connsiteX30" fmla="*/ 166042 w 178750"/>
                <a:gd name="connsiteY30" fmla="*/ 89479 h 94479"/>
                <a:gd name="connsiteX31" fmla="*/ 165573 w 178750"/>
                <a:gd name="connsiteY31" fmla="*/ 91198 h 94479"/>
                <a:gd name="connsiteX32" fmla="*/ 163854 w 178750"/>
                <a:gd name="connsiteY32" fmla="*/ 91667 h 94479"/>
                <a:gd name="connsiteX33" fmla="*/ 110313 w 178750"/>
                <a:gd name="connsiteY33" fmla="*/ 91667 h 94479"/>
                <a:gd name="connsiteX34" fmla="*/ 108594 w 178750"/>
                <a:gd name="connsiteY34" fmla="*/ 91198 h 94479"/>
                <a:gd name="connsiteX35" fmla="*/ 108125 w 178750"/>
                <a:gd name="connsiteY35" fmla="*/ 89479 h 94479"/>
                <a:gd name="connsiteX36" fmla="*/ 120833 w 178750"/>
                <a:gd name="connsiteY36" fmla="*/ 27917 h 94479"/>
                <a:gd name="connsiteX37" fmla="*/ 110156 w 178750"/>
                <a:gd name="connsiteY37" fmla="*/ 30365 h 94479"/>
                <a:gd name="connsiteX38" fmla="*/ 106354 w 178750"/>
                <a:gd name="connsiteY38" fmla="*/ 36875 h 94479"/>
                <a:gd name="connsiteX39" fmla="*/ 110156 w 178750"/>
                <a:gd name="connsiteY39" fmla="*/ 43437 h 94479"/>
                <a:gd name="connsiteX40" fmla="*/ 120833 w 178750"/>
                <a:gd name="connsiteY40" fmla="*/ 46042 h 94479"/>
                <a:gd name="connsiteX41" fmla="*/ 131458 w 178750"/>
                <a:gd name="connsiteY41" fmla="*/ 43437 h 94479"/>
                <a:gd name="connsiteX42" fmla="*/ 135313 w 178750"/>
                <a:gd name="connsiteY42" fmla="*/ 36875 h 94479"/>
                <a:gd name="connsiteX43" fmla="*/ 131458 w 178750"/>
                <a:gd name="connsiteY43" fmla="*/ 30365 h 94479"/>
                <a:gd name="connsiteX44" fmla="*/ 120833 w 178750"/>
                <a:gd name="connsiteY44" fmla="*/ 27917 h 94479"/>
                <a:gd name="connsiteX45" fmla="*/ 120833 w 178750"/>
                <a:gd name="connsiteY45" fmla="*/ 21979 h 94479"/>
                <a:gd name="connsiteX46" fmla="*/ 137396 w 178750"/>
                <a:gd name="connsiteY46" fmla="*/ 26146 h 94479"/>
                <a:gd name="connsiteX47" fmla="*/ 143750 w 178750"/>
                <a:gd name="connsiteY47" fmla="*/ 36875 h 94479"/>
                <a:gd name="connsiteX48" fmla="*/ 141979 w 178750"/>
                <a:gd name="connsiteY48" fmla="*/ 42917 h 94479"/>
                <a:gd name="connsiteX49" fmla="*/ 137188 w 178750"/>
                <a:gd name="connsiteY49" fmla="*/ 47604 h 94479"/>
                <a:gd name="connsiteX50" fmla="*/ 129948 w 178750"/>
                <a:gd name="connsiteY50" fmla="*/ 50677 h 94479"/>
                <a:gd name="connsiteX51" fmla="*/ 120833 w 178750"/>
                <a:gd name="connsiteY51" fmla="*/ 51771 h 94479"/>
                <a:gd name="connsiteX52" fmla="*/ 111615 w 178750"/>
                <a:gd name="connsiteY52" fmla="*/ 50677 h 94479"/>
                <a:gd name="connsiteX53" fmla="*/ 104375 w 178750"/>
                <a:gd name="connsiteY53" fmla="*/ 47604 h 94479"/>
                <a:gd name="connsiteX54" fmla="*/ 99635 w 178750"/>
                <a:gd name="connsiteY54" fmla="*/ 42917 h 94479"/>
                <a:gd name="connsiteX55" fmla="*/ 97917 w 178750"/>
                <a:gd name="connsiteY55" fmla="*/ 36875 h 94479"/>
                <a:gd name="connsiteX56" fmla="*/ 104271 w 178750"/>
                <a:gd name="connsiteY56" fmla="*/ 26146 h 94479"/>
                <a:gd name="connsiteX57" fmla="*/ 120833 w 178750"/>
                <a:gd name="connsiteY57" fmla="*/ 21979 h 94479"/>
                <a:gd name="connsiteX58" fmla="*/ 94479 w 178750"/>
                <a:gd name="connsiteY58" fmla="*/ 11354 h 94479"/>
                <a:gd name="connsiteX59" fmla="*/ 147396 w 178750"/>
                <a:gd name="connsiteY59" fmla="*/ 11354 h 94479"/>
                <a:gd name="connsiteX60" fmla="*/ 147396 w 178750"/>
                <a:gd name="connsiteY60" fmla="*/ 17709 h 94479"/>
                <a:gd name="connsiteX61" fmla="*/ 94479 w 178750"/>
                <a:gd name="connsiteY61" fmla="*/ 17709 h 94479"/>
                <a:gd name="connsiteX62" fmla="*/ 13437 w 178750"/>
                <a:gd name="connsiteY62" fmla="*/ 2187 h 94479"/>
                <a:gd name="connsiteX63" fmla="*/ 73229 w 178750"/>
                <a:gd name="connsiteY63" fmla="*/ 2187 h 94479"/>
                <a:gd name="connsiteX64" fmla="*/ 73229 w 178750"/>
                <a:gd name="connsiteY64" fmla="*/ 8438 h 94479"/>
                <a:gd name="connsiteX65" fmla="*/ 19479 w 178750"/>
                <a:gd name="connsiteY65" fmla="*/ 8438 h 94479"/>
                <a:gd name="connsiteX66" fmla="*/ 19479 w 178750"/>
                <a:gd name="connsiteY66" fmla="*/ 17396 h 94479"/>
                <a:gd name="connsiteX67" fmla="*/ 73021 w 178750"/>
                <a:gd name="connsiteY67" fmla="*/ 17396 h 94479"/>
                <a:gd name="connsiteX68" fmla="*/ 73021 w 178750"/>
                <a:gd name="connsiteY68" fmla="*/ 23542 h 94479"/>
                <a:gd name="connsiteX69" fmla="*/ 19479 w 178750"/>
                <a:gd name="connsiteY69" fmla="*/ 23542 h 94479"/>
                <a:gd name="connsiteX70" fmla="*/ 19479 w 178750"/>
                <a:gd name="connsiteY70" fmla="*/ 32500 h 94479"/>
                <a:gd name="connsiteX71" fmla="*/ 74167 w 178750"/>
                <a:gd name="connsiteY71" fmla="*/ 32500 h 94479"/>
                <a:gd name="connsiteX72" fmla="*/ 74167 w 178750"/>
                <a:gd name="connsiteY72" fmla="*/ 38854 h 94479"/>
                <a:gd name="connsiteX73" fmla="*/ 46354 w 178750"/>
                <a:gd name="connsiteY73" fmla="*/ 38854 h 94479"/>
                <a:gd name="connsiteX74" fmla="*/ 46354 w 178750"/>
                <a:gd name="connsiteY74" fmla="*/ 48542 h 94479"/>
                <a:gd name="connsiteX75" fmla="*/ 84479 w 178750"/>
                <a:gd name="connsiteY75" fmla="*/ 48542 h 94479"/>
                <a:gd name="connsiteX76" fmla="*/ 84479 w 178750"/>
                <a:gd name="connsiteY76" fmla="*/ 55313 h 94479"/>
                <a:gd name="connsiteX77" fmla="*/ 0 w 178750"/>
                <a:gd name="connsiteY77" fmla="*/ 55313 h 94479"/>
                <a:gd name="connsiteX78" fmla="*/ 0 w 178750"/>
                <a:gd name="connsiteY78" fmla="*/ 48542 h 94479"/>
                <a:gd name="connsiteX79" fmla="*/ 37604 w 178750"/>
                <a:gd name="connsiteY79" fmla="*/ 48542 h 94479"/>
                <a:gd name="connsiteX80" fmla="*/ 37604 w 178750"/>
                <a:gd name="connsiteY80" fmla="*/ 38854 h 94479"/>
                <a:gd name="connsiteX81" fmla="*/ 13437 w 178750"/>
                <a:gd name="connsiteY81" fmla="*/ 38854 h 94479"/>
                <a:gd name="connsiteX82" fmla="*/ 11719 w 178750"/>
                <a:gd name="connsiteY82" fmla="*/ 38385 h 94479"/>
                <a:gd name="connsiteX83" fmla="*/ 11250 w 178750"/>
                <a:gd name="connsiteY83" fmla="*/ 36667 h 94479"/>
                <a:gd name="connsiteX84" fmla="*/ 11250 w 178750"/>
                <a:gd name="connsiteY84" fmla="*/ 4375 h 94479"/>
                <a:gd name="connsiteX85" fmla="*/ 11719 w 178750"/>
                <a:gd name="connsiteY85" fmla="*/ 2656 h 94479"/>
                <a:gd name="connsiteX86" fmla="*/ 13437 w 178750"/>
                <a:gd name="connsiteY86" fmla="*/ 2187 h 94479"/>
                <a:gd name="connsiteX87" fmla="*/ 157708 w 178750"/>
                <a:gd name="connsiteY87" fmla="*/ 208 h 94479"/>
                <a:gd name="connsiteX88" fmla="*/ 165938 w 178750"/>
                <a:gd name="connsiteY88" fmla="*/ 208 h 94479"/>
                <a:gd name="connsiteX89" fmla="*/ 165938 w 178750"/>
                <a:gd name="connsiteY89" fmla="*/ 23646 h 94479"/>
                <a:gd name="connsiteX90" fmla="*/ 178750 w 178750"/>
                <a:gd name="connsiteY90" fmla="*/ 23646 h 94479"/>
                <a:gd name="connsiteX91" fmla="*/ 178750 w 178750"/>
                <a:gd name="connsiteY91" fmla="*/ 30729 h 94479"/>
                <a:gd name="connsiteX92" fmla="*/ 165938 w 178750"/>
                <a:gd name="connsiteY92" fmla="*/ 30729 h 94479"/>
                <a:gd name="connsiteX93" fmla="*/ 165938 w 178750"/>
                <a:gd name="connsiteY93" fmla="*/ 52604 h 94479"/>
                <a:gd name="connsiteX94" fmla="*/ 157708 w 178750"/>
                <a:gd name="connsiteY94" fmla="*/ 52604 h 94479"/>
                <a:gd name="connsiteX95" fmla="*/ 106979 w 178750"/>
                <a:gd name="connsiteY95" fmla="*/ 0 h 94479"/>
                <a:gd name="connsiteX96" fmla="*/ 134375 w 178750"/>
                <a:gd name="connsiteY96" fmla="*/ 0 h 94479"/>
                <a:gd name="connsiteX97" fmla="*/ 134375 w 178750"/>
                <a:gd name="connsiteY97" fmla="*/ 6354 h 94479"/>
                <a:gd name="connsiteX98" fmla="*/ 106979 w 178750"/>
                <a:gd name="connsiteY98" fmla="*/ 6354 h 94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78750" h="94479">
                  <a:moveTo>
                    <a:pt x="116354" y="73854"/>
                  </a:moveTo>
                  <a:lnTo>
                    <a:pt x="116354" y="84896"/>
                  </a:lnTo>
                  <a:lnTo>
                    <a:pt x="158021" y="84896"/>
                  </a:lnTo>
                  <a:lnTo>
                    <a:pt x="158021" y="73854"/>
                  </a:lnTo>
                  <a:close/>
                  <a:moveTo>
                    <a:pt x="42292" y="67396"/>
                  </a:moveTo>
                  <a:cubicBezTo>
                    <a:pt x="35208" y="67396"/>
                    <a:pt x="29440" y="68373"/>
                    <a:pt x="25000" y="70312"/>
                  </a:cubicBezTo>
                  <a:cubicBezTo>
                    <a:pt x="20560" y="72253"/>
                    <a:pt x="18333" y="74753"/>
                    <a:pt x="18333" y="77813"/>
                  </a:cubicBezTo>
                  <a:cubicBezTo>
                    <a:pt x="18333" y="80872"/>
                    <a:pt x="20534" y="83346"/>
                    <a:pt x="24948" y="85261"/>
                  </a:cubicBezTo>
                  <a:cubicBezTo>
                    <a:pt x="29349" y="87175"/>
                    <a:pt x="35104" y="88125"/>
                    <a:pt x="42187" y="88125"/>
                  </a:cubicBezTo>
                  <a:cubicBezTo>
                    <a:pt x="45586" y="88125"/>
                    <a:pt x="48750" y="87878"/>
                    <a:pt x="51667" y="87396"/>
                  </a:cubicBezTo>
                  <a:cubicBezTo>
                    <a:pt x="54583" y="86914"/>
                    <a:pt x="57083" y="86211"/>
                    <a:pt x="59167" y="85313"/>
                  </a:cubicBezTo>
                  <a:cubicBezTo>
                    <a:pt x="61250" y="84414"/>
                    <a:pt x="62891" y="83320"/>
                    <a:pt x="64115" y="82031"/>
                  </a:cubicBezTo>
                  <a:cubicBezTo>
                    <a:pt x="65326" y="80742"/>
                    <a:pt x="65937" y="79336"/>
                    <a:pt x="65937" y="77813"/>
                  </a:cubicBezTo>
                  <a:cubicBezTo>
                    <a:pt x="65937" y="74753"/>
                    <a:pt x="63711" y="72253"/>
                    <a:pt x="59271" y="70312"/>
                  </a:cubicBezTo>
                  <a:cubicBezTo>
                    <a:pt x="54818" y="68373"/>
                    <a:pt x="49167" y="67396"/>
                    <a:pt x="42292" y="67396"/>
                  </a:cubicBezTo>
                  <a:close/>
                  <a:moveTo>
                    <a:pt x="42187" y="61042"/>
                  </a:moveTo>
                  <a:cubicBezTo>
                    <a:pt x="52813" y="61042"/>
                    <a:pt x="60951" y="62695"/>
                    <a:pt x="66615" y="65990"/>
                  </a:cubicBezTo>
                  <a:cubicBezTo>
                    <a:pt x="72279" y="69284"/>
                    <a:pt x="75104" y="73229"/>
                    <a:pt x="75104" y="77813"/>
                  </a:cubicBezTo>
                  <a:cubicBezTo>
                    <a:pt x="75104" y="82396"/>
                    <a:pt x="72279" y="86315"/>
                    <a:pt x="66615" y="89583"/>
                  </a:cubicBezTo>
                  <a:cubicBezTo>
                    <a:pt x="60951" y="92852"/>
                    <a:pt x="52813" y="94479"/>
                    <a:pt x="42187" y="94479"/>
                  </a:cubicBezTo>
                  <a:cubicBezTo>
                    <a:pt x="31484" y="94479"/>
                    <a:pt x="23307" y="92852"/>
                    <a:pt x="17656" y="89583"/>
                  </a:cubicBezTo>
                  <a:cubicBezTo>
                    <a:pt x="11992" y="86315"/>
                    <a:pt x="9167" y="82396"/>
                    <a:pt x="9167" y="77813"/>
                  </a:cubicBezTo>
                  <a:cubicBezTo>
                    <a:pt x="9167" y="73229"/>
                    <a:pt x="11979" y="69284"/>
                    <a:pt x="17604" y="65990"/>
                  </a:cubicBezTo>
                  <a:cubicBezTo>
                    <a:pt x="23229" y="62695"/>
                    <a:pt x="31419" y="61042"/>
                    <a:pt x="42187" y="61042"/>
                  </a:cubicBezTo>
                  <a:close/>
                  <a:moveTo>
                    <a:pt x="108125" y="57500"/>
                  </a:moveTo>
                  <a:lnTo>
                    <a:pt x="116354" y="57500"/>
                  </a:lnTo>
                  <a:lnTo>
                    <a:pt x="116354" y="67188"/>
                  </a:lnTo>
                  <a:lnTo>
                    <a:pt x="158021" y="67188"/>
                  </a:lnTo>
                  <a:lnTo>
                    <a:pt x="158021" y="57500"/>
                  </a:lnTo>
                  <a:lnTo>
                    <a:pt x="166042" y="57500"/>
                  </a:lnTo>
                  <a:lnTo>
                    <a:pt x="166042" y="89479"/>
                  </a:lnTo>
                  <a:cubicBezTo>
                    <a:pt x="166042" y="90313"/>
                    <a:pt x="165885" y="90886"/>
                    <a:pt x="165573" y="91198"/>
                  </a:cubicBezTo>
                  <a:cubicBezTo>
                    <a:pt x="165261" y="91511"/>
                    <a:pt x="164688" y="91667"/>
                    <a:pt x="163854" y="91667"/>
                  </a:cubicBezTo>
                  <a:lnTo>
                    <a:pt x="110313" y="91667"/>
                  </a:lnTo>
                  <a:cubicBezTo>
                    <a:pt x="109479" y="91667"/>
                    <a:pt x="108906" y="91511"/>
                    <a:pt x="108594" y="91198"/>
                  </a:cubicBezTo>
                  <a:cubicBezTo>
                    <a:pt x="108281" y="90886"/>
                    <a:pt x="108125" y="90313"/>
                    <a:pt x="108125" y="89479"/>
                  </a:cubicBezTo>
                  <a:close/>
                  <a:moveTo>
                    <a:pt x="120833" y="27917"/>
                  </a:moveTo>
                  <a:cubicBezTo>
                    <a:pt x="116250" y="27917"/>
                    <a:pt x="112682" y="28737"/>
                    <a:pt x="110156" y="30365"/>
                  </a:cubicBezTo>
                  <a:cubicBezTo>
                    <a:pt x="107617" y="31992"/>
                    <a:pt x="106354" y="34167"/>
                    <a:pt x="106354" y="36875"/>
                  </a:cubicBezTo>
                  <a:cubicBezTo>
                    <a:pt x="106354" y="39518"/>
                    <a:pt x="107617" y="41706"/>
                    <a:pt x="110156" y="43437"/>
                  </a:cubicBezTo>
                  <a:cubicBezTo>
                    <a:pt x="112682" y="45169"/>
                    <a:pt x="116250" y="46042"/>
                    <a:pt x="120833" y="46042"/>
                  </a:cubicBezTo>
                  <a:cubicBezTo>
                    <a:pt x="125339" y="46042"/>
                    <a:pt x="128893" y="45169"/>
                    <a:pt x="131458" y="43437"/>
                  </a:cubicBezTo>
                  <a:cubicBezTo>
                    <a:pt x="134024" y="41706"/>
                    <a:pt x="135313" y="39518"/>
                    <a:pt x="135313" y="36875"/>
                  </a:cubicBezTo>
                  <a:cubicBezTo>
                    <a:pt x="135313" y="34167"/>
                    <a:pt x="134024" y="31992"/>
                    <a:pt x="131458" y="30365"/>
                  </a:cubicBezTo>
                  <a:cubicBezTo>
                    <a:pt x="128893" y="28737"/>
                    <a:pt x="125339" y="27917"/>
                    <a:pt x="120833" y="27917"/>
                  </a:cubicBezTo>
                  <a:close/>
                  <a:moveTo>
                    <a:pt x="120833" y="21979"/>
                  </a:moveTo>
                  <a:cubicBezTo>
                    <a:pt x="127630" y="21979"/>
                    <a:pt x="133164" y="23373"/>
                    <a:pt x="137396" y="26146"/>
                  </a:cubicBezTo>
                  <a:cubicBezTo>
                    <a:pt x="141628" y="28919"/>
                    <a:pt x="143750" y="32500"/>
                    <a:pt x="143750" y="36875"/>
                  </a:cubicBezTo>
                  <a:cubicBezTo>
                    <a:pt x="143750" y="39101"/>
                    <a:pt x="143164" y="41107"/>
                    <a:pt x="141979" y="42917"/>
                  </a:cubicBezTo>
                  <a:cubicBezTo>
                    <a:pt x="140794" y="44727"/>
                    <a:pt x="139206" y="46289"/>
                    <a:pt x="137188" y="47604"/>
                  </a:cubicBezTo>
                  <a:cubicBezTo>
                    <a:pt x="135169" y="48919"/>
                    <a:pt x="132760" y="49948"/>
                    <a:pt x="129948" y="50677"/>
                  </a:cubicBezTo>
                  <a:cubicBezTo>
                    <a:pt x="127135" y="51406"/>
                    <a:pt x="124089" y="51771"/>
                    <a:pt x="120833" y="51771"/>
                  </a:cubicBezTo>
                  <a:cubicBezTo>
                    <a:pt x="117500" y="51771"/>
                    <a:pt x="114427" y="51406"/>
                    <a:pt x="111615" y="50677"/>
                  </a:cubicBezTo>
                  <a:cubicBezTo>
                    <a:pt x="108802" y="49948"/>
                    <a:pt x="106393" y="48919"/>
                    <a:pt x="104375" y="47604"/>
                  </a:cubicBezTo>
                  <a:cubicBezTo>
                    <a:pt x="102357" y="46289"/>
                    <a:pt x="100781" y="44727"/>
                    <a:pt x="99635" y="42917"/>
                  </a:cubicBezTo>
                  <a:cubicBezTo>
                    <a:pt x="98490" y="41107"/>
                    <a:pt x="97917" y="39101"/>
                    <a:pt x="97917" y="36875"/>
                  </a:cubicBezTo>
                  <a:cubicBezTo>
                    <a:pt x="97917" y="32500"/>
                    <a:pt x="100026" y="28919"/>
                    <a:pt x="104271" y="26146"/>
                  </a:cubicBezTo>
                  <a:cubicBezTo>
                    <a:pt x="108503" y="23373"/>
                    <a:pt x="114023" y="21979"/>
                    <a:pt x="120833" y="21979"/>
                  </a:cubicBezTo>
                  <a:close/>
                  <a:moveTo>
                    <a:pt x="94479" y="11354"/>
                  </a:moveTo>
                  <a:lnTo>
                    <a:pt x="147396" y="11354"/>
                  </a:lnTo>
                  <a:lnTo>
                    <a:pt x="147396" y="17709"/>
                  </a:lnTo>
                  <a:lnTo>
                    <a:pt x="94479" y="17709"/>
                  </a:lnTo>
                  <a:close/>
                  <a:moveTo>
                    <a:pt x="13437" y="2187"/>
                  </a:moveTo>
                  <a:lnTo>
                    <a:pt x="73229" y="2187"/>
                  </a:lnTo>
                  <a:lnTo>
                    <a:pt x="73229" y="8438"/>
                  </a:lnTo>
                  <a:lnTo>
                    <a:pt x="19479" y="8438"/>
                  </a:lnTo>
                  <a:lnTo>
                    <a:pt x="19479" y="17396"/>
                  </a:lnTo>
                  <a:lnTo>
                    <a:pt x="73021" y="17396"/>
                  </a:lnTo>
                  <a:lnTo>
                    <a:pt x="73021" y="23542"/>
                  </a:lnTo>
                  <a:lnTo>
                    <a:pt x="19479" y="23542"/>
                  </a:lnTo>
                  <a:lnTo>
                    <a:pt x="19479" y="32500"/>
                  </a:lnTo>
                  <a:lnTo>
                    <a:pt x="74167" y="32500"/>
                  </a:lnTo>
                  <a:lnTo>
                    <a:pt x="74167" y="38854"/>
                  </a:lnTo>
                  <a:lnTo>
                    <a:pt x="46354" y="38854"/>
                  </a:lnTo>
                  <a:lnTo>
                    <a:pt x="46354" y="48542"/>
                  </a:lnTo>
                  <a:lnTo>
                    <a:pt x="84479" y="48542"/>
                  </a:lnTo>
                  <a:lnTo>
                    <a:pt x="84479" y="55313"/>
                  </a:lnTo>
                  <a:lnTo>
                    <a:pt x="0" y="55313"/>
                  </a:lnTo>
                  <a:lnTo>
                    <a:pt x="0" y="48542"/>
                  </a:lnTo>
                  <a:lnTo>
                    <a:pt x="37604" y="48542"/>
                  </a:lnTo>
                  <a:lnTo>
                    <a:pt x="37604" y="38854"/>
                  </a:lnTo>
                  <a:lnTo>
                    <a:pt x="13437" y="38854"/>
                  </a:lnTo>
                  <a:cubicBezTo>
                    <a:pt x="12604" y="38854"/>
                    <a:pt x="12031" y="38698"/>
                    <a:pt x="11719" y="38385"/>
                  </a:cubicBezTo>
                  <a:cubicBezTo>
                    <a:pt x="11406" y="38073"/>
                    <a:pt x="11250" y="37500"/>
                    <a:pt x="11250" y="36667"/>
                  </a:cubicBezTo>
                  <a:lnTo>
                    <a:pt x="11250" y="4375"/>
                  </a:lnTo>
                  <a:cubicBezTo>
                    <a:pt x="11250" y="3542"/>
                    <a:pt x="11406" y="2969"/>
                    <a:pt x="11719" y="2656"/>
                  </a:cubicBezTo>
                  <a:cubicBezTo>
                    <a:pt x="12031" y="2344"/>
                    <a:pt x="12604" y="2187"/>
                    <a:pt x="13437" y="2187"/>
                  </a:cubicBezTo>
                  <a:close/>
                  <a:moveTo>
                    <a:pt x="157708" y="208"/>
                  </a:moveTo>
                  <a:lnTo>
                    <a:pt x="165938" y="208"/>
                  </a:lnTo>
                  <a:lnTo>
                    <a:pt x="165938" y="23646"/>
                  </a:lnTo>
                  <a:lnTo>
                    <a:pt x="178750" y="23646"/>
                  </a:lnTo>
                  <a:lnTo>
                    <a:pt x="178750" y="30729"/>
                  </a:lnTo>
                  <a:lnTo>
                    <a:pt x="165938" y="30729"/>
                  </a:lnTo>
                  <a:lnTo>
                    <a:pt x="165938" y="52604"/>
                  </a:lnTo>
                  <a:lnTo>
                    <a:pt x="157708" y="52604"/>
                  </a:lnTo>
                  <a:close/>
                  <a:moveTo>
                    <a:pt x="106979" y="0"/>
                  </a:moveTo>
                  <a:lnTo>
                    <a:pt x="134375" y="0"/>
                  </a:lnTo>
                  <a:lnTo>
                    <a:pt x="134375" y="6354"/>
                  </a:lnTo>
                  <a:lnTo>
                    <a:pt x="106979" y="6354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34AB629D-4D47-4F4A-937C-F9CE2F21020D}"/>
                </a:ext>
              </a:extLst>
            </p:cNvPr>
            <p:cNvSpPr txBox="1"/>
            <p:nvPr/>
          </p:nvSpPr>
          <p:spPr>
            <a:xfrm>
              <a:off x="1816310" y="4360814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통합</a:t>
              </a:r>
            </a:p>
          </p:txBody>
        </p:sp>
        <p:sp>
          <p:nvSpPr>
            <p:cNvPr id="489" name="자유형: 도형 488">
              <a:extLst>
                <a:ext uri="{FF2B5EF4-FFF2-40B4-BE49-F238E27FC236}">
                  <a16:creationId xmlns:a16="http://schemas.microsoft.com/office/drawing/2014/main" id="{29C35D4F-9DFD-4424-BE0E-48C75B389B9E}"/>
                </a:ext>
              </a:extLst>
            </p:cNvPr>
            <p:cNvSpPr/>
            <p:nvPr/>
          </p:nvSpPr>
          <p:spPr>
            <a:xfrm>
              <a:off x="2128622" y="4427198"/>
              <a:ext cx="175729" cy="93958"/>
            </a:xfrm>
            <a:custGeom>
              <a:avLst/>
              <a:gdLst>
                <a:gd name="connsiteX0" fmla="*/ 91250 w 175729"/>
                <a:gd name="connsiteY0" fmla="*/ 48229 h 93958"/>
                <a:gd name="connsiteX1" fmla="*/ 175729 w 175729"/>
                <a:gd name="connsiteY1" fmla="*/ 48229 h 93958"/>
                <a:gd name="connsiteX2" fmla="*/ 175729 w 175729"/>
                <a:gd name="connsiteY2" fmla="*/ 55104 h 93958"/>
                <a:gd name="connsiteX3" fmla="*/ 137604 w 175729"/>
                <a:gd name="connsiteY3" fmla="*/ 55104 h 93958"/>
                <a:gd name="connsiteX4" fmla="*/ 137604 w 175729"/>
                <a:gd name="connsiteY4" fmla="*/ 65937 h 93958"/>
                <a:gd name="connsiteX5" fmla="*/ 162292 w 175729"/>
                <a:gd name="connsiteY5" fmla="*/ 65937 h 93958"/>
                <a:gd name="connsiteX6" fmla="*/ 164011 w 175729"/>
                <a:gd name="connsiteY6" fmla="*/ 66406 h 93958"/>
                <a:gd name="connsiteX7" fmla="*/ 164479 w 175729"/>
                <a:gd name="connsiteY7" fmla="*/ 68125 h 93958"/>
                <a:gd name="connsiteX8" fmla="*/ 164479 w 175729"/>
                <a:gd name="connsiteY8" fmla="*/ 93958 h 93958"/>
                <a:gd name="connsiteX9" fmla="*/ 156042 w 175729"/>
                <a:gd name="connsiteY9" fmla="*/ 93958 h 93958"/>
                <a:gd name="connsiteX10" fmla="*/ 156042 w 175729"/>
                <a:gd name="connsiteY10" fmla="*/ 72813 h 93958"/>
                <a:gd name="connsiteX11" fmla="*/ 101458 w 175729"/>
                <a:gd name="connsiteY11" fmla="*/ 72813 h 93958"/>
                <a:gd name="connsiteX12" fmla="*/ 101458 w 175729"/>
                <a:gd name="connsiteY12" fmla="*/ 65937 h 93958"/>
                <a:gd name="connsiteX13" fmla="*/ 128958 w 175729"/>
                <a:gd name="connsiteY13" fmla="*/ 65937 h 93958"/>
                <a:gd name="connsiteX14" fmla="*/ 128958 w 175729"/>
                <a:gd name="connsiteY14" fmla="*/ 55104 h 93958"/>
                <a:gd name="connsiteX15" fmla="*/ 91250 w 175729"/>
                <a:gd name="connsiteY15" fmla="*/ 55104 h 93958"/>
                <a:gd name="connsiteX16" fmla="*/ 101146 w 175729"/>
                <a:gd name="connsiteY16" fmla="*/ 13958 h 93958"/>
                <a:gd name="connsiteX17" fmla="*/ 165938 w 175729"/>
                <a:gd name="connsiteY17" fmla="*/ 13958 h 93958"/>
                <a:gd name="connsiteX18" fmla="*/ 165938 w 175729"/>
                <a:gd name="connsiteY18" fmla="*/ 20521 h 93958"/>
                <a:gd name="connsiteX19" fmla="*/ 139063 w 175729"/>
                <a:gd name="connsiteY19" fmla="*/ 20521 h 93958"/>
                <a:gd name="connsiteX20" fmla="*/ 143854 w 175729"/>
                <a:gd name="connsiteY20" fmla="*/ 26667 h 93958"/>
                <a:gd name="connsiteX21" fmla="*/ 151875 w 175729"/>
                <a:gd name="connsiteY21" fmla="*/ 31146 h 93958"/>
                <a:gd name="connsiteX22" fmla="*/ 161511 w 175729"/>
                <a:gd name="connsiteY22" fmla="*/ 34167 h 93958"/>
                <a:gd name="connsiteX23" fmla="*/ 171458 w 175729"/>
                <a:gd name="connsiteY23" fmla="*/ 35833 h 93958"/>
                <a:gd name="connsiteX24" fmla="*/ 168750 w 175729"/>
                <a:gd name="connsiteY24" fmla="*/ 39010 h 93958"/>
                <a:gd name="connsiteX25" fmla="*/ 166146 w 175729"/>
                <a:gd name="connsiteY25" fmla="*/ 42292 h 93958"/>
                <a:gd name="connsiteX26" fmla="*/ 157240 w 175729"/>
                <a:gd name="connsiteY26" fmla="*/ 40417 h 93958"/>
                <a:gd name="connsiteX27" fmla="*/ 148333 w 175729"/>
                <a:gd name="connsiteY27" fmla="*/ 37396 h 93958"/>
                <a:gd name="connsiteX28" fmla="*/ 140261 w 175729"/>
                <a:gd name="connsiteY28" fmla="*/ 33021 h 93958"/>
                <a:gd name="connsiteX29" fmla="*/ 134063 w 175729"/>
                <a:gd name="connsiteY29" fmla="*/ 26875 h 93958"/>
                <a:gd name="connsiteX30" fmla="*/ 128021 w 175729"/>
                <a:gd name="connsiteY30" fmla="*/ 32708 h 93958"/>
                <a:gd name="connsiteX31" fmla="*/ 119896 w 175729"/>
                <a:gd name="connsiteY31" fmla="*/ 37083 h 93958"/>
                <a:gd name="connsiteX32" fmla="*/ 110677 w 175729"/>
                <a:gd name="connsiteY32" fmla="*/ 40261 h 93958"/>
                <a:gd name="connsiteX33" fmla="*/ 101667 w 175729"/>
                <a:gd name="connsiteY33" fmla="*/ 42292 h 93958"/>
                <a:gd name="connsiteX34" fmla="*/ 100469 w 175729"/>
                <a:gd name="connsiteY34" fmla="*/ 40937 h 93958"/>
                <a:gd name="connsiteX35" fmla="*/ 99063 w 175729"/>
                <a:gd name="connsiteY35" fmla="*/ 39271 h 93958"/>
                <a:gd name="connsiteX36" fmla="*/ 97552 w 175729"/>
                <a:gd name="connsiteY36" fmla="*/ 37552 h 93958"/>
                <a:gd name="connsiteX37" fmla="*/ 96146 w 175729"/>
                <a:gd name="connsiteY37" fmla="*/ 35833 h 93958"/>
                <a:gd name="connsiteX38" fmla="*/ 106354 w 175729"/>
                <a:gd name="connsiteY38" fmla="*/ 34062 h 93958"/>
                <a:gd name="connsiteX39" fmla="*/ 116042 w 175729"/>
                <a:gd name="connsiteY39" fmla="*/ 31042 h 93958"/>
                <a:gd name="connsiteX40" fmla="*/ 123906 w 175729"/>
                <a:gd name="connsiteY40" fmla="*/ 26667 h 93958"/>
                <a:gd name="connsiteX41" fmla="*/ 128750 w 175729"/>
                <a:gd name="connsiteY41" fmla="*/ 20521 h 93958"/>
                <a:gd name="connsiteX42" fmla="*/ 101146 w 175729"/>
                <a:gd name="connsiteY42" fmla="*/ 20521 h 93958"/>
                <a:gd name="connsiteX43" fmla="*/ 9896 w 175729"/>
                <a:gd name="connsiteY43" fmla="*/ 4375 h 93958"/>
                <a:gd name="connsiteX44" fmla="*/ 72500 w 175729"/>
                <a:gd name="connsiteY44" fmla="*/ 4375 h 93958"/>
                <a:gd name="connsiteX45" fmla="*/ 74219 w 175729"/>
                <a:gd name="connsiteY45" fmla="*/ 4844 h 93958"/>
                <a:gd name="connsiteX46" fmla="*/ 74688 w 175729"/>
                <a:gd name="connsiteY46" fmla="*/ 6562 h 93958"/>
                <a:gd name="connsiteX47" fmla="*/ 73854 w 175729"/>
                <a:gd name="connsiteY47" fmla="*/ 16094 h 93958"/>
                <a:gd name="connsiteX48" fmla="*/ 72708 w 175729"/>
                <a:gd name="connsiteY48" fmla="*/ 26563 h 93958"/>
                <a:gd name="connsiteX49" fmla="*/ 71302 w 175729"/>
                <a:gd name="connsiteY49" fmla="*/ 36719 h 93958"/>
                <a:gd name="connsiteX50" fmla="*/ 69792 w 175729"/>
                <a:gd name="connsiteY50" fmla="*/ 45417 h 93958"/>
                <a:gd name="connsiteX51" fmla="*/ 84792 w 175729"/>
                <a:gd name="connsiteY51" fmla="*/ 45417 h 93958"/>
                <a:gd name="connsiteX52" fmla="*/ 84792 w 175729"/>
                <a:gd name="connsiteY52" fmla="*/ 52500 h 93958"/>
                <a:gd name="connsiteX53" fmla="*/ 45729 w 175729"/>
                <a:gd name="connsiteY53" fmla="*/ 52500 h 93958"/>
                <a:gd name="connsiteX54" fmla="*/ 45729 w 175729"/>
                <a:gd name="connsiteY54" fmla="*/ 93437 h 93958"/>
                <a:gd name="connsiteX55" fmla="*/ 37396 w 175729"/>
                <a:gd name="connsiteY55" fmla="*/ 93437 h 93958"/>
                <a:gd name="connsiteX56" fmla="*/ 37396 w 175729"/>
                <a:gd name="connsiteY56" fmla="*/ 52500 h 93958"/>
                <a:gd name="connsiteX57" fmla="*/ 0 w 175729"/>
                <a:gd name="connsiteY57" fmla="*/ 52500 h 93958"/>
                <a:gd name="connsiteX58" fmla="*/ 0 w 175729"/>
                <a:gd name="connsiteY58" fmla="*/ 45417 h 93958"/>
                <a:gd name="connsiteX59" fmla="*/ 61563 w 175729"/>
                <a:gd name="connsiteY59" fmla="*/ 45417 h 93958"/>
                <a:gd name="connsiteX60" fmla="*/ 63021 w 175729"/>
                <a:gd name="connsiteY60" fmla="*/ 37344 h 93958"/>
                <a:gd name="connsiteX61" fmla="*/ 64375 w 175729"/>
                <a:gd name="connsiteY61" fmla="*/ 28541 h 93958"/>
                <a:gd name="connsiteX62" fmla="*/ 65365 w 175729"/>
                <a:gd name="connsiteY62" fmla="*/ 19687 h 93958"/>
                <a:gd name="connsiteX63" fmla="*/ 66042 w 175729"/>
                <a:gd name="connsiteY63" fmla="*/ 11458 h 93958"/>
                <a:gd name="connsiteX64" fmla="*/ 9896 w 175729"/>
                <a:gd name="connsiteY64" fmla="*/ 11458 h 93958"/>
                <a:gd name="connsiteX65" fmla="*/ 116354 w 175729"/>
                <a:gd name="connsiteY65" fmla="*/ 0 h 93958"/>
                <a:gd name="connsiteX66" fmla="*/ 150417 w 175729"/>
                <a:gd name="connsiteY66" fmla="*/ 0 h 93958"/>
                <a:gd name="connsiteX67" fmla="*/ 150417 w 175729"/>
                <a:gd name="connsiteY67" fmla="*/ 6667 h 93958"/>
                <a:gd name="connsiteX68" fmla="*/ 116354 w 175729"/>
                <a:gd name="connsiteY68" fmla="*/ 6667 h 9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175729" h="93958">
                  <a:moveTo>
                    <a:pt x="91250" y="48229"/>
                  </a:moveTo>
                  <a:lnTo>
                    <a:pt x="175729" y="48229"/>
                  </a:lnTo>
                  <a:lnTo>
                    <a:pt x="175729" y="55104"/>
                  </a:lnTo>
                  <a:lnTo>
                    <a:pt x="137604" y="55104"/>
                  </a:lnTo>
                  <a:lnTo>
                    <a:pt x="137604" y="65937"/>
                  </a:lnTo>
                  <a:lnTo>
                    <a:pt x="162292" y="65937"/>
                  </a:lnTo>
                  <a:cubicBezTo>
                    <a:pt x="163125" y="65937"/>
                    <a:pt x="163698" y="66094"/>
                    <a:pt x="164011" y="66406"/>
                  </a:cubicBezTo>
                  <a:cubicBezTo>
                    <a:pt x="164323" y="66719"/>
                    <a:pt x="164479" y="67292"/>
                    <a:pt x="164479" y="68125"/>
                  </a:cubicBezTo>
                  <a:lnTo>
                    <a:pt x="164479" y="93958"/>
                  </a:lnTo>
                  <a:lnTo>
                    <a:pt x="156042" y="93958"/>
                  </a:lnTo>
                  <a:lnTo>
                    <a:pt x="156042" y="72813"/>
                  </a:lnTo>
                  <a:lnTo>
                    <a:pt x="101458" y="72813"/>
                  </a:lnTo>
                  <a:lnTo>
                    <a:pt x="101458" y="65937"/>
                  </a:lnTo>
                  <a:lnTo>
                    <a:pt x="128958" y="65937"/>
                  </a:lnTo>
                  <a:lnTo>
                    <a:pt x="128958" y="55104"/>
                  </a:lnTo>
                  <a:lnTo>
                    <a:pt x="91250" y="55104"/>
                  </a:lnTo>
                  <a:close/>
                  <a:moveTo>
                    <a:pt x="101146" y="13958"/>
                  </a:moveTo>
                  <a:lnTo>
                    <a:pt x="165938" y="13958"/>
                  </a:lnTo>
                  <a:lnTo>
                    <a:pt x="165938" y="20521"/>
                  </a:lnTo>
                  <a:lnTo>
                    <a:pt x="139063" y="20521"/>
                  </a:lnTo>
                  <a:cubicBezTo>
                    <a:pt x="139961" y="22877"/>
                    <a:pt x="141563" y="24935"/>
                    <a:pt x="143854" y="26667"/>
                  </a:cubicBezTo>
                  <a:cubicBezTo>
                    <a:pt x="146146" y="28398"/>
                    <a:pt x="148815" y="29896"/>
                    <a:pt x="151875" y="31146"/>
                  </a:cubicBezTo>
                  <a:cubicBezTo>
                    <a:pt x="154857" y="32396"/>
                    <a:pt x="158073" y="33398"/>
                    <a:pt x="161511" y="34167"/>
                  </a:cubicBezTo>
                  <a:cubicBezTo>
                    <a:pt x="164948" y="34935"/>
                    <a:pt x="168268" y="35482"/>
                    <a:pt x="171458" y="35833"/>
                  </a:cubicBezTo>
                  <a:cubicBezTo>
                    <a:pt x="170560" y="36875"/>
                    <a:pt x="169649" y="37930"/>
                    <a:pt x="168750" y="39010"/>
                  </a:cubicBezTo>
                  <a:cubicBezTo>
                    <a:pt x="167852" y="40091"/>
                    <a:pt x="166979" y="41185"/>
                    <a:pt x="166146" y="42292"/>
                  </a:cubicBezTo>
                  <a:cubicBezTo>
                    <a:pt x="163294" y="41810"/>
                    <a:pt x="160326" y="41185"/>
                    <a:pt x="157240" y="40417"/>
                  </a:cubicBezTo>
                  <a:cubicBezTo>
                    <a:pt x="154154" y="39648"/>
                    <a:pt x="151185" y="38646"/>
                    <a:pt x="148333" y="37396"/>
                  </a:cubicBezTo>
                  <a:cubicBezTo>
                    <a:pt x="145417" y="36211"/>
                    <a:pt x="142721" y="34753"/>
                    <a:pt x="140261" y="33021"/>
                  </a:cubicBezTo>
                  <a:cubicBezTo>
                    <a:pt x="137800" y="31289"/>
                    <a:pt x="135729" y="29232"/>
                    <a:pt x="134063" y="26875"/>
                  </a:cubicBezTo>
                  <a:cubicBezTo>
                    <a:pt x="132539" y="29101"/>
                    <a:pt x="130521" y="31042"/>
                    <a:pt x="128021" y="32708"/>
                  </a:cubicBezTo>
                  <a:cubicBezTo>
                    <a:pt x="125521" y="34375"/>
                    <a:pt x="122813" y="35833"/>
                    <a:pt x="119896" y="37083"/>
                  </a:cubicBezTo>
                  <a:cubicBezTo>
                    <a:pt x="116914" y="38333"/>
                    <a:pt x="113841" y="39388"/>
                    <a:pt x="110677" y="40261"/>
                  </a:cubicBezTo>
                  <a:cubicBezTo>
                    <a:pt x="107513" y="41133"/>
                    <a:pt x="104518" y="41810"/>
                    <a:pt x="101667" y="42292"/>
                  </a:cubicBezTo>
                  <a:cubicBezTo>
                    <a:pt x="101315" y="41940"/>
                    <a:pt x="100925" y="41498"/>
                    <a:pt x="100469" y="40937"/>
                  </a:cubicBezTo>
                  <a:cubicBezTo>
                    <a:pt x="100013" y="40377"/>
                    <a:pt x="99544" y="39831"/>
                    <a:pt x="99063" y="39271"/>
                  </a:cubicBezTo>
                  <a:cubicBezTo>
                    <a:pt x="98581" y="38711"/>
                    <a:pt x="98073" y="38138"/>
                    <a:pt x="97552" y="37552"/>
                  </a:cubicBezTo>
                  <a:cubicBezTo>
                    <a:pt x="97031" y="36966"/>
                    <a:pt x="96563" y="36393"/>
                    <a:pt x="96146" y="35833"/>
                  </a:cubicBezTo>
                  <a:cubicBezTo>
                    <a:pt x="99479" y="35417"/>
                    <a:pt x="102878" y="34831"/>
                    <a:pt x="106354" y="34062"/>
                  </a:cubicBezTo>
                  <a:cubicBezTo>
                    <a:pt x="109831" y="33294"/>
                    <a:pt x="113060" y="32292"/>
                    <a:pt x="116042" y="31042"/>
                  </a:cubicBezTo>
                  <a:cubicBezTo>
                    <a:pt x="119024" y="29857"/>
                    <a:pt x="121654" y="28398"/>
                    <a:pt x="123906" y="26667"/>
                  </a:cubicBezTo>
                  <a:cubicBezTo>
                    <a:pt x="126159" y="24935"/>
                    <a:pt x="127774" y="22877"/>
                    <a:pt x="128750" y="20521"/>
                  </a:cubicBezTo>
                  <a:lnTo>
                    <a:pt x="101146" y="20521"/>
                  </a:lnTo>
                  <a:close/>
                  <a:moveTo>
                    <a:pt x="9896" y="4375"/>
                  </a:moveTo>
                  <a:lnTo>
                    <a:pt x="72500" y="4375"/>
                  </a:lnTo>
                  <a:cubicBezTo>
                    <a:pt x="73333" y="4375"/>
                    <a:pt x="73906" y="4531"/>
                    <a:pt x="74219" y="4844"/>
                  </a:cubicBezTo>
                  <a:cubicBezTo>
                    <a:pt x="74531" y="5156"/>
                    <a:pt x="74688" y="5729"/>
                    <a:pt x="74688" y="6562"/>
                  </a:cubicBezTo>
                  <a:cubicBezTo>
                    <a:pt x="74479" y="9479"/>
                    <a:pt x="74206" y="12656"/>
                    <a:pt x="73854" y="16094"/>
                  </a:cubicBezTo>
                  <a:cubicBezTo>
                    <a:pt x="73503" y="19531"/>
                    <a:pt x="73125" y="23021"/>
                    <a:pt x="72708" y="26563"/>
                  </a:cubicBezTo>
                  <a:cubicBezTo>
                    <a:pt x="72292" y="30039"/>
                    <a:pt x="71823" y="33424"/>
                    <a:pt x="71302" y="36719"/>
                  </a:cubicBezTo>
                  <a:cubicBezTo>
                    <a:pt x="70781" y="40013"/>
                    <a:pt x="70274" y="42917"/>
                    <a:pt x="69792" y="45417"/>
                  </a:cubicBezTo>
                  <a:lnTo>
                    <a:pt x="84792" y="45417"/>
                  </a:lnTo>
                  <a:lnTo>
                    <a:pt x="84792" y="52500"/>
                  </a:lnTo>
                  <a:lnTo>
                    <a:pt x="45729" y="52500"/>
                  </a:lnTo>
                  <a:lnTo>
                    <a:pt x="45729" y="93437"/>
                  </a:lnTo>
                  <a:lnTo>
                    <a:pt x="37396" y="93437"/>
                  </a:lnTo>
                  <a:lnTo>
                    <a:pt x="37396" y="52500"/>
                  </a:lnTo>
                  <a:lnTo>
                    <a:pt x="0" y="52500"/>
                  </a:lnTo>
                  <a:lnTo>
                    <a:pt x="0" y="45417"/>
                  </a:lnTo>
                  <a:lnTo>
                    <a:pt x="61563" y="45417"/>
                  </a:lnTo>
                  <a:cubicBezTo>
                    <a:pt x="62044" y="42917"/>
                    <a:pt x="62539" y="40221"/>
                    <a:pt x="63021" y="37344"/>
                  </a:cubicBezTo>
                  <a:cubicBezTo>
                    <a:pt x="63503" y="34466"/>
                    <a:pt x="63958" y="31523"/>
                    <a:pt x="64375" y="28541"/>
                  </a:cubicBezTo>
                  <a:cubicBezTo>
                    <a:pt x="64727" y="25560"/>
                    <a:pt x="65052" y="22604"/>
                    <a:pt x="65365" y="19687"/>
                  </a:cubicBezTo>
                  <a:cubicBezTo>
                    <a:pt x="65677" y="16771"/>
                    <a:pt x="65899" y="14023"/>
                    <a:pt x="66042" y="11458"/>
                  </a:cubicBezTo>
                  <a:lnTo>
                    <a:pt x="9896" y="11458"/>
                  </a:lnTo>
                  <a:close/>
                  <a:moveTo>
                    <a:pt x="116354" y="0"/>
                  </a:moveTo>
                  <a:lnTo>
                    <a:pt x="150417" y="0"/>
                  </a:lnTo>
                  <a:lnTo>
                    <a:pt x="150417" y="6667"/>
                  </a:lnTo>
                  <a:lnTo>
                    <a:pt x="116354" y="6667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0" name="TextBox 489">
              <a:extLst>
                <a:ext uri="{FF2B5EF4-FFF2-40B4-BE49-F238E27FC236}">
                  <a16:creationId xmlns:a16="http://schemas.microsoft.com/office/drawing/2014/main" id="{50DCCB37-EA71-419F-A505-1069CCD737D0}"/>
                </a:ext>
              </a:extLst>
            </p:cNvPr>
            <p:cNvSpPr txBox="1"/>
            <p:nvPr/>
          </p:nvSpPr>
          <p:spPr>
            <a:xfrm>
              <a:off x="2037182" y="4359525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구축</a:t>
              </a:r>
            </a:p>
          </p:txBody>
        </p:sp>
        <p:sp>
          <p:nvSpPr>
            <p:cNvPr id="491" name="자유형: 도형 490">
              <a:extLst>
                <a:ext uri="{FF2B5EF4-FFF2-40B4-BE49-F238E27FC236}">
                  <a16:creationId xmlns:a16="http://schemas.microsoft.com/office/drawing/2014/main" id="{18A309F1-2EED-42D3-992B-3B539C0FD219}"/>
                </a:ext>
              </a:extLst>
            </p:cNvPr>
            <p:cNvSpPr/>
            <p:nvPr/>
          </p:nvSpPr>
          <p:spPr>
            <a:xfrm>
              <a:off x="2350120" y="4428239"/>
              <a:ext cx="363021" cy="92395"/>
            </a:xfrm>
            <a:custGeom>
              <a:avLst/>
              <a:gdLst>
                <a:gd name="connsiteX0" fmla="*/ 311250 w 363021"/>
                <a:gd name="connsiteY0" fmla="*/ 71667 h 92395"/>
                <a:gd name="connsiteX1" fmla="*/ 311250 w 363021"/>
                <a:gd name="connsiteY1" fmla="*/ 84583 h 92395"/>
                <a:gd name="connsiteX2" fmla="*/ 354896 w 363021"/>
                <a:gd name="connsiteY2" fmla="*/ 84583 h 92395"/>
                <a:gd name="connsiteX3" fmla="*/ 354896 w 363021"/>
                <a:gd name="connsiteY3" fmla="*/ 71667 h 92395"/>
                <a:gd name="connsiteX4" fmla="*/ 303125 w 363021"/>
                <a:gd name="connsiteY4" fmla="*/ 53438 h 92395"/>
                <a:gd name="connsiteX5" fmla="*/ 311250 w 363021"/>
                <a:gd name="connsiteY5" fmla="*/ 53438 h 92395"/>
                <a:gd name="connsiteX6" fmla="*/ 311250 w 363021"/>
                <a:gd name="connsiteY6" fmla="*/ 64896 h 92395"/>
                <a:gd name="connsiteX7" fmla="*/ 354896 w 363021"/>
                <a:gd name="connsiteY7" fmla="*/ 64896 h 92395"/>
                <a:gd name="connsiteX8" fmla="*/ 354896 w 363021"/>
                <a:gd name="connsiteY8" fmla="*/ 53438 h 92395"/>
                <a:gd name="connsiteX9" fmla="*/ 362917 w 363021"/>
                <a:gd name="connsiteY9" fmla="*/ 53438 h 92395"/>
                <a:gd name="connsiteX10" fmla="*/ 362917 w 363021"/>
                <a:gd name="connsiteY10" fmla="*/ 89167 h 92395"/>
                <a:gd name="connsiteX11" fmla="*/ 362448 w 363021"/>
                <a:gd name="connsiteY11" fmla="*/ 90886 h 92395"/>
                <a:gd name="connsiteX12" fmla="*/ 360729 w 363021"/>
                <a:gd name="connsiteY12" fmla="*/ 91354 h 92395"/>
                <a:gd name="connsiteX13" fmla="*/ 305313 w 363021"/>
                <a:gd name="connsiteY13" fmla="*/ 91354 h 92395"/>
                <a:gd name="connsiteX14" fmla="*/ 303594 w 363021"/>
                <a:gd name="connsiteY14" fmla="*/ 90886 h 92395"/>
                <a:gd name="connsiteX15" fmla="*/ 303125 w 363021"/>
                <a:gd name="connsiteY15" fmla="*/ 89167 h 92395"/>
                <a:gd name="connsiteX16" fmla="*/ 106563 w 363021"/>
                <a:gd name="connsiteY16" fmla="*/ 52083 h 92395"/>
                <a:gd name="connsiteX17" fmla="*/ 162708 w 363021"/>
                <a:gd name="connsiteY17" fmla="*/ 52083 h 92395"/>
                <a:gd name="connsiteX18" fmla="*/ 164427 w 363021"/>
                <a:gd name="connsiteY18" fmla="*/ 52552 h 92395"/>
                <a:gd name="connsiteX19" fmla="*/ 164896 w 363021"/>
                <a:gd name="connsiteY19" fmla="*/ 54271 h 92395"/>
                <a:gd name="connsiteX20" fmla="*/ 164896 w 363021"/>
                <a:gd name="connsiteY20" fmla="*/ 72813 h 92395"/>
                <a:gd name="connsiteX21" fmla="*/ 164427 w 363021"/>
                <a:gd name="connsiteY21" fmla="*/ 74531 h 92395"/>
                <a:gd name="connsiteX22" fmla="*/ 162708 w 363021"/>
                <a:gd name="connsiteY22" fmla="*/ 75000 h 92395"/>
                <a:gd name="connsiteX23" fmla="*/ 115313 w 363021"/>
                <a:gd name="connsiteY23" fmla="*/ 75000 h 92395"/>
                <a:gd name="connsiteX24" fmla="*/ 115313 w 363021"/>
                <a:gd name="connsiteY24" fmla="*/ 85000 h 92395"/>
                <a:gd name="connsiteX25" fmla="*/ 167083 w 363021"/>
                <a:gd name="connsiteY25" fmla="*/ 85000 h 92395"/>
                <a:gd name="connsiteX26" fmla="*/ 167083 w 363021"/>
                <a:gd name="connsiteY26" fmla="*/ 91667 h 92395"/>
                <a:gd name="connsiteX27" fmla="*/ 108750 w 363021"/>
                <a:gd name="connsiteY27" fmla="*/ 91667 h 92395"/>
                <a:gd name="connsiteX28" fmla="*/ 107031 w 363021"/>
                <a:gd name="connsiteY28" fmla="*/ 91198 h 92395"/>
                <a:gd name="connsiteX29" fmla="*/ 106563 w 363021"/>
                <a:gd name="connsiteY29" fmla="*/ 89479 h 92395"/>
                <a:gd name="connsiteX30" fmla="*/ 106563 w 363021"/>
                <a:gd name="connsiteY30" fmla="*/ 70833 h 92395"/>
                <a:gd name="connsiteX31" fmla="*/ 107031 w 363021"/>
                <a:gd name="connsiteY31" fmla="*/ 69115 h 92395"/>
                <a:gd name="connsiteX32" fmla="*/ 108750 w 363021"/>
                <a:gd name="connsiteY32" fmla="*/ 68646 h 92395"/>
                <a:gd name="connsiteX33" fmla="*/ 156250 w 363021"/>
                <a:gd name="connsiteY33" fmla="*/ 68646 h 92395"/>
                <a:gd name="connsiteX34" fmla="*/ 156250 w 363021"/>
                <a:gd name="connsiteY34" fmla="*/ 58854 h 92395"/>
                <a:gd name="connsiteX35" fmla="*/ 106563 w 363021"/>
                <a:gd name="connsiteY35" fmla="*/ 58854 h 92395"/>
                <a:gd name="connsiteX36" fmla="*/ 104479 w 363021"/>
                <a:gd name="connsiteY36" fmla="*/ 22604 h 92395"/>
                <a:gd name="connsiteX37" fmla="*/ 104479 w 363021"/>
                <a:gd name="connsiteY37" fmla="*/ 36042 h 92395"/>
                <a:gd name="connsiteX38" fmla="*/ 130313 w 363021"/>
                <a:gd name="connsiteY38" fmla="*/ 36042 h 92395"/>
                <a:gd name="connsiteX39" fmla="*/ 130313 w 363021"/>
                <a:gd name="connsiteY39" fmla="*/ 22604 h 92395"/>
                <a:gd name="connsiteX40" fmla="*/ 313333 w 363021"/>
                <a:gd name="connsiteY40" fmla="*/ 8438 h 92395"/>
                <a:gd name="connsiteX41" fmla="*/ 307188 w 363021"/>
                <a:gd name="connsiteY41" fmla="*/ 9688 h 92395"/>
                <a:gd name="connsiteX42" fmla="*/ 302292 w 363021"/>
                <a:gd name="connsiteY42" fmla="*/ 12917 h 92395"/>
                <a:gd name="connsiteX43" fmla="*/ 298959 w 363021"/>
                <a:gd name="connsiteY43" fmla="*/ 17761 h 92395"/>
                <a:gd name="connsiteX44" fmla="*/ 297813 w 363021"/>
                <a:gd name="connsiteY44" fmla="*/ 23646 h 92395"/>
                <a:gd name="connsiteX45" fmla="*/ 298959 w 363021"/>
                <a:gd name="connsiteY45" fmla="*/ 29531 h 92395"/>
                <a:gd name="connsiteX46" fmla="*/ 302292 w 363021"/>
                <a:gd name="connsiteY46" fmla="*/ 34271 h 92395"/>
                <a:gd name="connsiteX47" fmla="*/ 307188 w 363021"/>
                <a:gd name="connsiteY47" fmla="*/ 37500 h 92395"/>
                <a:gd name="connsiteX48" fmla="*/ 313333 w 363021"/>
                <a:gd name="connsiteY48" fmla="*/ 38646 h 92395"/>
                <a:gd name="connsiteX49" fmla="*/ 324531 w 363021"/>
                <a:gd name="connsiteY49" fmla="*/ 34271 h 92395"/>
                <a:gd name="connsiteX50" fmla="*/ 328854 w 363021"/>
                <a:gd name="connsiteY50" fmla="*/ 23646 h 92395"/>
                <a:gd name="connsiteX51" fmla="*/ 324427 w 363021"/>
                <a:gd name="connsiteY51" fmla="*/ 12865 h 92395"/>
                <a:gd name="connsiteX52" fmla="*/ 313333 w 363021"/>
                <a:gd name="connsiteY52" fmla="*/ 8438 h 92395"/>
                <a:gd name="connsiteX53" fmla="*/ 5313 w 363021"/>
                <a:gd name="connsiteY53" fmla="*/ 6146 h 92395"/>
                <a:gd name="connsiteX54" fmla="*/ 36667 w 363021"/>
                <a:gd name="connsiteY54" fmla="*/ 6146 h 92395"/>
                <a:gd name="connsiteX55" fmla="*/ 38385 w 363021"/>
                <a:gd name="connsiteY55" fmla="*/ 6615 h 92395"/>
                <a:gd name="connsiteX56" fmla="*/ 38854 w 363021"/>
                <a:gd name="connsiteY56" fmla="*/ 8334 h 92395"/>
                <a:gd name="connsiteX57" fmla="*/ 36458 w 363021"/>
                <a:gd name="connsiteY57" fmla="*/ 27813 h 92395"/>
                <a:gd name="connsiteX58" fmla="*/ 30625 w 363021"/>
                <a:gd name="connsiteY58" fmla="*/ 44479 h 92395"/>
                <a:gd name="connsiteX59" fmla="*/ 20781 w 363021"/>
                <a:gd name="connsiteY59" fmla="*/ 59063 h 92395"/>
                <a:gd name="connsiteX60" fmla="*/ 6771 w 363021"/>
                <a:gd name="connsiteY60" fmla="*/ 71979 h 92395"/>
                <a:gd name="connsiteX61" fmla="*/ 0 w 363021"/>
                <a:gd name="connsiteY61" fmla="*/ 66979 h 92395"/>
                <a:gd name="connsiteX62" fmla="*/ 22135 w 363021"/>
                <a:gd name="connsiteY62" fmla="*/ 43802 h 92395"/>
                <a:gd name="connsiteX63" fmla="*/ 30521 w 363021"/>
                <a:gd name="connsiteY63" fmla="*/ 13125 h 92395"/>
                <a:gd name="connsiteX64" fmla="*/ 5313 w 363021"/>
                <a:gd name="connsiteY64" fmla="*/ 13125 h 92395"/>
                <a:gd name="connsiteX65" fmla="*/ 218334 w 363021"/>
                <a:gd name="connsiteY65" fmla="*/ 3542 h 92395"/>
                <a:gd name="connsiteX66" fmla="*/ 226875 w 363021"/>
                <a:gd name="connsiteY66" fmla="*/ 3542 h 92395"/>
                <a:gd name="connsiteX67" fmla="*/ 226875 w 363021"/>
                <a:gd name="connsiteY67" fmla="*/ 22292 h 92395"/>
                <a:gd name="connsiteX68" fmla="*/ 228333 w 363021"/>
                <a:gd name="connsiteY68" fmla="*/ 35677 h 92395"/>
                <a:gd name="connsiteX69" fmla="*/ 232813 w 363021"/>
                <a:gd name="connsiteY69" fmla="*/ 46979 h 92395"/>
                <a:gd name="connsiteX70" fmla="*/ 241094 w 363021"/>
                <a:gd name="connsiteY70" fmla="*/ 57552 h 92395"/>
                <a:gd name="connsiteX71" fmla="*/ 252188 w 363021"/>
                <a:gd name="connsiteY71" fmla="*/ 65937 h 92395"/>
                <a:gd name="connsiteX72" fmla="*/ 250469 w 363021"/>
                <a:gd name="connsiteY72" fmla="*/ 67396 h 92395"/>
                <a:gd name="connsiteX73" fmla="*/ 248750 w 363021"/>
                <a:gd name="connsiteY73" fmla="*/ 68959 h 92395"/>
                <a:gd name="connsiteX74" fmla="*/ 247188 w 363021"/>
                <a:gd name="connsiteY74" fmla="*/ 70573 h 92395"/>
                <a:gd name="connsiteX75" fmla="*/ 245938 w 363021"/>
                <a:gd name="connsiteY75" fmla="*/ 71875 h 92395"/>
                <a:gd name="connsiteX76" fmla="*/ 239427 w 363021"/>
                <a:gd name="connsiteY76" fmla="*/ 66823 h 92395"/>
                <a:gd name="connsiteX77" fmla="*/ 233125 w 363021"/>
                <a:gd name="connsiteY77" fmla="*/ 60521 h 92395"/>
                <a:gd name="connsiteX78" fmla="*/ 227188 w 363021"/>
                <a:gd name="connsiteY78" fmla="*/ 52396 h 92395"/>
                <a:gd name="connsiteX79" fmla="*/ 222604 w 363021"/>
                <a:gd name="connsiteY79" fmla="*/ 42917 h 92395"/>
                <a:gd name="connsiteX80" fmla="*/ 218854 w 363021"/>
                <a:gd name="connsiteY80" fmla="*/ 51979 h 92395"/>
                <a:gd name="connsiteX81" fmla="*/ 213229 w 363021"/>
                <a:gd name="connsiteY81" fmla="*/ 60521 h 92395"/>
                <a:gd name="connsiteX82" fmla="*/ 206354 w 363021"/>
                <a:gd name="connsiteY82" fmla="*/ 68334 h 92395"/>
                <a:gd name="connsiteX83" fmla="*/ 199271 w 363021"/>
                <a:gd name="connsiteY83" fmla="*/ 74167 h 92395"/>
                <a:gd name="connsiteX84" fmla="*/ 195938 w 363021"/>
                <a:gd name="connsiteY84" fmla="*/ 71406 h 92395"/>
                <a:gd name="connsiteX85" fmla="*/ 192083 w 363021"/>
                <a:gd name="connsiteY85" fmla="*/ 68646 h 92395"/>
                <a:gd name="connsiteX86" fmla="*/ 203333 w 363021"/>
                <a:gd name="connsiteY86" fmla="*/ 59636 h 92395"/>
                <a:gd name="connsiteX87" fmla="*/ 211771 w 363021"/>
                <a:gd name="connsiteY87" fmla="*/ 48333 h 92395"/>
                <a:gd name="connsiteX88" fmla="*/ 216667 w 363021"/>
                <a:gd name="connsiteY88" fmla="*/ 35469 h 92395"/>
                <a:gd name="connsiteX89" fmla="*/ 218334 w 363021"/>
                <a:gd name="connsiteY89" fmla="*/ 20833 h 92395"/>
                <a:gd name="connsiteX90" fmla="*/ 96458 w 363021"/>
                <a:gd name="connsiteY90" fmla="*/ 2917 h 92395"/>
                <a:gd name="connsiteX91" fmla="*/ 104479 w 363021"/>
                <a:gd name="connsiteY91" fmla="*/ 2917 h 92395"/>
                <a:gd name="connsiteX92" fmla="*/ 104479 w 363021"/>
                <a:gd name="connsiteY92" fmla="*/ 15833 h 92395"/>
                <a:gd name="connsiteX93" fmla="*/ 130313 w 363021"/>
                <a:gd name="connsiteY93" fmla="*/ 15833 h 92395"/>
                <a:gd name="connsiteX94" fmla="*/ 130313 w 363021"/>
                <a:gd name="connsiteY94" fmla="*/ 2917 h 92395"/>
                <a:gd name="connsiteX95" fmla="*/ 138333 w 363021"/>
                <a:gd name="connsiteY95" fmla="*/ 2917 h 92395"/>
                <a:gd name="connsiteX96" fmla="*/ 138333 w 363021"/>
                <a:gd name="connsiteY96" fmla="*/ 40625 h 92395"/>
                <a:gd name="connsiteX97" fmla="*/ 137865 w 363021"/>
                <a:gd name="connsiteY97" fmla="*/ 42344 h 92395"/>
                <a:gd name="connsiteX98" fmla="*/ 136146 w 363021"/>
                <a:gd name="connsiteY98" fmla="*/ 42813 h 92395"/>
                <a:gd name="connsiteX99" fmla="*/ 98646 w 363021"/>
                <a:gd name="connsiteY99" fmla="*/ 42813 h 92395"/>
                <a:gd name="connsiteX100" fmla="*/ 96927 w 363021"/>
                <a:gd name="connsiteY100" fmla="*/ 42344 h 92395"/>
                <a:gd name="connsiteX101" fmla="*/ 96458 w 363021"/>
                <a:gd name="connsiteY101" fmla="*/ 40625 h 92395"/>
                <a:gd name="connsiteX102" fmla="*/ 354896 w 363021"/>
                <a:gd name="connsiteY102" fmla="*/ 0 h 92395"/>
                <a:gd name="connsiteX103" fmla="*/ 363021 w 363021"/>
                <a:gd name="connsiteY103" fmla="*/ 0 h 92395"/>
                <a:gd name="connsiteX104" fmla="*/ 363021 w 363021"/>
                <a:gd name="connsiteY104" fmla="*/ 48542 h 92395"/>
                <a:gd name="connsiteX105" fmla="*/ 354896 w 363021"/>
                <a:gd name="connsiteY105" fmla="*/ 48542 h 92395"/>
                <a:gd name="connsiteX106" fmla="*/ 354896 w 363021"/>
                <a:gd name="connsiteY106" fmla="*/ 27604 h 92395"/>
                <a:gd name="connsiteX107" fmla="*/ 336771 w 363021"/>
                <a:gd name="connsiteY107" fmla="*/ 27604 h 92395"/>
                <a:gd name="connsiteX108" fmla="*/ 333854 w 363021"/>
                <a:gd name="connsiteY108" fmla="*/ 35104 h 92395"/>
                <a:gd name="connsiteX109" fmla="*/ 328646 w 363021"/>
                <a:gd name="connsiteY109" fmla="*/ 40938 h 92395"/>
                <a:gd name="connsiteX110" fmla="*/ 321563 w 363021"/>
                <a:gd name="connsiteY110" fmla="*/ 44688 h 92395"/>
                <a:gd name="connsiteX111" fmla="*/ 313333 w 363021"/>
                <a:gd name="connsiteY111" fmla="*/ 46042 h 92395"/>
                <a:gd name="connsiteX112" fmla="*/ 304219 w 363021"/>
                <a:gd name="connsiteY112" fmla="*/ 44375 h 92395"/>
                <a:gd name="connsiteX113" fmla="*/ 296667 w 363021"/>
                <a:gd name="connsiteY113" fmla="*/ 39688 h 92395"/>
                <a:gd name="connsiteX114" fmla="*/ 291563 w 363021"/>
                <a:gd name="connsiteY114" fmla="*/ 32604 h 92395"/>
                <a:gd name="connsiteX115" fmla="*/ 289688 w 363021"/>
                <a:gd name="connsiteY115" fmla="*/ 23542 h 92395"/>
                <a:gd name="connsiteX116" fmla="*/ 291511 w 363021"/>
                <a:gd name="connsiteY116" fmla="*/ 14531 h 92395"/>
                <a:gd name="connsiteX117" fmla="*/ 296563 w 363021"/>
                <a:gd name="connsiteY117" fmla="*/ 7500 h 92395"/>
                <a:gd name="connsiteX118" fmla="*/ 304115 w 363021"/>
                <a:gd name="connsiteY118" fmla="*/ 2813 h 92395"/>
                <a:gd name="connsiteX119" fmla="*/ 313333 w 363021"/>
                <a:gd name="connsiteY119" fmla="*/ 1146 h 92395"/>
                <a:gd name="connsiteX120" fmla="*/ 321771 w 363021"/>
                <a:gd name="connsiteY120" fmla="*/ 2604 h 92395"/>
                <a:gd name="connsiteX121" fmla="*/ 328958 w 363021"/>
                <a:gd name="connsiteY121" fmla="*/ 6562 h 92395"/>
                <a:gd name="connsiteX122" fmla="*/ 334271 w 363021"/>
                <a:gd name="connsiteY122" fmla="*/ 12709 h 92395"/>
                <a:gd name="connsiteX123" fmla="*/ 336979 w 363021"/>
                <a:gd name="connsiteY123" fmla="*/ 20417 h 92395"/>
                <a:gd name="connsiteX124" fmla="*/ 354896 w 363021"/>
                <a:gd name="connsiteY124" fmla="*/ 20417 h 92395"/>
                <a:gd name="connsiteX125" fmla="*/ 259896 w 363021"/>
                <a:gd name="connsiteY125" fmla="*/ 0 h 92395"/>
                <a:gd name="connsiteX126" fmla="*/ 268125 w 363021"/>
                <a:gd name="connsiteY126" fmla="*/ 0 h 92395"/>
                <a:gd name="connsiteX127" fmla="*/ 268125 w 363021"/>
                <a:gd name="connsiteY127" fmla="*/ 35417 h 92395"/>
                <a:gd name="connsiteX128" fmla="*/ 281771 w 363021"/>
                <a:gd name="connsiteY128" fmla="*/ 35417 h 92395"/>
                <a:gd name="connsiteX129" fmla="*/ 281771 w 363021"/>
                <a:gd name="connsiteY129" fmla="*/ 42813 h 92395"/>
                <a:gd name="connsiteX130" fmla="*/ 268125 w 363021"/>
                <a:gd name="connsiteY130" fmla="*/ 42813 h 92395"/>
                <a:gd name="connsiteX131" fmla="*/ 268125 w 363021"/>
                <a:gd name="connsiteY131" fmla="*/ 92396 h 92395"/>
                <a:gd name="connsiteX132" fmla="*/ 259896 w 363021"/>
                <a:gd name="connsiteY132" fmla="*/ 92396 h 92395"/>
                <a:gd name="connsiteX133" fmla="*/ 156459 w 363021"/>
                <a:gd name="connsiteY133" fmla="*/ 0 h 92395"/>
                <a:gd name="connsiteX134" fmla="*/ 164688 w 363021"/>
                <a:gd name="connsiteY134" fmla="*/ 0 h 92395"/>
                <a:gd name="connsiteX135" fmla="*/ 164688 w 363021"/>
                <a:gd name="connsiteY135" fmla="*/ 17188 h 92395"/>
                <a:gd name="connsiteX136" fmla="*/ 177292 w 363021"/>
                <a:gd name="connsiteY136" fmla="*/ 17188 h 92395"/>
                <a:gd name="connsiteX137" fmla="*/ 177292 w 363021"/>
                <a:gd name="connsiteY137" fmla="*/ 24375 h 92395"/>
                <a:gd name="connsiteX138" fmla="*/ 164688 w 363021"/>
                <a:gd name="connsiteY138" fmla="*/ 24375 h 92395"/>
                <a:gd name="connsiteX139" fmla="*/ 164688 w 363021"/>
                <a:gd name="connsiteY139" fmla="*/ 47500 h 92395"/>
                <a:gd name="connsiteX140" fmla="*/ 156459 w 363021"/>
                <a:gd name="connsiteY140" fmla="*/ 47500 h 92395"/>
                <a:gd name="connsiteX141" fmla="*/ 69792 w 363021"/>
                <a:gd name="connsiteY141" fmla="*/ 0 h 92395"/>
                <a:gd name="connsiteX142" fmla="*/ 77813 w 363021"/>
                <a:gd name="connsiteY142" fmla="*/ 0 h 92395"/>
                <a:gd name="connsiteX143" fmla="*/ 77813 w 363021"/>
                <a:gd name="connsiteY143" fmla="*/ 92396 h 92395"/>
                <a:gd name="connsiteX144" fmla="*/ 69792 w 363021"/>
                <a:gd name="connsiteY144" fmla="*/ 92396 h 92395"/>
                <a:gd name="connsiteX145" fmla="*/ 69792 w 363021"/>
                <a:gd name="connsiteY145" fmla="*/ 41875 h 92395"/>
                <a:gd name="connsiteX146" fmla="*/ 57396 w 363021"/>
                <a:gd name="connsiteY146" fmla="*/ 41875 h 92395"/>
                <a:gd name="connsiteX147" fmla="*/ 57396 w 363021"/>
                <a:gd name="connsiteY147" fmla="*/ 88021 h 92395"/>
                <a:gd name="connsiteX148" fmla="*/ 49375 w 363021"/>
                <a:gd name="connsiteY148" fmla="*/ 88021 h 92395"/>
                <a:gd name="connsiteX149" fmla="*/ 49375 w 363021"/>
                <a:gd name="connsiteY149" fmla="*/ 1562 h 92395"/>
                <a:gd name="connsiteX150" fmla="*/ 57396 w 363021"/>
                <a:gd name="connsiteY150" fmla="*/ 1562 h 92395"/>
                <a:gd name="connsiteX151" fmla="*/ 57396 w 363021"/>
                <a:gd name="connsiteY151" fmla="*/ 33958 h 92395"/>
                <a:gd name="connsiteX152" fmla="*/ 69792 w 363021"/>
                <a:gd name="connsiteY152" fmla="*/ 33958 h 9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363021" h="92395">
                  <a:moveTo>
                    <a:pt x="311250" y="71667"/>
                  </a:moveTo>
                  <a:lnTo>
                    <a:pt x="311250" y="84583"/>
                  </a:lnTo>
                  <a:lnTo>
                    <a:pt x="354896" y="84583"/>
                  </a:lnTo>
                  <a:lnTo>
                    <a:pt x="354896" y="71667"/>
                  </a:lnTo>
                  <a:close/>
                  <a:moveTo>
                    <a:pt x="303125" y="53438"/>
                  </a:moveTo>
                  <a:lnTo>
                    <a:pt x="311250" y="53438"/>
                  </a:lnTo>
                  <a:lnTo>
                    <a:pt x="311250" y="64896"/>
                  </a:lnTo>
                  <a:lnTo>
                    <a:pt x="354896" y="64896"/>
                  </a:lnTo>
                  <a:lnTo>
                    <a:pt x="354896" y="53438"/>
                  </a:lnTo>
                  <a:lnTo>
                    <a:pt x="362917" y="53438"/>
                  </a:lnTo>
                  <a:lnTo>
                    <a:pt x="362917" y="89167"/>
                  </a:lnTo>
                  <a:cubicBezTo>
                    <a:pt x="362917" y="90000"/>
                    <a:pt x="362761" y="90573"/>
                    <a:pt x="362448" y="90886"/>
                  </a:cubicBezTo>
                  <a:cubicBezTo>
                    <a:pt x="362136" y="91198"/>
                    <a:pt x="361563" y="91354"/>
                    <a:pt x="360729" y="91354"/>
                  </a:cubicBezTo>
                  <a:lnTo>
                    <a:pt x="305313" y="91354"/>
                  </a:lnTo>
                  <a:cubicBezTo>
                    <a:pt x="304479" y="91354"/>
                    <a:pt x="303906" y="91198"/>
                    <a:pt x="303594" y="90886"/>
                  </a:cubicBezTo>
                  <a:cubicBezTo>
                    <a:pt x="303281" y="90573"/>
                    <a:pt x="303125" y="90000"/>
                    <a:pt x="303125" y="89167"/>
                  </a:cubicBezTo>
                  <a:close/>
                  <a:moveTo>
                    <a:pt x="106563" y="52083"/>
                  </a:moveTo>
                  <a:lnTo>
                    <a:pt x="162708" y="52083"/>
                  </a:lnTo>
                  <a:cubicBezTo>
                    <a:pt x="163542" y="52083"/>
                    <a:pt x="164115" y="52240"/>
                    <a:pt x="164427" y="52552"/>
                  </a:cubicBezTo>
                  <a:cubicBezTo>
                    <a:pt x="164740" y="52865"/>
                    <a:pt x="164896" y="53438"/>
                    <a:pt x="164896" y="54271"/>
                  </a:cubicBezTo>
                  <a:lnTo>
                    <a:pt x="164896" y="72813"/>
                  </a:lnTo>
                  <a:cubicBezTo>
                    <a:pt x="164896" y="73646"/>
                    <a:pt x="164740" y="74219"/>
                    <a:pt x="164427" y="74531"/>
                  </a:cubicBezTo>
                  <a:cubicBezTo>
                    <a:pt x="164115" y="74844"/>
                    <a:pt x="163542" y="75000"/>
                    <a:pt x="162708" y="75000"/>
                  </a:cubicBezTo>
                  <a:lnTo>
                    <a:pt x="115313" y="75000"/>
                  </a:lnTo>
                  <a:lnTo>
                    <a:pt x="115313" y="85000"/>
                  </a:lnTo>
                  <a:lnTo>
                    <a:pt x="167083" y="85000"/>
                  </a:lnTo>
                  <a:lnTo>
                    <a:pt x="167083" y="91667"/>
                  </a:lnTo>
                  <a:lnTo>
                    <a:pt x="108750" y="91667"/>
                  </a:lnTo>
                  <a:cubicBezTo>
                    <a:pt x="107917" y="91667"/>
                    <a:pt x="107344" y="91511"/>
                    <a:pt x="107031" y="91198"/>
                  </a:cubicBezTo>
                  <a:cubicBezTo>
                    <a:pt x="106719" y="90886"/>
                    <a:pt x="106563" y="90313"/>
                    <a:pt x="106563" y="89479"/>
                  </a:cubicBezTo>
                  <a:lnTo>
                    <a:pt x="106563" y="70833"/>
                  </a:lnTo>
                  <a:cubicBezTo>
                    <a:pt x="106563" y="70000"/>
                    <a:pt x="106719" y="69427"/>
                    <a:pt x="107031" y="69115"/>
                  </a:cubicBezTo>
                  <a:cubicBezTo>
                    <a:pt x="107344" y="68802"/>
                    <a:pt x="107917" y="68646"/>
                    <a:pt x="108750" y="68646"/>
                  </a:cubicBezTo>
                  <a:lnTo>
                    <a:pt x="156250" y="68646"/>
                  </a:lnTo>
                  <a:lnTo>
                    <a:pt x="156250" y="58854"/>
                  </a:lnTo>
                  <a:lnTo>
                    <a:pt x="106563" y="58854"/>
                  </a:lnTo>
                  <a:close/>
                  <a:moveTo>
                    <a:pt x="104479" y="22604"/>
                  </a:moveTo>
                  <a:lnTo>
                    <a:pt x="104479" y="36042"/>
                  </a:lnTo>
                  <a:lnTo>
                    <a:pt x="130313" y="36042"/>
                  </a:lnTo>
                  <a:lnTo>
                    <a:pt x="130313" y="22604"/>
                  </a:lnTo>
                  <a:close/>
                  <a:moveTo>
                    <a:pt x="313333" y="8438"/>
                  </a:moveTo>
                  <a:cubicBezTo>
                    <a:pt x="311120" y="8438"/>
                    <a:pt x="309063" y="8854"/>
                    <a:pt x="307188" y="9688"/>
                  </a:cubicBezTo>
                  <a:cubicBezTo>
                    <a:pt x="305313" y="10521"/>
                    <a:pt x="303685" y="11602"/>
                    <a:pt x="302292" y="12917"/>
                  </a:cubicBezTo>
                  <a:cubicBezTo>
                    <a:pt x="300834" y="14310"/>
                    <a:pt x="299727" y="15925"/>
                    <a:pt x="298959" y="17761"/>
                  </a:cubicBezTo>
                  <a:cubicBezTo>
                    <a:pt x="298203" y="19596"/>
                    <a:pt x="297813" y="21563"/>
                    <a:pt x="297813" y="23646"/>
                  </a:cubicBezTo>
                  <a:cubicBezTo>
                    <a:pt x="297813" y="25729"/>
                    <a:pt x="298203" y="27696"/>
                    <a:pt x="298959" y="29531"/>
                  </a:cubicBezTo>
                  <a:cubicBezTo>
                    <a:pt x="299727" y="31367"/>
                    <a:pt x="300834" y="32956"/>
                    <a:pt x="302292" y="34271"/>
                  </a:cubicBezTo>
                  <a:cubicBezTo>
                    <a:pt x="303685" y="35664"/>
                    <a:pt x="305313" y="36732"/>
                    <a:pt x="307188" y="37500"/>
                  </a:cubicBezTo>
                  <a:cubicBezTo>
                    <a:pt x="309063" y="38268"/>
                    <a:pt x="311120" y="38646"/>
                    <a:pt x="313333" y="38646"/>
                  </a:cubicBezTo>
                  <a:cubicBezTo>
                    <a:pt x="317917" y="38646"/>
                    <a:pt x="321654" y="37188"/>
                    <a:pt x="324531" y="34271"/>
                  </a:cubicBezTo>
                  <a:cubicBezTo>
                    <a:pt x="327422" y="31354"/>
                    <a:pt x="328854" y="27813"/>
                    <a:pt x="328854" y="23646"/>
                  </a:cubicBezTo>
                  <a:cubicBezTo>
                    <a:pt x="328854" y="19414"/>
                    <a:pt x="327383" y="15820"/>
                    <a:pt x="324427" y="12865"/>
                  </a:cubicBezTo>
                  <a:cubicBezTo>
                    <a:pt x="321471" y="9909"/>
                    <a:pt x="317787" y="8438"/>
                    <a:pt x="313333" y="8438"/>
                  </a:cubicBezTo>
                  <a:close/>
                  <a:moveTo>
                    <a:pt x="5313" y="6146"/>
                  </a:moveTo>
                  <a:lnTo>
                    <a:pt x="36667" y="6146"/>
                  </a:lnTo>
                  <a:cubicBezTo>
                    <a:pt x="37500" y="6146"/>
                    <a:pt x="38073" y="6302"/>
                    <a:pt x="38385" y="6615"/>
                  </a:cubicBezTo>
                  <a:cubicBezTo>
                    <a:pt x="38698" y="6927"/>
                    <a:pt x="38854" y="7500"/>
                    <a:pt x="38854" y="8334"/>
                  </a:cubicBezTo>
                  <a:cubicBezTo>
                    <a:pt x="38581" y="15352"/>
                    <a:pt x="37786" y="21836"/>
                    <a:pt x="36458" y="27813"/>
                  </a:cubicBezTo>
                  <a:cubicBezTo>
                    <a:pt x="35143" y="33789"/>
                    <a:pt x="33203" y="39336"/>
                    <a:pt x="30625" y="44479"/>
                  </a:cubicBezTo>
                  <a:cubicBezTo>
                    <a:pt x="27995" y="49688"/>
                    <a:pt x="24713" y="54544"/>
                    <a:pt x="20781" y="59063"/>
                  </a:cubicBezTo>
                  <a:cubicBezTo>
                    <a:pt x="16862" y="63581"/>
                    <a:pt x="12188" y="67878"/>
                    <a:pt x="6771" y="71979"/>
                  </a:cubicBezTo>
                  <a:lnTo>
                    <a:pt x="0" y="66979"/>
                  </a:lnTo>
                  <a:cubicBezTo>
                    <a:pt x="9375" y="60729"/>
                    <a:pt x="16758" y="53008"/>
                    <a:pt x="22135" y="43802"/>
                  </a:cubicBezTo>
                  <a:cubicBezTo>
                    <a:pt x="27513" y="34597"/>
                    <a:pt x="30313" y="24375"/>
                    <a:pt x="30521" y="13125"/>
                  </a:cubicBezTo>
                  <a:lnTo>
                    <a:pt x="5313" y="13125"/>
                  </a:lnTo>
                  <a:close/>
                  <a:moveTo>
                    <a:pt x="218334" y="3542"/>
                  </a:moveTo>
                  <a:lnTo>
                    <a:pt x="226875" y="3542"/>
                  </a:lnTo>
                  <a:lnTo>
                    <a:pt x="226875" y="22292"/>
                  </a:lnTo>
                  <a:cubicBezTo>
                    <a:pt x="226875" y="27084"/>
                    <a:pt x="227370" y="31550"/>
                    <a:pt x="228333" y="35677"/>
                  </a:cubicBezTo>
                  <a:cubicBezTo>
                    <a:pt x="229310" y="39805"/>
                    <a:pt x="230794" y="43581"/>
                    <a:pt x="232813" y="46979"/>
                  </a:cubicBezTo>
                  <a:cubicBezTo>
                    <a:pt x="235104" y="50873"/>
                    <a:pt x="237865" y="54388"/>
                    <a:pt x="241094" y="57552"/>
                  </a:cubicBezTo>
                  <a:cubicBezTo>
                    <a:pt x="244323" y="60716"/>
                    <a:pt x="248021" y="63503"/>
                    <a:pt x="252188" y="65937"/>
                  </a:cubicBezTo>
                  <a:cubicBezTo>
                    <a:pt x="251641" y="66354"/>
                    <a:pt x="251055" y="66836"/>
                    <a:pt x="250469" y="67396"/>
                  </a:cubicBezTo>
                  <a:cubicBezTo>
                    <a:pt x="249883" y="67956"/>
                    <a:pt x="249310" y="68477"/>
                    <a:pt x="248750" y="68959"/>
                  </a:cubicBezTo>
                  <a:cubicBezTo>
                    <a:pt x="248203" y="69519"/>
                    <a:pt x="247682" y="70052"/>
                    <a:pt x="247188" y="70573"/>
                  </a:cubicBezTo>
                  <a:cubicBezTo>
                    <a:pt x="246706" y="71094"/>
                    <a:pt x="246289" y="71524"/>
                    <a:pt x="245938" y="71875"/>
                  </a:cubicBezTo>
                  <a:cubicBezTo>
                    <a:pt x="243789" y="70417"/>
                    <a:pt x="241615" y="68737"/>
                    <a:pt x="239427" y="66823"/>
                  </a:cubicBezTo>
                  <a:cubicBezTo>
                    <a:pt x="237240" y="64909"/>
                    <a:pt x="235143" y="62813"/>
                    <a:pt x="233125" y="60521"/>
                  </a:cubicBezTo>
                  <a:cubicBezTo>
                    <a:pt x="230977" y="58021"/>
                    <a:pt x="228998" y="55313"/>
                    <a:pt x="227188" y="52396"/>
                  </a:cubicBezTo>
                  <a:cubicBezTo>
                    <a:pt x="225391" y="49479"/>
                    <a:pt x="223854" y="46315"/>
                    <a:pt x="222604" y="42917"/>
                  </a:cubicBezTo>
                  <a:cubicBezTo>
                    <a:pt x="221771" y="45977"/>
                    <a:pt x="220521" y="48997"/>
                    <a:pt x="218854" y="51979"/>
                  </a:cubicBezTo>
                  <a:cubicBezTo>
                    <a:pt x="217188" y="54961"/>
                    <a:pt x="215313" y="57813"/>
                    <a:pt x="213229" y="60521"/>
                  </a:cubicBezTo>
                  <a:cubicBezTo>
                    <a:pt x="211081" y="63372"/>
                    <a:pt x="208789" y="65977"/>
                    <a:pt x="206354" y="68334"/>
                  </a:cubicBezTo>
                  <a:cubicBezTo>
                    <a:pt x="203919" y="70690"/>
                    <a:pt x="201563" y="72643"/>
                    <a:pt x="199271" y="74167"/>
                  </a:cubicBezTo>
                  <a:cubicBezTo>
                    <a:pt x="198438" y="73399"/>
                    <a:pt x="197331" y="72487"/>
                    <a:pt x="195938" y="71406"/>
                  </a:cubicBezTo>
                  <a:cubicBezTo>
                    <a:pt x="194544" y="70326"/>
                    <a:pt x="193268" y="69414"/>
                    <a:pt x="192083" y="68646"/>
                  </a:cubicBezTo>
                  <a:cubicBezTo>
                    <a:pt x="196250" y="66081"/>
                    <a:pt x="200000" y="63073"/>
                    <a:pt x="203333" y="59636"/>
                  </a:cubicBezTo>
                  <a:cubicBezTo>
                    <a:pt x="206667" y="56198"/>
                    <a:pt x="209479" y="52435"/>
                    <a:pt x="211771" y="48333"/>
                  </a:cubicBezTo>
                  <a:cubicBezTo>
                    <a:pt x="213932" y="44375"/>
                    <a:pt x="215560" y="40091"/>
                    <a:pt x="216667" y="35469"/>
                  </a:cubicBezTo>
                  <a:cubicBezTo>
                    <a:pt x="217774" y="30847"/>
                    <a:pt x="218334" y="25977"/>
                    <a:pt x="218334" y="20833"/>
                  </a:cubicBezTo>
                  <a:close/>
                  <a:moveTo>
                    <a:pt x="96458" y="2917"/>
                  </a:moveTo>
                  <a:lnTo>
                    <a:pt x="104479" y="2917"/>
                  </a:lnTo>
                  <a:lnTo>
                    <a:pt x="104479" y="15833"/>
                  </a:lnTo>
                  <a:lnTo>
                    <a:pt x="130313" y="15833"/>
                  </a:lnTo>
                  <a:lnTo>
                    <a:pt x="130313" y="2917"/>
                  </a:lnTo>
                  <a:lnTo>
                    <a:pt x="138333" y="2917"/>
                  </a:lnTo>
                  <a:lnTo>
                    <a:pt x="138333" y="40625"/>
                  </a:lnTo>
                  <a:cubicBezTo>
                    <a:pt x="138333" y="41459"/>
                    <a:pt x="138177" y="42031"/>
                    <a:pt x="137865" y="42344"/>
                  </a:cubicBezTo>
                  <a:cubicBezTo>
                    <a:pt x="137552" y="42656"/>
                    <a:pt x="136979" y="42813"/>
                    <a:pt x="136146" y="42813"/>
                  </a:cubicBezTo>
                  <a:lnTo>
                    <a:pt x="98646" y="42813"/>
                  </a:lnTo>
                  <a:cubicBezTo>
                    <a:pt x="97812" y="42813"/>
                    <a:pt x="97240" y="42656"/>
                    <a:pt x="96927" y="42344"/>
                  </a:cubicBezTo>
                  <a:cubicBezTo>
                    <a:pt x="96615" y="42031"/>
                    <a:pt x="96458" y="41459"/>
                    <a:pt x="96458" y="40625"/>
                  </a:cubicBezTo>
                  <a:close/>
                  <a:moveTo>
                    <a:pt x="354896" y="0"/>
                  </a:moveTo>
                  <a:lnTo>
                    <a:pt x="363021" y="0"/>
                  </a:lnTo>
                  <a:lnTo>
                    <a:pt x="363021" y="48542"/>
                  </a:lnTo>
                  <a:lnTo>
                    <a:pt x="354896" y="48542"/>
                  </a:lnTo>
                  <a:lnTo>
                    <a:pt x="354896" y="27604"/>
                  </a:lnTo>
                  <a:lnTo>
                    <a:pt x="336771" y="27604"/>
                  </a:lnTo>
                  <a:cubicBezTo>
                    <a:pt x="336224" y="30313"/>
                    <a:pt x="335248" y="32813"/>
                    <a:pt x="333854" y="35104"/>
                  </a:cubicBezTo>
                  <a:cubicBezTo>
                    <a:pt x="332474" y="37396"/>
                    <a:pt x="330729" y="39336"/>
                    <a:pt x="328646" y="40938"/>
                  </a:cubicBezTo>
                  <a:cubicBezTo>
                    <a:pt x="326563" y="42539"/>
                    <a:pt x="324206" y="43789"/>
                    <a:pt x="321563" y="44688"/>
                  </a:cubicBezTo>
                  <a:cubicBezTo>
                    <a:pt x="318933" y="45586"/>
                    <a:pt x="316185" y="46042"/>
                    <a:pt x="313333" y="46042"/>
                  </a:cubicBezTo>
                  <a:cubicBezTo>
                    <a:pt x="310143" y="46042"/>
                    <a:pt x="307110" y="45482"/>
                    <a:pt x="304219" y="44375"/>
                  </a:cubicBezTo>
                  <a:cubicBezTo>
                    <a:pt x="301341" y="43268"/>
                    <a:pt x="298828" y="41706"/>
                    <a:pt x="296667" y="39688"/>
                  </a:cubicBezTo>
                  <a:cubicBezTo>
                    <a:pt x="294518" y="37748"/>
                    <a:pt x="292813" y="35378"/>
                    <a:pt x="291563" y="32604"/>
                  </a:cubicBezTo>
                  <a:cubicBezTo>
                    <a:pt x="290313" y="29831"/>
                    <a:pt x="289688" y="26810"/>
                    <a:pt x="289688" y="23542"/>
                  </a:cubicBezTo>
                  <a:cubicBezTo>
                    <a:pt x="289688" y="20274"/>
                    <a:pt x="290300" y="17279"/>
                    <a:pt x="291511" y="14531"/>
                  </a:cubicBezTo>
                  <a:cubicBezTo>
                    <a:pt x="292734" y="11784"/>
                    <a:pt x="294414" y="9440"/>
                    <a:pt x="296563" y="7500"/>
                  </a:cubicBezTo>
                  <a:cubicBezTo>
                    <a:pt x="298711" y="5482"/>
                    <a:pt x="301237" y="3919"/>
                    <a:pt x="304115" y="2813"/>
                  </a:cubicBezTo>
                  <a:cubicBezTo>
                    <a:pt x="307005" y="1706"/>
                    <a:pt x="310078" y="1146"/>
                    <a:pt x="313333" y="1146"/>
                  </a:cubicBezTo>
                  <a:cubicBezTo>
                    <a:pt x="316250" y="1146"/>
                    <a:pt x="319063" y="1628"/>
                    <a:pt x="321771" y="2604"/>
                  </a:cubicBezTo>
                  <a:cubicBezTo>
                    <a:pt x="324479" y="3581"/>
                    <a:pt x="326875" y="4896"/>
                    <a:pt x="328958" y="6562"/>
                  </a:cubicBezTo>
                  <a:cubicBezTo>
                    <a:pt x="331120" y="8295"/>
                    <a:pt x="332891" y="10352"/>
                    <a:pt x="334271" y="12709"/>
                  </a:cubicBezTo>
                  <a:cubicBezTo>
                    <a:pt x="335664" y="15065"/>
                    <a:pt x="336563" y="17643"/>
                    <a:pt x="336979" y="20417"/>
                  </a:cubicBezTo>
                  <a:lnTo>
                    <a:pt x="354896" y="20417"/>
                  </a:lnTo>
                  <a:close/>
                  <a:moveTo>
                    <a:pt x="259896" y="0"/>
                  </a:moveTo>
                  <a:lnTo>
                    <a:pt x="268125" y="0"/>
                  </a:lnTo>
                  <a:lnTo>
                    <a:pt x="268125" y="35417"/>
                  </a:lnTo>
                  <a:lnTo>
                    <a:pt x="281771" y="35417"/>
                  </a:lnTo>
                  <a:lnTo>
                    <a:pt x="281771" y="42813"/>
                  </a:lnTo>
                  <a:lnTo>
                    <a:pt x="268125" y="42813"/>
                  </a:lnTo>
                  <a:lnTo>
                    <a:pt x="268125" y="92396"/>
                  </a:lnTo>
                  <a:lnTo>
                    <a:pt x="259896" y="92396"/>
                  </a:lnTo>
                  <a:close/>
                  <a:moveTo>
                    <a:pt x="156459" y="0"/>
                  </a:moveTo>
                  <a:lnTo>
                    <a:pt x="164688" y="0"/>
                  </a:lnTo>
                  <a:lnTo>
                    <a:pt x="164688" y="17188"/>
                  </a:lnTo>
                  <a:lnTo>
                    <a:pt x="177292" y="17188"/>
                  </a:lnTo>
                  <a:lnTo>
                    <a:pt x="177292" y="24375"/>
                  </a:lnTo>
                  <a:lnTo>
                    <a:pt x="164688" y="24375"/>
                  </a:lnTo>
                  <a:lnTo>
                    <a:pt x="164688" y="47500"/>
                  </a:lnTo>
                  <a:lnTo>
                    <a:pt x="156459" y="47500"/>
                  </a:lnTo>
                  <a:close/>
                  <a:moveTo>
                    <a:pt x="69792" y="0"/>
                  </a:moveTo>
                  <a:lnTo>
                    <a:pt x="77813" y="0"/>
                  </a:lnTo>
                  <a:lnTo>
                    <a:pt x="77813" y="92396"/>
                  </a:lnTo>
                  <a:lnTo>
                    <a:pt x="69792" y="92396"/>
                  </a:lnTo>
                  <a:lnTo>
                    <a:pt x="69792" y="41875"/>
                  </a:lnTo>
                  <a:lnTo>
                    <a:pt x="57396" y="41875"/>
                  </a:lnTo>
                  <a:lnTo>
                    <a:pt x="57396" y="88021"/>
                  </a:lnTo>
                  <a:lnTo>
                    <a:pt x="49375" y="88021"/>
                  </a:lnTo>
                  <a:lnTo>
                    <a:pt x="49375" y="1562"/>
                  </a:lnTo>
                  <a:lnTo>
                    <a:pt x="57396" y="1562"/>
                  </a:lnTo>
                  <a:lnTo>
                    <a:pt x="57396" y="33958"/>
                  </a:lnTo>
                  <a:lnTo>
                    <a:pt x="69792" y="33958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A3D08A07-7C2D-48EA-82C5-8DD05D57CD27}"/>
                </a:ext>
              </a:extLst>
            </p:cNvPr>
            <p:cNvSpPr txBox="1"/>
            <p:nvPr/>
          </p:nvSpPr>
          <p:spPr>
            <a:xfrm>
              <a:off x="2258680" y="4359199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개발사업</a:t>
              </a:r>
            </a:p>
          </p:txBody>
        </p:sp>
        <p:sp>
          <p:nvSpPr>
            <p:cNvPr id="493" name="자유형: 도형 492">
              <a:extLst>
                <a:ext uri="{FF2B5EF4-FFF2-40B4-BE49-F238E27FC236}">
                  <a16:creationId xmlns:a16="http://schemas.microsoft.com/office/drawing/2014/main" id="{A57C3C58-6C11-4F2C-8FF0-332332CDD25C}"/>
                </a:ext>
              </a:extLst>
            </p:cNvPr>
            <p:cNvSpPr/>
            <p:nvPr/>
          </p:nvSpPr>
          <p:spPr>
            <a:xfrm>
              <a:off x="3018050" y="4300948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3 h 81562"/>
                <a:gd name="connsiteX3" fmla="*/ 408021 w 631667"/>
                <a:gd name="connsiteY3" fmla="*/ 81563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3 h 81562"/>
                <a:gd name="connsiteX7" fmla="*/ 251771 w 631667"/>
                <a:gd name="connsiteY7" fmla="*/ 81563 h 81562"/>
                <a:gd name="connsiteX8" fmla="*/ 598855 w 631667"/>
                <a:gd name="connsiteY8" fmla="*/ 33958 h 81562"/>
                <a:gd name="connsiteX9" fmla="*/ 604219 w 631667"/>
                <a:gd name="connsiteY9" fmla="*/ 34948 h 81562"/>
                <a:gd name="connsiteX10" fmla="*/ 609063 w 631667"/>
                <a:gd name="connsiteY10" fmla="*/ 37917 h 81562"/>
                <a:gd name="connsiteX11" fmla="*/ 613854 w 631667"/>
                <a:gd name="connsiteY11" fmla="*/ 41407 h 81562"/>
                <a:gd name="connsiteX12" fmla="*/ 618125 w 631667"/>
                <a:gd name="connsiteY12" fmla="*/ 42604 h 81562"/>
                <a:gd name="connsiteX13" fmla="*/ 623386 w 631667"/>
                <a:gd name="connsiteY13" fmla="*/ 40313 h 81562"/>
                <a:gd name="connsiteX14" fmla="*/ 626980 w 631667"/>
                <a:gd name="connsiteY14" fmla="*/ 33958 h 81562"/>
                <a:gd name="connsiteX15" fmla="*/ 631667 w 631667"/>
                <a:gd name="connsiteY15" fmla="*/ 36771 h 81562"/>
                <a:gd name="connsiteX16" fmla="*/ 626719 w 631667"/>
                <a:gd name="connsiteY16" fmla="*/ 45834 h 81562"/>
                <a:gd name="connsiteX17" fmla="*/ 618021 w 631667"/>
                <a:gd name="connsiteY17" fmla="*/ 49271 h 81562"/>
                <a:gd name="connsiteX18" fmla="*/ 612605 w 631667"/>
                <a:gd name="connsiteY18" fmla="*/ 48333 h 81562"/>
                <a:gd name="connsiteX19" fmla="*/ 607813 w 631667"/>
                <a:gd name="connsiteY19" fmla="*/ 45313 h 81562"/>
                <a:gd name="connsiteX20" fmla="*/ 602969 w 631667"/>
                <a:gd name="connsiteY20" fmla="*/ 41875 h 81562"/>
                <a:gd name="connsiteX21" fmla="*/ 598750 w 631667"/>
                <a:gd name="connsiteY21" fmla="*/ 40625 h 81562"/>
                <a:gd name="connsiteX22" fmla="*/ 593646 w 631667"/>
                <a:gd name="connsiteY22" fmla="*/ 42656 h 81562"/>
                <a:gd name="connsiteX23" fmla="*/ 590105 w 631667"/>
                <a:gd name="connsiteY23" fmla="*/ 48438 h 81562"/>
                <a:gd name="connsiteX24" fmla="*/ 585417 w 631667"/>
                <a:gd name="connsiteY24" fmla="*/ 45625 h 81562"/>
                <a:gd name="connsiteX25" fmla="*/ 590313 w 631667"/>
                <a:gd name="connsiteY25" fmla="*/ 37396 h 81562"/>
                <a:gd name="connsiteX26" fmla="*/ 598855 w 631667"/>
                <a:gd name="connsiteY26" fmla="*/ 33958 h 81562"/>
                <a:gd name="connsiteX27" fmla="*/ 214167 w 631667"/>
                <a:gd name="connsiteY27" fmla="*/ 11250 h 81562"/>
                <a:gd name="connsiteX28" fmla="*/ 187292 w 631667"/>
                <a:gd name="connsiteY28" fmla="*/ 55313 h 81562"/>
                <a:gd name="connsiteX29" fmla="*/ 213959 w 631667"/>
                <a:gd name="connsiteY29" fmla="*/ 55313 h 81562"/>
                <a:gd name="connsiteX30" fmla="*/ 213959 w 631667"/>
                <a:gd name="connsiteY30" fmla="*/ 20833 h 81562"/>
                <a:gd name="connsiteX31" fmla="*/ 297917 w 631667"/>
                <a:gd name="connsiteY31" fmla="*/ 7188 h 81562"/>
                <a:gd name="connsiteX32" fmla="*/ 289115 w 631667"/>
                <a:gd name="connsiteY32" fmla="*/ 10833 h 81562"/>
                <a:gd name="connsiteX33" fmla="*/ 284375 w 631667"/>
                <a:gd name="connsiteY33" fmla="*/ 19583 h 81562"/>
                <a:gd name="connsiteX34" fmla="*/ 282344 w 631667"/>
                <a:gd name="connsiteY34" fmla="*/ 30573 h 81562"/>
                <a:gd name="connsiteX35" fmla="*/ 281979 w 631667"/>
                <a:gd name="connsiteY35" fmla="*/ 40729 h 81562"/>
                <a:gd name="connsiteX36" fmla="*/ 282344 w 631667"/>
                <a:gd name="connsiteY36" fmla="*/ 50782 h 81562"/>
                <a:gd name="connsiteX37" fmla="*/ 284375 w 631667"/>
                <a:gd name="connsiteY37" fmla="*/ 61667 h 81562"/>
                <a:gd name="connsiteX38" fmla="*/ 289115 w 631667"/>
                <a:gd name="connsiteY38" fmla="*/ 70313 h 81562"/>
                <a:gd name="connsiteX39" fmla="*/ 297917 w 631667"/>
                <a:gd name="connsiteY39" fmla="*/ 73854 h 81562"/>
                <a:gd name="connsiteX40" fmla="*/ 306875 w 631667"/>
                <a:gd name="connsiteY40" fmla="*/ 70313 h 81562"/>
                <a:gd name="connsiteX41" fmla="*/ 311875 w 631667"/>
                <a:gd name="connsiteY41" fmla="*/ 61667 h 81562"/>
                <a:gd name="connsiteX42" fmla="*/ 314167 w 631667"/>
                <a:gd name="connsiteY42" fmla="*/ 50782 h 81562"/>
                <a:gd name="connsiteX43" fmla="*/ 314688 w 631667"/>
                <a:gd name="connsiteY43" fmla="*/ 40729 h 81562"/>
                <a:gd name="connsiteX44" fmla="*/ 314167 w 631667"/>
                <a:gd name="connsiteY44" fmla="*/ 30573 h 81562"/>
                <a:gd name="connsiteX45" fmla="*/ 311875 w 631667"/>
                <a:gd name="connsiteY45" fmla="*/ 19583 h 81562"/>
                <a:gd name="connsiteX46" fmla="*/ 306875 w 631667"/>
                <a:gd name="connsiteY46" fmla="*/ 10833 h 81562"/>
                <a:gd name="connsiteX47" fmla="*/ 297917 w 631667"/>
                <a:gd name="connsiteY47" fmla="*/ 7188 h 81562"/>
                <a:gd name="connsiteX48" fmla="*/ 89583 w 631667"/>
                <a:gd name="connsiteY48" fmla="*/ 7188 h 81562"/>
                <a:gd name="connsiteX49" fmla="*/ 80781 w 631667"/>
                <a:gd name="connsiteY49" fmla="*/ 10833 h 81562"/>
                <a:gd name="connsiteX50" fmla="*/ 76042 w 631667"/>
                <a:gd name="connsiteY50" fmla="*/ 19583 h 81562"/>
                <a:gd name="connsiteX51" fmla="*/ 74011 w 631667"/>
                <a:gd name="connsiteY51" fmla="*/ 30573 h 81562"/>
                <a:gd name="connsiteX52" fmla="*/ 73646 w 631667"/>
                <a:gd name="connsiteY52" fmla="*/ 40729 h 81562"/>
                <a:gd name="connsiteX53" fmla="*/ 74011 w 631667"/>
                <a:gd name="connsiteY53" fmla="*/ 50782 h 81562"/>
                <a:gd name="connsiteX54" fmla="*/ 76042 w 631667"/>
                <a:gd name="connsiteY54" fmla="*/ 61667 h 81562"/>
                <a:gd name="connsiteX55" fmla="*/ 80781 w 631667"/>
                <a:gd name="connsiteY55" fmla="*/ 70313 h 81562"/>
                <a:gd name="connsiteX56" fmla="*/ 89583 w 631667"/>
                <a:gd name="connsiteY56" fmla="*/ 73854 h 81562"/>
                <a:gd name="connsiteX57" fmla="*/ 98542 w 631667"/>
                <a:gd name="connsiteY57" fmla="*/ 70313 h 81562"/>
                <a:gd name="connsiteX58" fmla="*/ 103542 w 631667"/>
                <a:gd name="connsiteY58" fmla="*/ 61667 h 81562"/>
                <a:gd name="connsiteX59" fmla="*/ 105833 w 631667"/>
                <a:gd name="connsiteY59" fmla="*/ 50782 h 81562"/>
                <a:gd name="connsiteX60" fmla="*/ 106354 w 631667"/>
                <a:gd name="connsiteY60" fmla="*/ 40729 h 81562"/>
                <a:gd name="connsiteX61" fmla="*/ 105833 w 631667"/>
                <a:gd name="connsiteY61" fmla="*/ 30573 h 81562"/>
                <a:gd name="connsiteX62" fmla="*/ 103542 w 631667"/>
                <a:gd name="connsiteY62" fmla="*/ 19583 h 81562"/>
                <a:gd name="connsiteX63" fmla="*/ 98542 w 631667"/>
                <a:gd name="connsiteY63" fmla="*/ 10833 h 81562"/>
                <a:gd name="connsiteX64" fmla="*/ 89583 w 631667"/>
                <a:gd name="connsiteY64" fmla="*/ 7188 h 81562"/>
                <a:gd name="connsiteX65" fmla="*/ 518229 w 631667"/>
                <a:gd name="connsiteY65" fmla="*/ 3125 h 81562"/>
                <a:gd name="connsiteX66" fmla="*/ 524167 w 631667"/>
                <a:gd name="connsiteY66" fmla="*/ 3125 h 81562"/>
                <a:gd name="connsiteX67" fmla="*/ 525730 w 631667"/>
                <a:gd name="connsiteY67" fmla="*/ 3542 h 81562"/>
                <a:gd name="connsiteX68" fmla="*/ 526146 w 631667"/>
                <a:gd name="connsiteY68" fmla="*/ 5104 h 81562"/>
                <a:gd name="connsiteX69" fmla="*/ 526146 w 631667"/>
                <a:gd name="connsiteY69" fmla="*/ 79167 h 81562"/>
                <a:gd name="connsiteX70" fmla="*/ 517917 w 631667"/>
                <a:gd name="connsiteY70" fmla="*/ 79167 h 81562"/>
                <a:gd name="connsiteX71" fmla="*/ 517917 w 631667"/>
                <a:gd name="connsiteY71" fmla="*/ 12083 h 81562"/>
                <a:gd name="connsiteX72" fmla="*/ 510886 w 631667"/>
                <a:gd name="connsiteY72" fmla="*/ 17865 h 81562"/>
                <a:gd name="connsiteX73" fmla="*/ 501667 w 631667"/>
                <a:gd name="connsiteY73" fmla="*/ 23125 h 81562"/>
                <a:gd name="connsiteX74" fmla="*/ 501667 w 631667"/>
                <a:gd name="connsiteY74" fmla="*/ 15208 h 81562"/>
                <a:gd name="connsiteX75" fmla="*/ 510313 w 631667"/>
                <a:gd name="connsiteY75" fmla="*/ 10104 h 81562"/>
                <a:gd name="connsiteX76" fmla="*/ 518229 w 631667"/>
                <a:gd name="connsiteY76" fmla="*/ 3125 h 81562"/>
                <a:gd name="connsiteX77" fmla="*/ 361979 w 631667"/>
                <a:gd name="connsiteY77" fmla="*/ 3125 h 81562"/>
                <a:gd name="connsiteX78" fmla="*/ 367917 w 631667"/>
                <a:gd name="connsiteY78" fmla="*/ 3125 h 81562"/>
                <a:gd name="connsiteX79" fmla="*/ 369479 w 631667"/>
                <a:gd name="connsiteY79" fmla="*/ 3542 h 81562"/>
                <a:gd name="connsiteX80" fmla="*/ 369896 w 631667"/>
                <a:gd name="connsiteY80" fmla="*/ 5104 h 81562"/>
                <a:gd name="connsiteX81" fmla="*/ 369896 w 631667"/>
                <a:gd name="connsiteY81" fmla="*/ 79167 h 81562"/>
                <a:gd name="connsiteX82" fmla="*/ 361667 w 631667"/>
                <a:gd name="connsiteY82" fmla="*/ 79167 h 81562"/>
                <a:gd name="connsiteX83" fmla="*/ 361667 w 631667"/>
                <a:gd name="connsiteY83" fmla="*/ 12083 h 81562"/>
                <a:gd name="connsiteX84" fmla="*/ 354636 w 631667"/>
                <a:gd name="connsiteY84" fmla="*/ 17865 h 81562"/>
                <a:gd name="connsiteX85" fmla="*/ 345417 w 631667"/>
                <a:gd name="connsiteY85" fmla="*/ 23125 h 81562"/>
                <a:gd name="connsiteX86" fmla="*/ 345417 w 631667"/>
                <a:gd name="connsiteY86" fmla="*/ 15208 h 81562"/>
                <a:gd name="connsiteX87" fmla="*/ 354063 w 631667"/>
                <a:gd name="connsiteY87" fmla="*/ 10104 h 81562"/>
                <a:gd name="connsiteX88" fmla="*/ 361979 w 631667"/>
                <a:gd name="connsiteY88" fmla="*/ 3125 h 81562"/>
                <a:gd name="connsiteX89" fmla="*/ 212813 w 631667"/>
                <a:gd name="connsiteY89" fmla="*/ 1979 h 81562"/>
                <a:gd name="connsiteX90" fmla="*/ 219896 w 631667"/>
                <a:gd name="connsiteY90" fmla="*/ 1979 h 81562"/>
                <a:gd name="connsiteX91" fmla="*/ 221458 w 631667"/>
                <a:gd name="connsiteY91" fmla="*/ 2396 h 81562"/>
                <a:gd name="connsiteX92" fmla="*/ 221875 w 631667"/>
                <a:gd name="connsiteY92" fmla="*/ 3959 h 81562"/>
                <a:gd name="connsiteX93" fmla="*/ 221875 w 631667"/>
                <a:gd name="connsiteY93" fmla="*/ 55313 h 81562"/>
                <a:gd name="connsiteX94" fmla="*/ 233229 w 631667"/>
                <a:gd name="connsiteY94" fmla="*/ 55313 h 81562"/>
                <a:gd name="connsiteX95" fmla="*/ 233229 w 631667"/>
                <a:gd name="connsiteY95" fmla="*/ 62500 h 81562"/>
                <a:gd name="connsiteX96" fmla="*/ 221875 w 631667"/>
                <a:gd name="connsiteY96" fmla="*/ 62500 h 81562"/>
                <a:gd name="connsiteX97" fmla="*/ 221875 w 631667"/>
                <a:gd name="connsiteY97" fmla="*/ 79167 h 81562"/>
                <a:gd name="connsiteX98" fmla="*/ 213750 w 631667"/>
                <a:gd name="connsiteY98" fmla="*/ 79167 h 81562"/>
                <a:gd name="connsiteX99" fmla="*/ 213750 w 631667"/>
                <a:gd name="connsiteY99" fmla="*/ 62500 h 81562"/>
                <a:gd name="connsiteX100" fmla="*/ 181354 w 631667"/>
                <a:gd name="connsiteY100" fmla="*/ 62500 h 81562"/>
                <a:gd name="connsiteX101" fmla="*/ 179792 w 631667"/>
                <a:gd name="connsiteY101" fmla="*/ 62083 h 81562"/>
                <a:gd name="connsiteX102" fmla="*/ 179375 w 631667"/>
                <a:gd name="connsiteY102" fmla="*/ 60521 h 81562"/>
                <a:gd name="connsiteX103" fmla="*/ 179375 w 631667"/>
                <a:gd name="connsiteY103" fmla="*/ 56146 h 81562"/>
                <a:gd name="connsiteX104" fmla="*/ 179636 w 631667"/>
                <a:gd name="connsiteY104" fmla="*/ 54636 h 81562"/>
                <a:gd name="connsiteX105" fmla="*/ 180313 w 631667"/>
                <a:gd name="connsiteY105" fmla="*/ 53229 h 81562"/>
                <a:gd name="connsiteX106" fmla="*/ 210729 w 631667"/>
                <a:gd name="connsiteY106" fmla="*/ 3333 h 81562"/>
                <a:gd name="connsiteX107" fmla="*/ 211563 w 631667"/>
                <a:gd name="connsiteY107" fmla="*/ 2344 h 81562"/>
                <a:gd name="connsiteX108" fmla="*/ 212813 w 631667"/>
                <a:gd name="connsiteY108" fmla="*/ 1979 h 81562"/>
                <a:gd name="connsiteX109" fmla="*/ 452813 w 631667"/>
                <a:gd name="connsiteY109" fmla="*/ 1354 h 81562"/>
                <a:gd name="connsiteX110" fmla="*/ 461615 w 631667"/>
                <a:gd name="connsiteY110" fmla="*/ 2552 h 81562"/>
                <a:gd name="connsiteX111" fmla="*/ 469063 w 631667"/>
                <a:gd name="connsiteY111" fmla="*/ 6250 h 81562"/>
                <a:gd name="connsiteX112" fmla="*/ 474115 w 631667"/>
                <a:gd name="connsiteY112" fmla="*/ 12604 h 81562"/>
                <a:gd name="connsiteX113" fmla="*/ 476042 w 631667"/>
                <a:gd name="connsiteY113" fmla="*/ 21771 h 81562"/>
                <a:gd name="connsiteX114" fmla="*/ 471771 w 631667"/>
                <a:gd name="connsiteY114" fmla="*/ 33438 h 81562"/>
                <a:gd name="connsiteX115" fmla="*/ 460625 w 631667"/>
                <a:gd name="connsiteY115" fmla="*/ 39792 h 81562"/>
                <a:gd name="connsiteX116" fmla="*/ 472969 w 631667"/>
                <a:gd name="connsiteY116" fmla="*/ 46198 h 81562"/>
                <a:gd name="connsiteX117" fmla="*/ 477709 w 631667"/>
                <a:gd name="connsiteY117" fmla="*/ 59063 h 81562"/>
                <a:gd name="connsiteX118" fmla="*/ 475573 w 631667"/>
                <a:gd name="connsiteY118" fmla="*/ 69011 h 81562"/>
                <a:gd name="connsiteX119" fmla="*/ 469896 w 631667"/>
                <a:gd name="connsiteY119" fmla="*/ 75833 h 81562"/>
                <a:gd name="connsiteX120" fmla="*/ 461771 w 631667"/>
                <a:gd name="connsiteY120" fmla="*/ 79688 h 81562"/>
                <a:gd name="connsiteX121" fmla="*/ 452396 w 631667"/>
                <a:gd name="connsiteY121" fmla="*/ 80938 h 81562"/>
                <a:gd name="connsiteX122" fmla="*/ 434636 w 631667"/>
                <a:gd name="connsiteY122" fmla="*/ 75000 h 81562"/>
                <a:gd name="connsiteX123" fmla="*/ 427917 w 631667"/>
                <a:gd name="connsiteY123" fmla="*/ 58542 h 81562"/>
                <a:gd name="connsiteX124" fmla="*/ 436146 w 631667"/>
                <a:gd name="connsiteY124" fmla="*/ 58542 h 81562"/>
                <a:gd name="connsiteX125" fmla="*/ 441094 w 631667"/>
                <a:gd name="connsiteY125" fmla="*/ 69896 h 81562"/>
                <a:gd name="connsiteX126" fmla="*/ 452709 w 631667"/>
                <a:gd name="connsiteY126" fmla="*/ 73750 h 81562"/>
                <a:gd name="connsiteX127" fmla="*/ 464896 w 631667"/>
                <a:gd name="connsiteY127" fmla="*/ 69688 h 81562"/>
                <a:gd name="connsiteX128" fmla="*/ 469375 w 631667"/>
                <a:gd name="connsiteY128" fmla="*/ 58125 h 81562"/>
                <a:gd name="connsiteX129" fmla="*/ 467917 w 631667"/>
                <a:gd name="connsiteY129" fmla="*/ 51511 h 81562"/>
                <a:gd name="connsiteX130" fmla="*/ 464063 w 631667"/>
                <a:gd name="connsiteY130" fmla="*/ 46979 h 81562"/>
                <a:gd name="connsiteX131" fmla="*/ 458490 w 631667"/>
                <a:gd name="connsiteY131" fmla="*/ 44375 h 81562"/>
                <a:gd name="connsiteX132" fmla="*/ 452188 w 631667"/>
                <a:gd name="connsiteY132" fmla="*/ 43333 h 81562"/>
                <a:gd name="connsiteX133" fmla="*/ 448021 w 631667"/>
                <a:gd name="connsiteY133" fmla="*/ 43333 h 81562"/>
                <a:gd name="connsiteX134" fmla="*/ 446563 w 631667"/>
                <a:gd name="connsiteY134" fmla="*/ 43073 h 81562"/>
                <a:gd name="connsiteX135" fmla="*/ 446354 w 631667"/>
                <a:gd name="connsiteY135" fmla="*/ 41667 h 81562"/>
                <a:gd name="connsiteX136" fmla="*/ 446354 w 631667"/>
                <a:gd name="connsiteY136" fmla="*/ 37813 h 81562"/>
                <a:gd name="connsiteX137" fmla="*/ 446563 w 631667"/>
                <a:gd name="connsiteY137" fmla="*/ 36146 h 81562"/>
                <a:gd name="connsiteX138" fmla="*/ 448021 w 631667"/>
                <a:gd name="connsiteY138" fmla="*/ 35729 h 81562"/>
                <a:gd name="connsiteX139" fmla="*/ 451459 w 631667"/>
                <a:gd name="connsiteY139" fmla="*/ 35729 h 81562"/>
                <a:gd name="connsiteX140" fmla="*/ 457552 w 631667"/>
                <a:gd name="connsiteY140" fmla="*/ 34948 h 81562"/>
                <a:gd name="connsiteX141" fmla="*/ 462709 w 631667"/>
                <a:gd name="connsiteY141" fmla="*/ 32500 h 81562"/>
                <a:gd name="connsiteX142" fmla="*/ 466355 w 631667"/>
                <a:gd name="connsiteY142" fmla="*/ 28386 h 81562"/>
                <a:gd name="connsiteX143" fmla="*/ 467709 w 631667"/>
                <a:gd name="connsiteY143" fmla="*/ 22188 h 81562"/>
                <a:gd name="connsiteX144" fmla="*/ 463386 w 631667"/>
                <a:gd name="connsiteY144" fmla="*/ 12083 h 81562"/>
                <a:gd name="connsiteX145" fmla="*/ 452500 w 631667"/>
                <a:gd name="connsiteY145" fmla="*/ 8542 h 81562"/>
                <a:gd name="connsiteX146" fmla="*/ 441823 w 631667"/>
                <a:gd name="connsiteY146" fmla="*/ 12083 h 81562"/>
                <a:gd name="connsiteX147" fmla="*/ 437292 w 631667"/>
                <a:gd name="connsiteY147" fmla="*/ 22292 h 81562"/>
                <a:gd name="connsiteX148" fmla="*/ 428959 w 631667"/>
                <a:gd name="connsiteY148" fmla="*/ 22292 h 81562"/>
                <a:gd name="connsiteX149" fmla="*/ 435625 w 631667"/>
                <a:gd name="connsiteY149" fmla="*/ 6979 h 81562"/>
                <a:gd name="connsiteX150" fmla="*/ 452813 w 631667"/>
                <a:gd name="connsiteY150" fmla="*/ 1354 h 81562"/>
                <a:gd name="connsiteX151" fmla="*/ 140208 w 631667"/>
                <a:gd name="connsiteY151" fmla="*/ 1354 h 81562"/>
                <a:gd name="connsiteX152" fmla="*/ 156250 w 631667"/>
                <a:gd name="connsiteY152" fmla="*/ 6458 h 81562"/>
                <a:gd name="connsiteX153" fmla="*/ 162708 w 631667"/>
                <a:gd name="connsiteY153" fmla="*/ 21458 h 81562"/>
                <a:gd name="connsiteX154" fmla="*/ 158594 w 631667"/>
                <a:gd name="connsiteY154" fmla="*/ 35313 h 81562"/>
                <a:gd name="connsiteX155" fmla="*/ 148750 w 631667"/>
                <a:gd name="connsiteY155" fmla="*/ 49271 h 81562"/>
                <a:gd name="connsiteX156" fmla="*/ 136875 w 631667"/>
                <a:gd name="connsiteY156" fmla="*/ 61979 h 81562"/>
                <a:gd name="connsiteX157" fmla="*/ 126667 w 631667"/>
                <a:gd name="connsiteY157" fmla="*/ 71979 h 81562"/>
                <a:gd name="connsiteX158" fmla="*/ 164375 w 631667"/>
                <a:gd name="connsiteY158" fmla="*/ 71979 h 81562"/>
                <a:gd name="connsiteX159" fmla="*/ 164375 w 631667"/>
                <a:gd name="connsiteY159" fmla="*/ 79167 h 81562"/>
                <a:gd name="connsiteX160" fmla="*/ 118646 w 631667"/>
                <a:gd name="connsiteY160" fmla="*/ 79167 h 81562"/>
                <a:gd name="connsiteX161" fmla="*/ 117448 w 631667"/>
                <a:gd name="connsiteY161" fmla="*/ 78854 h 81562"/>
                <a:gd name="connsiteX162" fmla="*/ 117188 w 631667"/>
                <a:gd name="connsiteY162" fmla="*/ 77604 h 81562"/>
                <a:gd name="connsiteX163" fmla="*/ 117188 w 631667"/>
                <a:gd name="connsiteY163" fmla="*/ 71354 h 81562"/>
                <a:gd name="connsiteX164" fmla="*/ 121510 w 631667"/>
                <a:gd name="connsiteY164" fmla="*/ 67188 h 81562"/>
                <a:gd name="connsiteX165" fmla="*/ 127084 w 631667"/>
                <a:gd name="connsiteY165" fmla="*/ 61667 h 81562"/>
                <a:gd name="connsiteX166" fmla="*/ 133125 w 631667"/>
                <a:gd name="connsiteY166" fmla="*/ 55209 h 81562"/>
                <a:gd name="connsiteX167" fmla="*/ 139271 w 631667"/>
                <a:gd name="connsiteY167" fmla="*/ 48125 h 81562"/>
                <a:gd name="connsiteX168" fmla="*/ 145000 w 631667"/>
                <a:gd name="connsiteY168" fmla="*/ 40990 h 81562"/>
                <a:gd name="connsiteX169" fmla="*/ 149688 w 631667"/>
                <a:gd name="connsiteY169" fmla="*/ 34062 h 81562"/>
                <a:gd name="connsiteX170" fmla="*/ 152969 w 631667"/>
                <a:gd name="connsiteY170" fmla="*/ 27605 h 81562"/>
                <a:gd name="connsiteX171" fmla="*/ 154167 w 631667"/>
                <a:gd name="connsiteY171" fmla="*/ 22084 h 81562"/>
                <a:gd name="connsiteX172" fmla="*/ 150208 w 631667"/>
                <a:gd name="connsiteY172" fmla="*/ 11927 h 81562"/>
                <a:gd name="connsiteX173" fmla="*/ 140000 w 631667"/>
                <a:gd name="connsiteY173" fmla="*/ 8542 h 81562"/>
                <a:gd name="connsiteX174" fmla="*/ 130156 w 631667"/>
                <a:gd name="connsiteY174" fmla="*/ 12709 h 81562"/>
                <a:gd name="connsiteX175" fmla="*/ 126354 w 631667"/>
                <a:gd name="connsiteY175" fmla="*/ 23542 h 81562"/>
                <a:gd name="connsiteX176" fmla="*/ 117813 w 631667"/>
                <a:gd name="connsiteY176" fmla="*/ 23542 h 81562"/>
                <a:gd name="connsiteX177" fmla="*/ 119479 w 631667"/>
                <a:gd name="connsiteY177" fmla="*/ 14427 h 81562"/>
                <a:gd name="connsiteX178" fmla="*/ 124167 w 631667"/>
                <a:gd name="connsiteY178" fmla="*/ 7396 h 81562"/>
                <a:gd name="connsiteX179" fmla="*/ 131302 w 631667"/>
                <a:gd name="connsiteY179" fmla="*/ 2917 h 81562"/>
                <a:gd name="connsiteX180" fmla="*/ 140208 w 631667"/>
                <a:gd name="connsiteY180" fmla="*/ 1354 h 81562"/>
                <a:gd name="connsiteX181" fmla="*/ 23021 w 631667"/>
                <a:gd name="connsiteY181" fmla="*/ 1354 h 81562"/>
                <a:gd name="connsiteX182" fmla="*/ 39063 w 631667"/>
                <a:gd name="connsiteY182" fmla="*/ 6458 h 81562"/>
                <a:gd name="connsiteX183" fmla="*/ 45521 w 631667"/>
                <a:gd name="connsiteY183" fmla="*/ 21458 h 81562"/>
                <a:gd name="connsiteX184" fmla="*/ 41406 w 631667"/>
                <a:gd name="connsiteY184" fmla="*/ 35313 h 81562"/>
                <a:gd name="connsiteX185" fmla="*/ 31562 w 631667"/>
                <a:gd name="connsiteY185" fmla="*/ 49271 h 81562"/>
                <a:gd name="connsiteX186" fmla="*/ 19688 w 631667"/>
                <a:gd name="connsiteY186" fmla="*/ 61979 h 81562"/>
                <a:gd name="connsiteX187" fmla="*/ 9479 w 631667"/>
                <a:gd name="connsiteY187" fmla="*/ 71979 h 81562"/>
                <a:gd name="connsiteX188" fmla="*/ 47188 w 631667"/>
                <a:gd name="connsiteY188" fmla="*/ 71979 h 81562"/>
                <a:gd name="connsiteX189" fmla="*/ 47188 w 631667"/>
                <a:gd name="connsiteY189" fmla="*/ 79167 h 81562"/>
                <a:gd name="connsiteX190" fmla="*/ 1458 w 631667"/>
                <a:gd name="connsiteY190" fmla="*/ 79167 h 81562"/>
                <a:gd name="connsiteX191" fmla="*/ 260 w 631667"/>
                <a:gd name="connsiteY191" fmla="*/ 78854 h 81562"/>
                <a:gd name="connsiteX192" fmla="*/ 0 w 631667"/>
                <a:gd name="connsiteY192" fmla="*/ 77604 h 81562"/>
                <a:gd name="connsiteX193" fmla="*/ 0 w 631667"/>
                <a:gd name="connsiteY193" fmla="*/ 71354 h 81562"/>
                <a:gd name="connsiteX194" fmla="*/ 4323 w 631667"/>
                <a:gd name="connsiteY194" fmla="*/ 67188 h 81562"/>
                <a:gd name="connsiteX195" fmla="*/ 9896 w 631667"/>
                <a:gd name="connsiteY195" fmla="*/ 61667 h 81562"/>
                <a:gd name="connsiteX196" fmla="*/ 15937 w 631667"/>
                <a:gd name="connsiteY196" fmla="*/ 55209 h 81562"/>
                <a:gd name="connsiteX197" fmla="*/ 22083 w 631667"/>
                <a:gd name="connsiteY197" fmla="*/ 48125 h 81562"/>
                <a:gd name="connsiteX198" fmla="*/ 27813 w 631667"/>
                <a:gd name="connsiteY198" fmla="*/ 40990 h 81562"/>
                <a:gd name="connsiteX199" fmla="*/ 32500 w 631667"/>
                <a:gd name="connsiteY199" fmla="*/ 34062 h 81562"/>
                <a:gd name="connsiteX200" fmla="*/ 35781 w 631667"/>
                <a:gd name="connsiteY200" fmla="*/ 27605 h 81562"/>
                <a:gd name="connsiteX201" fmla="*/ 36979 w 631667"/>
                <a:gd name="connsiteY201" fmla="*/ 22084 h 81562"/>
                <a:gd name="connsiteX202" fmla="*/ 33021 w 631667"/>
                <a:gd name="connsiteY202" fmla="*/ 11927 h 81562"/>
                <a:gd name="connsiteX203" fmla="*/ 22812 w 631667"/>
                <a:gd name="connsiteY203" fmla="*/ 8542 h 81562"/>
                <a:gd name="connsiteX204" fmla="*/ 12969 w 631667"/>
                <a:gd name="connsiteY204" fmla="*/ 12709 h 81562"/>
                <a:gd name="connsiteX205" fmla="*/ 9167 w 631667"/>
                <a:gd name="connsiteY205" fmla="*/ 23542 h 81562"/>
                <a:gd name="connsiteX206" fmla="*/ 625 w 631667"/>
                <a:gd name="connsiteY206" fmla="*/ 23542 h 81562"/>
                <a:gd name="connsiteX207" fmla="*/ 2292 w 631667"/>
                <a:gd name="connsiteY207" fmla="*/ 14427 h 81562"/>
                <a:gd name="connsiteX208" fmla="*/ 6979 w 631667"/>
                <a:gd name="connsiteY208" fmla="*/ 7396 h 81562"/>
                <a:gd name="connsiteX209" fmla="*/ 14115 w 631667"/>
                <a:gd name="connsiteY209" fmla="*/ 2917 h 81562"/>
                <a:gd name="connsiteX210" fmla="*/ 23021 w 631667"/>
                <a:gd name="connsiteY210" fmla="*/ 1354 h 81562"/>
                <a:gd name="connsiteX211" fmla="*/ 297917 w 631667"/>
                <a:gd name="connsiteY211" fmla="*/ 0 h 81562"/>
                <a:gd name="connsiteX212" fmla="*/ 310677 w 631667"/>
                <a:gd name="connsiteY212" fmla="*/ 3646 h 81562"/>
                <a:gd name="connsiteX213" fmla="*/ 318438 w 631667"/>
                <a:gd name="connsiteY213" fmla="*/ 13021 h 81562"/>
                <a:gd name="connsiteX214" fmla="*/ 322292 w 631667"/>
                <a:gd name="connsiteY214" fmla="*/ 26146 h 81562"/>
                <a:gd name="connsiteX215" fmla="*/ 323334 w 631667"/>
                <a:gd name="connsiteY215" fmla="*/ 40729 h 81562"/>
                <a:gd name="connsiteX216" fmla="*/ 322292 w 631667"/>
                <a:gd name="connsiteY216" fmla="*/ 55313 h 81562"/>
                <a:gd name="connsiteX217" fmla="*/ 318438 w 631667"/>
                <a:gd name="connsiteY217" fmla="*/ 68334 h 81562"/>
                <a:gd name="connsiteX218" fmla="*/ 310677 w 631667"/>
                <a:gd name="connsiteY218" fmla="*/ 77604 h 81562"/>
                <a:gd name="connsiteX219" fmla="*/ 297917 w 631667"/>
                <a:gd name="connsiteY219" fmla="*/ 81146 h 81562"/>
                <a:gd name="connsiteX220" fmla="*/ 285365 w 631667"/>
                <a:gd name="connsiteY220" fmla="*/ 77604 h 81562"/>
                <a:gd name="connsiteX221" fmla="*/ 277917 w 631667"/>
                <a:gd name="connsiteY221" fmla="*/ 68334 h 81562"/>
                <a:gd name="connsiteX222" fmla="*/ 274271 w 631667"/>
                <a:gd name="connsiteY222" fmla="*/ 55313 h 81562"/>
                <a:gd name="connsiteX223" fmla="*/ 273334 w 631667"/>
                <a:gd name="connsiteY223" fmla="*/ 40729 h 81562"/>
                <a:gd name="connsiteX224" fmla="*/ 274271 w 631667"/>
                <a:gd name="connsiteY224" fmla="*/ 26146 h 81562"/>
                <a:gd name="connsiteX225" fmla="*/ 277917 w 631667"/>
                <a:gd name="connsiteY225" fmla="*/ 13021 h 81562"/>
                <a:gd name="connsiteX226" fmla="*/ 285365 w 631667"/>
                <a:gd name="connsiteY226" fmla="*/ 3646 h 81562"/>
                <a:gd name="connsiteX227" fmla="*/ 297917 w 631667"/>
                <a:gd name="connsiteY227" fmla="*/ 0 h 81562"/>
                <a:gd name="connsiteX228" fmla="*/ 89583 w 631667"/>
                <a:gd name="connsiteY228" fmla="*/ 0 h 81562"/>
                <a:gd name="connsiteX229" fmla="*/ 102344 w 631667"/>
                <a:gd name="connsiteY229" fmla="*/ 3646 h 81562"/>
                <a:gd name="connsiteX230" fmla="*/ 110104 w 631667"/>
                <a:gd name="connsiteY230" fmla="*/ 13021 h 81562"/>
                <a:gd name="connsiteX231" fmla="*/ 113958 w 631667"/>
                <a:gd name="connsiteY231" fmla="*/ 26146 h 81562"/>
                <a:gd name="connsiteX232" fmla="*/ 115000 w 631667"/>
                <a:gd name="connsiteY232" fmla="*/ 40729 h 81562"/>
                <a:gd name="connsiteX233" fmla="*/ 113958 w 631667"/>
                <a:gd name="connsiteY233" fmla="*/ 55313 h 81562"/>
                <a:gd name="connsiteX234" fmla="*/ 110104 w 631667"/>
                <a:gd name="connsiteY234" fmla="*/ 68334 h 81562"/>
                <a:gd name="connsiteX235" fmla="*/ 102344 w 631667"/>
                <a:gd name="connsiteY235" fmla="*/ 77604 h 81562"/>
                <a:gd name="connsiteX236" fmla="*/ 89583 w 631667"/>
                <a:gd name="connsiteY236" fmla="*/ 81146 h 81562"/>
                <a:gd name="connsiteX237" fmla="*/ 77031 w 631667"/>
                <a:gd name="connsiteY237" fmla="*/ 77604 h 81562"/>
                <a:gd name="connsiteX238" fmla="*/ 69583 w 631667"/>
                <a:gd name="connsiteY238" fmla="*/ 68334 h 81562"/>
                <a:gd name="connsiteX239" fmla="*/ 65937 w 631667"/>
                <a:gd name="connsiteY239" fmla="*/ 55313 h 81562"/>
                <a:gd name="connsiteX240" fmla="*/ 65000 w 631667"/>
                <a:gd name="connsiteY240" fmla="*/ 40729 h 81562"/>
                <a:gd name="connsiteX241" fmla="*/ 65937 w 631667"/>
                <a:gd name="connsiteY241" fmla="*/ 26146 h 81562"/>
                <a:gd name="connsiteX242" fmla="*/ 69583 w 631667"/>
                <a:gd name="connsiteY242" fmla="*/ 13021 h 81562"/>
                <a:gd name="connsiteX243" fmla="*/ 77031 w 631667"/>
                <a:gd name="connsiteY243" fmla="*/ 3646 h 81562"/>
                <a:gd name="connsiteX244" fmla="*/ 89583 w 631667"/>
                <a:gd name="connsiteY244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8"/>
                  </a:moveTo>
                  <a:cubicBezTo>
                    <a:pt x="600873" y="33958"/>
                    <a:pt x="602657" y="34284"/>
                    <a:pt x="604219" y="34948"/>
                  </a:cubicBezTo>
                  <a:cubicBezTo>
                    <a:pt x="605782" y="35612"/>
                    <a:pt x="607396" y="36602"/>
                    <a:pt x="609063" y="37917"/>
                  </a:cubicBezTo>
                  <a:cubicBezTo>
                    <a:pt x="610938" y="39440"/>
                    <a:pt x="612539" y="40612"/>
                    <a:pt x="613854" y="41407"/>
                  </a:cubicBezTo>
                  <a:cubicBezTo>
                    <a:pt x="615170" y="42201"/>
                    <a:pt x="616602" y="42604"/>
                    <a:pt x="618125" y="42604"/>
                  </a:cubicBezTo>
                  <a:cubicBezTo>
                    <a:pt x="620352" y="42604"/>
                    <a:pt x="622097" y="41836"/>
                    <a:pt x="623386" y="40313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3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35"/>
                    <a:pt x="587956" y="39688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3"/>
                  </a:cubicBezTo>
                  <a:cubicBezTo>
                    <a:pt x="286992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097" y="34427"/>
                    <a:pt x="281979" y="37813"/>
                    <a:pt x="281979" y="40729"/>
                  </a:cubicBezTo>
                  <a:cubicBezTo>
                    <a:pt x="281979" y="43646"/>
                    <a:pt x="282097" y="46992"/>
                    <a:pt x="282344" y="50782"/>
                  </a:cubicBezTo>
                  <a:cubicBezTo>
                    <a:pt x="282591" y="54570"/>
                    <a:pt x="283268" y="58190"/>
                    <a:pt x="284375" y="61667"/>
                  </a:cubicBezTo>
                  <a:cubicBezTo>
                    <a:pt x="285417" y="65065"/>
                    <a:pt x="286992" y="67956"/>
                    <a:pt x="289115" y="70313"/>
                  </a:cubicBezTo>
                  <a:cubicBezTo>
                    <a:pt x="291237" y="72670"/>
                    <a:pt x="294167" y="73854"/>
                    <a:pt x="297917" y="73854"/>
                  </a:cubicBezTo>
                  <a:cubicBezTo>
                    <a:pt x="301667" y="73854"/>
                    <a:pt x="304649" y="72670"/>
                    <a:pt x="306875" y="70313"/>
                  </a:cubicBezTo>
                  <a:cubicBezTo>
                    <a:pt x="309102" y="67956"/>
                    <a:pt x="310768" y="65065"/>
                    <a:pt x="311875" y="61667"/>
                  </a:cubicBezTo>
                  <a:cubicBezTo>
                    <a:pt x="313060" y="58190"/>
                    <a:pt x="313815" y="54570"/>
                    <a:pt x="314167" y="50782"/>
                  </a:cubicBezTo>
                  <a:cubicBezTo>
                    <a:pt x="314518" y="46992"/>
                    <a:pt x="314688" y="43646"/>
                    <a:pt x="314688" y="40729"/>
                  </a:cubicBezTo>
                  <a:cubicBezTo>
                    <a:pt x="314688" y="37813"/>
                    <a:pt x="314518" y="34427"/>
                    <a:pt x="314167" y="30573"/>
                  </a:cubicBezTo>
                  <a:cubicBezTo>
                    <a:pt x="313815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49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70"/>
                    <a:pt x="74935" y="58190"/>
                    <a:pt x="76042" y="61667"/>
                  </a:cubicBezTo>
                  <a:cubicBezTo>
                    <a:pt x="77083" y="65065"/>
                    <a:pt x="78659" y="67956"/>
                    <a:pt x="80781" y="70313"/>
                  </a:cubicBezTo>
                  <a:cubicBezTo>
                    <a:pt x="82904" y="72670"/>
                    <a:pt x="85833" y="73854"/>
                    <a:pt x="89583" y="73854"/>
                  </a:cubicBezTo>
                  <a:cubicBezTo>
                    <a:pt x="93333" y="73854"/>
                    <a:pt x="96315" y="72670"/>
                    <a:pt x="98542" y="70313"/>
                  </a:cubicBezTo>
                  <a:cubicBezTo>
                    <a:pt x="100768" y="67956"/>
                    <a:pt x="102435" y="65065"/>
                    <a:pt x="103542" y="61667"/>
                  </a:cubicBezTo>
                  <a:cubicBezTo>
                    <a:pt x="104727" y="58190"/>
                    <a:pt x="105482" y="54570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68"/>
                    <a:pt x="525730" y="3542"/>
                  </a:cubicBezTo>
                  <a:cubicBezTo>
                    <a:pt x="526003" y="3815"/>
                    <a:pt x="526146" y="4336"/>
                    <a:pt x="526146" y="5104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3"/>
                  </a:lnTo>
                  <a:cubicBezTo>
                    <a:pt x="516042" y="14102"/>
                    <a:pt x="513698" y="16029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8"/>
                  </a:lnTo>
                  <a:cubicBezTo>
                    <a:pt x="504649" y="13893"/>
                    <a:pt x="507539" y="12188"/>
                    <a:pt x="510313" y="10104"/>
                  </a:cubicBezTo>
                  <a:cubicBezTo>
                    <a:pt x="513086" y="8021"/>
                    <a:pt x="515729" y="5690"/>
                    <a:pt x="518229" y="3125"/>
                  </a:cubicBezTo>
                  <a:close/>
                  <a:moveTo>
                    <a:pt x="361979" y="3125"/>
                  </a:moveTo>
                  <a:lnTo>
                    <a:pt x="367917" y="3125"/>
                  </a:lnTo>
                  <a:cubicBezTo>
                    <a:pt x="368685" y="3125"/>
                    <a:pt x="369206" y="3268"/>
                    <a:pt x="369479" y="3542"/>
                  </a:cubicBezTo>
                  <a:cubicBezTo>
                    <a:pt x="369753" y="3815"/>
                    <a:pt x="369896" y="4336"/>
                    <a:pt x="369896" y="5104"/>
                  </a:cubicBezTo>
                  <a:lnTo>
                    <a:pt x="369896" y="79167"/>
                  </a:lnTo>
                  <a:lnTo>
                    <a:pt x="361667" y="79167"/>
                  </a:lnTo>
                  <a:lnTo>
                    <a:pt x="361667" y="12083"/>
                  </a:lnTo>
                  <a:cubicBezTo>
                    <a:pt x="359792" y="14102"/>
                    <a:pt x="357448" y="16029"/>
                    <a:pt x="354636" y="17865"/>
                  </a:cubicBezTo>
                  <a:cubicBezTo>
                    <a:pt x="351823" y="19701"/>
                    <a:pt x="348750" y="21458"/>
                    <a:pt x="345417" y="23125"/>
                  </a:cubicBezTo>
                  <a:lnTo>
                    <a:pt x="345417" y="15208"/>
                  </a:lnTo>
                  <a:cubicBezTo>
                    <a:pt x="348399" y="13893"/>
                    <a:pt x="351289" y="12188"/>
                    <a:pt x="354063" y="10104"/>
                  </a:cubicBezTo>
                  <a:cubicBezTo>
                    <a:pt x="356836" y="8021"/>
                    <a:pt x="359479" y="5690"/>
                    <a:pt x="361979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3"/>
                    <a:pt x="221458" y="2396"/>
                  </a:cubicBezTo>
                  <a:cubicBezTo>
                    <a:pt x="221732" y="2669"/>
                    <a:pt x="221875" y="3190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57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7"/>
                    <a:pt x="179636" y="54636"/>
                  </a:cubicBezTo>
                  <a:cubicBezTo>
                    <a:pt x="179805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11" y="2591"/>
                    <a:pt x="211563" y="2344"/>
                  </a:cubicBezTo>
                  <a:cubicBezTo>
                    <a:pt x="211914" y="2096"/>
                    <a:pt x="212331" y="1979"/>
                    <a:pt x="212813" y="1979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58"/>
                    <a:pt x="461615" y="2552"/>
                  </a:cubicBezTo>
                  <a:cubicBezTo>
                    <a:pt x="464427" y="3347"/>
                    <a:pt x="466914" y="4584"/>
                    <a:pt x="469063" y="6250"/>
                  </a:cubicBezTo>
                  <a:cubicBezTo>
                    <a:pt x="471146" y="7917"/>
                    <a:pt x="472826" y="10039"/>
                    <a:pt x="474115" y="12604"/>
                  </a:cubicBezTo>
                  <a:cubicBezTo>
                    <a:pt x="475404" y="15169"/>
                    <a:pt x="476042" y="18229"/>
                    <a:pt x="476042" y="21771"/>
                  </a:cubicBezTo>
                  <a:cubicBezTo>
                    <a:pt x="476042" y="26146"/>
                    <a:pt x="474623" y="30039"/>
                    <a:pt x="471771" y="33438"/>
                  </a:cubicBezTo>
                  <a:cubicBezTo>
                    <a:pt x="468920" y="36836"/>
                    <a:pt x="465209" y="38958"/>
                    <a:pt x="460625" y="39792"/>
                  </a:cubicBezTo>
                  <a:cubicBezTo>
                    <a:pt x="465690" y="40482"/>
                    <a:pt x="469805" y="42617"/>
                    <a:pt x="472969" y="46198"/>
                  </a:cubicBezTo>
                  <a:cubicBezTo>
                    <a:pt x="476133" y="49779"/>
                    <a:pt x="477709" y="54063"/>
                    <a:pt x="477709" y="59063"/>
                  </a:cubicBezTo>
                  <a:cubicBezTo>
                    <a:pt x="477709" y="62956"/>
                    <a:pt x="476992" y="66263"/>
                    <a:pt x="475573" y="69011"/>
                  </a:cubicBezTo>
                  <a:cubicBezTo>
                    <a:pt x="474154" y="71758"/>
                    <a:pt x="472253" y="74023"/>
                    <a:pt x="469896" y="75833"/>
                  </a:cubicBezTo>
                  <a:cubicBezTo>
                    <a:pt x="467539" y="77565"/>
                    <a:pt x="464831" y="78854"/>
                    <a:pt x="461771" y="79688"/>
                  </a:cubicBezTo>
                  <a:cubicBezTo>
                    <a:pt x="458711" y="80521"/>
                    <a:pt x="455586" y="80938"/>
                    <a:pt x="452396" y="80938"/>
                  </a:cubicBezTo>
                  <a:cubicBezTo>
                    <a:pt x="444896" y="80938"/>
                    <a:pt x="438972" y="78959"/>
                    <a:pt x="434636" y="75000"/>
                  </a:cubicBezTo>
                  <a:cubicBezTo>
                    <a:pt x="430300" y="71042"/>
                    <a:pt x="428060" y="65560"/>
                    <a:pt x="427917" y="58542"/>
                  </a:cubicBezTo>
                  <a:lnTo>
                    <a:pt x="436146" y="58542"/>
                  </a:lnTo>
                  <a:cubicBezTo>
                    <a:pt x="436628" y="63542"/>
                    <a:pt x="438282" y="67331"/>
                    <a:pt x="441094" y="69896"/>
                  </a:cubicBezTo>
                  <a:cubicBezTo>
                    <a:pt x="443906" y="72461"/>
                    <a:pt x="447774" y="73750"/>
                    <a:pt x="452709" y="73750"/>
                  </a:cubicBezTo>
                  <a:cubicBezTo>
                    <a:pt x="457852" y="73750"/>
                    <a:pt x="461914" y="72396"/>
                    <a:pt x="464896" y="69688"/>
                  </a:cubicBezTo>
                  <a:cubicBezTo>
                    <a:pt x="467878" y="66979"/>
                    <a:pt x="469375" y="63125"/>
                    <a:pt x="469375" y="58125"/>
                  </a:cubicBezTo>
                  <a:cubicBezTo>
                    <a:pt x="469375" y="55560"/>
                    <a:pt x="468894" y="53347"/>
                    <a:pt x="467917" y="51511"/>
                  </a:cubicBezTo>
                  <a:cubicBezTo>
                    <a:pt x="466940" y="49675"/>
                    <a:pt x="465664" y="48164"/>
                    <a:pt x="464063" y="46979"/>
                  </a:cubicBezTo>
                  <a:cubicBezTo>
                    <a:pt x="462396" y="45794"/>
                    <a:pt x="460534" y="44935"/>
                    <a:pt x="458490" y="44375"/>
                  </a:cubicBezTo>
                  <a:cubicBezTo>
                    <a:pt x="456446" y="43815"/>
                    <a:pt x="454336" y="43477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2"/>
                    <a:pt x="446563" y="43073"/>
                  </a:cubicBezTo>
                  <a:cubicBezTo>
                    <a:pt x="446420" y="42904"/>
                    <a:pt x="446354" y="42435"/>
                    <a:pt x="446354" y="41667"/>
                  </a:cubicBezTo>
                  <a:lnTo>
                    <a:pt x="446354" y="37813"/>
                  </a:lnTo>
                  <a:cubicBezTo>
                    <a:pt x="446354" y="36979"/>
                    <a:pt x="446420" y="36419"/>
                    <a:pt x="446563" y="36146"/>
                  </a:cubicBezTo>
                  <a:cubicBezTo>
                    <a:pt x="446706" y="35872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7"/>
                    <a:pt x="461250" y="33607"/>
                    <a:pt x="462709" y="32500"/>
                  </a:cubicBezTo>
                  <a:cubicBezTo>
                    <a:pt x="464232" y="31459"/>
                    <a:pt x="465456" y="30091"/>
                    <a:pt x="466355" y="28386"/>
                  </a:cubicBezTo>
                  <a:cubicBezTo>
                    <a:pt x="467253" y="26680"/>
                    <a:pt x="467709" y="24623"/>
                    <a:pt x="467709" y="22188"/>
                  </a:cubicBezTo>
                  <a:cubicBezTo>
                    <a:pt x="467709" y="17813"/>
                    <a:pt x="466263" y="14440"/>
                    <a:pt x="463386" y="12083"/>
                  </a:cubicBezTo>
                  <a:cubicBezTo>
                    <a:pt x="460508" y="9727"/>
                    <a:pt x="456875" y="8542"/>
                    <a:pt x="452500" y="8542"/>
                  </a:cubicBezTo>
                  <a:cubicBezTo>
                    <a:pt x="447982" y="8542"/>
                    <a:pt x="444427" y="9727"/>
                    <a:pt x="441823" y="12083"/>
                  </a:cubicBezTo>
                  <a:cubicBezTo>
                    <a:pt x="439219" y="14440"/>
                    <a:pt x="437709" y="17852"/>
                    <a:pt x="437292" y="22292"/>
                  </a:cubicBezTo>
                  <a:lnTo>
                    <a:pt x="428959" y="22292"/>
                  </a:lnTo>
                  <a:cubicBezTo>
                    <a:pt x="429024" y="15833"/>
                    <a:pt x="431250" y="10729"/>
                    <a:pt x="435625" y="6979"/>
                  </a:cubicBezTo>
                  <a:cubicBezTo>
                    <a:pt x="440000" y="3229"/>
                    <a:pt x="445729" y="1354"/>
                    <a:pt x="4528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05" y="68855"/>
                    <a:pt x="121510" y="67188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49"/>
                    <a:pt x="131042" y="57500"/>
                    <a:pt x="133125" y="55209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17" y="15482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56"/>
                    <a:pt x="128555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17" y="68855"/>
                    <a:pt x="4323" y="67188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49"/>
                    <a:pt x="13854" y="57500"/>
                    <a:pt x="15937" y="55209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75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30" y="15482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56"/>
                    <a:pt x="11367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72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82" y="31003"/>
                    <a:pt x="323334" y="35872"/>
                    <a:pt x="323334" y="40729"/>
                  </a:cubicBezTo>
                  <a:cubicBezTo>
                    <a:pt x="323334" y="45664"/>
                    <a:pt x="322982" y="50521"/>
                    <a:pt x="322292" y="55313"/>
                  </a:cubicBezTo>
                  <a:cubicBezTo>
                    <a:pt x="321602" y="60104"/>
                    <a:pt x="320313" y="64440"/>
                    <a:pt x="318438" y="68334"/>
                  </a:cubicBezTo>
                  <a:cubicBezTo>
                    <a:pt x="316563" y="72149"/>
                    <a:pt x="313972" y="75248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74" y="81146"/>
                    <a:pt x="288594" y="79961"/>
                    <a:pt x="285365" y="77604"/>
                  </a:cubicBezTo>
                  <a:cubicBezTo>
                    <a:pt x="282136" y="75248"/>
                    <a:pt x="279649" y="72149"/>
                    <a:pt x="277917" y="68334"/>
                  </a:cubicBezTo>
                  <a:cubicBezTo>
                    <a:pt x="276107" y="64440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03"/>
                    <a:pt x="274271" y="26146"/>
                  </a:cubicBezTo>
                  <a:cubicBezTo>
                    <a:pt x="274896" y="21289"/>
                    <a:pt x="276107" y="16914"/>
                    <a:pt x="277917" y="13021"/>
                  </a:cubicBezTo>
                  <a:cubicBezTo>
                    <a:pt x="279649" y="9206"/>
                    <a:pt x="282136" y="6081"/>
                    <a:pt x="285365" y="3646"/>
                  </a:cubicBezTo>
                  <a:cubicBezTo>
                    <a:pt x="288594" y="1211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03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3"/>
                  </a:cubicBezTo>
                  <a:cubicBezTo>
                    <a:pt x="113268" y="60104"/>
                    <a:pt x="111979" y="64440"/>
                    <a:pt x="110104" y="68334"/>
                  </a:cubicBezTo>
                  <a:cubicBezTo>
                    <a:pt x="108229" y="72149"/>
                    <a:pt x="105638" y="75248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48"/>
                    <a:pt x="71315" y="72149"/>
                    <a:pt x="69583" y="68334"/>
                  </a:cubicBezTo>
                  <a:cubicBezTo>
                    <a:pt x="67773" y="64440"/>
                    <a:pt x="66563" y="60104"/>
                    <a:pt x="65937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03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4" name="TextBox 493">
              <a:extLst>
                <a:ext uri="{FF2B5EF4-FFF2-40B4-BE49-F238E27FC236}">
                  <a16:creationId xmlns:a16="http://schemas.microsoft.com/office/drawing/2014/main" id="{5F751FE5-129E-4511-9FDF-D523A841CD31}"/>
                </a:ext>
              </a:extLst>
            </p:cNvPr>
            <p:cNvSpPr txBox="1"/>
            <p:nvPr/>
          </p:nvSpPr>
          <p:spPr>
            <a:xfrm>
              <a:off x="2926610" y="4261491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2024.01.31 ~</a:t>
              </a:r>
            </a:p>
          </p:txBody>
        </p:sp>
        <p:sp>
          <p:nvSpPr>
            <p:cNvPr id="495" name="자유형: 도형 494">
              <a:extLst>
                <a:ext uri="{FF2B5EF4-FFF2-40B4-BE49-F238E27FC236}">
                  <a16:creationId xmlns:a16="http://schemas.microsoft.com/office/drawing/2014/main" id="{3164D131-7A4F-4EB6-B1C5-2F34D95CF2A0}"/>
                </a:ext>
              </a:extLst>
            </p:cNvPr>
            <p:cNvSpPr/>
            <p:nvPr/>
          </p:nvSpPr>
          <p:spPr>
            <a:xfrm>
              <a:off x="3062099" y="4431156"/>
              <a:ext cx="544687" cy="81562"/>
            </a:xfrm>
            <a:custGeom>
              <a:avLst/>
              <a:gdLst>
                <a:gd name="connsiteX0" fmla="*/ 408021 w 544687"/>
                <a:gd name="connsiteY0" fmla="*/ 70833 h 81562"/>
                <a:gd name="connsiteX1" fmla="*/ 418750 w 544687"/>
                <a:gd name="connsiteY1" fmla="*/ 70833 h 81562"/>
                <a:gd name="connsiteX2" fmla="*/ 418750 w 544687"/>
                <a:gd name="connsiteY2" fmla="*/ 81563 h 81562"/>
                <a:gd name="connsiteX3" fmla="*/ 408021 w 544687"/>
                <a:gd name="connsiteY3" fmla="*/ 81563 h 81562"/>
                <a:gd name="connsiteX4" fmla="*/ 251771 w 544687"/>
                <a:gd name="connsiteY4" fmla="*/ 70833 h 81562"/>
                <a:gd name="connsiteX5" fmla="*/ 262500 w 544687"/>
                <a:gd name="connsiteY5" fmla="*/ 70833 h 81562"/>
                <a:gd name="connsiteX6" fmla="*/ 262500 w 544687"/>
                <a:gd name="connsiteY6" fmla="*/ 81563 h 81562"/>
                <a:gd name="connsiteX7" fmla="*/ 251771 w 544687"/>
                <a:gd name="connsiteY7" fmla="*/ 81563 h 81562"/>
                <a:gd name="connsiteX8" fmla="*/ 370417 w 544687"/>
                <a:gd name="connsiteY8" fmla="*/ 11250 h 81562"/>
                <a:gd name="connsiteX9" fmla="*/ 343542 w 544687"/>
                <a:gd name="connsiteY9" fmla="*/ 55313 h 81562"/>
                <a:gd name="connsiteX10" fmla="*/ 370209 w 544687"/>
                <a:gd name="connsiteY10" fmla="*/ 55313 h 81562"/>
                <a:gd name="connsiteX11" fmla="*/ 370209 w 544687"/>
                <a:gd name="connsiteY11" fmla="*/ 20833 h 81562"/>
                <a:gd name="connsiteX12" fmla="*/ 519271 w 544687"/>
                <a:gd name="connsiteY12" fmla="*/ 7188 h 81562"/>
                <a:gd name="connsiteX13" fmla="*/ 510469 w 544687"/>
                <a:gd name="connsiteY13" fmla="*/ 10833 h 81562"/>
                <a:gd name="connsiteX14" fmla="*/ 505730 w 544687"/>
                <a:gd name="connsiteY14" fmla="*/ 19583 h 81562"/>
                <a:gd name="connsiteX15" fmla="*/ 503698 w 544687"/>
                <a:gd name="connsiteY15" fmla="*/ 30573 h 81562"/>
                <a:gd name="connsiteX16" fmla="*/ 503334 w 544687"/>
                <a:gd name="connsiteY16" fmla="*/ 40729 h 81562"/>
                <a:gd name="connsiteX17" fmla="*/ 503698 w 544687"/>
                <a:gd name="connsiteY17" fmla="*/ 50782 h 81562"/>
                <a:gd name="connsiteX18" fmla="*/ 505730 w 544687"/>
                <a:gd name="connsiteY18" fmla="*/ 61667 h 81562"/>
                <a:gd name="connsiteX19" fmla="*/ 510469 w 544687"/>
                <a:gd name="connsiteY19" fmla="*/ 70313 h 81562"/>
                <a:gd name="connsiteX20" fmla="*/ 519271 w 544687"/>
                <a:gd name="connsiteY20" fmla="*/ 73854 h 81562"/>
                <a:gd name="connsiteX21" fmla="*/ 528230 w 544687"/>
                <a:gd name="connsiteY21" fmla="*/ 70313 h 81562"/>
                <a:gd name="connsiteX22" fmla="*/ 533230 w 544687"/>
                <a:gd name="connsiteY22" fmla="*/ 61667 h 81562"/>
                <a:gd name="connsiteX23" fmla="*/ 535521 w 544687"/>
                <a:gd name="connsiteY23" fmla="*/ 50782 h 81562"/>
                <a:gd name="connsiteX24" fmla="*/ 536042 w 544687"/>
                <a:gd name="connsiteY24" fmla="*/ 40729 h 81562"/>
                <a:gd name="connsiteX25" fmla="*/ 535521 w 544687"/>
                <a:gd name="connsiteY25" fmla="*/ 30573 h 81562"/>
                <a:gd name="connsiteX26" fmla="*/ 533230 w 544687"/>
                <a:gd name="connsiteY26" fmla="*/ 19583 h 81562"/>
                <a:gd name="connsiteX27" fmla="*/ 528230 w 544687"/>
                <a:gd name="connsiteY27" fmla="*/ 10833 h 81562"/>
                <a:gd name="connsiteX28" fmla="*/ 519271 w 544687"/>
                <a:gd name="connsiteY28" fmla="*/ 7188 h 81562"/>
                <a:gd name="connsiteX29" fmla="*/ 297917 w 544687"/>
                <a:gd name="connsiteY29" fmla="*/ 7188 h 81562"/>
                <a:gd name="connsiteX30" fmla="*/ 289115 w 544687"/>
                <a:gd name="connsiteY30" fmla="*/ 10833 h 81562"/>
                <a:gd name="connsiteX31" fmla="*/ 284375 w 544687"/>
                <a:gd name="connsiteY31" fmla="*/ 19583 h 81562"/>
                <a:gd name="connsiteX32" fmla="*/ 282344 w 544687"/>
                <a:gd name="connsiteY32" fmla="*/ 30573 h 81562"/>
                <a:gd name="connsiteX33" fmla="*/ 281979 w 544687"/>
                <a:gd name="connsiteY33" fmla="*/ 40729 h 81562"/>
                <a:gd name="connsiteX34" fmla="*/ 282344 w 544687"/>
                <a:gd name="connsiteY34" fmla="*/ 50782 h 81562"/>
                <a:gd name="connsiteX35" fmla="*/ 284375 w 544687"/>
                <a:gd name="connsiteY35" fmla="*/ 61667 h 81562"/>
                <a:gd name="connsiteX36" fmla="*/ 289115 w 544687"/>
                <a:gd name="connsiteY36" fmla="*/ 70313 h 81562"/>
                <a:gd name="connsiteX37" fmla="*/ 297917 w 544687"/>
                <a:gd name="connsiteY37" fmla="*/ 73854 h 81562"/>
                <a:gd name="connsiteX38" fmla="*/ 306875 w 544687"/>
                <a:gd name="connsiteY38" fmla="*/ 70313 h 81562"/>
                <a:gd name="connsiteX39" fmla="*/ 311875 w 544687"/>
                <a:gd name="connsiteY39" fmla="*/ 61667 h 81562"/>
                <a:gd name="connsiteX40" fmla="*/ 314167 w 544687"/>
                <a:gd name="connsiteY40" fmla="*/ 50782 h 81562"/>
                <a:gd name="connsiteX41" fmla="*/ 314688 w 544687"/>
                <a:gd name="connsiteY41" fmla="*/ 40729 h 81562"/>
                <a:gd name="connsiteX42" fmla="*/ 314167 w 544687"/>
                <a:gd name="connsiteY42" fmla="*/ 30573 h 81562"/>
                <a:gd name="connsiteX43" fmla="*/ 311875 w 544687"/>
                <a:gd name="connsiteY43" fmla="*/ 19583 h 81562"/>
                <a:gd name="connsiteX44" fmla="*/ 306875 w 544687"/>
                <a:gd name="connsiteY44" fmla="*/ 10833 h 81562"/>
                <a:gd name="connsiteX45" fmla="*/ 297917 w 544687"/>
                <a:gd name="connsiteY45" fmla="*/ 7188 h 81562"/>
                <a:gd name="connsiteX46" fmla="*/ 89583 w 544687"/>
                <a:gd name="connsiteY46" fmla="*/ 7188 h 81562"/>
                <a:gd name="connsiteX47" fmla="*/ 80781 w 544687"/>
                <a:gd name="connsiteY47" fmla="*/ 10833 h 81562"/>
                <a:gd name="connsiteX48" fmla="*/ 76042 w 544687"/>
                <a:gd name="connsiteY48" fmla="*/ 19583 h 81562"/>
                <a:gd name="connsiteX49" fmla="*/ 74011 w 544687"/>
                <a:gd name="connsiteY49" fmla="*/ 30573 h 81562"/>
                <a:gd name="connsiteX50" fmla="*/ 73646 w 544687"/>
                <a:gd name="connsiteY50" fmla="*/ 40729 h 81562"/>
                <a:gd name="connsiteX51" fmla="*/ 74011 w 544687"/>
                <a:gd name="connsiteY51" fmla="*/ 50782 h 81562"/>
                <a:gd name="connsiteX52" fmla="*/ 76042 w 544687"/>
                <a:gd name="connsiteY52" fmla="*/ 61667 h 81562"/>
                <a:gd name="connsiteX53" fmla="*/ 80781 w 544687"/>
                <a:gd name="connsiteY53" fmla="*/ 70313 h 81562"/>
                <a:gd name="connsiteX54" fmla="*/ 89583 w 544687"/>
                <a:gd name="connsiteY54" fmla="*/ 73854 h 81562"/>
                <a:gd name="connsiteX55" fmla="*/ 98542 w 544687"/>
                <a:gd name="connsiteY55" fmla="*/ 70313 h 81562"/>
                <a:gd name="connsiteX56" fmla="*/ 103542 w 544687"/>
                <a:gd name="connsiteY56" fmla="*/ 61667 h 81562"/>
                <a:gd name="connsiteX57" fmla="*/ 105833 w 544687"/>
                <a:gd name="connsiteY57" fmla="*/ 50782 h 81562"/>
                <a:gd name="connsiteX58" fmla="*/ 106354 w 544687"/>
                <a:gd name="connsiteY58" fmla="*/ 40729 h 81562"/>
                <a:gd name="connsiteX59" fmla="*/ 105833 w 544687"/>
                <a:gd name="connsiteY59" fmla="*/ 30573 h 81562"/>
                <a:gd name="connsiteX60" fmla="*/ 103542 w 544687"/>
                <a:gd name="connsiteY60" fmla="*/ 19583 h 81562"/>
                <a:gd name="connsiteX61" fmla="*/ 98542 w 544687"/>
                <a:gd name="connsiteY61" fmla="*/ 10833 h 81562"/>
                <a:gd name="connsiteX62" fmla="*/ 89583 w 544687"/>
                <a:gd name="connsiteY62" fmla="*/ 7188 h 81562"/>
                <a:gd name="connsiteX63" fmla="*/ 187917 w 544687"/>
                <a:gd name="connsiteY63" fmla="*/ 3125 h 81562"/>
                <a:gd name="connsiteX64" fmla="*/ 227604 w 544687"/>
                <a:gd name="connsiteY64" fmla="*/ 3125 h 81562"/>
                <a:gd name="connsiteX65" fmla="*/ 227604 w 544687"/>
                <a:gd name="connsiteY65" fmla="*/ 10208 h 81562"/>
                <a:gd name="connsiteX66" fmla="*/ 194271 w 544687"/>
                <a:gd name="connsiteY66" fmla="*/ 10208 h 81562"/>
                <a:gd name="connsiteX67" fmla="*/ 192813 w 544687"/>
                <a:gd name="connsiteY67" fmla="*/ 35834 h 81562"/>
                <a:gd name="connsiteX68" fmla="*/ 199636 w 544687"/>
                <a:gd name="connsiteY68" fmla="*/ 30781 h 81562"/>
                <a:gd name="connsiteX69" fmla="*/ 209688 w 544687"/>
                <a:gd name="connsiteY69" fmla="*/ 28958 h 81562"/>
                <a:gd name="connsiteX70" fmla="*/ 218125 w 544687"/>
                <a:gd name="connsiteY70" fmla="*/ 30573 h 81562"/>
                <a:gd name="connsiteX71" fmla="*/ 225104 w 544687"/>
                <a:gd name="connsiteY71" fmla="*/ 35417 h 81562"/>
                <a:gd name="connsiteX72" fmla="*/ 229792 w 544687"/>
                <a:gd name="connsiteY72" fmla="*/ 43490 h 81562"/>
                <a:gd name="connsiteX73" fmla="*/ 231563 w 544687"/>
                <a:gd name="connsiteY73" fmla="*/ 54896 h 81562"/>
                <a:gd name="connsiteX74" fmla="*/ 229844 w 544687"/>
                <a:gd name="connsiteY74" fmla="*/ 65417 h 81562"/>
                <a:gd name="connsiteX75" fmla="*/ 225000 w 544687"/>
                <a:gd name="connsiteY75" fmla="*/ 73646 h 81562"/>
                <a:gd name="connsiteX76" fmla="*/ 217344 w 544687"/>
                <a:gd name="connsiteY76" fmla="*/ 79011 h 81562"/>
                <a:gd name="connsiteX77" fmla="*/ 207500 w 544687"/>
                <a:gd name="connsiteY77" fmla="*/ 80938 h 81562"/>
                <a:gd name="connsiteX78" fmla="*/ 190834 w 544687"/>
                <a:gd name="connsiteY78" fmla="*/ 75729 h 81562"/>
                <a:gd name="connsiteX79" fmla="*/ 183542 w 544687"/>
                <a:gd name="connsiteY79" fmla="*/ 60625 h 81562"/>
                <a:gd name="connsiteX80" fmla="*/ 191771 w 544687"/>
                <a:gd name="connsiteY80" fmla="*/ 60625 h 81562"/>
                <a:gd name="connsiteX81" fmla="*/ 197083 w 544687"/>
                <a:gd name="connsiteY81" fmla="*/ 70469 h 81562"/>
                <a:gd name="connsiteX82" fmla="*/ 207813 w 544687"/>
                <a:gd name="connsiteY82" fmla="*/ 73959 h 81562"/>
                <a:gd name="connsiteX83" fmla="*/ 218802 w 544687"/>
                <a:gd name="connsiteY83" fmla="*/ 68855 h 81562"/>
                <a:gd name="connsiteX84" fmla="*/ 223229 w 544687"/>
                <a:gd name="connsiteY84" fmla="*/ 55000 h 81562"/>
                <a:gd name="connsiteX85" fmla="*/ 218854 w 544687"/>
                <a:gd name="connsiteY85" fmla="*/ 40625 h 81562"/>
                <a:gd name="connsiteX86" fmla="*/ 207917 w 544687"/>
                <a:gd name="connsiteY86" fmla="*/ 35834 h 81562"/>
                <a:gd name="connsiteX87" fmla="*/ 198750 w 544687"/>
                <a:gd name="connsiteY87" fmla="*/ 38490 h 81562"/>
                <a:gd name="connsiteX88" fmla="*/ 193542 w 544687"/>
                <a:gd name="connsiteY88" fmla="*/ 45729 h 81562"/>
                <a:gd name="connsiteX89" fmla="*/ 193229 w 544687"/>
                <a:gd name="connsiteY89" fmla="*/ 46563 h 81562"/>
                <a:gd name="connsiteX90" fmla="*/ 192917 w 544687"/>
                <a:gd name="connsiteY90" fmla="*/ 47083 h 81562"/>
                <a:gd name="connsiteX91" fmla="*/ 192344 w 544687"/>
                <a:gd name="connsiteY91" fmla="*/ 47396 h 81562"/>
                <a:gd name="connsiteX92" fmla="*/ 191459 w 544687"/>
                <a:gd name="connsiteY92" fmla="*/ 47500 h 81562"/>
                <a:gd name="connsiteX93" fmla="*/ 186459 w 544687"/>
                <a:gd name="connsiteY93" fmla="*/ 47500 h 81562"/>
                <a:gd name="connsiteX94" fmla="*/ 185313 w 544687"/>
                <a:gd name="connsiteY94" fmla="*/ 47240 h 81562"/>
                <a:gd name="connsiteX95" fmla="*/ 185104 w 544687"/>
                <a:gd name="connsiteY95" fmla="*/ 45938 h 81562"/>
                <a:gd name="connsiteX96" fmla="*/ 186250 w 544687"/>
                <a:gd name="connsiteY96" fmla="*/ 5104 h 81562"/>
                <a:gd name="connsiteX97" fmla="*/ 186615 w 544687"/>
                <a:gd name="connsiteY97" fmla="*/ 3542 h 81562"/>
                <a:gd name="connsiteX98" fmla="*/ 187917 w 544687"/>
                <a:gd name="connsiteY98" fmla="*/ 3125 h 81562"/>
                <a:gd name="connsiteX99" fmla="*/ 369063 w 544687"/>
                <a:gd name="connsiteY99" fmla="*/ 1979 h 81562"/>
                <a:gd name="connsiteX100" fmla="*/ 376146 w 544687"/>
                <a:gd name="connsiteY100" fmla="*/ 1979 h 81562"/>
                <a:gd name="connsiteX101" fmla="*/ 377709 w 544687"/>
                <a:gd name="connsiteY101" fmla="*/ 2396 h 81562"/>
                <a:gd name="connsiteX102" fmla="*/ 378125 w 544687"/>
                <a:gd name="connsiteY102" fmla="*/ 3959 h 81562"/>
                <a:gd name="connsiteX103" fmla="*/ 378125 w 544687"/>
                <a:gd name="connsiteY103" fmla="*/ 55313 h 81562"/>
                <a:gd name="connsiteX104" fmla="*/ 389479 w 544687"/>
                <a:gd name="connsiteY104" fmla="*/ 55313 h 81562"/>
                <a:gd name="connsiteX105" fmla="*/ 389479 w 544687"/>
                <a:gd name="connsiteY105" fmla="*/ 62500 h 81562"/>
                <a:gd name="connsiteX106" fmla="*/ 378125 w 544687"/>
                <a:gd name="connsiteY106" fmla="*/ 62500 h 81562"/>
                <a:gd name="connsiteX107" fmla="*/ 378125 w 544687"/>
                <a:gd name="connsiteY107" fmla="*/ 79167 h 81562"/>
                <a:gd name="connsiteX108" fmla="*/ 370000 w 544687"/>
                <a:gd name="connsiteY108" fmla="*/ 79167 h 81562"/>
                <a:gd name="connsiteX109" fmla="*/ 370000 w 544687"/>
                <a:gd name="connsiteY109" fmla="*/ 62500 h 81562"/>
                <a:gd name="connsiteX110" fmla="*/ 337604 w 544687"/>
                <a:gd name="connsiteY110" fmla="*/ 62500 h 81562"/>
                <a:gd name="connsiteX111" fmla="*/ 336042 w 544687"/>
                <a:gd name="connsiteY111" fmla="*/ 62083 h 81562"/>
                <a:gd name="connsiteX112" fmla="*/ 335625 w 544687"/>
                <a:gd name="connsiteY112" fmla="*/ 60521 h 81562"/>
                <a:gd name="connsiteX113" fmla="*/ 335625 w 544687"/>
                <a:gd name="connsiteY113" fmla="*/ 56146 h 81562"/>
                <a:gd name="connsiteX114" fmla="*/ 335886 w 544687"/>
                <a:gd name="connsiteY114" fmla="*/ 54636 h 81562"/>
                <a:gd name="connsiteX115" fmla="*/ 336563 w 544687"/>
                <a:gd name="connsiteY115" fmla="*/ 53229 h 81562"/>
                <a:gd name="connsiteX116" fmla="*/ 366979 w 544687"/>
                <a:gd name="connsiteY116" fmla="*/ 3333 h 81562"/>
                <a:gd name="connsiteX117" fmla="*/ 367813 w 544687"/>
                <a:gd name="connsiteY117" fmla="*/ 2344 h 81562"/>
                <a:gd name="connsiteX118" fmla="*/ 369063 w 544687"/>
                <a:gd name="connsiteY118" fmla="*/ 1979 h 81562"/>
                <a:gd name="connsiteX119" fmla="*/ 452813 w 544687"/>
                <a:gd name="connsiteY119" fmla="*/ 1354 h 81562"/>
                <a:gd name="connsiteX120" fmla="*/ 461615 w 544687"/>
                <a:gd name="connsiteY120" fmla="*/ 2552 h 81562"/>
                <a:gd name="connsiteX121" fmla="*/ 469063 w 544687"/>
                <a:gd name="connsiteY121" fmla="*/ 6250 h 81562"/>
                <a:gd name="connsiteX122" fmla="*/ 474115 w 544687"/>
                <a:gd name="connsiteY122" fmla="*/ 12604 h 81562"/>
                <a:gd name="connsiteX123" fmla="*/ 476042 w 544687"/>
                <a:gd name="connsiteY123" fmla="*/ 21771 h 81562"/>
                <a:gd name="connsiteX124" fmla="*/ 471771 w 544687"/>
                <a:gd name="connsiteY124" fmla="*/ 33438 h 81562"/>
                <a:gd name="connsiteX125" fmla="*/ 460625 w 544687"/>
                <a:gd name="connsiteY125" fmla="*/ 39792 h 81562"/>
                <a:gd name="connsiteX126" fmla="*/ 472969 w 544687"/>
                <a:gd name="connsiteY126" fmla="*/ 46198 h 81562"/>
                <a:gd name="connsiteX127" fmla="*/ 477709 w 544687"/>
                <a:gd name="connsiteY127" fmla="*/ 59063 h 81562"/>
                <a:gd name="connsiteX128" fmla="*/ 475573 w 544687"/>
                <a:gd name="connsiteY128" fmla="*/ 69011 h 81562"/>
                <a:gd name="connsiteX129" fmla="*/ 469896 w 544687"/>
                <a:gd name="connsiteY129" fmla="*/ 75833 h 81562"/>
                <a:gd name="connsiteX130" fmla="*/ 461771 w 544687"/>
                <a:gd name="connsiteY130" fmla="*/ 79688 h 81562"/>
                <a:gd name="connsiteX131" fmla="*/ 452396 w 544687"/>
                <a:gd name="connsiteY131" fmla="*/ 80938 h 81562"/>
                <a:gd name="connsiteX132" fmla="*/ 434636 w 544687"/>
                <a:gd name="connsiteY132" fmla="*/ 75000 h 81562"/>
                <a:gd name="connsiteX133" fmla="*/ 427917 w 544687"/>
                <a:gd name="connsiteY133" fmla="*/ 58542 h 81562"/>
                <a:gd name="connsiteX134" fmla="*/ 436146 w 544687"/>
                <a:gd name="connsiteY134" fmla="*/ 58542 h 81562"/>
                <a:gd name="connsiteX135" fmla="*/ 441094 w 544687"/>
                <a:gd name="connsiteY135" fmla="*/ 69896 h 81562"/>
                <a:gd name="connsiteX136" fmla="*/ 452709 w 544687"/>
                <a:gd name="connsiteY136" fmla="*/ 73750 h 81562"/>
                <a:gd name="connsiteX137" fmla="*/ 464896 w 544687"/>
                <a:gd name="connsiteY137" fmla="*/ 69688 h 81562"/>
                <a:gd name="connsiteX138" fmla="*/ 469375 w 544687"/>
                <a:gd name="connsiteY138" fmla="*/ 58125 h 81562"/>
                <a:gd name="connsiteX139" fmla="*/ 467917 w 544687"/>
                <a:gd name="connsiteY139" fmla="*/ 51511 h 81562"/>
                <a:gd name="connsiteX140" fmla="*/ 464063 w 544687"/>
                <a:gd name="connsiteY140" fmla="*/ 46979 h 81562"/>
                <a:gd name="connsiteX141" fmla="*/ 458490 w 544687"/>
                <a:gd name="connsiteY141" fmla="*/ 44375 h 81562"/>
                <a:gd name="connsiteX142" fmla="*/ 452188 w 544687"/>
                <a:gd name="connsiteY142" fmla="*/ 43333 h 81562"/>
                <a:gd name="connsiteX143" fmla="*/ 448021 w 544687"/>
                <a:gd name="connsiteY143" fmla="*/ 43333 h 81562"/>
                <a:gd name="connsiteX144" fmla="*/ 446563 w 544687"/>
                <a:gd name="connsiteY144" fmla="*/ 43073 h 81562"/>
                <a:gd name="connsiteX145" fmla="*/ 446355 w 544687"/>
                <a:gd name="connsiteY145" fmla="*/ 41667 h 81562"/>
                <a:gd name="connsiteX146" fmla="*/ 446355 w 544687"/>
                <a:gd name="connsiteY146" fmla="*/ 37813 h 81562"/>
                <a:gd name="connsiteX147" fmla="*/ 446563 w 544687"/>
                <a:gd name="connsiteY147" fmla="*/ 36146 h 81562"/>
                <a:gd name="connsiteX148" fmla="*/ 448021 w 544687"/>
                <a:gd name="connsiteY148" fmla="*/ 35729 h 81562"/>
                <a:gd name="connsiteX149" fmla="*/ 451459 w 544687"/>
                <a:gd name="connsiteY149" fmla="*/ 35729 h 81562"/>
                <a:gd name="connsiteX150" fmla="*/ 457552 w 544687"/>
                <a:gd name="connsiteY150" fmla="*/ 34948 h 81562"/>
                <a:gd name="connsiteX151" fmla="*/ 462709 w 544687"/>
                <a:gd name="connsiteY151" fmla="*/ 32500 h 81562"/>
                <a:gd name="connsiteX152" fmla="*/ 466355 w 544687"/>
                <a:gd name="connsiteY152" fmla="*/ 28386 h 81562"/>
                <a:gd name="connsiteX153" fmla="*/ 467709 w 544687"/>
                <a:gd name="connsiteY153" fmla="*/ 22188 h 81562"/>
                <a:gd name="connsiteX154" fmla="*/ 463386 w 544687"/>
                <a:gd name="connsiteY154" fmla="*/ 12083 h 81562"/>
                <a:gd name="connsiteX155" fmla="*/ 452500 w 544687"/>
                <a:gd name="connsiteY155" fmla="*/ 8542 h 81562"/>
                <a:gd name="connsiteX156" fmla="*/ 441823 w 544687"/>
                <a:gd name="connsiteY156" fmla="*/ 12083 h 81562"/>
                <a:gd name="connsiteX157" fmla="*/ 437292 w 544687"/>
                <a:gd name="connsiteY157" fmla="*/ 22292 h 81562"/>
                <a:gd name="connsiteX158" fmla="*/ 428959 w 544687"/>
                <a:gd name="connsiteY158" fmla="*/ 22292 h 81562"/>
                <a:gd name="connsiteX159" fmla="*/ 435625 w 544687"/>
                <a:gd name="connsiteY159" fmla="*/ 6979 h 81562"/>
                <a:gd name="connsiteX160" fmla="*/ 452813 w 544687"/>
                <a:gd name="connsiteY160" fmla="*/ 1354 h 81562"/>
                <a:gd name="connsiteX161" fmla="*/ 140208 w 544687"/>
                <a:gd name="connsiteY161" fmla="*/ 1354 h 81562"/>
                <a:gd name="connsiteX162" fmla="*/ 156250 w 544687"/>
                <a:gd name="connsiteY162" fmla="*/ 6458 h 81562"/>
                <a:gd name="connsiteX163" fmla="*/ 162708 w 544687"/>
                <a:gd name="connsiteY163" fmla="*/ 21458 h 81562"/>
                <a:gd name="connsiteX164" fmla="*/ 158594 w 544687"/>
                <a:gd name="connsiteY164" fmla="*/ 35313 h 81562"/>
                <a:gd name="connsiteX165" fmla="*/ 148750 w 544687"/>
                <a:gd name="connsiteY165" fmla="*/ 49271 h 81562"/>
                <a:gd name="connsiteX166" fmla="*/ 136875 w 544687"/>
                <a:gd name="connsiteY166" fmla="*/ 61979 h 81562"/>
                <a:gd name="connsiteX167" fmla="*/ 126667 w 544687"/>
                <a:gd name="connsiteY167" fmla="*/ 71979 h 81562"/>
                <a:gd name="connsiteX168" fmla="*/ 164375 w 544687"/>
                <a:gd name="connsiteY168" fmla="*/ 71979 h 81562"/>
                <a:gd name="connsiteX169" fmla="*/ 164375 w 544687"/>
                <a:gd name="connsiteY169" fmla="*/ 79167 h 81562"/>
                <a:gd name="connsiteX170" fmla="*/ 118646 w 544687"/>
                <a:gd name="connsiteY170" fmla="*/ 79167 h 81562"/>
                <a:gd name="connsiteX171" fmla="*/ 117448 w 544687"/>
                <a:gd name="connsiteY171" fmla="*/ 78854 h 81562"/>
                <a:gd name="connsiteX172" fmla="*/ 117188 w 544687"/>
                <a:gd name="connsiteY172" fmla="*/ 77604 h 81562"/>
                <a:gd name="connsiteX173" fmla="*/ 117188 w 544687"/>
                <a:gd name="connsiteY173" fmla="*/ 71354 h 81562"/>
                <a:gd name="connsiteX174" fmla="*/ 121510 w 544687"/>
                <a:gd name="connsiteY174" fmla="*/ 67188 h 81562"/>
                <a:gd name="connsiteX175" fmla="*/ 127084 w 544687"/>
                <a:gd name="connsiteY175" fmla="*/ 61667 h 81562"/>
                <a:gd name="connsiteX176" fmla="*/ 133125 w 544687"/>
                <a:gd name="connsiteY176" fmla="*/ 55209 h 81562"/>
                <a:gd name="connsiteX177" fmla="*/ 139271 w 544687"/>
                <a:gd name="connsiteY177" fmla="*/ 48125 h 81562"/>
                <a:gd name="connsiteX178" fmla="*/ 145000 w 544687"/>
                <a:gd name="connsiteY178" fmla="*/ 40990 h 81562"/>
                <a:gd name="connsiteX179" fmla="*/ 149688 w 544687"/>
                <a:gd name="connsiteY179" fmla="*/ 34062 h 81562"/>
                <a:gd name="connsiteX180" fmla="*/ 152969 w 544687"/>
                <a:gd name="connsiteY180" fmla="*/ 27605 h 81562"/>
                <a:gd name="connsiteX181" fmla="*/ 154167 w 544687"/>
                <a:gd name="connsiteY181" fmla="*/ 22084 h 81562"/>
                <a:gd name="connsiteX182" fmla="*/ 150209 w 544687"/>
                <a:gd name="connsiteY182" fmla="*/ 11927 h 81562"/>
                <a:gd name="connsiteX183" fmla="*/ 140000 w 544687"/>
                <a:gd name="connsiteY183" fmla="*/ 8542 h 81562"/>
                <a:gd name="connsiteX184" fmla="*/ 130156 w 544687"/>
                <a:gd name="connsiteY184" fmla="*/ 12709 h 81562"/>
                <a:gd name="connsiteX185" fmla="*/ 126354 w 544687"/>
                <a:gd name="connsiteY185" fmla="*/ 23542 h 81562"/>
                <a:gd name="connsiteX186" fmla="*/ 117813 w 544687"/>
                <a:gd name="connsiteY186" fmla="*/ 23542 h 81562"/>
                <a:gd name="connsiteX187" fmla="*/ 119479 w 544687"/>
                <a:gd name="connsiteY187" fmla="*/ 14427 h 81562"/>
                <a:gd name="connsiteX188" fmla="*/ 124167 w 544687"/>
                <a:gd name="connsiteY188" fmla="*/ 7396 h 81562"/>
                <a:gd name="connsiteX189" fmla="*/ 131302 w 544687"/>
                <a:gd name="connsiteY189" fmla="*/ 2917 h 81562"/>
                <a:gd name="connsiteX190" fmla="*/ 140208 w 544687"/>
                <a:gd name="connsiteY190" fmla="*/ 1354 h 81562"/>
                <a:gd name="connsiteX191" fmla="*/ 23021 w 544687"/>
                <a:gd name="connsiteY191" fmla="*/ 1354 h 81562"/>
                <a:gd name="connsiteX192" fmla="*/ 39063 w 544687"/>
                <a:gd name="connsiteY192" fmla="*/ 6458 h 81562"/>
                <a:gd name="connsiteX193" fmla="*/ 45521 w 544687"/>
                <a:gd name="connsiteY193" fmla="*/ 21458 h 81562"/>
                <a:gd name="connsiteX194" fmla="*/ 41406 w 544687"/>
                <a:gd name="connsiteY194" fmla="*/ 35313 h 81562"/>
                <a:gd name="connsiteX195" fmla="*/ 31563 w 544687"/>
                <a:gd name="connsiteY195" fmla="*/ 49271 h 81562"/>
                <a:gd name="connsiteX196" fmla="*/ 19688 w 544687"/>
                <a:gd name="connsiteY196" fmla="*/ 61979 h 81562"/>
                <a:gd name="connsiteX197" fmla="*/ 9479 w 544687"/>
                <a:gd name="connsiteY197" fmla="*/ 71979 h 81562"/>
                <a:gd name="connsiteX198" fmla="*/ 47188 w 544687"/>
                <a:gd name="connsiteY198" fmla="*/ 71979 h 81562"/>
                <a:gd name="connsiteX199" fmla="*/ 47188 w 544687"/>
                <a:gd name="connsiteY199" fmla="*/ 79167 h 81562"/>
                <a:gd name="connsiteX200" fmla="*/ 1458 w 544687"/>
                <a:gd name="connsiteY200" fmla="*/ 79167 h 81562"/>
                <a:gd name="connsiteX201" fmla="*/ 260 w 544687"/>
                <a:gd name="connsiteY201" fmla="*/ 78854 h 81562"/>
                <a:gd name="connsiteX202" fmla="*/ 0 w 544687"/>
                <a:gd name="connsiteY202" fmla="*/ 77604 h 81562"/>
                <a:gd name="connsiteX203" fmla="*/ 0 w 544687"/>
                <a:gd name="connsiteY203" fmla="*/ 71354 h 81562"/>
                <a:gd name="connsiteX204" fmla="*/ 4323 w 544687"/>
                <a:gd name="connsiteY204" fmla="*/ 67188 h 81562"/>
                <a:gd name="connsiteX205" fmla="*/ 9896 w 544687"/>
                <a:gd name="connsiteY205" fmla="*/ 61667 h 81562"/>
                <a:gd name="connsiteX206" fmla="*/ 15937 w 544687"/>
                <a:gd name="connsiteY206" fmla="*/ 55209 h 81562"/>
                <a:gd name="connsiteX207" fmla="*/ 22083 w 544687"/>
                <a:gd name="connsiteY207" fmla="*/ 48125 h 81562"/>
                <a:gd name="connsiteX208" fmla="*/ 27813 w 544687"/>
                <a:gd name="connsiteY208" fmla="*/ 40990 h 81562"/>
                <a:gd name="connsiteX209" fmla="*/ 32500 w 544687"/>
                <a:gd name="connsiteY209" fmla="*/ 34062 h 81562"/>
                <a:gd name="connsiteX210" fmla="*/ 35781 w 544687"/>
                <a:gd name="connsiteY210" fmla="*/ 27605 h 81562"/>
                <a:gd name="connsiteX211" fmla="*/ 36979 w 544687"/>
                <a:gd name="connsiteY211" fmla="*/ 22084 h 81562"/>
                <a:gd name="connsiteX212" fmla="*/ 33021 w 544687"/>
                <a:gd name="connsiteY212" fmla="*/ 11927 h 81562"/>
                <a:gd name="connsiteX213" fmla="*/ 22813 w 544687"/>
                <a:gd name="connsiteY213" fmla="*/ 8542 h 81562"/>
                <a:gd name="connsiteX214" fmla="*/ 12969 w 544687"/>
                <a:gd name="connsiteY214" fmla="*/ 12709 h 81562"/>
                <a:gd name="connsiteX215" fmla="*/ 9167 w 544687"/>
                <a:gd name="connsiteY215" fmla="*/ 23542 h 81562"/>
                <a:gd name="connsiteX216" fmla="*/ 625 w 544687"/>
                <a:gd name="connsiteY216" fmla="*/ 23542 h 81562"/>
                <a:gd name="connsiteX217" fmla="*/ 2292 w 544687"/>
                <a:gd name="connsiteY217" fmla="*/ 14427 h 81562"/>
                <a:gd name="connsiteX218" fmla="*/ 6979 w 544687"/>
                <a:gd name="connsiteY218" fmla="*/ 7396 h 81562"/>
                <a:gd name="connsiteX219" fmla="*/ 14115 w 544687"/>
                <a:gd name="connsiteY219" fmla="*/ 2917 h 81562"/>
                <a:gd name="connsiteX220" fmla="*/ 23021 w 544687"/>
                <a:gd name="connsiteY220" fmla="*/ 1354 h 81562"/>
                <a:gd name="connsiteX221" fmla="*/ 519271 w 544687"/>
                <a:gd name="connsiteY221" fmla="*/ 0 h 81562"/>
                <a:gd name="connsiteX222" fmla="*/ 532032 w 544687"/>
                <a:gd name="connsiteY222" fmla="*/ 3646 h 81562"/>
                <a:gd name="connsiteX223" fmla="*/ 539792 w 544687"/>
                <a:gd name="connsiteY223" fmla="*/ 13021 h 81562"/>
                <a:gd name="connsiteX224" fmla="*/ 543646 w 544687"/>
                <a:gd name="connsiteY224" fmla="*/ 26146 h 81562"/>
                <a:gd name="connsiteX225" fmla="*/ 544688 w 544687"/>
                <a:gd name="connsiteY225" fmla="*/ 40729 h 81562"/>
                <a:gd name="connsiteX226" fmla="*/ 543646 w 544687"/>
                <a:gd name="connsiteY226" fmla="*/ 55313 h 81562"/>
                <a:gd name="connsiteX227" fmla="*/ 539792 w 544687"/>
                <a:gd name="connsiteY227" fmla="*/ 68334 h 81562"/>
                <a:gd name="connsiteX228" fmla="*/ 532032 w 544687"/>
                <a:gd name="connsiteY228" fmla="*/ 77604 h 81562"/>
                <a:gd name="connsiteX229" fmla="*/ 519271 w 544687"/>
                <a:gd name="connsiteY229" fmla="*/ 81146 h 81562"/>
                <a:gd name="connsiteX230" fmla="*/ 506719 w 544687"/>
                <a:gd name="connsiteY230" fmla="*/ 77604 h 81562"/>
                <a:gd name="connsiteX231" fmla="*/ 499271 w 544687"/>
                <a:gd name="connsiteY231" fmla="*/ 68334 h 81562"/>
                <a:gd name="connsiteX232" fmla="*/ 495625 w 544687"/>
                <a:gd name="connsiteY232" fmla="*/ 55313 h 81562"/>
                <a:gd name="connsiteX233" fmla="*/ 494688 w 544687"/>
                <a:gd name="connsiteY233" fmla="*/ 40729 h 81562"/>
                <a:gd name="connsiteX234" fmla="*/ 495625 w 544687"/>
                <a:gd name="connsiteY234" fmla="*/ 26146 h 81562"/>
                <a:gd name="connsiteX235" fmla="*/ 499271 w 544687"/>
                <a:gd name="connsiteY235" fmla="*/ 13021 h 81562"/>
                <a:gd name="connsiteX236" fmla="*/ 506719 w 544687"/>
                <a:gd name="connsiteY236" fmla="*/ 3646 h 81562"/>
                <a:gd name="connsiteX237" fmla="*/ 519271 w 544687"/>
                <a:gd name="connsiteY237" fmla="*/ 0 h 81562"/>
                <a:gd name="connsiteX238" fmla="*/ 297917 w 544687"/>
                <a:gd name="connsiteY238" fmla="*/ 0 h 81562"/>
                <a:gd name="connsiteX239" fmla="*/ 310677 w 544687"/>
                <a:gd name="connsiteY239" fmla="*/ 3646 h 81562"/>
                <a:gd name="connsiteX240" fmla="*/ 318438 w 544687"/>
                <a:gd name="connsiteY240" fmla="*/ 13021 h 81562"/>
                <a:gd name="connsiteX241" fmla="*/ 322292 w 544687"/>
                <a:gd name="connsiteY241" fmla="*/ 26146 h 81562"/>
                <a:gd name="connsiteX242" fmla="*/ 323334 w 544687"/>
                <a:gd name="connsiteY242" fmla="*/ 40729 h 81562"/>
                <a:gd name="connsiteX243" fmla="*/ 322292 w 544687"/>
                <a:gd name="connsiteY243" fmla="*/ 55313 h 81562"/>
                <a:gd name="connsiteX244" fmla="*/ 318438 w 544687"/>
                <a:gd name="connsiteY244" fmla="*/ 68334 h 81562"/>
                <a:gd name="connsiteX245" fmla="*/ 310677 w 544687"/>
                <a:gd name="connsiteY245" fmla="*/ 77604 h 81562"/>
                <a:gd name="connsiteX246" fmla="*/ 297917 w 544687"/>
                <a:gd name="connsiteY246" fmla="*/ 81146 h 81562"/>
                <a:gd name="connsiteX247" fmla="*/ 285365 w 544687"/>
                <a:gd name="connsiteY247" fmla="*/ 77604 h 81562"/>
                <a:gd name="connsiteX248" fmla="*/ 277917 w 544687"/>
                <a:gd name="connsiteY248" fmla="*/ 68334 h 81562"/>
                <a:gd name="connsiteX249" fmla="*/ 274271 w 544687"/>
                <a:gd name="connsiteY249" fmla="*/ 55313 h 81562"/>
                <a:gd name="connsiteX250" fmla="*/ 273334 w 544687"/>
                <a:gd name="connsiteY250" fmla="*/ 40729 h 81562"/>
                <a:gd name="connsiteX251" fmla="*/ 274271 w 544687"/>
                <a:gd name="connsiteY251" fmla="*/ 26146 h 81562"/>
                <a:gd name="connsiteX252" fmla="*/ 277917 w 544687"/>
                <a:gd name="connsiteY252" fmla="*/ 13021 h 81562"/>
                <a:gd name="connsiteX253" fmla="*/ 285365 w 544687"/>
                <a:gd name="connsiteY253" fmla="*/ 3646 h 81562"/>
                <a:gd name="connsiteX254" fmla="*/ 297917 w 544687"/>
                <a:gd name="connsiteY254" fmla="*/ 0 h 81562"/>
                <a:gd name="connsiteX255" fmla="*/ 89583 w 544687"/>
                <a:gd name="connsiteY255" fmla="*/ 0 h 81562"/>
                <a:gd name="connsiteX256" fmla="*/ 102344 w 544687"/>
                <a:gd name="connsiteY256" fmla="*/ 3646 h 81562"/>
                <a:gd name="connsiteX257" fmla="*/ 110104 w 544687"/>
                <a:gd name="connsiteY257" fmla="*/ 13021 h 81562"/>
                <a:gd name="connsiteX258" fmla="*/ 113959 w 544687"/>
                <a:gd name="connsiteY258" fmla="*/ 26146 h 81562"/>
                <a:gd name="connsiteX259" fmla="*/ 115000 w 544687"/>
                <a:gd name="connsiteY259" fmla="*/ 40729 h 81562"/>
                <a:gd name="connsiteX260" fmla="*/ 113959 w 544687"/>
                <a:gd name="connsiteY260" fmla="*/ 55313 h 81562"/>
                <a:gd name="connsiteX261" fmla="*/ 110104 w 544687"/>
                <a:gd name="connsiteY261" fmla="*/ 68334 h 81562"/>
                <a:gd name="connsiteX262" fmla="*/ 102344 w 544687"/>
                <a:gd name="connsiteY262" fmla="*/ 77604 h 81562"/>
                <a:gd name="connsiteX263" fmla="*/ 89583 w 544687"/>
                <a:gd name="connsiteY263" fmla="*/ 81146 h 81562"/>
                <a:gd name="connsiteX264" fmla="*/ 77031 w 544687"/>
                <a:gd name="connsiteY264" fmla="*/ 77604 h 81562"/>
                <a:gd name="connsiteX265" fmla="*/ 69583 w 544687"/>
                <a:gd name="connsiteY265" fmla="*/ 68334 h 81562"/>
                <a:gd name="connsiteX266" fmla="*/ 65938 w 544687"/>
                <a:gd name="connsiteY266" fmla="*/ 55313 h 81562"/>
                <a:gd name="connsiteX267" fmla="*/ 65000 w 544687"/>
                <a:gd name="connsiteY267" fmla="*/ 40729 h 81562"/>
                <a:gd name="connsiteX268" fmla="*/ 65938 w 544687"/>
                <a:gd name="connsiteY268" fmla="*/ 26146 h 81562"/>
                <a:gd name="connsiteX269" fmla="*/ 69583 w 544687"/>
                <a:gd name="connsiteY269" fmla="*/ 13021 h 81562"/>
                <a:gd name="connsiteX270" fmla="*/ 77031 w 544687"/>
                <a:gd name="connsiteY270" fmla="*/ 3646 h 81562"/>
                <a:gd name="connsiteX271" fmla="*/ 89583 w 544687"/>
                <a:gd name="connsiteY27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</a:cxnLst>
              <a:rect l="l" t="t" r="r" b="b"/>
              <a:pathLst>
                <a:path w="54468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70417" y="11250"/>
                  </a:moveTo>
                  <a:lnTo>
                    <a:pt x="343542" y="55313"/>
                  </a:lnTo>
                  <a:lnTo>
                    <a:pt x="370209" y="55313"/>
                  </a:lnTo>
                  <a:lnTo>
                    <a:pt x="370209" y="20833"/>
                  </a:lnTo>
                  <a:close/>
                  <a:moveTo>
                    <a:pt x="519271" y="7188"/>
                  </a:moveTo>
                  <a:cubicBezTo>
                    <a:pt x="515521" y="7188"/>
                    <a:pt x="512591" y="8399"/>
                    <a:pt x="510469" y="10833"/>
                  </a:cubicBezTo>
                  <a:cubicBezTo>
                    <a:pt x="508360" y="13268"/>
                    <a:pt x="506771" y="16185"/>
                    <a:pt x="505730" y="19583"/>
                  </a:cubicBezTo>
                  <a:cubicBezTo>
                    <a:pt x="504623" y="23060"/>
                    <a:pt x="503946" y="26719"/>
                    <a:pt x="503698" y="30573"/>
                  </a:cubicBezTo>
                  <a:cubicBezTo>
                    <a:pt x="503464" y="34427"/>
                    <a:pt x="503334" y="37813"/>
                    <a:pt x="503334" y="40729"/>
                  </a:cubicBezTo>
                  <a:cubicBezTo>
                    <a:pt x="503334" y="43646"/>
                    <a:pt x="503464" y="46992"/>
                    <a:pt x="503698" y="50782"/>
                  </a:cubicBezTo>
                  <a:cubicBezTo>
                    <a:pt x="503946" y="54570"/>
                    <a:pt x="504623" y="58190"/>
                    <a:pt x="505730" y="61667"/>
                  </a:cubicBezTo>
                  <a:cubicBezTo>
                    <a:pt x="506771" y="65065"/>
                    <a:pt x="508360" y="67956"/>
                    <a:pt x="510469" y="70313"/>
                  </a:cubicBezTo>
                  <a:cubicBezTo>
                    <a:pt x="512591" y="72670"/>
                    <a:pt x="515521" y="73854"/>
                    <a:pt x="519271" y="73854"/>
                  </a:cubicBezTo>
                  <a:cubicBezTo>
                    <a:pt x="523021" y="73854"/>
                    <a:pt x="526016" y="72670"/>
                    <a:pt x="528230" y="70313"/>
                  </a:cubicBezTo>
                  <a:cubicBezTo>
                    <a:pt x="530456" y="67956"/>
                    <a:pt x="532123" y="65065"/>
                    <a:pt x="533230" y="61667"/>
                  </a:cubicBezTo>
                  <a:cubicBezTo>
                    <a:pt x="534414" y="58190"/>
                    <a:pt x="535183" y="54570"/>
                    <a:pt x="535521" y="50782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3"/>
                    <a:pt x="535873" y="34427"/>
                    <a:pt x="535521" y="30573"/>
                  </a:cubicBezTo>
                  <a:cubicBezTo>
                    <a:pt x="535183" y="26719"/>
                    <a:pt x="534414" y="23060"/>
                    <a:pt x="533230" y="19583"/>
                  </a:cubicBezTo>
                  <a:cubicBezTo>
                    <a:pt x="532123" y="16185"/>
                    <a:pt x="530456" y="13268"/>
                    <a:pt x="528230" y="10833"/>
                  </a:cubicBezTo>
                  <a:cubicBezTo>
                    <a:pt x="526016" y="8399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3"/>
                  </a:cubicBezTo>
                  <a:cubicBezTo>
                    <a:pt x="287005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110" y="34427"/>
                    <a:pt x="281979" y="37813"/>
                    <a:pt x="281979" y="40729"/>
                  </a:cubicBezTo>
                  <a:cubicBezTo>
                    <a:pt x="281979" y="43646"/>
                    <a:pt x="282110" y="46992"/>
                    <a:pt x="282344" y="50782"/>
                  </a:cubicBezTo>
                  <a:cubicBezTo>
                    <a:pt x="282591" y="54570"/>
                    <a:pt x="283268" y="58190"/>
                    <a:pt x="284375" y="61667"/>
                  </a:cubicBezTo>
                  <a:cubicBezTo>
                    <a:pt x="285417" y="65065"/>
                    <a:pt x="287005" y="67956"/>
                    <a:pt x="289115" y="70313"/>
                  </a:cubicBezTo>
                  <a:cubicBezTo>
                    <a:pt x="291237" y="72670"/>
                    <a:pt x="294167" y="73854"/>
                    <a:pt x="297917" y="73854"/>
                  </a:cubicBezTo>
                  <a:cubicBezTo>
                    <a:pt x="301667" y="73854"/>
                    <a:pt x="304662" y="72670"/>
                    <a:pt x="306875" y="70313"/>
                  </a:cubicBezTo>
                  <a:cubicBezTo>
                    <a:pt x="309102" y="67956"/>
                    <a:pt x="310768" y="65065"/>
                    <a:pt x="311875" y="61667"/>
                  </a:cubicBezTo>
                  <a:cubicBezTo>
                    <a:pt x="313060" y="58190"/>
                    <a:pt x="313828" y="54570"/>
                    <a:pt x="314167" y="50782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3"/>
                    <a:pt x="314519" y="34427"/>
                    <a:pt x="314167" y="30573"/>
                  </a:cubicBezTo>
                  <a:cubicBezTo>
                    <a:pt x="313828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62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3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70"/>
                    <a:pt x="74935" y="58190"/>
                    <a:pt x="76042" y="61667"/>
                  </a:cubicBezTo>
                  <a:cubicBezTo>
                    <a:pt x="77084" y="65065"/>
                    <a:pt x="78672" y="67956"/>
                    <a:pt x="80781" y="70313"/>
                  </a:cubicBezTo>
                  <a:cubicBezTo>
                    <a:pt x="82904" y="72670"/>
                    <a:pt x="85834" y="73854"/>
                    <a:pt x="89583" y="73854"/>
                  </a:cubicBezTo>
                  <a:cubicBezTo>
                    <a:pt x="93333" y="73854"/>
                    <a:pt x="96328" y="72670"/>
                    <a:pt x="98542" y="70313"/>
                  </a:cubicBezTo>
                  <a:cubicBezTo>
                    <a:pt x="100768" y="67956"/>
                    <a:pt x="102435" y="65065"/>
                    <a:pt x="103542" y="61667"/>
                  </a:cubicBezTo>
                  <a:cubicBezTo>
                    <a:pt x="104727" y="58190"/>
                    <a:pt x="105495" y="54570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187917" y="3125"/>
                  </a:moveTo>
                  <a:lnTo>
                    <a:pt x="227604" y="3125"/>
                  </a:lnTo>
                  <a:lnTo>
                    <a:pt x="227604" y="10208"/>
                  </a:lnTo>
                  <a:lnTo>
                    <a:pt x="194271" y="10208"/>
                  </a:lnTo>
                  <a:lnTo>
                    <a:pt x="192813" y="35834"/>
                  </a:lnTo>
                  <a:cubicBezTo>
                    <a:pt x="194414" y="33685"/>
                    <a:pt x="196693" y="31992"/>
                    <a:pt x="199636" y="30781"/>
                  </a:cubicBezTo>
                  <a:cubicBezTo>
                    <a:pt x="202591" y="29570"/>
                    <a:pt x="205938" y="28958"/>
                    <a:pt x="209688" y="28958"/>
                  </a:cubicBezTo>
                  <a:cubicBezTo>
                    <a:pt x="212682" y="28958"/>
                    <a:pt x="215495" y="29492"/>
                    <a:pt x="218125" y="30573"/>
                  </a:cubicBezTo>
                  <a:cubicBezTo>
                    <a:pt x="220768" y="31654"/>
                    <a:pt x="223099" y="33269"/>
                    <a:pt x="225104" y="35417"/>
                  </a:cubicBezTo>
                  <a:cubicBezTo>
                    <a:pt x="227057" y="37565"/>
                    <a:pt x="228620" y="40261"/>
                    <a:pt x="229792" y="43490"/>
                  </a:cubicBezTo>
                  <a:cubicBezTo>
                    <a:pt x="230977" y="46719"/>
                    <a:pt x="231563" y="50521"/>
                    <a:pt x="231563" y="54896"/>
                  </a:cubicBezTo>
                  <a:cubicBezTo>
                    <a:pt x="231563" y="58711"/>
                    <a:pt x="230990" y="62227"/>
                    <a:pt x="229844" y="65417"/>
                  </a:cubicBezTo>
                  <a:cubicBezTo>
                    <a:pt x="228698" y="68607"/>
                    <a:pt x="227083" y="71354"/>
                    <a:pt x="225000" y="73646"/>
                  </a:cubicBezTo>
                  <a:cubicBezTo>
                    <a:pt x="222852" y="75938"/>
                    <a:pt x="220300" y="77722"/>
                    <a:pt x="217344" y="79011"/>
                  </a:cubicBezTo>
                  <a:cubicBezTo>
                    <a:pt x="214401" y="80300"/>
                    <a:pt x="211120" y="80938"/>
                    <a:pt x="207500" y="80938"/>
                  </a:cubicBezTo>
                  <a:cubicBezTo>
                    <a:pt x="200912" y="80938"/>
                    <a:pt x="195352" y="79206"/>
                    <a:pt x="190834" y="75729"/>
                  </a:cubicBezTo>
                  <a:cubicBezTo>
                    <a:pt x="186328" y="72253"/>
                    <a:pt x="183893" y="67227"/>
                    <a:pt x="183542" y="60625"/>
                  </a:cubicBezTo>
                  <a:lnTo>
                    <a:pt x="191771" y="60625"/>
                  </a:lnTo>
                  <a:cubicBezTo>
                    <a:pt x="192396" y="64857"/>
                    <a:pt x="194167" y="68138"/>
                    <a:pt x="197083" y="70469"/>
                  </a:cubicBezTo>
                  <a:cubicBezTo>
                    <a:pt x="200000" y="72800"/>
                    <a:pt x="203581" y="73959"/>
                    <a:pt x="207813" y="73959"/>
                  </a:cubicBezTo>
                  <a:cubicBezTo>
                    <a:pt x="212188" y="73959"/>
                    <a:pt x="215860" y="72253"/>
                    <a:pt x="218802" y="68855"/>
                  </a:cubicBezTo>
                  <a:cubicBezTo>
                    <a:pt x="221758" y="65456"/>
                    <a:pt x="223229" y="60833"/>
                    <a:pt x="223229" y="55000"/>
                  </a:cubicBezTo>
                  <a:cubicBezTo>
                    <a:pt x="223229" y="48607"/>
                    <a:pt x="221771" y="43815"/>
                    <a:pt x="218854" y="40625"/>
                  </a:cubicBezTo>
                  <a:cubicBezTo>
                    <a:pt x="215938" y="37435"/>
                    <a:pt x="212292" y="35834"/>
                    <a:pt x="207917" y="35834"/>
                  </a:cubicBezTo>
                  <a:cubicBezTo>
                    <a:pt x="204453" y="35834"/>
                    <a:pt x="201393" y="36719"/>
                    <a:pt x="198750" y="38490"/>
                  </a:cubicBezTo>
                  <a:cubicBezTo>
                    <a:pt x="196120" y="40261"/>
                    <a:pt x="194375" y="42669"/>
                    <a:pt x="193542" y="45729"/>
                  </a:cubicBezTo>
                  <a:cubicBezTo>
                    <a:pt x="193412" y="46081"/>
                    <a:pt x="193308" y="46354"/>
                    <a:pt x="193229" y="46563"/>
                  </a:cubicBezTo>
                  <a:cubicBezTo>
                    <a:pt x="193164" y="46771"/>
                    <a:pt x="193060" y="46940"/>
                    <a:pt x="192917" y="47083"/>
                  </a:cubicBezTo>
                  <a:cubicBezTo>
                    <a:pt x="192787" y="47227"/>
                    <a:pt x="192591" y="47331"/>
                    <a:pt x="192344" y="47396"/>
                  </a:cubicBezTo>
                  <a:cubicBezTo>
                    <a:pt x="192110" y="47461"/>
                    <a:pt x="191810" y="47500"/>
                    <a:pt x="191459" y="47500"/>
                  </a:cubicBezTo>
                  <a:lnTo>
                    <a:pt x="186459" y="47500"/>
                  </a:lnTo>
                  <a:cubicBezTo>
                    <a:pt x="185833" y="47500"/>
                    <a:pt x="185456" y="47409"/>
                    <a:pt x="185313" y="47240"/>
                  </a:cubicBezTo>
                  <a:cubicBezTo>
                    <a:pt x="185182" y="47071"/>
                    <a:pt x="185104" y="46628"/>
                    <a:pt x="185104" y="45938"/>
                  </a:cubicBezTo>
                  <a:lnTo>
                    <a:pt x="186250" y="5104"/>
                  </a:lnTo>
                  <a:cubicBezTo>
                    <a:pt x="186250" y="4336"/>
                    <a:pt x="186380" y="3815"/>
                    <a:pt x="186615" y="3542"/>
                  </a:cubicBezTo>
                  <a:cubicBezTo>
                    <a:pt x="186862" y="3268"/>
                    <a:pt x="187292" y="3125"/>
                    <a:pt x="187917" y="3125"/>
                  </a:cubicBezTo>
                  <a:close/>
                  <a:moveTo>
                    <a:pt x="369063" y="1979"/>
                  </a:moveTo>
                  <a:lnTo>
                    <a:pt x="376146" y="1979"/>
                  </a:lnTo>
                  <a:cubicBezTo>
                    <a:pt x="376914" y="1979"/>
                    <a:pt x="377435" y="2123"/>
                    <a:pt x="377709" y="2396"/>
                  </a:cubicBezTo>
                  <a:cubicBezTo>
                    <a:pt x="377995" y="2669"/>
                    <a:pt x="378125" y="3190"/>
                    <a:pt x="378125" y="3959"/>
                  </a:cubicBezTo>
                  <a:lnTo>
                    <a:pt x="378125" y="55313"/>
                  </a:lnTo>
                  <a:lnTo>
                    <a:pt x="389479" y="55313"/>
                  </a:lnTo>
                  <a:lnTo>
                    <a:pt x="389479" y="62500"/>
                  </a:lnTo>
                  <a:lnTo>
                    <a:pt x="378125" y="62500"/>
                  </a:lnTo>
                  <a:lnTo>
                    <a:pt x="378125" y="79167"/>
                  </a:lnTo>
                  <a:lnTo>
                    <a:pt x="370000" y="79167"/>
                  </a:lnTo>
                  <a:lnTo>
                    <a:pt x="370000" y="62500"/>
                  </a:lnTo>
                  <a:lnTo>
                    <a:pt x="337604" y="62500"/>
                  </a:lnTo>
                  <a:cubicBezTo>
                    <a:pt x="336849" y="62500"/>
                    <a:pt x="336328" y="62357"/>
                    <a:pt x="336042" y="62083"/>
                  </a:cubicBezTo>
                  <a:cubicBezTo>
                    <a:pt x="335768" y="61810"/>
                    <a:pt x="335625" y="61289"/>
                    <a:pt x="335625" y="60521"/>
                  </a:cubicBezTo>
                  <a:lnTo>
                    <a:pt x="335625" y="56146"/>
                  </a:lnTo>
                  <a:cubicBezTo>
                    <a:pt x="335625" y="55664"/>
                    <a:pt x="335716" y="55157"/>
                    <a:pt x="335886" y="54636"/>
                  </a:cubicBezTo>
                  <a:cubicBezTo>
                    <a:pt x="336068" y="54115"/>
                    <a:pt x="336289" y="53646"/>
                    <a:pt x="336563" y="53229"/>
                  </a:cubicBezTo>
                  <a:lnTo>
                    <a:pt x="366979" y="3333"/>
                  </a:lnTo>
                  <a:cubicBezTo>
                    <a:pt x="367188" y="2917"/>
                    <a:pt x="367474" y="2591"/>
                    <a:pt x="367813" y="2344"/>
                  </a:cubicBezTo>
                  <a:cubicBezTo>
                    <a:pt x="368164" y="2096"/>
                    <a:pt x="368581" y="1979"/>
                    <a:pt x="369063" y="1979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58"/>
                    <a:pt x="461615" y="2552"/>
                  </a:cubicBezTo>
                  <a:cubicBezTo>
                    <a:pt x="464427" y="3347"/>
                    <a:pt x="466914" y="4584"/>
                    <a:pt x="469063" y="6250"/>
                  </a:cubicBezTo>
                  <a:cubicBezTo>
                    <a:pt x="471146" y="7917"/>
                    <a:pt x="472839" y="10039"/>
                    <a:pt x="474115" y="12604"/>
                  </a:cubicBezTo>
                  <a:cubicBezTo>
                    <a:pt x="475404" y="15169"/>
                    <a:pt x="476042" y="18229"/>
                    <a:pt x="476042" y="21771"/>
                  </a:cubicBezTo>
                  <a:cubicBezTo>
                    <a:pt x="476042" y="26146"/>
                    <a:pt x="474623" y="30039"/>
                    <a:pt x="471771" y="33438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79"/>
                    <a:pt x="477709" y="54063"/>
                    <a:pt x="477709" y="59063"/>
                  </a:cubicBezTo>
                  <a:cubicBezTo>
                    <a:pt x="477709" y="62956"/>
                    <a:pt x="477006" y="66263"/>
                    <a:pt x="475573" y="69011"/>
                  </a:cubicBezTo>
                  <a:cubicBezTo>
                    <a:pt x="474154" y="71758"/>
                    <a:pt x="472266" y="74023"/>
                    <a:pt x="469896" y="75833"/>
                  </a:cubicBezTo>
                  <a:cubicBezTo>
                    <a:pt x="467539" y="77565"/>
                    <a:pt x="464831" y="78854"/>
                    <a:pt x="461771" y="79688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60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31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8"/>
                  </a:cubicBezTo>
                  <a:cubicBezTo>
                    <a:pt x="467891" y="66979"/>
                    <a:pt x="469375" y="63125"/>
                    <a:pt x="469375" y="58125"/>
                  </a:cubicBezTo>
                  <a:cubicBezTo>
                    <a:pt x="469375" y="55560"/>
                    <a:pt x="468894" y="53347"/>
                    <a:pt x="467917" y="51511"/>
                  </a:cubicBezTo>
                  <a:cubicBezTo>
                    <a:pt x="466953" y="49675"/>
                    <a:pt x="465664" y="48164"/>
                    <a:pt x="464063" y="46979"/>
                  </a:cubicBezTo>
                  <a:cubicBezTo>
                    <a:pt x="462396" y="45794"/>
                    <a:pt x="460547" y="44935"/>
                    <a:pt x="458490" y="44375"/>
                  </a:cubicBezTo>
                  <a:cubicBezTo>
                    <a:pt x="456446" y="43815"/>
                    <a:pt x="454349" y="43477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2"/>
                    <a:pt x="446563" y="43073"/>
                  </a:cubicBezTo>
                  <a:cubicBezTo>
                    <a:pt x="446433" y="42904"/>
                    <a:pt x="446355" y="42435"/>
                    <a:pt x="446355" y="41667"/>
                  </a:cubicBezTo>
                  <a:lnTo>
                    <a:pt x="446355" y="37813"/>
                  </a:lnTo>
                  <a:cubicBezTo>
                    <a:pt x="446355" y="36979"/>
                    <a:pt x="446433" y="36419"/>
                    <a:pt x="446563" y="36146"/>
                  </a:cubicBezTo>
                  <a:cubicBezTo>
                    <a:pt x="446706" y="35872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7"/>
                    <a:pt x="461250" y="33607"/>
                    <a:pt x="462709" y="32500"/>
                  </a:cubicBezTo>
                  <a:cubicBezTo>
                    <a:pt x="464245" y="31459"/>
                    <a:pt x="465456" y="30091"/>
                    <a:pt x="466355" y="28386"/>
                  </a:cubicBezTo>
                  <a:cubicBezTo>
                    <a:pt x="467266" y="26680"/>
                    <a:pt x="467709" y="24623"/>
                    <a:pt x="467709" y="22188"/>
                  </a:cubicBezTo>
                  <a:cubicBezTo>
                    <a:pt x="467709" y="17813"/>
                    <a:pt x="466276" y="14440"/>
                    <a:pt x="463386" y="12083"/>
                  </a:cubicBezTo>
                  <a:cubicBezTo>
                    <a:pt x="460508" y="9727"/>
                    <a:pt x="456875" y="8542"/>
                    <a:pt x="452500" y="8542"/>
                  </a:cubicBezTo>
                  <a:cubicBezTo>
                    <a:pt x="447995" y="8542"/>
                    <a:pt x="444427" y="9727"/>
                    <a:pt x="441823" y="12083"/>
                  </a:cubicBezTo>
                  <a:cubicBezTo>
                    <a:pt x="439219" y="14440"/>
                    <a:pt x="437709" y="17852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29"/>
                    <a:pt x="435625" y="6979"/>
                  </a:cubicBezTo>
                  <a:cubicBezTo>
                    <a:pt x="440000" y="3229"/>
                    <a:pt x="445730" y="1354"/>
                    <a:pt x="4528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18" y="68855"/>
                    <a:pt x="121510" y="67188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49"/>
                    <a:pt x="131042" y="57500"/>
                    <a:pt x="133125" y="55209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30" y="15482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56"/>
                    <a:pt x="128568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30" y="68855"/>
                    <a:pt x="4323" y="67188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49"/>
                    <a:pt x="13854" y="57500"/>
                    <a:pt x="15937" y="55209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75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43" y="15482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56"/>
                    <a:pt x="11380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80" y="0"/>
                    <a:pt x="528737" y="1211"/>
                    <a:pt x="532032" y="3646"/>
                  </a:cubicBezTo>
                  <a:cubicBezTo>
                    <a:pt x="535339" y="6081"/>
                    <a:pt x="537917" y="9206"/>
                    <a:pt x="539792" y="13021"/>
                  </a:cubicBezTo>
                  <a:cubicBezTo>
                    <a:pt x="541667" y="16914"/>
                    <a:pt x="542956" y="21289"/>
                    <a:pt x="543646" y="26146"/>
                  </a:cubicBezTo>
                  <a:cubicBezTo>
                    <a:pt x="544349" y="31003"/>
                    <a:pt x="544688" y="35872"/>
                    <a:pt x="544688" y="40729"/>
                  </a:cubicBezTo>
                  <a:cubicBezTo>
                    <a:pt x="544688" y="45664"/>
                    <a:pt x="544349" y="50521"/>
                    <a:pt x="543646" y="55313"/>
                  </a:cubicBezTo>
                  <a:cubicBezTo>
                    <a:pt x="542956" y="60104"/>
                    <a:pt x="541667" y="64440"/>
                    <a:pt x="539792" y="68334"/>
                  </a:cubicBezTo>
                  <a:cubicBezTo>
                    <a:pt x="537917" y="72149"/>
                    <a:pt x="535339" y="75248"/>
                    <a:pt x="532032" y="77604"/>
                  </a:cubicBezTo>
                  <a:cubicBezTo>
                    <a:pt x="528737" y="79961"/>
                    <a:pt x="524480" y="81146"/>
                    <a:pt x="519271" y="81146"/>
                  </a:cubicBezTo>
                  <a:cubicBezTo>
                    <a:pt x="514141" y="81146"/>
                    <a:pt x="509948" y="79961"/>
                    <a:pt x="506719" y="77604"/>
                  </a:cubicBezTo>
                  <a:cubicBezTo>
                    <a:pt x="503490" y="75248"/>
                    <a:pt x="501016" y="72149"/>
                    <a:pt x="499271" y="68334"/>
                  </a:cubicBezTo>
                  <a:cubicBezTo>
                    <a:pt x="497474" y="64440"/>
                    <a:pt x="496250" y="60104"/>
                    <a:pt x="495625" y="55313"/>
                  </a:cubicBezTo>
                  <a:cubicBezTo>
                    <a:pt x="495000" y="50521"/>
                    <a:pt x="494688" y="45664"/>
                    <a:pt x="494688" y="40729"/>
                  </a:cubicBezTo>
                  <a:cubicBezTo>
                    <a:pt x="494688" y="35872"/>
                    <a:pt x="495000" y="31003"/>
                    <a:pt x="495625" y="26146"/>
                  </a:cubicBezTo>
                  <a:cubicBezTo>
                    <a:pt x="496250" y="21289"/>
                    <a:pt x="497474" y="16914"/>
                    <a:pt x="499271" y="13021"/>
                  </a:cubicBezTo>
                  <a:cubicBezTo>
                    <a:pt x="501016" y="9206"/>
                    <a:pt x="503490" y="6081"/>
                    <a:pt x="506719" y="3646"/>
                  </a:cubicBezTo>
                  <a:cubicBezTo>
                    <a:pt x="509948" y="1211"/>
                    <a:pt x="514141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95" y="31003"/>
                    <a:pt x="323334" y="35872"/>
                    <a:pt x="323334" y="40729"/>
                  </a:cubicBezTo>
                  <a:cubicBezTo>
                    <a:pt x="323334" y="45664"/>
                    <a:pt x="322995" y="50521"/>
                    <a:pt x="322292" y="55313"/>
                  </a:cubicBezTo>
                  <a:cubicBezTo>
                    <a:pt x="321602" y="60104"/>
                    <a:pt x="320313" y="64440"/>
                    <a:pt x="318438" y="68334"/>
                  </a:cubicBezTo>
                  <a:cubicBezTo>
                    <a:pt x="316563" y="72149"/>
                    <a:pt x="313985" y="75248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48"/>
                    <a:pt x="279662" y="72149"/>
                    <a:pt x="277917" y="68334"/>
                  </a:cubicBezTo>
                  <a:cubicBezTo>
                    <a:pt x="276120" y="64440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03"/>
                    <a:pt x="274271" y="26146"/>
                  </a:cubicBezTo>
                  <a:cubicBezTo>
                    <a:pt x="274896" y="21289"/>
                    <a:pt x="276120" y="16914"/>
                    <a:pt x="277917" y="13021"/>
                  </a:cubicBezTo>
                  <a:cubicBezTo>
                    <a:pt x="279662" y="9206"/>
                    <a:pt x="282136" y="6081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03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3"/>
                  </a:cubicBezTo>
                  <a:cubicBezTo>
                    <a:pt x="113268" y="60104"/>
                    <a:pt x="111979" y="64440"/>
                    <a:pt x="110104" y="68334"/>
                  </a:cubicBezTo>
                  <a:cubicBezTo>
                    <a:pt x="108229" y="72149"/>
                    <a:pt x="105651" y="75248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48"/>
                    <a:pt x="71328" y="72149"/>
                    <a:pt x="69583" y="68334"/>
                  </a:cubicBezTo>
                  <a:cubicBezTo>
                    <a:pt x="67787" y="64440"/>
                    <a:pt x="66563" y="60104"/>
                    <a:pt x="65938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03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82B5EE98-521C-406B-80F9-D01308AA2FF9}"/>
                </a:ext>
              </a:extLst>
            </p:cNvPr>
            <p:cNvSpPr txBox="1"/>
            <p:nvPr/>
          </p:nvSpPr>
          <p:spPr>
            <a:xfrm>
              <a:off x="2970659" y="4391699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2025.04.30</a:t>
              </a:r>
            </a:p>
          </p:txBody>
        </p:sp>
        <p:grpSp>
          <p:nvGrpSpPr>
            <p:cNvPr id="497" name="그래픽 5">
              <a:extLst>
                <a:ext uri="{FF2B5EF4-FFF2-40B4-BE49-F238E27FC236}">
                  <a16:creationId xmlns:a16="http://schemas.microsoft.com/office/drawing/2014/main" id="{DE82C0F6-CBB3-42DC-9868-581710B8D02D}"/>
                </a:ext>
              </a:extLst>
            </p:cNvPr>
            <p:cNvGrpSpPr/>
            <p:nvPr/>
          </p:nvGrpSpPr>
          <p:grpSpPr>
            <a:xfrm>
              <a:off x="3869782" y="4366052"/>
              <a:ext cx="701875" cy="95690"/>
              <a:chOff x="3869782" y="4366052"/>
              <a:chExt cx="701875" cy="95690"/>
            </a:xfrm>
          </p:grpSpPr>
          <p:sp>
            <p:nvSpPr>
              <p:cNvPr id="498" name="자유형: 도형 497">
                <a:extLst>
                  <a:ext uri="{FF2B5EF4-FFF2-40B4-BE49-F238E27FC236}">
                    <a16:creationId xmlns:a16="http://schemas.microsoft.com/office/drawing/2014/main" id="{C45B996E-5F1E-4490-BF78-3187924CABC0}"/>
                  </a:ext>
                </a:extLst>
              </p:cNvPr>
              <p:cNvSpPr/>
              <p:nvPr/>
            </p:nvSpPr>
            <p:spPr>
              <a:xfrm>
                <a:off x="3869782" y="4366052"/>
                <a:ext cx="701875" cy="94479"/>
              </a:xfrm>
              <a:custGeom>
                <a:avLst/>
                <a:gdLst>
                  <a:gd name="connsiteX0" fmla="*/ 501042 w 701875"/>
                  <a:gd name="connsiteY0" fmla="*/ 70833 h 94479"/>
                  <a:gd name="connsiteX1" fmla="*/ 511771 w 701875"/>
                  <a:gd name="connsiteY1" fmla="*/ 70833 h 94479"/>
                  <a:gd name="connsiteX2" fmla="*/ 512657 w 701875"/>
                  <a:gd name="connsiteY2" fmla="*/ 71146 h 94479"/>
                  <a:gd name="connsiteX3" fmla="*/ 512917 w 701875"/>
                  <a:gd name="connsiteY3" fmla="*/ 72084 h 94479"/>
                  <a:gd name="connsiteX4" fmla="*/ 512917 w 701875"/>
                  <a:gd name="connsiteY4" fmla="*/ 78750 h 94479"/>
                  <a:gd name="connsiteX5" fmla="*/ 509792 w 701875"/>
                  <a:gd name="connsiteY5" fmla="*/ 90000 h 94479"/>
                  <a:gd name="connsiteX6" fmla="*/ 502188 w 701875"/>
                  <a:gd name="connsiteY6" fmla="*/ 94479 h 94479"/>
                  <a:gd name="connsiteX7" fmla="*/ 502188 w 701875"/>
                  <a:gd name="connsiteY7" fmla="*/ 90834 h 94479"/>
                  <a:gd name="connsiteX8" fmla="*/ 505677 w 701875"/>
                  <a:gd name="connsiteY8" fmla="*/ 87344 h 94479"/>
                  <a:gd name="connsiteX9" fmla="*/ 506459 w 701875"/>
                  <a:gd name="connsiteY9" fmla="*/ 81563 h 94479"/>
                  <a:gd name="connsiteX10" fmla="*/ 501042 w 701875"/>
                  <a:gd name="connsiteY10" fmla="*/ 81563 h 94479"/>
                  <a:gd name="connsiteX11" fmla="*/ 279688 w 701875"/>
                  <a:gd name="connsiteY11" fmla="*/ 70833 h 94479"/>
                  <a:gd name="connsiteX12" fmla="*/ 290417 w 701875"/>
                  <a:gd name="connsiteY12" fmla="*/ 70833 h 94479"/>
                  <a:gd name="connsiteX13" fmla="*/ 291302 w 701875"/>
                  <a:gd name="connsiteY13" fmla="*/ 71146 h 94479"/>
                  <a:gd name="connsiteX14" fmla="*/ 291563 w 701875"/>
                  <a:gd name="connsiteY14" fmla="*/ 72084 h 94479"/>
                  <a:gd name="connsiteX15" fmla="*/ 291563 w 701875"/>
                  <a:gd name="connsiteY15" fmla="*/ 78750 h 94479"/>
                  <a:gd name="connsiteX16" fmla="*/ 288438 w 701875"/>
                  <a:gd name="connsiteY16" fmla="*/ 90000 h 94479"/>
                  <a:gd name="connsiteX17" fmla="*/ 280833 w 701875"/>
                  <a:gd name="connsiteY17" fmla="*/ 94479 h 94479"/>
                  <a:gd name="connsiteX18" fmla="*/ 280833 w 701875"/>
                  <a:gd name="connsiteY18" fmla="*/ 90834 h 94479"/>
                  <a:gd name="connsiteX19" fmla="*/ 284323 w 701875"/>
                  <a:gd name="connsiteY19" fmla="*/ 87344 h 94479"/>
                  <a:gd name="connsiteX20" fmla="*/ 285104 w 701875"/>
                  <a:gd name="connsiteY20" fmla="*/ 81563 h 94479"/>
                  <a:gd name="connsiteX21" fmla="*/ 279688 w 701875"/>
                  <a:gd name="connsiteY21" fmla="*/ 81563 h 94479"/>
                  <a:gd name="connsiteX22" fmla="*/ 71354 w 701875"/>
                  <a:gd name="connsiteY22" fmla="*/ 70833 h 94479"/>
                  <a:gd name="connsiteX23" fmla="*/ 82084 w 701875"/>
                  <a:gd name="connsiteY23" fmla="*/ 70833 h 94479"/>
                  <a:gd name="connsiteX24" fmla="*/ 82969 w 701875"/>
                  <a:gd name="connsiteY24" fmla="*/ 71146 h 94479"/>
                  <a:gd name="connsiteX25" fmla="*/ 83229 w 701875"/>
                  <a:gd name="connsiteY25" fmla="*/ 72084 h 94479"/>
                  <a:gd name="connsiteX26" fmla="*/ 83229 w 701875"/>
                  <a:gd name="connsiteY26" fmla="*/ 78750 h 94479"/>
                  <a:gd name="connsiteX27" fmla="*/ 80104 w 701875"/>
                  <a:gd name="connsiteY27" fmla="*/ 90000 h 94479"/>
                  <a:gd name="connsiteX28" fmla="*/ 72500 w 701875"/>
                  <a:gd name="connsiteY28" fmla="*/ 94479 h 94479"/>
                  <a:gd name="connsiteX29" fmla="*/ 72500 w 701875"/>
                  <a:gd name="connsiteY29" fmla="*/ 90834 h 94479"/>
                  <a:gd name="connsiteX30" fmla="*/ 75990 w 701875"/>
                  <a:gd name="connsiteY30" fmla="*/ 87344 h 94479"/>
                  <a:gd name="connsiteX31" fmla="*/ 76771 w 701875"/>
                  <a:gd name="connsiteY31" fmla="*/ 81563 h 94479"/>
                  <a:gd name="connsiteX32" fmla="*/ 71354 w 701875"/>
                  <a:gd name="connsiteY32" fmla="*/ 81563 h 94479"/>
                  <a:gd name="connsiteX33" fmla="*/ 677501 w 701875"/>
                  <a:gd name="connsiteY33" fmla="*/ 36146 h 94479"/>
                  <a:gd name="connsiteX34" fmla="*/ 670990 w 701875"/>
                  <a:gd name="connsiteY34" fmla="*/ 37656 h 94479"/>
                  <a:gd name="connsiteX35" fmla="*/ 665938 w 701875"/>
                  <a:gd name="connsiteY35" fmla="*/ 41563 h 94479"/>
                  <a:gd name="connsiteX36" fmla="*/ 662605 w 701875"/>
                  <a:gd name="connsiteY36" fmla="*/ 47292 h 94479"/>
                  <a:gd name="connsiteX37" fmla="*/ 661459 w 701875"/>
                  <a:gd name="connsiteY37" fmla="*/ 54063 h 94479"/>
                  <a:gd name="connsiteX38" fmla="*/ 662552 w 701875"/>
                  <a:gd name="connsiteY38" fmla="*/ 61979 h 94479"/>
                  <a:gd name="connsiteX39" fmla="*/ 665730 w 701875"/>
                  <a:gd name="connsiteY39" fmla="*/ 68229 h 94479"/>
                  <a:gd name="connsiteX40" fmla="*/ 670729 w 701875"/>
                  <a:gd name="connsiteY40" fmla="*/ 72448 h 94479"/>
                  <a:gd name="connsiteX41" fmla="*/ 677292 w 701875"/>
                  <a:gd name="connsiteY41" fmla="*/ 73959 h 94479"/>
                  <a:gd name="connsiteX42" fmla="*/ 689375 w 701875"/>
                  <a:gd name="connsiteY42" fmla="*/ 68490 h 94479"/>
                  <a:gd name="connsiteX43" fmla="*/ 693646 w 701875"/>
                  <a:gd name="connsiteY43" fmla="*/ 55000 h 94479"/>
                  <a:gd name="connsiteX44" fmla="*/ 692605 w 701875"/>
                  <a:gd name="connsiteY44" fmla="*/ 47812 h 94479"/>
                  <a:gd name="connsiteX45" fmla="*/ 689479 w 701875"/>
                  <a:gd name="connsiteY45" fmla="*/ 41875 h 94479"/>
                  <a:gd name="connsiteX46" fmla="*/ 684479 w 701875"/>
                  <a:gd name="connsiteY46" fmla="*/ 37708 h 94479"/>
                  <a:gd name="connsiteX47" fmla="*/ 677501 w 701875"/>
                  <a:gd name="connsiteY47" fmla="*/ 36146 h 94479"/>
                  <a:gd name="connsiteX48" fmla="*/ 612396 w 701875"/>
                  <a:gd name="connsiteY48" fmla="*/ 36146 h 94479"/>
                  <a:gd name="connsiteX49" fmla="*/ 605886 w 701875"/>
                  <a:gd name="connsiteY49" fmla="*/ 37656 h 94479"/>
                  <a:gd name="connsiteX50" fmla="*/ 600834 w 701875"/>
                  <a:gd name="connsiteY50" fmla="*/ 41563 h 94479"/>
                  <a:gd name="connsiteX51" fmla="*/ 597500 w 701875"/>
                  <a:gd name="connsiteY51" fmla="*/ 47292 h 94479"/>
                  <a:gd name="connsiteX52" fmla="*/ 596355 w 701875"/>
                  <a:gd name="connsiteY52" fmla="*/ 54063 h 94479"/>
                  <a:gd name="connsiteX53" fmla="*/ 597448 w 701875"/>
                  <a:gd name="connsiteY53" fmla="*/ 61979 h 94479"/>
                  <a:gd name="connsiteX54" fmla="*/ 600626 w 701875"/>
                  <a:gd name="connsiteY54" fmla="*/ 68229 h 94479"/>
                  <a:gd name="connsiteX55" fmla="*/ 605625 w 701875"/>
                  <a:gd name="connsiteY55" fmla="*/ 72448 h 94479"/>
                  <a:gd name="connsiteX56" fmla="*/ 612188 w 701875"/>
                  <a:gd name="connsiteY56" fmla="*/ 73959 h 94479"/>
                  <a:gd name="connsiteX57" fmla="*/ 624271 w 701875"/>
                  <a:gd name="connsiteY57" fmla="*/ 68490 h 94479"/>
                  <a:gd name="connsiteX58" fmla="*/ 628542 w 701875"/>
                  <a:gd name="connsiteY58" fmla="*/ 55000 h 94479"/>
                  <a:gd name="connsiteX59" fmla="*/ 627501 w 701875"/>
                  <a:gd name="connsiteY59" fmla="*/ 47812 h 94479"/>
                  <a:gd name="connsiteX60" fmla="*/ 624375 w 701875"/>
                  <a:gd name="connsiteY60" fmla="*/ 41875 h 94479"/>
                  <a:gd name="connsiteX61" fmla="*/ 619375 w 701875"/>
                  <a:gd name="connsiteY61" fmla="*/ 37708 h 94479"/>
                  <a:gd name="connsiteX62" fmla="*/ 612396 w 701875"/>
                  <a:gd name="connsiteY62" fmla="*/ 36146 h 94479"/>
                  <a:gd name="connsiteX63" fmla="*/ 547292 w 701875"/>
                  <a:gd name="connsiteY63" fmla="*/ 36146 h 94479"/>
                  <a:gd name="connsiteX64" fmla="*/ 540782 w 701875"/>
                  <a:gd name="connsiteY64" fmla="*/ 37656 h 94479"/>
                  <a:gd name="connsiteX65" fmla="*/ 535730 w 701875"/>
                  <a:gd name="connsiteY65" fmla="*/ 41563 h 94479"/>
                  <a:gd name="connsiteX66" fmla="*/ 532396 w 701875"/>
                  <a:gd name="connsiteY66" fmla="*/ 47292 h 94479"/>
                  <a:gd name="connsiteX67" fmla="*/ 531251 w 701875"/>
                  <a:gd name="connsiteY67" fmla="*/ 54063 h 94479"/>
                  <a:gd name="connsiteX68" fmla="*/ 532344 w 701875"/>
                  <a:gd name="connsiteY68" fmla="*/ 61979 h 94479"/>
                  <a:gd name="connsiteX69" fmla="*/ 535521 w 701875"/>
                  <a:gd name="connsiteY69" fmla="*/ 68229 h 94479"/>
                  <a:gd name="connsiteX70" fmla="*/ 540521 w 701875"/>
                  <a:gd name="connsiteY70" fmla="*/ 72448 h 94479"/>
                  <a:gd name="connsiteX71" fmla="*/ 547084 w 701875"/>
                  <a:gd name="connsiteY71" fmla="*/ 73959 h 94479"/>
                  <a:gd name="connsiteX72" fmla="*/ 559167 w 701875"/>
                  <a:gd name="connsiteY72" fmla="*/ 68490 h 94479"/>
                  <a:gd name="connsiteX73" fmla="*/ 563438 w 701875"/>
                  <a:gd name="connsiteY73" fmla="*/ 55000 h 94479"/>
                  <a:gd name="connsiteX74" fmla="*/ 562396 w 701875"/>
                  <a:gd name="connsiteY74" fmla="*/ 47812 h 94479"/>
                  <a:gd name="connsiteX75" fmla="*/ 559271 w 701875"/>
                  <a:gd name="connsiteY75" fmla="*/ 41875 h 94479"/>
                  <a:gd name="connsiteX76" fmla="*/ 554271 w 701875"/>
                  <a:gd name="connsiteY76" fmla="*/ 37708 h 94479"/>
                  <a:gd name="connsiteX77" fmla="*/ 547292 w 701875"/>
                  <a:gd name="connsiteY77" fmla="*/ 36146 h 94479"/>
                  <a:gd name="connsiteX78" fmla="*/ 255000 w 701875"/>
                  <a:gd name="connsiteY78" fmla="*/ 11250 h 94479"/>
                  <a:gd name="connsiteX79" fmla="*/ 228125 w 701875"/>
                  <a:gd name="connsiteY79" fmla="*/ 55313 h 94479"/>
                  <a:gd name="connsiteX80" fmla="*/ 254792 w 701875"/>
                  <a:gd name="connsiteY80" fmla="*/ 55313 h 94479"/>
                  <a:gd name="connsiteX81" fmla="*/ 254792 w 701875"/>
                  <a:gd name="connsiteY81" fmla="*/ 20833 h 94479"/>
                  <a:gd name="connsiteX82" fmla="*/ 390834 w 701875"/>
                  <a:gd name="connsiteY82" fmla="*/ 7188 h 94479"/>
                  <a:gd name="connsiteX83" fmla="*/ 382031 w 701875"/>
                  <a:gd name="connsiteY83" fmla="*/ 10833 h 94479"/>
                  <a:gd name="connsiteX84" fmla="*/ 377292 w 701875"/>
                  <a:gd name="connsiteY84" fmla="*/ 19583 h 94479"/>
                  <a:gd name="connsiteX85" fmla="*/ 375261 w 701875"/>
                  <a:gd name="connsiteY85" fmla="*/ 30573 h 94479"/>
                  <a:gd name="connsiteX86" fmla="*/ 374896 w 701875"/>
                  <a:gd name="connsiteY86" fmla="*/ 40729 h 94479"/>
                  <a:gd name="connsiteX87" fmla="*/ 375261 w 701875"/>
                  <a:gd name="connsiteY87" fmla="*/ 50782 h 94479"/>
                  <a:gd name="connsiteX88" fmla="*/ 377292 w 701875"/>
                  <a:gd name="connsiteY88" fmla="*/ 61667 h 94479"/>
                  <a:gd name="connsiteX89" fmla="*/ 382031 w 701875"/>
                  <a:gd name="connsiteY89" fmla="*/ 70313 h 94479"/>
                  <a:gd name="connsiteX90" fmla="*/ 390834 w 701875"/>
                  <a:gd name="connsiteY90" fmla="*/ 73854 h 94479"/>
                  <a:gd name="connsiteX91" fmla="*/ 399792 w 701875"/>
                  <a:gd name="connsiteY91" fmla="*/ 70313 h 94479"/>
                  <a:gd name="connsiteX92" fmla="*/ 404792 w 701875"/>
                  <a:gd name="connsiteY92" fmla="*/ 61667 h 94479"/>
                  <a:gd name="connsiteX93" fmla="*/ 407084 w 701875"/>
                  <a:gd name="connsiteY93" fmla="*/ 50782 h 94479"/>
                  <a:gd name="connsiteX94" fmla="*/ 407605 w 701875"/>
                  <a:gd name="connsiteY94" fmla="*/ 40729 h 94479"/>
                  <a:gd name="connsiteX95" fmla="*/ 407084 w 701875"/>
                  <a:gd name="connsiteY95" fmla="*/ 30573 h 94479"/>
                  <a:gd name="connsiteX96" fmla="*/ 404792 w 701875"/>
                  <a:gd name="connsiteY96" fmla="*/ 19583 h 94479"/>
                  <a:gd name="connsiteX97" fmla="*/ 399792 w 701875"/>
                  <a:gd name="connsiteY97" fmla="*/ 10833 h 94479"/>
                  <a:gd name="connsiteX98" fmla="*/ 390834 w 701875"/>
                  <a:gd name="connsiteY98" fmla="*/ 7188 h 94479"/>
                  <a:gd name="connsiteX99" fmla="*/ 319896 w 701875"/>
                  <a:gd name="connsiteY99" fmla="*/ 3125 h 94479"/>
                  <a:gd name="connsiteX100" fmla="*/ 359583 w 701875"/>
                  <a:gd name="connsiteY100" fmla="*/ 3125 h 94479"/>
                  <a:gd name="connsiteX101" fmla="*/ 359583 w 701875"/>
                  <a:gd name="connsiteY101" fmla="*/ 10208 h 94479"/>
                  <a:gd name="connsiteX102" fmla="*/ 326250 w 701875"/>
                  <a:gd name="connsiteY102" fmla="*/ 10208 h 94479"/>
                  <a:gd name="connsiteX103" fmla="*/ 324792 w 701875"/>
                  <a:gd name="connsiteY103" fmla="*/ 35834 h 94479"/>
                  <a:gd name="connsiteX104" fmla="*/ 331615 w 701875"/>
                  <a:gd name="connsiteY104" fmla="*/ 30781 h 94479"/>
                  <a:gd name="connsiteX105" fmla="*/ 341667 w 701875"/>
                  <a:gd name="connsiteY105" fmla="*/ 28958 h 94479"/>
                  <a:gd name="connsiteX106" fmla="*/ 350104 w 701875"/>
                  <a:gd name="connsiteY106" fmla="*/ 30573 h 94479"/>
                  <a:gd name="connsiteX107" fmla="*/ 357084 w 701875"/>
                  <a:gd name="connsiteY107" fmla="*/ 35417 h 94479"/>
                  <a:gd name="connsiteX108" fmla="*/ 361771 w 701875"/>
                  <a:gd name="connsiteY108" fmla="*/ 43490 h 94479"/>
                  <a:gd name="connsiteX109" fmla="*/ 363542 w 701875"/>
                  <a:gd name="connsiteY109" fmla="*/ 54896 h 94479"/>
                  <a:gd name="connsiteX110" fmla="*/ 361823 w 701875"/>
                  <a:gd name="connsiteY110" fmla="*/ 65417 h 94479"/>
                  <a:gd name="connsiteX111" fmla="*/ 356980 w 701875"/>
                  <a:gd name="connsiteY111" fmla="*/ 73646 h 94479"/>
                  <a:gd name="connsiteX112" fmla="*/ 349323 w 701875"/>
                  <a:gd name="connsiteY112" fmla="*/ 79011 h 94479"/>
                  <a:gd name="connsiteX113" fmla="*/ 339480 w 701875"/>
                  <a:gd name="connsiteY113" fmla="*/ 80938 h 94479"/>
                  <a:gd name="connsiteX114" fmla="*/ 322813 w 701875"/>
                  <a:gd name="connsiteY114" fmla="*/ 75729 h 94479"/>
                  <a:gd name="connsiteX115" fmla="*/ 315521 w 701875"/>
                  <a:gd name="connsiteY115" fmla="*/ 60625 h 94479"/>
                  <a:gd name="connsiteX116" fmla="*/ 323750 w 701875"/>
                  <a:gd name="connsiteY116" fmla="*/ 60625 h 94479"/>
                  <a:gd name="connsiteX117" fmla="*/ 329063 w 701875"/>
                  <a:gd name="connsiteY117" fmla="*/ 70469 h 94479"/>
                  <a:gd name="connsiteX118" fmla="*/ 339792 w 701875"/>
                  <a:gd name="connsiteY118" fmla="*/ 73959 h 94479"/>
                  <a:gd name="connsiteX119" fmla="*/ 350781 w 701875"/>
                  <a:gd name="connsiteY119" fmla="*/ 68855 h 94479"/>
                  <a:gd name="connsiteX120" fmla="*/ 355209 w 701875"/>
                  <a:gd name="connsiteY120" fmla="*/ 55000 h 94479"/>
                  <a:gd name="connsiteX121" fmla="*/ 350834 w 701875"/>
                  <a:gd name="connsiteY121" fmla="*/ 40625 h 94479"/>
                  <a:gd name="connsiteX122" fmla="*/ 339896 w 701875"/>
                  <a:gd name="connsiteY122" fmla="*/ 35834 h 94479"/>
                  <a:gd name="connsiteX123" fmla="*/ 330729 w 701875"/>
                  <a:gd name="connsiteY123" fmla="*/ 38490 h 94479"/>
                  <a:gd name="connsiteX124" fmla="*/ 325521 w 701875"/>
                  <a:gd name="connsiteY124" fmla="*/ 45729 h 94479"/>
                  <a:gd name="connsiteX125" fmla="*/ 325209 w 701875"/>
                  <a:gd name="connsiteY125" fmla="*/ 46563 h 94479"/>
                  <a:gd name="connsiteX126" fmla="*/ 324896 w 701875"/>
                  <a:gd name="connsiteY126" fmla="*/ 47083 h 94479"/>
                  <a:gd name="connsiteX127" fmla="*/ 324323 w 701875"/>
                  <a:gd name="connsiteY127" fmla="*/ 47396 h 94479"/>
                  <a:gd name="connsiteX128" fmla="*/ 323438 w 701875"/>
                  <a:gd name="connsiteY128" fmla="*/ 47500 h 94479"/>
                  <a:gd name="connsiteX129" fmla="*/ 318438 w 701875"/>
                  <a:gd name="connsiteY129" fmla="*/ 47500 h 94479"/>
                  <a:gd name="connsiteX130" fmla="*/ 317292 w 701875"/>
                  <a:gd name="connsiteY130" fmla="*/ 47240 h 94479"/>
                  <a:gd name="connsiteX131" fmla="*/ 317084 w 701875"/>
                  <a:gd name="connsiteY131" fmla="*/ 45938 h 94479"/>
                  <a:gd name="connsiteX132" fmla="*/ 318229 w 701875"/>
                  <a:gd name="connsiteY132" fmla="*/ 5104 h 94479"/>
                  <a:gd name="connsiteX133" fmla="*/ 318594 w 701875"/>
                  <a:gd name="connsiteY133" fmla="*/ 3542 h 94479"/>
                  <a:gd name="connsiteX134" fmla="*/ 319896 w 701875"/>
                  <a:gd name="connsiteY134" fmla="*/ 3125 h 94479"/>
                  <a:gd name="connsiteX135" fmla="*/ 116354 w 701875"/>
                  <a:gd name="connsiteY135" fmla="*/ 3125 h 94479"/>
                  <a:gd name="connsiteX136" fmla="*/ 122292 w 701875"/>
                  <a:gd name="connsiteY136" fmla="*/ 3125 h 94479"/>
                  <a:gd name="connsiteX137" fmla="*/ 123854 w 701875"/>
                  <a:gd name="connsiteY137" fmla="*/ 3542 h 94479"/>
                  <a:gd name="connsiteX138" fmla="*/ 124271 w 701875"/>
                  <a:gd name="connsiteY138" fmla="*/ 5104 h 94479"/>
                  <a:gd name="connsiteX139" fmla="*/ 124271 w 701875"/>
                  <a:gd name="connsiteY139" fmla="*/ 79167 h 94479"/>
                  <a:gd name="connsiteX140" fmla="*/ 116042 w 701875"/>
                  <a:gd name="connsiteY140" fmla="*/ 79167 h 94479"/>
                  <a:gd name="connsiteX141" fmla="*/ 116042 w 701875"/>
                  <a:gd name="connsiteY141" fmla="*/ 12083 h 94479"/>
                  <a:gd name="connsiteX142" fmla="*/ 109011 w 701875"/>
                  <a:gd name="connsiteY142" fmla="*/ 17865 h 94479"/>
                  <a:gd name="connsiteX143" fmla="*/ 99792 w 701875"/>
                  <a:gd name="connsiteY143" fmla="*/ 23125 h 94479"/>
                  <a:gd name="connsiteX144" fmla="*/ 99792 w 701875"/>
                  <a:gd name="connsiteY144" fmla="*/ 15208 h 94479"/>
                  <a:gd name="connsiteX145" fmla="*/ 108438 w 701875"/>
                  <a:gd name="connsiteY145" fmla="*/ 10104 h 94479"/>
                  <a:gd name="connsiteX146" fmla="*/ 116354 w 701875"/>
                  <a:gd name="connsiteY146" fmla="*/ 3125 h 94479"/>
                  <a:gd name="connsiteX147" fmla="*/ 253646 w 701875"/>
                  <a:gd name="connsiteY147" fmla="*/ 1979 h 94479"/>
                  <a:gd name="connsiteX148" fmla="*/ 260730 w 701875"/>
                  <a:gd name="connsiteY148" fmla="*/ 1979 h 94479"/>
                  <a:gd name="connsiteX149" fmla="*/ 262292 w 701875"/>
                  <a:gd name="connsiteY149" fmla="*/ 2396 h 94479"/>
                  <a:gd name="connsiteX150" fmla="*/ 262708 w 701875"/>
                  <a:gd name="connsiteY150" fmla="*/ 3959 h 94479"/>
                  <a:gd name="connsiteX151" fmla="*/ 262708 w 701875"/>
                  <a:gd name="connsiteY151" fmla="*/ 55313 h 94479"/>
                  <a:gd name="connsiteX152" fmla="*/ 274063 w 701875"/>
                  <a:gd name="connsiteY152" fmla="*/ 55313 h 94479"/>
                  <a:gd name="connsiteX153" fmla="*/ 274063 w 701875"/>
                  <a:gd name="connsiteY153" fmla="*/ 62500 h 94479"/>
                  <a:gd name="connsiteX154" fmla="*/ 262708 w 701875"/>
                  <a:gd name="connsiteY154" fmla="*/ 62500 h 94479"/>
                  <a:gd name="connsiteX155" fmla="*/ 262708 w 701875"/>
                  <a:gd name="connsiteY155" fmla="*/ 79167 h 94479"/>
                  <a:gd name="connsiteX156" fmla="*/ 254583 w 701875"/>
                  <a:gd name="connsiteY156" fmla="*/ 79167 h 94479"/>
                  <a:gd name="connsiteX157" fmla="*/ 254583 w 701875"/>
                  <a:gd name="connsiteY157" fmla="*/ 62500 h 94479"/>
                  <a:gd name="connsiteX158" fmla="*/ 222188 w 701875"/>
                  <a:gd name="connsiteY158" fmla="*/ 62500 h 94479"/>
                  <a:gd name="connsiteX159" fmla="*/ 220625 w 701875"/>
                  <a:gd name="connsiteY159" fmla="*/ 62083 h 94479"/>
                  <a:gd name="connsiteX160" fmla="*/ 220209 w 701875"/>
                  <a:gd name="connsiteY160" fmla="*/ 60521 h 94479"/>
                  <a:gd name="connsiteX161" fmla="*/ 220209 w 701875"/>
                  <a:gd name="connsiteY161" fmla="*/ 56146 h 94479"/>
                  <a:gd name="connsiteX162" fmla="*/ 220469 w 701875"/>
                  <a:gd name="connsiteY162" fmla="*/ 54636 h 94479"/>
                  <a:gd name="connsiteX163" fmla="*/ 221146 w 701875"/>
                  <a:gd name="connsiteY163" fmla="*/ 53229 h 94479"/>
                  <a:gd name="connsiteX164" fmla="*/ 251563 w 701875"/>
                  <a:gd name="connsiteY164" fmla="*/ 3333 h 94479"/>
                  <a:gd name="connsiteX165" fmla="*/ 252396 w 701875"/>
                  <a:gd name="connsiteY165" fmla="*/ 2344 h 94479"/>
                  <a:gd name="connsiteX166" fmla="*/ 253646 w 701875"/>
                  <a:gd name="connsiteY166" fmla="*/ 1979 h 94479"/>
                  <a:gd name="connsiteX167" fmla="*/ 678334 w 701875"/>
                  <a:gd name="connsiteY167" fmla="*/ 1458 h 94479"/>
                  <a:gd name="connsiteX168" fmla="*/ 693750 w 701875"/>
                  <a:gd name="connsiteY168" fmla="*/ 6823 h 94479"/>
                  <a:gd name="connsiteX169" fmla="*/ 700730 w 701875"/>
                  <a:gd name="connsiteY169" fmla="*/ 21250 h 94479"/>
                  <a:gd name="connsiteX170" fmla="*/ 692501 w 701875"/>
                  <a:gd name="connsiteY170" fmla="*/ 21250 h 94479"/>
                  <a:gd name="connsiteX171" fmla="*/ 688126 w 701875"/>
                  <a:gd name="connsiteY171" fmla="*/ 11927 h 94479"/>
                  <a:gd name="connsiteX172" fmla="*/ 678438 w 701875"/>
                  <a:gd name="connsiteY172" fmla="*/ 8438 h 94479"/>
                  <a:gd name="connsiteX173" fmla="*/ 669271 w 701875"/>
                  <a:gd name="connsiteY173" fmla="*/ 11875 h 94479"/>
                  <a:gd name="connsiteX174" fmla="*/ 663438 w 701875"/>
                  <a:gd name="connsiteY174" fmla="*/ 20521 h 94479"/>
                  <a:gd name="connsiteX175" fmla="*/ 660365 w 701875"/>
                  <a:gd name="connsiteY175" fmla="*/ 31667 h 94479"/>
                  <a:gd name="connsiteX176" fmla="*/ 659480 w 701875"/>
                  <a:gd name="connsiteY176" fmla="*/ 42917 h 94479"/>
                  <a:gd name="connsiteX177" fmla="*/ 667188 w 701875"/>
                  <a:gd name="connsiteY177" fmla="*/ 32969 h 94479"/>
                  <a:gd name="connsiteX178" fmla="*/ 679584 w 701875"/>
                  <a:gd name="connsiteY178" fmla="*/ 29687 h 94479"/>
                  <a:gd name="connsiteX179" fmla="*/ 695886 w 701875"/>
                  <a:gd name="connsiteY179" fmla="*/ 36667 h 94479"/>
                  <a:gd name="connsiteX180" fmla="*/ 701876 w 701875"/>
                  <a:gd name="connsiteY180" fmla="*/ 55209 h 94479"/>
                  <a:gd name="connsiteX181" fmla="*/ 700261 w 701875"/>
                  <a:gd name="connsiteY181" fmla="*/ 65313 h 94479"/>
                  <a:gd name="connsiteX182" fmla="*/ 695521 w 701875"/>
                  <a:gd name="connsiteY182" fmla="*/ 73542 h 94479"/>
                  <a:gd name="connsiteX183" fmla="*/ 688126 w 701875"/>
                  <a:gd name="connsiteY183" fmla="*/ 78959 h 94479"/>
                  <a:gd name="connsiteX184" fmla="*/ 678230 w 701875"/>
                  <a:gd name="connsiteY184" fmla="*/ 80938 h 94479"/>
                  <a:gd name="connsiteX185" fmla="*/ 663594 w 701875"/>
                  <a:gd name="connsiteY185" fmla="*/ 76406 h 94479"/>
                  <a:gd name="connsiteX186" fmla="*/ 655209 w 701875"/>
                  <a:gd name="connsiteY186" fmla="*/ 64896 h 94479"/>
                  <a:gd name="connsiteX187" fmla="*/ 652969 w 701875"/>
                  <a:gd name="connsiteY187" fmla="*/ 55677 h 94479"/>
                  <a:gd name="connsiteX188" fmla="*/ 652292 w 701875"/>
                  <a:gd name="connsiteY188" fmla="*/ 43542 h 94479"/>
                  <a:gd name="connsiteX189" fmla="*/ 654219 w 701875"/>
                  <a:gd name="connsiteY189" fmla="*/ 25260 h 94479"/>
                  <a:gd name="connsiteX190" fmla="*/ 659688 w 701875"/>
                  <a:gd name="connsiteY190" fmla="*/ 12083 h 94479"/>
                  <a:gd name="connsiteX191" fmla="*/ 667917 w 701875"/>
                  <a:gd name="connsiteY191" fmla="*/ 4167 h 94479"/>
                  <a:gd name="connsiteX192" fmla="*/ 678334 w 701875"/>
                  <a:gd name="connsiteY192" fmla="*/ 1458 h 94479"/>
                  <a:gd name="connsiteX193" fmla="*/ 613230 w 701875"/>
                  <a:gd name="connsiteY193" fmla="*/ 1458 h 94479"/>
                  <a:gd name="connsiteX194" fmla="*/ 628646 w 701875"/>
                  <a:gd name="connsiteY194" fmla="*/ 6823 h 94479"/>
                  <a:gd name="connsiteX195" fmla="*/ 635625 w 701875"/>
                  <a:gd name="connsiteY195" fmla="*/ 21250 h 94479"/>
                  <a:gd name="connsiteX196" fmla="*/ 627396 w 701875"/>
                  <a:gd name="connsiteY196" fmla="*/ 21250 h 94479"/>
                  <a:gd name="connsiteX197" fmla="*/ 623021 w 701875"/>
                  <a:gd name="connsiteY197" fmla="*/ 11927 h 94479"/>
                  <a:gd name="connsiteX198" fmla="*/ 613334 w 701875"/>
                  <a:gd name="connsiteY198" fmla="*/ 8438 h 94479"/>
                  <a:gd name="connsiteX199" fmla="*/ 604167 w 701875"/>
                  <a:gd name="connsiteY199" fmla="*/ 11875 h 94479"/>
                  <a:gd name="connsiteX200" fmla="*/ 598334 w 701875"/>
                  <a:gd name="connsiteY200" fmla="*/ 20521 h 94479"/>
                  <a:gd name="connsiteX201" fmla="*/ 595261 w 701875"/>
                  <a:gd name="connsiteY201" fmla="*/ 31667 h 94479"/>
                  <a:gd name="connsiteX202" fmla="*/ 594375 w 701875"/>
                  <a:gd name="connsiteY202" fmla="*/ 42917 h 94479"/>
                  <a:gd name="connsiteX203" fmla="*/ 602084 w 701875"/>
                  <a:gd name="connsiteY203" fmla="*/ 32969 h 94479"/>
                  <a:gd name="connsiteX204" fmla="*/ 614480 w 701875"/>
                  <a:gd name="connsiteY204" fmla="*/ 29687 h 94479"/>
                  <a:gd name="connsiteX205" fmla="*/ 630782 w 701875"/>
                  <a:gd name="connsiteY205" fmla="*/ 36667 h 94479"/>
                  <a:gd name="connsiteX206" fmla="*/ 636771 w 701875"/>
                  <a:gd name="connsiteY206" fmla="*/ 55209 h 94479"/>
                  <a:gd name="connsiteX207" fmla="*/ 635157 w 701875"/>
                  <a:gd name="connsiteY207" fmla="*/ 65313 h 94479"/>
                  <a:gd name="connsiteX208" fmla="*/ 630417 w 701875"/>
                  <a:gd name="connsiteY208" fmla="*/ 73542 h 94479"/>
                  <a:gd name="connsiteX209" fmla="*/ 623021 w 701875"/>
                  <a:gd name="connsiteY209" fmla="*/ 78959 h 94479"/>
                  <a:gd name="connsiteX210" fmla="*/ 613126 w 701875"/>
                  <a:gd name="connsiteY210" fmla="*/ 80938 h 94479"/>
                  <a:gd name="connsiteX211" fmla="*/ 598490 w 701875"/>
                  <a:gd name="connsiteY211" fmla="*/ 76406 h 94479"/>
                  <a:gd name="connsiteX212" fmla="*/ 590105 w 701875"/>
                  <a:gd name="connsiteY212" fmla="*/ 64896 h 94479"/>
                  <a:gd name="connsiteX213" fmla="*/ 587865 w 701875"/>
                  <a:gd name="connsiteY213" fmla="*/ 55677 h 94479"/>
                  <a:gd name="connsiteX214" fmla="*/ 587188 w 701875"/>
                  <a:gd name="connsiteY214" fmla="*/ 43542 h 94479"/>
                  <a:gd name="connsiteX215" fmla="*/ 589115 w 701875"/>
                  <a:gd name="connsiteY215" fmla="*/ 25260 h 94479"/>
                  <a:gd name="connsiteX216" fmla="*/ 594584 w 701875"/>
                  <a:gd name="connsiteY216" fmla="*/ 12083 h 94479"/>
                  <a:gd name="connsiteX217" fmla="*/ 602813 w 701875"/>
                  <a:gd name="connsiteY217" fmla="*/ 4167 h 94479"/>
                  <a:gd name="connsiteX218" fmla="*/ 613230 w 701875"/>
                  <a:gd name="connsiteY218" fmla="*/ 1458 h 94479"/>
                  <a:gd name="connsiteX219" fmla="*/ 548125 w 701875"/>
                  <a:gd name="connsiteY219" fmla="*/ 1458 h 94479"/>
                  <a:gd name="connsiteX220" fmla="*/ 563542 w 701875"/>
                  <a:gd name="connsiteY220" fmla="*/ 6823 h 94479"/>
                  <a:gd name="connsiteX221" fmla="*/ 570521 w 701875"/>
                  <a:gd name="connsiteY221" fmla="*/ 21250 h 94479"/>
                  <a:gd name="connsiteX222" fmla="*/ 562292 w 701875"/>
                  <a:gd name="connsiteY222" fmla="*/ 21250 h 94479"/>
                  <a:gd name="connsiteX223" fmla="*/ 557917 w 701875"/>
                  <a:gd name="connsiteY223" fmla="*/ 11927 h 94479"/>
                  <a:gd name="connsiteX224" fmla="*/ 548230 w 701875"/>
                  <a:gd name="connsiteY224" fmla="*/ 8438 h 94479"/>
                  <a:gd name="connsiteX225" fmla="*/ 539063 w 701875"/>
                  <a:gd name="connsiteY225" fmla="*/ 11875 h 94479"/>
                  <a:gd name="connsiteX226" fmla="*/ 533229 w 701875"/>
                  <a:gd name="connsiteY226" fmla="*/ 20521 h 94479"/>
                  <a:gd name="connsiteX227" fmla="*/ 530157 w 701875"/>
                  <a:gd name="connsiteY227" fmla="*/ 31667 h 94479"/>
                  <a:gd name="connsiteX228" fmla="*/ 529271 w 701875"/>
                  <a:gd name="connsiteY228" fmla="*/ 42917 h 94479"/>
                  <a:gd name="connsiteX229" fmla="*/ 536980 w 701875"/>
                  <a:gd name="connsiteY229" fmla="*/ 32969 h 94479"/>
                  <a:gd name="connsiteX230" fmla="*/ 549376 w 701875"/>
                  <a:gd name="connsiteY230" fmla="*/ 29687 h 94479"/>
                  <a:gd name="connsiteX231" fmla="*/ 565677 w 701875"/>
                  <a:gd name="connsiteY231" fmla="*/ 36667 h 94479"/>
                  <a:gd name="connsiteX232" fmla="*/ 571667 w 701875"/>
                  <a:gd name="connsiteY232" fmla="*/ 55209 h 94479"/>
                  <a:gd name="connsiteX233" fmla="*/ 570052 w 701875"/>
                  <a:gd name="connsiteY233" fmla="*/ 65313 h 94479"/>
                  <a:gd name="connsiteX234" fmla="*/ 565313 w 701875"/>
                  <a:gd name="connsiteY234" fmla="*/ 73542 h 94479"/>
                  <a:gd name="connsiteX235" fmla="*/ 557917 w 701875"/>
                  <a:gd name="connsiteY235" fmla="*/ 78959 h 94479"/>
                  <a:gd name="connsiteX236" fmla="*/ 548021 w 701875"/>
                  <a:gd name="connsiteY236" fmla="*/ 80938 h 94479"/>
                  <a:gd name="connsiteX237" fmla="*/ 533386 w 701875"/>
                  <a:gd name="connsiteY237" fmla="*/ 76406 h 94479"/>
                  <a:gd name="connsiteX238" fmla="*/ 525000 w 701875"/>
                  <a:gd name="connsiteY238" fmla="*/ 64896 h 94479"/>
                  <a:gd name="connsiteX239" fmla="*/ 522761 w 701875"/>
                  <a:gd name="connsiteY239" fmla="*/ 55677 h 94479"/>
                  <a:gd name="connsiteX240" fmla="*/ 522084 w 701875"/>
                  <a:gd name="connsiteY240" fmla="*/ 43542 h 94479"/>
                  <a:gd name="connsiteX241" fmla="*/ 524011 w 701875"/>
                  <a:gd name="connsiteY241" fmla="*/ 25260 h 94479"/>
                  <a:gd name="connsiteX242" fmla="*/ 529479 w 701875"/>
                  <a:gd name="connsiteY242" fmla="*/ 12083 h 94479"/>
                  <a:gd name="connsiteX243" fmla="*/ 537709 w 701875"/>
                  <a:gd name="connsiteY243" fmla="*/ 4167 h 94479"/>
                  <a:gd name="connsiteX244" fmla="*/ 548125 w 701875"/>
                  <a:gd name="connsiteY244" fmla="*/ 1458 h 94479"/>
                  <a:gd name="connsiteX245" fmla="*/ 454480 w 701875"/>
                  <a:gd name="connsiteY245" fmla="*/ 1354 h 94479"/>
                  <a:gd name="connsiteX246" fmla="*/ 470521 w 701875"/>
                  <a:gd name="connsiteY246" fmla="*/ 6458 h 94479"/>
                  <a:gd name="connsiteX247" fmla="*/ 476980 w 701875"/>
                  <a:gd name="connsiteY247" fmla="*/ 21458 h 94479"/>
                  <a:gd name="connsiteX248" fmla="*/ 472865 w 701875"/>
                  <a:gd name="connsiteY248" fmla="*/ 35313 h 94479"/>
                  <a:gd name="connsiteX249" fmla="*/ 463021 w 701875"/>
                  <a:gd name="connsiteY249" fmla="*/ 49271 h 94479"/>
                  <a:gd name="connsiteX250" fmla="*/ 451146 w 701875"/>
                  <a:gd name="connsiteY250" fmla="*/ 61979 h 94479"/>
                  <a:gd name="connsiteX251" fmla="*/ 440938 w 701875"/>
                  <a:gd name="connsiteY251" fmla="*/ 71979 h 94479"/>
                  <a:gd name="connsiteX252" fmla="*/ 478646 w 701875"/>
                  <a:gd name="connsiteY252" fmla="*/ 71979 h 94479"/>
                  <a:gd name="connsiteX253" fmla="*/ 478646 w 701875"/>
                  <a:gd name="connsiteY253" fmla="*/ 79167 h 94479"/>
                  <a:gd name="connsiteX254" fmla="*/ 432917 w 701875"/>
                  <a:gd name="connsiteY254" fmla="*/ 79167 h 94479"/>
                  <a:gd name="connsiteX255" fmla="*/ 431719 w 701875"/>
                  <a:gd name="connsiteY255" fmla="*/ 78854 h 94479"/>
                  <a:gd name="connsiteX256" fmla="*/ 431459 w 701875"/>
                  <a:gd name="connsiteY256" fmla="*/ 77604 h 94479"/>
                  <a:gd name="connsiteX257" fmla="*/ 431459 w 701875"/>
                  <a:gd name="connsiteY257" fmla="*/ 71354 h 94479"/>
                  <a:gd name="connsiteX258" fmla="*/ 435782 w 701875"/>
                  <a:gd name="connsiteY258" fmla="*/ 67188 h 94479"/>
                  <a:gd name="connsiteX259" fmla="*/ 441354 w 701875"/>
                  <a:gd name="connsiteY259" fmla="*/ 61667 h 94479"/>
                  <a:gd name="connsiteX260" fmla="*/ 447396 w 701875"/>
                  <a:gd name="connsiteY260" fmla="*/ 55209 h 94479"/>
                  <a:gd name="connsiteX261" fmla="*/ 453542 w 701875"/>
                  <a:gd name="connsiteY261" fmla="*/ 48125 h 94479"/>
                  <a:gd name="connsiteX262" fmla="*/ 459271 w 701875"/>
                  <a:gd name="connsiteY262" fmla="*/ 40990 h 94479"/>
                  <a:gd name="connsiteX263" fmla="*/ 463959 w 701875"/>
                  <a:gd name="connsiteY263" fmla="*/ 34062 h 94479"/>
                  <a:gd name="connsiteX264" fmla="*/ 467240 w 701875"/>
                  <a:gd name="connsiteY264" fmla="*/ 27605 h 94479"/>
                  <a:gd name="connsiteX265" fmla="*/ 468438 w 701875"/>
                  <a:gd name="connsiteY265" fmla="*/ 22084 h 94479"/>
                  <a:gd name="connsiteX266" fmla="*/ 464479 w 701875"/>
                  <a:gd name="connsiteY266" fmla="*/ 11927 h 94479"/>
                  <a:gd name="connsiteX267" fmla="*/ 454271 w 701875"/>
                  <a:gd name="connsiteY267" fmla="*/ 8542 h 94479"/>
                  <a:gd name="connsiteX268" fmla="*/ 444428 w 701875"/>
                  <a:gd name="connsiteY268" fmla="*/ 12709 h 94479"/>
                  <a:gd name="connsiteX269" fmla="*/ 440625 w 701875"/>
                  <a:gd name="connsiteY269" fmla="*/ 23542 h 94479"/>
                  <a:gd name="connsiteX270" fmla="*/ 432084 w 701875"/>
                  <a:gd name="connsiteY270" fmla="*/ 23542 h 94479"/>
                  <a:gd name="connsiteX271" fmla="*/ 433750 w 701875"/>
                  <a:gd name="connsiteY271" fmla="*/ 14427 h 94479"/>
                  <a:gd name="connsiteX272" fmla="*/ 438438 w 701875"/>
                  <a:gd name="connsiteY272" fmla="*/ 7396 h 94479"/>
                  <a:gd name="connsiteX273" fmla="*/ 445573 w 701875"/>
                  <a:gd name="connsiteY273" fmla="*/ 2917 h 94479"/>
                  <a:gd name="connsiteX274" fmla="*/ 454480 w 701875"/>
                  <a:gd name="connsiteY274" fmla="*/ 1354 h 94479"/>
                  <a:gd name="connsiteX275" fmla="*/ 181042 w 701875"/>
                  <a:gd name="connsiteY275" fmla="*/ 1354 h 94479"/>
                  <a:gd name="connsiteX276" fmla="*/ 197084 w 701875"/>
                  <a:gd name="connsiteY276" fmla="*/ 6458 h 94479"/>
                  <a:gd name="connsiteX277" fmla="*/ 203542 w 701875"/>
                  <a:gd name="connsiteY277" fmla="*/ 21458 h 94479"/>
                  <a:gd name="connsiteX278" fmla="*/ 199427 w 701875"/>
                  <a:gd name="connsiteY278" fmla="*/ 35313 h 94479"/>
                  <a:gd name="connsiteX279" fmla="*/ 189583 w 701875"/>
                  <a:gd name="connsiteY279" fmla="*/ 49271 h 94479"/>
                  <a:gd name="connsiteX280" fmla="*/ 177709 w 701875"/>
                  <a:gd name="connsiteY280" fmla="*/ 61979 h 94479"/>
                  <a:gd name="connsiteX281" fmla="*/ 167500 w 701875"/>
                  <a:gd name="connsiteY281" fmla="*/ 71979 h 94479"/>
                  <a:gd name="connsiteX282" fmla="*/ 205209 w 701875"/>
                  <a:gd name="connsiteY282" fmla="*/ 71979 h 94479"/>
                  <a:gd name="connsiteX283" fmla="*/ 205209 w 701875"/>
                  <a:gd name="connsiteY283" fmla="*/ 79167 h 94479"/>
                  <a:gd name="connsiteX284" fmla="*/ 159479 w 701875"/>
                  <a:gd name="connsiteY284" fmla="*/ 79167 h 94479"/>
                  <a:gd name="connsiteX285" fmla="*/ 158281 w 701875"/>
                  <a:gd name="connsiteY285" fmla="*/ 78854 h 94479"/>
                  <a:gd name="connsiteX286" fmla="*/ 158021 w 701875"/>
                  <a:gd name="connsiteY286" fmla="*/ 77604 h 94479"/>
                  <a:gd name="connsiteX287" fmla="*/ 158021 w 701875"/>
                  <a:gd name="connsiteY287" fmla="*/ 71354 h 94479"/>
                  <a:gd name="connsiteX288" fmla="*/ 162344 w 701875"/>
                  <a:gd name="connsiteY288" fmla="*/ 67188 h 94479"/>
                  <a:gd name="connsiteX289" fmla="*/ 167917 w 701875"/>
                  <a:gd name="connsiteY289" fmla="*/ 61667 h 94479"/>
                  <a:gd name="connsiteX290" fmla="*/ 173959 w 701875"/>
                  <a:gd name="connsiteY290" fmla="*/ 55209 h 94479"/>
                  <a:gd name="connsiteX291" fmla="*/ 180104 w 701875"/>
                  <a:gd name="connsiteY291" fmla="*/ 48125 h 94479"/>
                  <a:gd name="connsiteX292" fmla="*/ 185833 w 701875"/>
                  <a:gd name="connsiteY292" fmla="*/ 40990 h 94479"/>
                  <a:gd name="connsiteX293" fmla="*/ 190521 w 701875"/>
                  <a:gd name="connsiteY293" fmla="*/ 34062 h 94479"/>
                  <a:gd name="connsiteX294" fmla="*/ 193802 w 701875"/>
                  <a:gd name="connsiteY294" fmla="*/ 27605 h 94479"/>
                  <a:gd name="connsiteX295" fmla="*/ 195000 w 701875"/>
                  <a:gd name="connsiteY295" fmla="*/ 22084 h 94479"/>
                  <a:gd name="connsiteX296" fmla="*/ 191042 w 701875"/>
                  <a:gd name="connsiteY296" fmla="*/ 11927 h 94479"/>
                  <a:gd name="connsiteX297" fmla="*/ 180833 w 701875"/>
                  <a:gd name="connsiteY297" fmla="*/ 8542 h 94479"/>
                  <a:gd name="connsiteX298" fmla="*/ 170990 w 701875"/>
                  <a:gd name="connsiteY298" fmla="*/ 12709 h 94479"/>
                  <a:gd name="connsiteX299" fmla="*/ 167188 w 701875"/>
                  <a:gd name="connsiteY299" fmla="*/ 23542 h 94479"/>
                  <a:gd name="connsiteX300" fmla="*/ 158646 w 701875"/>
                  <a:gd name="connsiteY300" fmla="*/ 23542 h 94479"/>
                  <a:gd name="connsiteX301" fmla="*/ 160313 w 701875"/>
                  <a:gd name="connsiteY301" fmla="*/ 14427 h 94479"/>
                  <a:gd name="connsiteX302" fmla="*/ 165000 w 701875"/>
                  <a:gd name="connsiteY302" fmla="*/ 7396 h 94479"/>
                  <a:gd name="connsiteX303" fmla="*/ 172136 w 701875"/>
                  <a:gd name="connsiteY303" fmla="*/ 2917 h 94479"/>
                  <a:gd name="connsiteX304" fmla="*/ 181042 w 701875"/>
                  <a:gd name="connsiteY304" fmla="*/ 1354 h 94479"/>
                  <a:gd name="connsiteX305" fmla="*/ 24896 w 701875"/>
                  <a:gd name="connsiteY305" fmla="*/ 1354 h 94479"/>
                  <a:gd name="connsiteX306" fmla="*/ 33698 w 701875"/>
                  <a:gd name="connsiteY306" fmla="*/ 2552 h 94479"/>
                  <a:gd name="connsiteX307" fmla="*/ 41146 w 701875"/>
                  <a:gd name="connsiteY307" fmla="*/ 6250 h 94479"/>
                  <a:gd name="connsiteX308" fmla="*/ 46198 w 701875"/>
                  <a:gd name="connsiteY308" fmla="*/ 12604 h 94479"/>
                  <a:gd name="connsiteX309" fmla="*/ 48125 w 701875"/>
                  <a:gd name="connsiteY309" fmla="*/ 21771 h 94479"/>
                  <a:gd name="connsiteX310" fmla="*/ 43854 w 701875"/>
                  <a:gd name="connsiteY310" fmla="*/ 33438 h 94479"/>
                  <a:gd name="connsiteX311" fmla="*/ 32708 w 701875"/>
                  <a:gd name="connsiteY311" fmla="*/ 39792 h 94479"/>
                  <a:gd name="connsiteX312" fmla="*/ 45052 w 701875"/>
                  <a:gd name="connsiteY312" fmla="*/ 46198 h 94479"/>
                  <a:gd name="connsiteX313" fmla="*/ 49792 w 701875"/>
                  <a:gd name="connsiteY313" fmla="*/ 59063 h 94479"/>
                  <a:gd name="connsiteX314" fmla="*/ 47656 w 701875"/>
                  <a:gd name="connsiteY314" fmla="*/ 69011 h 94479"/>
                  <a:gd name="connsiteX315" fmla="*/ 41979 w 701875"/>
                  <a:gd name="connsiteY315" fmla="*/ 75833 h 94479"/>
                  <a:gd name="connsiteX316" fmla="*/ 33854 w 701875"/>
                  <a:gd name="connsiteY316" fmla="*/ 79688 h 94479"/>
                  <a:gd name="connsiteX317" fmla="*/ 24479 w 701875"/>
                  <a:gd name="connsiteY317" fmla="*/ 80938 h 94479"/>
                  <a:gd name="connsiteX318" fmla="*/ 6719 w 701875"/>
                  <a:gd name="connsiteY318" fmla="*/ 75000 h 94479"/>
                  <a:gd name="connsiteX319" fmla="*/ 0 w 701875"/>
                  <a:gd name="connsiteY319" fmla="*/ 58542 h 94479"/>
                  <a:gd name="connsiteX320" fmla="*/ 8229 w 701875"/>
                  <a:gd name="connsiteY320" fmla="*/ 58542 h 94479"/>
                  <a:gd name="connsiteX321" fmla="*/ 13177 w 701875"/>
                  <a:gd name="connsiteY321" fmla="*/ 69896 h 94479"/>
                  <a:gd name="connsiteX322" fmla="*/ 24792 w 701875"/>
                  <a:gd name="connsiteY322" fmla="*/ 73750 h 94479"/>
                  <a:gd name="connsiteX323" fmla="*/ 36979 w 701875"/>
                  <a:gd name="connsiteY323" fmla="*/ 69688 h 94479"/>
                  <a:gd name="connsiteX324" fmla="*/ 41459 w 701875"/>
                  <a:gd name="connsiteY324" fmla="*/ 58125 h 94479"/>
                  <a:gd name="connsiteX325" fmla="*/ 40000 w 701875"/>
                  <a:gd name="connsiteY325" fmla="*/ 51511 h 94479"/>
                  <a:gd name="connsiteX326" fmla="*/ 36146 w 701875"/>
                  <a:gd name="connsiteY326" fmla="*/ 46979 h 94479"/>
                  <a:gd name="connsiteX327" fmla="*/ 30573 w 701875"/>
                  <a:gd name="connsiteY327" fmla="*/ 44375 h 94479"/>
                  <a:gd name="connsiteX328" fmla="*/ 24271 w 701875"/>
                  <a:gd name="connsiteY328" fmla="*/ 43333 h 94479"/>
                  <a:gd name="connsiteX329" fmla="*/ 20104 w 701875"/>
                  <a:gd name="connsiteY329" fmla="*/ 43333 h 94479"/>
                  <a:gd name="connsiteX330" fmla="*/ 18646 w 701875"/>
                  <a:gd name="connsiteY330" fmla="*/ 43073 h 94479"/>
                  <a:gd name="connsiteX331" fmla="*/ 18438 w 701875"/>
                  <a:gd name="connsiteY331" fmla="*/ 41667 h 94479"/>
                  <a:gd name="connsiteX332" fmla="*/ 18438 w 701875"/>
                  <a:gd name="connsiteY332" fmla="*/ 37813 h 94479"/>
                  <a:gd name="connsiteX333" fmla="*/ 18646 w 701875"/>
                  <a:gd name="connsiteY333" fmla="*/ 36146 h 94479"/>
                  <a:gd name="connsiteX334" fmla="*/ 20104 w 701875"/>
                  <a:gd name="connsiteY334" fmla="*/ 35729 h 94479"/>
                  <a:gd name="connsiteX335" fmla="*/ 23542 w 701875"/>
                  <a:gd name="connsiteY335" fmla="*/ 35729 h 94479"/>
                  <a:gd name="connsiteX336" fmla="*/ 29635 w 701875"/>
                  <a:gd name="connsiteY336" fmla="*/ 34948 h 94479"/>
                  <a:gd name="connsiteX337" fmla="*/ 34792 w 701875"/>
                  <a:gd name="connsiteY337" fmla="*/ 32500 h 94479"/>
                  <a:gd name="connsiteX338" fmla="*/ 38437 w 701875"/>
                  <a:gd name="connsiteY338" fmla="*/ 28386 h 94479"/>
                  <a:gd name="connsiteX339" fmla="*/ 39792 w 701875"/>
                  <a:gd name="connsiteY339" fmla="*/ 22188 h 94479"/>
                  <a:gd name="connsiteX340" fmla="*/ 35469 w 701875"/>
                  <a:gd name="connsiteY340" fmla="*/ 12083 h 94479"/>
                  <a:gd name="connsiteX341" fmla="*/ 24583 w 701875"/>
                  <a:gd name="connsiteY341" fmla="*/ 8542 h 94479"/>
                  <a:gd name="connsiteX342" fmla="*/ 13906 w 701875"/>
                  <a:gd name="connsiteY342" fmla="*/ 12083 h 94479"/>
                  <a:gd name="connsiteX343" fmla="*/ 9375 w 701875"/>
                  <a:gd name="connsiteY343" fmla="*/ 22292 h 94479"/>
                  <a:gd name="connsiteX344" fmla="*/ 1042 w 701875"/>
                  <a:gd name="connsiteY344" fmla="*/ 22292 h 94479"/>
                  <a:gd name="connsiteX345" fmla="*/ 7708 w 701875"/>
                  <a:gd name="connsiteY345" fmla="*/ 6979 h 94479"/>
                  <a:gd name="connsiteX346" fmla="*/ 24896 w 701875"/>
                  <a:gd name="connsiteY346" fmla="*/ 1354 h 94479"/>
                  <a:gd name="connsiteX347" fmla="*/ 390834 w 701875"/>
                  <a:gd name="connsiteY347" fmla="*/ 0 h 94479"/>
                  <a:gd name="connsiteX348" fmla="*/ 403594 w 701875"/>
                  <a:gd name="connsiteY348" fmla="*/ 3646 h 94479"/>
                  <a:gd name="connsiteX349" fmla="*/ 411355 w 701875"/>
                  <a:gd name="connsiteY349" fmla="*/ 13021 h 94479"/>
                  <a:gd name="connsiteX350" fmla="*/ 415209 w 701875"/>
                  <a:gd name="connsiteY350" fmla="*/ 26146 h 94479"/>
                  <a:gd name="connsiteX351" fmla="*/ 416250 w 701875"/>
                  <a:gd name="connsiteY351" fmla="*/ 40729 h 94479"/>
                  <a:gd name="connsiteX352" fmla="*/ 415209 w 701875"/>
                  <a:gd name="connsiteY352" fmla="*/ 55313 h 94479"/>
                  <a:gd name="connsiteX353" fmla="*/ 411355 w 701875"/>
                  <a:gd name="connsiteY353" fmla="*/ 68334 h 94479"/>
                  <a:gd name="connsiteX354" fmla="*/ 403594 w 701875"/>
                  <a:gd name="connsiteY354" fmla="*/ 77604 h 94479"/>
                  <a:gd name="connsiteX355" fmla="*/ 390834 w 701875"/>
                  <a:gd name="connsiteY355" fmla="*/ 81146 h 94479"/>
                  <a:gd name="connsiteX356" fmla="*/ 378281 w 701875"/>
                  <a:gd name="connsiteY356" fmla="*/ 77604 h 94479"/>
                  <a:gd name="connsiteX357" fmla="*/ 370834 w 701875"/>
                  <a:gd name="connsiteY357" fmla="*/ 68334 h 94479"/>
                  <a:gd name="connsiteX358" fmla="*/ 367188 w 701875"/>
                  <a:gd name="connsiteY358" fmla="*/ 55313 h 94479"/>
                  <a:gd name="connsiteX359" fmla="*/ 366250 w 701875"/>
                  <a:gd name="connsiteY359" fmla="*/ 40729 h 94479"/>
                  <a:gd name="connsiteX360" fmla="*/ 367188 w 701875"/>
                  <a:gd name="connsiteY360" fmla="*/ 26146 h 94479"/>
                  <a:gd name="connsiteX361" fmla="*/ 370834 w 701875"/>
                  <a:gd name="connsiteY361" fmla="*/ 13021 h 94479"/>
                  <a:gd name="connsiteX362" fmla="*/ 378281 w 701875"/>
                  <a:gd name="connsiteY362" fmla="*/ 3646 h 94479"/>
                  <a:gd name="connsiteX363" fmla="*/ 390834 w 701875"/>
                  <a:gd name="connsiteY363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</a:cxnLst>
                <a:rect l="l" t="t" r="r" b="b"/>
                <a:pathLst>
                  <a:path w="701875" h="94479">
                    <a:moveTo>
                      <a:pt x="501042" y="70833"/>
                    </a:moveTo>
                    <a:lnTo>
                      <a:pt x="511771" y="70833"/>
                    </a:lnTo>
                    <a:cubicBezTo>
                      <a:pt x="512188" y="70833"/>
                      <a:pt x="512487" y="70938"/>
                      <a:pt x="512657" y="71146"/>
                    </a:cubicBezTo>
                    <a:cubicBezTo>
                      <a:pt x="512839" y="71354"/>
                      <a:pt x="512917" y="71667"/>
                      <a:pt x="512917" y="72084"/>
                    </a:cubicBezTo>
                    <a:lnTo>
                      <a:pt x="512917" y="78750"/>
                    </a:lnTo>
                    <a:cubicBezTo>
                      <a:pt x="512917" y="83685"/>
                      <a:pt x="511875" y="87435"/>
                      <a:pt x="509792" y="90000"/>
                    </a:cubicBezTo>
                    <a:cubicBezTo>
                      <a:pt x="507709" y="92565"/>
                      <a:pt x="505183" y="94063"/>
                      <a:pt x="502188" y="94479"/>
                    </a:cubicBezTo>
                    <a:lnTo>
                      <a:pt x="502188" y="90834"/>
                    </a:lnTo>
                    <a:cubicBezTo>
                      <a:pt x="503789" y="90417"/>
                      <a:pt x="504948" y="89258"/>
                      <a:pt x="505677" y="87344"/>
                    </a:cubicBezTo>
                    <a:cubicBezTo>
                      <a:pt x="506407" y="85430"/>
                      <a:pt x="506667" y="83503"/>
                      <a:pt x="506459" y="81563"/>
                    </a:cubicBezTo>
                    <a:lnTo>
                      <a:pt x="501042" y="81563"/>
                    </a:lnTo>
                    <a:close/>
                    <a:moveTo>
                      <a:pt x="279688" y="70833"/>
                    </a:moveTo>
                    <a:lnTo>
                      <a:pt x="290417" y="70833"/>
                    </a:lnTo>
                    <a:cubicBezTo>
                      <a:pt x="290833" y="70833"/>
                      <a:pt x="291133" y="70938"/>
                      <a:pt x="291302" y="71146"/>
                    </a:cubicBezTo>
                    <a:cubicBezTo>
                      <a:pt x="291485" y="71354"/>
                      <a:pt x="291563" y="71667"/>
                      <a:pt x="291563" y="72084"/>
                    </a:cubicBezTo>
                    <a:lnTo>
                      <a:pt x="291563" y="78750"/>
                    </a:lnTo>
                    <a:cubicBezTo>
                      <a:pt x="291563" y="83685"/>
                      <a:pt x="290521" y="87435"/>
                      <a:pt x="288438" y="90000"/>
                    </a:cubicBezTo>
                    <a:cubicBezTo>
                      <a:pt x="286354" y="92565"/>
                      <a:pt x="283828" y="94063"/>
                      <a:pt x="280833" y="94479"/>
                    </a:cubicBezTo>
                    <a:lnTo>
                      <a:pt x="280833" y="90834"/>
                    </a:lnTo>
                    <a:cubicBezTo>
                      <a:pt x="282435" y="90417"/>
                      <a:pt x="283594" y="89258"/>
                      <a:pt x="284323" y="87344"/>
                    </a:cubicBezTo>
                    <a:cubicBezTo>
                      <a:pt x="285052" y="85430"/>
                      <a:pt x="285313" y="83503"/>
                      <a:pt x="285104" y="81563"/>
                    </a:cubicBezTo>
                    <a:lnTo>
                      <a:pt x="279688" y="81563"/>
                    </a:lnTo>
                    <a:close/>
                    <a:moveTo>
                      <a:pt x="71354" y="70833"/>
                    </a:moveTo>
                    <a:lnTo>
                      <a:pt x="82084" y="70833"/>
                    </a:lnTo>
                    <a:cubicBezTo>
                      <a:pt x="82500" y="70833"/>
                      <a:pt x="82800" y="70938"/>
                      <a:pt x="82969" y="71146"/>
                    </a:cubicBezTo>
                    <a:cubicBezTo>
                      <a:pt x="83151" y="71354"/>
                      <a:pt x="83229" y="71667"/>
                      <a:pt x="83229" y="72084"/>
                    </a:cubicBezTo>
                    <a:lnTo>
                      <a:pt x="83229" y="78750"/>
                    </a:lnTo>
                    <a:cubicBezTo>
                      <a:pt x="83229" y="83685"/>
                      <a:pt x="82188" y="87435"/>
                      <a:pt x="80104" y="90000"/>
                    </a:cubicBezTo>
                    <a:cubicBezTo>
                      <a:pt x="78021" y="92565"/>
                      <a:pt x="75495" y="94063"/>
                      <a:pt x="72500" y="94479"/>
                    </a:cubicBezTo>
                    <a:lnTo>
                      <a:pt x="72500" y="90834"/>
                    </a:lnTo>
                    <a:cubicBezTo>
                      <a:pt x="74102" y="90417"/>
                      <a:pt x="75260" y="89258"/>
                      <a:pt x="75990" y="87344"/>
                    </a:cubicBezTo>
                    <a:cubicBezTo>
                      <a:pt x="76719" y="85430"/>
                      <a:pt x="76979" y="83503"/>
                      <a:pt x="76771" y="81563"/>
                    </a:cubicBezTo>
                    <a:lnTo>
                      <a:pt x="71354" y="81563"/>
                    </a:lnTo>
                    <a:close/>
                    <a:moveTo>
                      <a:pt x="677501" y="36146"/>
                    </a:moveTo>
                    <a:cubicBezTo>
                      <a:pt x="675144" y="36146"/>
                      <a:pt x="672969" y="36654"/>
                      <a:pt x="670990" y="37656"/>
                    </a:cubicBezTo>
                    <a:cubicBezTo>
                      <a:pt x="669011" y="38659"/>
                      <a:pt x="667331" y="39961"/>
                      <a:pt x="665938" y="41563"/>
                    </a:cubicBezTo>
                    <a:cubicBezTo>
                      <a:pt x="664480" y="43229"/>
                      <a:pt x="663373" y="45143"/>
                      <a:pt x="662605" y="47292"/>
                    </a:cubicBezTo>
                    <a:cubicBezTo>
                      <a:pt x="661850" y="49440"/>
                      <a:pt x="661459" y="51706"/>
                      <a:pt x="661459" y="54063"/>
                    </a:cubicBezTo>
                    <a:cubicBezTo>
                      <a:pt x="661459" y="56914"/>
                      <a:pt x="661823" y="59544"/>
                      <a:pt x="662552" y="61979"/>
                    </a:cubicBezTo>
                    <a:cubicBezTo>
                      <a:pt x="663282" y="64414"/>
                      <a:pt x="664349" y="66498"/>
                      <a:pt x="665730" y="68229"/>
                    </a:cubicBezTo>
                    <a:cubicBezTo>
                      <a:pt x="667123" y="70039"/>
                      <a:pt x="668790" y="71445"/>
                      <a:pt x="670729" y="72448"/>
                    </a:cubicBezTo>
                    <a:cubicBezTo>
                      <a:pt x="672683" y="73451"/>
                      <a:pt x="674870" y="73959"/>
                      <a:pt x="677292" y="73959"/>
                    </a:cubicBezTo>
                    <a:cubicBezTo>
                      <a:pt x="682501" y="73959"/>
                      <a:pt x="686537" y="72136"/>
                      <a:pt x="689375" y="68490"/>
                    </a:cubicBezTo>
                    <a:cubicBezTo>
                      <a:pt x="692227" y="64844"/>
                      <a:pt x="693646" y="60352"/>
                      <a:pt x="693646" y="55000"/>
                    </a:cubicBezTo>
                    <a:cubicBezTo>
                      <a:pt x="693646" y="52500"/>
                      <a:pt x="693308" y="50104"/>
                      <a:pt x="692605" y="47812"/>
                    </a:cubicBezTo>
                    <a:cubicBezTo>
                      <a:pt x="691915" y="45521"/>
                      <a:pt x="690873" y="43542"/>
                      <a:pt x="689479" y="41875"/>
                    </a:cubicBezTo>
                    <a:cubicBezTo>
                      <a:pt x="688165" y="40143"/>
                      <a:pt x="686498" y="38750"/>
                      <a:pt x="684479" y="37708"/>
                    </a:cubicBezTo>
                    <a:cubicBezTo>
                      <a:pt x="682474" y="36667"/>
                      <a:pt x="680144" y="36146"/>
                      <a:pt x="677501" y="36146"/>
                    </a:cubicBezTo>
                    <a:close/>
                    <a:moveTo>
                      <a:pt x="612396" y="36146"/>
                    </a:moveTo>
                    <a:cubicBezTo>
                      <a:pt x="610040" y="36146"/>
                      <a:pt x="607865" y="36654"/>
                      <a:pt x="605886" y="37656"/>
                    </a:cubicBezTo>
                    <a:cubicBezTo>
                      <a:pt x="603907" y="38659"/>
                      <a:pt x="602227" y="39961"/>
                      <a:pt x="600834" y="41563"/>
                    </a:cubicBezTo>
                    <a:cubicBezTo>
                      <a:pt x="599376" y="43229"/>
                      <a:pt x="598269" y="45143"/>
                      <a:pt x="597500" y="47292"/>
                    </a:cubicBezTo>
                    <a:cubicBezTo>
                      <a:pt x="596745" y="49440"/>
                      <a:pt x="596355" y="51706"/>
                      <a:pt x="596355" y="54063"/>
                    </a:cubicBezTo>
                    <a:cubicBezTo>
                      <a:pt x="596355" y="56914"/>
                      <a:pt x="596719" y="59544"/>
                      <a:pt x="597448" y="61979"/>
                    </a:cubicBezTo>
                    <a:cubicBezTo>
                      <a:pt x="598177" y="64414"/>
                      <a:pt x="599245" y="66498"/>
                      <a:pt x="600626" y="68229"/>
                    </a:cubicBezTo>
                    <a:cubicBezTo>
                      <a:pt x="602019" y="70039"/>
                      <a:pt x="603685" y="71445"/>
                      <a:pt x="605625" y="72448"/>
                    </a:cubicBezTo>
                    <a:cubicBezTo>
                      <a:pt x="607579" y="73451"/>
                      <a:pt x="609766" y="73959"/>
                      <a:pt x="612188" y="73959"/>
                    </a:cubicBezTo>
                    <a:cubicBezTo>
                      <a:pt x="617396" y="73959"/>
                      <a:pt x="621433" y="72136"/>
                      <a:pt x="624271" y="68490"/>
                    </a:cubicBezTo>
                    <a:cubicBezTo>
                      <a:pt x="627123" y="64844"/>
                      <a:pt x="628542" y="60352"/>
                      <a:pt x="628542" y="55000"/>
                    </a:cubicBezTo>
                    <a:cubicBezTo>
                      <a:pt x="628542" y="52500"/>
                      <a:pt x="628204" y="50104"/>
                      <a:pt x="627501" y="47812"/>
                    </a:cubicBezTo>
                    <a:cubicBezTo>
                      <a:pt x="626810" y="45521"/>
                      <a:pt x="625769" y="43542"/>
                      <a:pt x="624375" y="41875"/>
                    </a:cubicBezTo>
                    <a:cubicBezTo>
                      <a:pt x="623060" y="40143"/>
                      <a:pt x="621394" y="38750"/>
                      <a:pt x="619375" y="37708"/>
                    </a:cubicBezTo>
                    <a:cubicBezTo>
                      <a:pt x="617370" y="36667"/>
                      <a:pt x="615040" y="36146"/>
                      <a:pt x="612396" y="36146"/>
                    </a:cubicBezTo>
                    <a:close/>
                    <a:moveTo>
                      <a:pt x="547292" y="36146"/>
                    </a:moveTo>
                    <a:cubicBezTo>
                      <a:pt x="544935" y="36146"/>
                      <a:pt x="542761" y="36654"/>
                      <a:pt x="540782" y="37656"/>
                    </a:cubicBezTo>
                    <a:cubicBezTo>
                      <a:pt x="538802" y="38659"/>
                      <a:pt x="537123" y="39961"/>
                      <a:pt x="535730" y="41563"/>
                    </a:cubicBezTo>
                    <a:cubicBezTo>
                      <a:pt x="534271" y="43229"/>
                      <a:pt x="533165" y="45143"/>
                      <a:pt x="532396" y="47292"/>
                    </a:cubicBezTo>
                    <a:cubicBezTo>
                      <a:pt x="531641" y="49440"/>
                      <a:pt x="531251" y="51706"/>
                      <a:pt x="531251" y="54063"/>
                    </a:cubicBezTo>
                    <a:cubicBezTo>
                      <a:pt x="531251" y="56914"/>
                      <a:pt x="531615" y="59544"/>
                      <a:pt x="532344" y="61979"/>
                    </a:cubicBezTo>
                    <a:cubicBezTo>
                      <a:pt x="533073" y="64414"/>
                      <a:pt x="534141" y="66498"/>
                      <a:pt x="535521" y="68229"/>
                    </a:cubicBezTo>
                    <a:cubicBezTo>
                      <a:pt x="536915" y="70039"/>
                      <a:pt x="538581" y="71445"/>
                      <a:pt x="540521" y="72448"/>
                    </a:cubicBezTo>
                    <a:cubicBezTo>
                      <a:pt x="542474" y="73451"/>
                      <a:pt x="544662" y="73959"/>
                      <a:pt x="547084" y="73959"/>
                    </a:cubicBezTo>
                    <a:cubicBezTo>
                      <a:pt x="552292" y="73959"/>
                      <a:pt x="556329" y="72136"/>
                      <a:pt x="559167" y="68490"/>
                    </a:cubicBezTo>
                    <a:cubicBezTo>
                      <a:pt x="562018" y="64844"/>
                      <a:pt x="563438" y="60352"/>
                      <a:pt x="563438" y="55000"/>
                    </a:cubicBezTo>
                    <a:cubicBezTo>
                      <a:pt x="563438" y="52500"/>
                      <a:pt x="563099" y="50104"/>
                      <a:pt x="562396" y="47812"/>
                    </a:cubicBezTo>
                    <a:cubicBezTo>
                      <a:pt x="561706" y="45521"/>
                      <a:pt x="560665" y="43542"/>
                      <a:pt x="559271" y="41875"/>
                    </a:cubicBezTo>
                    <a:cubicBezTo>
                      <a:pt x="557956" y="40143"/>
                      <a:pt x="556290" y="38750"/>
                      <a:pt x="554271" y="37708"/>
                    </a:cubicBezTo>
                    <a:cubicBezTo>
                      <a:pt x="552266" y="36667"/>
                      <a:pt x="549935" y="36146"/>
                      <a:pt x="547292" y="36146"/>
                    </a:cubicBezTo>
                    <a:close/>
                    <a:moveTo>
                      <a:pt x="255000" y="11250"/>
                    </a:moveTo>
                    <a:lnTo>
                      <a:pt x="228125" y="55313"/>
                    </a:lnTo>
                    <a:lnTo>
                      <a:pt x="254792" y="55313"/>
                    </a:lnTo>
                    <a:lnTo>
                      <a:pt x="254792" y="20833"/>
                    </a:lnTo>
                    <a:close/>
                    <a:moveTo>
                      <a:pt x="390834" y="7188"/>
                    </a:moveTo>
                    <a:cubicBezTo>
                      <a:pt x="387084" y="7188"/>
                      <a:pt x="384154" y="8399"/>
                      <a:pt x="382031" y="10833"/>
                    </a:cubicBezTo>
                    <a:cubicBezTo>
                      <a:pt x="379922" y="13268"/>
                      <a:pt x="378334" y="16185"/>
                      <a:pt x="377292" y="19583"/>
                    </a:cubicBezTo>
                    <a:cubicBezTo>
                      <a:pt x="376185" y="23060"/>
                      <a:pt x="375508" y="26719"/>
                      <a:pt x="375261" y="30573"/>
                    </a:cubicBezTo>
                    <a:cubicBezTo>
                      <a:pt x="375026" y="34427"/>
                      <a:pt x="374896" y="37813"/>
                      <a:pt x="374896" y="40729"/>
                    </a:cubicBezTo>
                    <a:cubicBezTo>
                      <a:pt x="374896" y="43646"/>
                      <a:pt x="375026" y="46992"/>
                      <a:pt x="375261" y="50782"/>
                    </a:cubicBezTo>
                    <a:cubicBezTo>
                      <a:pt x="375508" y="54570"/>
                      <a:pt x="376185" y="58190"/>
                      <a:pt x="377292" y="61667"/>
                    </a:cubicBezTo>
                    <a:cubicBezTo>
                      <a:pt x="378334" y="65065"/>
                      <a:pt x="379922" y="67956"/>
                      <a:pt x="382031" y="70313"/>
                    </a:cubicBezTo>
                    <a:cubicBezTo>
                      <a:pt x="384154" y="72670"/>
                      <a:pt x="387084" y="73854"/>
                      <a:pt x="390834" y="73854"/>
                    </a:cubicBezTo>
                    <a:cubicBezTo>
                      <a:pt x="394584" y="73854"/>
                      <a:pt x="397578" y="72670"/>
                      <a:pt x="399792" y="70313"/>
                    </a:cubicBezTo>
                    <a:cubicBezTo>
                      <a:pt x="402018" y="67956"/>
                      <a:pt x="403685" y="65065"/>
                      <a:pt x="404792" y="61667"/>
                    </a:cubicBezTo>
                    <a:cubicBezTo>
                      <a:pt x="405977" y="58190"/>
                      <a:pt x="406745" y="54570"/>
                      <a:pt x="407084" y="50782"/>
                    </a:cubicBezTo>
                    <a:cubicBezTo>
                      <a:pt x="407435" y="46992"/>
                      <a:pt x="407605" y="43646"/>
                      <a:pt x="407605" y="40729"/>
                    </a:cubicBezTo>
                    <a:cubicBezTo>
                      <a:pt x="407605" y="37813"/>
                      <a:pt x="407435" y="34427"/>
                      <a:pt x="407084" y="30573"/>
                    </a:cubicBezTo>
                    <a:cubicBezTo>
                      <a:pt x="406745" y="26719"/>
                      <a:pt x="405977" y="23060"/>
                      <a:pt x="404792" y="19583"/>
                    </a:cubicBezTo>
                    <a:cubicBezTo>
                      <a:pt x="403685" y="16185"/>
                      <a:pt x="402018" y="13268"/>
                      <a:pt x="399792" y="10833"/>
                    </a:cubicBezTo>
                    <a:cubicBezTo>
                      <a:pt x="397578" y="8399"/>
                      <a:pt x="394584" y="7188"/>
                      <a:pt x="390834" y="7188"/>
                    </a:cubicBezTo>
                    <a:close/>
                    <a:moveTo>
                      <a:pt x="319896" y="3125"/>
                    </a:moveTo>
                    <a:lnTo>
                      <a:pt x="359583" y="3125"/>
                    </a:lnTo>
                    <a:lnTo>
                      <a:pt x="359583" y="10208"/>
                    </a:lnTo>
                    <a:lnTo>
                      <a:pt x="326250" y="10208"/>
                    </a:lnTo>
                    <a:lnTo>
                      <a:pt x="324792" y="35834"/>
                    </a:lnTo>
                    <a:cubicBezTo>
                      <a:pt x="326394" y="33685"/>
                      <a:pt x="328672" y="31992"/>
                      <a:pt x="331615" y="30781"/>
                    </a:cubicBezTo>
                    <a:cubicBezTo>
                      <a:pt x="334571" y="29570"/>
                      <a:pt x="337917" y="28958"/>
                      <a:pt x="341667" y="28958"/>
                    </a:cubicBezTo>
                    <a:cubicBezTo>
                      <a:pt x="344662" y="28958"/>
                      <a:pt x="347474" y="29492"/>
                      <a:pt x="350104" y="30573"/>
                    </a:cubicBezTo>
                    <a:cubicBezTo>
                      <a:pt x="352748" y="31654"/>
                      <a:pt x="355079" y="33269"/>
                      <a:pt x="357084" y="35417"/>
                    </a:cubicBezTo>
                    <a:cubicBezTo>
                      <a:pt x="359037" y="37565"/>
                      <a:pt x="360599" y="40261"/>
                      <a:pt x="361771" y="43490"/>
                    </a:cubicBezTo>
                    <a:cubicBezTo>
                      <a:pt x="362956" y="46719"/>
                      <a:pt x="363542" y="50521"/>
                      <a:pt x="363542" y="54896"/>
                    </a:cubicBezTo>
                    <a:cubicBezTo>
                      <a:pt x="363542" y="58711"/>
                      <a:pt x="362969" y="62227"/>
                      <a:pt x="361823" y="65417"/>
                    </a:cubicBezTo>
                    <a:cubicBezTo>
                      <a:pt x="360677" y="68607"/>
                      <a:pt x="359063" y="71354"/>
                      <a:pt x="356980" y="73646"/>
                    </a:cubicBezTo>
                    <a:cubicBezTo>
                      <a:pt x="354831" y="75938"/>
                      <a:pt x="352279" y="77722"/>
                      <a:pt x="349323" y="79011"/>
                    </a:cubicBezTo>
                    <a:cubicBezTo>
                      <a:pt x="346381" y="80300"/>
                      <a:pt x="343099" y="80938"/>
                      <a:pt x="339480" y="80938"/>
                    </a:cubicBezTo>
                    <a:cubicBezTo>
                      <a:pt x="332891" y="80938"/>
                      <a:pt x="327331" y="79206"/>
                      <a:pt x="322813" y="75729"/>
                    </a:cubicBezTo>
                    <a:cubicBezTo>
                      <a:pt x="318308" y="72253"/>
                      <a:pt x="315873" y="67227"/>
                      <a:pt x="315521" y="60625"/>
                    </a:cubicBezTo>
                    <a:lnTo>
                      <a:pt x="323750" y="60625"/>
                    </a:lnTo>
                    <a:cubicBezTo>
                      <a:pt x="324375" y="64857"/>
                      <a:pt x="326146" y="68138"/>
                      <a:pt x="329063" y="70469"/>
                    </a:cubicBezTo>
                    <a:cubicBezTo>
                      <a:pt x="331979" y="72800"/>
                      <a:pt x="335560" y="73959"/>
                      <a:pt x="339792" y="73959"/>
                    </a:cubicBezTo>
                    <a:cubicBezTo>
                      <a:pt x="344167" y="73959"/>
                      <a:pt x="347839" y="72253"/>
                      <a:pt x="350781" y="68855"/>
                    </a:cubicBezTo>
                    <a:cubicBezTo>
                      <a:pt x="353737" y="65456"/>
                      <a:pt x="355209" y="60833"/>
                      <a:pt x="355209" y="55000"/>
                    </a:cubicBezTo>
                    <a:cubicBezTo>
                      <a:pt x="355209" y="48607"/>
                      <a:pt x="353750" y="43815"/>
                      <a:pt x="350834" y="40625"/>
                    </a:cubicBezTo>
                    <a:cubicBezTo>
                      <a:pt x="347917" y="37435"/>
                      <a:pt x="344271" y="35834"/>
                      <a:pt x="339896" y="35834"/>
                    </a:cubicBezTo>
                    <a:cubicBezTo>
                      <a:pt x="336433" y="35834"/>
                      <a:pt x="333373" y="36719"/>
                      <a:pt x="330729" y="38490"/>
                    </a:cubicBezTo>
                    <a:cubicBezTo>
                      <a:pt x="328099" y="40261"/>
                      <a:pt x="326354" y="42669"/>
                      <a:pt x="325521" y="45729"/>
                    </a:cubicBezTo>
                    <a:cubicBezTo>
                      <a:pt x="325391" y="46081"/>
                      <a:pt x="325287" y="46354"/>
                      <a:pt x="325209" y="46563"/>
                    </a:cubicBezTo>
                    <a:cubicBezTo>
                      <a:pt x="325144" y="46771"/>
                      <a:pt x="325039" y="46940"/>
                      <a:pt x="324896" y="47083"/>
                    </a:cubicBezTo>
                    <a:cubicBezTo>
                      <a:pt x="324766" y="47227"/>
                      <a:pt x="324571" y="47331"/>
                      <a:pt x="324323" y="47396"/>
                    </a:cubicBezTo>
                    <a:cubicBezTo>
                      <a:pt x="324089" y="47461"/>
                      <a:pt x="323789" y="47500"/>
                      <a:pt x="323438" y="47500"/>
                    </a:cubicBezTo>
                    <a:lnTo>
                      <a:pt x="318438" y="47500"/>
                    </a:lnTo>
                    <a:cubicBezTo>
                      <a:pt x="317813" y="47500"/>
                      <a:pt x="317435" y="47409"/>
                      <a:pt x="317292" y="47240"/>
                    </a:cubicBezTo>
                    <a:cubicBezTo>
                      <a:pt x="317162" y="47071"/>
                      <a:pt x="317084" y="46628"/>
                      <a:pt x="317084" y="45938"/>
                    </a:cubicBezTo>
                    <a:lnTo>
                      <a:pt x="318229" y="5104"/>
                    </a:lnTo>
                    <a:cubicBezTo>
                      <a:pt x="318229" y="4336"/>
                      <a:pt x="318360" y="3815"/>
                      <a:pt x="318594" y="3542"/>
                    </a:cubicBezTo>
                    <a:cubicBezTo>
                      <a:pt x="318841" y="3268"/>
                      <a:pt x="319271" y="3125"/>
                      <a:pt x="319896" y="3125"/>
                    </a:cubicBezTo>
                    <a:close/>
                    <a:moveTo>
                      <a:pt x="116354" y="3125"/>
                    </a:moveTo>
                    <a:lnTo>
                      <a:pt x="122292" y="3125"/>
                    </a:lnTo>
                    <a:cubicBezTo>
                      <a:pt x="123060" y="3125"/>
                      <a:pt x="123581" y="3268"/>
                      <a:pt x="123854" y="3542"/>
                    </a:cubicBezTo>
                    <a:cubicBezTo>
                      <a:pt x="124141" y="3815"/>
                      <a:pt x="124271" y="4336"/>
                      <a:pt x="124271" y="5104"/>
                    </a:cubicBezTo>
                    <a:lnTo>
                      <a:pt x="124271" y="79167"/>
                    </a:lnTo>
                    <a:lnTo>
                      <a:pt x="116042" y="79167"/>
                    </a:lnTo>
                    <a:lnTo>
                      <a:pt x="116042" y="12083"/>
                    </a:lnTo>
                    <a:cubicBezTo>
                      <a:pt x="114167" y="14102"/>
                      <a:pt x="111823" y="16029"/>
                      <a:pt x="109011" y="17865"/>
                    </a:cubicBezTo>
                    <a:cubicBezTo>
                      <a:pt x="106198" y="19701"/>
                      <a:pt x="103125" y="21458"/>
                      <a:pt x="99792" y="23125"/>
                    </a:cubicBezTo>
                    <a:lnTo>
                      <a:pt x="99792" y="15208"/>
                    </a:lnTo>
                    <a:cubicBezTo>
                      <a:pt x="102787" y="13893"/>
                      <a:pt x="105664" y="12188"/>
                      <a:pt x="108438" y="10104"/>
                    </a:cubicBezTo>
                    <a:cubicBezTo>
                      <a:pt x="111224" y="8021"/>
                      <a:pt x="113854" y="5690"/>
                      <a:pt x="116354" y="3125"/>
                    </a:cubicBezTo>
                    <a:close/>
                    <a:moveTo>
                      <a:pt x="253646" y="1979"/>
                    </a:moveTo>
                    <a:lnTo>
                      <a:pt x="260730" y="1979"/>
                    </a:lnTo>
                    <a:cubicBezTo>
                      <a:pt x="261498" y="1979"/>
                      <a:pt x="262019" y="2123"/>
                      <a:pt x="262292" y="2396"/>
                    </a:cubicBezTo>
                    <a:cubicBezTo>
                      <a:pt x="262578" y="2669"/>
                      <a:pt x="262708" y="3190"/>
                      <a:pt x="262708" y="3959"/>
                    </a:cubicBezTo>
                    <a:lnTo>
                      <a:pt x="262708" y="55313"/>
                    </a:lnTo>
                    <a:lnTo>
                      <a:pt x="274063" y="55313"/>
                    </a:lnTo>
                    <a:lnTo>
                      <a:pt x="274063" y="62500"/>
                    </a:lnTo>
                    <a:lnTo>
                      <a:pt x="262708" y="62500"/>
                    </a:lnTo>
                    <a:lnTo>
                      <a:pt x="262708" y="79167"/>
                    </a:lnTo>
                    <a:lnTo>
                      <a:pt x="254583" y="79167"/>
                    </a:lnTo>
                    <a:lnTo>
                      <a:pt x="254583" y="62500"/>
                    </a:lnTo>
                    <a:lnTo>
                      <a:pt x="222188" y="62500"/>
                    </a:lnTo>
                    <a:cubicBezTo>
                      <a:pt x="221433" y="62500"/>
                      <a:pt x="220912" y="62357"/>
                      <a:pt x="220625" y="62083"/>
                    </a:cubicBezTo>
                    <a:cubicBezTo>
                      <a:pt x="220352" y="61810"/>
                      <a:pt x="220209" y="61289"/>
                      <a:pt x="220209" y="60521"/>
                    </a:cubicBezTo>
                    <a:lnTo>
                      <a:pt x="220209" y="56146"/>
                    </a:lnTo>
                    <a:cubicBezTo>
                      <a:pt x="220209" y="55664"/>
                      <a:pt x="220300" y="55157"/>
                      <a:pt x="220469" y="54636"/>
                    </a:cubicBezTo>
                    <a:cubicBezTo>
                      <a:pt x="220651" y="54115"/>
                      <a:pt x="220873" y="53646"/>
                      <a:pt x="221146" y="53229"/>
                    </a:cubicBezTo>
                    <a:lnTo>
                      <a:pt x="251563" y="3333"/>
                    </a:lnTo>
                    <a:cubicBezTo>
                      <a:pt x="251771" y="2917"/>
                      <a:pt x="252057" y="2591"/>
                      <a:pt x="252396" y="2344"/>
                    </a:cubicBezTo>
                    <a:cubicBezTo>
                      <a:pt x="252748" y="2096"/>
                      <a:pt x="253164" y="1979"/>
                      <a:pt x="253646" y="1979"/>
                    </a:cubicBezTo>
                    <a:close/>
                    <a:moveTo>
                      <a:pt x="678334" y="1458"/>
                    </a:moveTo>
                    <a:cubicBezTo>
                      <a:pt x="684662" y="1458"/>
                      <a:pt x="689792" y="3242"/>
                      <a:pt x="693750" y="6823"/>
                    </a:cubicBezTo>
                    <a:cubicBezTo>
                      <a:pt x="697709" y="10404"/>
                      <a:pt x="700039" y="15208"/>
                      <a:pt x="700730" y="21250"/>
                    </a:cubicBezTo>
                    <a:lnTo>
                      <a:pt x="692501" y="21250"/>
                    </a:lnTo>
                    <a:cubicBezTo>
                      <a:pt x="692292" y="17357"/>
                      <a:pt x="690834" y="14258"/>
                      <a:pt x="688126" y="11927"/>
                    </a:cubicBezTo>
                    <a:cubicBezTo>
                      <a:pt x="685417" y="9596"/>
                      <a:pt x="682188" y="8438"/>
                      <a:pt x="678438" y="8438"/>
                    </a:cubicBezTo>
                    <a:cubicBezTo>
                      <a:pt x="674766" y="8438"/>
                      <a:pt x="671706" y="9584"/>
                      <a:pt x="669271" y="11875"/>
                    </a:cubicBezTo>
                    <a:cubicBezTo>
                      <a:pt x="666850" y="14167"/>
                      <a:pt x="664896" y="17045"/>
                      <a:pt x="663438" y="20521"/>
                    </a:cubicBezTo>
                    <a:cubicBezTo>
                      <a:pt x="661979" y="23919"/>
                      <a:pt x="660964" y="27643"/>
                      <a:pt x="660365" y="31667"/>
                    </a:cubicBezTo>
                    <a:cubicBezTo>
                      <a:pt x="659779" y="35690"/>
                      <a:pt x="659480" y="39440"/>
                      <a:pt x="659480" y="42917"/>
                    </a:cubicBezTo>
                    <a:cubicBezTo>
                      <a:pt x="661016" y="38477"/>
                      <a:pt x="663581" y="35156"/>
                      <a:pt x="667188" y="32969"/>
                    </a:cubicBezTo>
                    <a:cubicBezTo>
                      <a:pt x="670808" y="30781"/>
                      <a:pt x="674936" y="29687"/>
                      <a:pt x="679584" y="29687"/>
                    </a:cubicBezTo>
                    <a:cubicBezTo>
                      <a:pt x="686459" y="29687"/>
                      <a:pt x="691901" y="32018"/>
                      <a:pt x="695886" y="36667"/>
                    </a:cubicBezTo>
                    <a:cubicBezTo>
                      <a:pt x="699883" y="41315"/>
                      <a:pt x="701876" y="47500"/>
                      <a:pt x="701876" y="55209"/>
                    </a:cubicBezTo>
                    <a:cubicBezTo>
                      <a:pt x="701876" y="58815"/>
                      <a:pt x="701342" y="62188"/>
                      <a:pt x="700261" y="65313"/>
                    </a:cubicBezTo>
                    <a:cubicBezTo>
                      <a:pt x="699193" y="68438"/>
                      <a:pt x="697605" y="71185"/>
                      <a:pt x="695521" y="73542"/>
                    </a:cubicBezTo>
                    <a:cubicBezTo>
                      <a:pt x="693516" y="75833"/>
                      <a:pt x="691042" y="77643"/>
                      <a:pt x="688126" y="78959"/>
                    </a:cubicBezTo>
                    <a:cubicBezTo>
                      <a:pt x="685209" y="80274"/>
                      <a:pt x="681914" y="80938"/>
                      <a:pt x="678230" y="80938"/>
                    </a:cubicBezTo>
                    <a:cubicBezTo>
                      <a:pt x="672474" y="80938"/>
                      <a:pt x="667591" y="79427"/>
                      <a:pt x="663594" y="76406"/>
                    </a:cubicBezTo>
                    <a:cubicBezTo>
                      <a:pt x="659610" y="73386"/>
                      <a:pt x="656810" y="69544"/>
                      <a:pt x="655209" y="64896"/>
                    </a:cubicBezTo>
                    <a:cubicBezTo>
                      <a:pt x="654167" y="62044"/>
                      <a:pt x="653425" y="58972"/>
                      <a:pt x="652969" y="55677"/>
                    </a:cubicBezTo>
                    <a:cubicBezTo>
                      <a:pt x="652527" y="52383"/>
                      <a:pt x="652292" y="48333"/>
                      <a:pt x="652292" y="43542"/>
                    </a:cubicBezTo>
                    <a:cubicBezTo>
                      <a:pt x="652292" y="36602"/>
                      <a:pt x="652943" y="30508"/>
                      <a:pt x="654219" y="25260"/>
                    </a:cubicBezTo>
                    <a:cubicBezTo>
                      <a:pt x="655508" y="20013"/>
                      <a:pt x="657331" y="15625"/>
                      <a:pt x="659688" y="12083"/>
                    </a:cubicBezTo>
                    <a:cubicBezTo>
                      <a:pt x="661979" y="8607"/>
                      <a:pt x="664727" y="5977"/>
                      <a:pt x="667917" y="4167"/>
                    </a:cubicBezTo>
                    <a:cubicBezTo>
                      <a:pt x="671120" y="2357"/>
                      <a:pt x="674584" y="1458"/>
                      <a:pt x="678334" y="1458"/>
                    </a:cubicBezTo>
                    <a:close/>
                    <a:moveTo>
                      <a:pt x="613230" y="1458"/>
                    </a:moveTo>
                    <a:cubicBezTo>
                      <a:pt x="619558" y="1458"/>
                      <a:pt x="624688" y="3242"/>
                      <a:pt x="628646" y="6823"/>
                    </a:cubicBezTo>
                    <a:cubicBezTo>
                      <a:pt x="632605" y="10404"/>
                      <a:pt x="634935" y="15208"/>
                      <a:pt x="635625" y="21250"/>
                    </a:cubicBezTo>
                    <a:lnTo>
                      <a:pt x="627396" y="21250"/>
                    </a:lnTo>
                    <a:cubicBezTo>
                      <a:pt x="627188" y="17357"/>
                      <a:pt x="625730" y="14258"/>
                      <a:pt x="623021" y="11927"/>
                    </a:cubicBezTo>
                    <a:cubicBezTo>
                      <a:pt x="620313" y="9596"/>
                      <a:pt x="617084" y="8438"/>
                      <a:pt x="613334" y="8438"/>
                    </a:cubicBezTo>
                    <a:cubicBezTo>
                      <a:pt x="609662" y="8438"/>
                      <a:pt x="606602" y="9584"/>
                      <a:pt x="604167" y="11875"/>
                    </a:cubicBezTo>
                    <a:cubicBezTo>
                      <a:pt x="601745" y="14167"/>
                      <a:pt x="599792" y="17045"/>
                      <a:pt x="598334" y="20521"/>
                    </a:cubicBezTo>
                    <a:cubicBezTo>
                      <a:pt x="596875" y="23919"/>
                      <a:pt x="595860" y="27643"/>
                      <a:pt x="595261" y="31667"/>
                    </a:cubicBezTo>
                    <a:cubicBezTo>
                      <a:pt x="594675" y="35690"/>
                      <a:pt x="594375" y="39440"/>
                      <a:pt x="594375" y="42917"/>
                    </a:cubicBezTo>
                    <a:cubicBezTo>
                      <a:pt x="595912" y="38477"/>
                      <a:pt x="598477" y="35156"/>
                      <a:pt x="602084" y="32969"/>
                    </a:cubicBezTo>
                    <a:cubicBezTo>
                      <a:pt x="605704" y="30781"/>
                      <a:pt x="609831" y="29687"/>
                      <a:pt x="614480" y="29687"/>
                    </a:cubicBezTo>
                    <a:cubicBezTo>
                      <a:pt x="621355" y="29687"/>
                      <a:pt x="626797" y="32018"/>
                      <a:pt x="630782" y="36667"/>
                    </a:cubicBezTo>
                    <a:cubicBezTo>
                      <a:pt x="634779" y="41315"/>
                      <a:pt x="636771" y="47500"/>
                      <a:pt x="636771" y="55209"/>
                    </a:cubicBezTo>
                    <a:cubicBezTo>
                      <a:pt x="636771" y="58815"/>
                      <a:pt x="636237" y="62188"/>
                      <a:pt x="635157" y="65313"/>
                    </a:cubicBezTo>
                    <a:cubicBezTo>
                      <a:pt x="634089" y="68438"/>
                      <a:pt x="632501" y="71185"/>
                      <a:pt x="630417" y="73542"/>
                    </a:cubicBezTo>
                    <a:cubicBezTo>
                      <a:pt x="628412" y="75833"/>
                      <a:pt x="625938" y="77643"/>
                      <a:pt x="623021" y="78959"/>
                    </a:cubicBezTo>
                    <a:cubicBezTo>
                      <a:pt x="620104" y="80274"/>
                      <a:pt x="616810" y="80938"/>
                      <a:pt x="613126" y="80938"/>
                    </a:cubicBezTo>
                    <a:cubicBezTo>
                      <a:pt x="607370" y="80938"/>
                      <a:pt x="602487" y="79427"/>
                      <a:pt x="598490" y="76406"/>
                    </a:cubicBezTo>
                    <a:cubicBezTo>
                      <a:pt x="594506" y="73386"/>
                      <a:pt x="591706" y="69544"/>
                      <a:pt x="590105" y="64896"/>
                    </a:cubicBezTo>
                    <a:cubicBezTo>
                      <a:pt x="589063" y="62044"/>
                      <a:pt x="588321" y="58972"/>
                      <a:pt x="587865" y="55677"/>
                    </a:cubicBezTo>
                    <a:cubicBezTo>
                      <a:pt x="587422" y="52383"/>
                      <a:pt x="587188" y="48333"/>
                      <a:pt x="587188" y="43542"/>
                    </a:cubicBezTo>
                    <a:cubicBezTo>
                      <a:pt x="587188" y="36602"/>
                      <a:pt x="587839" y="30508"/>
                      <a:pt x="589115" y="25260"/>
                    </a:cubicBezTo>
                    <a:cubicBezTo>
                      <a:pt x="590404" y="20013"/>
                      <a:pt x="592227" y="15625"/>
                      <a:pt x="594584" y="12083"/>
                    </a:cubicBezTo>
                    <a:cubicBezTo>
                      <a:pt x="596875" y="8607"/>
                      <a:pt x="599623" y="5977"/>
                      <a:pt x="602813" y="4167"/>
                    </a:cubicBezTo>
                    <a:cubicBezTo>
                      <a:pt x="606016" y="2357"/>
                      <a:pt x="609480" y="1458"/>
                      <a:pt x="613230" y="1458"/>
                    </a:cubicBezTo>
                    <a:close/>
                    <a:moveTo>
                      <a:pt x="548125" y="1458"/>
                    </a:moveTo>
                    <a:cubicBezTo>
                      <a:pt x="554453" y="1458"/>
                      <a:pt x="559584" y="3242"/>
                      <a:pt x="563542" y="6823"/>
                    </a:cubicBezTo>
                    <a:cubicBezTo>
                      <a:pt x="567501" y="10404"/>
                      <a:pt x="569831" y="15208"/>
                      <a:pt x="570521" y="21250"/>
                    </a:cubicBezTo>
                    <a:lnTo>
                      <a:pt x="562292" y="21250"/>
                    </a:lnTo>
                    <a:cubicBezTo>
                      <a:pt x="562084" y="17357"/>
                      <a:pt x="560625" y="14258"/>
                      <a:pt x="557917" y="11927"/>
                    </a:cubicBezTo>
                    <a:cubicBezTo>
                      <a:pt x="555209" y="9596"/>
                      <a:pt x="551979" y="8438"/>
                      <a:pt x="548230" y="8438"/>
                    </a:cubicBezTo>
                    <a:cubicBezTo>
                      <a:pt x="544558" y="8438"/>
                      <a:pt x="541498" y="9584"/>
                      <a:pt x="539063" y="11875"/>
                    </a:cubicBezTo>
                    <a:cubicBezTo>
                      <a:pt x="536641" y="14167"/>
                      <a:pt x="534688" y="17045"/>
                      <a:pt x="533229" y="20521"/>
                    </a:cubicBezTo>
                    <a:cubicBezTo>
                      <a:pt x="531771" y="23919"/>
                      <a:pt x="530755" y="27643"/>
                      <a:pt x="530157" y="31667"/>
                    </a:cubicBezTo>
                    <a:cubicBezTo>
                      <a:pt x="529571" y="35690"/>
                      <a:pt x="529271" y="39440"/>
                      <a:pt x="529271" y="42917"/>
                    </a:cubicBezTo>
                    <a:cubicBezTo>
                      <a:pt x="530808" y="38477"/>
                      <a:pt x="533373" y="35156"/>
                      <a:pt x="536980" y="32969"/>
                    </a:cubicBezTo>
                    <a:cubicBezTo>
                      <a:pt x="540599" y="30781"/>
                      <a:pt x="544727" y="29687"/>
                      <a:pt x="549376" y="29687"/>
                    </a:cubicBezTo>
                    <a:cubicBezTo>
                      <a:pt x="556250" y="29687"/>
                      <a:pt x="561693" y="32018"/>
                      <a:pt x="565677" y="36667"/>
                    </a:cubicBezTo>
                    <a:cubicBezTo>
                      <a:pt x="569675" y="41315"/>
                      <a:pt x="571667" y="47500"/>
                      <a:pt x="571667" y="55209"/>
                    </a:cubicBezTo>
                    <a:cubicBezTo>
                      <a:pt x="571667" y="58815"/>
                      <a:pt x="571133" y="62188"/>
                      <a:pt x="570052" y="65313"/>
                    </a:cubicBezTo>
                    <a:cubicBezTo>
                      <a:pt x="568985" y="68438"/>
                      <a:pt x="567396" y="71185"/>
                      <a:pt x="565313" y="73542"/>
                    </a:cubicBezTo>
                    <a:cubicBezTo>
                      <a:pt x="563308" y="75833"/>
                      <a:pt x="560834" y="77643"/>
                      <a:pt x="557917" y="78959"/>
                    </a:cubicBezTo>
                    <a:cubicBezTo>
                      <a:pt x="555000" y="80274"/>
                      <a:pt x="551706" y="80938"/>
                      <a:pt x="548021" y="80938"/>
                    </a:cubicBezTo>
                    <a:cubicBezTo>
                      <a:pt x="542266" y="80938"/>
                      <a:pt x="537383" y="79427"/>
                      <a:pt x="533386" y="76406"/>
                    </a:cubicBezTo>
                    <a:cubicBezTo>
                      <a:pt x="529402" y="73386"/>
                      <a:pt x="526602" y="69544"/>
                      <a:pt x="525000" y="64896"/>
                    </a:cubicBezTo>
                    <a:cubicBezTo>
                      <a:pt x="523959" y="62044"/>
                      <a:pt x="523217" y="58972"/>
                      <a:pt x="522761" y="55677"/>
                    </a:cubicBezTo>
                    <a:cubicBezTo>
                      <a:pt x="522318" y="52383"/>
                      <a:pt x="522084" y="48333"/>
                      <a:pt x="522084" y="43542"/>
                    </a:cubicBezTo>
                    <a:cubicBezTo>
                      <a:pt x="522084" y="36602"/>
                      <a:pt x="522735" y="30508"/>
                      <a:pt x="524011" y="25260"/>
                    </a:cubicBezTo>
                    <a:cubicBezTo>
                      <a:pt x="525300" y="20013"/>
                      <a:pt x="527123" y="15625"/>
                      <a:pt x="529479" y="12083"/>
                    </a:cubicBezTo>
                    <a:cubicBezTo>
                      <a:pt x="531771" y="8607"/>
                      <a:pt x="534518" y="5977"/>
                      <a:pt x="537709" y="4167"/>
                    </a:cubicBezTo>
                    <a:cubicBezTo>
                      <a:pt x="540912" y="2357"/>
                      <a:pt x="544375" y="1458"/>
                      <a:pt x="548125" y="1458"/>
                    </a:cubicBezTo>
                    <a:close/>
                    <a:moveTo>
                      <a:pt x="454480" y="1354"/>
                    </a:moveTo>
                    <a:cubicBezTo>
                      <a:pt x="460873" y="1354"/>
                      <a:pt x="466224" y="3060"/>
                      <a:pt x="470521" y="6458"/>
                    </a:cubicBezTo>
                    <a:cubicBezTo>
                      <a:pt x="474831" y="9857"/>
                      <a:pt x="476980" y="14857"/>
                      <a:pt x="476980" y="21458"/>
                    </a:cubicBezTo>
                    <a:cubicBezTo>
                      <a:pt x="476980" y="25899"/>
                      <a:pt x="475612" y="30521"/>
                      <a:pt x="472865" y="35313"/>
                    </a:cubicBezTo>
                    <a:cubicBezTo>
                      <a:pt x="470131" y="40104"/>
                      <a:pt x="466849" y="44753"/>
                      <a:pt x="463021" y="49271"/>
                    </a:cubicBezTo>
                    <a:cubicBezTo>
                      <a:pt x="459206" y="53789"/>
                      <a:pt x="455248" y="58021"/>
                      <a:pt x="451146" y="61979"/>
                    </a:cubicBezTo>
                    <a:cubicBezTo>
                      <a:pt x="447058" y="65938"/>
                      <a:pt x="443646" y="69271"/>
                      <a:pt x="440938" y="71979"/>
                    </a:cubicBezTo>
                    <a:lnTo>
                      <a:pt x="478646" y="71979"/>
                    </a:lnTo>
                    <a:lnTo>
                      <a:pt x="478646" y="79167"/>
                    </a:lnTo>
                    <a:lnTo>
                      <a:pt x="432917" y="79167"/>
                    </a:lnTo>
                    <a:cubicBezTo>
                      <a:pt x="432292" y="79167"/>
                      <a:pt x="431901" y="79063"/>
                      <a:pt x="431719" y="78854"/>
                    </a:cubicBezTo>
                    <a:cubicBezTo>
                      <a:pt x="431550" y="78646"/>
                      <a:pt x="431459" y="78230"/>
                      <a:pt x="431459" y="77604"/>
                    </a:cubicBezTo>
                    <a:lnTo>
                      <a:pt x="431459" y="71354"/>
                    </a:lnTo>
                    <a:cubicBezTo>
                      <a:pt x="432644" y="70248"/>
                      <a:pt x="434089" y="68855"/>
                      <a:pt x="435782" y="67188"/>
                    </a:cubicBezTo>
                    <a:cubicBezTo>
                      <a:pt x="437487" y="65521"/>
                      <a:pt x="439349" y="63685"/>
                      <a:pt x="441354" y="61667"/>
                    </a:cubicBezTo>
                    <a:cubicBezTo>
                      <a:pt x="443308" y="59649"/>
                      <a:pt x="445313" y="57500"/>
                      <a:pt x="447396" y="55209"/>
                    </a:cubicBezTo>
                    <a:cubicBezTo>
                      <a:pt x="449480" y="52917"/>
                      <a:pt x="451537" y="50560"/>
                      <a:pt x="453542" y="48125"/>
                    </a:cubicBezTo>
                    <a:cubicBezTo>
                      <a:pt x="455560" y="45768"/>
                      <a:pt x="457474" y="43385"/>
                      <a:pt x="459271" y="40990"/>
                    </a:cubicBezTo>
                    <a:cubicBezTo>
                      <a:pt x="461081" y="38594"/>
                      <a:pt x="462644" y="36289"/>
                      <a:pt x="463959" y="34062"/>
                    </a:cubicBezTo>
                    <a:cubicBezTo>
                      <a:pt x="465352" y="31771"/>
                      <a:pt x="466446" y="29623"/>
                      <a:pt x="467240" y="27605"/>
                    </a:cubicBezTo>
                    <a:cubicBezTo>
                      <a:pt x="468047" y="25586"/>
                      <a:pt x="468438" y="23750"/>
                      <a:pt x="468438" y="22084"/>
                    </a:cubicBezTo>
                    <a:cubicBezTo>
                      <a:pt x="468438" y="17565"/>
                      <a:pt x="467123" y="14180"/>
                      <a:pt x="464479" y="11927"/>
                    </a:cubicBezTo>
                    <a:cubicBezTo>
                      <a:pt x="461849" y="9675"/>
                      <a:pt x="458438" y="8542"/>
                      <a:pt x="454271" y="8542"/>
                    </a:cubicBezTo>
                    <a:cubicBezTo>
                      <a:pt x="450248" y="8542"/>
                      <a:pt x="446966" y="9935"/>
                      <a:pt x="444428" y="12709"/>
                    </a:cubicBezTo>
                    <a:cubicBezTo>
                      <a:pt x="441902" y="15482"/>
                      <a:pt x="440625" y="19102"/>
                      <a:pt x="440625" y="23542"/>
                    </a:cubicBezTo>
                    <a:lnTo>
                      <a:pt x="432084" y="23542"/>
                    </a:lnTo>
                    <a:cubicBezTo>
                      <a:pt x="432084" y="20208"/>
                      <a:pt x="432644" y="17174"/>
                      <a:pt x="433750" y="14427"/>
                    </a:cubicBezTo>
                    <a:cubicBezTo>
                      <a:pt x="434870" y="11680"/>
                      <a:pt x="436433" y="9336"/>
                      <a:pt x="438438" y="7396"/>
                    </a:cubicBezTo>
                    <a:cubicBezTo>
                      <a:pt x="440456" y="5456"/>
                      <a:pt x="442839" y="3959"/>
                      <a:pt x="445573" y="2917"/>
                    </a:cubicBezTo>
                    <a:cubicBezTo>
                      <a:pt x="448321" y="1875"/>
                      <a:pt x="451289" y="1354"/>
                      <a:pt x="454480" y="1354"/>
                    </a:cubicBezTo>
                    <a:close/>
                    <a:moveTo>
                      <a:pt x="181042" y="1354"/>
                    </a:moveTo>
                    <a:cubicBezTo>
                      <a:pt x="187435" y="1354"/>
                      <a:pt x="192787" y="3060"/>
                      <a:pt x="197084" y="6458"/>
                    </a:cubicBezTo>
                    <a:cubicBezTo>
                      <a:pt x="201393" y="9857"/>
                      <a:pt x="203542" y="14857"/>
                      <a:pt x="203542" y="21458"/>
                    </a:cubicBezTo>
                    <a:cubicBezTo>
                      <a:pt x="203542" y="25899"/>
                      <a:pt x="202175" y="30521"/>
                      <a:pt x="199427" y="35313"/>
                    </a:cubicBezTo>
                    <a:cubicBezTo>
                      <a:pt x="196693" y="40104"/>
                      <a:pt x="193412" y="44753"/>
                      <a:pt x="189583" y="49271"/>
                    </a:cubicBezTo>
                    <a:cubicBezTo>
                      <a:pt x="185768" y="53789"/>
                      <a:pt x="181810" y="58021"/>
                      <a:pt x="177709" y="61979"/>
                    </a:cubicBezTo>
                    <a:cubicBezTo>
                      <a:pt x="173620" y="65938"/>
                      <a:pt x="170209" y="69271"/>
                      <a:pt x="167500" y="71979"/>
                    </a:cubicBezTo>
                    <a:lnTo>
                      <a:pt x="205209" y="71979"/>
                    </a:lnTo>
                    <a:lnTo>
                      <a:pt x="205209" y="79167"/>
                    </a:lnTo>
                    <a:lnTo>
                      <a:pt x="159479" y="79167"/>
                    </a:lnTo>
                    <a:cubicBezTo>
                      <a:pt x="158854" y="79167"/>
                      <a:pt x="158464" y="79063"/>
                      <a:pt x="158281" y="78854"/>
                    </a:cubicBezTo>
                    <a:cubicBezTo>
                      <a:pt x="158112" y="78646"/>
                      <a:pt x="158021" y="78230"/>
                      <a:pt x="158021" y="77604"/>
                    </a:cubicBezTo>
                    <a:lnTo>
                      <a:pt x="158021" y="71354"/>
                    </a:lnTo>
                    <a:cubicBezTo>
                      <a:pt x="159206" y="70248"/>
                      <a:pt x="160651" y="68855"/>
                      <a:pt x="162344" y="67188"/>
                    </a:cubicBezTo>
                    <a:cubicBezTo>
                      <a:pt x="164050" y="65521"/>
                      <a:pt x="165912" y="63685"/>
                      <a:pt x="167917" y="61667"/>
                    </a:cubicBezTo>
                    <a:cubicBezTo>
                      <a:pt x="169870" y="59649"/>
                      <a:pt x="171875" y="57500"/>
                      <a:pt x="173959" y="55209"/>
                    </a:cubicBezTo>
                    <a:cubicBezTo>
                      <a:pt x="176042" y="52917"/>
                      <a:pt x="178099" y="50560"/>
                      <a:pt x="180104" y="48125"/>
                    </a:cubicBezTo>
                    <a:cubicBezTo>
                      <a:pt x="182122" y="45768"/>
                      <a:pt x="184037" y="43385"/>
                      <a:pt x="185833" y="40990"/>
                    </a:cubicBezTo>
                    <a:cubicBezTo>
                      <a:pt x="187643" y="38594"/>
                      <a:pt x="189206" y="36289"/>
                      <a:pt x="190521" y="34062"/>
                    </a:cubicBezTo>
                    <a:cubicBezTo>
                      <a:pt x="191914" y="31771"/>
                      <a:pt x="193008" y="29623"/>
                      <a:pt x="193802" y="27605"/>
                    </a:cubicBezTo>
                    <a:cubicBezTo>
                      <a:pt x="194610" y="25586"/>
                      <a:pt x="195000" y="23750"/>
                      <a:pt x="195000" y="22084"/>
                    </a:cubicBezTo>
                    <a:cubicBezTo>
                      <a:pt x="195000" y="17565"/>
                      <a:pt x="193685" y="14180"/>
                      <a:pt x="191042" y="11927"/>
                    </a:cubicBezTo>
                    <a:cubicBezTo>
                      <a:pt x="188412" y="9675"/>
                      <a:pt x="185000" y="8542"/>
                      <a:pt x="180833" y="8542"/>
                    </a:cubicBezTo>
                    <a:cubicBezTo>
                      <a:pt x="176810" y="8542"/>
                      <a:pt x="173529" y="9935"/>
                      <a:pt x="170990" y="12709"/>
                    </a:cubicBezTo>
                    <a:cubicBezTo>
                      <a:pt x="168464" y="15482"/>
                      <a:pt x="167188" y="19102"/>
                      <a:pt x="167188" y="23542"/>
                    </a:cubicBezTo>
                    <a:lnTo>
                      <a:pt x="158646" y="23542"/>
                    </a:lnTo>
                    <a:cubicBezTo>
                      <a:pt x="158646" y="20208"/>
                      <a:pt x="159206" y="17174"/>
                      <a:pt x="160313" y="14427"/>
                    </a:cubicBezTo>
                    <a:cubicBezTo>
                      <a:pt x="161433" y="11680"/>
                      <a:pt x="162995" y="9336"/>
                      <a:pt x="165000" y="7396"/>
                    </a:cubicBezTo>
                    <a:cubicBezTo>
                      <a:pt x="167018" y="5456"/>
                      <a:pt x="169401" y="3959"/>
                      <a:pt x="172136" y="2917"/>
                    </a:cubicBezTo>
                    <a:cubicBezTo>
                      <a:pt x="174883" y="1875"/>
                      <a:pt x="177852" y="1354"/>
                      <a:pt x="181042" y="1354"/>
                    </a:cubicBezTo>
                    <a:close/>
                    <a:moveTo>
                      <a:pt x="24896" y="1354"/>
                    </a:moveTo>
                    <a:cubicBezTo>
                      <a:pt x="27956" y="1354"/>
                      <a:pt x="30886" y="1758"/>
                      <a:pt x="33698" y="2552"/>
                    </a:cubicBezTo>
                    <a:cubicBezTo>
                      <a:pt x="36511" y="3347"/>
                      <a:pt x="38997" y="4584"/>
                      <a:pt x="41146" y="6250"/>
                    </a:cubicBezTo>
                    <a:cubicBezTo>
                      <a:pt x="43229" y="7917"/>
                      <a:pt x="44922" y="10039"/>
                      <a:pt x="46198" y="12604"/>
                    </a:cubicBezTo>
                    <a:cubicBezTo>
                      <a:pt x="47487" y="15169"/>
                      <a:pt x="48125" y="18229"/>
                      <a:pt x="48125" y="21771"/>
                    </a:cubicBezTo>
                    <a:cubicBezTo>
                      <a:pt x="48125" y="26146"/>
                      <a:pt x="46706" y="30039"/>
                      <a:pt x="43854" y="33438"/>
                    </a:cubicBezTo>
                    <a:cubicBezTo>
                      <a:pt x="41016" y="36836"/>
                      <a:pt x="37292" y="38958"/>
                      <a:pt x="32708" y="39792"/>
                    </a:cubicBezTo>
                    <a:cubicBezTo>
                      <a:pt x="37787" y="40482"/>
                      <a:pt x="41901" y="42617"/>
                      <a:pt x="45052" y="46198"/>
                    </a:cubicBezTo>
                    <a:cubicBezTo>
                      <a:pt x="48216" y="49779"/>
                      <a:pt x="49792" y="54063"/>
                      <a:pt x="49792" y="59063"/>
                    </a:cubicBezTo>
                    <a:cubicBezTo>
                      <a:pt x="49792" y="62956"/>
                      <a:pt x="49089" y="66263"/>
                      <a:pt x="47656" y="69011"/>
                    </a:cubicBezTo>
                    <a:cubicBezTo>
                      <a:pt x="46237" y="71758"/>
                      <a:pt x="44349" y="74023"/>
                      <a:pt x="41979" y="75833"/>
                    </a:cubicBezTo>
                    <a:cubicBezTo>
                      <a:pt x="39622" y="77565"/>
                      <a:pt x="36914" y="78854"/>
                      <a:pt x="33854" y="79688"/>
                    </a:cubicBezTo>
                    <a:cubicBezTo>
                      <a:pt x="30807" y="80521"/>
                      <a:pt x="27682" y="80938"/>
                      <a:pt x="24479" y="80938"/>
                    </a:cubicBezTo>
                    <a:cubicBezTo>
                      <a:pt x="16979" y="80938"/>
                      <a:pt x="11068" y="78959"/>
                      <a:pt x="6719" y="75000"/>
                    </a:cubicBezTo>
                    <a:cubicBezTo>
                      <a:pt x="2383" y="71042"/>
                      <a:pt x="143" y="65560"/>
                      <a:pt x="0" y="58542"/>
                    </a:cubicBezTo>
                    <a:lnTo>
                      <a:pt x="8229" y="58542"/>
                    </a:lnTo>
                    <a:cubicBezTo>
                      <a:pt x="8724" y="63542"/>
                      <a:pt x="10365" y="67331"/>
                      <a:pt x="13177" y="69896"/>
                    </a:cubicBezTo>
                    <a:cubicBezTo>
                      <a:pt x="15990" y="72461"/>
                      <a:pt x="19870" y="73750"/>
                      <a:pt x="24792" y="73750"/>
                    </a:cubicBezTo>
                    <a:cubicBezTo>
                      <a:pt x="29935" y="73750"/>
                      <a:pt x="33998" y="72396"/>
                      <a:pt x="36979" y="69688"/>
                    </a:cubicBezTo>
                    <a:cubicBezTo>
                      <a:pt x="39974" y="66979"/>
                      <a:pt x="41459" y="63125"/>
                      <a:pt x="41459" y="58125"/>
                    </a:cubicBezTo>
                    <a:cubicBezTo>
                      <a:pt x="41459" y="55560"/>
                      <a:pt x="40977" y="53347"/>
                      <a:pt x="40000" y="51511"/>
                    </a:cubicBezTo>
                    <a:cubicBezTo>
                      <a:pt x="39037" y="49675"/>
                      <a:pt x="37748" y="48164"/>
                      <a:pt x="36146" y="46979"/>
                    </a:cubicBezTo>
                    <a:cubicBezTo>
                      <a:pt x="34479" y="45794"/>
                      <a:pt x="32630" y="44935"/>
                      <a:pt x="30573" y="44375"/>
                    </a:cubicBezTo>
                    <a:cubicBezTo>
                      <a:pt x="28529" y="43815"/>
                      <a:pt x="26432" y="43477"/>
                      <a:pt x="24271" y="43333"/>
                    </a:cubicBezTo>
                    <a:lnTo>
                      <a:pt x="20104" y="43333"/>
                    </a:lnTo>
                    <a:cubicBezTo>
                      <a:pt x="19271" y="43333"/>
                      <a:pt x="18789" y="43242"/>
                      <a:pt x="18646" y="43073"/>
                    </a:cubicBezTo>
                    <a:cubicBezTo>
                      <a:pt x="18516" y="42904"/>
                      <a:pt x="18438" y="42435"/>
                      <a:pt x="18438" y="41667"/>
                    </a:cubicBezTo>
                    <a:lnTo>
                      <a:pt x="18438" y="37813"/>
                    </a:lnTo>
                    <a:cubicBezTo>
                      <a:pt x="18438" y="36979"/>
                      <a:pt x="18516" y="36419"/>
                      <a:pt x="18646" y="36146"/>
                    </a:cubicBezTo>
                    <a:cubicBezTo>
                      <a:pt x="18789" y="35872"/>
                      <a:pt x="19271" y="35729"/>
                      <a:pt x="20104" y="35729"/>
                    </a:cubicBezTo>
                    <a:lnTo>
                      <a:pt x="23542" y="35729"/>
                    </a:lnTo>
                    <a:cubicBezTo>
                      <a:pt x="25625" y="35729"/>
                      <a:pt x="27656" y="35469"/>
                      <a:pt x="29635" y="34948"/>
                    </a:cubicBezTo>
                    <a:cubicBezTo>
                      <a:pt x="31615" y="34427"/>
                      <a:pt x="33333" y="33607"/>
                      <a:pt x="34792" y="32500"/>
                    </a:cubicBezTo>
                    <a:cubicBezTo>
                      <a:pt x="36328" y="31459"/>
                      <a:pt x="37539" y="30091"/>
                      <a:pt x="38437" y="28386"/>
                    </a:cubicBezTo>
                    <a:cubicBezTo>
                      <a:pt x="39349" y="26680"/>
                      <a:pt x="39792" y="24623"/>
                      <a:pt x="39792" y="22188"/>
                    </a:cubicBezTo>
                    <a:cubicBezTo>
                      <a:pt x="39792" y="17813"/>
                      <a:pt x="38360" y="14440"/>
                      <a:pt x="35469" y="12083"/>
                    </a:cubicBezTo>
                    <a:cubicBezTo>
                      <a:pt x="32591" y="9727"/>
                      <a:pt x="28958" y="8542"/>
                      <a:pt x="24583" y="8542"/>
                    </a:cubicBezTo>
                    <a:cubicBezTo>
                      <a:pt x="20078" y="8542"/>
                      <a:pt x="16510" y="9727"/>
                      <a:pt x="13906" y="12083"/>
                    </a:cubicBezTo>
                    <a:cubicBezTo>
                      <a:pt x="11302" y="14440"/>
                      <a:pt x="9792" y="17852"/>
                      <a:pt x="9375" y="22292"/>
                    </a:cubicBezTo>
                    <a:lnTo>
                      <a:pt x="1042" y="22292"/>
                    </a:lnTo>
                    <a:cubicBezTo>
                      <a:pt x="1120" y="15833"/>
                      <a:pt x="3333" y="10729"/>
                      <a:pt x="7708" y="6979"/>
                    </a:cubicBezTo>
                    <a:cubicBezTo>
                      <a:pt x="12083" y="3229"/>
                      <a:pt x="17813" y="1354"/>
                      <a:pt x="24896" y="1354"/>
                    </a:cubicBezTo>
                    <a:close/>
                    <a:moveTo>
                      <a:pt x="390834" y="0"/>
                    </a:moveTo>
                    <a:cubicBezTo>
                      <a:pt x="396042" y="0"/>
                      <a:pt x="400300" y="1211"/>
                      <a:pt x="403594" y="3646"/>
                    </a:cubicBezTo>
                    <a:cubicBezTo>
                      <a:pt x="406901" y="6081"/>
                      <a:pt x="409479" y="9206"/>
                      <a:pt x="411355" y="13021"/>
                    </a:cubicBezTo>
                    <a:cubicBezTo>
                      <a:pt x="413230" y="16914"/>
                      <a:pt x="414519" y="21289"/>
                      <a:pt x="415209" y="26146"/>
                    </a:cubicBezTo>
                    <a:cubicBezTo>
                      <a:pt x="415912" y="31003"/>
                      <a:pt x="416250" y="35872"/>
                      <a:pt x="416250" y="40729"/>
                    </a:cubicBezTo>
                    <a:cubicBezTo>
                      <a:pt x="416250" y="45664"/>
                      <a:pt x="415912" y="50521"/>
                      <a:pt x="415209" y="55313"/>
                    </a:cubicBezTo>
                    <a:cubicBezTo>
                      <a:pt x="414519" y="60104"/>
                      <a:pt x="413230" y="64440"/>
                      <a:pt x="411355" y="68334"/>
                    </a:cubicBezTo>
                    <a:cubicBezTo>
                      <a:pt x="409479" y="72149"/>
                      <a:pt x="406901" y="75248"/>
                      <a:pt x="403594" y="77604"/>
                    </a:cubicBezTo>
                    <a:cubicBezTo>
                      <a:pt x="400300" y="79961"/>
                      <a:pt x="396042" y="81146"/>
                      <a:pt x="390834" y="81146"/>
                    </a:cubicBezTo>
                    <a:cubicBezTo>
                      <a:pt x="385703" y="81146"/>
                      <a:pt x="381511" y="79961"/>
                      <a:pt x="378281" y="77604"/>
                    </a:cubicBezTo>
                    <a:cubicBezTo>
                      <a:pt x="375053" y="75248"/>
                      <a:pt x="372579" y="72149"/>
                      <a:pt x="370834" y="68334"/>
                    </a:cubicBezTo>
                    <a:cubicBezTo>
                      <a:pt x="369037" y="64440"/>
                      <a:pt x="367813" y="60104"/>
                      <a:pt x="367188" y="55313"/>
                    </a:cubicBezTo>
                    <a:cubicBezTo>
                      <a:pt x="366563" y="50521"/>
                      <a:pt x="366250" y="45664"/>
                      <a:pt x="366250" y="40729"/>
                    </a:cubicBezTo>
                    <a:cubicBezTo>
                      <a:pt x="366250" y="35872"/>
                      <a:pt x="366563" y="31003"/>
                      <a:pt x="367188" y="26146"/>
                    </a:cubicBezTo>
                    <a:cubicBezTo>
                      <a:pt x="367813" y="21289"/>
                      <a:pt x="369037" y="16914"/>
                      <a:pt x="370834" y="13021"/>
                    </a:cubicBezTo>
                    <a:cubicBezTo>
                      <a:pt x="372579" y="9206"/>
                      <a:pt x="375053" y="6081"/>
                      <a:pt x="378281" y="3646"/>
                    </a:cubicBezTo>
                    <a:cubicBezTo>
                      <a:pt x="381511" y="1211"/>
                      <a:pt x="385703" y="0"/>
                      <a:pt x="390834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99" name="TextBox 498">
                <a:extLst>
                  <a:ext uri="{FF2B5EF4-FFF2-40B4-BE49-F238E27FC236}">
                    <a16:creationId xmlns:a16="http://schemas.microsoft.com/office/drawing/2014/main" id="{6BF05D77-336D-4FA6-82D4-C25CC8F22D03}"/>
                  </a:ext>
                </a:extLst>
              </p:cNvPr>
              <p:cNvSpPr txBox="1"/>
              <p:nvPr/>
            </p:nvSpPr>
            <p:spPr>
              <a:xfrm>
                <a:off x="3778342" y="4324876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3,124,502,666</a:t>
                </a:r>
              </a:p>
            </p:txBody>
          </p:sp>
        </p:grpSp>
        <p:sp>
          <p:nvSpPr>
            <p:cNvPr id="500" name="자유형: 도형 499">
              <a:extLst>
                <a:ext uri="{FF2B5EF4-FFF2-40B4-BE49-F238E27FC236}">
                  <a16:creationId xmlns:a16="http://schemas.microsoft.com/office/drawing/2014/main" id="{904B559F-0AA6-49B5-925D-9595DDC27DDD}"/>
                </a:ext>
              </a:extLst>
            </p:cNvPr>
            <p:cNvSpPr/>
            <p:nvPr/>
          </p:nvSpPr>
          <p:spPr>
            <a:xfrm>
              <a:off x="4752191" y="4362615"/>
              <a:ext cx="654166" cy="93645"/>
            </a:xfrm>
            <a:custGeom>
              <a:avLst/>
              <a:gdLst>
                <a:gd name="connsiteX0" fmla="*/ 209688 w 654166"/>
                <a:gd name="connsiteY0" fmla="*/ 67708 h 93645"/>
                <a:gd name="connsiteX1" fmla="*/ 218229 w 654166"/>
                <a:gd name="connsiteY1" fmla="*/ 67708 h 93645"/>
                <a:gd name="connsiteX2" fmla="*/ 218229 w 654166"/>
                <a:gd name="connsiteY2" fmla="*/ 83854 h 93645"/>
                <a:gd name="connsiteX3" fmla="*/ 272083 w 654166"/>
                <a:gd name="connsiteY3" fmla="*/ 83854 h 93645"/>
                <a:gd name="connsiteX4" fmla="*/ 272083 w 654166"/>
                <a:gd name="connsiteY4" fmla="*/ 90937 h 93645"/>
                <a:gd name="connsiteX5" fmla="*/ 211875 w 654166"/>
                <a:gd name="connsiteY5" fmla="*/ 90937 h 93645"/>
                <a:gd name="connsiteX6" fmla="*/ 210156 w 654166"/>
                <a:gd name="connsiteY6" fmla="*/ 90469 h 93645"/>
                <a:gd name="connsiteX7" fmla="*/ 209688 w 654166"/>
                <a:gd name="connsiteY7" fmla="*/ 88750 h 93645"/>
                <a:gd name="connsiteX8" fmla="*/ 13437 w 654166"/>
                <a:gd name="connsiteY8" fmla="*/ 65208 h 93645"/>
                <a:gd name="connsiteX9" fmla="*/ 21875 w 654166"/>
                <a:gd name="connsiteY9" fmla="*/ 65208 h 93645"/>
                <a:gd name="connsiteX10" fmla="*/ 21875 w 654166"/>
                <a:gd name="connsiteY10" fmla="*/ 83958 h 93645"/>
                <a:gd name="connsiteX11" fmla="*/ 74375 w 654166"/>
                <a:gd name="connsiteY11" fmla="*/ 83958 h 93645"/>
                <a:gd name="connsiteX12" fmla="*/ 74375 w 654166"/>
                <a:gd name="connsiteY12" fmla="*/ 90937 h 93645"/>
                <a:gd name="connsiteX13" fmla="*/ 15625 w 654166"/>
                <a:gd name="connsiteY13" fmla="*/ 90937 h 93645"/>
                <a:gd name="connsiteX14" fmla="*/ 13906 w 654166"/>
                <a:gd name="connsiteY14" fmla="*/ 90469 h 93645"/>
                <a:gd name="connsiteX15" fmla="*/ 13437 w 654166"/>
                <a:gd name="connsiteY15" fmla="*/ 88750 h 93645"/>
                <a:gd name="connsiteX16" fmla="*/ 389167 w 654166"/>
                <a:gd name="connsiteY16" fmla="*/ 63125 h 93645"/>
                <a:gd name="connsiteX17" fmla="*/ 448438 w 654166"/>
                <a:gd name="connsiteY17" fmla="*/ 63125 h 93645"/>
                <a:gd name="connsiteX18" fmla="*/ 450156 w 654166"/>
                <a:gd name="connsiteY18" fmla="*/ 63594 h 93645"/>
                <a:gd name="connsiteX19" fmla="*/ 450625 w 654166"/>
                <a:gd name="connsiteY19" fmla="*/ 65312 h 93645"/>
                <a:gd name="connsiteX20" fmla="*/ 450625 w 654166"/>
                <a:gd name="connsiteY20" fmla="*/ 93646 h 93645"/>
                <a:gd name="connsiteX21" fmla="*/ 442188 w 654166"/>
                <a:gd name="connsiteY21" fmla="*/ 93646 h 93645"/>
                <a:gd name="connsiteX22" fmla="*/ 442188 w 654166"/>
                <a:gd name="connsiteY22" fmla="*/ 70312 h 93645"/>
                <a:gd name="connsiteX23" fmla="*/ 389167 w 654166"/>
                <a:gd name="connsiteY23" fmla="*/ 70312 h 93645"/>
                <a:gd name="connsiteX24" fmla="*/ 106354 w 654166"/>
                <a:gd name="connsiteY24" fmla="*/ 61354 h 93645"/>
                <a:gd name="connsiteX25" fmla="*/ 114792 w 654166"/>
                <a:gd name="connsiteY25" fmla="*/ 61354 h 93645"/>
                <a:gd name="connsiteX26" fmla="*/ 114792 w 654166"/>
                <a:gd name="connsiteY26" fmla="*/ 83854 h 93645"/>
                <a:gd name="connsiteX27" fmla="*/ 168646 w 654166"/>
                <a:gd name="connsiteY27" fmla="*/ 83854 h 93645"/>
                <a:gd name="connsiteX28" fmla="*/ 168646 w 654166"/>
                <a:gd name="connsiteY28" fmla="*/ 90937 h 93645"/>
                <a:gd name="connsiteX29" fmla="*/ 108542 w 654166"/>
                <a:gd name="connsiteY29" fmla="*/ 90937 h 93645"/>
                <a:gd name="connsiteX30" fmla="*/ 106823 w 654166"/>
                <a:gd name="connsiteY30" fmla="*/ 90469 h 93645"/>
                <a:gd name="connsiteX31" fmla="*/ 106354 w 654166"/>
                <a:gd name="connsiteY31" fmla="*/ 88750 h 93645"/>
                <a:gd name="connsiteX32" fmla="*/ 482396 w 654166"/>
                <a:gd name="connsiteY32" fmla="*/ 60833 h 93645"/>
                <a:gd name="connsiteX33" fmla="*/ 490833 w 654166"/>
                <a:gd name="connsiteY33" fmla="*/ 60833 h 93645"/>
                <a:gd name="connsiteX34" fmla="*/ 490833 w 654166"/>
                <a:gd name="connsiteY34" fmla="*/ 83854 h 93645"/>
                <a:gd name="connsiteX35" fmla="*/ 544792 w 654166"/>
                <a:gd name="connsiteY35" fmla="*/ 83854 h 93645"/>
                <a:gd name="connsiteX36" fmla="*/ 544792 w 654166"/>
                <a:gd name="connsiteY36" fmla="*/ 90937 h 93645"/>
                <a:gd name="connsiteX37" fmla="*/ 484584 w 654166"/>
                <a:gd name="connsiteY37" fmla="*/ 90937 h 93645"/>
                <a:gd name="connsiteX38" fmla="*/ 482865 w 654166"/>
                <a:gd name="connsiteY38" fmla="*/ 90469 h 93645"/>
                <a:gd name="connsiteX39" fmla="*/ 482396 w 654166"/>
                <a:gd name="connsiteY39" fmla="*/ 88750 h 93645"/>
                <a:gd name="connsiteX40" fmla="*/ 601458 w 654166"/>
                <a:gd name="connsiteY40" fmla="*/ 57083 h 93645"/>
                <a:gd name="connsiteX41" fmla="*/ 601458 w 654166"/>
                <a:gd name="connsiteY41" fmla="*/ 74375 h 93645"/>
                <a:gd name="connsiteX42" fmla="*/ 623646 w 654166"/>
                <a:gd name="connsiteY42" fmla="*/ 74375 h 93645"/>
                <a:gd name="connsiteX43" fmla="*/ 623646 w 654166"/>
                <a:gd name="connsiteY43" fmla="*/ 57083 h 93645"/>
                <a:gd name="connsiteX44" fmla="*/ 258229 w 654166"/>
                <a:gd name="connsiteY44" fmla="*/ 38542 h 93645"/>
                <a:gd name="connsiteX45" fmla="*/ 258229 w 654166"/>
                <a:gd name="connsiteY45" fmla="*/ 45521 h 93645"/>
                <a:gd name="connsiteX46" fmla="*/ 251406 w 654166"/>
                <a:gd name="connsiteY46" fmla="*/ 46458 h 93645"/>
                <a:gd name="connsiteX47" fmla="*/ 242813 w 654166"/>
                <a:gd name="connsiteY47" fmla="*/ 47187 h 93645"/>
                <a:gd name="connsiteX48" fmla="*/ 233333 w 654166"/>
                <a:gd name="connsiteY48" fmla="*/ 47708 h 93645"/>
                <a:gd name="connsiteX49" fmla="*/ 223958 w 654166"/>
                <a:gd name="connsiteY49" fmla="*/ 47917 h 93645"/>
                <a:gd name="connsiteX50" fmla="*/ 223958 w 654166"/>
                <a:gd name="connsiteY50" fmla="*/ 62812 h 93645"/>
                <a:gd name="connsiteX51" fmla="*/ 215729 w 654166"/>
                <a:gd name="connsiteY51" fmla="*/ 62812 h 93645"/>
                <a:gd name="connsiteX52" fmla="*/ 215729 w 654166"/>
                <a:gd name="connsiteY52" fmla="*/ 48125 h 93645"/>
                <a:gd name="connsiteX53" fmla="*/ 194688 w 654166"/>
                <a:gd name="connsiteY53" fmla="*/ 48125 h 93645"/>
                <a:gd name="connsiteX54" fmla="*/ 194688 w 654166"/>
                <a:gd name="connsiteY54" fmla="*/ 41146 h 93645"/>
                <a:gd name="connsiteX55" fmla="*/ 222396 w 654166"/>
                <a:gd name="connsiteY55" fmla="*/ 41146 h 93645"/>
                <a:gd name="connsiteX56" fmla="*/ 231250 w 654166"/>
                <a:gd name="connsiteY56" fmla="*/ 40937 h 93645"/>
                <a:gd name="connsiteX57" fmla="*/ 241563 w 654166"/>
                <a:gd name="connsiteY57" fmla="*/ 40312 h 93645"/>
                <a:gd name="connsiteX58" fmla="*/ 251198 w 654166"/>
                <a:gd name="connsiteY58" fmla="*/ 39479 h 93645"/>
                <a:gd name="connsiteX59" fmla="*/ 258229 w 654166"/>
                <a:gd name="connsiteY59" fmla="*/ 38542 h 93645"/>
                <a:gd name="connsiteX60" fmla="*/ 26458 w 654166"/>
                <a:gd name="connsiteY60" fmla="*/ 31250 h 93645"/>
                <a:gd name="connsiteX61" fmla="*/ 15885 w 654166"/>
                <a:gd name="connsiteY61" fmla="*/ 34062 h 93645"/>
                <a:gd name="connsiteX62" fmla="*/ 11979 w 654166"/>
                <a:gd name="connsiteY62" fmla="*/ 41875 h 93645"/>
                <a:gd name="connsiteX63" fmla="*/ 15885 w 654166"/>
                <a:gd name="connsiteY63" fmla="*/ 49739 h 93645"/>
                <a:gd name="connsiteX64" fmla="*/ 26458 w 654166"/>
                <a:gd name="connsiteY64" fmla="*/ 52500 h 93645"/>
                <a:gd name="connsiteX65" fmla="*/ 36719 w 654166"/>
                <a:gd name="connsiteY65" fmla="*/ 49739 h 93645"/>
                <a:gd name="connsiteX66" fmla="*/ 40625 w 654166"/>
                <a:gd name="connsiteY66" fmla="*/ 41875 h 93645"/>
                <a:gd name="connsiteX67" fmla="*/ 36719 w 654166"/>
                <a:gd name="connsiteY67" fmla="*/ 34062 h 93645"/>
                <a:gd name="connsiteX68" fmla="*/ 26458 w 654166"/>
                <a:gd name="connsiteY68" fmla="*/ 31250 h 93645"/>
                <a:gd name="connsiteX69" fmla="*/ 26354 w 654166"/>
                <a:gd name="connsiteY69" fmla="*/ 25000 h 93645"/>
                <a:gd name="connsiteX70" fmla="*/ 42760 w 654166"/>
                <a:gd name="connsiteY70" fmla="*/ 29635 h 93645"/>
                <a:gd name="connsiteX71" fmla="*/ 49167 w 654166"/>
                <a:gd name="connsiteY71" fmla="*/ 41875 h 93645"/>
                <a:gd name="connsiteX72" fmla="*/ 42812 w 654166"/>
                <a:gd name="connsiteY72" fmla="*/ 54166 h 93645"/>
                <a:gd name="connsiteX73" fmla="*/ 26354 w 654166"/>
                <a:gd name="connsiteY73" fmla="*/ 58750 h 93645"/>
                <a:gd name="connsiteX74" fmla="*/ 9791 w 654166"/>
                <a:gd name="connsiteY74" fmla="*/ 54166 h 93645"/>
                <a:gd name="connsiteX75" fmla="*/ 3542 w 654166"/>
                <a:gd name="connsiteY75" fmla="*/ 41875 h 93645"/>
                <a:gd name="connsiteX76" fmla="*/ 9791 w 654166"/>
                <a:gd name="connsiteY76" fmla="*/ 29635 h 93645"/>
                <a:gd name="connsiteX77" fmla="*/ 26354 w 654166"/>
                <a:gd name="connsiteY77" fmla="*/ 25000 h 93645"/>
                <a:gd name="connsiteX78" fmla="*/ 516146 w 654166"/>
                <a:gd name="connsiteY78" fmla="*/ 18333 h 93645"/>
                <a:gd name="connsiteX79" fmla="*/ 516980 w 654166"/>
                <a:gd name="connsiteY79" fmla="*/ 22187 h 93645"/>
                <a:gd name="connsiteX80" fmla="*/ 517292 w 654166"/>
                <a:gd name="connsiteY80" fmla="*/ 26250 h 93645"/>
                <a:gd name="connsiteX81" fmla="*/ 517032 w 654166"/>
                <a:gd name="connsiteY81" fmla="*/ 29531 h 93645"/>
                <a:gd name="connsiteX82" fmla="*/ 516459 w 654166"/>
                <a:gd name="connsiteY82" fmla="*/ 32708 h 93645"/>
                <a:gd name="connsiteX83" fmla="*/ 534167 w 654166"/>
                <a:gd name="connsiteY83" fmla="*/ 32708 h 93645"/>
                <a:gd name="connsiteX84" fmla="*/ 534167 w 654166"/>
                <a:gd name="connsiteY84" fmla="*/ 18333 h 93645"/>
                <a:gd name="connsiteX85" fmla="*/ 0 w 654166"/>
                <a:gd name="connsiteY85" fmla="*/ 13645 h 93645"/>
                <a:gd name="connsiteX86" fmla="*/ 52917 w 654166"/>
                <a:gd name="connsiteY86" fmla="*/ 13645 h 93645"/>
                <a:gd name="connsiteX87" fmla="*/ 52917 w 654166"/>
                <a:gd name="connsiteY87" fmla="*/ 20208 h 93645"/>
                <a:gd name="connsiteX88" fmla="*/ 0 w 654166"/>
                <a:gd name="connsiteY88" fmla="*/ 20208 h 93645"/>
                <a:gd name="connsiteX89" fmla="*/ 492917 w 654166"/>
                <a:gd name="connsiteY89" fmla="*/ 8854 h 93645"/>
                <a:gd name="connsiteX90" fmla="*/ 481250 w 654166"/>
                <a:gd name="connsiteY90" fmla="*/ 13958 h 93645"/>
                <a:gd name="connsiteX91" fmla="*/ 477083 w 654166"/>
                <a:gd name="connsiteY91" fmla="*/ 26250 h 93645"/>
                <a:gd name="connsiteX92" fmla="*/ 481250 w 654166"/>
                <a:gd name="connsiteY92" fmla="*/ 38437 h 93645"/>
                <a:gd name="connsiteX93" fmla="*/ 492917 w 654166"/>
                <a:gd name="connsiteY93" fmla="*/ 43437 h 93645"/>
                <a:gd name="connsiteX94" fmla="*/ 504583 w 654166"/>
                <a:gd name="connsiteY94" fmla="*/ 38437 h 93645"/>
                <a:gd name="connsiteX95" fmla="*/ 508750 w 654166"/>
                <a:gd name="connsiteY95" fmla="*/ 26250 h 93645"/>
                <a:gd name="connsiteX96" fmla="*/ 504583 w 654166"/>
                <a:gd name="connsiteY96" fmla="*/ 13958 h 93645"/>
                <a:gd name="connsiteX97" fmla="*/ 492917 w 654166"/>
                <a:gd name="connsiteY97" fmla="*/ 8854 h 93645"/>
                <a:gd name="connsiteX98" fmla="*/ 224583 w 654166"/>
                <a:gd name="connsiteY98" fmla="*/ 7083 h 93645"/>
                <a:gd name="connsiteX99" fmla="*/ 213073 w 654166"/>
                <a:gd name="connsiteY99" fmla="*/ 10208 h 93645"/>
                <a:gd name="connsiteX100" fmla="*/ 209896 w 654166"/>
                <a:gd name="connsiteY100" fmla="*/ 17708 h 93645"/>
                <a:gd name="connsiteX101" fmla="*/ 213125 w 654166"/>
                <a:gd name="connsiteY101" fmla="*/ 25052 h 93645"/>
                <a:gd name="connsiteX102" fmla="*/ 224583 w 654166"/>
                <a:gd name="connsiteY102" fmla="*/ 27916 h 93645"/>
                <a:gd name="connsiteX103" fmla="*/ 235990 w 654166"/>
                <a:gd name="connsiteY103" fmla="*/ 25052 h 93645"/>
                <a:gd name="connsiteX104" fmla="*/ 239271 w 654166"/>
                <a:gd name="connsiteY104" fmla="*/ 17708 h 93645"/>
                <a:gd name="connsiteX105" fmla="*/ 236042 w 654166"/>
                <a:gd name="connsiteY105" fmla="*/ 10156 h 93645"/>
                <a:gd name="connsiteX106" fmla="*/ 224583 w 654166"/>
                <a:gd name="connsiteY106" fmla="*/ 7083 h 93645"/>
                <a:gd name="connsiteX107" fmla="*/ 287917 w 654166"/>
                <a:gd name="connsiteY107" fmla="*/ 5833 h 93645"/>
                <a:gd name="connsiteX108" fmla="*/ 336354 w 654166"/>
                <a:gd name="connsiteY108" fmla="*/ 5833 h 93645"/>
                <a:gd name="connsiteX109" fmla="*/ 336354 w 654166"/>
                <a:gd name="connsiteY109" fmla="*/ 12812 h 93645"/>
                <a:gd name="connsiteX110" fmla="*/ 316042 w 654166"/>
                <a:gd name="connsiteY110" fmla="*/ 12812 h 93645"/>
                <a:gd name="connsiteX111" fmla="*/ 316042 w 654166"/>
                <a:gd name="connsiteY111" fmla="*/ 21771 h 93645"/>
                <a:gd name="connsiteX112" fmla="*/ 317604 w 654166"/>
                <a:gd name="connsiteY112" fmla="*/ 35208 h 93645"/>
                <a:gd name="connsiteX113" fmla="*/ 322188 w 654166"/>
                <a:gd name="connsiteY113" fmla="*/ 46771 h 93645"/>
                <a:gd name="connsiteX114" fmla="*/ 330156 w 654166"/>
                <a:gd name="connsiteY114" fmla="*/ 57292 h 93645"/>
                <a:gd name="connsiteX115" fmla="*/ 341459 w 654166"/>
                <a:gd name="connsiteY115" fmla="*/ 65833 h 93645"/>
                <a:gd name="connsiteX116" fmla="*/ 338334 w 654166"/>
                <a:gd name="connsiteY116" fmla="*/ 68750 h 93645"/>
                <a:gd name="connsiteX117" fmla="*/ 335521 w 654166"/>
                <a:gd name="connsiteY117" fmla="*/ 71667 h 93645"/>
                <a:gd name="connsiteX118" fmla="*/ 328646 w 654166"/>
                <a:gd name="connsiteY118" fmla="*/ 66667 h 93645"/>
                <a:gd name="connsiteX119" fmla="*/ 322500 w 654166"/>
                <a:gd name="connsiteY119" fmla="*/ 60416 h 93645"/>
                <a:gd name="connsiteX120" fmla="*/ 316458 w 654166"/>
                <a:gd name="connsiteY120" fmla="*/ 52240 h 93645"/>
                <a:gd name="connsiteX121" fmla="*/ 311875 w 654166"/>
                <a:gd name="connsiteY121" fmla="*/ 42812 h 93645"/>
                <a:gd name="connsiteX122" fmla="*/ 308073 w 654166"/>
                <a:gd name="connsiteY122" fmla="*/ 51927 h 93645"/>
                <a:gd name="connsiteX123" fmla="*/ 302500 w 654166"/>
                <a:gd name="connsiteY123" fmla="*/ 60416 h 93645"/>
                <a:gd name="connsiteX124" fmla="*/ 295729 w 654166"/>
                <a:gd name="connsiteY124" fmla="*/ 68229 h 93645"/>
                <a:gd name="connsiteX125" fmla="*/ 288646 w 654166"/>
                <a:gd name="connsiteY125" fmla="*/ 74166 h 93645"/>
                <a:gd name="connsiteX126" fmla="*/ 285156 w 654166"/>
                <a:gd name="connsiteY126" fmla="*/ 71354 h 93645"/>
                <a:gd name="connsiteX127" fmla="*/ 281250 w 654166"/>
                <a:gd name="connsiteY127" fmla="*/ 68541 h 93645"/>
                <a:gd name="connsiteX128" fmla="*/ 292396 w 654166"/>
                <a:gd name="connsiteY128" fmla="*/ 59791 h 93645"/>
                <a:gd name="connsiteX129" fmla="*/ 300729 w 654166"/>
                <a:gd name="connsiteY129" fmla="*/ 48646 h 93645"/>
                <a:gd name="connsiteX130" fmla="*/ 305834 w 654166"/>
                <a:gd name="connsiteY130" fmla="*/ 35625 h 93645"/>
                <a:gd name="connsiteX131" fmla="*/ 307604 w 654166"/>
                <a:gd name="connsiteY131" fmla="*/ 20417 h 93645"/>
                <a:gd name="connsiteX132" fmla="*/ 307604 w 654166"/>
                <a:gd name="connsiteY132" fmla="*/ 12812 h 93645"/>
                <a:gd name="connsiteX133" fmla="*/ 287917 w 654166"/>
                <a:gd name="connsiteY133" fmla="*/ 12812 h 93645"/>
                <a:gd name="connsiteX134" fmla="*/ 580730 w 654166"/>
                <a:gd name="connsiteY134" fmla="*/ 4896 h 93645"/>
                <a:gd name="connsiteX135" fmla="*/ 639375 w 654166"/>
                <a:gd name="connsiteY135" fmla="*/ 4896 h 93645"/>
                <a:gd name="connsiteX136" fmla="*/ 641094 w 654166"/>
                <a:gd name="connsiteY136" fmla="*/ 5364 h 93645"/>
                <a:gd name="connsiteX137" fmla="*/ 641563 w 654166"/>
                <a:gd name="connsiteY137" fmla="*/ 7083 h 93645"/>
                <a:gd name="connsiteX138" fmla="*/ 641563 w 654166"/>
                <a:gd name="connsiteY138" fmla="*/ 32396 h 93645"/>
                <a:gd name="connsiteX139" fmla="*/ 641094 w 654166"/>
                <a:gd name="connsiteY139" fmla="*/ 34115 h 93645"/>
                <a:gd name="connsiteX140" fmla="*/ 639375 w 654166"/>
                <a:gd name="connsiteY140" fmla="*/ 34583 h 93645"/>
                <a:gd name="connsiteX141" fmla="*/ 588854 w 654166"/>
                <a:gd name="connsiteY141" fmla="*/ 34583 h 93645"/>
                <a:gd name="connsiteX142" fmla="*/ 588854 w 654166"/>
                <a:gd name="connsiteY142" fmla="*/ 50104 h 93645"/>
                <a:gd name="connsiteX143" fmla="*/ 644584 w 654166"/>
                <a:gd name="connsiteY143" fmla="*/ 50104 h 93645"/>
                <a:gd name="connsiteX144" fmla="*/ 644584 w 654166"/>
                <a:gd name="connsiteY144" fmla="*/ 57083 h 93645"/>
                <a:gd name="connsiteX145" fmla="*/ 631875 w 654166"/>
                <a:gd name="connsiteY145" fmla="*/ 57083 h 93645"/>
                <a:gd name="connsiteX146" fmla="*/ 631875 w 654166"/>
                <a:gd name="connsiteY146" fmla="*/ 74375 h 93645"/>
                <a:gd name="connsiteX147" fmla="*/ 654167 w 654166"/>
                <a:gd name="connsiteY147" fmla="*/ 74375 h 93645"/>
                <a:gd name="connsiteX148" fmla="*/ 654167 w 654166"/>
                <a:gd name="connsiteY148" fmla="*/ 81458 h 93645"/>
                <a:gd name="connsiteX149" fmla="*/ 569271 w 654166"/>
                <a:gd name="connsiteY149" fmla="*/ 81458 h 93645"/>
                <a:gd name="connsiteX150" fmla="*/ 569271 w 654166"/>
                <a:gd name="connsiteY150" fmla="*/ 74375 h 93645"/>
                <a:gd name="connsiteX151" fmla="*/ 593438 w 654166"/>
                <a:gd name="connsiteY151" fmla="*/ 74375 h 93645"/>
                <a:gd name="connsiteX152" fmla="*/ 593438 w 654166"/>
                <a:gd name="connsiteY152" fmla="*/ 57083 h 93645"/>
                <a:gd name="connsiteX153" fmla="*/ 583021 w 654166"/>
                <a:gd name="connsiteY153" fmla="*/ 57083 h 93645"/>
                <a:gd name="connsiteX154" fmla="*/ 581302 w 654166"/>
                <a:gd name="connsiteY154" fmla="*/ 56615 h 93645"/>
                <a:gd name="connsiteX155" fmla="*/ 580834 w 654166"/>
                <a:gd name="connsiteY155" fmla="*/ 54896 h 93645"/>
                <a:gd name="connsiteX156" fmla="*/ 580834 w 654166"/>
                <a:gd name="connsiteY156" fmla="*/ 29896 h 93645"/>
                <a:gd name="connsiteX157" fmla="*/ 581302 w 654166"/>
                <a:gd name="connsiteY157" fmla="*/ 28177 h 93645"/>
                <a:gd name="connsiteX158" fmla="*/ 583021 w 654166"/>
                <a:gd name="connsiteY158" fmla="*/ 27708 h 93645"/>
                <a:gd name="connsiteX159" fmla="*/ 633438 w 654166"/>
                <a:gd name="connsiteY159" fmla="*/ 27708 h 93645"/>
                <a:gd name="connsiteX160" fmla="*/ 633438 w 654166"/>
                <a:gd name="connsiteY160" fmla="*/ 11875 h 93645"/>
                <a:gd name="connsiteX161" fmla="*/ 580730 w 654166"/>
                <a:gd name="connsiteY161" fmla="*/ 11875 h 93645"/>
                <a:gd name="connsiteX162" fmla="*/ 94688 w 654166"/>
                <a:gd name="connsiteY162" fmla="*/ 4791 h 93645"/>
                <a:gd name="connsiteX163" fmla="*/ 139688 w 654166"/>
                <a:gd name="connsiteY163" fmla="*/ 4791 h 93645"/>
                <a:gd name="connsiteX164" fmla="*/ 139688 w 654166"/>
                <a:gd name="connsiteY164" fmla="*/ 11771 h 93645"/>
                <a:gd name="connsiteX165" fmla="*/ 121458 w 654166"/>
                <a:gd name="connsiteY165" fmla="*/ 11771 h 93645"/>
                <a:gd name="connsiteX166" fmla="*/ 121458 w 654166"/>
                <a:gd name="connsiteY166" fmla="*/ 17500 h 93645"/>
                <a:gd name="connsiteX167" fmla="*/ 123177 w 654166"/>
                <a:gd name="connsiteY167" fmla="*/ 27135 h 93645"/>
                <a:gd name="connsiteX168" fmla="*/ 127708 w 654166"/>
                <a:gd name="connsiteY168" fmla="*/ 35104 h 93645"/>
                <a:gd name="connsiteX169" fmla="*/ 135938 w 654166"/>
                <a:gd name="connsiteY169" fmla="*/ 43021 h 93645"/>
                <a:gd name="connsiteX170" fmla="*/ 145417 w 654166"/>
                <a:gd name="connsiteY170" fmla="*/ 47812 h 93645"/>
                <a:gd name="connsiteX171" fmla="*/ 142396 w 654166"/>
                <a:gd name="connsiteY171" fmla="*/ 51041 h 93645"/>
                <a:gd name="connsiteX172" fmla="*/ 140000 w 654166"/>
                <a:gd name="connsiteY172" fmla="*/ 54062 h 93645"/>
                <a:gd name="connsiteX173" fmla="*/ 133906 w 654166"/>
                <a:gd name="connsiteY173" fmla="*/ 50677 h 93645"/>
                <a:gd name="connsiteX174" fmla="*/ 127500 w 654166"/>
                <a:gd name="connsiteY174" fmla="*/ 45729 h 93645"/>
                <a:gd name="connsiteX175" fmla="*/ 121823 w 654166"/>
                <a:gd name="connsiteY175" fmla="*/ 40052 h 93645"/>
                <a:gd name="connsiteX176" fmla="*/ 117292 w 654166"/>
                <a:gd name="connsiteY176" fmla="*/ 33125 h 93645"/>
                <a:gd name="connsiteX177" fmla="*/ 113594 w 654166"/>
                <a:gd name="connsiteY177" fmla="*/ 40469 h 93645"/>
                <a:gd name="connsiteX178" fmla="*/ 108542 w 654166"/>
                <a:gd name="connsiteY178" fmla="*/ 46771 h 93645"/>
                <a:gd name="connsiteX179" fmla="*/ 101823 w 654166"/>
                <a:gd name="connsiteY179" fmla="*/ 52344 h 93645"/>
                <a:gd name="connsiteX180" fmla="*/ 94479 w 654166"/>
                <a:gd name="connsiteY180" fmla="*/ 56771 h 93645"/>
                <a:gd name="connsiteX181" fmla="*/ 91510 w 654166"/>
                <a:gd name="connsiteY181" fmla="*/ 53958 h 93645"/>
                <a:gd name="connsiteX182" fmla="*/ 88125 w 654166"/>
                <a:gd name="connsiteY182" fmla="*/ 51041 h 93645"/>
                <a:gd name="connsiteX183" fmla="*/ 98698 w 654166"/>
                <a:gd name="connsiteY183" fmla="*/ 44896 h 93645"/>
                <a:gd name="connsiteX184" fmla="*/ 107187 w 654166"/>
                <a:gd name="connsiteY184" fmla="*/ 36146 h 93645"/>
                <a:gd name="connsiteX185" fmla="*/ 111510 w 654166"/>
                <a:gd name="connsiteY185" fmla="*/ 27604 h 93645"/>
                <a:gd name="connsiteX186" fmla="*/ 113125 w 654166"/>
                <a:gd name="connsiteY186" fmla="*/ 17396 h 93645"/>
                <a:gd name="connsiteX187" fmla="*/ 113125 w 654166"/>
                <a:gd name="connsiteY187" fmla="*/ 11771 h 93645"/>
                <a:gd name="connsiteX188" fmla="*/ 94688 w 654166"/>
                <a:gd name="connsiteY188" fmla="*/ 11771 h 93645"/>
                <a:gd name="connsiteX189" fmla="*/ 381042 w 654166"/>
                <a:gd name="connsiteY189" fmla="*/ 3958 h 93645"/>
                <a:gd name="connsiteX190" fmla="*/ 418646 w 654166"/>
                <a:gd name="connsiteY190" fmla="*/ 3958 h 93645"/>
                <a:gd name="connsiteX191" fmla="*/ 420365 w 654166"/>
                <a:gd name="connsiteY191" fmla="*/ 4427 h 93645"/>
                <a:gd name="connsiteX192" fmla="*/ 420834 w 654166"/>
                <a:gd name="connsiteY192" fmla="*/ 6146 h 93645"/>
                <a:gd name="connsiteX193" fmla="*/ 420834 w 654166"/>
                <a:gd name="connsiteY193" fmla="*/ 29792 h 93645"/>
                <a:gd name="connsiteX194" fmla="*/ 420365 w 654166"/>
                <a:gd name="connsiteY194" fmla="*/ 31510 h 93645"/>
                <a:gd name="connsiteX195" fmla="*/ 418646 w 654166"/>
                <a:gd name="connsiteY195" fmla="*/ 31979 h 93645"/>
                <a:gd name="connsiteX196" fmla="*/ 389063 w 654166"/>
                <a:gd name="connsiteY196" fmla="*/ 31979 h 93645"/>
                <a:gd name="connsiteX197" fmla="*/ 389063 w 654166"/>
                <a:gd name="connsiteY197" fmla="*/ 45833 h 93645"/>
                <a:gd name="connsiteX198" fmla="*/ 395208 w 654166"/>
                <a:gd name="connsiteY198" fmla="*/ 45833 h 93645"/>
                <a:gd name="connsiteX199" fmla="*/ 406511 w 654166"/>
                <a:gd name="connsiteY199" fmla="*/ 45521 h 93645"/>
                <a:gd name="connsiteX200" fmla="*/ 417396 w 654166"/>
                <a:gd name="connsiteY200" fmla="*/ 44792 h 93645"/>
                <a:gd name="connsiteX201" fmla="*/ 426719 w 654166"/>
                <a:gd name="connsiteY201" fmla="*/ 43698 h 93645"/>
                <a:gd name="connsiteX202" fmla="*/ 433750 w 654166"/>
                <a:gd name="connsiteY202" fmla="*/ 42500 h 93645"/>
                <a:gd name="connsiteX203" fmla="*/ 433750 w 654166"/>
                <a:gd name="connsiteY203" fmla="*/ 49479 h 93645"/>
                <a:gd name="connsiteX204" fmla="*/ 426146 w 654166"/>
                <a:gd name="connsiteY204" fmla="*/ 50729 h 93645"/>
                <a:gd name="connsiteX205" fmla="*/ 416146 w 654166"/>
                <a:gd name="connsiteY205" fmla="*/ 51875 h 93645"/>
                <a:gd name="connsiteX206" fmla="*/ 404479 w 654166"/>
                <a:gd name="connsiteY206" fmla="*/ 52708 h 93645"/>
                <a:gd name="connsiteX207" fmla="*/ 392292 w 654166"/>
                <a:gd name="connsiteY207" fmla="*/ 53021 h 93645"/>
                <a:gd name="connsiteX208" fmla="*/ 383229 w 654166"/>
                <a:gd name="connsiteY208" fmla="*/ 53021 h 93645"/>
                <a:gd name="connsiteX209" fmla="*/ 381510 w 654166"/>
                <a:gd name="connsiteY209" fmla="*/ 52552 h 93645"/>
                <a:gd name="connsiteX210" fmla="*/ 381042 w 654166"/>
                <a:gd name="connsiteY210" fmla="*/ 50833 h 93645"/>
                <a:gd name="connsiteX211" fmla="*/ 381042 w 654166"/>
                <a:gd name="connsiteY211" fmla="*/ 27395 h 93645"/>
                <a:gd name="connsiteX212" fmla="*/ 381510 w 654166"/>
                <a:gd name="connsiteY212" fmla="*/ 25677 h 93645"/>
                <a:gd name="connsiteX213" fmla="*/ 383229 w 654166"/>
                <a:gd name="connsiteY213" fmla="*/ 25208 h 93645"/>
                <a:gd name="connsiteX214" fmla="*/ 412813 w 654166"/>
                <a:gd name="connsiteY214" fmla="*/ 25208 h 93645"/>
                <a:gd name="connsiteX215" fmla="*/ 412813 w 654166"/>
                <a:gd name="connsiteY215" fmla="*/ 10937 h 93645"/>
                <a:gd name="connsiteX216" fmla="*/ 381042 w 654166"/>
                <a:gd name="connsiteY216" fmla="*/ 10937 h 93645"/>
                <a:gd name="connsiteX217" fmla="*/ 262083 w 654166"/>
                <a:gd name="connsiteY217" fmla="*/ 625 h 93645"/>
                <a:gd name="connsiteX218" fmla="*/ 270104 w 654166"/>
                <a:gd name="connsiteY218" fmla="*/ 625 h 93645"/>
                <a:gd name="connsiteX219" fmla="*/ 270104 w 654166"/>
                <a:gd name="connsiteY219" fmla="*/ 70938 h 93645"/>
                <a:gd name="connsiteX220" fmla="*/ 262083 w 654166"/>
                <a:gd name="connsiteY220" fmla="*/ 70938 h 93645"/>
                <a:gd name="connsiteX221" fmla="*/ 262083 w 654166"/>
                <a:gd name="connsiteY221" fmla="*/ 61979 h 93645"/>
                <a:gd name="connsiteX222" fmla="*/ 240208 w 654166"/>
                <a:gd name="connsiteY222" fmla="*/ 61979 h 93645"/>
                <a:gd name="connsiteX223" fmla="*/ 240208 w 654166"/>
                <a:gd name="connsiteY223" fmla="*/ 55312 h 93645"/>
                <a:gd name="connsiteX224" fmla="*/ 262083 w 654166"/>
                <a:gd name="connsiteY224" fmla="*/ 55312 h 93645"/>
                <a:gd name="connsiteX225" fmla="*/ 534167 w 654166"/>
                <a:gd name="connsiteY225" fmla="*/ 521 h 93645"/>
                <a:gd name="connsiteX226" fmla="*/ 542292 w 654166"/>
                <a:gd name="connsiteY226" fmla="*/ 521 h 93645"/>
                <a:gd name="connsiteX227" fmla="*/ 542292 w 654166"/>
                <a:gd name="connsiteY227" fmla="*/ 68333 h 93645"/>
                <a:gd name="connsiteX228" fmla="*/ 534167 w 654166"/>
                <a:gd name="connsiteY228" fmla="*/ 68333 h 93645"/>
                <a:gd name="connsiteX229" fmla="*/ 534167 w 654166"/>
                <a:gd name="connsiteY229" fmla="*/ 39687 h 93645"/>
                <a:gd name="connsiteX230" fmla="*/ 513542 w 654166"/>
                <a:gd name="connsiteY230" fmla="*/ 39687 h 93645"/>
                <a:gd name="connsiteX231" fmla="*/ 505052 w 654166"/>
                <a:gd name="connsiteY231" fmla="*/ 47865 h 93645"/>
                <a:gd name="connsiteX232" fmla="*/ 492917 w 654166"/>
                <a:gd name="connsiteY232" fmla="*/ 50937 h 93645"/>
                <a:gd name="connsiteX233" fmla="*/ 483021 w 654166"/>
                <a:gd name="connsiteY233" fmla="*/ 49010 h 93645"/>
                <a:gd name="connsiteX234" fmla="*/ 475417 w 654166"/>
                <a:gd name="connsiteY234" fmla="*/ 43646 h 93645"/>
                <a:gd name="connsiteX235" fmla="*/ 470417 w 654166"/>
                <a:gd name="connsiteY235" fmla="*/ 35833 h 93645"/>
                <a:gd name="connsiteX236" fmla="*/ 468646 w 654166"/>
                <a:gd name="connsiteY236" fmla="*/ 26250 h 93645"/>
                <a:gd name="connsiteX237" fmla="*/ 470417 w 654166"/>
                <a:gd name="connsiteY237" fmla="*/ 16667 h 93645"/>
                <a:gd name="connsiteX238" fmla="*/ 475417 w 654166"/>
                <a:gd name="connsiteY238" fmla="*/ 8750 h 93645"/>
                <a:gd name="connsiteX239" fmla="*/ 483021 w 654166"/>
                <a:gd name="connsiteY239" fmla="*/ 3437 h 93645"/>
                <a:gd name="connsiteX240" fmla="*/ 492917 w 654166"/>
                <a:gd name="connsiteY240" fmla="*/ 1458 h 93645"/>
                <a:gd name="connsiteX241" fmla="*/ 504271 w 654166"/>
                <a:gd name="connsiteY241" fmla="*/ 4166 h 93645"/>
                <a:gd name="connsiteX242" fmla="*/ 512604 w 654166"/>
                <a:gd name="connsiteY242" fmla="*/ 11354 h 93645"/>
                <a:gd name="connsiteX243" fmla="*/ 534167 w 654166"/>
                <a:gd name="connsiteY243" fmla="*/ 11354 h 93645"/>
                <a:gd name="connsiteX244" fmla="*/ 442604 w 654166"/>
                <a:gd name="connsiteY244" fmla="*/ 521 h 93645"/>
                <a:gd name="connsiteX245" fmla="*/ 450729 w 654166"/>
                <a:gd name="connsiteY245" fmla="*/ 521 h 93645"/>
                <a:gd name="connsiteX246" fmla="*/ 450729 w 654166"/>
                <a:gd name="connsiteY246" fmla="*/ 58333 h 93645"/>
                <a:gd name="connsiteX247" fmla="*/ 442604 w 654166"/>
                <a:gd name="connsiteY247" fmla="*/ 58333 h 93645"/>
                <a:gd name="connsiteX248" fmla="*/ 442604 w 654166"/>
                <a:gd name="connsiteY248" fmla="*/ 36562 h 93645"/>
                <a:gd name="connsiteX249" fmla="*/ 426563 w 654166"/>
                <a:gd name="connsiteY249" fmla="*/ 36562 h 93645"/>
                <a:gd name="connsiteX250" fmla="*/ 426563 w 654166"/>
                <a:gd name="connsiteY250" fmla="*/ 29792 h 93645"/>
                <a:gd name="connsiteX251" fmla="*/ 442604 w 654166"/>
                <a:gd name="connsiteY251" fmla="*/ 29792 h 93645"/>
                <a:gd name="connsiteX252" fmla="*/ 442604 w 654166"/>
                <a:gd name="connsiteY252" fmla="*/ 18437 h 93645"/>
                <a:gd name="connsiteX253" fmla="*/ 426563 w 654166"/>
                <a:gd name="connsiteY253" fmla="*/ 18437 h 93645"/>
                <a:gd name="connsiteX254" fmla="*/ 426563 w 654166"/>
                <a:gd name="connsiteY254" fmla="*/ 11667 h 93645"/>
                <a:gd name="connsiteX255" fmla="*/ 442604 w 654166"/>
                <a:gd name="connsiteY255" fmla="*/ 11667 h 93645"/>
                <a:gd name="connsiteX256" fmla="*/ 348125 w 654166"/>
                <a:gd name="connsiteY256" fmla="*/ 521 h 93645"/>
                <a:gd name="connsiteX257" fmla="*/ 356250 w 654166"/>
                <a:gd name="connsiteY257" fmla="*/ 521 h 93645"/>
                <a:gd name="connsiteX258" fmla="*/ 356250 w 654166"/>
                <a:gd name="connsiteY258" fmla="*/ 35937 h 93645"/>
                <a:gd name="connsiteX259" fmla="*/ 370000 w 654166"/>
                <a:gd name="connsiteY259" fmla="*/ 35937 h 93645"/>
                <a:gd name="connsiteX260" fmla="*/ 370000 w 654166"/>
                <a:gd name="connsiteY260" fmla="*/ 43333 h 93645"/>
                <a:gd name="connsiteX261" fmla="*/ 356250 w 654166"/>
                <a:gd name="connsiteY261" fmla="*/ 43333 h 93645"/>
                <a:gd name="connsiteX262" fmla="*/ 356250 w 654166"/>
                <a:gd name="connsiteY262" fmla="*/ 92917 h 93645"/>
                <a:gd name="connsiteX263" fmla="*/ 348125 w 654166"/>
                <a:gd name="connsiteY263" fmla="*/ 92917 h 93645"/>
                <a:gd name="connsiteX264" fmla="*/ 157917 w 654166"/>
                <a:gd name="connsiteY264" fmla="*/ 521 h 93645"/>
                <a:gd name="connsiteX265" fmla="*/ 166042 w 654166"/>
                <a:gd name="connsiteY265" fmla="*/ 521 h 93645"/>
                <a:gd name="connsiteX266" fmla="*/ 166042 w 654166"/>
                <a:gd name="connsiteY266" fmla="*/ 68229 h 93645"/>
                <a:gd name="connsiteX267" fmla="*/ 157917 w 654166"/>
                <a:gd name="connsiteY267" fmla="*/ 68229 h 93645"/>
                <a:gd name="connsiteX268" fmla="*/ 157917 w 654166"/>
                <a:gd name="connsiteY268" fmla="*/ 29583 h 93645"/>
                <a:gd name="connsiteX269" fmla="*/ 138646 w 654166"/>
                <a:gd name="connsiteY269" fmla="*/ 29583 h 93645"/>
                <a:gd name="connsiteX270" fmla="*/ 138646 w 654166"/>
                <a:gd name="connsiteY270" fmla="*/ 22291 h 93645"/>
                <a:gd name="connsiteX271" fmla="*/ 157917 w 654166"/>
                <a:gd name="connsiteY271" fmla="*/ 22291 h 93645"/>
                <a:gd name="connsiteX272" fmla="*/ 63229 w 654166"/>
                <a:gd name="connsiteY272" fmla="*/ 521 h 93645"/>
                <a:gd name="connsiteX273" fmla="*/ 71354 w 654166"/>
                <a:gd name="connsiteY273" fmla="*/ 521 h 93645"/>
                <a:gd name="connsiteX274" fmla="*/ 71354 w 654166"/>
                <a:gd name="connsiteY274" fmla="*/ 28646 h 93645"/>
                <a:gd name="connsiteX275" fmla="*/ 84271 w 654166"/>
                <a:gd name="connsiteY275" fmla="*/ 28646 h 93645"/>
                <a:gd name="connsiteX276" fmla="*/ 84271 w 654166"/>
                <a:gd name="connsiteY276" fmla="*/ 35937 h 93645"/>
                <a:gd name="connsiteX277" fmla="*/ 71354 w 654166"/>
                <a:gd name="connsiteY277" fmla="*/ 35937 h 93645"/>
                <a:gd name="connsiteX278" fmla="*/ 71354 w 654166"/>
                <a:gd name="connsiteY278" fmla="*/ 68541 h 93645"/>
                <a:gd name="connsiteX279" fmla="*/ 63229 w 654166"/>
                <a:gd name="connsiteY279" fmla="*/ 68541 h 93645"/>
                <a:gd name="connsiteX280" fmla="*/ 12604 w 654166"/>
                <a:gd name="connsiteY280" fmla="*/ 312 h 93645"/>
                <a:gd name="connsiteX281" fmla="*/ 39896 w 654166"/>
                <a:gd name="connsiteY281" fmla="*/ 312 h 93645"/>
                <a:gd name="connsiteX282" fmla="*/ 39896 w 654166"/>
                <a:gd name="connsiteY282" fmla="*/ 6979 h 93645"/>
                <a:gd name="connsiteX283" fmla="*/ 12604 w 654166"/>
                <a:gd name="connsiteY283" fmla="*/ 6979 h 93645"/>
                <a:gd name="connsiteX284" fmla="*/ 224583 w 654166"/>
                <a:gd name="connsiteY284" fmla="*/ 0 h 93645"/>
                <a:gd name="connsiteX285" fmla="*/ 241667 w 654166"/>
                <a:gd name="connsiteY285" fmla="*/ 5104 h 93645"/>
                <a:gd name="connsiteX286" fmla="*/ 247604 w 654166"/>
                <a:gd name="connsiteY286" fmla="*/ 17708 h 93645"/>
                <a:gd name="connsiteX287" fmla="*/ 241615 w 654166"/>
                <a:gd name="connsiteY287" fmla="*/ 30208 h 93645"/>
                <a:gd name="connsiteX288" fmla="*/ 224583 w 654166"/>
                <a:gd name="connsiteY288" fmla="*/ 34896 h 93645"/>
                <a:gd name="connsiteX289" fmla="*/ 207604 w 654166"/>
                <a:gd name="connsiteY289" fmla="*/ 30052 h 93645"/>
                <a:gd name="connsiteX290" fmla="*/ 201771 w 654166"/>
                <a:gd name="connsiteY290" fmla="*/ 17708 h 93645"/>
                <a:gd name="connsiteX291" fmla="*/ 207552 w 654166"/>
                <a:gd name="connsiteY291" fmla="*/ 5260 h 93645"/>
                <a:gd name="connsiteX292" fmla="*/ 224583 w 654166"/>
                <a:gd name="connsiteY292" fmla="*/ 0 h 9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</a:cxnLst>
              <a:rect l="l" t="t" r="r" b="b"/>
              <a:pathLst>
                <a:path w="654166" h="93645">
                  <a:moveTo>
                    <a:pt x="209688" y="67708"/>
                  </a:moveTo>
                  <a:lnTo>
                    <a:pt x="218229" y="67708"/>
                  </a:lnTo>
                  <a:lnTo>
                    <a:pt x="218229" y="83854"/>
                  </a:lnTo>
                  <a:lnTo>
                    <a:pt x="272083" y="83854"/>
                  </a:lnTo>
                  <a:lnTo>
                    <a:pt x="272083" y="90937"/>
                  </a:lnTo>
                  <a:lnTo>
                    <a:pt x="211875" y="90937"/>
                  </a:lnTo>
                  <a:cubicBezTo>
                    <a:pt x="211042" y="90937"/>
                    <a:pt x="210469" y="90781"/>
                    <a:pt x="210156" y="90469"/>
                  </a:cubicBezTo>
                  <a:cubicBezTo>
                    <a:pt x="209844" y="90156"/>
                    <a:pt x="209688" y="89583"/>
                    <a:pt x="209688" y="88750"/>
                  </a:cubicBezTo>
                  <a:close/>
                  <a:moveTo>
                    <a:pt x="13437" y="65208"/>
                  </a:moveTo>
                  <a:lnTo>
                    <a:pt x="21875" y="65208"/>
                  </a:lnTo>
                  <a:lnTo>
                    <a:pt x="21875" y="83958"/>
                  </a:lnTo>
                  <a:lnTo>
                    <a:pt x="74375" y="83958"/>
                  </a:lnTo>
                  <a:lnTo>
                    <a:pt x="74375" y="90937"/>
                  </a:lnTo>
                  <a:lnTo>
                    <a:pt x="15625" y="90937"/>
                  </a:lnTo>
                  <a:cubicBezTo>
                    <a:pt x="14791" y="90937"/>
                    <a:pt x="14219" y="90781"/>
                    <a:pt x="13906" y="90469"/>
                  </a:cubicBezTo>
                  <a:cubicBezTo>
                    <a:pt x="13594" y="90156"/>
                    <a:pt x="13437" y="89583"/>
                    <a:pt x="13437" y="88750"/>
                  </a:cubicBezTo>
                  <a:close/>
                  <a:moveTo>
                    <a:pt x="389167" y="63125"/>
                  </a:moveTo>
                  <a:lnTo>
                    <a:pt x="448438" y="63125"/>
                  </a:lnTo>
                  <a:cubicBezTo>
                    <a:pt x="449271" y="63125"/>
                    <a:pt x="449844" y="63281"/>
                    <a:pt x="450156" y="63594"/>
                  </a:cubicBezTo>
                  <a:cubicBezTo>
                    <a:pt x="450469" y="63906"/>
                    <a:pt x="450625" y="64479"/>
                    <a:pt x="450625" y="65312"/>
                  </a:cubicBezTo>
                  <a:lnTo>
                    <a:pt x="450625" y="93646"/>
                  </a:lnTo>
                  <a:lnTo>
                    <a:pt x="442188" y="93646"/>
                  </a:lnTo>
                  <a:lnTo>
                    <a:pt x="442188" y="70312"/>
                  </a:lnTo>
                  <a:lnTo>
                    <a:pt x="389167" y="70312"/>
                  </a:lnTo>
                  <a:close/>
                  <a:moveTo>
                    <a:pt x="106354" y="61354"/>
                  </a:moveTo>
                  <a:lnTo>
                    <a:pt x="114792" y="61354"/>
                  </a:lnTo>
                  <a:lnTo>
                    <a:pt x="114792" y="83854"/>
                  </a:lnTo>
                  <a:lnTo>
                    <a:pt x="168646" y="83854"/>
                  </a:lnTo>
                  <a:lnTo>
                    <a:pt x="168646" y="90937"/>
                  </a:lnTo>
                  <a:lnTo>
                    <a:pt x="108542" y="90937"/>
                  </a:lnTo>
                  <a:cubicBezTo>
                    <a:pt x="107708" y="90937"/>
                    <a:pt x="107135" y="90781"/>
                    <a:pt x="106823" y="90469"/>
                  </a:cubicBezTo>
                  <a:cubicBezTo>
                    <a:pt x="106510" y="90156"/>
                    <a:pt x="106354" y="89583"/>
                    <a:pt x="106354" y="88750"/>
                  </a:cubicBezTo>
                  <a:close/>
                  <a:moveTo>
                    <a:pt x="482396" y="60833"/>
                  </a:moveTo>
                  <a:lnTo>
                    <a:pt x="490833" y="60833"/>
                  </a:lnTo>
                  <a:lnTo>
                    <a:pt x="490833" y="83854"/>
                  </a:lnTo>
                  <a:lnTo>
                    <a:pt x="544792" y="83854"/>
                  </a:lnTo>
                  <a:lnTo>
                    <a:pt x="544792" y="90937"/>
                  </a:lnTo>
                  <a:lnTo>
                    <a:pt x="484584" y="90937"/>
                  </a:lnTo>
                  <a:cubicBezTo>
                    <a:pt x="483750" y="90937"/>
                    <a:pt x="483177" y="90781"/>
                    <a:pt x="482865" y="90469"/>
                  </a:cubicBezTo>
                  <a:cubicBezTo>
                    <a:pt x="482552" y="90156"/>
                    <a:pt x="482396" y="89583"/>
                    <a:pt x="482396" y="88750"/>
                  </a:cubicBezTo>
                  <a:close/>
                  <a:moveTo>
                    <a:pt x="601458" y="57083"/>
                  </a:moveTo>
                  <a:lnTo>
                    <a:pt x="601458" y="74375"/>
                  </a:lnTo>
                  <a:lnTo>
                    <a:pt x="623646" y="74375"/>
                  </a:lnTo>
                  <a:lnTo>
                    <a:pt x="623646" y="57083"/>
                  </a:lnTo>
                  <a:close/>
                  <a:moveTo>
                    <a:pt x="258229" y="38542"/>
                  </a:moveTo>
                  <a:lnTo>
                    <a:pt x="258229" y="45521"/>
                  </a:lnTo>
                  <a:cubicBezTo>
                    <a:pt x="256354" y="45872"/>
                    <a:pt x="254076" y="46185"/>
                    <a:pt x="251406" y="46458"/>
                  </a:cubicBezTo>
                  <a:cubicBezTo>
                    <a:pt x="248724" y="46732"/>
                    <a:pt x="245859" y="46979"/>
                    <a:pt x="242813" y="47187"/>
                  </a:cubicBezTo>
                  <a:cubicBezTo>
                    <a:pt x="239753" y="47396"/>
                    <a:pt x="236588" y="47565"/>
                    <a:pt x="233333" y="47708"/>
                  </a:cubicBezTo>
                  <a:cubicBezTo>
                    <a:pt x="230065" y="47851"/>
                    <a:pt x="226940" y="47917"/>
                    <a:pt x="223958" y="47917"/>
                  </a:cubicBezTo>
                  <a:lnTo>
                    <a:pt x="223958" y="62812"/>
                  </a:lnTo>
                  <a:lnTo>
                    <a:pt x="215729" y="62812"/>
                  </a:lnTo>
                  <a:lnTo>
                    <a:pt x="215729" y="48125"/>
                  </a:lnTo>
                  <a:lnTo>
                    <a:pt x="194688" y="48125"/>
                  </a:lnTo>
                  <a:lnTo>
                    <a:pt x="194688" y="41146"/>
                  </a:lnTo>
                  <a:lnTo>
                    <a:pt x="222396" y="41146"/>
                  </a:lnTo>
                  <a:cubicBezTo>
                    <a:pt x="224896" y="41146"/>
                    <a:pt x="227838" y="41081"/>
                    <a:pt x="231250" y="40937"/>
                  </a:cubicBezTo>
                  <a:cubicBezTo>
                    <a:pt x="234649" y="40794"/>
                    <a:pt x="238086" y="40586"/>
                    <a:pt x="241563" y="40312"/>
                  </a:cubicBezTo>
                  <a:cubicBezTo>
                    <a:pt x="244961" y="40039"/>
                    <a:pt x="248177" y="39752"/>
                    <a:pt x="251198" y="39479"/>
                  </a:cubicBezTo>
                  <a:cubicBezTo>
                    <a:pt x="254219" y="39206"/>
                    <a:pt x="256563" y="38893"/>
                    <a:pt x="258229" y="38542"/>
                  </a:cubicBezTo>
                  <a:close/>
                  <a:moveTo>
                    <a:pt x="26458" y="31250"/>
                  </a:moveTo>
                  <a:cubicBezTo>
                    <a:pt x="22005" y="31250"/>
                    <a:pt x="18489" y="32187"/>
                    <a:pt x="15885" y="34062"/>
                  </a:cubicBezTo>
                  <a:cubicBezTo>
                    <a:pt x="13281" y="35937"/>
                    <a:pt x="11979" y="38542"/>
                    <a:pt x="11979" y="41875"/>
                  </a:cubicBezTo>
                  <a:cubicBezTo>
                    <a:pt x="11979" y="45273"/>
                    <a:pt x="13281" y="47903"/>
                    <a:pt x="15885" y="49739"/>
                  </a:cubicBezTo>
                  <a:cubicBezTo>
                    <a:pt x="18489" y="51576"/>
                    <a:pt x="22005" y="52500"/>
                    <a:pt x="26458" y="52500"/>
                  </a:cubicBezTo>
                  <a:cubicBezTo>
                    <a:pt x="30690" y="52500"/>
                    <a:pt x="34115" y="51576"/>
                    <a:pt x="36719" y="49739"/>
                  </a:cubicBezTo>
                  <a:cubicBezTo>
                    <a:pt x="39323" y="47903"/>
                    <a:pt x="40625" y="45273"/>
                    <a:pt x="40625" y="41875"/>
                  </a:cubicBezTo>
                  <a:cubicBezTo>
                    <a:pt x="40625" y="38542"/>
                    <a:pt x="39323" y="35937"/>
                    <a:pt x="36719" y="34062"/>
                  </a:cubicBezTo>
                  <a:cubicBezTo>
                    <a:pt x="34115" y="32187"/>
                    <a:pt x="30690" y="31250"/>
                    <a:pt x="26458" y="31250"/>
                  </a:cubicBezTo>
                  <a:close/>
                  <a:moveTo>
                    <a:pt x="26354" y="25000"/>
                  </a:moveTo>
                  <a:cubicBezTo>
                    <a:pt x="33021" y="25000"/>
                    <a:pt x="38490" y="26550"/>
                    <a:pt x="42760" y="29635"/>
                  </a:cubicBezTo>
                  <a:cubicBezTo>
                    <a:pt x="47031" y="32721"/>
                    <a:pt x="49167" y="36810"/>
                    <a:pt x="49167" y="41875"/>
                  </a:cubicBezTo>
                  <a:cubicBezTo>
                    <a:pt x="49167" y="47018"/>
                    <a:pt x="47044" y="51107"/>
                    <a:pt x="42812" y="54166"/>
                  </a:cubicBezTo>
                  <a:cubicBezTo>
                    <a:pt x="38568" y="57226"/>
                    <a:pt x="33086" y="58750"/>
                    <a:pt x="26354" y="58750"/>
                  </a:cubicBezTo>
                  <a:cubicBezTo>
                    <a:pt x="19479" y="58750"/>
                    <a:pt x="13958" y="57226"/>
                    <a:pt x="9791" y="54166"/>
                  </a:cubicBezTo>
                  <a:cubicBezTo>
                    <a:pt x="5625" y="51107"/>
                    <a:pt x="3542" y="47018"/>
                    <a:pt x="3542" y="41875"/>
                  </a:cubicBezTo>
                  <a:cubicBezTo>
                    <a:pt x="3542" y="36810"/>
                    <a:pt x="5625" y="32721"/>
                    <a:pt x="9791" y="29635"/>
                  </a:cubicBezTo>
                  <a:cubicBezTo>
                    <a:pt x="13958" y="26550"/>
                    <a:pt x="19479" y="25000"/>
                    <a:pt x="26354" y="25000"/>
                  </a:cubicBezTo>
                  <a:close/>
                  <a:moveTo>
                    <a:pt x="516146" y="18333"/>
                  </a:moveTo>
                  <a:cubicBezTo>
                    <a:pt x="516484" y="19583"/>
                    <a:pt x="516771" y="20872"/>
                    <a:pt x="516980" y="22187"/>
                  </a:cubicBezTo>
                  <a:cubicBezTo>
                    <a:pt x="517188" y="23503"/>
                    <a:pt x="517292" y="24857"/>
                    <a:pt x="517292" y="26250"/>
                  </a:cubicBezTo>
                  <a:cubicBezTo>
                    <a:pt x="517292" y="27357"/>
                    <a:pt x="517201" y="28451"/>
                    <a:pt x="517032" y="29531"/>
                  </a:cubicBezTo>
                  <a:cubicBezTo>
                    <a:pt x="516849" y="30612"/>
                    <a:pt x="516667" y="31666"/>
                    <a:pt x="516459" y="32708"/>
                  </a:cubicBezTo>
                  <a:lnTo>
                    <a:pt x="534167" y="32708"/>
                  </a:lnTo>
                  <a:lnTo>
                    <a:pt x="534167" y="18333"/>
                  </a:lnTo>
                  <a:close/>
                  <a:moveTo>
                    <a:pt x="0" y="13645"/>
                  </a:moveTo>
                  <a:lnTo>
                    <a:pt x="52917" y="13645"/>
                  </a:lnTo>
                  <a:lnTo>
                    <a:pt x="52917" y="20208"/>
                  </a:lnTo>
                  <a:lnTo>
                    <a:pt x="0" y="20208"/>
                  </a:lnTo>
                  <a:close/>
                  <a:moveTo>
                    <a:pt x="492917" y="8854"/>
                  </a:moveTo>
                  <a:cubicBezTo>
                    <a:pt x="487917" y="8854"/>
                    <a:pt x="484024" y="10560"/>
                    <a:pt x="481250" y="13958"/>
                  </a:cubicBezTo>
                  <a:cubicBezTo>
                    <a:pt x="478464" y="17356"/>
                    <a:pt x="477083" y="21458"/>
                    <a:pt x="477083" y="26250"/>
                  </a:cubicBezTo>
                  <a:cubicBezTo>
                    <a:pt x="477083" y="31042"/>
                    <a:pt x="478464" y="35104"/>
                    <a:pt x="481250" y="38437"/>
                  </a:cubicBezTo>
                  <a:cubicBezTo>
                    <a:pt x="484024" y="41771"/>
                    <a:pt x="487917" y="43437"/>
                    <a:pt x="492917" y="43437"/>
                  </a:cubicBezTo>
                  <a:cubicBezTo>
                    <a:pt x="497917" y="43437"/>
                    <a:pt x="501797" y="41771"/>
                    <a:pt x="504583" y="38437"/>
                  </a:cubicBezTo>
                  <a:cubicBezTo>
                    <a:pt x="507357" y="35104"/>
                    <a:pt x="508750" y="31042"/>
                    <a:pt x="508750" y="26250"/>
                  </a:cubicBezTo>
                  <a:cubicBezTo>
                    <a:pt x="508750" y="21458"/>
                    <a:pt x="507357" y="17356"/>
                    <a:pt x="504583" y="13958"/>
                  </a:cubicBezTo>
                  <a:cubicBezTo>
                    <a:pt x="501797" y="10560"/>
                    <a:pt x="497917" y="8854"/>
                    <a:pt x="492917" y="8854"/>
                  </a:cubicBezTo>
                  <a:close/>
                  <a:moveTo>
                    <a:pt x="224583" y="7083"/>
                  </a:moveTo>
                  <a:cubicBezTo>
                    <a:pt x="219023" y="7083"/>
                    <a:pt x="215182" y="8125"/>
                    <a:pt x="213073" y="10208"/>
                  </a:cubicBezTo>
                  <a:cubicBezTo>
                    <a:pt x="210950" y="12292"/>
                    <a:pt x="209896" y="14791"/>
                    <a:pt x="209896" y="17708"/>
                  </a:cubicBezTo>
                  <a:cubicBezTo>
                    <a:pt x="209896" y="20690"/>
                    <a:pt x="210964" y="23138"/>
                    <a:pt x="213125" y="25052"/>
                  </a:cubicBezTo>
                  <a:cubicBezTo>
                    <a:pt x="215273" y="26966"/>
                    <a:pt x="219089" y="27916"/>
                    <a:pt x="224583" y="27916"/>
                  </a:cubicBezTo>
                  <a:cubicBezTo>
                    <a:pt x="230000" y="27916"/>
                    <a:pt x="233802" y="26966"/>
                    <a:pt x="235990" y="25052"/>
                  </a:cubicBezTo>
                  <a:cubicBezTo>
                    <a:pt x="238177" y="23138"/>
                    <a:pt x="239271" y="20690"/>
                    <a:pt x="239271" y="17708"/>
                  </a:cubicBezTo>
                  <a:cubicBezTo>
                    <a:pt x="239271" y="14726"/>
                    <a:pt x="238190" y="12200"/>
                    <a:pt x="236042" y="10156"/>
                  </a:cubicBezTo>
                  <a:cubicBezTo>
                    <a:pt x="233880" y="8112"/>
                    <a:pt x="230065" y="7083"/>
                    <a:pt x="224583" y="7083"/>
                  </a:cubicBezTo>
                  <a:close/>
                  <a:moveTo>
                    <a:pt x="287917" y="5833"/>
                  </a:moveTo>
                  <a:lnTo>
                    <a:pt x="336354" y="5833"/>
                  </a:lnTo>
                  <a:lnTo>
                    <a:pt x="336354" y="12812"/>
                  </a:lnTo>
                  <a:lnTo>
                    <a:pt x="316042" y="12812"/>
                  </a:lnTo>
                  <a:lnTo>
                    <a:pt x="316042" y="21771"/>
                  </a:lnTo>
                  <a:cubicBezTo>
                    <a:pt x="316042" y="26562"/>
                    <a:pt x="316562" y="31042"/>
                    <a:pt x="317604" y="35208"/>
                  </a:cubicBezTo>
                  <a:cubicBezTo>
                    <a:pt x="318646" y="39375"/>
                    <a:pt x="320169" y="43229"/>
                    <a:pt x="322188" y="46771"/>
                  </a:cubicBezTo>
                  <a:cubicBezTo>
                    <a:pt x="324271" y="50586"/>
                    <a:pt x="326927" y="54102"/>
                    <a:pt x="330156" y="57292"/>
                  </a:cubicBezTo>
                  <a:cubicBezTo>
                    <a:pt x="333386" y="60482"/>
                    <a:pt x="337149" y="63333"/>
                    <a:pt x="341459" y="65833"/>
                  </a:cubicBezTo>
                  <a:cubicBezTo>
                    <a:pt x="340547" y="66601"/>
                    <a:pt x="339505" y="67565"/>
                    <a:pt x="338334" y="68750"/>
                  </a:cubicBezTo>
                  <a:cubicBezTo>
                    <a:pt x="337149" y="69935"/>
                    <a:pt x="336211" y="70898"/>
                    <a:pt x="335521" y="71667"/>
                  </a:cubicBezTo>
                  <a:cubicBezTo>
                    <a:pt x="333151" y="70208"/>
                    <a:pt x="330860" y="68541"/>
                    <a:pt x="328646" y="66667"/>
                  </a:cubicBezTo>
                  <a:cubicBezTo>
                    <a:pt x="326419" y="64791"/>
                    <a:pt x="324375" y="62708"/>
                    <a:pt x="322500" y="60416"/>
                  </a:cubicBezTo>
                  <a:cubicBezTo>
                    <a:pt x="320273" y="57917"/>
                    <a:pt x="318255" y="55195"/>
                    <a:pt x="316458" y="52240"/>
                  </a:cubicBezTo>
                  <a:cubicBezTo>
                    <a:pt x="314649" y="49284"/>
                    <a:pt x="313125" y="46146"/>
                    <a:pt x="311875" y="42812"/>
                  </a:cubicBezTo>
                  <a:cubicBezTo>
                    <a:pt x="310964" y="45937"/>
                    <a:pt x="309701" y="48971"/>
                    <a:pt x="308073" y="51927"/>
                  </a:cubicBezTo>
                  <a:cubicBezTo>
                    <a:pt x="306432" y="54883"/>
                    <a:pt x="304583" y="57708"/>
                    <a:pt x="302500" y="60416"/>
                  </a:cubicBezTo>
                  <a:cubicBezTo>
                    <a:pt x="300417" y="63268"/>
                    <a:pt x="298151" y="65872"/>
                    <a:pt x="295729" y="68229"/>
                  </a:cubicBezTo>
                  <a:cubicBezTo>
                    <a:pt x="293294" y="70586"/>
                    <a:pt x="290938" y="72565"/>
                    <a:pt x="288646" y="74166"/>
                  </a:cubicBezTo>
                  <a:cubicBezTo>
                    <a:pt x="287669" y="73333"/>
                    <a:pt x="286511" y="72396"/>
                    <a:pt x="285156" y="71354"/>
                  </a:cubicBezTo>
                  <a:cubicBezTo>
                    <a:pt x="283802" y="70312"/>
                    <a:pt x="282500" y="69375"/>
                    <a:pt x="281250" y="68541"/>
                  </a:cubicBezTo>
                  <a:cubicBezTo>
                    <a:pt x="285417" y="66042"/>
                    <a:pt x="289128" y="63125"/>
                    <a:pt x="292396" y="59791"/>
                  </a:cubicBezTo>
                  <a:cubicBezTo>
                    <a:pt x="295651" y="56458"/>
                    <a:pt x="298437" y="52747"/>
                    <a:pt x="300729" y="48646"/>
                  </a:cubicBezTo>
                  <a:cubicBezTo>
                    <a:pt x="302943" y="44687"/>
                    <a:pt x="304649" y="40352"/>
                    <a:pt x="305834" y="35625"/>
                  </a:cubicBezTo>
                  <a:cubicBezTo>
                    <a:pt x="307005" y="30898"/>
                    <a:pt x="307604" y="25833"/>
                    <a:pt x="307604" y="20417"/>
                  </a:cubicBezTo>
                  <a:lnTo>
                    <a:pt x="307604" y="12812"/>
                  </a:lnTo>
                  <a:lnTo>
                    <a:pt x="287917" y="12812"/>
                  </a:lnTo>
                  <a:close/>
                  <a:moveTo>
                    <a:pt x="580730" y="4896"/>
                  </a:moveTo>
                  <a:lnTo>
                    <a:pt x="639375" y="4896"/>
                  </a:lnTo>
                  <a:cubicBezTo>
                    <a:pt x="640209" y="4896"/>
                    <a:pt x="640782" y="5052"/>
                    <a:pt x="641094" y="5364"/>
                  </a:cubicBezTo>
                  <a:cubicBezTo>
                    <a:pt x="641407" y="5677"/>
                    <a:pt x="641563" y="6250"/>
                    <a:pt x="641563" y="7083"/>
                  </a:cubicBezTo>
                  <a:lnTo>
                    <a:pt x="641563" y="32396"/>
                  </a:lnTo>
                  <a:cubicBezTo>
                    <a:pt x="641563" y="33229"/>
                    <a:pt x="641407" y="33802"/>
                    <a:pt x="641094" y="34115"/>
                  </a:cubicBezTo>
                  <a:cubicBezTo>
                    <a:pt x="640782" y="34427"/>
                    <a:pt x="640209" y="34583"/>
                    <a:pt x="639375" y="34583"/>
                  </a:cubicBezTo>
                  <a:lnTo>
                    <a:pt x="588854" y="34583"/>
                  </a:lnTo>
                  <a:lnTo>
                    <a:pt x="588854" y="50104"/>
                  </a:lnTo>
                  <a:lnTo>
                    <a:pt x="644584" y="50104"/>
                  </a:lnTo>
                  <a:lnTo>
                    <a:pt x="644584" y="57083"/>
                  </a:lnTo>
                  <a:lnTo>
                    <a:pt x="631875" y="57083"/>
                  </a:lnTo>
                  <a:lnTo>
                    <a:pt x="631875" y="74375"/>
                  </a:lnTo>
                  <a:lnTo>
                    <a:pt x="654167" y="74375"/>
                  </a:lnTo>
                  <a:lnTo>
                    <a:pt x="654167" y="81458"/>
                  </a:lnTo>
                  <a:lnTo>
                    <a:pt x="569271" y="81458"/>
                  </a:lnTo>
                  <a:lnTo>
                    <a:pt x="569271" y="74375"/>
                  </a:lnTo>
                  <a:lnTo>
                    <a:pt x="593438" y="74375"/>
                  </a:lnTo>
                  <a:lnTo>
                    <a:pt x="593438" y="57083"/>
                  </a:lnTo>
                  <a:lnTo>
                    <a:pt x="583021" y="57083"/>
                  </a:lnTo>
                  <a:cubicBezTo>
                    <a:pt x="582188" y="57083"/>
                    <a:pt x="581615" y="56927"/>
                    <a:pt x="581302" y="56615"/>
                  </a:cubicBezTo>
                  <a:cubicBezTo>
                    <a:pt x="580990" y="56302"/>
                    <a:pt x="580834" y="55729"/>
                    <a:pt x="580834" y="54896"/>
                  </a:cubicBezTo>
                  <a:lnTo>
                    <a:pt x="580834" y="29896"/>
                  </a:lnTo>
                  <a:cubicBezTo>
                    <a:pt x="580834" y="29062"/>
                    <a:pt x="580990" y="28489"/>
                    <a:pt x="581302" y="28177"/>
                  </a:cubicBezTo>
                  <a:cubicBezTo>
                    <a:pt x="581615" y="27864"/>
                    <a:pt x="582188" y="27708"/>
                    <a:pt x="583021" y="27708"/>
                  </a:cubicBezTo>
                  <a:lnTo>
                    <a:pt x="633438" y="27708"/>
                  </a:lnTo>
                  <a:lnTo>
                    <a:pt x="633438" y="11875"/>
                  </a:lnTo>
                  <a:lnTo>
                    <a:pt x="580730" y="11875"/>
                  </a:lnTo>
                  <a:close/>
                  <a:moveTo>
                    <a:pt x="94688" y="4791"/>
                  </a:moveTo>
                  <a:lnTo>
                    <a:pt x="139688" y="4791"/>
                  </a:lnTo>
                  <a:lnTo>
                    <a:pt x="139688" y="11771"/>
                  </a:lnTo>
                  <a:lnTo>
                    <a:pt x="121458" y="11771"/>
                  </a:lnTo>
                  <a:lnTo>
                    <a:pt x="121458" y="17500"/>
                  </a:lnTo>
                  <a:cubicBezTo>
                    <a:pt x="121458" y="20976"/>
                    <a:pt x="122031" y="24180"/>
                    <a:pt x="123177" y="27135"/>
                  </a:cubicBezTo>
                  <a:cubicBezTo>
                    <a:pt x="124323" y="30091"/>
                    <a:pt x="125833" y="32747"/>
                    <a:pt x="127708" y="35104"/>
                  </a:cubicBezTo>
                  <a:cubicBezTo>
                    <a:pt x="130000" y="38229"/>
                    <a:pt x="132734" y="40872"/>
                    <a:pt x="135938" y="43021"/>
                  </a:cubicBezTo>
                  <a:cubicBezTo>
                    <a:pt x="139128" y="45169"/>
                    <a:pt x="142292" y="46771"/>
                    <a:pt x="145417" y="47812"/>
                  </a:cubicBezTo>
                  <a:cubicBezTo>
                    <a:pt x="144440" y="48789"/>
                    <a:pt x="143437" y="49857"/>
                    <a:pt x="142396" y="51041"/>
                  </a:cubicBezTo>
                  <a:cubicBezTo>
                    <a:pt x="141354" y="52226"/>
                    <a:pt x="140547" y="53229"/>
                    <a:pt x="140000" y="54062"/>
                  </a:cubicBezTo>
                  <a:cubicBezTo>
                    <a:pt x="138125" y="53229"/>
                    <a:pt x="136094" y="52096"/>
                    <a:pt x="133906" y="50677"/>
                  </a:cubicBezTo>
                  <a:cubicBezTo>
                    <a:pt x="131719" y="49258"/>
                    <a:pt x="129583" y="47604"/>
                    <a:pt x="127500" y="45729"/>
                  </a:cubicBezTo>
                  <a:cubicBezTo>
                    <a:pt x="125482" y="44063"/>
                    <a:pt x="123594" y="42174"/>
                    <a:pt x="121823" y="40052"/>
                  </a:cubicBezTo>
                  <a:cubicBezTo>
                    <a:pt x="120052" y="37930"/>
                    <a:pt x="118542" y="35625"/>
                    <a:pt x="117292" y="33125"/>
                  </a:cubicBezTo>
                  <a:cubicBezTo>
                    <a:pt x="116315" y="35768"/>
                    <a:pt x="115078" y="38216"/>
                    <a:pt x="113594" y="40469"/>
                  </a:cubicBezTo>
                  <a:cubicBezTo>
                    <a:pt x="112097" y="42721"/>
                    <a:pt x="110416" y="44831"/>
                    <a:pt x="108542" y="46771"/>
                  </a:cubicBezTo>
                  <a:cubicBezTo>
                    <a:pt x="106458" y="48789"/>
                    <a:pt x="104219" y="50638"/>
                    <a:pt x="101823" y="52344"/>
                  </a:cubicBezTo>
                  <a:cubicBezTo>
                    <a:pt x="99427" y="54050"/>
                    <a:pt x="96979" y="55521"/>
                    <a:pt x="94479" y="56771"/>
                  </a:cubicBezTo>
                  <a:cubicBezTo>
                    <a:pt x="93854" y="56080"/>
                    <a:pt x="92864" y="55143"/>
                    <a:pt x="91510" y="53958"/>
                  </a:cubicBezTo>
                  <a:cubicBezTo>
                    <a:pt x="90156" y="52773"/>
                    <a:pt x="89024" y="51810"/>
                    <a:pt x="88125" y="51041"/>
                  </a:cubicBezTo>
                  <a:cubicBezTo>
                    <a:pt x="91797" y="49440"/>
                    <a:pt x="95325" y="47396"/>
                    <a:pt x="98698" y="44896"/>
                  </a:cubicBezTo>
                  <a:cubicBezTo>
                    <a:pt x="102057" y="42396"/>
                    <a:pt x="104896" y="39479"/>
                    <a:pt x="107187" y="36146"/>
                  </a:cubicBezTo>
                  <a:cubicBezTo>
                    <a:pt x="108984" y="33580"/>
                    <a:pt x="110430" y="30729"/>
                    <a:pt x="111510" y="27604"/>
                  </a:cubicBezTo>
                  <a:cubicBezTo>
                    <a:pt x="112578" y="24479"/>
                    <a:pt x="113125" y="21081"/>
                    <a:pt x="113125" y="17396"/>
                  </a:cubicBezTo>
                  <a:lnTo>
                    <a:pt x="113125" y="11771"/>
                  </a:lnTo>
                  <a:lnTo>
                    <a:pt x="94688" y="11771"/>
                  </a:lnTo>
                  <a:close/>
                  <a:moveTo>
                    <a:pt x="381042" y="3958"/>
                  </a:moveTo>
                  <a:lnTo>
                    <a:pt x="418646" y="3958"/>
                  </a:lnTo>
                  <a:cubicBezTo>
                    <a:pt x="419479" y="3958"/>
                    <a:pt x="420052" y="4114"/>
                    <a:pt x="420365" y="4427"/>
                  </a:cubicBezTo>
                  <a:cubicBezTo>
                    <a:pt x="420677" y="4739"/>
                    <a:pt x="420834" y="5312"/>
                    <a:pt x="420834" y="6146"/>
                  </a:cubicBezTo>
                  <a:lnTo>
                    <a:pt x="420834" y="29792"/>
                  </a:lnTo>
                  <a:cubicBezTo>
                    <a:pt x="420834" y="30625"/>
                    <a:pt x="420677" y="31198"/>
                    <a:pt x="420365" y="31510"/>
                  </a:cubicBezTo>
                  <a:cubicBezTo>
                    <a:pt x="420052" y="31823"/>
                    <a:pt x="419479" y="31979"/>
                    <a:pt x="418646" y="31979"/>
                  </a:cubicBezTo>
                  <a:lnTo>
                    <a:pt x="389063" y="31979"/>
                  </a:lnTo>
                  <a:lnTo>
                    <a:pt x="389063" y="45833"/>
                  </a:lnTo>
                  <a:lnTo>
                    <a:pt x="395208" y="45833"/>
                  </a:lnTo>
                  <a:cubicBezTo>
                    <a:pt x="398958" y="45833"/>
                    <a:pt x="402721" y="45729"/>
                    <a:pt x="406511" y="45521"/>
                  </a:cubicBezTo>
                  <a:cubicBezTo>
                    <a:pt x="410287" y="45312"/>
                    <a:pt x="413920" y="45065"/>
                    <a:pt x="417396" y="44792"/>
                  </a:cubicBezTo>
                  <a:cubicBezTo>
                    <a:pt x="420794" y="44440"/>
                    <a:pt x="423906" y="44075"/>
                    <a:pt x="426719" y="43698"/>
                  </a:cubicBezTo>
                  <a:cubicBezTo>
                    <a:pt x="429532" y="43320"/>
                    <a:pt x="431875" y="42917"/>
                    <a:pt x="433750" y="42500"/>
                  </a:cubicBezTo>
                  <a:lnTo>
                    <a:pt x="433750" y="49479"/>
                  </a:lnTo>
                  <a:cubicBezTo>
                    <a:pt x="431732" y="49896"/>
                    <a:pt x="429193" y="50312"/>
                    <a:pt x="426146" y="50729"/>
                  </a:cubicBezTo>
                  <a:cubicBezTo>
                    <a:pt x="423086" y="51146"/>
                    <a:pt x="419753" y="51523"/>
                    <a:pt x="416146" y="51875"/>
                  </a:cubicBezTo>
                  <a:cubicBezTo>
                    <a:pt x="412461" y="52226"/>
                    <a:pt x="408568" y="52500"/>
                    <a:pt x="404479" y="52708"/>
                  </a:cubicBezTo>
                  <a:cubicBezTo>
                    <a:pt x="400378" y="52917"/>
                    <a:pt x="396315" y="53021"/>
                    <a:pt x="392292" y="53021"/>
                  </a:cubicBezTo>
                  <a:lnTo>
                    <a:pt x="383229" y="53021"/>
                  </a:lnTo>
                  <a:cubicBezTo>
                    <a:pt x="382396" y="53021"/>
                    <a:pt x="381823" y="52865"/>
                    <a:pt x="381510" y="52552"/>
                  </a:cubicBezTo>
                  <a:cubicBezTo>
                    <a:pt x="381198" y="52240"/>
                    <a:pt x="381042" y="51667"/>
                    <a:pt x="381042" y="50833"/>
                  </a:cubicBezTo>
                  <a:lnTo>
                    <a:pt x="381042" y="27395"/>
                  </a:lnTo>
                  <a:cubicBezTo>
                    <a:pt x="381042" y="26562"/>
                    <a:pt x="381198" y="25990"/>
                    <a:pt x="381510" y="25677"/>
                  </a:cubicBezTo>
                  <a:cubicBezTo>
                    <a:pt x="381823" y="25365"/>
                    <a:pt x="382396" y="25208"/>
                    <a:pt x="383229" y="25208"/>
                  </a:cubicBezTo>
                  <a:lnTo>
                    <a:pt x="412813" y="25208"/>
                  </a:lnTo>
                  <a:lnTo>
                    <a:pt x="412813" y="10937"/>
                  </a:lnTo>
                  <a:lnTo>
                    <a:pt x="381042" y="10937"/>
                  </a:lnTo>
                  <a:close/>
                  <a:moveTo>
                    <a:pt x="262083" y="625"/>
                  </a:moveTo>
                  <a:lnTo>
                    <a:pt x="270104" y="625"/>
                  </a:lnTo>
                  <a:lnTo>
                    <a:pt x="270104" y="70938"/>
                  </a:lnTo>
                  <a:lnTo>
                    <a:pt x="262083" y="70938"/>
                  </a:lnTo>
                  <a:lnTo>
                    <a:pt x="262083" y="61979"/>
                  </a:lnTo>
                  <a:lnTo>
                    <a:pt x="240208" y="61979"/>
                  </a:lnTo>
                  <a:lnTo>
                    <a:pt x="240208" y="55312"/>
                  </a:lnTo>
                  <a:lnTo>
                    <a:pt x="262083" y="55312"/>
                  </a:lnTo>
                  <a:close/>
                  <a:moveTo>
                    <a:pt x="534167" y="521"/>
                  </a:moveTo>
                  <a:lnTo>
                    <a:pt x="542292" y="521"/>
                  </a:lnTo>
                  <a:lnTo>
                    <a:pt x="542292" y="68333"/>
                  </a:lnTo>
                  <a:lnTo>
                    <a:pt x="534167" y="68333"/>
                  </a:lnTo>
                  <a:lnTo>
                    <a:pt x="534167" y="39687"/>
                  </a:lnTo>
                  <a:lnTo>
                    <a:pt x="513542" y="39687"/>
                  </a:lnTo>
                  <a:cubicBezTo>
                    <a:pt x="511459" y="43086"/>
                    <a:pt x="508620" y="45820"/>
                    <a:pt x="505052" y="47865"/>
                  </a:cubicBezTo>
                  <a:cubicBezTo>
                    <a:pt x="501472" y="49909"/>
                    <a:pt x="497422" y="50937"/>
                    <a:pt x="492917" y="50937"/>
                  </a:cubicBezTo>
                  <a:cubicBezTo>
                    <a:pt x="489297" y="50937"/>
                    <a:pt x="486003" y="50299"/>
                    <a:pt x="483021" y="49010"/>
                  </a:cubicBezTo>
                  <a:cubicBezTo>
                    <a:pt x="480026" y="47721"/>
                    <a:pt x="477500" y="45937"/>
                    <a:pt x="475417" y="43646"/>
                  </a:cubicBezTo>
                  <a:cubicBezTo>
                    <a:pt x="473256" y="41419"/>
                    <a:pt x="471589" y="38815"/>
                    <a:pt x="470417" y="35833"/>
                  </a:cubicBezTo>
                  <a:cubicBezTo>
                    <a:pt x="469232" y="32851"/>
                    <a:pt x="468646" y="29648"/>
                    <a:pt x="468646" y="26250"/>
                  </a:cubicBezTo>
                  <a:cubicBezTo>
                    <a:pt x="468646" y="22851"/>
                    <a:pt x="469232" y="19648"/>
                    <a:pt x="470417" y="16667"/>
                  </a:cubicBezTo>
                  <a:cubicBezTo>
                    <a:pt x="471589" y="13685"/>
                    <a:pt x="473256" y="11042"/>
                    <a:pt x="475417" y="8750"/>
                  </a:cubicBezTo>
                  <a:cubicBezTo>
                    <a:pt x="477500" y="6523"/>
                    <a:pt x="480026" y="4752"/>
                    <a:pt x="483021" y="3437"/>
                  </a:cubicBezTo>
                  <a:cubicBezTo>
                    <a:pt x="486003" y="2122"/>
                    <a:pt x="489297" y="1458"/>
                    <a:pt x="492917" y="1458"/>
                  </a:cubicBezTo>
                  <a:cubicBezTo>
                    <a:pt x="497084" y="1458"/>
                    <a:pt x="500860" y="2357"/>
                    <a:pt x="504271" y="4166"/>
                  </a:cubicBezTo>
                  <a:cubicBezTo>
                    <a:pt x="507669" y="5976"/>
                    <a:pt x="510443" y="8372"/>
                    <a:pt x="512604" y="11354"/>
                  </a:cubicBezTo>
                  <a:lnTo>
                    <a:pt x="534167" y="11354"/>
                  </a:lnTo>
                  <a:close/>
                  <a:moveTo>
                    <a:pt x="442604" y="521"/>
                  </a:moveTo>
                  <a:lnTo>
                    <a:pt x="450729" y="521"/>
                  </a:lnTo>
                  <a:lnTo>
                    <a:pt x="450729" y="58333"/>
                  </a:lnTo>
                  <a:lnTo>
                    <a:pt x="442604" y="58333"/>
                  </a:lnTo>
                  <a:lnTo>
                    <a:pt x="442604" y="36562"/>
                  </a:lnTo>
                  <a:lnTo>
                    <a:pt x="426563" y="36562"/>
                  </a:lnTo>
                  <a:lnTo>
                    <a:pt x="426563" y="29792"/>
                  </a:lnTo>
                  <a:lnTo>
                    <a:pt x="442604" y="29792"/>
                  </a:lnTo>
                  <a:lnTo>
                    <a:pt x="442604" y="18437"/>
                  </a:lnTo>
                  <a:lnTo>
                    <a:pt x="426563" y="18437"/>
                  </a:lnTo>
                  <a:lnTo>
                    <a:pt x="426563" y="11667"/>
                  </a:lnTo>
                  <a:lnTo>
                    <a:pt x="442604" y="11667"/>
                  </a:lnTo>
                  <a:close/>
                  <a:moveTo>
                    <a:pt x="348125" y="521"/>
                  </a:moveTo>
                  <a:lnTo>
                    <a:pt x="356250" y="521"/>
                  </a:lnTo>
                  <a:lnTo>
                    <a:pt x="356250" y="35937"/>
                  </a:lnTo>
                  <a:lnTo>
                    <a:pt x="370000" y="35937"/>
                  </a:lnTo>
                  <a:lnTo>
                    <a:pt x="370000" y="43333"/>
                  </a:lnTo>
                  <a:lnTo>
                    <a:pt x="356250" y="43333"/>
                  </a:lnTo>
                  <a:lnTo>
                    <a:pt x="356250" y="92917"/>
                  </a:lnTo>
                  <a:lnTo>
                    <a:pt x="348125" y="92917"/>
                  </a:lnTo>
                  <a:close/>
                  <a:moveTo>
                    <a:pt x="157917" y="521"/>
                  </a:moveTo>
                  <a:lnTo>
                    <a:pt x="166042" y="521"/>
                  </a:lnTo>
                  <a:lnTo>
                    <a:pt x="166042" y="68229"/>
                  </a:lnTo>
                  <a:lnTo>
                    <a:pt x="157917" y="68229"/>
                  </a:lnTo>
                  <a:lnTo>
                    <a:pt x="157917" y="29583"/>
                  </a:lnTo>
                  <a:lnTo>
                    <a:pt x="138646" y="29583"/>
                  </a:lnTo>
                  <a:lnTo>
                    <a:pt x="138646" y="22291"/>
                  </a:lnTo>
                  <a:lnTo>
                    <a:pt x="157917" y="22291"/>
                  </a:lnTo>
                  <a:close/>
                  <a:moveTo>
                    <a:pt x="63229" y="521"/>
                  </a:moveTo>
                  <a:lnTo>
                    <a:pt x="71354" y="521"/>
                  </a:lnTo>
                  <a:lnTo>
                    <a:pt x="71354" y="28646"/>
                  </a:lnTo>
                  <a:lnTo>
                    <a:pt x="84271" y="28646"/>
                  </a:lnTo>
                  <a:lnTo>
                    <a:pt x="84271" y="35937"/>
                  </a:lnTo>
                  <a:lnTo>
                    <a:pt x="71354" y="35937"/>
                  </a:lnTo>
                  <a:lnTo>
                    <a:pt x="71354" y="68541"/>
                  </a:lnTo>
                  <a:lnTo>
                    <a:pt x="63229" y="68541"/>
                  </a:lnTo>
                  <a:close/>
                  <a:moveTo>
                    <a:pt x="12604" y="312"/>
                  </a:moveTo>
                  <a:lnTo>
                    <a:pt x="39896" y="312"/>
                  </a:lnTo>
                  <a:lnTo>
                    <a:pt x="39896" y="6979"/>
                  </a:lnTo>
                  <a:lnTo>
                    <a:pt x="12604" y="6979"/>
                  </a:lnTo>
                  <a:close/>
                  <a:moveTo>
                    <a:pt x="224583" y="0"/>
                  </a:moveTo>
                  <a:cubicBezTo>
                    <a:pt x="232005" y="0"/>
                    <a:pt x="237708" y="1705"/>
                    <a:pt x="241667" y="5104"/>
                  </a:cubicBezTo>
                  <a:cubicBezTo>
                    <a:pt x="245625" y="8502"/>
                    <a:pt x="247604" y="12708"/>
                    <a:pt x="247604" y="17708"/>
                  </a:cubicBezTo>
                  <a:cubicBezTo>
                    <a:pt x="247604" y="22916"/>
                    <a:pt x="245599" y="27083"/>
                    <a:pt x="241615" y="30208"/>
                  </a:cubicBezTo>
                  <a:cubicBezTo>
                    <a:pt x="237617" y="33333"/>
                    <a:pt x="231940" y="34896"/>
                    <a:pt x="224583" y="34896"/>
                  </a:cubicBezTo>
                  <a:cubicBezTo>
                    <a:pt x="217149" y="34896"/>
                    <a:pt x="211485" y="33281"/>
                    <a:pt x="207604" y="30052"/>
                  </a:cubicBezTo>
                  <a:cubicBezTo>
                    <a:pt x="203711" y="26823"/>
                    <a:pt x="201771" y="22708"/>
                    <a:pt x="201771" y="17708"/>
                  </a:cubicBezTo>
                  <a:cubicBezTo>
                    <a:pt x="201771" y="12916"/>
                    <a:pt x="203698" y="8763"/>
                    <a:pt x="207552" y="5260"/>
                  </a:cubicBezTo>
                  <a:cubicBezTo>
                    <a:pt x="211406" y="1758"/>
                    <a:pt x="217083" y="0"/>
                    <a:pt x="224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1" name="TextBox 500">
              <a:extLst>
                <a:ext uri="{FF2B5EF4-FFF2-40B4-BE49-F238E27FC236}">
                  <a16:creationId xmlns:a16="http://schemas.microsoft.com/office/drawing/2014/main" id="{67153F6F-6566-4A44-88FC-A545081494F5}"/>
                </a:ext>
              </a:extLst>
            </p:cNvPr>
            <p:cNvSpPr txBox="1"/>
            <p:nvPr/>
          </p:nvSpPr>
          <p:spPr>
            <a:xfrm>
              <a:off x="4660751" y="4294668"/>
              <a:ext cx="82090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한전원자력연료</a:t>
              </a:r>
            </a:p>
          </p:txBody>
        </p:sp>
        <p:sp>
          <p:nvSpPr>
            <p:cNvPr id="502" name="자유형: 도형 501">
              <a:extLst>
                <a:ext uri="{FF2B5EF4-FFF2-40B4-BE49-F238E27FC236}">
                  <a16:creationId xmlns:a16="http://schemas.microsoft.com/office/drawing/2014/main" id="{2F832300-39D8-44B2-98C6-FBF5354B2B8E}"/>
                </a:ext>
              </a:extLst>
            </p:cNvPr>
            <p:cNvSpPr/>
            <p:nvPr/>
          </p:nvSpPr>
          <p:spPr>
            <a:xfrm>
              <a:off x="5814744" y="4359385"/>
              <a:ext cx="11874" cy="23645"/>
            </a:xfrm>
            <a:custGeom>
              <a:avLst/>
              <a:gdLst>
                <a:gd name="connsiteX0" fmla="*/ 10729 w 11874"/>
                <a:gd name="connsiteY0" fmla="*/ 0 h 23645"/>
                <a:gd name="connsiteX1" fmla="*/ 10729 w 11874"/>
                <a:gd name="connsiteY1" fmla="*/ 3646 h 23645"/>
                <a:gd name="connsiteX2" fmla="*/ 7188 w 11874"/>
                <a:gd name="connsiteY2" fmla="*/ 7240 h 23645"/>
                <a:gd name="connsiteX3" fmla="*/ 6458 w 11874"/>
                <a:gd name="connsiteY3" fmla="*/ 12917 h 23645"/>
                <a:gd name="connsiteX4" fmla="*/ 11875 w 11874"/>
                <a:gd name="connsiteY4" fmla="*/ 12917 h 23645"/>
                <a:gd name="connsiteX5" fmla="*/ 11875 w 11874"/>
                <a:gd name="connsiteY5" fmla="*/ 23646 h 23645"/>
                <a:gd name="connsiteX6" fmla="*/ 1146 w 11874"/>
                <a:gd name="connsiteY6" fmla="*/ 23646 h 23645"/>
                <a:gd name="connsiteX7" fmla="*/ 260 w 11874"/>
                <a:gd name="connsiteY7" fmla="*/ 23385 h 23645"/>
                <a:gd name="connsiteX8" fmla="*/ 0 w 11874"/>
                <a:gd name="connsiteY8" fmla="*/ 22396 h 23645"/>
                <a:gd name="connsiteX9" fmla="*/ 0 w 11874"/>
                <a:gd name="connsiteY9" fmla="*/ 15729 h 23645"/>
                <a:gd name="connsiteX10" fmla="*/ 3073 w 11874"/>
                <a:gd name="connsiteY10" fmla="*/ 4583 h 23645"/>
                <a:gd name="connsiteX11" fmla="*/ 10729 w 11874"/>
                <a:gd name="connsiteY11" fmla="*/ 0 h 2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874" h="23645">
                  <a:moveTo>
                    <a:pt x="10729" y="0"/>
                  </a:moveTo>
                  <a:lnTo>
                    <a:pt x="10729" y="3646"/>
                  </a:lnTo>
                  <a:cubicBezTo>
                    <a:pt x="9062" y="4128"/>
                    <a:pt x="7890" y="5325"/>
                    <a:pt x="7188" y="7240"/>
                  </a:cubicBezTo>
                  <a:cubicBezTo>
                    <a:pt x="6497" y="9154"/>
                    <a:pt x="6250" y="11042"/>
                    <a:pt x="6458" y="12917"/>
                  </a:cubicBezTo>
                  <a:lnTo>
                    <a:pt x="11875" y="12917"/>
                  </a:lnTo>
                  <a:lnTo>
                    <a:pt x="11875" y="23646"/>
                  </a:lnTo>
                  <a:lnTo>
                    <a:pt x="1146" y="23646"/>
                  </a:lnTo>
                  <a:cubicBezTo>
                    <a:pt x="729" y="23646"/>
                    <a:pt x="443" y="23555"/>
                    <a:pt x="260" y="23385"/>
                  </a:cubicBezTo>
                  <a:cubicBezTo>
                    <a:pt x="91" y="23216"/>
                    <a:pt x="0" y="22878"/>
                    <a:pt x="0" y="22396"/>
                  </a:cubicBezTo>
                  <a:lnTo>
                    <a:pt x="0" y="15729"/>
                  </a:lnTo>
                  <a:cubicBezTo>
                    <a:pt x="0" y="10872"/>
                    <a:pt x="1028" y="7149"/>
                    <a:pt x="3073" y="4583"/>
                  </a:cubicBezTo>
                  <a:cubicBezTo>
                    <a:pt x="5130" y="2018"/>
                    <a:pt x="7682" y="482"/>
                    <a:pt x="10729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EB73B055-6C9B-419C-B3B7-F2B815ADE463}"/>
                </a:ext>
              </a:extLst>
            </p:cNvPr>
            <p:cNvSpPr txBox="1"/>
            <p:nvPr/>
          </p:nvSpPr>
          <p:spPr>
            <a:xfrm>
              <a:off x="5723304" y="4308314"/>
              <a:ext cx="195900" cy="1174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20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‘</a:t>
              </a:r>
            </a:p>
          </p:txBody>
        </p:sp>
        <p:sp>
          <p:nvSpPr>
            <p:cNvPr id="504" name="자유형: 도형 503">
              <a:extLst>
                <a:ext uri="{FF2B5EF4-FFF2-40B4-BE49-F238E27FC236}">
                  <a16:creationId xmlns:a16="http://schemas.microsoft.com/office/drawing/2014/main" id="{6A9BCE92-D363-47CE-B74F-AB43FFC2E89B}"/>
                </a:ext>
              </a:extLst>
            </p:cNvPr>
            <p:cNvSpPr/>
            <p:nvPr/>
          </p:nvSpPr>
          <p:spPr>
            <a:xfrm>
              <a:off x="975642" y="4689529"/>
              <a:ext cx="46979" cy="76041"/>
            </a:xfrm>
            <a:custGeom>
              <a:avLst/>
              <a:gdLst>
                <a:gd name="connsiteX0" fmla="*/ 0 w 46979"/>
                <a:gd name="connsiteY0" fmla="*/ 0 h 76041"/>
                <a:gd name="connsiteX1" fmla="*/ 45000 w 46979"/>
                <a:gd name="connsiteY1" fmla="*/ 0 h 76041"/>
                <a:gd name="connsiteX2" fmla="*/ 46510 w 46979"/>
                <a:gd name="connsiteY2" fmla="*/ 468 h 76041"/>
                <a:gd name="connsiteX3" fmla="*/ 46979 w 46979"/>
                <a:gd name="connsiteY3" fmla="*/ 1979 h 76041"/>
                <a:gd name="connsiteX4" fmla="*/ 46979 w 46979"/>
                <a:gd name="connsiteY4" fmla="*/ 5937 h 76041"/>
                <a:gd name="connsiteX5" fmla="*/ 46719 w 46979"/>
                <a:gd name="connsiteY5" fmla="*/ 7500 h 76041"/>
                <a:gd name="connsiteX6" fmla="*/ 46146 w 46979"/>
                <a:gd name="connsiteY6" fmla="*/ 8854 h 76041"/>
                <a:gd name="connsiteX7" fmla="*/ 18958 w 46979"/>
                <a:gd name="connsiteY7" fmla="*/ 76042 h 76041"/>
                <a:gd name="connsiteX8" fmla="*/ 9687 w 46979"/>
                <a:gd name="connsiteY8" fmla="*/ 76042 h 76041"/>
                <a:gd name="connsiteX9" fmla="*/ 38229 w 46979"/>
                <a:gd name="connsiteY9" fmla="*/ 7188 h 76041"/>
                <a:gd name="connsiteX10" fmla="*/ 0 w 46979"/>
                <a:gd name="connsiteY10" fmla="*/ 7188 h 76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6979" h="76041">
                  <a:moveTo>
                    <a:pt x="0" y="0"/>
                  </a:moveTo>
                  <a:lnTo>
                    <a:pt x="45000" y="0"/>
                  </a:lnTo>
                  <a:cubicBezTo>
                    <a:pt x="45694" y="0"/>
                    <a:pt x="46198" y="156"/>
                    <a:pt x="46510" y="468"/>
                  </a:cubicBezTo>
                  <a:cubicBezTo>
                    <a:pt x="46823" y="781"/>
                    <a:pt x="46979" y="1276"/>
                    <a:pt x="46979" y="1979"/>
                  </a:cubicBezTo>
                  <a:lnTo>
                    <a:pt x="46979" y="5937"/>
                  </a:lnTo>
                  <a:cubicBezTo>
                    <a:pt x="46979" y="6484"/>
                    <a:pt x="46892" y="7005"/>
                    <a:pt x="46719" y="7500"/>
                  </a:cubicBezTo>
                  <a:cubicBezTo>
                    <a:pt x="46546" y="7982"/>
                    <a:pt x="46354" y="8437"/>
                    <a:pt x="46146" y="8854"/>
                  </a:cubicBezTo>
                  <a:lnTo>
                    <a:pt x="18958" y="76042"/>
                  </a:lnTo>
                  <a:lnTo>
                    <a:pt x="9687" y="76042"/>
                  </a:lnTo>
                  <a:lnTo>
                    <a:pt x="38229" y="7188"/>
                  </a:lnTo>
                  <a:lnTo>
                    <a:pt x="0" y="7188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5" name="TextBox 504">
              <a:extLst>
                <a:ext uri="{FF2B5EF4-FFF2-40B4-BE49-F238E27FC236}">
                  <a16:creationId xmlns:a16="http://schemas.microsoft.com/office/drawing/2014/main" id="{1B42323B-E019-4259-9386-EBE53F06F315}"/>
                </a:ext>
              </a:extLst>
            </p:cNvPr>
            <p:cNvSpPr txBox="1"/>
            <p:nvPr/>
          </p:nvSpPr>
          <p:spPr>
            <a:xfrm>
              <a:off x="884202" y="4645241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7</a:t>
              </a:r>
            </a:p>
          </p:txBody>
        </p:sp>
        <p:grpSp>
          <p:nvGrpSpPr>
            <p:cNvPr id="506" name="그래픽 5">
              <a:extLst>
                <a:ext uri="{FF2B5EF4-FFF2-40B4-BE49-F238E27FC236}">
                  <a16:creationId xmlns:a16="http://schemas.microsoft.com/office/drawing/2014/main" id="{EEC39319-E911-4398-9FFB-694D3410C58F}"/>
                </a:ext>
              </a:extLst>
            </p:cNvPr>
            <p:cNvGrpSpPr/>
            <p:nvPr/>
          </p:nvGrpSpPr>
          <p:grpSpPr>
            <a:xfrm>
              <a:off x="1209133" y="4661625"/>
              <a:ext cx="375833" cy="130208"/>
              <a:chOff x="1209133" y="4661625"/>
              <a:chExt cx="375833" cy="130208"/>
            </a:xfrm>
          </p:grpSpPr>
          <p:sp>
            <p:nvSpPr>
              <p:cNvPr id="507" name="자유형: 도형 506">
                <a:extLst>
                  <a:ext uri="{FF2B5EF4-FFF2-40B4-BE49-F238E27FC236}">
                    <a16:creationId xmlns:a16="http://schemas.microsoft.com/office/drawing/2014/main" id="{1C13AB6D-2E53-4EA8-B20B-0E5C8BAB4E1E}"/>
                  </a:ext>
                </a:extLst>
              </p:cNvPr>
              <p:cNvSpPr/>
              <p:nvPr/>
            </p:nvSpPr>
            <p:spPr>
              <a:xfrm>
                <a:off x="1209133" y="4683487"/>
                <a:ext cx="375833" cy="94062"/>
              </a:xfrm>
              <a:custGeom>
                <a:avLst/>
                <a:gdLst>
                  <a:gd name="connsiteX0" fmla="*/ 333854 w 375833"/>
                  <a:gd name="connsiteY0" fmla="*/ 63646 h 94062"/>
                  <a:gd name="connsiteX1" fmla="*/ 324948 w 375833"/>
                  <a:gd name="connsiteY1" fmla="*/ 64480 h 94062"/>
                  <a:gd name="connsiteX2" fmla="*/ 317709 w 375833"/>
                  <a:gd name="connsiteY2" fmla="*/ 66771 h 94062"/>
                  <a:gd name="connsiteX3" fmla="*/ 312969 w 375833"/>
                  <a:gd name="connsiteY3" fmla="*/ 70521 h 94062"/>
                  <a:gd name="connsiteX4" fmla="*/ 311250 w 375833"/>
                  <a:gd name="connsiteY4" fmla="*/ 75521 h 94062"/>
                  <a:gd name="connsiteX5" fmla="*/ 312969 w 375833"/>
                  <a:gd name="connsiteY5" fmla="*/ 80573 h 94062"/>
                  <a:gd name="connsiteX6" fmla="*/ 317813 w 375833"/>
                  <a:gd name="connsiteY6" fmla="*/ 84375 h 94062"/>
                  <a:gd name="connsiteX7" fmla="*/ 324948 w 375833"/>
                  <a:gd name="connsiteY7" fmla="*/ 86771 h 94062"/>
                  <a:gd name="connsiteX8" fmla="*/ 333854 w 375833"/>
                  <a:gd name="connsiteY8" fmla="*/ 87605 h 94062"/>
                  <a:gd name="connsiteX9" fmla="*/ 342917 w 375833"/>
                  <a:gd name="connsiteY9" fmla="*/ 86823 h 94062"/>
                  <a:gd name="connsiteX10" fmla="*/ 350209 w 375833"/>
                  <a:gd name="connsiteY10" fmla="*/ 84479 h 94062"/>
                  <a:gd name="connsiteX11" fmla="*/ 355000 w 375833"/>
                  <a:gd name="connsiteY11" fmla="*/ 80677 h 94062"/>
                  <a:gd name="connsiteX12" fmla="*/ 356771 w 375833"/>
                  <a:gd name="connsiteY12" fmla="*/ 75625 h 94062"/>
                  <a:gd name="connsiteX13" fmla="*/ 350261 w 375833"/>
                  <a:gd name="connsiteY13" fmla="*/ 66823 h 94062"/>
                  <a:gd name="connsiteX14" fmla="*/ 333854 w 375833"/>
                  <a:gd name="connsiteY14" fmla="*/ 63646 h 94062"/>
                  <a:gd name="connsiteX15" fmla="*/ 18021 w 375833"/>
                  <a:gd name="connsiteY15" fmla="*/ 60938 h 94062"/>
                  <a:gd name="connsiteX16" fmla="*/ 26250 w 375833"/>
                  <a:gd name="connsiteY16" fmla="*/ 60938 h 94062"/>
                  <a:gd name="connsiteX17" fmla="*/ 26250 w 375833"/>
                  <a:gd name="connsiteY17" fmla="*/ 83334 h 94062"/>
                  <a:gd name="connsiteX18" fmla="*/ 78750 w 375833"/>
                  <a:gd name="connsiteY18" fmla="*/ 83334 h 94062"/>
                  <a:gd name="connsiteX19" fmla="*/ 78750 w 375833"/>
                  <a:gd name="connsiteY19" fmla="*/ 90417 h 94062"/>
                  <a:gd name="connsiteX20" fmla="*/ 20208 w 375833"/>
                  <a:gd name="connsiteY20" fmla="*/ 90417 h 94062"/>
                  <a:gd name="connsiteX21" fmla="*/ 18490 w 375833"/>
                  <a:gd name="connsiteY21" fmla="*/ 89948 h 94062"/>
                  <a:gd name="connsiteX22" fmla="*/ 18021 w 375833"/>
                  <a:gd name="connsiteY22" fmla="*/ 88229 h 94062"/>
                  <a:gd name="connsiteX23" fmla="*/ 333854 w 375833"/>
                  <a:gd name="connsiteY23" fmla="*/ 56875 h 94062"/>
                  <a:gd name="connsiteX24" fmla="*/ 356823 w 375833"/>
                  <a:gd name="connsiteY24" fmla="*/ 61979 h 94062"/>
                  <a:gd name="connsiteX25" fmla="*/ 365417 w 375833"/>
                  <a:gd name="connsiteY25" fmla="*/ 75521 h 94062"/>
                  <a:gd name="connsiteX26" fmla="*/ 356823 w 375833"/>
                  <a:gd name="connsiteY26" fmla="*/ 89115 h 94062"/>
                  <a:gd name="connsiteX27" fmla="*/ 333854 w 375833"/>
                  <a:gd name="connsiteY27" fmla="*/ 94063 h 94062"/>
                  <a:gd name="connsiteX28" fmla="*/ 311042 w 375833"/>
                  <a:gd name="connsiteY28" fmla="*/ 89063 h 94062"/>
                  <a:gd name="connsiteX29" fmla="*/ 302500 w 375833"/>
                  <a:gd name="connsiteY29" fmla="*/ 75521 h 94062"/>
                  <a:gd name="connsiteX30" fmla="*/ 304740 w 375833"/>
                  <a:gd name="connsiteY30" fmla="*/ 67865 h 94062"/>
                  <a:gd name="connsiteX31" fmla="*/ 311146 w 375833"/>
                  <a:gd name="connsiteY31" fmla="*/ 61979 h 94062"/>
                  <a:gd name="connsiteX32" fmla="*/ 321042 w 375833"/>
                  <a:gd name="connsiteY32" fmla="*/ 58229 h 94062"/>
                  <a:gd name="connsiteX33" fmla="*/ 333854 w 375833"/>
                  <a:gd name="connsiteY33" fmla="*/ 56875 h 94062"/>
                  <a:gd name="connsiteX34" fmla="*/ 239688 w 375833"/>
                  <a:gd name="connsiteY34" fmla="*/ 27292 h 94062"/>
                  <a:gd name="connsiteX35" fmla="*/ 240156 w 375833"/>
                  <a:gd name="connsiteY35" fmla="*/ 32240 h 94062"/>
                  <a:gd name="connsiteX36" fmla="*/ 240313 w 375833"/>
                  <a:gd name="connsiteY36" fmla="*/ 37604 h 94062"/>
                  <a:gd name="connsiteX37" fmla="*/ 240156 w 375833"/>
                  <a:gd name="connsiteY37" fmla="*/ 42344 h 94062"/>
                  <a:gd name="connsiteX38" fmla="*/ 239792 w 375833"/>
                  <a:gd name="connsiteY38" fmla="*/ 46667 h 94062"/>
                  <a:gd name="connsiteX39" fmla="*/ 251458 w 375833"/>
                  <a:gd name="connsiteY39" fmla="*/ 46667 h 94062"/>
                  <a:gd name="connsiteX40" fmla="*/ 251458 w 375833"/>
                  <a:gd name="connsiteY40" fmla="*/ 27292 h 94062"/>
                  <a:gd name="connsiteX41" fmla="*/ 302813 w 375833"/>
                  <a:gd name="connsiteY41" fmla="*/ 25000 h 94062"/>
                  <a:gd name="connsiteX42" fmla="*/ 302813 w 375833"/>
                  <a:gd name="connsiteY42" fmla="*/ 40938 h 94062"/>
                  <a:gd name="connsiteX43" fmla="*/ 328646 w 375833"/>
                  <a:gd name="connsiteY43" fmla="*/ 40938 h 94062"/>
                  <a:gd name="connsiteX44" fmla="*/ 328646 w 375833"/>
                  <a:gd name="connsiteY44" fmla="*/ 25000 h 94062"/>
                  <a:gd name="connsiteX45" fmla="*/ 220729 w 375833"/>
                  <a:gd name="connsiteY45" fmla="*/ 10729 h 94062"/>
                  <a:gd name="connsiteX46" fmla="*/ 215365 w 375833"/>
                  <a:gd name="connsiteY46" fmla="*/ 12969 h 94062"/>
                  <a:gd name="connsiteX47" fmla="*/ 211563 w 375833"/>
                  <a:gd name="connsiteY47" fmla="*/ 18854 h 94062"/>
                  <a:gd name="connsiteX48" fmla="*/ 209427 w 375833"/>
                  <a:gd name="connsiteY48" fmla="*/ 27448 h 94062"/>
                  <a:gd name="connsiteX49" fmla="*/ 208750 w 375833"/>
                  <a:gd name="connsiteY49" fmla="*/ 37604 h 94062"/>
                  <a:gd name="connsiteX50" fmla="*/ 209479 w 375833"/>
                  <a:gd name="connsiteY50" fmla="*/ 48073 h 94062"/>
                  <a:gd name="connsiteX51" fmla="*/ 211667 w 375833"/>
                  <a:gd name="connsiteY51" fmla="*/ 56667 h 94062"/>
                  <a:gd name="connsiteX52" fmla="*/ 215365 w 375833"/>
                  <a:gd name="connsiteY52" fmla="*/ 62448 h 94062"/>
                  <a:gd name="connsiteX53" fmla="*/ 220729 w 375833"/>
                  <a:gd name="connsiteY53" fmla="*/ 64584 h 94062"/>
                  <a:gd name="connsiteX54" fmla="*/ 225990 w 375833"/>
                  <a:gd name="connsiteY54" fmla="*/ 62448 h 94062"/>
                  <a:gd name="connsiteX55" fmla="*/ 229688 w 375833"/>
                  <a:gd name="connsiteY55" fmla="*/ 56563 h 94062"/>
                  <a:gd name="connsiteX56" fmla="*/ 231875 w 375833"/>
                  <a:gd name="connsiteY56" fmla="*/ 48021 h 94062"/>
                  <a:gd name="connsiteX57" fmla="*/ 232604 w 375833"/>
                  <a:gd name="connsiteY57" fmla="*/ 37604 h 94062"/>
                  <a:gd name="connsiteX58" fmla="*/ 231927 w 375833"/>
                  <a:gd name="connsiteY58" fmla="*/ 27344 h 94062"/>
                  <a:gd name="connsiteX59" fmla="*/ 229792 w 375833"/>
                  <a:gd name="connsiteY59" fmla="*/ 18750 h 94062"/>
                  <a:gd name="connsiteX60" fmla="*/ 226094 w 375833"/>
                  <a:gd name="connsiteY60" fmla="*/ 12917 h 94062"/>
                  <a:gd name="connsiteX61" fmla="*/ 220729 w 375833"/>
                  <a:gd name="connsiteY61" fmla="*/ 10729 h 94062"/>
                  <a:gd name="connsiteX62" fmla="*/ 99792 w 375833"/>
                  <a:gd name="connsiteY62" fmla="*/ 6146 h 94062"/>
                  <a:gd name="connsiteX63" fmla="*/ 138229 w 375833"/>
                  <a:gd name="connsiteY63" fmla="*/ 6146 h 94062"/>
                  <a:gd name="connsiteX64" fmla="*/ 138229 w 375833"/>
                  <a:gd name="connsiteY64" fmla="*/ 13125 h 94062"/>
                  <a:gd name="connsiteX65" fmla="*/ 123333 w 375833"/>
                  <a:gd name="connsiteY65" fmla="*/ 13125 h 94062"/>
                  <a:gd name="connsiteX66" fmla="*/ 123333 w 375833"/>
                  <a:gd name="connsiteY66" fmla="*/ 20833 h 94062"/>
                  <a:gd name="connsiteX67" fmla="*/ 127552 w 375833"/>
                  <a:gd name="connsiteY67" fmla="*/ 47552 h 94062"/>
                  <a:gd name="connsiteX68" fmla="*/ 142708 w 375833"/>
                  <a:gd name="connsiteY68" fmla="*/ 65104 h 94062"/>
                  <a:gd name="connsiteX69" fmla="*/ 136563 w 375833"/>
                  <a:gd name="connsiteY69" fmla="*/ 70729 h 94062"/>
                  <a:gd name="connsiteX70" fmla="*/ 126510 w 375833"/>
                  <a:gd name="connsiteY70" fmla="*/ 60990 h 94062"/>
                  <a:gd name="connsiteX71" fmla="*/ 118958 w 375833"/>
                  <a:gd name="connsiteY71" fmla="*/ 46250 h 94062"/>
                  <a:gd name="connsiteX72" fmla="*/ 115885 w 375833"/>
                  <a:gd name="connsiteY72" fmla="*/ 54375 h 94062"/>
                  <a:gd name="connsiteX73" fmla="*/ 111458 w 375833"/>
                  <a:gd name="connsiteY73" fmla="*/ 62083 h 94062"/>
                  <a:gd name="connsiteX74" fmla="*/ 105885 w 375833"/>
                  <a:gd name="connsiteY74" fmla="*/ 68907 h 94062"/>
                  <a:gd name="connsiteX75" fmla="*/ 99896 w 375833"/>
                  <a:gd name="connsiteY75" fmla="*/ 74271 h 94062"/>
                  <a:gd name="connsiteX76" fmla="*/ 92708 w 375833"/>
                  <a:gd name="connsiteY76" fmla="*/ 69063 h 94062"/>
                  <a:gd name="connsiteX77" fmla="*/ 109583 w 375833"/>
                  <a:gd name="connsiteY77" fmla="*/ 49948 h 94062"/>
                  <a:gd name="connsiteX78" fmla="*/ 115000 w 375833"/>
                  <a:gd name="connsiteY78" fmla="*/ 21042 h 94062"/>
                  <a:gd name="connsiteX79" fmla="*/ 115000 w 375833"/>
                  <a:gd name="connsiteY79" fmla="*/ 13125 h 94062"/>
                  <a:gd name="connsiteX80" fmla="*/ 99792 w 375833"/>
                  <a:gd name="connsiteY80" fmla="*/ 13125 h 94062"/>
                  <a:gd name="connsiteX81" fmla="*/ 294792 w 375833"/>
                  <a:gd name="connsiteY81" fmla="*/ 3229 h 94062"/>
                  <a:gd name="connsiteX82" fmla="*/ 302813 w 375833"/>
                  <a:gd name="connsiteY82" fmla="*/ 3229 h 94062"/>
                  <a:gd name="connsiteX83" fmla="*/ 302813 w 375833"/>
                  <a:gd name="connsiteY83" fmla="*/ 17917 h 94062"/>
                  <a:gd name="connsiteX84" fmla="*/ 328646 w 375833"/>
                  <a:gd name="connsiteY84" fmla="*/ 17917 h 94062"/>
                  <a:gd name="connsiteX85" fmla="*/ 328646 w 375833"/>
                  <a:gd name="connsiteY85" fmla="*/ 3229 h 94062"/>
                  <a:gd name="connsiteX86" fmla="*/ 336667 w 375833"/>
                  <a:gd name="connsiteY86" fmla="*/ 3229 h 94062"/>
                  <a:gd name="connsiteX87" fmla="*/ 336667 w 375833"/>
                  <a:gd name="connsiteY87" fmla="*/ 45729 h 94062"/>
                  <a:gd name="connsiteX88" fmla="*/ 336198 w 375833"/>
                  <a:gd name="connsiteY88" fmla="*/ 47448 h 94062"/>
                  <a:gd name="connsiteX89" fmla="*/ 334479 w 375833"/>
                  <a:gd name="connsiteY89" fmla="*/ 47917 h 94062"/>
                  <a:gd name="connsiteX90" fmla="*/ 296979 w 375833"/>
                  <a:gd name="connsiteY90" fmla="*/ 47917 h 94062"/>
                  <a:gd name="connsiteX91" fmla="*/ 295261 w 375833"/>
                  <a:gd name="connsiteY91" fmla="*/ 47448 h 94062"/>
                  <a:gd name="connsiteX92" fmla="*/ 294792 w 375833"/>
                  <a:gd name="connsiteY92" fmla="*/ 45729 h 94062"/>
                  <a:gd name="connsiteX93" fmla="*/ 25000 w 375833"/>
                  <a:gd name="connsiteY93" fmla="*/ 2292 h 94062"/>
                  <a:gd name="connsiteX94" fmla="*/ 33646 w 375833"/>
                  <a:gd name="connsiteY94" fmla="*/ 2292 h 94062"/>
                  <a:gd name="connsiteX95" fmla="*/ 33646 w 375833"/>
                  <a:gd name="connsiteY95" fmla="*/ 13021 h 94062"/>
                  <a:gd name="connsiteX96" fmla="*/ 35625 w 375833"/>
                  <a:gd name="connsiteY96" fmla="*/ 23906 h 94062"/>
                  <a:gd name="connsiteX97" fmla="*/ 41042 w 375833"/>
                  <a:gd name="connsiteY97" fmla="*/ 33021 h 94062"/>
                  <a:gd name="connsiteX98" fmla="*/ 48750 w 375833"/>
                  <a:gd name="connsiteY98" fmla="*/ 40104 h 94062"/>
                  <a:gd name="connsiteX99" fmla="*/ 57813 w 375833"/>
                  <a:gd name="connsiteY99" fmla="*/ 44792 h 94062"/>
                  <a:gd name="connsiteX100" fmla="*/ 52396 w 375833"/>
                  <a:gd name="connsiteY100" fmla="*/ 51250 h 94062"/>
                  <a:gd name="connsiteX101" fmla="*/ 46198 w 375833"/>
                  <a:gd name="connsiteY101" fmla="*/ 47760 h 94062"/>
                  <a:gd name="connsiteX102" fmla="*/ 39792 w 375833"/>
                  <a:gd name="connsiteY102" fmla="*/ 42917 h 94062"/>
                  <a:gd name="connsiteX103" fmla="*/ 33906 w 375833"/>
                  <a:gd name="connsiteY103" fmla="*/ 36823 h 94062"/>
                  <a:gd name="connsiteX104" fmla="*/ 29479 w 375833"/>
                  <a:gd name="connsiteY104" fmla="*/ 29792 h 94062"/>
                  <a:gd name="connsiteX105" fmla="*/ 25521 w 375833"/>
                  <a:gd name="connsiteY105" fmla="*/ 37396 h 94062"/>
                  <a:gd name="connsiteX106" fmla="*/ 19896 w 375833"/>
                  <a:gd name="connsiteY106" fmla="*/ 44063 h 94062"/>
                  <a:gd name="connsiteX107" fmla="*/ 13281 w 375833"/>
                  <a:gd name="connsiteY107" fmla="*/ 49584 h 94062"/>
                  <a:gd name="connsiteX108" fmla="*/ 6354 w 375833"/>
                  <a:gd name="connsiteY108" fmla="*/ 53959 h 94062"/>
                  <a:gd name="connsiteX109" fmla="*/ 0 w 375833"/>
                  <a:gd name="connsiteY109" fmla="*/ 48229 h 94062"/>
                  <a:gd name="connsiteX110" fmla="*/ 9635 w 375833"/>
                  <a:gd name="connsiteY110" fmla="*/ 42448 h 94062"/>
                  <a:gd name="connsiteX111" fmla="*/ 17604 w 375833"/>
                  <a:gd name="connsiteY111" fmla="*/ 34792 h 94062"/>
                  <a:gd name="connsiteX112" fmla="*/ 23021 w 375833"/>
                  <a:gd name="connsiteY112" fmla="*/ 25260 h 94062"/>
                  <a:gd name="connsiteX113" fmla="*/ 25000 w 375833"/>
                  <a:gd name="connsiteY113" fmla="*/ 13750 h 94062"/>
                  <a:gd name="connsiteX114" fmla="*/ 251458 w 375833"/>
                  <a:gd name="connsiteY114" fmla="*/ 1667 h 94062"/>
                  <a:gd name="connsiteX115" fmla="*/ 259375 w 375833"/>
                  <a:gd name="connsiteY115" fmla="*/ 1667 h 94062"/>
                  <a:gd name="connsiteX116" fmla="*/ 259375 w 375833"/>
                  <a:gd name="connsiteY116" fmla="*/ 87917 h 94062"/>
                  <a:gd name="connsiteX117" fmla="*/ 251458 w 375833"/>
                  <a:gd name="connsiteY117" fmla="*/ 87917 h 94062"/>
                  <a:gd name="connsiteX118" fmla="*/ 251458 w 375833"/>
                  <a:gd name="connsiteY118" fmla="*/ 54271 h 94062"/>
                  <a:gd name="connsiteX119" fmla="*/ 238438 w 375833"/>
                  <a:gd name="connsiteY119" fmla="*/ 54271 h 94062"/>
                  <a:gd name="connsiteX120" fmla="*/ 231302 w 375833"/>
                  <a:gd name="connsiteY120" fmla="*/ 67813 h 94062"/>
                  <a:gd name="connsiteX121" fmla="*/ 220729 w 375833"/>
                  <a:gd name="connsiteY121" fmla="*/ 72292 h 94062"/>
                  <a:gd name="connsiteX122" fmla="*/ 213073 w 375833"/>
                  <a:gd name="connsiteY122" fmla="*/ 70208 h 94062"/>
                  <a:gd name="connsiteX123" fmla="*/ 206875 w 375833"/>
                  <a:gd name="connsiteY123" fmla="*/ 63750 h 94062"/>
                  <a:gd name="connsiteX124" fmla="*/ 202656 w 375833"/>
                  <a:gd name="connsiteY124" fmla="*/ 52969 h 94062"/>
                  <a:gd name="connsiteX125" fmla="*/ 201146 w 375833"/>
                  <a:gd name="connsiteY125" fmla="*/ 37604 h 94062"/>
                  <a:gd name="connsiteX126" fmla="*/ 202656 w 375833"/>
                  <a:gd name="connsiteY126" fmla="*/ 22188 h 94062"/>
                  <a:gd name="connsiteX127" fmla="*/ 206771 w 375833"/>
                  <a:gd name="connsiteY127" fmla="*/ 11458 h 94062"/>
                  <a:gd name="connsiteX128" fmla="*/ 213021 w 375833"/>
                  <a:gd name="connsiteY128" fmla="*/ 5104 h 94062"/>
                  <a:gd name="connsiteX129" fmla="*/ 220729 w 375833"/>
                  <a:gd name="connsiteY129" fmla="*/ 3021 h 94062"/>
                  <a:gd name="connsiteX130" fmla="*/ 230990 w 375833"/>
                  <a:gd name="connsiteY130" fmla="*/ 7188 h 94062"/>
                  <a:gd name="connsiteX131" fmla="*/ 238125 w 375833"/>
                  <a:gd name="connsiteY131" fmla="*/ 19792 h 94062"/>
                  <a:gd name="connsiteX132" fmla="*/ 251458 w 375833"/>
                  <a:gd name="connsiteY132" fmla="*/ 19792 h 94062"/>
                  <a:gd name="connsiteX133" fmla="*/ 354792 w 375833"/>
                  <a:gd name="connsiteY133" fmla="*/ 0 h 94062"/>
                  <a:gd name="connsiteX134" fmla="*/ 363021 w 375833"/>
                  <a:gd name="connsiteY134" fmla="*/ 0 h 94062"/>
                  <a:gd name="connsiteX135" fmla="*/ 363021 w 375833"/>
                  <a:gd name="connsiteY135" fmla="*/ 20625 h 94062"/>
                  <a:gd name="connsiteX136" fmla="*/ 375834 w 375833"/>
                  <a:gd name="connsiteY136" fmla="*/ 20625 h 94062"/>
                  <a:gd name="connsiteX137" fmla="*/ 375834 w 375833"/>
                  <a:gd name="connsiteY137" fmla="*/ 27709 h 94062"/>
                  <a:gd name="connsiteX138" fmla="*/ 363021 w 375833"/>
                  <a:gd name="connsiteY138" fmla="*/ 27709 h 94062"/>
                  <a:gd name="connsiteX139" fmla="*/ 363021 w 375833"/>
                  <a:gd name="connsiteY139" fmla="*/ 56979 h 94062"/>
                  <a:gd name="connsiteX140" fmla="*/ 354792 w 375833"/>
                  <a:gd name="connsiteY140" fmla="*/ 56979 h 94062"/>
                  <a:gd name="connsiteX141" fmla="*/ 268646 w 375833"/>
                  <a:gd name="connsiteY141" fmla="*/ 0 h 94062"/>
                  <a:gd name="connsiteX142" fmla="*/ 276563 w 375833"/>
                  <a:gd name="connsiteY142" fmla="*/ 0 h 94062"/>
                  <a:gd name="connsiteX143" fmla="*/ 276563 w 375833"/>
                  <a:gd name="connsiteY143" fmla="*/ 92396 h 94062"/>
                  <a:gd name="connsiteX144" fmla="*/ 268646 w 375833"/>
                  <a:gd name="connsiteY144" fmla="*/ 92396 h 94062"/>
                  <a:gd name="connsiteX145" fmla="*/ 166563 w 375833"/>
                  <a:gd name="connsiteY145" fmla="*/ 0 h 94062"/>
                  <a:gd name="connsiteX146" fmla="*/ 174479 w 375833"/>
                  <a:gd name="connsiteY146" fmla="*/ 0 h 94062"/>
                  <a:gd name="connsiteX147" fmla="*/ 174479 w 375833"/>
                  <a:gd name="connsiteY147" fmla="*/ 92292 h 94062"/>
                  <a:gd name="connsiteX148" fmla="*/ 166563 w 375833"/>
                  <a:gd name="connsiteY148" fmla="*/ 92292 h 94062"/>
                  <a:gd name="connsiteX149" fmla="*/ 166563 w 375833"/>
                  <a:gd name="connsiteY149" fmla="*/ 41459 h 94062"/>
                  <a:gd name="connsiteX150" fmla="*/ 154688 w 375833"/>
                  <a:gd name="connsiteY150" fmla="*/ 41459 h 94062"/>
                  <a:gd name="connsiteX151" fmla="*/ 154688 w 375833"/>
                  <a:gd name="connsiteY151" fmla="*/ 87917 h 94062"/>
                  <a:gd name="connsiteX152" fmla="*/ 146667 w 375833"/>
                  <a:gd name="connsiteY152" fmla="*/ 87917 h 94062"/>
                  <a:gd name="connsiteX153" fmla="*/ 146667 w 375833"/>
                  <a:gd name="connsiteY153" fmla="*/ 1563 h 94062"/>
                  <a:gd name="connsiteX154" fmla="*/ 154688 w 375833"/>
                  <a:gd name="connsiteY154" fmla="*/ 1563 h 94062"/>
                  <a:gd name="connsiteX155" fmla="*/ 154688 w 375833"/>
                  <a:gd name="connsiteY155" fmla="*/ 33542 h 94062"/>
                  <a:gd name="connsiteX156" fmla="*/ 166563 w 375833"/>
                  <a:gd name="connsiteY156" fmla="*/ 33542 h 94062"/>
                  <a:gd name="connsiteX157" fmla="*/ 67708 w 375833"/>
                  <a:gd name="connsiteY157" fmla="*/ 0 h 94062"/>
                  <a:gd name="connsiteX158" fmla="*/ 75833 w 375833"/>
                  <a:gd name="connsiteY158" fmla="*/ 0 h 94062"/>
                  <a:gd name="connsiteX159" fmla="*/ 75833 w 375833"/>
                  <a:gd name="connsiteY159" fmla="*/ 27500 h 94062"/>
                  <a:gd name="connsiteX160" fmla="*/ 88542 w 375833"/>
                  <a:gd name="connsiteY160" fmla="*/ 27500 h 94062"/>
                  <a:gd name="connsiteX161" fmla="*/ 88542 w 375833"/>
                  <a:gd name="connsiteY161" fmla="*/ 34792 h 94062"/>
                  <a:gd name="connsiteX162" fmla="*/ 75833 w 375833"/>
                  <a:gd name="connsiteY162" fmla="*/ 34792 h 94062"/>
                  <a:gd name="connsiteX163" fmla="*/ 75833 w 375833"/>
                  <a:gd name="connsiteY163" fmla="*/ 67709 h 94062"/>
                  <a:gd name="connsiteX164" fmla="*/ 67708 w 375833"/>
                  <a:gd name="connsiteY164" fmla="*/ 67709 h 9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375833" h="94062">
                    <a:moveTo>
                      <a:pt x="333854" y="63646"/>
                    </a:moveTo>
                    <a:cubicBezTo>
                      <a:pt x="330660" y="63646"/>
                      <a:pt x="327692" y="63920"/>
                      <a:pt x="324948" y="64480"/>
                    </a:cubicBezTo>
                    <a:cubicBezTo>
                      <a:pt x="322206" y="65026"/>
                      <a:pt x="319792" y="65794"/>
                      <a:pt x="317709" y="66771"/>
                    </a:cubicBezTo>
                    <a:cubicBezTo>
                      <a:pt x="315695" y="67813"/>
                      <a:pt x="314115" y="69063"/>
                      <a:pt x="312969" y="70521"/>
                    </a:cubicBezTo>
                    <a:cubicBezTo>
                      <a:pt x="311823" y="71979"/>
                      <a:pt x="311250" y="73646"/>
                      <a:pt x="311250" y="75521"/>
                    </a:cubicBezTo>
                    <a:cubicBezTo>
                      <a:pt x="311250" y="77396"/>
                      <a:pt x="311823" y="79076"/>
                      <a:pt x="312969" y="80573"/>
                    </a:cubicBezTo>
                    <a:cubicBezTo>
                      <a:pt x="314115" y="82057"/>
                      <a:pt x="315729" y="83334"/>
                      <a:pt x="317813" y="84375"/>
                    </a:cubicBezTo>
                    <a:cubicBezTo>
                      <a:pt x="319827" y="85417"/>
                      <a:pt x="322206" y="86211"/>
                      <a:pt x="324948" y="86771"/>
                    </a:cubicBezTo>
                    <a:cubicBezTo>
                      <a:pt x="327692" y="87318"/>
                      <a:pt x="330660" y="87605"/>
                      <a:pt x="333854" y="87605"/>
                    </a:cubicBezTo>
                    <a:cubicBezTo>
                      <a:pt x="337119" y="87605"/>
                      <a:pt x="340140" y="87344"/>
                      <a:pt x="342917" y="86823"/>
                    </a:cubicBezTo>
                    <a:cubicBezTo>
                      <a:pt x="345696" y="86302"/>
                      <a:pt x="348125" y="85521"/>
                      <a:pt x="350209" y="84479"/>
                    </a:cubicBezTo>
                    <a:cubicBezTo>
                      <a:pt x="352223" y="83438"/>
                      <a:pt x="353821" y="82162"/>
                      <a:pt x="355000" y="80677"/>
                    </a:cubicBezTo>
                    <a:cubicBezTo>
                      <a:pt x="356181" y="79180"/>
                      <a:pt x="356771" y="77500"/>
                      <a:pt x="356771" y="75625"/>
                    </a:cubicBezTo>
                    <a:cubicBezTo>
                      <a:pt x="356771" y="71875"/>
                      <a:pt x="354602" y="68932"/>
                      <a:pt x="350261" y="66823"/>
                    </a:cubicBezTo>
                    <a:cubicBezTo>
                      <a:pt x="345921" y="64701"/>
                      <a:pt x="340452" y="63646"/>
                      <a:pt x="333854" y="63646"/>
                    </a:cubicBezTo>
                    <a:close/>
                    <a:moveTo>
                      <a:pt x="18021" y="60938"/>
                    </a:moveTo>
                    <a:lnTo>
                      <a:pt x="26250" y="60938"/>
                    </a:lnTo>
                    <a:lnTo>
                      <a:pt x="26250" y="83334"/>
                    </a:lnTo>
                    <a:lnTo>
                      <a:pt x="78750" y="83334"/>
                    </a:lnTo>
                    <a:lnTo>
                      <a:pt x="78750" y="90417"/>
                    </a:lnTo>
                    <a:lnTo>
                      <a:pt x="20208" y="90417"/>
                    </a:lnTo>
                    <a:cubicBezTo>
                      <a:pt x="19375" y="90417"/>
                      <a:pt x="18802" y="90261"/>
                      <a:pt x="18490" y="89948"/>
                    </a:cubicBezTo>
                    <a:cubicBezTo>
                      <a:pt x="18177" y="89635"/>
                      <a:pt x="18021" y="89063"/>
                      <a:pt x="18021" y="88229"/>
                    </a:cubicBezTo>
                    <a:close/>
                    <a:moveTo>
                      <a:pt x="333854" y="56875"/>
                    </a:moveTo>
                    <a:cubicBezTo>
                      <a:pt x="343438" y="56875"/>
                      <a:pt x="351094" y="58568"/>
                      <a:pt x="356823" y="61979"/>
                    </a:cubicBezTo>
                    <a:cubicBezTo>
                      <a:pt x="362552" y="65378"/>
                      <a:pt x="365417" y="69896"/>
                      <a:pt x="365417" y="75521"/>
                    </a:cubicBezTo>
                    <a:cubicBezTo>
                      <a:pt x="365417" y="81276"/>
                      <a:pt x="362552" y="85808"/>
                      <a:pt x="356823" y="89115"/>
                    </a:cubicBezTo>
                    <a:cubicBezTo>
                      <a:pt x="351094" y="92409"/>
                      <a:pt x="343438" y="94063"/>
                      <a:pt x="333854" y="94063"/>
                    </a:cubicBezTo>
                    <a:cubicBezTo>
                      <a:pt x="324341" y="94063"/>
                      <a:pt x="316737" y="92396"/>
                      <a:pt x="311042" y="89063"/>
                    </a:cubicBezTo>
                    <a:cubicBezTo>
                      <a:pt x="305348" y="85729"/>
                      <a:pt x="302500" y="81211"/>
                      <a:pt x="302500" y="75521"/>
                    </a:cubicBezTo>
                    <a:cubicBezTo>
                      <a:pt x="302500" y="72734"/>
                      <a:pt x="303248" y="70183"/>
                      <a:pt x="304740" y="67865"/>
                    </a:cubicBezTo>
                    <a:cubicBezTo>
                      <a:pt x="306233" y="65534"/>
                      <a:pt x="308369" y="63568"/>
                      <a:pt x="311146" y="61979"/>
                    </a:cubicBezTo>
                    <a:cubicBezTo>
                      <a:pt x="313925" y="60378"/>
                      <a:pt x="317223" y="59128"/>
                      <a:pt x="321042" y="58229"/>
                    </a:cubicBezTo>
                    <a:cubicBezTo>
                      <a:pt x="324862" y="57318"/>
                      <a:pt x="329133" y="56875"/>
                      <a:pt x="333854" y="56875"/>
                    </a:cubicBezTo>
                    <a:close/>
                    <a:moveTo>
                      <a:pt x="239688" y="27292"/>
                    </a:moveTo>
                    <a:cubicBezTo>
                      <a:pt x="239896" y="28880"/>
                      <a:pt x="240052" y="30534"/>
                      <a:pt x="240156" y="32240"/>
                    </a:cubicBezTo>
                    <a:cubicBezTo>
                      <a:pt x="240261" y="33933"/>
                      <a:pt x="240313" y="35729"/>
                      <a:pt x="240313" y="37604"/>
                    </a:cubicBezTo>
                    <a:cubicBezTo>
                      <a:pt x="240313" y="39271"/>
                      <a:pt x="240261" y="40847"/>
                      <a:pt x="240156" y="42344"/>
                    </a:cubicBezTo>
                    <a:cubicBezTo>
                      <a:pt x="240052" y="43829"/>
                      <a:pt x="239931" y="45274"/>
                      <a:pt x="239792" y="46667"/>
                    </a:cubicBezTo>
                    <a:lnTo>
                      <a:pt x="251458" y="46667"/>
                    </a:lnTo>
                    <a:lnTo>
                      <a:pt x="251458" y="27292"/>
                    </a:lnTo>
                    <a:close/>
                    <a:moveTo>
                      <a:pt x="302813" y="25000"/>
                    </a:moveTo>
                    <a:lnTo>
                      <a:pt x="302813" y="40938"/>
                    </a:lnTo>
                    <a:lnTo>
                      <a:pt x="328646" y="40938"/>
                    </a:lnTo>
                    <a:lnTo>
                      <a:pt x="328646" y="25000"/>
                    </a:lnTo>
                    <a:close/>
                    <a:moveTo>
                      <a:pt x="220729" y="10729"/>
                    </a:moveTo>
                    <a:cubicBezTo>
                      <a:pt x="218646" y="10729"/>
                      <a:pt x="216858" y="11472"/>
                      <a:pt x="215365" y="12969"/>
                    </a:cubicBezTo>
                    <a:cubicBezTo>
                      <a:pt x="213873" y="14453"/>
                      <a:pt x="212604" y="16419"/>
                      <a:pt x="211563" y="18854"/>
                    </a:cubicBezTo>
                    <a:cubicBezTo>
                      <a:pt x="210591" y="21354"/>
                      <a:pt x="209879" y="24219"/>
                      <a:pt x="209427" y="27448"/>
                    </a:cubicBezTo>
                    <a:cubicBezTo>
                      <a:pt x="208977" y="30677"/>
                      <a:pt x="208750" y="34063"/>
                      <a:pt x="208750" y="37604"/>
                    </a:cubicBezTo>
                    <a:cubicBezTo>
                      <a:pt x="208750" y="41276"/>
                      <a:pt x="208994" y="44766"/>
                      <a:pt x="209479" y="48073"/>
                    </a:cubicBezTo>
                    <a:cubicBezTo>
                      <a:pt x="209966" y="51367"/>
                      <a:pt x="210695" y="54232"/>
                      <a:pt x="211667" y="56667"/>
                    </a:cubicBezTo>
                    <a:cubicBezTo>
                      <a:pt x="212639" y="59089"/>
                      <a:pt x="213873" y="61016"/>
                      <a:pt x="215365" y="62448"/>
                    </a:cubicBezTo>
                    <a:cubicBezTo>
                      <a:pt x="216858" y="63867"/>
                      <a:pt x="218646" y="64584"/>
                      <a:pt x="220729" y="64584"/>
                    </a:cubicBezTo>
                    <a:cubicBezTo>
                      <a:pt x="222744" y="64584"/>
                      <a:pt x="224498" y="63867"/>
                      <a:pt x="225990" y="62448"/>
                    </a:cubicBezTo>
                    <a:cubicBezTo>
                      <a:pt x="227483" y="61016"/>
                      <a:pt x="228716" y="59063"/>
                      <a:pt x="229688" y="56563"/>
                    </a:cubicBezTo>
                    <a:cubicBezTo>
                      <a:pt x="230660" y="54128"/>
                      <a:pt x="231389" y="51276"/>
                      <a:pt x="231875" y="48021"/>
                    </a:cubicBezTo>
                    <a:cubicBezTo>
                      <a:pt x="232362" y="44753"/>
                      <a:pt x="232604" y="41276"/>
                      <a:pt x="232604" y="37604"/>
                    </a:cubicBezTo>
                    <a:cubicBezTo>
                      <a:pt x="232604" y="33985"/>
                      <a:pt x="232379" y="30573"/>
                      <a:pt x="231927" y="27344"/>
                    </a:cubicBezTo>
                    <a:cubicBezTo>
                      <a:pt x="231477" y="24115"/>
                      <a:pt x="230764" y="21250"/>
                      <a:pt x="229792" y="18750"/>
                    </a:cubicBezTo>
                    <a:cubicBezTo>
                      <a:pt x="228820" y="16315"/>
                      <a:pt x="227587" y="14375"/>
                      <a:pt x="226094" y="12917"/>
                    </a:cubicBezTo>
                    <a:cubicBezTo>
                      <a:pt x="224602" y="11458"/>
                      <a:pt x="222813" y="10729"/>
                      <a:pt x="220729" y="10729"/>
                    </a:cubicBezTo>
                    <a:close/>
                    <a:moveTo>
                      <a:pt x="99792" y="6146"/>
                    </a:moveTo>
                    <a:lnTo>
                      <a:pt x="138229" y="6146"/>
                    </a:lnTo>
                    <a:lnTo>
                      <a:pt x="138229" y="13125"/>
                    </a:lnTo>
                    <a:lnTo>
                      <a:pt x="123333" y="13125"/>
                    </a:lnTo>
                    <a:lnTo>
                      <a:pt x="123333" y="20833"/>
                    </a:lnTo>
                    <a:cubicBezTo>
                      <a:pt x="123333" y="31315"/>
                      <a:pt x="124740" y="40222"/>
                      <a:pt x="127552" y="47552"/>
                    </a:cubicBezTo>
                    <a:cubicBezTo>
                      <a:pt x="130365" y="54870"/>
                      <a:pt x="135417" y="60729"/>
                      <a:pt x="142708" y="65104"/>
                    </a:cubicBezTo>
                    <a:lnTo>
                      <a:pt x="136563" y="70729"/>
                    </a:lnTo>
                    <a:cubicBezTo>
                      <a:pt x="133229" y="68503"/>
                      <a:pt x="129879" y="65261"/>
                      <a:pt x="126510" y="60990"/>
                    </a:cubicBezTo>
                    <a:cubicBezTo>
                      <a:pt x="123143" y="56719"/>
                      <a:pt x="120625" y="51797"/>
                      <a:pt x="118958" y="46250"/>
                    </a:cubicBezTo>
                    <a:cubicBezTo>
                      <a:pt x="118195" y="48958"/>
                      <a:pt x="117171" y="51667"/>
                      <a:pt x="115885" y="54375"/>
                    </a:cubicBezTo>
                    <a:cubicBezTo>
                      <a:pt x="114602" y="57083"/>
                      <a:pt x="113125" y="59649"/>
                      <a:pt x="111458" y="62083"/>
                    </a:cubicBezTo>
                    <a:cubicBezTo>
                      <a:pt x="109723" y="64505"/>
                      <a:pt x="107865" y="66784"/>
                      <a:pt x="105885" y="68907"/>
                    </a:cubicBezTo>
                    <a:cubicBezTo>
                      <a:pt x="103906" y="71016"/>
                      <a:pt x="101910" y="72813"/>
                      <a:pt x="99896" y="74271"/>
                    </a:cubicBezTo>
                    <a:lnTo>
                      <a:pt x="92708" y="69063"/>
                    </a:lnTo>
                    <a:cubicBezTo>
                      <a:pt x="100348" y="63920"/>
                      <a:pt x="105973" y="57552"/>
                      <a:pt x="109583" y="49948"/>
                    </a:cubicBezTo>
                    <a:cubicBezTo>
                      <a:pt x="113195" y="42344"/>
                      <a:pt x="115000" y="32709"/>
                      <a:pt x="115000" y="21042"/>
                    </a:cubicBezTo>
                    <a:lnTo>
                      <a:pt x="115000" y="13125"/>
                    </a:lnTo>
                    <a:lnTo>
                      <a:pt x="99792" y="13125"/>
                    </a:lnTo>
                    <a:close/>
                    <a:moveTo>
                      <a:pt x="294792" y="3229"/>
                    </a:moveTo>
                    <a:lnTo>
                      <a:pt x="302813" y="3229"/>
                    </a:lnTo>
                    <a:lnTo>
                      <a:pt x="302813" y="17917"/>
                    </a:lnTo>
                    <a:lnTo>
                      <a:pt x="328646" y="17917"/>
                    </a:lnTo>
                    <a:lnTo>
                      <a:pt x="328646" y="3229"/>
                    </a:lnTo>
                    <a:lnTo>
                      <a:pt x="336667" y="3229"/>
                    </a:lnTo>
                    <a:lnTo>
                      <a:pt x="336667" y="45729"/>
                    </a:lnTo>
                    <a:cubicBezTo>
                      <a:pt x="336667" y="46563"/>
                      <a:pt x="336511" y="47136"/>
                      <a:pt x="336198" y="47448"/>
                    </a:cubicBezTo>
                    <a:cubicBezTo>
                      <a:pt x="335886" y="47760"/>
                      <a:pt x="335313" y="47917"/>
                      <a:pt x="334479" y="47917"/>
                    </a:cubicBezTo>
                    <a:lnTo>
                      <a:pt x="296979" y="47917"/>
                    </a:lnTo>
                    <a:cubicBezTo>
                      <a:pt x="296146" y="47917"/>
                      <a:pt x="295573" y="47760"/>
                      <a:pt x="295261" y="47448"/>
                    </a:cubicBezTo>
                    <a:cubicBezTo>
                      <a:pt x="294948" y="47136"/>
                      <a:pt x="294792" y="46563"/>
                      <a:pt x="294792" y="45729"/>
                    </a:cubicBezTo>
                    <a:close/>
                    <a:moveTo>
                      <a:pt x="25000" y="2292"/>
                    </a:moveTo>
                    <a:lnTo>
                      <a:pt x="33646" y="2292"/>
                    </a:lnTo>
                    <a:lnTo>
                      <a:pt x="33646" y="13021"/>
                    </a:lnTo>
                    <a:cubicBezTo>
                      <a:pt x="33646" y="16901"/>
                      <a:pt x="34306" y="20534"/>
                      <a:pt x="35625" y="23906"/>
                    </a:cubicBezTo>
                    <a:cubicBezTo>
                      <a:pt x="36945" y="27266"/>
                      <a:pt x="38750" y="30313"/>
                      <a:pt x="41042" y="33021"/>
                    </a:cubicBezTo>
                    <a:cubicBezTo>
                      <a:pt x="43264" y="35729"/>
                      <a:pt x="45833" y="38086"/>
                      <a:pt x="48750" y="40104"/>
                    </a:cubicBezTo>
                    <a:cubicBezTo>
                      <a:pt x="51667" y="42110"/>
                      <a:pt x="54688" y="43672"/>
                      <a:pt x="57813" y="44792"/>
                    </a:cubicBezTo>
                    <a:lnTo>
                      <a:pt x="52396" y="51250"/>
                    </a:lnTo>
                    <a:cubicBezTo>
                      <a:pt x="50452" y="50339"/>
                      <a:pt x="48385" y="49180"/>
                      <a:pt x="46198" y="47760"/>
                    </a:cubicBezTo>
                    <a:cubicBezTo>
                      <a:pt x="44010" y="46328"/>
                      <a:pt x="41875" y="44714"/>
                      <a:pt x="39792" y="42917"/>
                    </a:cubicBezTo>
                    <a:cubicBezTo>
                      <a:pt x="37708" y="41042"/>
                      <a:pt x="35747" y="39010"/>
                      <a:pt x="33906" y="36823"/>
                    </a:cubicBezTo>
                    <a:cubicBezTo>
                      <a:pt x="32066" y="34635"/>
                      <a:pt x="30591" y="32292"/>
                      <a:pt x="29479" y="29792"/>
                    </a:cubicBezTo>
                    <a:cubicBezTo>
                      <a:pt x="28508" y="32500"/>
                      <a:pt x="27188" y="35026"/>
                      <a:pt x="25521" y="37396"/>
                    </a:cubicBezTo>
                    <a:cubicBezTo>
                      <a:pt x="23854" y="39753"/>
                      <a:pt x="21979" y="41979"/>
                      <a:pt x="19896" y="44063"/>
                    </a:cubicBezTo>
                    <a:cubicBezTo>
                      <a:pt x="17813" y="46068"/>
                      <a:pt x="15608" y="47917"/>
                      <a:pt x="13281" y="49584"/>
                    </a:cubicBezTo>
                    <a:cubicBezTo>
                      <a:pt x="10956" y="51250"/>
                      <a:pt x="8646" y="52708"/>
                      <a:pt x="6354" y="53959"/>
                    </a:cubicBezTo>
                    <a:lnTo>
                      <a:pt x="0" y="48229"/>
                    </a:lnTo>
                    <a:cubicBezTo>
                      <a:pt x="3404" y="46628"/>
                      <a:pt x="6615" y="44701"/>
                      <a:pt x="9635" y="42448"/>
                    </a:cubicBezTo>
                    <a:cubicBezTo>
                      <a:pt x="12656" y="40182"/>
                      <a:pt x="15312" y="37630"/>
                      <a:pt x="17604" y="34792"/>
                    </a:cubicBezTo>
                    <a:cubicBezTo>
                      <a:pt x="19896" y="31940"/>
                      <a:pt x="21702" y="28763"/>
                      <a:pt x="23021" y="25260"/>
                    </a:cubicBezTo>
                    <a:cubicBezTo>
                      <a:pt x="24341" y="21745"/>
                      <a:pt x="25000" y="17917"/>
                      <a:pt x="25000" y="13750"/>
                    </a:cubicBezTo>
                    <a:close/>
                    <a:moveTo>
                      <a:pt x="251458" y="1667"/>
                    </a:moveTo>
                    <a:lnTo>
                      <a:pt x="259375" y="1667"/>
                    </a:lnTo>
                    <a:lnTo>
                      <a:pt x="259375" y="87917"/>
                    </a:lnTo>
                    <a:lnTo>
                      <a:pt x="251458" y="87917"/>
                    </a:lnTo>
                    <a:lnTo>
                      <a:pt x="251458" y="54271"/>
                    </a:lnTo>
                    <a:lnTo>
                      <a:pt x="238438" y="54271"/>
                    </a:lnTo>
                    <a:cubicBezTo>
                      <a:pt x="236841" y="60313"/>
                      <a:pt x="234462" y="64818"/>
                      <a:pt x="231302" y="67813"/>
                    </a:cubicBezTo>
                    <a:cubicBezTo>
                      <a:pt x="228143" y="70794"/>
                      <a:pt x="224619" y="72292"/>
                      <a:pt x="220729" y="72292"/>
                    </a:cubicBezTo>
                    <a:cubicBezTo>
                      <a:pt x="218021" y="72292"/>
                      <a:pt x="215469" y="71589"/>
                      <a:pt x="213073" y="70208"/>
                    </a:cubicBezTo>
                    <a:cubicBezTo>
                      <a:pt x="210677" y="68815"/>
                      <a:pt x="208612" y="66667"/>
                      <a:pt x="206875" y="63750"/>
                    </a:cubicBezTo>
                    <a:cubicBezTo>
                      <a:pt x="205070" y="60898"/>
                      <a:pt x="203664" y="57305"/>
                      <a:pt x="202656" y="52969"/>
                    </a:cubicBezTo>
                    <a:cubicBezTo>
                      <a:pt x="201650" y="48620"/>
                      <a:pt x="201146" y="43503"/>
                      <a:pt x="201146" y="37604"/>
                    </a:cubicBezTo>
                    <a:cubicBezTo>
                      <a:pt x="201146" y="31693"/>
                      <a:pt x="201650" y="26563"/>
                      <a:pt x="202656" y="22188"/>
                    </a:cubicBezTo>
                    <a:cubicBezTo>
                      <a:pt x="203664" y="17813"/>
                      <a:pt x="205035" y="14232"/>
                      <a:pt x="206771" y="11458"/>
                    </a:cubicBezTo>
                    <a:cubicBezTo>
                      <a:pt x="208577" y="8607"/>
                      <a:pt x="210660" y="6485"/>
                      <a:pt x="213021" y="5104"/>
                    </a:cubicBezTo>
                    <a:cubicBezTo>
                      <a:pt x="215383" y="3711"/>
                      <a:pt x="217952" y="3021"/>
                      <a:pt x="220729" y="3021"/>
                    </a:cubicBezTo>
                    <a:cubicBezTo>
                      <a:pt x="224479" y="3021"/>
                      <a:pt x="227900" y="4401"/>
                      <a:pt x="230990" y="7188"/>
                    </a:cubicBezTo>
                    <a:cubicBezTo>
                      <a:pt x="234081" y="9961"/>
                      <a:pt x="236459" y="14167"/>
                      <a:pt x="238125" y="19792"/>
                    </a:cubicBezTo>
                    <a:lnTo>
                      <a:pt x="251458" y="19792"/>
                    </a:lnTo>
                    <a:close/>
                    <a:moveTo>
                      <a:pt x="354792" y="0"/>
                    </a:moveTo>
                    <a:lnTo>
                      <a:pt x="363021" y="0"/>
                    </a:lnTo>
                    <a:lnTo>
                      <a:pt x="363021" y="20625"/>
                    </a:lnTo>
                    <a:lnTo>
                      <a:pt x="375834" y="20625"/>
                    </a:lnTo>
                    <a:lnTo>
                      <a:pt x="375834" y="27709"/>
                    </a:lnTo>
                    <a:lnTo>
                      <a:pt x="363021" y="27709"/>
                    </a:lnTo>
                    <a:lnTo>
                      <a:pt x="363021" y="56979"/>
                    </a:lnTo>
                    <a:lnTo>
                      <a:pt x="354792" y="56979"/>
                    </a:lnTo>
                    <a:close/>
                    <a:moveTo>
                      <a:pt x="268646" y="0"/>
                    </a:moveTo>
                    <a:lnTo>
                      <a:pt x="276563" y="0"/>
                    </a:lnTo>
                    <a:lnTo>
                      <a:pt x="276563" y="92396"/>
                    </a:lnTo>
                    <a:lnTo>
                      <a:pt x="268646" y="92396"/>
                    </a:lnTo>
                    <a:close/>
                    <a:moveTo>
                      <a:pt x="166563" y="0"/>
                    </a:moveTo>
                    <a:lnTo>
                      <a:pt x="174479" y="0"/>
                    </a:lnTo>
                    <a:lnTo>
                      <a:pt x="174479" y="92292"/>
                    </a:lnTo>
                    <a:lnTo>
                      <a:pt x="166563" y="92292"/>
                    </a:lnTo>
                    <a:lnTo>
                      <a:pt x="166563" y="41459"/>
                    </a:lnTo>
                    <a:lnTo>
                      <a:pt x="154688" y="41459"/>
                    </a:lnTo>
                    <a:lnTo>
                      <a:pt x="154688" y="87917"/>
                    </a:lnTo>
                    <a:lnTo>
                      <a:pt x="146667" y="87917"/>
                    </a:lnTo>
                    <a:lnTo>
                      <a:pt x="146667" y="1563"/>
                    </a:lnTo>
                    <a:lnTo>
                      <a:pt x="154688" y="1563"/>
                    </a:lnTo>
                    <a:lnTo>
                      <a:pt x="154688" y="33542"/>
                    </a:lnTo>
                    <a:lnTo>
                      <a:pt x="166563" y="33542"/>
                    </a:lnTo>
                    <a:close/>
                    <a:moveTo>
                      <a:pt x="67708" y="0"/>
                    </a:moveTo>
                    <a:lnTo>
                      <a:pt x="75833" y="0"/>
                    </a:lnTo>
                    <a:lnTo>
                      <a:pt x="75833" y="27500"/>
                    </a:lnTo>
                    <a:lnTo>
                      <a:pt x="88542" y="27500"/>
                    </a:lnTo>
                    <a:lnTo>
                      <a:pt x="88542" y="34792"/>
                    </a:lnTo>
                    <a:lnTo>
                      <a:pt x="75833" y="34792"/>
                    </a:lnTo>
                    <a:lnTo>
                      <a:pt x="75833" y="67709"/>
                    </a:lnTo>
                    <a:lnTo>
                      <a:pt x="67708" y="67709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08" name="TextBox 507">
                <a:extLst>
                  <a:ext uri="{FF2B5EF4-FFF2-40B4-BE49-F238E27FC236}">
                    <a16:creationId xmlns:a16="http://schemas.microsoft.com/office/drawing/2014/main" id="{CDE9A461-ADAB-4FE4-8C39-13EE62EBCFBE}"/>
                  </a:ext>
                </a:extLst>
              </p:cNvPr>
              <p:cNvSpPr txBox="1"/>
              <p:nvPr/>
            </p:nvSpPr>
            <p:spPr>
              <a:xfrm>
                <a:off x="1117693" y="4615905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산재예방</a:t>
                </a:r>
              </a:p>
            </p:txBody>
          </p:sp>
        </p:grpSp>
        <p:sp>
          <p:nvSpPr>
            <p:cNvPr id="509" name="자유형: 도형 508">
              <a:extLst>
                <a:ext uri="{FF2B5EF4-FFF2-40B4-BE49-F238E27FC236}">
                  <a16:creationId xmlns:a16="http://schemas.microsoft.com/office/drawing/2014/main" id="{29B073CB-89E4-4C77-AEF6-7CD61E628D5F}"/>
                </a:ext>
              </a:extLst>
            </p:cNvPr>
            <p:cNvSpPr/>
            <p:nvPr/>
          </p:nvSpPr>
          <p:spPr>
            <a:xfrm>
              <a:off x="1623437" y="4683487"/>
              <a:ext cx="455419" cy="93854"/>
            </a:xfrm>
            <a:custGeom>
              <a:avLst/>
              <a:gdLst>
                <a:gd name="connsiteX0" fmla="*/ 285732 w 455419"/>
                <a:gd name="connsiteY0" fmla="*/ 72500 h 93854"/>
                <a:gd name="connsiteX1" fmla="*/ 370524 w 455419"/>
                <a:gd name="connsiteY1" fmla="*/ 72500 h 93854"/>
                <a:gd name="connsiteX2" fmla="*/ 370524 w 455419"/>
                <a:gd name="connsiteY2" fmla="*/ 79583 h 93854"/>
                <a:gd name="connsiteX3" fmla="*/ 285732 w 455419"/>
                <a:gd name="connsiteY3" fmla="*/ 79583 h 93854"/>
                <a:gd name="connsiteX4" fmla="*/ 402086 w 455419"/>
                <a:gd name="connsiteY4" fmla="*/ 65209 h 93854"/>
                <a:gd name="connsiteX5" fmla="*/ 402086 w 455419"/>
                <a:gd name="connsiteY5" fmla="*/ 84479 h 93854"/>
                <a:gd name="connsiteX6" fmla="*/ 447295 w 455419"/>
                <a:gd name="connsiteY6" fmla="*/ 84479 h 93854"/>
                <a:gd name="connsiteX7" fmla="*/ 447295 w 455419"/>
                <a:gd name="connsiteY7" fmla="*/ 65209 h 93854"/>
                <a:gd name="connsiteX8" fmla="*/ 47917 w 455419"/>
                <a:gd name="connsiteY8" fmla="*/ 63229 h 93854"/>
                <a:gd name="connsiteX9" fmla="*/ 39010 w 455419"/>
                <a:gd name="connsiteY9" fmla="*/ 64063 h 93854"/>
                <a:gd name="connsiteX10" fmla="*/ 31771 w 455419"/>
                <a:gd name="connsiteY10" fmla="*/ 66458 h 93854"/>
                <a:gd name="connsiteX11" fmla="*/ 27031 w 455419"/>
                <a:gd name="connsiteY11" fmla="*/ 70156 h 93854"/>
                <a:gd name="connsiteX12" fmla="*/ 25313 w 455419"/>
                <a:gd name="connsiteY12" fmla="*/ 75208 h 93854"/>
                <a:gd name="connsiteX13" fmla="*/ 27031 w 455419"/>
                <a:gd name="connsiteY13" fmla="*/ 80313 h 93854"/>
                <a:gd name="connsiteX14" fmla="*/ 31875 w 455419"/>
                <a:gd name="connsiteY14" fmla="*/ 84167 h 93854"/>
                <a:gd name="connsiteX15" fmla="*/ 39010 w 455419"/>
                <a:gd name="connsiteY15" fmla="*/ 86563 h 93854"/>
                <a:gd name="connsiteX16" fmla="*/ 47917 w 455419"/>
                <a:gd name="connsiteY16" fmla="*/ 87396 h 93854"/>
                <a:gd name="connsiteX17" fmla="*/ 56979 w 455419"/>
                <a:gd name="connsiteY17" fmla="*/ 86563 h 93854"/>
                <a:gd name="connsiteX18" fmla="*/ 64271 w 455419"/>
                <a:gd name="connsiteY18" fmla="*/ 84167 h 93854"/>
                <a:gd name="connsiteX19" fmla="*/ 69063 w 455419"/>
                <a:gd name="connsiteY19" fmla="*/ 80365 h 93854"/>
                <a:gd name="connsiteX20" fmla="*/ 70833 w 455419"/>
                <a:gd name="connsiteY20" fmla="*/ 75313 h 93854"/>
                <a:gd name="connsiteX21" fmla="*/ 64323 w 455419"/>
                <a:gd name="connsiteY21" fmla="*/ 66458 h 93854"/>
                <a:gd name="connsiteX22" fmla="*/ 47917 w 455419"/>
                <a:gd name="connsiteY22" fmla="*/ 63229 h 93854"/>
                <a:gd name="connsiteX23" fmla="*/ 396149 w 455419"/>
                <a:gd name="connsiteY23" fmla="*/ 58334 h 93854"/>
                <a:gd name="connsiteX24" fmla="*/ 453232 w 455419"/>
                <a:gd name="connsiteY24" fmla="*/ 58334 h 93854"/>
                <a:gd name="connsiteX25" fmla="*/ 454951 w 455419"/>
                <a:gd name="connsiteY25" fmla="*/ 58802 h 93854"/>
                <a:gd name="connsiteX26" fmla="*/ 455420 w 455419"/>
                <a:gd name="connsiteY26" fmla="*/ 60521 h 93854"/>
                <a:gd name="connsiteX27" fmla="*/ 455420 w 455419"/>
                <a:gd name="connsiteY27" fmla="*/ 89063 h 93854"/>
                <a:gd name="connsiteX28" fmla="*/ 454951 w 455419"/>
                <a:gd name="connsiteY28" fmla="*/ 90781 h 93854"/>
                <a:gd name="connsiteX29" fmla="*/ 453232 w 455419"/>
                <a:gd name="connsiteY29" fmla="*/ 91250 h 93854"/>
                <a:gd name="connsiteX30" fmla="*/ 396149 w 455419"/>
                <a:gd name="connsiteY30" fmla="*/ 91250 h 93854"/>
                <a:gd name="connsiteX31" fmla="*/ 394430 w 455419"/>
                <a:gd name="connsiteY31" fmla="*/ 90781 h 93854"/>
                <a:gd name="connsiteX32" fmla="*/ 393961 w 455419"/>
                <a:gd name="connsiteY32" fmla="*/ 89063 h 93854"/>
                <a:gd name="connsiteX33" fmla="*/ 393961 w 455419"/>
                <a:gd name="connsiteY33" fmla="*/ 60521 h 93854"/>
                <a:gd name="connsiteX34" fmla="*/ 394430 w 455419"/>
                <a:gd name="connsiteY34" fmla="*/ 58802 h 93854"/>
                <a:gd name="connsiteX35" fmla="*/ 396149 w 455419"/>
                <a:gd name="connsiteY35" fmla="*/ 58334 h 93854"/>
                <a:gd name="connsiteX36" fmla="*/ 47917 w 455419"/>
                <a:gd name="connsiteY36" fmla="*/ 56458 h 93854"/>
                <a:gd name="connsiteX37" fmla="*/ 70885 w 455419"/>
                <a:gd name="connsiteY37" fmla="*/ 61615 h 93854"/>
                <a:gd name="connsiteX38" fmla="*/ 79479 w 455419"/>
                <a:gd name="connsiteY38" fmla="*/ 75208 h 93854"/>
                <a:gd name="connsiteX39" fmla="*/ 70885 w 455419"/>
                <a:gd name="connsiteY39" fmla="*/ 88854 h 93854"/>
                <a:gd name="connsiteX40" fmla="*/ 47917 w 455419"/>
                <a:gd name="connsiteY40" fmla="*/ 93854 h 93854"/>
                <a:gd name="connsiteX41" fmla="*/ 34948 w 455419"/>
                <a:gd name="connsiteY41" fmla="*/ 92552 h 93854"/>
                <a:gd name="connsiteX42" fmla="*/ 25104 w 455419"/>
                <a:gd name="connsiteY42" fmla="*/ 88854 h 93854"/>
                <a:gd name="connsiteX43" fmla="*/ 18750 w 455419"/>
                <a:gd name="connsiteY43" fmla="*/ 82969 h 93854"/>
                <a:gd name="connsiteX44" fmla="*/ 16563 w 455419"/>
                <a:gd name="connsiteY44" fmla="*/ 75208 h 93854"/>
                <a:gd name="connsiteX45" fmla="*/ 18802 w 455419"/>
                <a:gd name="connsiteY45" fmla="*/ 67552 h 93854"/>
                <a:gd name="connsiteX46" fmla="*/ 25208 w 455419"/>
                <a:gd name="connsiteY46" fmla="*/ 61667 h 93854"/>
                <a:gd name="connsiteX47" fmla="*/ 35104 w 455419"/>
                <a:gd name="connsiteY47" fmla="*/ 57813 h 93854"/>
                <a:gd name="connsiteX48" fmla="*/ 47917 w 455419"/>
                <a:gd name="connsiteY48" fmla="*/ 56458 h 93854"/>
                <a:gd name="connsiteX49" fmla="*/ 110208 w 455419"/>
                <a:gd name="connsiteY49" fmla="*/ 26875 h 93854"/>
                <a:gd name="connsiteX50" fmla="*/ 110208 w 455419"/>
                <a:gd name="connsiteY50" fmla="*/ 45938 h 93854"/>
                <a:gd name="connsiteX51" fmla="*/ 155417 w 455419"/>
                <a:gd name="connsiteY51" fmla="*/ 45938 h 93854"/>
                <a:gd name="connsiteX52" fmla="*/ 155417 w 455419"/>
                <a:gd name="connsiteY52" fmla="*/ 26875 h 93854"/>
                <a:gd name="connsiteX53" fmla="*/ 6354 w 455419"/>
                <a:gd name="connsiteY53" fmla="*/ 4271 h 93854"/>
                <a:gd name="connsiteX54" fmla="*/ 51458 w 455419"/>
                <a:gd name="connsiteY54" fmla="*/ 4271 h 93854"/>
                <a:gd name="connsiteX55" fmla="*/ 51458 w 455419"/>
                <a:gd name="connsiteY55" fmla="*/ 11250 h 93854"/>
                <a:gd name="connsiteX56" fmla="*/ 33333 w 455419"/>
                <a:gd name="connsiteY56" fmla="*/ 11250 h 93854"/>
                <a:gd name="connsiteX57" fmla="*/ 33333 w 455419"/>
                <a:gd name="connsiteY57" fmla="*/ 15000 h 93854"/>
                <a:gd name="connsiteX58" fmla="*/ 35313 w 455419"/>
                <a:gd name="connsiteY58" fmla="*/ 25417 h 93854"/>
                <a:gd name="connsiteX59" fmla="*/ 40625 w 455419"/>
                <a:gd name="connsiteY59" fmla="*/ 33854 h 93854"/>
                <a:gd name="connsiteX60" fmla="*/ 48229 w 455419"/>
                <a:gd name="connsiteY60" fmla="*/ 40156 h 93854"/>
                <a:gd name="connsiteX61" fmla="*/ 57188 w 455419"/>
                <a:gd name="connsiteY61" fmla="*/ 44271 h 93854"/>
                <a:gd name="connsiteX62" fmla="*/ 51979 w 455419"/>
                <a:gd name="connsiteY62" fmla="*/ 50313 h 93854"/>
                <a:gd name="connsiteX63" fmla="*/ 46042 w 455419"/>
                <a:gd name="connsiteY63" fmla="*/ 47240 h 93854"/>
                <a:gd name="connsiteX64" fmla="*/ 39688 w 455419"/>
                <a:gd name="connsiteY64" fmla="*/ 42813 h 93854"/>
                <a:gd name="connsiteX65" fmla="*/ 33750 w 455419"/>
                <a:gd name="connsiteY65" fmla="*/ 37188 h 93854"/>
                <a:gd name="connsiteX66" fmla="*/ 29063 w 455419"/>
                <a:gd name="connsiteY66" fmla="*/ 30313 h 93854"/>
                <a:gd name="connsiteX67" fmla="*/ 20208 w 455419"/>
                <a:gd name="connsiteY67" fmla="*/ 43490 h 93854"/>
                <a:gd name="connsiteX68" fmla="*/ 6146 w 455419"/>
                <a:gd name="connsiteY68" fmla="*/ 53125 h 93854"/>
                <a:gd name="connsiteX69" fmla="*/ 0 w 455419"/>
                <a:gd name="connsiteY69" fmla="*/ 47604 h 93854"/>
                <a:gd name="connsiteX70" fmla="*/ 9479 w 455419"/>
                <a:gd name="connsiteY70" fmla="*/ 42552 h 93854"/>
                <a:gd name="connsiteX71" fmla="*/ 17292 w 455419"/>
                <a:gd name="connsiteY71" fmla="*/ 35313 h 93854"/>
                <a:gd name="connsiteX72" fmla="*/ 22656 w 455419"/>
                <a:gd name="connsiteY72" fmla="*/ 26146 h 93854"/>
                <a:gd name="connsiteX73" fmla="*/ 24688 w 455419"/>
                <a:gd name="connsiteY73" fmla="*/ 14792 h 93854"/>
                <a:gd name="connsiteX74" fmla="*/ 24688 w 455419"/>
                <a:gd name="connsiteY74" fmla="*/ 11250 h 93854"/>
                <a:gd name="connsiteX75" fmla="*/ 6354 w 455419"/>
                <a:gd name="connsiteY75" fmla="*/ 11250 h 93854"/>
                <a:gd name="connsiteX76" fmla="*/ 385628 w 455419"/>
                <a:gd name="connsiteY76" fmla="*/ 3959 h 93854"/>
                <a:gd name="connsiteX77" fmla="*/ 416565 w 455419"/>
                <a:gd name="connsiteY77" fmla="*/ 3959 h 93854"/>
                <a:gd name="connsiteX78" fmla="*/ 416565 w 455419"/>
                <a:gd name="connsiteY78" fmla="*/ 10938 h 93854"/>
                <a:gd name="connsiteX79" fmla="*/ 391461 w 455419"/>
                <a:gd name="connsiteY79" fmla="*/ 10938 h 93854"/>
                <a:gd name="connsiteX80" fmla="*/ 391461 w 455419"/>
                <a:gd name="connsiteY80" fmla="*/ 22813 h 93854"/>
                <a:gd name="connsiteX81" fmla="*/ 414378 w 455419"/>
                <a:gd name="connsiteY81" fmla="*/ 22813 h 93854"/>
                <a:gd name="connsiteX82" fmla="*/ 414378 w 455419"/>
                <a:gd name="connsiteY82" fmla="*/ 29271 h 93854"/>
                <a:gd name="connsiteX83" fmla="*/ 391461 w 455419"/>
                <a:gd name="connsiteY83" fmla="*/ 29271 h 93854"/>
                <a:gd name="connsiteX84" fmla="*/ 391461 w 455419"/>
                <a:gd name="connsiteY84" fmla="*/ 42084 h 93854"/>
                <a:gd name="connsiteX85" fmla="*/ 396357 w 455419"/>
                <a:gd name="connsiteY85" fmla="*/ 42084 h 93854"/>
                <a:gd name="connsiteX86" fmla="*/ 402295 w 455419"/>
                <a:gd name="connsiteY86" fmla="*/ 41979 h 93854"/>
                <a:gd name="connsiteX87" fmla="*/ 409899 w 455419"/>
                <a:gd name="connsiteY87" fmla="*/ 41563 h 93854"/>
                <a:gd name="connsiteX88" fmla="*/ 417242 w 455419"/>
                <a:gd name="connsiteY88" fmla="*/ 40990 h 93854"/>
                <a:gd name="connsiteX89" fmla="*/ 422815 w 455419"/>
                <a:gd name="connsiteY89" fmla="*/ 40209 h 93854"/>
                <a:gd name="connsiteX90" fmla="*/ 422815 w 455419"/>
                <a:gd name="connsiteY90" fmla="*/ 47084 h 93854"/>
                <a:gd name="connsiteX91" fmla="*/ 418284 w 455419"/>
                <a:gd name="connsiteY91" fmla="*/ 47760 h 93854"/>
                <a:gd name="connsiteX92" fmla="*/ 410836 w 455419"/>
                <a:gd name="connsiteY92" fmla="*/ 48438 h 93854"/>
                <a:gd name="connsiteX93" fmla="*/ 402190 w 455419"/>
                <a:gd name="connsiteY93" fmla="*/ 48958 h 93854"/>
                <a:gd name="connsiteX94" fmla="*/ 394065 w 455419"/>
                <a:gd name="connsiteY94" fmla="*/ 49167 h 93854"/>
                <a:gd name="connsiteX95" fmla="*/ 385628 w 455419"/>
                <a:gd name="connsiteY95" fmla="*/ 49167 h 93854"/>
                <a:gd name="connsiteX96" fmla="*/ 383909 w 455419"/>
                <a:gd name="connsiteY96" fmla="*/ 48698 h 93854"/>
                <a:gd name="connsiteX97" fmla="*/ 383440 w 455419"/>
                <a:gd name="connsiteY97" fmla="*/ 46979 h 93854"/>
                <a:gd name="connsiteX98" fmla="*/ 383440 w 455419"/>
                <a:gd name="connsiteY98" fmla="*/ 6146 h 93854"/>
                <a:gd name="connsiteX99" fmla="*/ 383909 w 455419"/>
                <a:gd name="connsiteY99" fmla="*/ 4427 h 93854"/>
                <a:gd name="connsiteX100" fmla="*/ 385628 w 455419"/>
                <a:gd name="connsiteY100" fmla="*/ 3959 h 93854"/>
                <a:gd name="connsiteX101" fmla="*/ 219169 w 455419"/>
                <a:gd name="connsiteY101" fmla="*/ 3750 h 93854"/>
                <a:gd name="connsiteX102" fmla="*/ 227711 w 455419"/>
                <a:gd name="connsiteY102" fmla="*/ 3750 h 93854"/>
                <a:gd name="connsiteX103" fmla="*/ 227711 w 455419"/>
                <a:gd name="connsiteY103" fmla="*/ 21875 h 93854"/>
                <a:gd name="connsiteX104" fmla="*/ 233805 w 455419"/>
                <a:gd name="connsiteY104" fmla="*/ 46979 h 93854"/>
                <a:gd name="connsiteX105" fmla="*/ 253024 w 455419"/>
                <a:gd name="connsiteY105" fmla="*/ 65625 h 93854"/>
                <a:gd name="connsiteX106" fmla="*/ 246982 w 455419"/>
                <a:gd name="connsiteY106" fmla="*/ 71563 h 93854"/>
                <a:gd name="connsiteX107" fmla="*/ 233128 w 455419"/>
                <a:gd name="connsiteY107" fmla="*/ 59323 h 93854"/>
                <a:gd name="connsiteX108" fmla="*/ 223232 w 455419"/>
                <a:gd name="connsiteY108" fmla="*/ 42813 h 93854"/>
                <a:gd name="connsiteX109" fmla="*/ 213753 w 455419"/>
                <a:gd name="connsiteY109" fmla="*/ 60417 h 93854"/>
                <a:gd name="connsiteX110" fmla="*/ 199583 w 455419"/>
                <a:gd name="connsiteY110" fmla="*/ 73959 h 93854"/>
                <a:gd name="connsiteX111" fmla="*/ 192708 w 455419"/>
                <a:gd name="connsiteY111" fmla="*/ 68438 h 93854"/>
                <a:gd name="connsiteX112" fmla="*/ 212347 w 455419"/>
                <a:gd name="connsiteY112" fmla="*/ 48229 h 93854"/>
                <a:gd name="connsiteX113" fmla="*/ 219169 w 455419"/>
                <a:gd name="connsiteY113" fmla="*/ 20833 h 93854"/>
                <a:gd name="connsiteX114" fmla="*/ 101979 w 455419"/>
                <a:gd name="connsiteY114" fmla="*/ 3750 h 93854"/>
                <a:gd name="connsiteX115" fmla="*/ 110208 w 455419"/>
                <a:gd name="connsiteY115" fmla="*/ 3750 h 93854"/>
                <a:gd name="connsiteX116" fmla="*/ 110208 w 455419"/>
                <a:gd name="connsiteY116" fmla="*/ 19896 h 93854"/>
                <a:gd name="connsiteX117" fmla="*/ 155417 w 455419"/>
                <a:gd name="connsiteY117" fmla="*/ 19896 h 93854"/>
                <a:gd name="connsiteX118" fmla="*/ 155417 w 455419"/>
                <a:gd name="connsiteY118" fmla="*/ 3750 h 93854"/>
                <a:gd name="connsiteX119" fmla="*/ 163646 w 455419"/>
                <a:gd name="connsiteY119" fmla="*/ 3750 h 93854"/>
                <a:gd name="connsiteX120" fmla="*/ 163646 w 455419"/>
                <a:gd name="connsiteY120" fmla="*/ 50938 h 93854"/>
                <a:gd name="connsiteX121" fmla="*/ 163177 w 455419"/>
                <a:gd name="connsiteY121" fmla="*/ 52656 h 93854"/>
                <a:gd name="connsiteX122" fmla="*/ 161458 w 455419"/>
                <a:gd name="connsiteY122" fmla="*/ 53125 h 93854"/>
                <a:gd name="connsiteX123" fmla="*/ 136979 w 455419"/>
                <a:gd name="connsiteY123" fmla="*/ 53125 h 93854"/>
                <a:gd name="connsiteX124" fmla="*/ 136979 w 455419"/>
                <a:gd name="connsiteY124" fmla="*/ 73542 h 93854"/>
                <a:gd name="connsiteX125" fmla="*/ 175208 w 455419"/>
                <a:gd name="connsiteY125" fmla="*/ 73542 h 93854"/>
                <a:gd name="connsiteX126" fmla="*/ 175208 w 455419"/>
                <a:gd name="connsiteY126" fmla="*/ 80729 h 93854"/>
                <a:gd name="connsiteX127" fmla="*/ 90417 w 455419"/>
                <a:gd name="connsiteY127" fmla="*/ 80729 h 93854"/>
                <a:gd name="connsiteX128" fmla="*/ 90417 w 455419"/>
                <a:gd name="connsiteY128" fmla="*/ 73542 h 93854"/>
                <a:gd name="connsiteX129" fmla="*/ 128438 w 455419"/>
                <a:gd name="connsiteY129" fmla="*/ 73542 h 93854"/>
                <a:gd name="connsiteX130" fmla="*/ 128438 w 455419"/>
                <a:gd name="connsiteY130" fmla="*/ 53125 h 93854"/>
                <a:gd name="connsiteX131" fmla="*/ 104167 w 455419"/>
                <a:gd name="connsiteY131" fmla="*/ 53125 h 93854"/>
                <a:gd name="connsiteX132" fmla="*/ 102448 w 455419"/>
                <a:gd name="connsiteY132" fmla="*/ 52656 h 93854"/>
                <a:gd name="connsiteX133" fmla="*/ 101979 w 455419"/>
                <a:gd name="connsiteY133" fmla="*/ 50938 h 93854"/>
                <a:gd name="connsiteX134" fmla="*/ 323753 w 455419"/>
                <a:gd name="connsiteY134" fmla="*/ 3646 h 93854"/>
                <a:gd name="connsiteX135" fmla="*/ 332607 w 455419"/>
                <a:gd name="connsiteY135" fmla="*/ 3646 h 93854"/>
                <a:gd name="connsiteX136" fmla="*/ 332607 w 455419"/>
                <a:gd name="connsiteY136" fmla="*/ 11563 h 93854"/>
                <a:gd name="connsiteX137" fmla="*/ 335472 w 455419"/>
                <a:gd name="connsiteY137" fmla="*/ 23177 h 93854"/>
                <a:gd name="connsiteX138" fmla="*/ 343128 w 455419"/>
                <a:gd name="connsiteY138" fmla="*/ 33750 h 93854"/>
                <a:gd name="connsiteX139" fmla="*/ 354065 w 455419"/>
                <a:gd name="connsiteY139" fmla="*/ 42240 h 93854"/>
                <a:gd name="connsiteX140" fmla="*/ 366774 w 455419"/>
                <a:gd name="connsiteY140" fmla="*/ 47917 h 93854"/>
                <a:gd name="connsiteX141" fmla="*/ 360940 w 455419"/>
                <a:gd name="connsiteY141" fmla="*/ 54063 h 93854"/>
                <a:gd name="connsiteX142" fmla="*/ 351409 w 455419"/>
                <a:gd name="connsiteY142" fmla="*/ 49740 h 93854"/>
                <a:gd name="connsiteX143" fmla="*/ 341982 w 455419"/>
                <a:gd name="connsiteY143" fmla="*/ 43229 h 93854"/>
                <a:gd name="connsiteX144" fmla="*/ 333857 w 455419"/>
                <a:gd name="connsiteY144" fmla="*/ 35156 h 93854"/>
                <a:gd name="connsiteX145" fmla="*/ 328336 w 455419"/>
                <a:gd name="connsiteY145" fmla="*/ 25729 h 93854"/>
                <a:gd name="connsiteX146" fmla="*/ 322711 w 455419"/>
                <a:gd name="connsiteY146" fmla="*/ 35000 h 93854"/>
                <a:gd name="connsiteX147" fmla="*/ 314690 w 455419"/>
                <a:gd name="connsiteY147" fmla="*/ 43021 h 93854"/>
                <a:gd name="connsiteX148" fmla="*/ 305263 w 455419"/>
                <a:gd name="connsiteY148" fmla="*/ 49531 h 93854"/>
                <a:gd name="connsiteX149" fmla="*/ 295628 w 455419"/>
                <a:gd name="connsiteY149" fmla="*/ 54167 h 93854"/>
                <a:gd name="connsiteX150" fmla="*/ 289378 w 455419"/>
                <a:gd name="connsiteY150" fmla="*/ 47813 h 93854"/>
                <a:gd name="connsiteX151" fmla="*/ 301826 w 455419"/>
                <a:gd name="connsiteY151" fmla="*/ 42448 h 93854"/>
                <a:gd name="connsiteX152" fmla="*/ 312815 w 455419"/>
                <a:gd name="connsiteY152" fmla="*/ 34271 h 93854"/>
                <a:gd name="connsiteX153" fmla="*/ 320732 w 455419"/>
                <a:gd name="connsiteY153" fmla="*/ 23802 h 93854"/>
                <a:gd name="connsiteX154" fmla="*/ 323753 w 455419"/>
                <a:gd name="connsiteY154" fmla="*/ 11563 h 93854"/>
                <a:gd name="connsiteX155" fmla="*/ 429378 w 455419"/>
                <a:gd name="connsiteY155" fmla="*/ 1667 h 93854"/>
                <a:gd name="connsiteX156" fmla="*/ 437503 w 455419"/>
                <a:gd name="connsiteY156" fmla="*/ 1667 h 93854"/>
                <a:gd name="connsiteX157" fmla="*/ 437503 w 455419"/>
                <a:gd name="connsiteY157" fmla="*/ 53333 h 93854"/>
                <a:gd name="connsiteX158" fmla="*/ 429378 w 455419"/>
                <a:gd name="connsiteY158" fmla="*/ 53333 h 93854"/>
                <a:gd name="connsiteX159" fmla="*/ 429378 w 455419"/>
                <a:gd name="connsiteY159" fmla="*/ 27813 h 93854"/>
                <a:gd name="connsiteX160" fmla="*/ 417920 w 455419"/>
                <a:gd name="connsiteY160" fmla="*/ 27813 h 93854"/>
                <a:gd name="connsiteX161" fmla="*/ 417920 w 455419"/>
                <a:gd name="connsiteY161" fmla="*/ 20625 h 93854"/>
                <a:gd name="connsiteX162" fmla="*/ 429378 w 455419"/>
                <a:gd name="connsiteY162" fmla="*/ 20625 h 93854"/>
                <a:gd name="connsiteX163" fmla="*/ 447295 w 455419"/>
                <a:gd name="connsiteY163" fmla="*/ 0 h 93854"/>
                <a:gd name="connsiteX164" fmla="*/ 455315 w 455419"/>
                <a:gd name="connsiteY164" fmla="*/ 0 h 93854"/>
                <a:gd name="connsiteX165" fmla="*/ 455315 w 455419"/>
                <a:gd name="connsiteY165" fmla="*/ 53333 h 93854"/>
                <a:gd name="connsiteX166" fmla="*/ 447295 w 455419"/>
                <a:gd name="connsiteY166" fmla="*/ 53333 h 93854"/>
                <a:gd name="connsiteX167" fmla="*/ 263649 w 455419"/>
                <a:gd name="connsiteY167" fmla="*/ 0 h 93854"/>
                <a:gd name="connsiteX168" fmla="*/ 271982 w 455419"/>
                <a:gd name="connsiteY168" fmla="*/ 0 h 93854"/>
                <a:gd name="connsiteX169" fmla="*/ 271982 w 455419"/>
                <a:gd name="connsiteY169" fmla="*/ 92292 h 93854"/>
                <a:gd name="connsiteX170" fmla="*/ 263649 w 455419"/>
                <a:gd name="connsiteY170" fmla="*/ 92292 h 93854"/>
                <a:gd name="connsiteX171" fmla="*/ 69688 w 455419"/>
                <a:gd name="connsiteY171" fmla="*/ 0 h 93854"/>
                <a:gd name="connsiteX172" fmla="*/ 77813 w 455419"/>
                <a:gd name="connsiteY172" fmla="*/ 0 h 93854"/>
                <a:gd name="connsiteX173" fmla="*/ 77813 w 455419"/>
                <a:gd name="connsiteY173" fmla="*/ 55938 h 93854"/>
                <a:gd name="connsiteX174" fmla="*/ 69688 w 455419"/>
                <a:gd name="connsiteY174" fmla="*/ 55938 h 93854"/>
                <a:gd name="connsiteX175" fmla="*/ 69688 w 455419"/>
                <a:gd name="connsiteY175" fmla="*/ 27917 h 93854"/>
                <a:gd name="connsiteX176" fmla="*/ 50521 w 455419"/>
                <a:gd name="connsiteY176" fmla="*/ 27917 h 93854"/>
                <a:gd name="connsiteX177" fmla="*/ 50521 w 455419"/>
                <a:gd name="connsiteY177" fmla="*/ 21042 h 93854"/>
                <a:gd name="connsiteX178" fmla="*/ 69688 w 455419"/>
                <a:gd name="connsiteY178" fmla="*/ 21042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455419" h="93854">
                  <a:moveTo>
                    <a:pt x="285732" y="72500"/>
                  </a:moveTo>
                  <a:lnTo>
                    <a:pt x="370524" y="72500"/>
                  </a:lnTo>
                  <a:lnTo>
                    <a:pt x="370524" y="79583"/>
                  </a:lnTo>
                  <a:lnTo>
                    <a:pt x="285732" y="79583"/>
                  </a:lnTo>
                  <a:close/>
                  <a:moveTo>
                    <a:pt x="402086" y="65209"/>
                  </a:moveTo>
                  <a:lnTo>
                    <a:pt x="402086" y="84479"/>
                  </a:lnTo>
                  <a:lnTo>
                    <a:pt x="447295" y="84479"/>
                  </a:lnTo>
                  <a:lnTo>
                    <a:pt x="447295" y="65209"/>
                  </a:lnTo>
                  <a:close/>
                  <a:moveTo>
                    <a:pt x="47917" y="63229"/>
                  </a:moveTo>
                  <a:cubicBezTo>
                    <a:pt x="44723" y="63229"/>
                    <a:pt x="41754" y="63503"/>
                    <a:pt x="39010" y="64063"/>
                  </a:cubicBezTo>
                  <a:cubicBezTo>
                    <a:pt x="36268" y="64609"/>
                    <a:pt x="33854" y="65417"/>
                    <a:pt x="31771" y="66458"/>
                  </a:cubicBezTo>
                  <a:cubicBezTo>
                    <a:pt x="29758" y="67422"/>
                    <a:pt x="28177" y="68659"/>
                    <a:pt x="27031" y="70156"/>
                  </a:cubicBezTo>
                  <a:cubicBezTo>
                    <a:pt x="25886" y="71641"/>
                    <a:pt x="25313" y="73334"/>
                    <a:pt x="25313" y="75208"/>
                  </a:cubicBezTo>
                  <a:cubicBezTo>
                    <a:pt x="25313" y="77084"/>
                    <a:pt x="25886" y="78776"/>
                    <a:pt x="27031" y="80313"/>
                  </a:cubicBezTo>
                  <a:cubicBezTo>
                    <a:pt x="28177" y="81836"/>
                    <a:pt x="29792" y="83125"/>
                    <a:pt x="31875" y="84167"/>
                  </a:cubicBezTo>
                  <a:cubicBezTo>
                    <a:pt x="33889" y="85208"/>
                    <a:pt x="36268" y="86003"/>
                    <a:pt x="39010" y="86563"/>
                  </a:cubicBezTo>
                  <a:cubicBezTo>
                    <a:pt x="41754" y="87109"/>
                    <a:pt x="44723" y="87396"/>
                    <a:pt x="47917" y="87396"/>
                  </a:cubicBezTo>
                  <a:cubicBezTo>
                    <a:pt x="51181" y="87396"/>
                    <a:pt x="54202" y="87109"/>
                    <a:pt x="56979" y="86563"/>
                  </a:cubicBezTo>
                  <a:cubicBezTo>
                    <a:pt x="59758" y="86003"/>
                    <a:pt x="62188" y="85208"/>
                    <a:pt x="64271" y="84167"/>
                  </a:cubicBezTo>
                  <a:cubicBezTo>
                    <a:pt x="66285" y="83125"/>
                    <a:pt x="67883" y="81849"/>
                    <a:pt x="69063" y="80365"/>
                  </a:cubicBezTo>
                  <a:cubicBezTo>
                    <a:pt x="70244" y="78867"/>
                    <a:pt x="70833" y="77188"/>
                    <a:pt x="70833" y="75313"/>
                  </a:cubicBezTo>
                  <a:cubicBezTo>
                    <a:pt x="70833" y="71563"/>
                    <a:pt x="68664" y="68607"/>
                    <a:pt x="64323" y="66458"/>
                  </a:cubicBezTo>
                  <a:cubicBezTo>
                    <a:pt x="59983" y="64297"/>
                    <a:pt x="54514" y="63229"/>
                    <a:pt x="47917" y="63229"/>
                  </a:cubicBezTo>
                  <a:close/>
                  <a:moveTo>
                    <a:pt x="396149" y="58334"/>
                  </a:moveTo>
                  <a:lnTo>
                    <a:pt x="453232" y="58334"/>
                  </a:lnTo>
                  <a:cubicBezTo>
                    <a:pt x="454065" y="58334"/>
                    <a:pt x="454638" y="58490"/>
                    <a:pt x="454951" y="58802"/>
                  </a:cubicBezTo>
                  <a:cubicBezTo>
                    <a:pt x="455263" y="59115"/>
                    <a:pt x="455420" y="59688"/>
                    <a:pt x="455420" y="60521"/>
                  </a:cubicBezTo>
                  <a:lnTo>
                    <a:pt x="455420" y="89063"/>
                  </a:lnTo>
                  <a:cubicBezTo>
                    <a:pt x="455420" y="89896"/>
                    <a:pt x="455263" y="90469"/>
                    <a:pt x="454951" y="90781"/>
                  </a:cubicBezTo>
                  <a:cubicBezTo>
                    <a:pt x="454638" y="91094"/>
                    <a:pt x="454065" y="91250"/>
                    <a:pt x="453232" y="91250"/>
                  </a:cubicBezTo>
                  <a:lnTo>
                    <a:pt x="396149" y="91250"/>
                  </a:lnTo>
                  <a:cubicBezTo>
                    <a:pt x="395315" y="91250"/>
                    <a:pt x="394742" y="91094"/>
                    <a:pt x="394430" y="90781"/>
                  </a:cubicBezTo>
                  <a:cubicBezTo>
                    <a:pt x="394117" y="90469"/>
                    <a:pt x="393961" y="89896"/>
                    <a:pt x="393961" y="89063"/>
                  </a:cubicBezTo>
                  <a:lnTo>
                    <a:pt x="393961" y="60521"/>
                  </a:lnTo>
                  <a:cubicBezTo>
                    <a:pt x="393961" y="59688"/>
                    <a:pt x="394117" y="59115"/>
                    <a:pt x="394430" y="58802"/>
                  </a:cubicBezTo>
                  <a:cubicBezTo>
                    <a:pt x="394742" y="58490"/>
                    <a:pt x="395315" y="58334"/>
                    <a:pt x="396149" y="58334"/>
                  </a:cubicBezTo>
                  <a:close/>
                  <a:moveTo>
                    <a:pt x="47917" y="56458"/>
                  </a:moveTo>
                  <a:cubicBezTo>
                    <a:pt x="57500" y="56458"/>
                    <a:pt x="65156" y="58177"/>
                    <a:pt x="70885" y="61615"/>
                  </a:cubicBezTo>
                  <a:cubicBezTo>
                    <a:pt x="76615" y="65052"/>
                    <a:pt x="79479" y="69584"/>
                    <a:pt x="79479" y="75208"/>
                  </a:cubicBezTo>
                  <a:cubicBezTo>
                    <a:pt x="79479" y="80964"/>
                    <a:pt x="76615" y="85521"/>
                    <a:pt x="70885" y="88854"/>
                  </a:cubicBezTo>
                  <a:cubicBezTo>
                    <a:pt x="65156" y="92188"/>
                    <a:pt x="57500" y="93854"/>
                    <a:pt x="47917" y="93854"/>
                  </a:cubicBezTo>
                  <a:cubicBezTo>
                    <a:pt x="43125" y="93854"/>
                    <a:pt x="38802" y="93412"/>
                    <a:pt x="34948" y="92552"/>
                  </a:cubicBezTo>
                  <a:cubicBezTo>
                    <a:pt x="31094" y="91680"/>
                    <a:pt x="27813" y="90443"/>
                    <a:pt x="25104" y="88854"/>
                  </a:cubicBezTo>
                  <a:cubicBezTo>
                    <a:pt x="22327" y="87253"/>
                    <a:pt x="20208" y="85287"/>
                    <a:pt x="18750" y="82969"/>
                  </a:cubicBezTo>
                  <a:cubicBezTo>
                    <a:pt x="17292" y="80638"/>
                    <a:pt x="16563" y="78047"/>
                    <a:pt x="16563" y="75208"/>
                  </a:cubicBezTo>
                  <a:cubicBezTo>
                    <a:pt x="16563" y="72422"/>
                    <a:pt x="17310" y="69870"/>
                    <a:pt x="18802" y="67552"/>
                  </a:cubicBezTo>
                  <a:cubicBezTo>
                    <a:pt x="20296" y="65221"/>
                    <a:pt x="22431" y="63255"/>
                    <a:pt x="25208" y="61667"/>
                  </a:cubicBezTo>
                  <a:cubicBezTo>
                    <a:pt x="27987" y="60000"/>
                    <a:pt x="31285" y="58711"/>
                    <a:pt x="35104" y="57813"/>
                  </a:cubicBezTo>
                  <a:cubicBezTo>
                    <a:pt x="38925" y="56901"/>
                    <a:pt x="43195" y="56458"/>
                    <a:pt x="47917" y="56458"/>
                  </a:cubicBezTo>
                  <a:close/>
                  <a:moveTo>
                    <a:pt x="110208" y="26875"/>
                  </a:moveTo>
                  <a:lnTo>
                    <a:pt x="110208" y="45938"/>
                  </a:lnTo>
                  <a:lnTo>
                    <a:pt x="155417" y="45938"/>
                  </a:lnTo>
                  <a:lnTo>
                    <a:pt x="155417" y="26875"/>
                  </a:lnTo>
                  <a:close/>
                  <a:moveTo>
                    <a:pt x="6354" y="4271"/>
                  </a:moveTo>
                  <a:lnTo>
                    <a:pt x="51458" y="4271"/>
                  </a:lnTo>
                  <a:lnTo>
                    <a:pt x="51458" y="11250"/>
                  </a:lnTo>
                  <a:lnTo>
                    <a:pt x="33333" y="11250"/>
                  </a:lnTo>
                  <a:lnTo>
                    <a:pt x="33333" y="15000"/>
                  </a:lnTo>
                  <a:cubicBezTo>
                    <a:pt x="33333" y="18815"/>
                    <a:pt x="33994" y="22292"/>
                    <a:pt x="35313" y="25417"/>
                  </a:cubicBezTo>
                  <a:cubicBezTo>
                    <a:pt x="36633" y="28542"/>
                    <a:pt x="38404" y="31354"/>
                    <a:pt x="40625" y="33854"/>
                  </a:cubicBezTo>
                  <a:cubicBezTo>
                    <a:pt x="42848" y="36276"/>
                    <a:pt x="45383" y="38385"/>
                    <a:pt x="48229" y="40156"/>
                  </a:cubicBezTo>
                  <a:cubicBezTo>
                    <a:pt x="51077" y="41927"/>
                    <a:pt x="54063" y="43294"/>
                    <a:pt x="57188" y="44271"/>
                  </a:cubicBezTo>
                  <a:lnTo>
                    <a:pt x="51979" y="50313"/>
                  </a:lnTo>
                  <a:cubicBezTo>
                    <a:pt x="50175" y="49545"/>
                    <a:pt x="48195" y="48516"/>
                    <a:pt x="46042" y="47240"/>
                  </a:cubicBezTo>
                  <a:cubicBezTo>
                    <a:pt x="43889" y="45951"/>
                    <a:pt x="41771" y="44479"/>
                    <a:pt x="39688" y="42813"/>
                  </a:cubicBezTo>
                  <a:cubicBezTo>
                    <a:pt x="37604" y="41146"/>
                    <a:pt x="35625" y="39271"/>
                    <a:pt x="33750" y="37188"/>
                  </a:cubicBezTo>
                  <a:cubicBezTo>
                    <a:pt x="31875" y="35104"/>
                    <a:pt x="30313" y="32813"/>
                    <a:pt x="29063" y="30313"/>
                  </a:cubicBezTo>
                  <a:cubicBezTo>
                    <a:pt x="27327" y="35104"/>
                    <a:pt x="24375" y="39492"/>
                    <a:pt x="20208" y="43490"/>
                  </a:cubicBezTo>
                  <a:cubicBezTo>
                    <a:pt x="16042" y="47474"/>
                    <a:pt x="11354" y="50690"/>
                    <a:pt x="6146" y="53125"/>
                  </a:cubicBezTo>
                  <a:lnTo>
                    <a:pt x="0" y="47604"/>
                  </a:lnTo>
                  <a:cubicBezTo>
                    <a:pt x="3333" y="46276"/>
                    <a:pt x="6494" y="44597"/>
                    <a:pt x="9479" y="42552"/>
                  </a:cubicBezTo>
                  <a:cubicBezTo>
                    <a:pt x="12466" y="40495"/>
                    <a:pt x="15070" y="38086"/>
                    <a:pt x="17292" y="35313"/>
                  </a:cubicBezTo>
                  <a:cubicBezTo>
                    <a:pt x="19514" y="32605"/>
                    <a:pt x="21302" y="29544"/>
                    <a:pt x="22656" y="26146"/>
                  </a:cubicBezTo>
                  <a:cubicBezTo>
                    <a:pt x="24010" y="22734"/>
                    <a:pt x="24688" y="18959"/>
                    <a:pt x="24688" y="14792"/>
                  </a:cubicBezTo>
                  <a:lnTo>
                    <a:pt x="24688" y="11250"/>
                  </a:lnTo>
                  <a:lnTo>
                    <a:pt x="6354" y="11250"/>
                  </a:lnTo>
                  <a:close/>
                  <a:moveTo>
                    <a:pt x="385628" y="3959"/>
                  </a:moveTo>
                  <a:lnTo>
                    <a:pt x="416565" y="3959"/>
                  </a:lnTo>
                  <a:lnTo>
                    <a:pt x="416565" y="10938"/>
                  </a:lnTo>
                  <a:lnTo>
                    <a:pt x="391461" y="10938"/>
                  </a:lnTo>
                  <a:lnTo>
                    <a:pt x="391461" y="22813"/>
                  </a:lnTo>
                  <a:lnTo>
                    <a:pt x="414378" y="22813"/>
                  </a:lnTo>
                  <a:lnTo>
                    <a:pt x="414378" y="29271"/>
                  </a:lnTo>
                  <a:lnTo>
                    <a:pt x="391461" y="29271"/>
                  </a:lnTo>
                  <a:lnTo>
                    <a:pt x="391461" y="42084"/>
                  </a:lnTo>
                  <a:lnTo>
                    <a:pt x="396357" y="42084"/>
                  </a:lnTo>
                  <a:cubicBezTo>
                    <a:pt x="397880" y="42084"/>
                    <a:pt x="399860" y="42044"/>
                    <a:pt x="402295" y="41979"/>
                  </a:cubicBezTo>
                  <a:cubicBezTo>
                    <a:pt x="404716" y="41901"/>
                    <a:pt x="407256" y="41771"/>
                    <a:pt x="409899" y="41563"/>
                  </a:cubicBezTo>
                  <a:cubicBezTo>
                    <a:pt x="412464" y="41419"/>
                    <a:pt x="414912" y="41224"/>
                    <a:pt x="417242" y="40990"/>
                  </a:cubicBezTo>
                  <a:cubicBezTo>
                    <a:pt x="419560" y="40743"/>
                    <a:pt x="421422" y="40482"/>
                    <a:pt x="422815" y="40209"/>
                  </a:cubicBezTo>
                  <a:lnTo>
                    <a:pt x="422815" y="47084"/>
                  </a:lnTo>
                  <a:cubicBezTo>
                    <a:pt x="421982" y="47292"/>
                    <a:pt x="420472" y="47513"/>
                    <a:pt x="418284" y="47760"/>
                  </a:cubicBezTo>
                  <a:cubicBezTo>
                    <a:pt x="416097" y="47995"/>
                    <a:pt x="413610" y="48229"/>
                    <a:pt x="410836" y="48438"/>
                  </a:cubicBezTo>
                  <a:cubicBezTo>
                    <a:pt x="408050" y="48646"/>
                    <a:pt x="405172" y="48815"/>
                    <a:pt x="402190" y="48958"/>
                  </a:cubicBezTo>
                  <a:cubicBezTo>
                    <a:pt x="399196" y="49089"/>
                    <a:pt x="396487" y="49167"/>
                    <a:pt x="394065" y="49167"/>
                  </a:cubicBezTo>
                  <a:lnTo>
                    <a:pt x="385628" y="49167"/>
                  </a:lnTo>
                  <a:cubicBezTo>
                    <a:pt x="384794" y="49167"/>
                    <a:pt x="384222" y="49011"/>
                    <a:pt x="383909" y="48698"/>
                  </a:cubicBezTo>
                  <a:cubicBezTo>
                    <a:pt x="383597" y="48385"/>
                    <a:pt x="383440" y="47813"/>
                    <a:pt x="383440" y="46979"/>
                  </a:cubicBezTo>
                  <a:lnTo>
                    <a:pt x="383440" y="6146"/>
                  </a:lnTo>
                  <a:cubicBezTo>
                    <a:pt x="383440" y="5313"/>
                    <a:pt x="383597" y="4740"/>
                    <a:pt x="383909" y="4427"/>
                  </a:cubicBezTo>
                  <a:cubicBezTo>
                    <a:pt x="384222" y="4115"/>
                    <a:pt x="384794" y="3959"/>
                    <a:pt x="385628" y="3959"/>
                  </a:cubicBezTo>
                  <a:close/>
                  <a:moveTo>
                    <a:pt x="219169" y="3750"/>
                  </a:moveTo>
                  <a:lnTo>
                    <a:pt x="227711" y="3750"/>
                  </a:lnTo>
                  <a:lnTo>
                    <a:pt x="227711" y="21875"/>
                  </a:lnTo>
                  <a:cubicBezTo>
                    <a:pt x="227711" y="31667"/>
                    <a:pt x="229742" y="40026"/>
                    <a:pt x="233805" y="46979"/>
                  </a:cubicBezTo>
                  <a:cubicBezTo>
                    <a:pt x="237867" y="53920"/>
                    <a:pt x="244274" y="60130"/>
                    <a:pt x="253024" y="65625"/>
                  </a:cubicBezTo>
                  <a:lnTo>
                    <a:pt x="246982" y="71563"/>
                  </a:lnTo>
                  <a:cubicBezTo>
                    <a:pt x="242047" y="68229"/>
                    <a:pt x="237425" y="64141"/>
                    <a:pt x="233128" y="59323"/>
                  </a:cubicBezTo>
                  <a:cubicBezTo>
                    <a:pt x="228818" y="54493"/>
                    <a:pt x="225524" y="48985"/>
                    <a:pt x="223232" y="42813"/>
                  </a:cubicBezTo>
                  <a:cubicBezTo>
                    <a:pt x="221357" y="49271"/>
                    <a:pt x="218193" y="55130"/>
                    <a:pt x="213753" y="60417"/>
                  </a:cubicBezTo>
                  <a:cubicBezTo>
                    <a:pt x="209300" y="65690"/>
                    <a:pt x="204584" y="70208"/>
                    <a:pt x="199583" y="73959"/>
                  </a:cubicBezTo>
                  <a:lnTo>
                    <a:pt x="192708" y="68438"/>
                  </a:lnTo>
                  <a:cubicBezTo>
                    <a:pt x="201250" y="63229"/>
                    <a:pt x="207796" y="56485"/>
                    <a:pt x="212347" y="48229"/>
                  </a:cubicBezTo>
                  <a:cubicBezTo>
                    <a:pt x="216891" y="39961"/>
                    <a:pt x="219169" y="30833"/>
                    <a:pt x="219169" y="20833"/>
                  </a:cubicBezTo>
                  <a:close/>
                  <a:moveTo>
                    <a:pt x="101979" y="3750"/>
                  </a:moveTo>
                  <a:lnTo>
                    <a:pt x="110208" y="3750"/>
                  </a:lnTo>
                  <a:lnTo>
                    <a:pt x="110208" y="19896"/>
                  </a:lnTo>
                  <a:lnTo>
                    <a:pt x="155417" y="19896"/>
                  </a:lnTo>
                  <a:lnTo>
                    <a:pt x="155417" y="3750"/>
                  </a:lnTo>
                  <a:lnTo>
                    <a:pt x="163646" y="3750"/>
                  </a:lnTo>
                  <a:lnTo>
                    <a:pt x="163646" y="50938"/>
                  </a:lnTo>
                  <a:cubicBezTo>
                    <a:pt x="163646" y="51771"/>
                    <a:pt x="163490" y="52344"/>
                    <a:pt x="163177" y="52656"/>
                  </a:cubicBezTo>
                  <a:cubicBezTo>
                    <a:pt x="162865" y="52969"/>
                    <a:pt x="162292" y="53125"/>
                    <a:pt x="161458" y="53125"/>
                  </a:cubicBezTo>
                  <a:lnTo>
                    <a:pt x="136979" y="53125"/>
                  </a:lnTo>
                  <a:lnTo>
                    <a:pt x="136979" y="73542"/>
                  </a:lnTo>
                  <a:lnTo>
                    <a:pt x="175208" y="73542"/>
                  </a:lnTo>
                  <a:lnTo>
                    <a:pt x="175208" y="80729"/>
                  </a:lnTo>
                  <a:lnTo>
                    <a:pt x="90417" y="80729"/>
                  </a:lnTo>
                  <a:lnTo>
                    <a:pt x="90417" y="73542"/>
                  </a:lnTo>
                  <a:lnTo>
                    <a:pt x="128438" y="73542"/>
                  </a:lnTo>
                  <a:lnTo>
                    <a:pt x="128438" y="53125"/>
                  </a:lnTo>
                  <a:lnTo>
                    <a:pt x="104167" y="53125"/>
                  </a:lnTo>
                  <a:cubicBezTo>
                    <a:pt x="103333" y="53125"/>
                    <a:pt x="102761" y="52969"/>
                    <a:pt x="102448" y="52656"/>
                  </a:cubicBezTo>
                  <a:cubicBezTo>
                    <a:pt x="102135" y="52344"/>
                    <a:pt x="101979" y="51771"/>
                    <a:pt x="101979" y="50938"/>
                  </a:cubicBezTo>
                  <a:close/>
                  <a:moveTo>
                    <a:pt x="323753" y="3646"/>
                  </a:moveTo>
                  <a:lnTo>
                    <a:pt x="332607" y="3646"/>
                  </a:lnTo>
                  <a:lnTo>
                    <a:pt x="332607" y="11563"/>
                  </a:lnTo>
                  <a:cubicBezTo>
                    <a:pt x="332607" y="15521"/>
                    <a:pt x="333558" y="19388"/>
                    <a:pt x="335472" y="23177"/>
                  </a:cubicBezTo>
                  <a:cubicBezTo>
                    <a:pt x="337373" y="26953"/>
                    <a:pt x="339925" y="30482"/>
                    <a:pt x="343128" y="33750"/>
                  </a:cubicBezTo>
                  <a:cubicBezTo>
                    <a:pt x="346318" y="36940"/>
                    <a:pt x="349964" y="39766"/>
                    <a:pt x="354065" y="42240"/>
                  </a:cubicBezTo>
                  <a:cubicBezTo>
                    <a:pt x="358154" y="44701"/>
                    <a:pt x="362399" y="46589"/>
                    <a:pt x="366774" y="47917"/>
                  </a:cubicBezTo>
                  <a:lnTo>
                    <a:pt x="360940" y="54063"/>
                  </a:lnTo>
                  <a:cubicBezTo>
                    <a:pt x="357880" y="53021"/>
                    <a:pt x="354703" y="51576"/>
                    <a:pt x="351409" y="49740"/>
                  </a:cubicBezTo>
                  <a:cubicBezTo>
                    <a:pt x="348102" y="47891"/>
                    <a:pt x="344964" y="45729"/>
                    <a:pt x="341982" y="43229"/>
                  </a:cubicBezTo>
                  <a:cubicBezTo>
                    <a:pt x="338987" y="40795"/>
                    <a:pt x="336279" y="38099"/>
                    <a:pt x="333857" y="35156"/>
                  </a:cubicBezTo>
                  <a:cubicBezTo>
                    <a:pt x="331422" y="32201"/>
                    <a:pt x="329586" y="29063"/>
                    <a:pt x="328336" y="25729"/>
                  </a:cubicBezTo>
                  <a:cubicBezTo>
                    <a:pt x="326943" y="28985"/>
                    <a:pt x="325068" y="32084"/>
                    <a:pt x="322711" y="35000"/>
                  </a:cubicBezTo>
                  <a:cubicBezTo>
                    <a:pt x="320341" y="37917"/>
                    <a:pt x="317672" y="40586"/>
                    <a:pt x="314690" y="43021"/>
                  </a:cubicBezTo>
                  <a:cubicBezTo>
                    <a:pt x="311696" y="45443"/>
                    <a:pt x="308558" y="47617"/>
                    <a:pt x="305263" y="49531"/>
                  </a:cubicBezTo>
                  <a:cubicBezTo>
                    <a:pt x="301956" y="51432"/>
                    <a:pt x="298753" y="52982"/>
                    <a:pt x="295628" y="54167"/>
                  </a:cubicBezTo>
                  <a:lnTo>
                    <a:pt x="289378" y="47813"/>
                  </a:lnTo>
                  <a:cubicBezTo>
                    <a:pt x="293544" y="46563"/>
                    <a:pt x="297685" y="44766"/>
                    <a:pt x="301826" y="42448"/>
                  </a:cubicBezTo>
                  <a:cubicBezTo>
                    <a:pt x="305953" y="40118"/>
                    <a:pt x="309612" y="37396"/>
                    <a:pt x="312815" y="34271"/>
                  </a:cubicBezTo>
                  <a:cubicBezTo>
                    <a:pt x="316070" y="31146"/>
                    <a:pt x="318714" y="27657"/>
                    <a:pt x="320732" y="23802"/>
                  </a:cubicBezTo>
                  <a:cubicBezTo>
                    <a:pt x="322737" y="19948"/>
                    <a:pt x="323753" y="15860"/>
                    <a:pt x="323753" y="11563"/>
                  </a:cubicBezTo>
                  <a:close/>
                  <a:moveTo>
                    <a:pt x="429378" y="1667"/>
                  </a:moveTo>
                  <a:lnTo>
                    <a:pt x="437503" y="1667"/>
                  </a:lnTo>
                  <a:lnTo>
                    <a:pt x="437503" y="53333"/>
                  </a:lnTo>
                  <a:lnTo>
                    <a:pt x="429378" y="53333"/>
                  </a:lnTo>
                  <a:lnTo>
                    <a:pt x="429378" y="27813"/>
                  </a:lnTo>
                  <a:lnTo>
                    <a:pt x="417920" y="27813"/>
                  </a:lnTo>
                  <a:lnTo>
                    <a:pt x="417920" y="20625"/>
                  </a:lnTo>
                  <a:lnTo>
                    <a:pt x="429378" y="20625"/>
                  </a:lnTo>
                  <a:close/>
                  <a:moveTo>
                    <a:pt x="447295" y="0"/>
                  </a:moveTo>
                  <a:lnTo>
                    <a:pt x="455315" y="0"/>
                  </a:lnTo>
                  <a:lnTo>
                    <a:pt x="455315" y="53333"/>
                  </a:lnTo>
                  <a:lnTo>
                    <a:pt x="447295" y="53333"/>
                  </a:lnTo>
                  <a:close/>
                  <a:moveTo>
                    <a:pt x="263649" y="0"/>
                  </a:moveTo>
                  <a:lnTo>
                    <a:pt x="271982" y="0"/>
                  </a:lnTo>
                  <a:lnTo>
                    <a:pt x="271982" y="92292"/>
                  </a:lnTo>
                  <a:lnTo>
                    <a:pt x="263649" y="92292"/>
                  </a:lnTo>
                  <a:close/>
                  <a:moveTo>
                    <a:pt x="69688" y="0"/>
                  </a:moveTo>
                  <a:lnTo>
                    <a:pt x="77813" y="0"/>
                  </a:lnTo>
                  <a:lnTo>
                    <a:pt x="77813" y="55938"/>
                  </a:lnTo>
                  <a:lnTo>
                    <a:pt x="69688" y="55938"/>
                  </a:lnTo>
                  <a:lnTo>
                    <a:pt x="69688" y="27917"/>
                  </a:lnTo>
                  <a:lnTo>
                    <a:pt x="50521" y="27917"/>
                  </a:lnTo>
                  <a:lnTo>
                    <a:pt x="50521" y="21042"/>
                  </a:lnTo>
                  <a:lnTo>
                    <a:pt x="69688" y="2104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0" name="TextBox 509">
              <a:extLst>
                <a:ext uri="{FF2B5EF4-FFF2-40B4-BE49-F238E27FC236}">
                  <a16:creationId xmlns:a16="http://schemas.microsoft.com/office/drawing/2014/main" id="{682F0329-D8A4-468E-8CE6-4875FE0B2E32}"/>
                </a:ext>
              </a:extLst>
            </p:cNvPr>
            <p:cNvSpPr txBox="1"/>
            <p:nvPr/>
          </p:nvSpPr>
          <p:spPr>
            <a:xfrm>
              <a:off x="1531997" y="4615723"/>
              <a:ext cx="638609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정보시스템</a:t>
              </a:r>
            </a:p>
          </p:txBody>
        </p:sp>
        <p:sp>
          <p:nvSpPr>
            <p:cNvPr id="511" name="자유형: 도형 510">
              <a:extLst>
                <a:ext uri="{FF2B5EF4-FFF2-40B4-BE49-F238E27FC236}">
                  <a16:creationId xmlns:a16="http://schemas.microsoft.com/office/drawing/2014/main" id="{95C40FF6-122E-49B9-8042-10DC7A3A33F9}"/>
                </a:ext>
              </a:extLst>
            </p:cNvPr>
            <p:cNvSpPr/>
            <p:nvPr/>
          </p:nvSpPr>
          <p:spPr>
            <a:xfrm>
              <a:off x="2128726" y="4682862"/>
              <a:ext cx="545833" cy="94791"/>
            </a:xfrm>
            <a:custGeom>
              <a:avLst/>
              <a:gdLst>
                <a:gd name="connsiteX0" fmla="*/ 420000 w 545833"/>
                <a:gd name="connsiteY0" fmla="*/ 66667 h 94791"/>
                <a:gd name="connsiteX1" fmla="*/ 402240 w 545833"/>
                <a:gd name="connsiteY1" fmla="*/ 69583 h 94791"/>
                <a:gd name="connsiteX2" fmla="*/ 395938 w 545833"/>
                <a:gd name="connsiteY2" fmla="*/ 77604 h 94791"/>
                <a:gd name="connsiteX3" fmla="*/ 402240 w 545833"/>
                <a:gd name="connsiteY3" fmla="*/ 85573 h 94791"/>
                <a:gd name="connsiteX4" fmla="*/ 420000 w 545833"/>
                <a:gd name="connsiteY4" fmla="*/ 88437 h 94791"/>
                <a:gd name="connsiteX5" fmla="*/ 437344 w 545833"/>
                <a:gd name="connsiteY5" fmla="*/ 85573 h 94791"/>
                <a:gd name="connsiteX6" fmla="*/ 443750 w 545833"/>
                <a:gd name="connsiteY6" fmla="*/ 77708 h 94791"/>
                <a:gd name="connsiteX7" fmla="*/ 437396 w 545833"/>
                <a:gd name="connsiteY7" fmla="*/ 69583 h 94791"/>
                <a:gd name="connsiteX8" fmla="*/ 420000 w 545833"/>
                <a:gd name="connsiteY8" fmla="*/ 66667 h 94791"/>
                <a:gd name="connsiteX9" fmla="*/ 211354 w 545833"/>
                <a:gd name="connsiteY9" fmla="*/ 63541 h 94791"/>
                <a:gd name="connsiteX10" fmla="*/ 219583 w 545833"/>
                <a:gd name="connsiteY10" fmla="*/ 63541 h 94791"/>
                <a:gd name="connsiteX11" fmla="*/ 219583 w 545833"/>
                <a:gd name="connsiteY11" fmla="*/ 83958 h 94791"/>
                <a:gd name="connsiteX12" fmla="*/ 272500 w 545833"/>
                <a:gd name="connsiteY12" fmla="*/ 83958 h 94791"/>
                <a:gd name="connsiteX13" fmla="*/ 272500 w 545833"/>
                <a:gd name="connsiteY13" fmla="*/ 91041 h 94791"/>
                <a:gd name="connsiteX14" fmla="*/ 213542 w 545833"/>
                <a:gd name="connsiteY14" fmla="*/ 91041 h 94791"/>
                <a:gd name="connsiteX15" fmla="*/ 211823 w 545833"/>
                <a:gd name="connsiteY15" fmla="*/ 90573 h 94791"/>
                <a:gd name="connsiteX16" fmla="*/ 211354 w 545833"/>
                <a:gd name="connsiteY16" fmla="*/ 88854 h 94791"/>
                <a:gd name="connsiteX17" fmla="*/ 420000 w 545833"/>
                <a:gd name="connsiteY17" fmla="*/ 60521 h 94791"/>
                <a:gd name="connsiteX18" fmla="*/ 444740 w 545833"/>
                <a:gd name="connsiteY18" fmla="*/ 65417 h 94791"/>
                <a:gd name="connsiteX19" fmla="*/ 452917 w 545833"/>
                <a:gd name="connsiteY19" fmla="*/ 77708 h 94791"/>
                <a:gd name="connsiteX20" fmla="*/ 444792 w 545833"/>
                <a:gd name="connsiteY20" fmla="*/ 89896 h 94791"/>
                <a:gd name="connsiteX21" fmla="*/ 420000 w 545833"/>
                <a:gd name="connsiteY21" fmla="*/ 94792 h 94791"/>
                <a:gd name="connsiteX22" fmla="*/ 395104 w 545833"/>
                <a:gd name="connsiteY22" fmla="*/ 89896 h 94791"/>
                <a:gd name="connsiteX23" fmla="*/ 386875 w 545833"/>
                <a:gd name="connsiteY23" fmla="*/ 77604 h 94791"/>
                <a:gd name="connsiteX24" fmla="*/ 395156 w 545833"/>
                <a:gd name="connsiteY24" fmla="*/ 65312 h 94791"/>
                <a:gd name="connsiteX25" fmla="*/ 420000 w 545833"/>
                <a:gd name="connsiteY25" fmla="*/ 60521 h 94791"/>
                <a:gd name="connsiteX26" fmla="*/ 484271 w 545833"/>
                <a:gd name="connsiteY26" fmla="*/ 59687 h 94791"/>
                <a:gd name="connsiteX27" fmla="*/ 543438 w 545833"/>
                <a:gd name="connsiteY27" fmla="*/ 59687 h 94791"/>
                <a:gd name="connsiteX28" fmla="*/ 545157 w 545833"/>
                <a:gd name="connsiteY28" fmla="*/ 60156 h 94791"/>
                <a:gd name="connsiteX29" fmla="*/ 545625 w 545833"/>
                <a:gd name="connsiteY29" fmla="*/ 61875 h 94791"/>
                <a:gd name="connsiteX30" fmla="*/ 545625 w 545833"/>
                <a:gd name="connsiteY30" fmla="*/ 93542 h 94791"/>
                <a:gd name="connsiteX31" fmla="*/ 537396 w 545833"/>
                <a:gd name="connsiteY31" fmla="*/ 93542 h 94791"/>
                <a:gd name="connsiteX32" fmla="*/ 537396 w 545833"/>
                <a:gd name="connsiteY32" fmla="*/ 66771 h 94791"/>
                <a:gd name="connsiteX33" fmla="*/ 484271 w 545833"/>
                <a:gd name="connsiteY33" fmla="*/ 66771 h 94791"/>
                <a:gd name="connsiteX34" fmla="*/ 0 w 545833"/>
                <a:gd name="connsiteY34" fmla="*/ 53333 h 94791"/>
                <a:gd name="connsiteX35" fmla="*/ 84479 w 545833"/>
                <a:gd name="connsiteY35" fmla="*/ 53333 h 94791"/>
                <a:gd name="connsiteX36" fmla="*/ 84479 w 545833"/>
                <a:gd name="connsiteY36" fmla="*/ 60416 h 94791"/>
                <a:gd name="connsiteX37" fmla="*/ 62396 w 545833"/>
                <a:gd name="connsiteY37" fmla="*/ 60416 h 94791"/>
                <a:gd name="connsiteX38" fmla="*/ 62396 w 545833"/>
                <a:gd name="connsiteY38" fmla="*/ 92917 h 94791"/>
                <a:gd name="connsiteX39" fmla="*/ 54167 w 545833"/>
                <a:gd name="connsiteY39" fmla="*/ 92917 h 94791"/>
                <a:gd name="connsiteX40" fmla="*/ 54167 w 545833"/>
                <a:gd name="connsiteY40" fmla="*/ 60416 h 94791"/>
                <a:gd name="connsiteX41" fmla="*/ 30625 w 545833"/>
                <a:gd name="connsiteY41" fmla="*/ 60416 h 94791"/>
                <a:gd name="connsiteX42" fmla="*/ 30625 w 545833"/>
                <a:gd name="connsiteY42" fmla="*/ 92187 h 94791"/>
                <a:gd name="connsiteX43" fmla="*/ 22292 w 545833"/>
                <a:gd name="connsiteY43" fmla="*/ 92187 h 94791"/>
                <a:gd name="connsiteX44" fmla="*/ 22292 w 545833"/>
                <a:gd name="connsiteY44" fmla="*/ 60416 h 94791"/>
                <a:gd name="connsiteX45" fmla="*/ 0 w 545833"/>
                <a:gd name="connsiteY45" fmla="*/ 60416 h 94791"/>
                <a:gd name="connsiteX46" fmla="*/ 431250 w 545833"/>
                <a:gd name="connsiteY46" fmla="*/ 34375 h 94791"/>
                <a:gd name="connsiteX47" fmla="*/ 425729 w 545833"/>
                <a:gd name="connsiteY47" fmla="*/ 35208 h 94791"/>
                <a:gd name="connsiteX48" fmla="*/ 419896 w 545833"/>
                <a:gd name="connsiteY48" fmla="*/ 35417 h 94791"/>
                <a:gd name="connsiteX49" fmla="*/ 414115 w 545833"/>
                <a:gd name="connsiteY49" fmla="*/ 35208 h 94791"/>
                <a:gd name="connsiteX50" fmla="*/ 408959 w 545833"/>
                <a:gd name="connsiteY50" fmla="*/ 34479 h 94791"/>
                <a:gd name="connsiteX51" fmla="*/ 408959 w 545833"/>
                <a:gd name="connsiteY51" fmla="*/ 46041 h 94791"/>
                <a:gd name="connsiteX52" fmla="*/ 431250 w 545833"/>
                <a:gd name="connsiteY52" fmla="*/ 46041 h 94791"/>
                <a:gd name="connsiteX53" fmla="*/ 215729 w 545833"/>
                <a:gd name="connsiteY53" fmla="*/ 25833 h 94791"/>
                <a:gd name="connsiteX54" fmla="*/ 223646 w 545833"/>
                <a:gd name="connsiteY54" fmla="*/ 25833 h 94791"/>
                <a:gd name="connsiteX55" fmla="*/ 223646 w 545833"/>
                <a:gd name="connsiteY55" fmla="*/ 47812 h 94791"/>
                <a:gd name="connsiteX56" fmla="*/ 231042 w 545833"/>
                <a:gd name="connsiteY56" fmla="*/ 47604 h 94791"/>
                <a:gd name="connsiteX57" fmla="*/ 240313 w 545833"/>
                <a:gd name="connsiteY57" fmla="*/ 46979 h 94791"/>
                <a:gd name="connsiteX58" fmla="*/ 249896 w 545833"/>
                <a:gd name="connsiteY58" fmla="*/ 46146 h 94791"/>
                <a:gd name="connsiteX59" fmla="*/ 258021 w 545833"/>
                <a:gd name="connsiteY59" fmla="*/ 45000 h 94791"/>
                <a:gd name="connsiteX60" fmla="*/ 258021 w 545833"/>
                <a:gd name="connsiteY60" fmla="*/ 51979 h 94791"/>
                <a:gd name="connsiteX61" fmla="*/ 238385 w 545833"/>
                <a:gd name="connsiteY61" fmla="*/ 54010 h 94791"/>
                <a:gd name="connsiteX62" fmla="*/ 207604 w 545833"/>
                <a:gd name="connsiteY62" fmla="*/ 55000 h 94791"/>
                <a:gd name="connsiteX63" fmla="*/ 196250 w 545833"/>
                <a:gd name="connsiteY63" fmla="*/ 55000 h 94791"/>
                <a:gd name="connsiteX64" fmla="*/ 196250 w 545833"/>
                <a:gd name="connsiteY64" fmla="*/ 47812 h 94791"/>
                <a:gd name="connsiteX65" fmla="*/ 215729 w 545833"/>
                <a:gd name="connsiteY65" fmla="*/ 47812 h 94791"/>
                <a:gd name="connsiteX66" fmla="*/ 519584 w 545833"/>
                <a:gd name="connsiteY66" fmla="*/ 18020 h 94791"/>
                <a:gd name="connsiteX67" fmla="*/ 520521 w 545833"/>
                <a:gd name="connsiteY67" fmla="*/ 21823 h 94791"/>
                <a:gd name="connsiteX68" fmla="*/ 520834 w 545833"/>
                <a:gd name="connsiteY68" fmla="*/ 25625 h 94791"/>
                <a:gd name="connsiteX69" fmla="*/ 520625 w 545833"/>
                <a:gd name="connsiteY69" fmla="*/ 28698 h 94791"/>
                <a:gd name="connsiteX70" fmla="*/ 520104 w 545833"/>
                <a:gd name="connsiteY70" fmla="*/ 31562 h 94791"/>
                <a:gd name="connsiteX71" fmla="*/ 537500 w 545833"/>
                <a:gd name="connsiteY71" fmla="*/ 31562 h 94791"/>
                <a:gd name="connsiteX72" fmla="*/ 537500 w 545833"/>
                <a:gd name="connsiteY72" fmla="*/ 18020 h 94791"/>
                <a:gd name="connsiteX73" fmla="*/ 496563 w 545833"/>
                <a:gd name="connsiteY73" fmla="*/ 9271 h 94791"/>
                <a:gd name="connsiteX74" fmla="*/ 484844 w 545833"/>
                <a:gd name="connsiteY74" fmla="*/ 14062 h 94791"/>
                <a:gd name="connsiteX75" fmla="*/ 480729 w 545833"/>
                <a:gd name="connsiteY75" fmla="*/ 25729 h 94791"/>
                <a:gd name="connsiteX76" fmla="*/ 484844 w 545833"/>
                <a:gd name="connsiteY76" fmla="*/ 37344 h 94791"/>
                <a:gd name="connsiteX77" fmla="*/ 496563 w 545833"/>
                <a:gd name="connsiteY77" fmla="*/ 42187 h 94791"/>
                <a:gd name="connsiteX78" fmla="*/ 508177 w 545833"/>
                <a:gd name="connsiteY78" fmla="*/ 37344 h 94791"/>
                <a:gd name="connsiteX79" fmla="*/ 512292 w 545833"/>
                <a:gd name="connsiteY79" fmla="*/ 25729 h 94791"/>
                <a:gd name="connsiteX80" fmla="*/ 508177 w 545833"/>
                <a:gd name="connsiteY80" fmla="*/ 14062 h 94791"/>
                <a:gd name="connsiteX81" fmla="*/ 496563 w 545833"/>
                <a:gd name="connsiteY81" fmla="*/ 9271 h 94791"/>
                <a:gd name="connsiteX82" fmla="*/ 42292 w 545833"/>
                <a:gd name="connsiteY82" fmla="*/ 8229 h 94791"/>
                <a:gd name="connsiteX83" fmla="*/ 24844 w 545833"/>
                <a:gd name="connsiteY83" fmla="*/ 12031 h 94791"/>
                <a:gd name="connsiteX84" fmla="*/ 18229 w 545833"/>
                <a:gd name="connsiteY84" fmla="*/ 23021 h 94791"/>
                <a:gd name="connsiteX85" fmla="*/ 20052 w 545833"/>
                <a:gd name="connsiteY85" fmla="*/ 29271 h 94791"/>
                <a:gd name="connsiteX86" fmla="*/ 25104 w 545833"/>
                <a:gd name="connsiteY86" fmla="*/ 33854 h 94791"/>
                <a:gd name="connsiteX87" fmla="*/ 32760 w 545833"/>
                <a:gd name="connsiteY87" fmla="*/ 36666 h 94791"/>
                <a:gd name="connsiteX88" fmla="*/ 42292 w 545833"/>
                <a:gd name="connsiteY88" fmla="*/ 37604 h 94791"/>
                <a:gd name="connsiteX89" fmla="*/ 59427 w 545833"/>
                <a:gd name="connsiteY89" fmla="*/ 33802 h 94791"/>
                <a:gd name="connsiteX90" fmla="*/ 66250 w 545833"/>
                <a:gd name="connsiteY90" fmla="*/ 23021 h 94791"/>
                <a:gd name="connsiteX91" fmla="*/ 59479 w 545833"/>
                <a:gd name="connsiteY91" fmla="*/ 12031 h 94791"/>
                <a:gd name="connsiteX92" fmla="*/ 42292 w 545833"/>
                <a:gd name="connsiteY92" fmla="*/ 8229 h 94791"/>
                <a:gd name="connsiteX93" fmla="*/ 419896 w 545833"/>
                <a:gd name="connsiteY93" fmla="*/ 6250 h 94791"/>
                <a:gd name="connsiteX94" fmla="*/ 402500 w 545833"/>
                <a:gd name="connsiteY94" fmla="*/ 9375 h 94791"/>
                <a:gd name="connsiteX95" fmla="*/ 396354 w 545833"/>
                <a:gd name="connsiteY95" fmla="*/ 17500 h 94791"/>
                <a:gd name="connsiteX96" fmla="*/ 402813 w 545833"/>
                <a:gd name="connsiteY96" fmla="*/ 25625 h 94791"/>
                <a:gd name="connsiteX97" fmla="*/ 419896 w 545833"/>
                <a:gd name="connsiteY97" fmla="*/ 28854 h 94791"/>
                <a:gd name="connsiteX98" fmla="*/ 436875 w 545833"/>
                <a:gd name="connsiteY98" fmla="*/ 25781 h 94791"/>
                <a:gd name="connsiteX99" fmla="*/ 443542 w 545833"/>
                <a:gd name="connsiteY99" fmla="*/ 17708 h 94791"/>
                <a:gd name="connsiteX100" fmla="*/ 437188 w 545833"/>
                <a:gd name="connsiteY100" fmla="*/ 9479 h 94791"/>
                <a:gd name="connsiteX101" fmla="*/ 419896 w 545833"/>
                <a:gd name="connsiteY101" fmla="*/ 6250 h 94791"/>
                <a:gd name="connsiteX102" fmla="*/ 97917 w 545833"/>
                <a:gd name="connsiteY102" fmla="*/ 5937 h 94791"/>
                <a:gd name="connsiteX103" fmla="*/ 146458 w 545833"/>
                <a:gd name="connsiteY103" fmla="*/ 5937 h 94791"/>
                <a:gd name="connsiteX104" fmla="*/ 146458 w 545833"/>
                <a:gd name="connsiteY104" fmla="*/ 12916 h 94791"/>
                <a:gd name="connsiteX105" fmla="*/ 126354 w 545833"/>
                <a:gd name="connsiteY105" fmla="*/ 12916 h 94791"/>
                <a:gd name="connsiteX106" fmla="*/ 126354 w 545833"/>
                <a:gd name="connsiteY106" fmla="*/ 22187 h 94791"/>
                <a:gd name="connsiteX107" fmla="*/ 132604 w 545833"/>
                <a:gd name="connsiteY107" fmla="*/ 47865 h 94791"/>
                <a:gd name="connsiteX108" fmla="*/ 151667 w 545833"/>
                <a:gd name="connsiteY108" fmla="*/ 66146 h 94791"/>
                <a:gd name="connsiteX109" fmla="*/ 145729 w 545833"/>
                <a:gd name="connsiteY109" fmla="*/ 72083 h 94791"/>
                <a:gd name="connsiteX110" fmla="*/ 131875 w 545833"/>
                <a:gd name="connsiteY110" fmla="*/ 60000 h 94791"/>
                <a:gd name="connsiteX111" fmla="*/ 122083 w 545833"/>
                <a:gd name="connsiteY111" fmla="*/ 43229 h 94791"/>
                <a:gd name="connsiteX112" fmla="*/ 118021 w 545833"/>
                <a:gd name="connsiteY112" fmla="*/ 52448 h 94791"/>
                <a:gd name="connsiteX113" fmla="*/ 112083 w 545833"/>
                <a:gd name="connsiteY113" fmla="*/ 61146 h 94791"/>
                <a:gd name="connsiteX114" fmla="*/ 105156 w 545833"/>
                <a:gd name="connsiteY114" fmla="*/ 68646 h 94791"/>
                <a:gd name="connsiteX115" fmla="*/ 98021 w 545833"/>
                <a:gd name="connsiteY115" fmla="*/ 74583 h 94791"/>
                <a:gd name="connsiteX116" fmla="*/ 91250 w 545833"/>
                <a:gd name="connsiteY116" fmla="*/ 68854 h 94791"/>
                <a:gd name="connsiteX117" fmla="*/ 110781 w 545833"/>
                <a:gd name="connsiteY117" fmla="*/ 49062 h 94791"/>
                <a:gd name="connsiteX118" fmla="*/ 117813 w 545833"/>
                <a:gd name="connsiteY118" fmla="*/ 20833 h 94791"/>
                <a:gd name="connsiteX119" fmla="*/ 117813 w 545833"/>
                <a:gd name="connsiteY119" fmla="*/ 12916 h 94791"/>
                <a:gd name="connsiteX120" fmla="*/ 97917 w 545833"/>
                <a:gd name="connsiteY120" fmla="*/ 12916 h 94791"/>
                <a:gd name="connsiteX121" fmla="*/ 294479 w 545833"/>
                <a:gd name="connsiteY121" fmla="*/ 5104 h 94791"/>
                <a:gd name="connsiteX122" fmla="*/ 333646 w 545833"/>
                <a:gd name="connsiteY122" fmla="*/ 5104 h 94791"/>
                <a:gd name="connsiteX123" fmla="*/ 335365 w 545833"/>
                <a:gd name="connsiteY123" fmla="*/ 5573 h 94791"/>
                <a:gd name="connsiteX124" fmla="*/ 335834 w 545833"/>
                <a:gd name="connsiteY124" fmla="*/ 7292 h 94791"/>
                <a:gd name="connsiteX125" fmla="*/ 335834 w 545833"/>
                <a:gd name="connsiteY125" fmla="*/ 38750 h 94791"/>
                <a:gd name="connsiteX126" fmla="*/ 335365 w 545833"/>
                <a:gd name="connsiteY126" fmla="*/ 40469 h 94791"/>
                <a:gd name="connsiteX127" fmla="*/ 333646 w 545833"/>
                <a:gd name="connsiteY127" fmla="*/ 40937 h 94791"/>
                <a:gd name="connsiteX128" fmla="*/ 302708 w 545833"/>
                <a:gd name="connsiteY128" fmla="*/ 40937 h 94791"/>
                <a:gd name="connsiteX129" fmla="*/ 302708 w 545833"/>
                <a:gd name="connsiteY129" fmla="*/ 62917 h 94791"/>
                <a:gd name="connsiteX130" fmla="*/ 312813 w 545833"/>
                <a:gd name="connsiteY130" fmla="*/ 62917 h 94791"/>
                <a:gd name="connsiteX131" fmla="*/ 323906 w 545833"/>
                <a:gd name="connsiteY131" fmla="*/ 62604 h 94791"/>
                <a:gd name="connsiteX132" fmla="*/ 334271 w 545833"/>
                <a:gd name="connsiteY132" fmla="*/ 61875 h 94791"/>
                <a:gd name="connsiteX133" fmla="*/ 343229 w 545833"/>
                <a:gd name="connsiteY133" fmla="*/ 60781 h 94791"/>
                <a:gd name="connsiteX134" fmla="*/ 350104 w 545833"/>
                <a:gd name="connsiteY134" fmla="*/ 59583 h 94791"/>
                <a:gd name="connsiteX135" fmla="*/ 350104 w 545833"/>
                <a:gd name="connsiteY135" fmla="*/ 66771 h 94791"/>
                <a:gd name="connsiteX136" fmla="*/ 342709 w 545833"/>
                <a:gd name="connsiteY136" fmla="*/ 68021 h 94791"/>
                <a:gd name="connsiteX137" fmla="*/ 333125 w 545833"/>
                <a:gd name="connsiteY137" fmla="*/ 69166 h 94791"/>
                <a:gd name="connsiteX138" fmla="*/ 321979 w 545833"/>
                <a:gd name="connsiteY138" fmla="*/ 70000 h 94791"/>
                <a:gd name="connsiteX139" fmla="*/ 310000 w 545833"/>
                <a:gd name="connsiteY139" fmla="*/ 70312 h 94791"/>
                <a:gd name="connsiteX140" fmla="*/ 296667 w 545833"/>
                <a:gd name="connsiteY140" fmla="*/ 70312 h 94791"/>
                <a:gd name="connsiteX141" fmla="*/ 294948 w 545833"/>
                <a:gd name="connsiteY141" fmla="*/ 69844 h 94791"/>
                <a:gd name="connsiteX142" fmla="*/ 294479 w 545833"/>
                <a:gd name="connsiteY142" fmla="*/ 68125 h 94791"/>
                <a:gd name="connsiteX143" fmla="*/ 294479 w 545833"/>
                <a:gd name="connsiteY143" fmla="*/ 36041 h 94791"/>
                <a:gd name="connsiteX144" fmla="*/ 294948 w 545833"/>
                <a:gd name="connsiteY144" fmla="*/ 34323 h 94791"/>
                <a:gd name="connsiteX145" fmla="*/ 296667 w 545833"/>
                <a:gd name="connsiteY145" fmla="*/ 33854 h 94791"/>
                <a:gd name="connsiteX146" fmla="*/ 327708 w 545833"/>
                <a:gd name="connsiteY146" fmla="*/ 33854 h 94791"/>
                <a:gd name="connsiteX147" fmla="*/ 327708 w 545833"/>
                <a:gd name="connsiteY147" fmla="*/ 12292 h 94791"/>
                <a:gd name="connsiteX148" fmla="*/ 294479 w 545833"/>
                <a:gd name="connsiteY148" fmla="*/ 12292 h 94791"/>
                <a:gd name="connsiteX149" fmla="*/ 202083 w 545833"/>
                <a:gd name="connsiteY149" fmla="*/ 4375 h 94791"/>
                <a:gd name="connsiteX150" fmla="*/ 246146 w 545833"/>
                <a:gd name="connsiteY150" fmla="*/ 4375 h 94791"/>
                <a:gd name="connsiteX151" fmla="*/ 247865 w 545833"/>
                <a:gd name="connsiteY151" fmla="*/ 4843 h 94791"/>
                <a:gd name="connsiteX152" fmla="*/ 248333 w 545833"/>
                <a:gd name="connsiteY152" fmla="*/ 6562 h 94791"/>
                <a:gd name="connsiteX153" fmla="*/ 247708 w 545833"/>
                <a:gd name="connsiteY153" fmla="*/ 15260 h 94791"/>
                <a:gd name="connsiteX154" fmla="*/ 246771 w 545833"/>
                <a:gd name="connsiteY154" fmla="*/ 23854 h 94791"/>
                <a:gd name="connsiteX155" fmla="*/ 245677 w 545833"/>
                <a:gd name="connsiteY155" fmla="*/ 31823 h 94791"/>
                <a:gd name="connsiteX156" fmla="*/ 244479 w 545833"/>
                <a:gd name="connsiteY156" fmla="*/ 38333 h 94791"/>
                <a:gd name="connsiteX157" fmla="*/ 236354 w 545833"/>
                <a:gd name="connsiteY157" fmla="*/ 38333 h 94791"/>
                <a:gd name="connsiteX158" fmla="*/ 237396 w 545833"/>
                <a:gd name="connsiteY158" fmla="*/ 32448 h 94791"/>
                <a:gd name="connsiteX159" fmla="*/ 238333 w 545833"/>
                <a:gd name="connsiteY159" fmla="*/ 25417 h 94791"/>
                <a:gd name="connsiteX160" fmla="*/ 239167 w 545833"/>
                <a:gd name="connsiteY160" fmla="*/ 18229 h 94791"/>
                <a:gd name="connsiteX161" fmla="*/ 239792 w 545833"/>
                <a:gd name="connsiteY161" fmla="*/ 11563 h 94791"/>
                <a:gd name="connsiteX162" fmla="*/ 202083 w 545833"/>
                <a:gd name="connsiteY162" fmla="*/ 11563 h 94791"/>
                <a:gd name="connsiteX163" fmla="*/ 42292 w 545833"/>
                <a:gd name="connsiteY163" fmla="*/ 1354 h 94791"/>
                <a:gd name="connsiteX164" fmla="*/ 66302 w 545833"/>
                <a:gd name="connsiteY164" fmla="*/ 7188 h 94791"/>
                <a:gd name="connsiteX165" fmla="*/ 75000 w 545833"/>
                <a:gd name="connsiteY165" fmla="*/ 23021 h 94791"/>
                <a:gd name="connsiteX166" fmla="*/ 66354 w 545833"/>
                <a:gd name="connsiteY166" fmla="*/ 38594 h 94791"/>
                <a:gd name="connsiteX167" fmla="*/ 42292 w 545833"/>
                <a:gd name="connsiteY167" fmla="*/ 44479 h 94791"/>
                <a:gd name="connsiteX168" fmla="*/ 28594 w 545833"/>
                <a:gd name="connsiteY168" fmla="*/ 42969 h 94791"/>
                <a:gd name="connsiteX169" fmla="*/ 18229 w 545833"/>
                <a:gd name="connsiteY169" fmla="*/ 38646 h 94791"/>
                <a:gd name="connsiteX170" fmla="*/ 11719 w 545833"/>
                <a:gd name="connsiteY170" fmla="*/ 31875 h 94791"/>
                <a:gd name="connsiteX171" fmla="*/ 9479 w 545833"/>
                <a:gd name="connsiteY171" fmla="*/ 23021 h 94791"/>
                <a:gd name="connsiteX172" fmla="*/ 18229 w 545833"/>
                <a:gd name="connsiteY172" fmla="*/ 7344 h 94791"/>
                <a:gd name="connsiteX173" fmla="*/ 42292 w 545833"/>
                <a:gd name="connsiteY173" fmla="*/ 1354 h 94791"/>
                <a:gd name="connsiteX174" fmla="*/ 161771 w 545833"/>
                <a:gd name="connsiteY174" fmla="*/ 833 h 94791"/>
                <a:gd name="connsiteX175" fmla="*/ 170000 w 545833"/>
                <a:gd name="connsiteY175" fmla="*/ 833 h 94791"/>
                <a:gd name="connsiteX176" fmla="*/ 170000 w 545833"/>
                <a:gd name="connsiteY176" fmla="*/ 93125 h 94791"/>
                <a:gd name="connsiteX177" fmla="*/ 161771 w 545833"/>
                <a:gd name="connsiteY177" fmla="*/ 93125 h 94791"/>
                <a:gd name="connsiteX178" fmla="*/ 537500 w 545833"/>
                <a:gd name="connsiteY178" fmla="*/ 625 h 94791"/>
                <a:gd name="connsiteX179" fmla="*/ 545834 w 545833"/>
                <a:gd name="connsiteY179" fmla="*/ 625 h 94791"/>
                <a:gd name="connsiteX180" fmla="*/ 545834 w 545833"/>
                <a:gd name="connsiteY180" fmla="*/ 54687 h 94791"/>
                <a:gd name="connsiteX181" fmla="*/ 537500 w 545833"/>
                <a:gd name="connsiteY181" fmla="*/ 54687 h 94791"/>
                <a:gd name="connsiteX182" fmla="*/ 537500 w 545833"/>
                <a:gd name="connsiteY182" fmla="*/ 38542 h 94791"/>
                <a:gd name="connsiteX183" fmla="*/ 517188 w 545833"/>
                <a:gd name="connsiteY183" fmla="*/ 38542 h 94791"/>
                <a:gd name="connsiteX184" fmla="*/ 508698 w 545833"/>
                <a:gd name="connsiteY184" fmla="*/ 46562 h 94791"/>
                <a:gd name="connsiteX185" fmla="*/ 496459 w 545833"/>
                <a:gd name="connsiteY185" fmla="*/ 49583 h 94791"/>
                <a:gd name="connsiteX186" fmla="*/ 486667 w 545833"/>
                <a:gd name="connsiteY186" fmla="*/ 47708 h 94791"/>
                <a:gd name="connsiteX187" fmla="*/ 478959 w 545833"/>
                <a:gd name="connsiteY187" fmla="*/ 42604 h 94791"/>
                <a:gd name="connsiteX188" fmla="*/ 473959 w 545833"/>
                <a:gd name="connsiteY188" fmla="*/ 35000 h 94791"/>
                <a:gd name="connsiteX189" fmla="*/ 472188 w 545833"/>
                <a:gd name="connsiteY189" fmla="*/ 25625 h 94791"/>
                <a:gd name="connsiteX190" fmla="*/ 473959 w 545833"/>
                <a:gd name="connsiteY190" fmla="*/ 16510 h 94791"/>
                <a:gd name="connsiteX191" fmla="*/ 478959 w 545833"/>
                <a:gd name="connsiteY191" fmla="*/ 8958 h 94791"/>
                <a:gd name="connsiteX192" fmla="*/ 486667 w 545833"/>
                <a:gd name="connsiteY192" fmla="*/ 3802 h 94791"/>
                <a:gd name="connsiteX193" fmla="*/ 496459 w 545833"/>
                <a:gd name="connsiteY193" fmla="*/ 1875 h 94791"/>
                <a:gd name="connsiteX194" fmla="*/ 507604 w 545833"/>
                <a:gd name="connsiteY194" fmla="*/ 4427 h 94791"/>
                <a:gd name="connsiteX195" fmla="*/ 515938 w 545833"/>
                <a:gd name="connsiteY195" fmla="*/ 11042 h 94791"/>
                <a:gd name="connsiteX196" fmla="*/ 537500 w 545833"/>
                <a:gd name="connsiteY196" fmla="*/ 11042 h 94791"/>
                <a:gd name="connsiteX197" fmla="*/ 354792 w 545833"/>
                <a:gd name="connsiteY197" fmla="*/ 625 h 94791"/>
                <a:gd name="connsiteX198" fmla="*/ 363021 w 545833"/>
                <a:gd name="connsiteY198" fmla="*/ 625 h 94791"/>
                <a:gd name="connsiteX199" fmla="*/ 363021 w 545833"/>
                <a:gd name="connsiteY199" fmla="*/ 92917 h 94791"/>
                <a:gd name="connsiteX200" fmla="*/ 354792 w 545833"/>
                <a:gd name="connsiteY200" fmla="*/ 92917 h 94791"/>
                <a:gd name="connsiteX201" fmla="*/ 261354 w 545833"/>
                <a:gd name="connsiteY201" fmla="*/ 625 h 94791"/>
                <a:gd name="connsiteX202" fmla="*/ 269479 w 545833"/>
                <a:gd name="connsiteY202" fmla="*/ 625 h 94791"/>
                <a:gd name="connsiteX203" fmla="*/ 269479 w 545833"/>
                <a:gd name="connsiteY203" fmla="*/ 30312 h 94791"/>
                <a:gd name="connsiteX204" fmla="*/ 282188 w 545833"/>
                <a:gd name="connsiteY204" fmla="*/ 30312 h 94791"/>
                <a:gd name="connsiteX205" fmla="*/ 282188 w 545833"/>
                <a:gd name="connsiteY205" fmla="*/ 37604 h 94791"/>
                <a:gd name="connsiteX206" fmla="*/ 269479 w 545833"/>
                <a:gd name="connsiteY206" fmla="*/ 37604 h 94791"/>
                <a:gd name="connsiteX207" fmla="*/ 269479 w 545833"/>
                <a:gd name="connsiteY207" fmla="*/ 70417 h 94791"/>
                <a:gd name="connsiteX208" fmla="*/ 261354 w 545833"/>
                <a:gd name="connsiteY208" fmla="*/ 70417 h 94791"/>
                <a:gd name="connsiteX209" fmla="*/ 419896 w 545833"/>
                <a:gd name="connsiteY209" fmla="*/ 0 h 94791"/>
                <a:gd name="connsiteX210" fmla="*/ 444375 w 545833"/>
                <a:gd name="connsiteY210" fmla="*/ 5260 h 94791"/>
                <a:gd name="connsiteX211" fmla="*/ 452396 w 545833"/>
                <a:gd name="connsiteY211" fmla="*/ 17812 h 94791"/>
                <a:gd name="connsiteX212" fmla="*/ 449115 w 545833"/>
                <a:gd name="connsiteY212" fmla="*/ 26146 h 94791"/>
                <a:gd name="connsiteX213" fmla="*/ 439271 w 545833"/>
                <a:gd name="connsiteY213" fmla="*/ 32500 h 94791"/>
                <a:gd name="connsiteX214" fmla="*/ 439271 w 545833"/>
                <a:gd name="connsiteY214" fmla="*/ 46041 h 94791"/>
                <a:gd name="connsiteX215" fmla="*/ 462188 w 545833"/>
                <a:gd name="connsiteY215" fmla="*/ 46041 h 94791"/>
                <a:gd name="connsiteX216" fmla="*/ 462188 w 545833"/>
                <a:gd name="connsiteY216" fmla="*/ 53125 h 94791"/>
                <a:gd name="connsiteX217" fmla="*/ 377604 w 545833"/>
                <a:gd name="connsiteY217" fmla="*/ 53125 h 94791"/>
                <a:gd name="connsiteX218" fmla="*/ 377604 w 545833"/>
                <a:gd name="connsiteY218" fmla="*/ 46041 h 94791"/>
                <a:gd name="connsiteX219" fmla="*/ 400834 w 545833"/>
                <a:gd name="connsiteY219" fmla="*/ 46041 h 94791"/>
                <a:gd name="connsiteX220" fmla="*/ 400834 w 545833"/>
                <a:gd name="connsiteY220" fmla="*/ 32500 h 94791"/>
                <a:gd name="connsiteX221" fmla="*/ 390886 w 545833"/>
                <a:gd name="connsiteY221" fmla="*/ 26094 h 94791"/>
                <a:gd name="connsiteX222" fmla="*/ 387604 w 545833"/>
                <a:gd name="connsiteY222" fmla="*/ 17604 h 94791"/>
                <a:gd name="connsiteX223" fmla="*/ 395729 w 545833"/>
                <a:gd name="connsiteY223" fmla="*/ 5208 h 94791"/>
                <a:gd name="connsiteX224" fmla="*/ 419896 w 545833"/>
                <a:gd name="connsiteY224" fmla="*/ 0 h 9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</a:cxnLst>
              <a:rect l="l" t="t" r="r" b="b"/>
              <a:pathLst>
                <a:path w="545833" h="94791">
                  <a:moveTo>
                    <a:pt x="420000" y="66667"/>
                  </a:moveTo>
                  <a:cubicBezTo>
                    <a:pt x="412357" y="66667"/>
                    <a:pt x="406446" y="67630"/>
                    <a:pt x="402240" y="69583"/>
                  </a:cubicBezTo>
                  <a:cubicBezTo>
                    <a:pt x="398034" y="71523"/>
                    <a:pt x="395938" y="74193"/>
                    <a:pt x="395938" y="77604"/>
                  </a:cubicBezTo>
                  <a:cubicBezTo>
                    <a:pt x="395938" y="81002"/>
                    <a:pt x="398034" y="83659"/>
                    <a:pt x="402240" y="85573"/>
                  </a:cubicBezTo>
                  <a:cubicBezTo>
                    <a:pt x="406446" y="87474"/>
                    <a:pt x="412357" y="88437"/>
                    <a:pt x="420000" y="88437"/>
                  </a:cubicBezTo>
                  <a:cubicBezTo>
                    <a:pt x="427292" y="88437"/>
                    <a:pt x="433073" y="87474"/>
                    <a:pt x="437344" y="85573"/>
                  </a:cubicBezTo>
                  <a:cubicBezTo>
                    <a:pt x="441615" y="83659"/>
                    <a:pt x="443750" y="81042"/>
                    <a:pt x="443750" y="77708"/>
                  </a:cubicBezTo>
                  <a:cubicBezTo>
                    <a:pt x="443750" y="74232"/>
                    <a:pt x="441628" y="71523"/>
                    <a:pt x="437396" y="69583"/>
                  </a:cubicBezTo>
                  <a:cubicBezTo>
                    <a:pt x="433164" y="67630"/>
                    <a:pt x="427357" y="66667"/>
                    <a:pt x="420000" y="66667"/>
                  </a:cubicBezTo>
                  <a:close/>
                  <a:moveTo>
                    <a:pt x="211354" y="63541"/>
                  </a:moveTo>
                  <a:lnTo>
                    <a:pt x="219583" y="63541"/>
                  </a:lnTo>
                  <a:lnTo>
                    <a:pt x="219583" y="83958"/>
                  </a:lnTo>
                  <a:lnTo>
                    <a:pt x="272500" y="83958"/>
                  </a:lnTo>
                  <a:lnTo>
                    <a:pt x="272500" y="91041"/>
                  </a:lnTo>
                  <a:lnTo>
                    <a:pt x="213542" y="91041"/>
                  </a:lnTo>
                  <a:cubicBezTo>
                    <a:pt x="212708" y="91041"/>
                    <a:pt x="212136" y="90885"/>
                    <a:pt x="211823" y="90573"/>
                  </a:cubicBezTo>
                  <a:cubicBezTo>
                    <a:pt x="211510" y="90260"/>
                    <a:pt x="211354" y="89688"/>
                    <a:pt x="211354" y="88854"/>
                  </a:cubicBezTo>
                  <a:close/>
                  <a:moveTo>
                    <a:pt x="420000" y="60521"/>
                  </a:moveTo>
                  <a:cubicBezTo>
                    <a:pt x="431042" y="60521"/>
                    <a:pt x="439284" y="62148"/>
                    <a:pt x="444740" y="65417"/>
                  </a:cubicBezTo>
                  <a:cubicBezTo>
                    <a:pt x="450196" y="68672"/>
                    <a:pt x="452917" y="72773"/>
                    <a:pt x="452917" y="77708"/>
                  </a:cubicBezTo>
                  <a:cubicBezTo>
                    <a:pt x="452917" y="82565"/>
                    <a:pt x="450209" y="86627"/>
                    <a:pt x="444792" y="89896"/>
                  </a:cubicBezTo>
                  <a:cubicBezTo>
                    <a:pt x="439375" y="93151"/>
                    <a:pt x="431107" y="94792"/>
                    <a:pt x="420000" y="94792"/>
                  </a:cubicBezTo>
                  <a:cubicBezTo>
                    <a:pt x="408893" y="94792"/>
                    <a:pt x="400586" y="93151"/>
                    <a:pt x="395104" y="89896"/>
                  </a:cubicBezTo>
                  <a:cubicBezTo>
                    <a:pt x="389623" y="86627"/>
                    <a:pt x="386875" y="82526"/>
                    <a:pt x="386875" y="77604"/>
                  </a:cubicBezTo>
                  <a:cubicBezTo>
                    <a:pt x="386875" y="72604"/>
                    <a:pt x="389636" y="68502"/>
                    <a:pt x="395156" y="65312"/>
                  </a:cubicBezTo>
                  <a:cubicBezTo>
                    <a:pt x="400677" y="62109"/>
                    <a:pt x="408959" y="60521"/>
                    <a:pt x="420000" y="60521"/>
                  </a:cubicBezTo>
                  <a:close/>
                  <a:moveTo>
                    <a:pt x="484271" y="59687"/>
                  </a:moveTo>
                  <a:lnTo>
                    <a:pt x="543438" y="59687"/>
                  </a:lnTo>
                  <a:cubicBezTo>
                    <a:pt x="544271" y="59687"/>
                    <a:pt x="544844" y="59843"/>
                    <a:pt x="545157" y="60156"/>
                  </a:cubicBezTo>
                  <a:cubicBezTo>
                    <a:pt x="545469" y="60469"/>
                    <a:pt x="545625" y="61042"/>
                    <a:pt x="545625" y="61875"/>
                  </a:cubicBezTo>
                  <a:lnTo>
                    <a:pt x="545625" y="93542"/>
                  </a:lnTo>
                  <a:lnTo>
                    <a:pt x="537396" y="93542"/>
                  </a:lnTo>
                  <a:lnTo>
                    <a:pt x="537396" y="66771"/>
                  </a:lnTo>
                  <a:lnTo>
                    <a:pt x="484271" y="66771"/>
                  </a:lnTo>
                  <a:close/>
                  <a:moveTo>
                    <a:pt x="0" y="53333"/>
                  </a:moveTo>
                  <a:lnTo>
                    <a:pt x="84479" y="53333"/>
                  </a:lnTo>
                  <a:lnTo>
                    <a:pt x="84479" y="60416"/>
                  </a:lnTo>
                  <a:lnTo>
                    <a:pt x="62396" y="60416"/>
                  </a:lnTo>
                  <a:lnTo>
                    <a:pt x="62396" y="92917"/>
                  </a:lnTo>
                  <a:lnTo>
                    <a:pt x="54167" y="92917"/>
                  </a:lnTo>
                  <a:lnTo>
                    <a:pt x="54167" y="60416"/>
                  </a:lnTo>
                  <a:lnTo>
                    <a:pt x="30625" y="60416"/>
                  </a:lnTo>
                  <a:lnTo>
                    <a:pt x="30625" y="92187"/>
                  </a:lnTo>
                  <a:lnTo>
                    <a:pt x="22292" y="92187"/>
                  </a:lnTo>
                  <a:lnTo>
                    <a:pt x="22292" y="60416"/>
                  </a:lnTo>
                  <a:lnTo>
                    <a:pt x="0" y="60416"/>
                  </a:lnTo>
                  <a:close/>
                  <a:moveTo>
                    <a:pt x="431250" y="34375"/>
                  </a:moveTo>
                  <a:cubicBezTo>
                    <a:pt x="429518" y="34792"/>
                    <a:pt x="427669" y="35065"/>
                    <a:pt x="425729" y="35208"/>
                  </a:cubicBezTo>
                  <a:cubicBezTo>
                    <a:pt x="423789" y="35338"/>
                    <a:pt x="421836" y="35417"/>
                    <a:pt x="419896" y="35417"/>
                  </a:cubicBezTo>
                  <a:cubicBezTo>
                    <a:pt x="417956" y="35417"/>
                    <a:pt x="416029" y="35338"/>
                    <a:pt x="414115" y="35208"/>
                  </a:cubicBezTo>
                  <a:cubicBezTo>
                    <a:pt x="412201" y="35065"/>
                    <a:pt x="410482" y="34817"/>
                    <a:pt x="408959" y="34479"/>
                  </a:cubicBezTo>
                  <a:lnTo>
                    <a:pt x="408959" y="46041"/>
                  </a:lnTo>
                  <a:lnTo>
                    <a:pt x="431250" y="46041"/>
                  </a:lnTo>
                  <a:close/>
                  <a:moveTo>
                    <a:pt x="215729" y="25833"/>
                  </a:moveTo>
                  <a:lnTo>
                    <a:pt x="223646" y="25833"/>
                  </a:lnTo>
                  <a:lnTo>
                    <a:pt x="223646" y="47812"/>
                  </a:lnTo>
                  <a:cubicBezTo>
                    <a:pt x="225586" y="47812"/>
                    <a:pt x="228060" y="47734"/>
                    <a:pt x="231042" y="47604"/>
                  </a:cubicBezTo>
                  <a:cubicBezTo>
                    <a:pt x="234024" y="47461"/>
                    <a:pt x="237122" y="47253"/>
                    <a:pt x="240313" y="46979"/>
                  </a:cubicBezTo>
                  <a:cubicBezTo>
                    <a:pt x="243581" y="46771"/>
                    <a:pt x="246771" y="46484"/>
                    <a:pt x="249896" y="46146"/>
                  </a:cubicBezTo>
                  <a:cubicBezTo>
                    <a:pt x="253021" y="45794"/>
                    <a:pt x="255729" y="45416"/>
                    <a:pt x="258021" y="45000"/>
                  </a:cubicBezTo>
                  <a:lnTo>
                    <a:pt x="258021" y="51979"/>
                  </a:lnTo>
                  <a:cubicBezTo>
                    <a:pt x="253581" y="52669"/>
                    <a:pt x="247031" y="53346"/>
                    <a:pt x="238385" y="54010"/>
                  </a:cubicBezTo>
                  <a:cubicBezTo>
                    <a:pt x="229740" y="54661"/>
                    <a:pt x="219479" y="55000"/>
                    <a:pt x="207604" y="55000"/>
                  </a:cubicBezTo>
                  <a:lnTo>
                    <a:pt x="196250" y="55000"/>
                  </a:lnTo>
                  <a:lnTo>
                    <a:pt x="196250" y="47812"/>
                  </a:lnTo>
                  <a:lnTo>
                    <a:pt x="215729" y="47812"/>
                  </a:lnTo>
                  <a:close/>
                  <a:moveTo>
                    <a:pt x="519584" y="18020"/>
                  </a:moveTo>
                  <a:cubicBezTo>
                    <a:pt x="520000" y="19271"/>
                    <a:pt x="520313" y="20534"/>
                    <a:pt x="520521" y="21823"/>
                  </a:cubicBezTo>
                  <a:cubicBezTo>
                    <a:pt x="520729" y="23099"/>
                    <a:pt x="520834" y="24375"/>
                    <a:pt x="520834" y="25625"/>
                  </a:cubicBezTo>
                  <a:cubicBezTo>
                    <a:pt x="520834" y="26666"/>
                    <a:pt x="520769" y="27682"/>
                    <a:pt x="520625" y="28698"/>
                  </a:cubicBezTo>
                  <a:cubicBezTo>
                    <a:pt x="520482" y="29700"/>
                    <a:pt x="520313" y="30651"/>
                    <a:pt x="520104" y="31562"/>
                  </a:cubicBezTo>
                  <a:lnTo>
                    <a:pt x="537500" y="31562"/>
                  </a:lnTo>
                  <a:lnTo>
                    <a:pt x="537500" y="18020"/>
                  </a:lnTo>
                  <a:close/>
                  <a:moveTo>
                    <a:pt x="496563" y="9271"/>
                  </a:moveTo>
                  <a:cubicBezTo>
                    <a:pt x="491498" y="9271"/>
                    <a:pt x="487591" y="10859"/>
                    <a:pt x="484844" y="14062"/>
                  </a:cubicBezTo>
                  <a:cubicBezTo>
                    <a:pt x="482097" y="17252"/>
                    <a:pt x="480729" y="21146"/>
                    <a:pt x="480729" y="25729"/>
                  </a:cubicBezTo>
                  <a:cubicBezTo>
                    <a:pt x="480729" y="30234"/>
                    <a:pt x="482097" y="34115"/>
                    <a:pt x="484844" y="37344"/>
                  </a:cubicBezTo>
                  <a:cubicBezTo>
                    <a:pt x="487591" y="40573"/>
                    <a:pt x="491498" y="42187"/>
                    <a:pt x="496563" y="42187"/>
                  </a:cubicBezTo>
                  <a:cubicBezTo>
                    <a:pt x="501563" y="42187"/>
                    <a:pt x="505430" y="40573"/>
                    <a:pt x="508177" y="37344"/>
                  </a:cubicBezTo>
                  <a:cubicBezTo>
                    <a:pt x="510925" y="34115"/>
                    <a:pt x="512292" y="30234"/>
                    <a:pt x="512292" y="25729"/>
                  </a:cubicBezTo>
                  <a:cubicBezTo>
                    <a:pt x="512292" y="21146"/>
                    <a:pt x="510925" y="17252"/>
                    <a:pt x="508177" y="14062"/>
                  </a:cubicBezTo>
                  <a:cubicBezTo>
                    <a:pt x="505430" y="10859"/>
                    <a:pt x="501563" y="9271"/>
                    <a:pt x="496563" y="9271"/>
                  </a:cubicBezTo>
                  <a:close/>
                  <a:moveTo>
                    <a:pt x="42292" y="8229"/>
                  </a:moveTo>
                  <a:cubicBezTo>
                    <a:pt x="35065" y="8229"/>
                    <a:pt x="29258" y="9492"/>
                    <a:pt x="24844" y="12031"/>
                  </a:cubicBezTo>
                  <a:cubicBezTo>
                    <a:pt x="20430" y="14557"/>
                    <a:pt x="18229" y="18229"/>
                    <a:pt x="18229" y="23021"/>
                  </a:cubicBezTo>
                  <a:cubicBezTo>
                    <a:pt x="18229" y="25377"/>
                    <a:pt x="18841" y="27461"/>
                    <a:pt x="20052" y="29271"/>
                  </a:cubicBezTo>
                  <a:cubicBezTo>
                    <a:pt x="21263" y="31068"/>
                    <a:pt x="22956" y="32604"/>
                    <a:pt x="25104" y="33854"/>
                  </a:cubicBezTo>
                  <a:cubicBezTo>
                    <a:pt x="27253" y="35104"/>
                    <a:pt x="29805" y="36041"/>
                    <a:pt x="32760" y="36666"/>
                  </a:cubicBezTo>
                  <a:cubicBezTo>
                    <a:pt x="35716" y="37291"/>
                    <a:pt x="38893" y="37604"/>
                    <a:pt x="42292" y="37604"/>
                  </a:cubicBezTo>
                  <a:cubicBezTo>
                    <a:pt x="49167" y="37604"/>
                    <a:pt x="54883" y="36328"/>
                    <a:pt x="59427" y="33802"/>
                  </a:cubicBezTo>
                  <a:cubicBezTo>
                    <a:pt x="63971" y="31263"/>
                    <a:pt x="66250" y="27669"/>
                    <a:pt x="66250" y="23021"/>
                  </a:cubicBezTo>
                  <a:cubicBezTo>
                    <a:pt x="66250" y="18229"/>
                    <a:pt x="63997" y="14557"/>
                    <a:pt x="59479" y="12031"/>
                  </a:cubicBezTo>
                  <a:cubicBezTo>
                    <a:pt x="54961" y="9492"/>
                    <a:pt x="49232" y="8229"/>
                    <a:pt x="42292" y="8229"/>
                  </a:cubicBezTo>
                  <a:close/>
                  <a:moveTo>
                    <a:pt x="419896" y="6250"/>
                  </a:moveTo>
                  <a:cubicBezTo>
                    <a:pt x="412396" y="6250"/>
                    <a:pt x="406602" y="7292"/>
                    <a:pt x="402500" y="9375"/>
                  </a:cubicBezTo>
                  <a:cubicBezTo>
                    <a:pt x="398399" y="11458"/>
                    <a:pt x="396354" y="14166"/>
                    <a:pt x="396354" y="17500"/>
                  </a:cubicBezTo>
                  <a:cubicBezTo>
                    <a:pt x="396354" y="20755"/>
                    <a:pt x="398503" y="23464"/>
                    <a:pt x="402813" y="25625"/>
                  </a:cubicBezTo>
                  <a:cubicBezTo>
                    <a:pt x="407122" y="27773"/>
                    <a:pt x="412813" y="28854"/>
                    <a:pt x="419896" y="28854"/>
                  </a:cubicBezTo>
                  <a:cubicBezTo>
                    <a:pt x="426771" y="28854"/>
                    <a:pt x="432435" y="27825"/>
                    <a:pt x="436875" y="25781"/>
                  </a:cubicBezTo>
                  <a:cubicBezTo>
                    <a:pt x="441315" y="23724"/>
                    <a:pt x="443542" y="21042"/>
                    <a:pt x="443542" y="17708"/>
                  </a:cubicBezTo>
                  <a:cubicBezTo>
                    <a:pt x="443542" y="14375"/>
                    <a:pt x="441419" y="11627"/>
                    <a:pt x="437188" y="9479"/>
                  </a:cubicBezTo>
                  <a:cubicBezTo>
                    <a:pt x="432956" y="7317"/>
                    <a:pt x="427188" y="6250"/>
                    <a:pt x="419896" y="6250"/>
                  </a:cubicBezTo>
                  <a:close/>
                  <a:moveTo>
                    <a:pt x="97917" y="5937"/>
                  </a:moveTo>
                  <a:lnTo>
                    <a:pt x="146458" y="5937"/>
                  </a:lnTo>
                  <a:lnTo>
                    <a:pt x="146458" y="12916"/>
                  </a:lnTo>
                  <a:lnTo>
                    <a:pt x="126354" y="12916"/>
                  </a:lnTo>
                  <a:lnTo>
                    <a:pt x="126354" y="22187"/>
                  </a:lnTo>
                  <a:cubicBezTo>
                    <a:pt x="126354" y="32109"/>
                    <a:pt x="128437" y="40677"/>
                    <a:pt x="132604" y="47865"/>
                  </a:cubicBezTo>
                  <a:cubicBezTo>
                    <a:pt x="136771" y="55052"/>
                    <a:pt x="143125" y="61146"/>
                    <a:pt x="151667" y="66146"/>
                  </a:cubicBezTo>
                  <a:lnTo>
                    <a:pt x="145729" y="72083"/>
                  </a:lnTo>
                  <a:cubicBezTo>
                    <a:pt x="140938" y="68958"/>
                    <a:pt x="136315" y="64922"/>
                    <a:pt x="131875" y="60000"/>
                  </a:cubicBezTo>
                  <a:cubicBezTo>
                    <a:pt x="127435" y="55065"/>
                    <a:pt x="124167" y="49479"/>
                    <a:pt x="122083" y="43229"/>
                  </a:cubicBezTo>
                  <a:cubicBezTo>
                    <a:pt x="121107" y="46354"/>
                    <a:pt x="119753" y="49427"/>
                    <a:pt x="118021" y="52448"/>
                  </a:cubicBezTo>
                  <a:cubicBezTo>
                    <a:pt x="116289" y="55469"/>
                    <a:pt x="114310" y="58359"/>
                    <a:pt x="112083" y="61146"/>
                  </a:cubicBezTo>
                  <a:cubicBezTo>
                    <a:pt x="109935" y="63854"/>
                    <a:pt x="107617" y="66354"/>
                    <a:pt x="105156" y="68646"/>
                  </a:cubicBezTo>
                  <a:cubicBezTo>
                    <a:pt x="102695" y="70938"/>
                    <a:pt x="100313" y="72916"/>
                    <a:pt x="98021" y="74583"/>
                  </a:cubicBezTo>
                  <a:lnTo>
                    <a:pt x="91250" y="68854"/>
                  </a:lnTo>
                  <a:cubicBezTo>
                    <a:pt x="99583" y="63646"/>
                    <a:pt x="106094" y="57044"/>
                    <a:pt x="110781" y="49062"/>
                  </a:cubicBezTo>
                  <a:cubicBezTo>
                    <a:pt x="115469" y="41068"/>
                    <a:pt x="117813" y="31666"/>
                    <a:pt x="117813" y="20833"/>
                  </a:cubicBezTo>
                  <a:lnTo>
                    <a:pt x="117813" y="12916"/>
                  </a:lnTo>
                  <a:lnTo>
                    <a:pt x="97917" y="12916"/>
                  </a:lnTo>
                  <a:close/>
                  <a:moveTo>
                    <a:pt x="294479" y="5104"/>
                  </a:moveTo>
                  <a:lnTo>
                    <a:pt x="333646" y="5104"/>
                  </a:lnTo>
                  <a:cubicBezTo>
                    <a:pt x="334479" y="5104"/>
                    <a:pt x="335052" y="5260"/>
                    <a:pt x="335365" y="5573"/>
                  </a:cubicBezTo>
                  <a:cubicBezTo>
                    <a:pt x="335677" y="5885"/>
                    <a:pt x="335834" y="6458"/>
                    <a:pt x="335834" y="7292"/>
                  </a:cubicBezTo>
                  <a:lnTo>
                    <a:pt x="335834" y="38750"/>
                  </a:lnTo>
                  <a:cubicBezTo>
                    <a:pt x="335834" y="39583"/>
                    <a:pt x="335677" y="40156"/>
                    <a:pt x="335365" y="40469"/>
                  </a:cubicBezTo>
                  <a:cubicBezTo>
                    <a:pt x="335052" y="40781"/>
                    <a:pt x="334479" y="40937"/>
                    <a:pt x="333646" y="40937"/>
                  </a:cubicBezTo>
                  <a:lnTo>
                    <a:pt x="302708" y="40937"/>
                  </a:lnTo>
                  <a:lnTo>
                    <a:pt x="302708" y="62917"/>
                  </a:lnTo>
                  <a:lnTo>
                    <a:pt x="312813" y="62917"/>
                  </a:lnTo>
                  <a:cubicBezTo>
                    <a:pt x="316563" y="62917"/>
                    <a:pt x="320261" y="62812"/>
                    <a:pt x="323906" y="62604"/>
                  </a:cubicBezTo>
                  <a:cubicBezTo>
                    <a:pt x="327552" y="62396"/>
                    <a:pt x="331003" y="62148"/>
                    <a:pt x="334271" y="61875"/>
                  </a:cubicBezTo>
                  <a:cubicBezTo>
                    <a:pt x="337539" y="61523"/>
                    <a:pt x="340521" y="61159"/>
                    <a:pt x="343229" y="60781"/>
                  </a:cubicBezTo>
                  <a:cubicBezTo>
                    <a:pt x="345938" y="60391"/>
                    <a:pt x="348229" y="60000"/>
                    <a:pt x="350104" y="59583"/>
                  </a:cubicBezTo>
                  <a:lnTo>
                    <a:pt x="350104" y="66771"/>
                  </a:lnTo>
                  <a:cubicBezTo>
                    <a:pt x="348086" y="67187"/>
                    <a:pt x="345625" y="67604"/>
                    <a:pt x="342709" y="68021"/>
                  </a:cubicBezTo>
                  <a:cubicBezTo>
                    <a:pt x="339792" y="68437"/>
                    <a:pt x="336602" y="68815"/>
                    <a:pt x="333125" y="69166"/>
                  </a:cubicBezTo>
                  <a:cubicBezTo>
                    <a:pt x="329649" y="69505"/>
                    <a:pt x="325938" y="69792"/>
                    <a:pt x="321979" y="70000"/>
                  </a:cubicBezTo>
                  <a:cubicBezTo>
                    <a:pt x="318021" y="70208"/>
                    <a:pt x="314024" y="70312"/>
                    <a:pt x="310000" y="70312"/>
                  </a:cubicBezTo>
                  <a:lnTo>
                    <a:pt x="296667" y="70312"/>
                  </a:lnTo>
                  <a:cubicBezTo>
                    <a:pt x="295833" y="70312"/>
                    <a:pt x="295261" y="70156"/>
                    <a:pt x="294948" y="69844"/>
                  </a:cubicBezTo>
                  <a:cubicBezTo>
                    <a:pt x="294636" y="69531"/>
                    <a:pt x="294479" y="68958"/>
                    <a:pt x="294479" y="68125"/>
                  </a:cubicBezTo>
                  <a:lnTo>
                    <a:pt x="294479" y="36041"/>
                  </a:lnTo>
                  <a:cubicBezTo>
                    <a:pt x="294479" y="35208"/>
                    <a:pt x="294636" y="34635"/>
                    <a:pt x="294948" y="34323"/>
                  </a:cubicBezTo>
                  <a:cubicBezTo>
                    <a:pt x="295261" y="34010"/>
                    <a:pt x="295833" y="33854"/>
                    <a:pt x="296667" y="33854"/>
                  </a:cubicBezTo>
                  <a:lnTo>
                    <a:pt x="327708" y="33854"/>
                  </a:lnTo>
                  <a:lnTo>
                    <a:pt x="327708" y="12292"/>
                  </a:lnTo>
                  <a:lnTo>
                    <a:pt x="294479" y="12292"/>
                  </a:lnTo>
                  <a:close/>
                  <a:moveTo>
                    <a:pt x="202083" y="4375"/>
                  </a:moveTo>
                  <a:lnTo>
                    <a:pt x="246146" y="4375"/>
                  </a:lnTo>
                  <a:cubicBezTo>
                    <a:pt x="246979" y="4375"/>
                    <a:pt x="247552" y="4531"/>
                    <a:pt x="247865" y="4843"/>
                  </a:cubicBezTo>
                  <a:cubicBezTo>
                    <a:pt x="248177" y="5156"/>
                    <a:pt x="248333" y="5729"/>
                    <a:pt x="248333" y="6562"/>
                  </a:cubicBezTo>
                  <a:cubicBezTo>
                    <a:pt x="248190" y="9401"/>
                    <a:pt x="247982" y="12304"/>
                    <a:pt x="247708" y="15260"/>
                  </a:cubicBezTo>
                  <a:cubicBezTo>
                    <a:pt x="247435" y="18203"/>
                    <a:pt x="247122" y="21067"/>
                    <a:pt x="246771" y="23854"/>
                  </a:cubicBezTo>
                  <a:cubicBezTo>
                    <a:pt x="246419" y="26693"/>
                    <a:pt x="246055" y="29349"/>
                    <a:pt x="245677" y="31823"/>
                  </a:cubicBezTo>
                  <a:cubicBezTo>
                    <a:pt x="245300" y="34284"/>
                    <a:pt x="244896" y="36458"/>
                    <a:pt x="244479" y="38333"/>
                  </a:cubicBezTo>
                  <a:lnTo>
                    <a:pt x="236354" y="38333"/>
                  </a:lnTo>
                  <a:cubicBezTo>
                    <a:pt x="236706" y="36666"/>
                    <a:pt x="237044" y="34700"/>
                    <a:pt x="237396" y="32448"/>
                  </a:cubicBezTo>
                  <a:cubicBezTo>
                    <a:pt x="237747" y="30182"/>
                    <a:pt x="238060" y="27839"/>
                    <a:pt x="238333" y="25417"/>
                  </a:cubicBezTo>
                  <a:cubicBezTo>
                    <a:pt x="238685" y="23047"/>
                    <a:pt x="238958" y="20651"/>
                    <a:pt x="239167" y="18229"/>
                  </a:cubicBezTo>
                  <a:cubicBezTo>
                    <a:pt x="239375" y="15794"/>
                    <a:pt x="239583" y="13568"/>
                    <a:pt x="239792" y="11563"/>
                  </a:cubicBezTo>
                  <a:lnTo>
                    <a:pt x="202083" y="11563"/>
                  </a:lnTo>
                  <a:close/>
                  <a:moveTo>
                    <a:pt x="42292" y="1354"/>
                  </a:moveTo>
                  <a:cubicBezTo>
                    <a:pt x="52500" y="1354"/>
                    <a:pt x="60508" y="3294"/>
                    <a:pt x="66302" y="7188"/>
                  </a:cubicBezTo>
                  <a:cubicBezTo>
                    <a:pt x="72096" y="11067"/>
                    <a:pt x="75000" y="16354"/>
                    <a:pt x="75000" y="23021"/>
                  </a:cubicBezTo>
                  <a:cubicBezTo>
                    <a:pt x="75000" y="29479"/>
                    <a:pt x="72122" y="34661"/>
                    <a:pt x="66354" y="38594"/>
                  </a:cubicBezTo>
                  <a:cubicBezTo>
                    <a:pt x="60586" y="42513"/>
                    <a:pt x="52565" y="44479"/>
                    <a:pt x="42292" y="44479"/>
                  </a:cubicBezTo>
                  <a:cubicBezTo>
                    <a:pt x="37227" y="44479"/>
                    <a:pt x="32656" y="43971"/>
                    <a:pt x="28594" y="42969"/>
                  </a:cubicBezTo>
                  <a:cubicBezTo>
                    <a:pt x="24531" y="41953"/>
                    <a:pt x="21081" y="40521"/>
                    <a:pt x="18229" y="38646"/>
                  </a:cubicBezTo>
                  <a:cubicBezTo>
                    <a:pt x="15378" y="36771"/>
                    <a:pt x="13216" y="34505"/>
                    <a:pt x="11719" y="31875"/>
                  </a:cubicBezTo>
                  <a:cubicBezTo>
                    <a:pt x="10221" y="29232"/>
                    <a:pt x="9479" y="26276"/>
                    <a:pt x="9479" y="23021"/>
                  </a:cubicBezTo>
                  <a:cubicBezTo>
                    <a:pt x="9479" y="16562"/>
                    <a:pt x="12396" y="11328"/>
                    <a:pt x="18229" y="7344"/>
                  </a:cubicBezTo>
                  <a:cubicBezTo>
                    <a:pt x="24063" y="3346"/>
                    <a:pt x="32083" y="1354"/>
                    <a:pt x="42292" y="1354"/>
                  </a:cubicBezTo>
                  <a:close/>
                  <a:moveTo>
                    <a:pt x="161771" y="833"/>
                  </a:moveTo>
                  <a:lnTo>
                    <a:pt x="170000" y="833"/>
                  </a:lnTo>
                  <a:lnTo>
                    <a:pt x="170000" y="93125"/>
                  </a:lnTo>
                  <a:lnTo>
                    <a:pt x="161771" y="93125"/>
                  </a:lnTo>
                  <a:close/>
                  <a:moveTo>
                    <a:pt x="537500" y="625"/>
                  </a:moveTo>
                  <a:lnTo>
                    <a:pt x="545834" y="625"/>
                  </a:lnTo>
                  <a:lnTo>
                    <a:pt x="545834" y="54687"/>
                  </a:lnTo>
                  <a:lnTo>
                    <a:pt x="537500" y="54687"/>
                  </a:lnTo>
                  <a:lnTo>
                    <a:pt x="537500" y="38542"/>
                  </a:lnTo>
                  <a:lnTo>
                    <a:pt x="517188" y="38542"/>
                  </a:lnTo>
                  <a:cubicBezTo>
                    <a:pt x="515105" y="41875"/>
                    <a:pt x="512279" y="44544"/>
                    <a:pt x="508698" y="46562"/>
                  </a:cubicBezTo>
                  <a:cubicBezTo>
                    <a:pt x="505117" y="48567"/>
                    <a:pt x="501042" y="49583"/>
                    <a:pt x="496459" y="49583"/>
                  </a:cubicBezTo>
                  <a:cubicBezTo>
                    <a:pt x="492917" y="49583"/>
                    <a:pt x="489649" y="48958"/>
                    <a:pt x="486667" y="47708"/>
                  </a:cubicBezTo>
                  <a:cubicBezTo>
                    <a:pt x="483685" y="46458"/>
                    <a:pt x="481107" y="44752"/>
                    <a:pt x="478959" y="42604"/>
                  </a:cubicBezTo>
                  <a:cubicBezTo>
                    <a:pt x="476810" y="40443"/>
                    <a:pt x="475144" y="37917"/>
                    <a:pt x="473959" y="35000"/>
                  </a:cubicBezTo>
                  <a:cubicBezTo>
                    <a:pt x="472774" y="32083"/>
                    <a:pt x="472188" y="28958"/>
                    <a:pt x="472188" y="25625"/>
                  </a:cubicBezTo>
                  <a:cubicBezTo>
                    <a:pt x="472188" y="22422"/>
                    <a:pt x="472774" y="19388"/>
                    <a:pt x="473959" y="16510"/>
                  </a:cubicBezTo>
                  <a:cubicBezTo>
                    <a:pt x="475144" y="13620"/>
                    <a:pt x="476810" y="11107"/>
                    <a:pt x="478959" y="8958"/>
                  </a:cubicBezTo>
                  <a:cubicBezTo>
                    <a:pt x="481107" y="6797"/>
                    <a:pt x="483685" y="5078"/>
                    <a:pt x="486667" y="3802"/>
                  </a:cubicBezTo>
                  <a:cubicBezTo>
                    <a:pt x="489649" y="2513"/>
                    <a:pt x="492917" y="1875"/>
                    <a:pt x="496459" y="1875"/>
                  </a:cubicBezTo>
                  <a:cubicBezTo>
                    <a:pt x="500560" y="1875"/>
                    <a:pt x="504271" y="2721"/>
                    <a:pt x="507604" y="4427"/>
                  </a:cubicBezTo>
                  <a:cubicBezTo>
                    <a:pt x="510938" y="6120"/>
                    <a:pt x="513711" y="8333"/>
                    <a:pt x="515938" y="11042"/>
                  </a:cubicBezTo>
                  <a:lnTo>
                    <a:pt x="537500" y="11042"/>
                  </a:lnTo>
                  <a:close/>
                  <a:moveTo>
                    <a:pt x="354792" y="625"/>
                  </a:moveTo>
                  <a:lnTo>
                    <a:pt x="363021" y="625"/>
                  </a:lnTo>
                  <a:lnTo>
                    <a:pt x="363021" y="92917"/>
                  </a:lnTo>
                  <a:lnTo>
                    <a:pt x="354792" y="92917"/>
                  </a:lnTo>
                  <a:close/>
                  <a:moveTo>
                    <a:pt x="261354" y="625"/>
                  </a:moveTo>
                  <a:lnTo>
                    <a:pt x="269479" y="625"/>
                  </a:lnTo>
                  <a:lnTo>
                    <a:pt x="269479" y="30312"/>
                  </a:lnTo>
                  <a:lnTo>
                    <a:pt x="282188" y="30312"/>
                  </a:lnTo>
                  <a:lnTo>
                    <a:pt x="282188" y="37604"/>
                  </a:lnTo>
                  <a:lnTo>
                    <a:pt x="269479" y="37604"/>
                  </a:lnTo>
                  <a:lnTo>
                    <a:pt x="269479" y="70417"/>
                  </a:lnTo>
                  <a:lnTo>
                    <a:pt x="261354" y="70417"/>
                  </a:lnTo>
                  <a:close/>
                  <a:moveTo>
                    <a:pt x="419896" y="0"/>
                  </a:moveTo>
                  <a:cubicBezTo>
                    <a:pt x="430873" y="0"/>
                    <a:pt x="439024" y="1744"/>
                    <a:pt x="444375" y="5260"/>
                  </a:cubicBezTo>
                  <a:cubicBezTo>
                    <a:pt x="449727" y="8763"/>
                    <a:pt x="452396" y="12943"/>
                    <a:pt x="452396" y="17812"/>
                  </a:cubicBezTo>
                  <a:cubicBezTo>
                    <a:pt x="452396" y="20794"/>
                    <a:pt x="451302" y="23568"/>
                    <a:pt x="449115" y="26146"/>
                  </a:cubicBezTo>
                  <a:cubicBezTo>
                    <a:pt x="446927" y="28711"/>
                    <a:pt x="443646" y="30833"/>
                    <a:pt x="439271" y="32500"/>
                  </a:cubicBezTo>
                  <a:lnTo>
                    <a:pt x="439271" y="46041"/>
                  </a:lnTo>
                  <a:lnTo>
                    <a:pt x="462188" y="46041"/>
                  </a:lnTo>
                  <a:lnTo>
                    <a:pt x="462188" y="53125"/>
                  </a:lnTo>
                  <a:lnTo>
                    <a:pt x="377604" y="53125"/>
                  </a:lnTo>
                  <a:lnTo>
                    <a:pt x="377604" y="46041"/>
                  </a:lnTo>
                  <a:lnTo>
                    <a:pt x="400834" y="46041"/>
                  </a:lnTo>
                  <a:lnTo>
                    <a:pt x="400834" y="32500"/>
                  </a:lnTo>
                  <a:cubicBezTo>
                    <a:pt x="396393" y="30833"/>
                    <a:pt x="393073" y="28698"/>
                    <a:pt x="390886" y="26094"/>
                  </a:cubicBezTo>
                  <a:cubicBezTo>
                    <a:pt x="388698" y="23489"/>
                    <a:pt x="387604" y="20651"/>
                    <a:pt x="387604" y="17604"/>
                  </a:cubicBezTo>
                  <a:cubicBezTo>
                    <a:pt x="387604" y="12812"/>
                    <a:pt x="390313" y="8672"/>
                    <a:pt x="395729" y="5208"/>
                  </a:cubicBezTo>
                  <a:cubicBezTo>
                    <a:pt x="401146" y="1732"/>
                    <a:pt x="409206" y="0"/>
                    <a:pt x="41989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08A214D3-1ABB-48A7-B964-E1D0EFF7F859}"/>
                </a:ext>
              </a:extLst>
            </p:cNvPr>
            <p:cNvSpPr txBox="1"/>
            <p:nvPr/>
          </p:nvSpPr>
          <p:spPr>
            <a:xfrm>
              <a:off x="2037286" y="4615918"/>
              <a:ext cx="72975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유지관리용역</a:t>
              </a:r>
            </a:p>
          </p:txBody>
        </p:sp>
        <p:sp>
          <p:nvSpPr>
            <p:cNvPr id="513" name="자유형: 도형 512">
              <a:extLst>
                <a:ext uri="{FF2B5EF4-FFF2-40B4-BE49-F238E27FC236}">
                  <a16:creationId xmlns:a16="http://schemas.microsoft.com/office/drawing/2014/main" id="{57F80BC6-2B40-4DD6-94CD-05B08066ED67}"/>
                </a:ext>
              </a:extLst>
            </p:cNvPr>
            <p:cNvSpPr/>
            <p:nvPr/>
          </p:nvSpPr>
          <p:spPr>
            <a:xfrm>
              <a:off x="3018050" y="4621299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3 h 81562"/>
                <a:gd name="connsiteX3" fmla="*/ 408021 w 631667"/>
                <a:gd name="connsiteY3" fmla="*/ 81563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3 h 81562"/>
                <a:gd name="connsiteX7" fmla="*/ 251771 w 631667"/>
                <a:gd name="connsiteY7" fmla="*/ 81563 h 81562"/>
                <a:gd name="connsiteX8" fmla="*/ 598855 w 631667"/>
                <a:gd name="connsiteY8" fmla="*/ 33958 h 81562"/>
                <a:gd name="connsiteX9" fmla="*/ 604219 w 631667"/>
                <a:gd name="connsiteY9" fmla="*/ 34948 h 81562"/>
                <a:gd name="connsiteX10" fmla="*/ 609063 w 631667"/>
                <a:gd name="connsiteY10" fmla="*/ 37917 h 81562"/>
                <a:gd name="connsiteX11" fmla="*/ 613854 w 631667"/>
                <a:gd name="connsiteY11" fmla="*/ 41407 h 81562"/>
                <a:gd name="connsiteX12" fmla="*/ 618125 w 631667"/>
                <a:gd name="connsiteY12" fmla="*/ 42604 h 81562"/>
                <a:gd name="connsiteX13" fmla="*/ 623386 w 631667"/>
                <a:gd name="connsiteY13" fmla="*/ 40313 h 81562"/>
                <a:gd name="connsiteX14" fmla="*/ 626980 w 631667"/>
                <a:gd name="connsiteY14" fmla="*/ 33958 h 81562"/>
                <a:gd name="connsiteX15" fmla="*/ 631667 w 631667"/>
                <a:gd name="connsiteY15" fmla="*/ 36771 h 81562"/>
                <a:gd name="connsiteX16" fmla="*/ 626719 w 631667"/>
                <a:gd name="connsiteY16" fmla="*/ 45834 h 81562"/>
                <a:gd name="connsiteX17" fmla="*/ 618021 w 631667"/>
                <a:gd name="connsiteY17" fmla="*/ 49271 h 81562"/>
                <a:gd name="connsiteX18" fmla="*/ 612605 w 631667"/>
                <a:gd name="connsiteY18" fmla="*/ 48333 h 81562"/>
                <a:gd name="connsiteX19" fmla="*/ 607813 w 631667"/>
                <a:gd name="connsiteY19" fmla="*/ 45313 h 81562"/>
                <a:gd name="connsiteX20" fmla="*/ 602969 w 631667"/>
                <a:gd name="connsiteY20" fmla="*/ 41875 h 81562"/>
                <a:gd name="connsiteX21" fmla="*/ 598750 w 631667"/>
                <a:gd name="connsiteY21" fmla="*/ 40625 h 81562"/>
                <a:gd name="connsiteX22" fmla="*/ 593646 w 631667"/>
                <a:gd name="connsiteY22" fmla="*/ 42656 h 81562"/>
                <a:gd name="connsiteX23" fmla="*/ 590105 w 631667"/>
                <a:gd name="connsiteY23" fmla="*/ 48438 h 81562"/>
                <a:gd name="connsiteX24" fmla="*/ 585417 w 631667"/>
                <a:gd name="connsiteY24" fmla="*/ 45625 h 81562"/>
                <a:gd name="connsiteX25" fmla="*/ 590313 w 631667"/>
                <a:gd name="connsiteY25" fmla="*/ 37396 h 81562"/>
                <a:gd name="connsiteX26" fmla="*/ 598855 w 631667"/>
                <a:gd name="connsiteY26" fmla="*/ 33958 h 81562"/>
                <a:gd name="connsiteX27" fmla="*/ 89583 w 631667"/>
                <a:gd name="connsiteY27" fmla="*/ 7188 h 81562"/>
                <a:gd name="connsiteX28" fmla="*/ 80781 w 631667"/>
                <a:gd name="connsiteY28" fmla="*/ 10833 h 81562"/>
                <a:gd name="connsiteX29" fmla="*/ 76042 w 631667"/>
                <a:gd name="connsiteY29" fmla="*/ 19584 h 81562"/>
                <a:gd name="connsiteX30" fmla="*/ 74011 w 631667"/>
                <a:gd name="connsiteY30" fmla="*/ 30573 h 81562"/>
                <a:gd name="connsiteX31" fmla="*/ 73646 w 631667"/>
                <a:gd name="connsiteY31" fmla="*/ 40729 h 81562"/>
                <a:gd name="connsiteX32" fmla="*/ 74011 w 631667"/>
                <a:gd name="connsiteY32" fmla="*/ 50782 h 81562"/>
                <a:gd name="connsiteX33" fmla="*/ 76042 w 631667"/>
                <a:gd name="connsiteY33" fmla="*/ 61667 h 81562"/>
                <a:gd name="connsiteX34" fmla="*/ 80781 w 631667"/>
                <a:gd name="connsiteY34" fmla="*/ 70313 h 81562"/>
                <a:gd name="connsiteX35" fmla="*/ 89583 w 631667"/>
                <a:gd name="connsiteY35" fmla="*/ 73855 h 81562"/>
                <a:gd name="connsiteX36" fmla="*/ 98542 w 631667"/>
                <a:gd name="connsiteY36" fmla="*/ 70313 h 81562"/>
                <a:gd name="connsiteX37" fmla="*/ 103542 w 631667"/>
                <a:gd name="connsiteY37" fmla="*/ 61667 h 81562"/>
                <a:gd name="connsiteX38" fmla="*/ 105833 w 631667"/>
                <a:gd name="connsiteY38" fmla="*/ 50782 h 81562"/>
                <a:gd name="connsiteX39" fmla="*/ 106354 w 631667"/>
                <a:gd name="connsiteY39" fmla="*/ 40729 h 81562"/>
                <a:gd name="connsiteX40" fmla="*/ 105833 w 631667"/>
                <a:gd name="connsiteY40" fmla="*/ 30573 h 81562"/>
                <a:gd name="connsiteX41" fmla="*/ 103542 w 631667"/>
                <a:gd name="connsiteY41" fmla="*/ 19584 h 81562"/>
                <a:gd name="connsiteX42" fmla="*/ 98542 w 631667"/>
                <a:gd name="connsiteY42" fmla="*/ 10833 h 81562"/>
                <a:gd name="connsiteX43" fmla="*/ 89583 w 631667"/>
                <a:gd name="connsiteY43" fmla="*/ 7188 h 81562"/>
                <a:gd name="connsiteX44" fmla="*/ 494896 w 631667"/>
                <a:gd name="connsiteY44" fmla="*/ 3125 h 81562"/>
                <a:gd name="connsiteX45" fmla="*/ 539896 w 631667"/>
                <a:gd name="connsiteY45" fmla="*/ 3125 h 81562"/>
                <a:gd name="connsiteX46" fmla="*/ 541407 w 631667"/>
                <a:gd name="connsiteY46" fmla="*/ 3594 h 81562"/>
                <a:gd name="connsiteX47" fmla="*/ 541875 w 631667"/>
                <a:gd name="connsiteY47" fmla="*/ 5105 h 81562"/>
                <a:gd name="connsiteX48" fmla="*/ 541875 w 631667"/>
                <a:gd name="connsiteY48" fmla="*/ 9063 h 81562"/>
                <a:gd name="connsiteX49" fmla="*/ 541615 w 631667"/>
                <a:gd name="connsiteY49" fmla="*/ 10625 h 81562"/>
                <a:gd name="connsiteX50" fmla="*/ 541042 w 631667"/>
                <a:gd name="connsiteY50" fmla="*/ 11979 h 81562"/>
                <a:gd name="connsiteX51" fmla="*/ 513855 w 631667"/>
                <a:gd name="connsiteY51" fmla="*/ 79167 h 81562"/>
                <a:gd name="connsiteX52" fmla="*/ 504584 w 631667"/>
                <a:gd name="connsiteY52" fmla="*/ 79167 h 81562"/>
                <a:gd name="connsiteX53" fmla="*/ 533125 w 631667"/>
                <a:gd name="connsiteY53" fmla="*/ 10313 h 81562"/>
                <a:gd name="connsiteX54" fmla="*/ 494896 w 631667"/>
                <a:gd name="connsiteY54" fmla="*/ 10313 h 81562"/>
                <a:gd name="connsiteX55" fmla="*/ 296875 w 631667"/>
                <a:gd name="connsiteY55" fmla="*/ 3125 h 81562"/>
                <a:gd name="connsiteX56" fmla="*/ 302813 w 631667"/>
                <a:gd name="connsiteY56" fmla="*/ 3125 h 81562"/>
                <a:gd name="connsiteX57" fmla="*/ 304375 w 631667"/>
                <a:gd name="connsiteY57" fmla="*/ 3542 h 81562"/>
                <a:gd name="connsiteX58" fmla="*/ 304792 w 631667"/>
                <a:gd name="connsiteY58" fmla="*/ 5105 h 81562"/>
                <a:gd name="connsiteX59" fmla="*/ 304792 w 631667"/>
                <a:gd name="connsiteY59" fmla="*/ 79167 h 81562"/>
                <a:gd name="connsiteX60" fmla="*/ 296563 w 631667"/>
                <a:gd name="connsiteY60" fmla="*/ 79167 h 81562"/>
                <a:gd name="connsiteX61" fmla="*/ 296563 w 631667"/>
                <a:gd name="connsiteY61" fmla="*/ 12083 h 81562"/>
                <a:gd name="connsiteX62" fmla="*/ 289532 w 631667"/>
                <a:gd name="connsiteY62" fmla="*/ 17865 h 81562"/>
                <a:gd name="connsiteX63" fmla="*/ 280313 w 631667"/>
                <a:gd name="connsiteY63" fmla="*/ 23125 h 81562"/>
                <a:gd name="connsiteX64" fmla="*/ 280313 w 631667"/>
                <a:gd name="connsiteY64" fmla="*/ 15208 h 81562"/>
                <a:gd name="connsiteX65" fmla="*/ 288959 w 631667"/>
                <a:gd name="connsiteY65" fmla="*/ 10104 h 81562"/>
                <a:gd name="connsiteX66" fmla="*/ 296875 w 631667"/>
                <a:gd name="connsiteY66" fmla="*/ 3125 h 81562"/>
                <a:gd name="connsiteX67" fmla="*/ 452709 w 631667"/>
                <a:gd name="connsiteY67" fmla="*/ 1354 h 81562"/>
                <a:gd name="connsiteX68" fmla="*/ 468750 w 631667"/>
                <a:gd name="connsiteY68" fmla="*/ 6458 h 81562"/>
                <a:gd name="connsiteX69" fmla="*/ 475209 w 631667"/>
                <a:gd name="connsiteY69" fmla="*/ 21458 h 81562"/>
                <a:gd name="connsiteX70" fmla="*/ 471094 w 631667"/>
                <a:gd name="connsiteY70" fmla="*/ 35313 h 81562"/>
                <a:gd name="connsiteX71" fmla="*/ 461250 w 631667"/>
                <a:gd name="connsiteY71" fmla="*/ 49271 h 81562"/>
                <a:gd name="connsiteX72" fmla="*/ 449375 w 631667"/>
                <a:gd name="connsiteY72" fmla="*/ 61979 h 81562"/>
                <a:gd name="connsiteX73" fmla="*/ 439167 w 631667"/>
                <a:gd name="connsiteY73" fmla="*/ 71979 h 81562"/>
                <a:gd name="connsiteX74" fmla="*/ 476875 w 631667"/>
                <a:gd name="connsiteY74" fmla="*/ 71979 h 81562"/>
                <a:gd name="connsiteX75" fmla="*/ 476875 w 631667"/>
                <a:gd name="connsiteY75" fmla="*/ 79167 h 81562"/>
                <a:gd name="connsiteX76" fmla="*/ 431146 w 631667"/>
                <a:gd name="connsiteY76" fmla="*/ 79167 h 81562"/>
                <a:gd name="connsiteX77" fmla="*/ 429948 w 631667"/>
                <a:gd name="connsiteY77" fmla="*/ 78854 h 81562"/>
                <a:gd name="connsiteX78" fmla="*/ 429688 w 631667"/>
                <a:gd name="connsiteY78" fmla="*/ 77604 h 81562"/>
                <a:gd name="connsiteX79" fmla="*/ 429688 w 631667"/>
                <a:gd name="connsiteY79" fmla="*/ 71354 h 81562"/>
                <a:gd name="connsiteX80" fmla="*/ 434011 w 631667"/>
                <a:gd name="connsiteY80" fmla="*/ 67188 h 81562"/>
                <a:gd name="connsiteX81" fmla="*/ 439584 w 631667"/>
                <a:gd name="connsiteY81" fmla="*/ 61667 h 81562"/>
                <a:gd name="connsiteX82" fmla="*/ 445625 w 631667"/>
                <a:gd name="connsiteY82" fmla="*/ 55209 h 81562"/>
                <a:gd name="connsiteX83" fmla="*/ 451771 w 631667"/>
                <a:gd name="connsiteY83" fmla="*/ 48125 h 81562"/>
                <a:gd name="connsiteX84" fmla="*/ 457500 w 631667"/>
                <a:gd name="connsiteY84" fmla="*/ 40990 h 81562"/>
                <a:gd name="connsiteX85" fmla="*/ 462188 w 631667"/>
                <a:gd name="connsiteY85" fmla="*/ 34063 h 81562"/>
                <a:gd name="connsiteX86" fmla="*/ 465469 w 631667"/>
                <a:gd name="connsiteY86" fmla="*/ 27605 h 81562"/>
                <a:gd name="connsiteX87" fmla="*/ 466667 w 631667"/>
                <a:gd name="connsiteY87" fmla="*/ 22084 h 81562"/>
                <a:gd name="connsiteX88" fmla="*/ 462709 w 631667"/>
                <a:gd name="connsiteY88" fmla="*/ 11927 h 81562"/>
                <a:gd name="connsiteX89" fmla="*/ 452500 w 631667"/>
                <a:gd name="connsiteY89" fmla="*/ 8542 h 81562"/>
                <a:gd name="connsiteX90" fmla="*/ 442657 w 631667"/>
                <a:gd name="connsiteY90" fmla="*/ 12709 h 81562"/>
                <a:gd name="connsiteX91" fmla="*/ 438854 w 631667"/>
                <a:gd name="connsiteY91" fmla="*/ 23542 h 81562"/>
                <a:gd name="connsiteX92" fmla="*/ 430313 w 631667"/>
                <a:gd name="connsiteY92" fmla="*/ 23542 h 81562"/>
                <a:gd name="connsiteX93" fmla="*/ 431979 w 631667"/>
                <a:gd name="connsiteY93" fmla="*/ 14427 h 81562"/>
                <a:gd name="connsiteX94" fmla="*/ 436667 w 631667"/>
                <a:gd name="connsiteY94" fmla="*/ 7396 h 81562"/>
                <a:gd name="connsiteX95" fmla="*/ 443802 w 631667"/>
                <a:gd name="connsiteY95" fmla="*/ 2917 h 81562"/>
                <a:gd name="connsiteX96" fmla="*/ 452709 w 631667"/>
                <a:gd name="connsiteY96" fmla="*/ 1354 h 81562"/>
                <a:gd name="connsiteX97" fmla="*/ 361563 w 631667"/>
                <a:gd name="connsiteY97" fmla="*/ 1354 h 81562"/>
                <a:gd name="connsiteX98" fmla="*/ 377604 w 631667"/>
                <a:gd name="connsiteY98" fmla="*/ 6458 h 81562"/>
                <a:gd name="connsiteX99" fmla="*/ 384063 w 631667"/>
                <a:gd name="connsiteY99" fmla="*/ 21458 h 81562"/>
                <a:gd name="connsiteX100" fmla="*/ 379948 w 631667"/>
                <a:gd name="connsiteY100" fmla="*/ 35313 h 81562"/>
                <a:gd name="connsiteX101" fmla="*/ 370104 w 631667"/>
                <a:gd name="connsiteY101" fmla="*/ 49271 h 81562"/>
                <a:gd name="connsiteX102" fmla="*/ 358229 w 631667"/>
                <a:gd name="connsiteY102" fmla="*/ 61979 h 81562"/>
                <a:gd name="connsiteX103" fmla="*/ 348021 w 631667"/>
                <a:gd name="connsiteY103" fmla="*/ 71979 h 81562"/>
                <a:gd name="connsiteX104" fmla="*/ 385729 w 631667"/>
                <a:gd name="connsiteY104" fmla="*/ 71979 h 81562"/>
                <a:gd name="connsiteX105" fmla="*/ 385729 w 631667"/>
                <a:gd name="connsiteY105" fmla="*/ 79167 h 81562"/>
                <a:gd name="connsiteX106" fmla="*/ 340000 w 631667"/>
                <a:gd name="connsiteY106" fmla="*/ 79167 h 81562"/>
                <a:gd name="connsiteX107" fmla="*/ 338802 w 631667"/>
                <a:gd name="connsiteY107" fmla="*/ 78854 h 81562"/>
                <a:gd name="connsiteX108" fmla="*/ 338542 w 631667"/>
                <a:gd name="connsiteY108" fmla="*/ 77604 h 81562"/>
                <a:gd name="connsiteX109" fmla="*/ 338542 w 631667"/>
                <a:gd name="connsiteY109" fmla="*/ 71354 h 81562"/>
                <a:gd name="connsiteX110" fmla="*/ 342865 w 631667"/>
                <a:gd name="connsiteY110" fmla="*/ 67188 h 81562"/>
                <a:gd name="connsiteX111" fmla="*/ 348438 w 631667"/>
                <a:gd name="connsiteY111" fmla="*/ 61667 h 81562"/>
                <a:gd name="connsiteX112" fmla="*/ 354479 w 631667"/>
                <a:gd name="connsiteY112" fmla="*/ 55209 h 81562"/>
                <a:gd name="connsiteX113" fmla="*/ 360625 w 631667"/>
                <a:gd name="connsiteY113" fmla="*/ 48125 h 81562"/>
                <a:gd name="connsiteX114" fmla="*/ 366354 w 631667"/>
                <a:gd name="connsiteY114" fmla="*/ 40990 h 81562"/>
                <a:gd name="connsiteX115" fmla="*/ 371042 w 631667"/>
                <a:gd name="connsiteY115" fmla="*/ 34063 h 81562"/>
                <a:gd name="connsiteX116" fmla="*/ 374323 w 631667"/>
                <a:gd name="connsiteY116" fmla="*/ 27605 h 81562"/>
                <a:gd name="connsiteX117" fmla="*/ 375521 w 631667"/>
                <a:gd name="connsiteY117" fmla="*/ 22084 h 81562"/>
                <a:gd name="connsiteX118" fmla="*/ 371563 w 631667"/>
                <a:gd name="connsiteY118" fmla="*/ 11927 h 81562"/>
                <a:gd name="connsiteX119" fmla="*/ 361354 w 631667"/>
                <a:gd name="connsiteY119" fmla="*/ 8542 h 81562"/>
                <a:gd name="connsiteX120" fmla="*/ 351511 w 631667"/>
                <a:gd name="connsiteY120" fmla="*/ 12709 h 81562"/>
                <a:gd name="connsiteX121" fmla="*/ 347708 w 631667"/>
                <a:gd name="connsiteY121" fmla="*/ 23542 h 81562"/>
                <a:gd name="connsiteX122" fmla="*/ 339167 w 631667"/>
                <a:gd name="connsiteY122" fmla="*/ 23542 h 81562"/>
                <a:gd name="connsiteX123" fmla="*/ 340833 w 631667"/>
                <a:gd name="connsiteY123" fmla="*/ 14427 h 81562"/>
                <a:gd name="connsiteX124" fmla="*/ 345521 w 631667"/>
                <a:gd name="connsiteY124" fmla="*/ 7396 h 81562"/>
                <a:gd name="connsiteX125" fmla="*/ 352656 w 631667"/>
                <a:gd name="connsiteY125" fmla="*/ 2917 h 81562"/>
                <a:gd name="connsiteX126" fmla="*/ 361563 w 631667"/>
                <a:gd name="connsiteY126" fmla="*/ 1354 h 81562"/>
                <a:gd name="connsiteX127" fmla="*/ 205417 w 631667"/>
                <a:gd name="connsiteY127" fmla="*/ 1354 h 81562"/>
                <a:gd name="connsiteX128" fmla="*/ 214219 w 631667"/>
                <a:gd name="connsiteY128" fmla="*/ 2552 h 81562"/>
                <a:gd name="connsiteX129" fmla="*/ 221667 w 631667"/>
                <a:gd name="connsiteY129" fmla="*/ 6250 h 81562"/>
                <a:gd name="connsiteX130" fmla="*/ 226719 w 631667"/>
                <a:gd name="connsiteY130" fmla="*/ 12604 h 81562"/>
                <a:gd name="connsiteX131" fmla="*/ 228646 w 631667"/>
                <a:gd name="connsiteY131" fmla="*/ 21771 h 81562"/>
                <a:gd name="connsiteX132" fmla="*/ 224375 w 631667"/>
                <a:gd name="connsiteY132" fmla="*/ 33438 h 81562"/>
                <a:gd name="connsiteX133" fmla="*/ 213229 w 631667"/>
                <a:gd name="connsiteY133" fmla="*/ 39792 h 81562"/>
                <a:gd name="connsiteX134" fmla="*/ 225573 w 631667"/>
                <a:gd name="connsiteY134" fmla="*/ 46198 h 81562"/>
                <a:gd name="connsiteX135" fmla="*/ 230313 w 631667"/>
                <a:gd name="connsiteY135" fmla="*/ 59063 h 81562"/>
                <a:gd name="connsiteX136" fmla="*/ 228177 w 631667"/>
                <a:gd name="connsiteY136" fmla="*/ 69011 h 81562"/>
                <a:gd name="connsiteX137" fmla="*/ 222500 w 631667"/>
                <a:gd name="connsiteY137" fmla="*/ 75833 h 81562"/>
                <a:gd name="connsiteX138" fmla="*/ 214375 w 631667"/>
                <a:gd name="connsiteY138" fmla="*/ 79688 h 81562"/>
                <a:gd name="connsiteX139" fmla="*/ 205000 w 631667"/>
                <a:gd name="connsiteY139" fmla="*/ 80938 h 81562"/>
                <a:gd name="connsiteX140" fmla="*/ 187240 w 631667"/>
                <a:gd name="connsiteY140" fmla="*/ 75000 h 81562"/>
                <a:gd name="connsiteX141" fmla="*/ 180521 w 631667"/>
                <a:gd name="connsiteY141" fmla="*/ 58542 h 81562"/>
                <a:gd name="connsiteX142" fmla="*/ 188750 w 631667"/>
                <a:gd name="connsiteY142" fmla="*/ 58542 h 81562"/>
                <a:gd name="connsiteX143" fmla="*/ 193698 w 631667"/>
                <a:gd name="connsiteY143" fmla="*/ 69896 h 81562"/>
                <a:gd name="connsiteX144" fmla="*/ 205313 w 631667"/>
                <a:gd name="connsiteY144" fmla="*/ 73750 h 81562"/>
                <a:gd name="connsiteX145" fmla="*/ 217500 w 631667"/>
                <a:gd name="connsiteY145" fmla="*/ 69688 h 81562"/>
                <a:gd name="connsiteX146" fmla="*/ 221979 w 631667"/>
                <a:gd name="connsiteY146" fmla="*/ 58125 h 81562"/>
                <a:gd name="connsiteX147" fmla="*/ 220521 w 631667"/>
                <a:gd name="connsiteY147" fmla="*/ 51511 h 81562"/>
                <a:gd name="connsiteX148" fmla="*/ 216667 w 631667"/>
                <a:gd name="connsiteY148" fmla="*/ 46979 h 81562"/>
                <a:gd name="connsiteX149" fmla="*/ 211094 w 631667"/>
                <a:gd name="connsiteY149" fmla="*/ 44375 h 81562"/>
                <a:gd name="connsiteX150" fmla="*/ 204792 w 631667"/>
                <a:gd name="connsiteY150" fmla="*/ 43333 h 81562"/>
                <a:gd name="connsiteX151" fmla="*/ 200625 w 631667"/>
                <a:gd name="connsiteY151" fmla="*/ 43333 h 81562"/>
                <a:gd name="connsiteX152" fmla="*/ 199167 w 631667"/>
                <a:gd name="connsiteY152" fmla="*/ 43073 h 81562"/>
                <a:gd name="connsiteX153" fmla="*/ 198958 w 631667"/>
                <a:gd name="connsiteY153" fmla="*/ 41667 h 81562"/>
                <a:gd name="connsiteX154" fmla="*/ 198958 w 631667"/>
                <a:gd name="connsiteY154" fmla="*/ 37813 h 81562"/>
                <a:gd name="connsiteX155" fmla="*/ 199167 w 631667"/>
                <a:gd name="connsiteY155" fmla="*/ 36146 h 81562"/>
                <a:gd name="connsiteX156" fmla="*/ 200625 w 631667"/>
                <a:gd name="connsiteY156" fmla="*/ 35729 h 81562"/>
                <a:gd name="connsiteX157" fmla="*/ 204063 w 631667"/>
                <a:gd name="connsiteY157" fmla="*/ 35729 h 81562"/>
                <a:gd name="connsiteX158" fmla="*/ 210156 w 631667"/>
                <a:gd name="connsiteY158" fmla="*/ 34948 h 81562"/>
                <a:gd name="connsiteX159" fmla="*/ 215313 w 631667"/>
                <a:gd name="connsiteY159" fmla="*/ 32500 h 81562"/>
                <a:gd name="connsiteX160" fmla="*/ 218959 w 631667"/>
                <a:gd name="connsiteY160" fmla="*/ 28386 h 81562"/>
                <a:gd name="connsiteX161" fmla="*/ 220313 w 631667"/>
                <a:gd name="connsiteY161" fmla="*/ 22188 h 81562"/>
                <a:gd name="connsiteX162" fmla="*/ 215990 w 631667"/>
                <a:gd name="connsiteY162" fmla="*/ 12083 h 81562"/>
                <a:gd name="connsiteX163" fmla="*/ 205104 w 631667"/>
                <a:gd name="connsiteY163" fmla="*/ 8542 h 81562"/>
                <a:gd name="connsiteX164" fmla="*/ 194427 w 631667"/>
                <a:gd name="connsiteY164" fmla="*/ 12083 h 81562"/>
                <a:gd name="connsiteX165" fmla="*/ 189896 w 631667"/>
                <a:gd name="connsiteY165" fmla="*/ 22292 h 81562"/>
                <a:gd name="connsiteX166" fmla="*/ 181563 w 631667"/>
                <a:gd name="connsiteY166" fmla="*/ 22292 h 81562"/>
                <a:gd name="connsiteX167" fmla="*/ 188229 w 631667"/>
                <a:gd name="connsiteY167" fmla="*/ 6979 h 81562"/>
                <a:gd name="connsiteX168" fmla="*/ 205417 w 631667"/>
                <a:gd name="connsiteY168" fmla="*/ 1354 h 81562"/>
                <a:gd name="connsiteX169" fmla="*/ 140208 w 631667"/>
                <a:gd name="connsiteY169" fmla="*/ 1354 h 81562"/>
                <a:gd name="connsiteX170" fmla="*/ 156250 w 631667"/>
                <a:gd name="connsiteY170" fmla="*/ 6458 h 81562"/>
                <a:gd name="connsiteX171" fmla="*/ 162708 w 631667"/>
                <a:gd name="connsiteY171" fmla="*/ 21458 h 81562"/>
                <a:gd name="connsiteX172" fmla="*/ 158594 w 631667"/>
                <a:gd name="connsiteY172" fmla="*/ 35313 h 81562"/>
                <a:gd name="connsiteX173" fmla="*/ 148750 w 631667"/>
                <a:gd name="connsiteY173" fmla="*/ 49271 h 81562"/>
                <a:gd name="connsiteX174" fmla="*/ 136875 w 631667"/>
                <a:gd name="connsiteY174" fmla="*/ 61979 h 81562"/>
                <a:gd name="connsiteX175" fmla="*/ 126667 w 631667"/>
                <a:gd name="connsiteY175" fmla="*/ 71979 h 81562"/>
                <a:gd name="connsiteX176" fmla="*/ 164375 w 631667"/>
                <a:gd name="connsiteY176" fmla="*/ 71979 h 81562"/>
                <a:gd name="connsiteX177" fmla="*/ 164375 w 631667"/>
                <a:gd name="connsiteY177" fmla="*/ 79167 h 81562"/>
                <a:gd name="connsiteX178" fmla="*/ 118646 w 631667"/>
                <a:gd name="connsiteY178" fmla="*/ 79167 h 81562"/>
                <a:gd name="connsiteX179" fmla="*/ 117448 w 631667"/>
                <a:gd name="connsiteY179" fmla="*/ 78854 h 81562"/>
                <a:gd name="connsiteX180" fmla="*/ 117188 w 631667"/>
                <a:gd name="connsiteY180" fmla="*/ 77604 h 81562"/>
                <a:gd name="connsiteX181" fmla="*/ 117188 w 631667"/>
                <a:gd name="connsiteY181" fmla="*/ 71354 h 81562"/>
                <a:gd name="connsiteX182" fmla="*/ 121510 w 631667"/>
                <a:gd name="connsiteY182" fmla="*/ 67188 h 81562"/>
                <a:gd name="connsiteX183" fmla="*/ 127084 w 631667"/>
                <a:gd name="connsiteY183" fmla="*/ 61667 h 81562"/>
                <a:gd name="connsiteX184" fmla="*/ 133125 w 631667"/>
                <a:gd name="connsiteY184" fmla="*/ 55209 h 81562"/>
                <a:gd name="connsiteX185" fmla="*/ 139271 w 631667"/>
                <a:gd name="connsiteY185" fmla="*/ 48125 h 81562"/>
                <a:gd name="connsiteX186" fmla="*/ 145000 w 631667"/>
                <a:gd name="connsiteY186" fmla="*/ 40990 h 81562"/>
                <a:gd name="connsiteX187" fmla="*/ 149688 w 631667"/>
                <a:gd name="connsiteY187" fmla="*/ 34063 h 81562"/>
                <a:gd name="connsiteX188" fmla="*/ 152969 w 631667"/>
                <a:gd name="connsiteY188" fmla="*/ 27605 h 81562"/>
                <a:gd name="connsiteX189" fmla="*/ 154167 w 631667"/>
                <a:gd name="connsiteY189" fmla="*/ 22084 h 81562"/>
                <a:gd name="connsiteX190" fmla="*/ 150208 w 631667"/>
                <a:gd name="connsiteY190" fmla="*/ 11927 h 81562"/>
                <a:gd name="connsiteX191" fmla="*/ 140000 w 631667"/>
                <a:gd name="connsiteY191" fmla="*/ 8542 h 81562"/>
                <a:gd name="connsiteX192" fmla="*/ 130156 w 631667"/>
                <a:gd name="connsiteY192" fmla="*/ 12709 h 81562"/>
                <a:gd name="connsiteX193" fmla="*/ 126354 w 631667"/>
                <a:gd name="connsiteY193" fmla="*/ 23542 h 81562"/>
                <a:gd name="connsiteX194" fmla="*/ 117813 w 631667"/>
                <a:gd name="connsiteY194" fmla="*/ 23542 h 81562"/>
                <a:gd name="connsiteX195" fmla="*/ 119479 w 631667"/>
                <a:gd name="connsiteY195" fmla="*/ 14427 h 81562"/>
                <a:gd name="connsiteX196" fmla="*/ 124167 w 631667"/>
                <a:gd name="connsiteY196" fmla="*/ 7396 h 81562"/>
                <a:gd name="connsiteX197" fmla="*/ 131302 w 631667"/>
                <a:gd name="connsiteY197" fmla="*/ 2917 h 81562"/>
                <a:gd name="connsiteX198" fmla="*/ 140208 w 631667"/>
                <a:gd name="connsiteY198" fmla="*/ 1354 h 81562"/>
                <a:gd name="connsiteX199" fmla="*/ 23021 w 631667"/>
                <a:gd name="connsiteY199" fmla="*/ 1354 h 81562"/>
                <a:gd name="connsiteX200" fmla="*/ 39063 w 631667"/>
                <a:gd name="connsiteY200" fmla="*/ 6458 h 81562"/>
                <a:gd name="connsiteX201" fmla="*/ 45521 w 631667"/>
                <a:gd name="connsiteY201" fmla="*/ 21458 h 81562"/>
                <a:gd name="connsiteX202" fmla="*/ 41406 w 631667"/>
                <a:gd name="connsiteY202" fmla="*/ 35313 h 81562"/>
                <a:gd name="connsiteX203" fmla="*/ 31562 w 631667"/>
                <a:gd name="connsiteY203" fmla="*/ 49271 h 81562"/>
                <a:gd name="connsiteX204" fmla="*/ 19688 w 631667"/>
                <a:gd name="connsiteY204" fmla="*/ 61979 h 81562"/>
                <a:gd name="connsiteX205" fmla="*/ 9479 w 631667"/>
                <a:gd name="connsiteY205" fmla="*/ 71979 h 81562"/>
                <a:gd name="connsiteX206" fmla="*/ 47188 w 631667"/>
                <a:gd name="connsiteY206" fmla="*/ 71979 h 81562"/>
                <a:gd name="connsiteX207" fmla="*/ 47188 w 631667"/>
                <a:gd name="connsiteY207" fmla="*/ 79167 h 81562"/>
                <a:gd name="connsiteX208" fmla="*/ 1458 w 631667"/>
                <a:gd name="connsiteY208" fmla="*/ 79167 h 81562"/>
                <a:gd name="connsiteX209" fmla="*/ 260 w 631667"/>
                <a:gd name="connsiteY209" fmla="*/ 78854 h 81562"/>
                <a:gd name="connsiteX210" fmla="*/ 0 w 631667"/>
                <a:gd name="connsiteY210" fmla="*/ 77604 h 81562"/>
                <a:gd name="connsiteX211" fmla="*/ 0 w 631667"/>
                <a:gd name="connsiteY211" fmla="*/ 71354 h 81562"/>
                <a:gd name="connsiteX212" fmla="*/ 4323 w 631667"/>
                <a:gd name="connsiteY212" fmla="*/ 67188 h 81562"/>
                <a:gd name="connsiteX213" fmla="*/ 9896 w 631667"/>
                <a:gd name="connsiteY213" fmla="*/ 61667 h 81562"/>
                <a:gd name="connsiteX214" fmla="*/ 15937 w 631667"/>
                <a:gd name="connsiteY214" fmla="*/ 55209 h 81562"/>
                <a:gd name="connsiteX215" fmla="*/ 22083 w 631667"/>
                <a:gd name="connsiteY215" fmla="*/ 48125 h 81562"/>
                <a:gd name="connsiteX216" fmla="*/ 27813 w 631667"/>
                <a:gd name="connsiteY216" fmla="*/ 40990 h 81562"/>
                <a:gd name="connsiteX217" fmla="*/ 32500 w 631667"/>
                <a:gd name="connsiteY217" fmla="*/ 34063 h 81562"/>
                <a:gd name="connsiteX218" fmla="*/ 35781 w 631667"/>
                <a:gd name="connsiteY218" fmla="*/ 27605 h 81562"/>
                <a:gd name="connsiteX219" fmla="*/ 36979 w 631667"/>
                <a:gd name="connsiteY219" fmla="*/ 22084 h 81562"/>
                <a:gd name="connsiteX220" fmla="*/ 33021 w 631667"/>
                <a:gd name="connsiteY220" fmla="*/ 11927 h 81562"/>
                <a:gd name="connsiteX221" fmla="*/ 22812 w 631667"/>
                <a:gd name="connsiteY221" fmla="*/ 8542 h 81562"/>
                <a:gd name="connsiteX222" fmla="*/ 12969 w 631667"/>
                <a:gd name="connsiteY222" fmla="*/ 12709 h 81562"/>
                <a:gd name="connsiteX223" fmla="*/ 9167 w 631667"/>
                <a:gd name="connsiteY223" fmla="*/ 23542 h 81562"/>
                <a:gd name="connsiteX224" fmla="*/ 625 w 631667"/>
                <a:gd name="connsiteY224" fmla="*/ 23542 h 81562"/>
                <a:gd name="connsiteX225" fmla="*/ 2292 w 631667"/>
                <a:gd name="connsiteY225" fmla="*/ 14427 h 81562"/>
                <a:gd name="connsiteX226" fmla="*/ 6979 w 631667"/>
                <a:gd name="connsiteY226" fmla="*/ 7396 h 81562"/>
                <a:gd name="connsiteX227" fmla="*/ 14115 w 631667"/>
                <a:gd name="connsiteY227" fmla="*/ 2917 h 81562"/>
                <a:gd name="connsiteX228" fmla="*/ 23021 w 631667"/>
                <a:gd name="connsiteY228" fmla="*/ 1354 h 81562"/>
                <a:gd name="connsiteX229" fmla="*/ 89583 w 631667"/>
                <a:gd name="connsiteY229" fmla="*/ 0 h 81562"/>
                <a:gd name="connsiteX230" fmla="*/ 102344 w 631667"/>
                <a:gd name="connsiteY230" fmla="*/ 3646 h 81562"/>
                <a:gd name="connsiteX231" fmla="*/ 110104 w 631667"/>
                <a:gd name="connsiteY231" fmla="*/ 13021 h 81562"/>
                <a:gd name="connsiteX232" fmla="*/ 113958 w 631667"/>
                <a:gd name="connsiteY232" fmla="*/ 26146 h 81562"/>
                <a:gd name="connsiteX233" fmla="*/ 115000 w 631667"/>
                <a:gd name="connsiteY233" fmla="*/ 40729 h 81562"/>
                <a:gd name="connsiteX234" fmla="*/ 113958 w 631667"/>
                <a:gd name="connsiteY234" fmla="*/ 55313 h 81562"/>
                <a:gd name="connsiteX235" fmla="*/ 110104 w 631667"/>
                <a:gd name="connsiteY235" fmla="*/ 68334 h 81562"/>
                <a:gd name="connsiteX236" fmla="*/ 102344 w 631667"/>
                <a:gd name="connsiteY236" fmla="*/ 77604 h 81562"/>
                <a:gd name="connsiteX237" fmla="*/ 89583 w 631667"/>
                <a:gd name="connsiteY237" fmla="*/ 81146 h 81562"/>
                <a:gd name="connsiteX238" fmla="*/ 77031 w 631667"/>
                <a:gd name="connsiteY238" fmla="*/ 77604 h 81562"/>
                <a:gd name="connsiteX239" fmla="*/ 69583 w 631667"/>
                <a:gd name="connsiteY239" fmla="*/ 68334 h 81562"/>
                <a:gd name="connsiteX240" fmla="*/ 65937 w 631667"/>
                <a:gd name="connsiteY240" fmla="*/ 55313 h 81562"/>
                <a:gd name="connsiteX241" fmla="*/ 65000 w 631667"/>
                <a:gd name="connsiteY241" fmla="*/ 40729 h 81562"/>
                <a:gd name="connsiteX242" fmla="*/ 65937 w 631667"/>
                <a:gd name="connsiteY242" fmla="*/ 26146 h 81562"/>
                <a:gd name="connsiteX243" fmla="*/ 69583 w 631667"/>
                <a:gd name="connsiteY243" fmla="*/ 13021 h 81562"/>
                <a:gd name="connsiteX244" fmla="*/ 77031 w 631667"/>
                <a:gd name="connsiteY244" fmla="*/ 3646 h 81562"/>
                <a:gd name="connsiteX245" fmla="*/ 89583 w 631667"/>
                <a:gd name="connsiteY245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8"/>
                  </a:moveTo>
                  <a:cubicBezTo>
                    <a:pt x="600873" y="33958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599"/>
                    <a:pt x="613854" y="41407"/>
                  </a:cubicBezTo>
                  <a:cubicBezTo>
                    <a:pt x="615170" y="42201"/>
                    <a:pt x="616602" y="42604"/>
                    <a:pt x="618125" y="42604"/>
                  </a:cubicBezTo>
                  <a:cubicBezTo>
                    <a:pt x="620352" y="42604"/>
                    <a:pt x="622097" y="41836"/>
                    <a:pt x="623386" y="40313"/>
                  </a:cubicBezTo>
                  <a:cubicBezTo>
                    <a:pt x="624675" y="38776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693"/>
                    <a:pt x="607813" y="45313"/>
                  </a:cubicBezTo>
                  <a:cubicBezTo>
                    <a:pt x="605938" y="43854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8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3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904" y="72670"/>
                    <a:pt x="85833" y="73855"/>
                    <a:pt x="89583" y="73855"/>
                  </a:cubicBezTo>
                  <a:cubicBezTo>
                    <a:pt x="93333" y="73855"/>
                    <a:pt x="96315" y="72670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82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3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494896" y="3125"/>
                  </a:moveTo>
                  <a:lnTo>
                    <a:pt x="539896" y="3125"/>
                  </a:lnTo>
                  <a:cubicBezTo>
                    <a:pt x="540586" y="3125"/>
                    <a:pt x="541094" y="3281"/>
                    <a:pt x="541407" y="3594"/>
                  </a:cubicBezTo>
                  <a:cubicBezTo>
                    <a:pt x="541719" y="3906"/>
                    <a:pt x="541875" y="4401"/>
                    <a:pt x="541875" y="5105"/>
                  </a:cubicBezTo>
                  <a:lnTo>
                    <a:pt x="541875" y="9063"/>
                  </a:lnTo>
                  <a:cubicBezTo>
                    <a:pt x="541875" y="9609"/>
                    <a:pt x="541784" y="10130"/>
                    <a:pt x="541615" y="10625"/>
                  </a:cubicBezTo>
                  <a:cubicBezTo>
                    <a:pt x="541446" y="11107"/>
                    <a:pt x="541250" y="11563"/>
                    <a:pt x="541042" y="11979"/>
                  </a:cubicBezTo>
                  <a:lnTo>
                    <a:pt x="513855" y="79167"/>
                  </a:lnTo>
                  <a:lnTo>
                    <a:pt x="504584" y="79167"/>
                  </a:lnTo>
                  <a:lnTo>
                    <a:pt x="533125" y="10313"/>
                  </a:lnTo>
                  <a:lnTo>
                    <a:pt x="494896" y="10313"/>
                  </a:ln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55"/>
                    <a:pt x="304375" y="3542"/>
                  </a:cubicBezTo>
                  <a:cubicBezTo>
                    <a:pt x="304649" y="3815"/>
                    <a:pt x="304792" y="4336"/>
                    <a:pt x="304792" y="5105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3"/>
                  </a:lnTo>
                  <a:cubicBezTo>
                    <a:pt x="294688" y="14089"/>
                    <a:pt x="292344" y="16016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8"/>
                  </a:lnTo>
                  <a:cubicBezTo>
                    <a:pt x="283294" y="13880"/>
                    <a:pt x="286185" y="12188"/>
                    <a:pt x="288959" y="10104"/>
                  </a:cubicBezTo>
                  <a:cubicBezTo>
                    <a:pt x="291732" y="8021"/>
                    <a:pt x="294375" y="5690"/>
                    <a:pt x="296875" y="3125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40" y="3047"/>
                    <a:pt x="468750" y="6458"/>
                  </a:cubicBezTo>
                  <a:cubicBezTo>
                    <a:pt x="473060" y="9857"/>
                    <a:pt x="475209" y="14857"/>
                    <a:pt x="475209" y="21458"/>
                  </a:cubicBezTo>
                  <a:cubicBezTo>
                    <a:pt x="475209" y="25899"/>
                    <a:pt x="473841" y="30521"/>
                    <a:pt x="471094" y="35313"/>
                  </a:cubicBezTo>
                  <a:cubicBezTo>
                    <a:pt x="468347" y="40104"/>
                    <a:pt x="465065" y="44753"/>
                    <a:pt x="461250" y="49271"/>
                  </a:cubicBezTo>
                  <a:cubicBezTo>
                    <a:pt x="457435" y="53776"/>
                    <a:pt x="453477" y="58021"/>
                    <a:pt x="449375" y="61979"/>
                  </a:cubicBezTo>
                  <a:cubicBezTo>
                    <a:pt x="445274" y="65938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17" y="79063"/>
                    <a:pt x="429948" y="78854"/>
                  </a:cubicBezTo>
                  <a:cubicBezTo>
                    <a:pt x="429779" y="78646"/>
                    <a:pt x="429688" y="78230"/>
                    <a:pt x="429688" y="77604"/>
                  </a:cubicBezTo>
                  <a:lnTo>
                    <a:pt x="429688" y="71354"/>
                  </a:lnTo>
                  <a:cubicBezTo>
                    <a:pt x="430873" y="70235"/>
                    <a:pt x="432305" y="68855"/>
                    <a:pt x="434011" y="67188"/>
                  </a:cubicBezTo>
                  <a:cubicBezTo>
                    <a:pt x="435716" y="65521"/>
                    <a:pt x="437565" y="63672"/>
                    <a:pt x="439584" y="61667"/>
                  </a:cubicBezTo>
                  <a:cubicBezTo>
                    <a:pt x="441524" y="59649"/>
                    <a:pt x="443542" y="57500"/>
                    <a:pt x="445625" y="55209"/>
                  </a:cubicBezTo>
                  <a:cubicBezTo>
                    <a:pt x="447709" y="52917"/>
                    <a:pt x="449753" y="50547"/>
                    <a:pt x="451771" y="48125"/>
                  </a:cubicBezTo>
                  <a:cubicBezTo>
                    <a:pt x="453789" y="45755"/>
                    <a:pt x="455690" y="43385"/>
                    <a:pt x="457500" y="40990"/>
                  </a:cubicBezTo>
                  <a:cubicBezTo>
                    <a:pt x="459310" y="38594"/>
                    <a:pt x="460873" y="36276"/>
                    <a:pt x="462188" y="34063"/>
                  </a:cubicBezTo>
                  <a:cubicBezTo>
                    <a:pt x="463581" y="31771"/>
                    <a:pt x="464675" y="29610"/>
                    <a:pt x="465469" y="27605"/>
                  </a:cubicBezTo>
                  <a:cubicBezTo>
                    <a:pt x="466263" y="25586"/>
                    <a:pt x="466667" y="23750"/>
                    <a:pt x="466667" y="22084"/>
                  </a:cubicBezTo>
                  <a:cubicBezTo>
                    <a:pt x="466667" y="17565"/>
                    <a:pt x="465352" y="14180"/>
                    <a:pt x="462709" y="11927"/>
                  </a:cubicBezTo>
                  <a:cubicBezTo>
                    <a:pt x="460065" y="9662"/>
                    <a:pt x="456667" y="8542"/>
                    <a:pt x="452500" y="8542"/>
                  </a:cubicBezTo>
                  <a:cubicBezTo>
                    <a:pt x="448477" y="8542"/>
                    <a:pt x="445196" y="9922"/>
                    <a:pt x="442657" y="12709"/>
                  </a:cubicBezTo>
                  <a:cubicBezTo>
                    <a:pt x="440117" y="15482"/>
                    <a:pt x="438854" y="19089"/>
                    <a:pt x="438854" y="23542"/>
                  </a:cubicBezTo>
                  <a:lnTo>
                    <a:pt x="430313" y="23542"/>
                  </a:lnTo>
                  <a:cubicBezTo>
                    <a:pt x="430313" y="20208"/>
                    <a:pt x="430873" y="17162"/>
                    <a:pt x="431979" y="14427"/>
                  </a:cubicBezTo>
                  <a:cubicBezTo>
                    <a:pt x="433086" y="11680"/>
                    <a:pt x="434649" y="9336"/>
                    <a:pt x="436667" y="7396"/>
                  </a:cubicBezTo>
                  <a:cubicBezTo>
                    <a:pt x="438685" y="5443"/>
                    <a:pt x="441055" y="3959"/>
                    <a:pt x="443802" y="2917"/>
                  </a:cubicBezTo>
                  <a:cubicBezTo>
                    <a:pt x="446550" y="1875"/>
                    <a:pt x="449518" y="1354"/>
                    <a:pt x="452709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295" y="3047"/>
                    <a:pt x="377604" y="6458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01" y="40104"/>
                    <a:pt x="373919" y="44753"/>
                    <a:pt x="370104" y="49271"/>
                  </a:cubicBezTo>
                  <a:cubicBezTo>
                    <a:pt x="366289" y="53776"/>
                    <a:pt x="362331" y="58021"/>
                    <a:pt x="358229" y="61979"/>
                  </a:cubicBezTo>
                  <a:cubicBezTo>
                    <a:pt x="354128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72" y="79063"/>
                    <a:pt x="338802" y="78854"/>
                  </a:cubicBezTo>
                  <a:cubicBezTo>
                    <a:pt x="338633" y="78646"/>
                    <a:pt x="338542" y="78230"/>
                    <a:pt x="338542" y="77604"/>
                  </a:cubicBezTo>
                  <a:lnTo>
                    <a:pt x="338542" y="71354"/>
                  </a:lnTo>
                  <a:cubicBezTo>
                    <a:pt x="339727" y="70235"/>
                    <a:pt x="341159" y="68855"/>
                    <a:pt x="342865" y="67188"/>
                  </a:cubicBezTo>
                  <a:cubicBezTo>
                    <a:pt x="344570" y="65521"/>
                    <a:pt x="346419" y="63672"/>
                    <a:pt x="348438" y="61667"/>
                  </a:cubicBezTo>
                  <a:cubicBezTo>
                    <a:pt x="350378" y="59649"/>
                    <a:pt x="352396" y="57500"/>
                    <a:pt x="354479" y="55209"/>
                  </a:cubicBezTo>
                  <a:cubicBezTo>
                    <a:pt x="356563" y="52917"/>
                    <a:pt x="358607" y="50547"/>
                    <a:pt x="360625" y="48125"/>
                  </a:cubicBezTo>
                  <a:cubicBezTo>
                    <a:pt x="362643" y="45755"/>
                    <a:pt x="364545" y="43385"/>
                    <a:pt x="366354" y="40990"/>
                  </a:cubicBezTo>
                  <a:cubicBezTo>
                    <a:pt x="368164" y="38594"/>
                    <a:pt x="369727" y="36276"/>
                    <a:pt x="371042" y="34063"/>
                  </a:cubicBezTo>
                  <a:cubicBezTo>
                    <a:pt x="372435" y="31771"/>
                    <a:pt x="373529" y="29610"/>
                    <a:pt x="374323" y="27605"/>
                  </a:cubicBezTo>
                  <a:cubicBezTo>
                    <a:pt x="375117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20" y="9662"/>
                    <a:pt x="365521" y="8542"/>
                    <a:pt x="361354" y="8542"/>
                  </a:cubicBezTo>
                  <a:cubicBezTo>
                    <a:pt x="357331" y="8542"/>
                    <a:pt x="354050" y="9922"/>
                    <a:pt x="351511" y="12709"/>
                  </a:cubicBezTo>
                  <a:cubicBezTo>
                    <a:pt x="348971" y="15482"/>
                    <a:pt x="347708" y="19089"/>
                    <a:pt x="347708" y="23542"/>
                  </a:cubicBezTo>
                  <a:lnTo>
                    <a:pt x="339167" y="23542"/>
                  </a:lnTo>
                  <a:cubicBezTo>
                    <a:pt x="339167" y="20208"/>
                    <a:pt x="339727" y="17162"/>
                    <a:pt x="340833" y="14427"/>
                  </a:cubicBezTo>
                  <a:cubicBezTo>
                    <a:pt x="341940" y="11680"/>
                    <a:pt x="343503" y="9336"/>
                    <a:pt x="345521" y="7396"/>
                  </a:cubicBezTo>
                  <a:cubicBezTo>
                    <a:pt x="347539" y="5443"/>
                    <a:pt x="349909" y="3959"/>
                    <a:pt x="352656" y="2917"/>
                  </a:cubicBezTo>
                  <a:cubicBezTo>
                    <a:pt x="355404" y="1875"/>
                    <a:pt x="358373" y="1354"/>
                    <a:pt x="361563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2"/>
                  </a:cubicBezTo>
                  <a:cubicBezTo>
                    <a:pt x="217031" y="3347"/>
                    <a:pt x="219518" y="4584"/>
                    <a:pt x="221667" y="6250"/>
                  </a:cubicBezTo>
                  <a:cubicBezTo>
                    <a:pt x="223750" y="7917"/>
                    <a:pt x="225430" y="10026"/>
                    <a:pt x="226719" y="12604"/>
                  </a:cubicBezTo>
                  <a:cubicBezTo>
                    <a:pt x="228008" y="15169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8"/>
                  </a:cubicBezTo>
                  <a:cubicBezTo>
                    <a:pt x="221524" y="36836"/>
                    <a:pt x="217813" y="38958"/>
                    <a:pt x="213229" y="39792"/>
                  </a:cubicBezTo>
                  <a:cubicBezTo>
                    <a:pt x="218294" y="40482"/>
                    <a:pt x="222409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596" y="66263"/>
                    <a:pt x="228177" y="69011"/>
                  </a:cubicBezTo>
                  <a:cubicBezTo>
                    <a:pt x="226758" y="71745"/>
                    <a:pt x="224857" y="74024"/>
                    <a:pt x="222500" y="75833"/>
                  </a:cubicBezTo>
                  <a:cubicBezTo>
                    <a:pt x="220143" y="77565"/>
                    <a:pt x="217435" y="78854"/>
                    <a:pt x="214375" y="79688"/>
                  </a:cubicBezTo>
                  <a:cubicBezTo>
                    <a:pt x="211315" y="80521"/>
                    <a:pt x="208190" y="80938"/>
                    <a:pt x="205000" y="80938"/>
                  </a:cubicBezTo>
                  <a:cubicBezTo>
                    <a:pt x="197500" y="80938"/>
                    <a:pt x="191576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32" y="63542"/>
                    <a:pt x="190886" y="67318"/>
                    <a:pt x="193698" y="69896"/>
                  </a:cubicBezTo>
                  <a:cubicBezTo>
                    <a:pt x="196510" y="72461"/>
                    <a:pt x="200378" y="73750"/>
                    <a:pt x="205313" y="73750"/>
                  </a:cubicBezTo>
                  <a:cubicBezTo>
                    <a:pt x="210456" y="73750"/>
                    <a:pt x="214518" y="72396"/>
                    <a:pt x="217500" y="69688"/>
                  </a:cubicBezTo>
                  <a:cubicBezTo>
                    <a:pt x="220482" y="66979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1"/>
                  </a:cubicBezTo>
                  <a:cubicBezTo>
                    <a:pt x="219544" y="49662"/>
                    <a:pt x="218268" y="48151"/>
                    <a:pt x="216667" y="46979"/>
                  </a:cubicBezTo>
                  <a:cubicBezTo>
                    <a:pt x="215000" y="45795"/>
                    <a:pt x="213138" y="44922"/>
                    <a:pt x="211094" y="44375"/>
                  </a:cubicBezTo>
                  <a:cubicBezTo>
                    <a:pt x="209050" y="43815"/>
                    <a:pt x="206940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2"/>
                    <a:pt x="199167" y="43073"/>
                  </a:cubicBezTo>
                  <a:cubicBezTo>
                    <a:pt x="199024" y="42891"/>
                    <a:pt x="198958" y="42422"/>
                    <a:pt x="198958" y="41667"/>
                  </a:cubicBezTo>
                  <a:lnTo>
                    <a:pt x="198958" y="37813"/>
                  </a:lnTo>
                  <a:cubicBezTo>
                    <a:pt x="198958" y="36980"/>
                    <a:pt x="199024" y="36420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7"/>
                    <a:pt x="213854" y="33607"/>
                    <a:pt x="215313" y="32500"/>
                  </a:cubicBezTo>
                  <a:cubicBezTo>
                    <a:pt x="216836" y="31459"/>
                    <a:pt x="218060" y="30079"/>
                    <a:pt x="218959" y="28386"/>
                  </a:cubicBezTo>
                  <a:cubicBezTo>
                    <a:pt x="219857" y="26680"/>
                    <a:pt x="220313" y="24610"/>
                    <a:pt x="220313" y="22188"/>
                  </a:cubicBezTo>
                  <a:cubicBezTo>
                    <a:pt x="220313" y="17813"/>
                    <a:pt x="218867" y="14440"/>
                    <a:pt x="215990" y="12083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86" y="8542"/>
                    <a:pt x="197031" y="9714"/>
                    <a:pt x="194427" y="12083"/>
                  </a:cubicBezTo>
                  <a:cubicBezTo>
                    <a:pt x="191823" y="14440"/>
                    <a:pt x="190313" y="17839"/>
                    <a:pt x="189896" y="22292"/>
                  </a:cubicBezTo>
                  <a:lnTo>
                    <a:pt x="181563" y="22292"/>
                  </a:lnTo>
                  <a:cubicBezTo>
                    <a:pt x="181628" y="15833"/>
                    <a:pt x="183854" y="10729"/>
                    <a:pt x="188229" y="6979"/>
                  </a:cubicBezTo>
                  <a:cubicBezTo>
                    <a:pt x="192604" y="3229"/>
                    <a:pt x="198333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35"/>
                    <a:pt x="119805" y="68855"/>
                    <a:pt x="121510" y="67188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9"/>
                    <a:pt x="131042" y="57500"/>
                    <a:pt x="133125" y="55209"/>
                  </a:cubicBezTo>
                  <a:cubicBezTo>
                    <a:pt x="135208" y="52917"/>
                    <a:pt x="137253" y="50547"/>
                    <a:pt x="139271" y="48125"/>
                  </a:cubicBezTo>
                  <a:cubicBezTo>
                    <a:pt x="141289" y="45755"/>
                    <a:pt x="143190" y="43385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5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2"/>
                    <a:pt x="119479" y="14427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43"/>
                    <a:pt x="128555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35"/>
                    <a:pt x="2617" y="68855"/>
                    <a:pt x="4323" y="67188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9"/>
                    <a:pt x="13854" y="57500"/>
                    <a:pt x="15937" y="55209"/>
                  </a:cubicBezTo>
                  <a:cubicBezTo>
                    <a:pt x="18021" y="52917"/>
                    <a:pt x="20065" y="50547"/>
                    <a:pt x="22083" y="48125"/>
                  </a:cubicBezTo>
                  <a:cubicBezTo>
                    <a:pt x="24102" y="45755"/>
                    <a:pt x="26003" y="43385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5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2"/>
                    <a:pt x="2292" y="14427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43"/>
                    <a:pt x="11367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1"/>
                    <a:pt x="113268" y="21276"/>
                    <a:pt x="113958" y="26146"/>
                  </a:cubicBezTo>
                  <a:cubicBezTo>
                    <a:pt x="114649" y="31003"/>
                    <a:pt x="115000" y="35860"/>
                    <a:pt x="115000" y="40729"/>
                  </a:cubicBezTo>
                  <a:cubicBezTo>
                    <a:pt x="115000" y="45651"/>
                    <a:pt x="114649" y="50521"/>
                    <a:pt x="113958" y="55313"/>
                  </a:cubicBezTo>
                  <a:cubicBezTo>
                    <a:pt x="113268" y="60105"/>
                    <a:pt x="111979" y="64440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0"/>
                    <a:pt x="66563" y="60105"/>
                    <a:pt x="65937" y="55313"/>
                  </a:cubicBezTo>
                  <a:cubicBezTo>
                    <a:pt x="65313" y="50521"/>
                    <a:pt x="65000" y="45651"/>
                    <a:pt x="65000" y="40729"/>
                  </a:cubicBezTo>
                  <a:cubicBezTo>
                    <a:pt x="65000" y="35860"/>
                    <a:pt x="65313" y="31003"/>
                    <a:pt x="65937" y="26146"/>
                  </a:cubicBezTo>
                  <a:cubicBezTo>
                    <a:pt x="66563" y="21276"/>
                    <a:pt x="67773" y="16901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4" name="TextBox 513">
              <a:extLst>
                <a:ext uri="{FF2B5EF4-FFF2-40B4-BE49-F238E27FC236}">
                  <a16:creationId xmlns:a16="http://schemas.microsoft.com/office/drawing/2014/main" id="{875B2721-17E4-443B-93FD-4716A6AA3E34}"/>
                </a:ext>
              </a:extLst>
            </p:cNvPr>
            <p:cNvSpPr txBox="1"/>
            <p:nvPr/>
          </p:nvSpPr>
          <p:spPr>
            <a:xfrm>
              <a:off x="2926610" y="4581843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2023.12.27 ~</a:t>
              </a:r>
            </a:p>
          </p:txBody>
        </p:sp>
        <p:sp>
          <p:nvSpPr>
            <p:cNvPr id="515" name="자유형: 도형 514">
              <a:extLst>
                <a:ext uri="{FF2B5EF4-FFF2-40B4-BE49-F238E27FC236}">
                  <a16:creationId xmlns:a16="http://schemas.microsoft.com/office/drawing/2014/main" id="{3A9E11B9-2339-4D3F-ADD4-62C5661B4CB9}"/>
                </a:ext>
              </a:extLst>
            </p:cNvPr>
            <p:cNvSpPr/>
            <p:nvPr/>
          </p:nvSpPr>
          <p:spPr>
            <a:xfrm>
              <a:off x="3062099" y="4751508"/>
              <a:ext cx="526146" cy="81562"/>
            </a:xfrm>
            <a:custGeom>
              <a:avLst/>
              <a:gdLst>
                <a:gd name="connsiteX0" fmla="*/ 408021 w 526146"/>
                <a:gd name="connsiteY0" fmla="*/ 70833 h 81562"/>
                <a:gd name="connsiteX1" fmla="*/ 418750 w 526146"/>
                <a:gd name="connsiteY1" fmla="*/ 70833 h 81562"/>
                <a:gd name="connsiteX2" fmla="*/ 418750 w 526146"/>
                <a:gd name="connsiteY2" fmla="*/ 81563 h 81562"/>
                <a:gd name="connsiteX3" fmla="*/ 408021 w 526146"/>
                <a:gd name="connsiteY3" fmla="*/ 81563 h 81562"/>
                <a:gd name="connsiteX4" fmla="*/ 251771 w 526146"/>
                <a:gd name="connsiteY4" fmla="*/ 70833 h 81562"/>
                <a:gd name="connsiteX5" fmla="*/ 262500 w 526146"/>
                <a:gd name="connsiteY5" fmla="*/ 70833 h 81562"/>
                <a:gd name="connsiteX6" fmla="*/ 262500 w 526146"/>
                <a:gd name="connsiteY6" fmla="*/ 81563 h 81562"/>
                <a:gd name="connsiteX7" fmla="*/ 251771 w 526146"/>
                <a:gd name="connsiteY7" fmla="*/ 81563 h 81562"/>
                <a:gd name="connsiteX8" fmla="*/ 214167 w 526146"/>
                <a:gd name="connsiteY8" fmla="*/ 11250 h 81562"/>
                <a:gd name="connsiteX9" fmla="*/ 187292 w 526146"/>
                <a:gd name="connsiteY9" fmla="*/ 55313 h 81562"/>
                <a:gd name="connsiteX10" fmla="*/ 213959 w 526146"/>
                <a:gd name="connsiteY10" fmla="*/ 55313 h 81562"/>
                <a:gd name="connsiteX11" fmla="*/ 213959 w 526146"/>
                <a:gd name="connsiteY11" fmla="*/ 20833 h 81562"/>
                <a:gd name="connsiteX12" fmla="*/ 89583 w 526146"/>
                <a:gd name="connsiteY12" fmla="*/ 7188 h 81562"/>
                <a:gd name="connsiteX13" fmla="*/ 80781 w 526146"/>
                <a:gd name="connsiteY13" fmla="*/ 10833 h 81562"/>
                <a:gd name="connsiteX14" fmla="*/ 76042 w 526146"/>
                <a:gd name="connsiteY14" fmla="*/ 19584 h 81562"/>
                <a:gd name="connsiteX15" fmla="*/ 74011 w 526146"/>
                <a:gd name="connsiteY15" fmla="*/ 30573 h 81562"/>
                <a:gd name="connsiteX16" fmla="*/ 73646 w 526146"/>
                <a:gd name="connsiteY16" fmla="*/ 40729 h 81562"/>
                <a:gd name="connsiteX17" fmla="*/ 74011 w 526146"/>
                <a:gd name="connsiteY17" fmla="*/ 50782 h 81562"/>
                <a:gd name="connsiteX18" fmla="*/ 76042 w 526146"/>
                <a:gd name="connsiteY18" fmla="*/ 61667 h 81562"/>
                <a:gd name="connsiteX19" fmla="*/ 80781 w 526146"/>
                <a:gd name="connsiteY19" fmla="*/ 70313 h 81562"/>
                <a:gd name="connsiteX20" fmla="*/ 89583 w 526146"/>
                <a:gd name="connsiteY20" fmla="*/ 73855 h 81562"/>
                <a:gd name="connsiteX21" fmla="*/ 98542 w 526146"/>
                <a:gd name="connsiteY21" fmla="*/ 70313 h 81562"/>
                <a:gd name="connsiteX22" fmla="*/ 103542 w 526146"/>
                <a:gd name="connsiteY22" fmla="*/ 61667 h 81562"/>
                <a:gd name="connsiteX23" fmla="*/ 105833 w 526146"/>
                <a:gd name="connsiteY23" fmla="*/ 50782 h 81562"/>
                <a:gd name="connsiteX24" fmla="*/ 106354 w 526146"/>
                <a:gd name="connsiteY24" fmla="*/ 40729 h 81562"/>
                <a:gd name="connsiteX25" fmla="*/ 105833 w 526146"/>
                <a:gd name="connsiteY25" fmla="*/ 30573 h 81562"/>
                <a:gd name="connsiteX26" fmla="*/ 103542 w 526146"/>
                <a:gd name="connsiteY26" fmla="*/ 19584 h 81562"/>
                <a:gd name="connsiteX27" fmla="*/ 98542 w 526146"/>
                <a:gd name="connsiteY27" fmla="*/ 10833 h 81562"/>
                <a:gd name="connsiteX28" fmla="*/ 89583 w 526146"/>
                <a:gd name="connsiteY28" fmla="*/ 7188 h 81562"/>
                <a:gd name="connsiteX29" fmla="*/ 518229 w 526146"/>
                <a:gd name="connsiteY29" fmla="*/ 3125 h 81562"/>
                <a:gd name="connsiteX30" fmla="*/ 524167 w 526146"/>
                <a:gd name="connsiteY30" fmla="*/ 3125 h 81562"/>
                <a:gd name="connsiteX31" fmla="*/ 525730 w 526146"/>
                <a:gd name="connsiteY31" fmla="*/ 3542 h 81562"/>
                <a:gd name="connsiteX32" fmla="*/ 526146 w 526146"/>
                <a:gd name="connsiteY32" fmla="*/ 5105 h 81562"/>
                <a:gd name="connsiteX33" fmla="*/ 526146 w 526146"/>
                <a:gd name="connsiteY33" fmla="*/ 79167 h 81562"/>
                <a:gd name="connsiteX34" fmla="*/ 517917 w 526146"/>
                <a:gd name="connsiteY34" fmla="*/ 79167 h 81562"/>
                <a:gd name="connsiteX35" fmla="*/ 517917 w 526146"/>
                <a:gd name="connsiteY35" fmla="*/ 12083 h 81562"/>
                <a:gd name="connsiteX36" fmla="*/ 510886 w 526146"/>
                <a:gd name="connsiteY36" fmla="*/ 17865 h 81562"/>
                <a:gd name="connsiteX37" fmla="*/ 501667 w 526146"/>
                <a:gd name="connsiteY37" fmla="*/ 23125 h 81562"/>
                <a:gd name="connsiteX38" fmla="*/ 501667 w 526146"/>
                <a:gd name="connsiteY38" fmla="*/ 15208 h 81562"/>
                <a:gd name="connsiteX39" fmla="*/ 510313 w 526146"/>
                <a:gd name="connsiteY39" fmla="*/ 10104 h 81562"/>
                <a:gd name="connsiteX40" fmla="*/ 518229 w 526146"/>
                <a:gd name="connsiteY40" fmla="*/ 3125 h 81562"/>
                <a:gd name="connsiteX41" fmla="*/ 296875 w 526146"/>
                <a:gd name="connsiteY41" fmla="*/ 3125 h 81562"/>
                <a:gd name="connsiteX42" fmla="*/ 302813 w 526146"/>
                <a:gd name="connsiteY42" fmla="*/ 3125 h 81562"/>
                <a:gd name="connsiteX43" fmla="*/ 304375 w 526146"/>
                <a:gd name="connsiteY43" fmla="*/ 3542 h 81562"/>
                <a:gd name="connsiteX44" fmla="*/ 304792 w 526146"/>
                <a:gd name="connsiteY44" fmla="*/ 5105 h 81562"/>
                <a:gd name="connsiteX45" fmla="*/ 304792 w 526146"/>
                <a:gd name="connsiteY45" fmla="*/ 79167 h 81562"/>
                <a:gd name="connsiteX46" fmla="*/ 296563 w 526146"/>
                <a:gd name="connsiteY46" fmla="*/ 79167 h 81562"/>
                <a:gd name="connsiteX47" fmla="*/ 296563 w 526146"/>
                <a:gd name="connsiteY47" fmla="*/ 12083 h 81562"/>
                <a:gd name="connsiteX48" fmla="*/ 289532 w 526146"/>
                <a:gd name="connsiteY48" fmla="*/ 17865 h 81562"/>
                <a:gd name="connsiteX49" fmla="*/ 280313 w 526146"/>
                <a:gd name="connsiteY49" fmla="*/ 23125 h 81562"/>
                <a:gd name="connsiteX50" fmla="*/ 280313 w 526146"/>
                <a:gd name="connsiteY50" fmla="*/ 15208 h 81562"/>
                <a:gd name="connsiteX51" fmla="*/ 288959 w 526146"/>
                <a:gd name="connsiteY51" fmla="*/ 10104 h 81562"/>
                <a:gd name="connsiteX52" fmla="*/ 296875 w 526146"/>
                <a:gd name="connsiteY52" fmla="*/ 3125 h 81562"/>
                <a:gd name="connsiteX53" fmla="*/ 212813 w 526146"/>
                <a:gd name="connsiteY53" fmla="*/ 1979 h 81562"/>
                <a:gd name="connsiteX54" fmla="*/ 219896 w 526146"/>
                <a:gd name="connsiteY54" fmla="*/ 1979 h 81562"/>
                <a:gd name="connsiteX55" fmla="*/ 221459 w 526146"/>
                <a:gd name="connsiteY55" fmla="*/ 2396 h 81562"/>
                <a:gd name="connsiteX56" fmla="*/ 221875 w 526146"/>
                <a:gd name="connsiteY56" fmla="*/ 3959 h 81562"/>
                <a:gd name="connsiteX57" fmla="*/ 221875 w 526146"/>
                <a:gd name="connsiteY57" fmla="*/ 55313 h 81562"/>
                <a:gd name="connsiteX58" fmla="*/ 233229 w 526146"/>
                <a:gd name="connsiteY58" fmla="*/ 55313 h 81562"/>
                <a:gd name="connsiteX59" fmla="*/ 233229 w 526146"/>
                <a:gd name="connsiteY59" fmla="*/ 62500 h 81562"/>
                <a:gd name="connsiteX60" fmla="*/ 221875 w 526146"/>
                <a:gd name="connsiteY60" fmla="*/ 62500 h 81562"/>
                <a:gd name="connsiteX61" fmla="*/ 221875 w 526146"/>
                <a:gd name="connsiteY61" fmla="*/ 79167 h 81562"/>
                <a:gd name="connsiteX62" fmla="*/ 213750 w 526146"/>
                <a:gd name="connsiteY62" fmla="*/ 79167 h 81562"/>
                <a:gd name="connsiteX63" fmla="*/ 213750 w 526146"/>
                <a:gd name="connsiteY63" fmla="*/ 62500 h 81562"/>
                <a:gd name="connsiteX64" fmla="*/ 181354 w 526146"/>
                <a:gd name="connsiteY64" fmla="*/ 62500 h 81562"/>
                <a:gd name="connsiteX65" fmla="*/ 179792 w 526146"/>
                <a:gd name="connsiteY65" fmla="*/ 62083 h 81562"/>
                <a:gd name="connsiteX66" fmla="*/ 179375 w 526146"/>
                <a:gd name="connsiteY66" fmla="*/ 60521 h 81562"/>
                <a:gd name="connsiteX67" fmla="*/ 179375 w 526146"/>
                <a:gd name="connsiteY67" fmla="*/ 56146 h 81562"/>
                <a:gd name="connsiteX68" fmla="*/ 179636 w 526146"/>
                <a:gd name="connsiteY68" fmla="*/ 54636 h 81562"/>
                <a:gd name="connsiteX69" fmla="*/ 180313 w 526146"/>
                <a:gd name="connsiteY69" fmla="*/ 53229 h 81562"/>
                <a:gd name="connsiteX70" fmla="*/ 210729 w 526146"/>
                <a:gd name="connsiteY70" fmla="*/ 3333 h 81562"/>
                <a:gd name="connsiteX71" fmla="*/ 211563 w 526146"/>
                <a:gd name="connsiteY71" fmla="*/ 2344 h 81562"/>
                <a:gd name="connsiteX72" fmla="*/ 212813 w 526146"/>
                <a:gd name="connsiteY72" fmla="*/ 1979 h 81562"/>
                <a:gd name="connsiteX73" fmla="*/ 452813 w 526146"/>
                <a:gd name="connsiteY73" fmla="*/ 1354 h 81562"/>
                <a:gd name="connsiteX74" fmla="*/ 461615 w 526146"/>
                <a:gd name="connsiteY74" fmla="*/ 2552 h 81562"/>
                <a:gd name="connsiteX75" fmla="*/ 469063 w 526146"/>
                <a:gd name="connsiteY75" fmla="*/ 6250 h 81562"/>
                <a:gd name="connsiteX76" fmla="*/ 474115 w 526146"/>
                <a:gd name="connsiteY76" fmla="*/ 12604 h 81562"/>
                <a:gd name="connsiteX77" fmla="*/ 476042 w 526146"/>
                <a:gd name="connsiteY77" fmla="*/ 21771 h 81562"/>
                <a:gd name="connsiteX78" fmla="*/ 471771 w 526146"/>
                <a:gd name="connsiteY78" fmla="*/ 33438 h 81562"/>
                <a:gd name="connsiteX79" fmla="*/ 460625 w 526146"/>
                <a:gd name="connsiteY79" fmla="*/ 39792 h 81562"/>
                <a:gd name="connsiteX80" fmla="*/ 472969 w 526146"/>
                <a:gd name="connsiteY80" fmla="*/ 46198 h 81562"/>
                <a:gd name="connsiteX81" fmla="*/ 477709 w 526146"/>
                <a:gd name="connsiteY81" fmla="*/ 59063 h 81562"/>
                <a:gd name="connsiteX82" fmla="*/ 475573 w 526146"/>
                <a:gd name="connsiteY82" fmla="*/ 69011 h 81562"/>
                <a:gd name="connsiteX83" fmla="*/ 469896 w 526146"/>
                <a:gd name="connsiteY83" fmla="*/ 75833 h 81562"/>
                <a:gd name="connsiteX84" fmla="*/ 461771 w 526146"/>
                <a:gd name="connsiteY84" fmla="*/ 79688 h 81562"/>
                <a:gd name="connsiteX85" fmla="*/ 452396 w 526146"/>
                <a:gd name="connsiteY85" fmla="*/ 80938 h 81562"/>
                <a:gd name="connsiteX86" fmla="*/ 434636 w 526146"/>
                <a:gd name="connsiteY86" fmla="*/ 75000 h 81562"/>
                <a:gd name="connsiteX87" fmla="*/ 427917 w 526146"/>
                <a:gd name="connsiteY87" fmla="*/ 58542 h 81562"/>
                <a:gd name="connsiteX88" fmla="*/ 436146 w 526146"/>
                <a:gd name="connsiteY88" fmla="*/ 58542 h 81562"/>
                <a:gd name="connsiteX89" fmla="*/ 441094 w 526146"/>
                <a:gd name="connsiteY89" fmla="*/ 69896 h 81562"/>
                <a:gd name="connsiteX90" fmla="*/ 452709 w 526146"/>
                <a:gd name="connsiteY90" fmla="*/ 73750 h 81562"/>
                <a:gd name="connsiteX91" fmla="*/ 464896 w 526146"/>
                <a:gd name="connsiteY91" fmla="*/ 69688 h 81562"/>
                <a:gd name="connsiteX92" fmla="*/ 469375 w 526146"/>
                <a:gd name="connsiteY92" fmla="*/ 58125 h 81562"/>
                <a:gd name="connsiteX93" fmla="*/ 467917 w 526146"/>
                <a:gd name="connsiteY93" fmla="*/ 51511 h 81562"/>
                <a:gd name="connsiteX94" fmla="*/ 464063 w 526146"/>
                <a:gd name="connsiteY94" fmla="*/ 46979 h 81562"/>
                <a:gd name="connsiteX95" fmla="*/ 458490 w 526146"/>
                <a:gd name="connsiteY95" fmla="*/ 44375 h 81562"/>
                <a:gd name="connsiteX96" fmla="*/ 452188 w 526146"/>
                <a:gd name="connsiteY96" fmla="*/ 43333 h 81562"/>
                <a:gd name="connsiteX97" fmla="*/ 448021 w 526146"/>
                <a:gd name="connsiteY97" fmla="*/ 43333 h 81562"/>
                <a:gd name="connsiteX98" fmla="*/ 446563 w 526146"/>
                <a:gd name="connsiteY98" fmla="*/ 43073 h 81562"/>
                <a:gd name="connsiteX99" fmla="*/ 446355 w 526146"/>
                <a:gd name="connsiteY99" fmla="*/ 41667 h 81562"/>
                <a:gd name="connsiteX100" fmla="*/ 446355 w 526146"/>
                <a:gd name="connsiteY100" fmla="*/ 37813 h 81562"/>
                <a:gd name="connsiteX101" fmla="*/ 446563 w 526146"/>
                <a:gd name="connsiteY101" fmla="*/ 36146 h 81562"/>
                <a:gd name="connsiteX102" fmla="*/ 448021 w 526146"/>
                <a:gd name="connsiteY102" fmla="*/ 35729 h 81562"/>
                <a:gd name="connsiteX103" fmla="*/ 451459 w 526146"/>
                <a:gd name="connsiteY103" fmla="*/ 35729 h 81562"/>
                <a:gd name="connsiteX104" fmla="*/ 457552 w 526146"/>
                <a:gd name="connsiteY104" fmla="*/ 34948 h 81562"/>
                <a:gd name="connsiteX105" fmla="*/ 462709 w 526146"/>
                <a:gd name="connsiteY105" fmla="*/ 32500 h 81562"/>
                <a:gd name="connsiteX106" fmla="*/ 466355 w 526146"/>
                <a:gd name="connsiteY106" fmla="*/ 28386 h 81562"/>
                <a:gd name="connsiteX107" fmla="*/ 467709 w 526146"/>
                <a:gd name="connsiteY107" fmla="*/ 22188 h 81562"/>
                <a:gd name="connsiteX108" fmla="*/ 463386 w 526146"/>
                <a:gd name="connsiteY108" fmla="*/ 12083 h 81562"/>
                <a:gd name="connsiteX109" fmla="*/ 452500 w 526146"/>
                <a:gd name="connsiteY109" fmla="*/ 8542 h 81562"/>
                <a:gd name="connsiteX110" fmla="*/ 441823 w 526146"/>
                <a:gd name="connsiteY110" fmla="*/ 12083 h 81562"/>
                <a:gd name="connsiteX111" fmla="*/ 437292 w 526146"/>
                <a:gd name="connsiteY111" fmla="*/ 22292 h 81562"/>
                <a:gd name="connsiteX112" fmla="*/ 428959 w 526146"/>
                <a:gd name="connsiteY112" fmla="*/ 22292 h 81562"/>
                <a:gd name="connsiteX113" fmla="*/ 435625 w 526146"/>
                <a:gd name="connsiteY113" fmla="*/ 6979 h 81562"/>
                <a:gd name="connsiteX114" fmla="*/ 452813 w 526146"/>
                <a:gd name="connsiteY114" fmla="*/ 1354 h 81562"/>
                <a:gd name="connsiteX115" fmla="*/ 361563 w 526146"/>
                <a:gd name="connsiteY115" fmla="*/ 1354 h 81562"/>
                <a:gd name="connsiteX116" fmla="*/ 377604 w 526146"/>
                <a:gd name="connsiteY116" fmla="*/ 6458 h 81562"/>
                <a:gd name="connsiteX117" fmla="*/ 384063 w 526146"/>
                <a:gd name="connsiteY117" fmla="*/ 21458 h 81562"/>
                <a:gd name="connsiteX118" fmla="*/ 379948 w 526146"/>
                <a:gd name="connsiteY118" fmla="*/ 35313 h 81562"/>
                <a:gd name="connsiteX119" fmla="*/ 370105 w 526146"/>
                <a:gd name="connsiteY119" fmla="*/ 49271 h 81562"/>
                <a:gd name="connsiteX120" fmla="*/ 358229 w 526146"/>
                <a:gd name="connsiteY120" fmla="*/ 61979 h 81562"/>
                <a:gd name="connsiteX121" fmla="*/ 348021 w 526146"/>
                <a:gd name="connsiteY121" fmla="*/ 71979 h 81562"/>
                <a:gd name="connsiteX122" fmla="*/ 385729 w 526146"/>
                <a:gd name="connsiteY122" fmla="*/ 71979 h 81562"/>
                <a:gd name="connsiteX123" fmla="*/ 385729 w 526146"/>
                <a:gd name="connsiteY123" fmla="*/ 79167 h 81562"/>
                <a:gd name="connsiteX124" fmla="*/ 340000 w 526146"/>
                <a:gd name="connsiteY124" fmla="*/ 79167 h 81562"/>
                <a:gd name="connsiteX125" fmla="*/ 338802 w 526146"/>
                <a:gd name="connsiteY125" fmla="*/ 78854 h 81562"/>
                <a:gd name="connsiteX126" fmla="*/ 338542 w 526146"/>
                <a:gd name="connsiteY126" fmla="*/ 77604 h 81562"/>
                <a:gd name="connsiteX127" fmla="*/ 338542 w 526146"/>
                <a:gd name="connsiteY127" fmla="*/ 71354 h 81562"/>
                <a:gd name="connsiteX128" fmla="*/ 342865 w 526146"/>
                <a:gd name="connsiteY128" fmla="*/ 67188 h 81562"/>
                <a:gd name="connsiteX129" fmla="*/ 348438 w 526146"/>
                <a:gd name="connsiteY129" fmla="*/ 61667 h 81562"/>
                <a:gd name="connsiteX130" fmla="*/ 354479 w 526146"/>
                <a:gd name="connsiteY130" fmla="*/ 55209 h 81562"/>
                <a:gd name="connsiteX131" fmla="*/ 360625 w 526146"/>
                <a:gd name="connsiteY131" fmla="*/ 48125 h 81562"/>
                <a:gd name="connsiteX132" fmla="*/ 366354 w 526146"/>
                <a:gd name="connsiteY132" fmla="*/ 40990 h 81562"/>
                <a:gd name="connsiteX133" fmla="*/ 371042 w 526146"/>
                <a:gd name="connsiteY133" fmla="*/ 34063 h 81562"/>
                <a:gd name="connsiteX134" fmla="*/ 374323 w 526146"/>
                <a:gd name="connsiteY134" fmla="*/ 27605 h 81562"/>
                <a:gd name="connsiteX135" fmla="*/ 375521 w 526146"/>
                <a:gd name="connsiteY135" fmla="*/ 22084 h 81562"/>
                <a:gd name="connsiteX136" fmla="*/ 371563 w 526146"/>
                <a:gd name="connsiteY136" fmla="*/ 11927 h 81562"/>
                <a:gd name="connsiteX137" fmla="*/ 361355 w 526146"/>
                <a:gd name="connsiteY137" fmla="*/ 8542 h 81562"/>
                <a:gd name="connsiteX138" fmla="*/ 351511 w 526146"/>
                <a:gd name="connsiteY138" fmla="*/ 12709 h 81562"/>
                <a:gd name="connsiteX139" fmla="*/ 347709 w 526146"/>
                <a:gd name="connsiteY139" fmla="*/ 23542 h 81562"/>
                <a:gd name="connsiteX140" fmla="*/ 339167 w 526146"/>
                <a:gd name="connsiteY140" fmla="*/ 23542 h 81562"/>
                <a:gd name="connsiteX141" fmla="*/ 340834 w 526146"/>
                <a:gd name="connsiteY141" fmla="*/ 14427 h 81562"/>
                <a:gd name="connsiteX142" fmla="*/ 345521 w 526146"/>
                <a:gd name="connsiteY142" fmla="*/ 7396 h 81562"/>
                <a:gd name="connsiteX143" fmla="*/ 352656 w 526146"/>
                <a:gd name="connsiteY143" fmla="*/ 2917 h 81562"/>
                <a:gd name="connsiteX144" fmla="*/ 361563 w 526146"/>
                <a:gd name="connsiteY144" fmla="*/ 1354 h 81562"/>
                <a:gd name="connsiteX145" fmla="*/ 140208 w 526146"/>
                <a:gd name="connsiteY145" fmla="*/ 1354 h 81562"/>
                <a:gd name="connsiteX146" fmla="*/ 156250 w 526146"/>
                <a:gd name="connsiteY146" fmla="*/ 6458 h 81562"/>
                <a:gd name="connsiteX147" fmla="*/ 162708 w 526146"/>
                <a:gd name="connsiteY147" fmla="*/ 21458 h 81562"/>
                <a:gd name="connsiteX148" fmla="*/ 158594 w 526146"/>
                <a:gd name="connsiteY148" fmla="*/ 35313 h 81562"/>
                <a:gd name="connsiteX149" fmla="*/ 148750 w 526146"/>
                <a:gd name="connsiteY149" fmla="*/ 49271 h 81562"/>
                <a:gd name="connsiteX150" fmla="*/ 136875 w 526146"/>
                <a:gd name="connsiteY150" fmla="*/ 61979 h 81562"/>
                <a:gd name="connsiteX151" fmla="*/ 126667 w 526146"/>
                <a:gd name="connsiteY151" fmla="*/ 71979 h 81562"/>
                <a:gd name="connsiteX152" fmla="*/ 164375 w 526146"/>
                <a:gd name="connsiteY152" fmla="*/ 71979 h 81562"/>
                <a:gd name="connsiteX153" fmla="*/ 164375 w 526146"/>
                <a:gd name="connsiteY153" fmla="*/ 79167 h 81562"/>
                <a:gd name="connsiteX154" fmla="*/ 118646 w 526146"/>
                <a:gd name="connsiteY154" fmla="*/ 79167 h 81562"/>
                <a:gd name="connsiteX155" fmla="*/ 117448 w 526146"/>
                <a:gd name="connsiteY155" fmla="*/ 78854 h 81562"/>
                <a:gd name="connsiteX156" fmla="*/ 117188 w 526146"/>
                <a:gd name="connsiteY156" fmla="*/ 77604 h 81562"/>
                <a:gd name="connsiteX157" fmla="*/ 117188 w 526146"/>
                <a:gd name="connsiteY157" fmla="*/ 71354 h 81562"/>
                <a:gd name="connsiteX158" fmla="*/ 121510 w 526146"/>
                <a:gd name="connsiteY158" fmla="*/ 67188 h 81562"/>
                <a:gd name="connsiteX159" fmla="*/ 127084 w 526146"/>
                <a:gd name="connsiteY159" fmla="*/ 61667 h 81562"/>
                <a:gd name="connsiteX160" fmla="*/ 133125 w 526146"/>
                <a:gd name="connsiteY160" fmla="*/ 55209 h 81562"/>
                <a:gd name="connsiteX161" fmla="*/ 139271 w 526146"/>
                <a:gd name="connsiteY161" fmla="*/ 48125 h 81562"/>
                <a:gd name="connsiteX162" fmla="*/ 145000 w 526146"/>
                <a:gd name="connsiteY162" fmla="*/ 40990 h 81562"/>
                <a:gd name="connsiteX163" fmla="*/ 149688 w 526146"/>
                <a:gd name="connsiteY163" fmla="*/ 34063 h 81562"/>
                <a:gd name="connsiteX164" fmla="*/ 152969 w 526146"/>
                <a:gd name="connsiteY164" fmla="*/ 27605 h 81562"/>
                <a:gd name="connsiteX165" fmla="*/ 154167 w 526146"/>
                <a:gd name="connsiteY165" fmla="*/ 22084 h 81562"/>
                <a:gd name="connsiteX166" fmla="*/ 150209 w 526146"/>
                <a:gd name="connsiteY166" fmla="*/ 11927 h 81562"/>
                <a:gd name="connsiteX167" fmla="*/ 140000 w 526146"/>
                <a:gd name="connsiteY167" fmla="*/ 8542 h 81562"/>
                <a:gd name="connsiteX168" fmla="*/ 130156 w 526146"/>
                <a:gd name="connsiteY168" fmla="*/ 12709 h 81562"/>
                <a:gd name="connsiteX169" fmla="*/ 126354 w 526146"/>
                <a:gd name="connsiteY169" fmla="*/ 23542 h 81562"/>
                <a:gd name="connsiteX170" fmla="*/ 117813 w 526146"/>
                <a:gd name="connsiteY170" fmla="*/ 23542 h 81562"/>
                <a:gd name="connsiteX171" fmla="*/ 119479 w 526146"/>
                <a:gd name="connsiteY171" fmla="*/ 14427 h 81562"/>
                <a:gd name="connsiteX172" fmla="*/ 124167 w 526146"/>
                <a:gd name="connsiteY172" fmla="*/ 7396 h 81562"/>
                <a:gd name="connsiteX173" fmla="*/ 131302 w 526146"/>
                <a:gd name="connsiteY173" fmla="*/ 2917 h 81562"/>
                <a:gd name="connsiteX174" fmla="*/ 140208 w 526146"/>
                <a:gd name="connsiteY174" fmla="*/ 1354 h 81562"/>
                <a:gd name="connsiteX175" fmla="*/ 23021 w 526146"/>
                <a:gd name="connsiteY175" fmla="*/ 1354 h 81562"/>
                <a:gd name="connsiteX176" fmla="*/ 39063 w 526146"/>
                <a:gd name="connsiteY176" fmla="*/ 6458 h 81562"/>
                <a:gd name="connsiteX177" fmla="*/ 45521 w 526146"/>
                <a:gd name="connsiteY177" fmla="*/ 21458 h 81562"/>
                <a:gd name="connsiteX178" fmla="*/ 41406 w 526146"/>
                <a:gd name="connsiteY178" fmla="*/ 35313 h 81562"/>
                <a:gd name="connsiteX179" fmla="*/ 31563 w 526146"/>
                <a:gd name="connsiteY179" fmla="*/ 49271 h 81562"/>
                <a:gd name="connsiteX180" fmla="*/ 19688 w 526146"/>
                <a:gd name="connsiteY180" fmla="*/ 61979 h 81562"/>
                <a:gd name="connsiteX181" fmla="*/ 9479 w 526146"/>
                <a:gd name="connsiteY181" fmla="*/ 71979 h 81562"/>
                <a:gd name="connsiteX182" fmla="*/ 47188 w 526146"/>
                <a:gd name="connsiteY182" fmla="*/ 71979 h 81562"/>
                <a:gd name="connsiteX183" fmla="*/ 47188 w 526146"/>
                <a:gd name="connsiteY183" fmla="*/ 79167 h 81562"/>
                <a:gd name="connsiteX184" fmla="*/ 1458 w 526146"/>
                <a:gd name="connsiteY184" fmla="*/ 79167 h 81562"/>
                <a:gd name="connsiteX185" fmla="*/ 260 w 526146"/>
                <a:gd name="connsiteY185" fmla="*/ 78854 h 81562"/>
                <a:gd name="connsiteX186" fmla="*/ 0 w 526146"/>
                <a:gd name="connsiteY186" fmla="*/ 77604 h 81562"/>
                <a:gd name="connsiteX187" fmla="*/ 0 w 526146"/>
                <a:gd name="connsiteY187" fmla="*/ 71354 h 81562"/>
                <a:gd name="connsiteX188" fmla="*/ 4323 w 526146"/>
                <a:gd name="connsiteY188" fmla="*/ 67188 h 81562"/>
                <a:gd name="connsiteX189" fmla="*/ 9896 w 526146"/>
                <a:gd name="connsiteY189" fmla="*/ 61667 h 81562"/>
                <a:gd name="connsiteX190" fmla="*/ 15937 w 526146"/>
                <a:gd name="connsiteY190" fmla="*/ 55209 h 81562"/>
                <a:gd name="connsiteX191" fmla="*/ 22083 w 526146"/>
                <a:gd name="connsiteY191" fmla="*/ 48125 h 81562"/>
                <a:gd name="connsiteX192" fmla="*/ 27813 w 526146"/>
                <a:gd name="connsiteY192" fmla="*/ 40990 h 81562"/>
                <a:gd name="connsiteX193" fmla="*/ 32500 w 526146"/>
                <a:gd name="connsiteY193" fmla="*/ 34063 h 81562"/>
                <a:gd name="connsiteX194" fmla="*/ 35781 w 526146"/>
                <a:gd name="connsiteY194" fmla="*/ 27605 h 81562"/>
                <a:gd name="connsiteX195" fmla="*/ 36979 w 526146"/>
                <a:gd name="connsiteY195" fmla="*/ 22084 h 81562"/>
                <a:gd name="connsiteX196" fmla="*/ 33021 w 526146"/>
                <a:gd name="connsiteY196" fmla="*/ 11927 h 81562"/>
                <a:gd name="connsiteX197" fmla="*/ 22813 w 526146"/>
                <a:gd name="connsiteY197" fmla="*/ 8542 h 81562"/>
                <a:gd name="connsiteX198" fmla="*/ 12969 w 526146"/>
                <a:gd name="connsiteY198" fmla="*/ 12709 h 81562"/>
                <a:gd name="connsiteX199" fmla="*/ 9167 w 526146"/>
                <a:gd name="connsiteY199" fmla="*/ 23542 h 81562"/>
                <a:gd name="connsiteX200" fmla="*/ 625 w 526146"/>
                <a:gd name="connsiteY200" fmla="*/ 23542 h 81562"/>
                <a:gd name="connsiteX201" fmla="*/ 2292 w 526146"/>
                <a:gd name="connsiteY201" fmla="*/ 14427 h 81562"/>
                <a:gd name="connsiteX202" fmla="*/ 6979 w 526146"/>
                <a:gd name="connsiteY202" fmla="*/ 7396 h 81562"/>
                <a:gd name="connsiteX203" fmla="*/ 14115 w 526146"/>
                <a:gd name="connsiteY203" fmla="*/ 2917 h 81562"/>
                <a:gd name="connsiteX204" fmla="*/ 23021 w 526146"/>
                <a:gd name="connsiteY204" fmla="*/ 1354 h 81562"/>
                <a:gd name="connsiteX205" fmla="*/ 89583 w 526146"/>
                <a:gd name="connsiteY205" fmla="*/ 0 h 81562"/>
                <a:gd name="connsiteX206" fmla="*/ 102344 w 526146"/>
                <a:gd name="connsiteY206" fmla="*/ 3646 h 81562"/>
                <a:gd name="connsiteX207" fmla="*/ 110104 w 526146"/>
                <a:gd name="connsiteY207" fmla="*/ 13021 h 81562"/>
                <a:gd name="connsiteX208" fmla="*/ 113959 w 526146"/>
                <a:gd name="connsiteY208" fmla="*/ 26146 h 81562"/>
                <a:gd name="connsiteX209" fmla="*/ 115000 w 526146"/>
                <a:gd name="connsiteY209" fmla="*/ 40729 h 81562"/>
                <a:gd name="connsiteX210" fmla="*/ 113959 w 526146"/>
                <a:gd name="connsiteY210" fmla="*/ 55313 h 81562"/>
                <a:gd name="connsiteX211" fmla="*/ 110104 w 526146"/>
                <a:gd name="connsiteY211" fmla="*/ 68334 h 81562"/>
                <a:gd name="connsiteX212" fmla="*/ 102344 w 526146"/>
                <a:gd name="connsiteY212" fmla="*/ 77604 h 81562"/>
                <a:gd name="connsiteX213" fmla="*/ 89583 w 526146"/>
                <a:gd name="connsiteY213" fmla="*/ 81146 h 81562"/>
                <a:gd name="connsiteX214" fmla="*/ 77031 w 526146"/>
                <a:gd name="connsiteY214" fmla="*/ 77604 h 81562"/>
                <a:gd name="connsiteX215" fmla="*/ 69583 w 526146"/>
                <a:gd name="connsiteY215" fmla="*/ 68334 h 81562"/>
                <a:gd name="connsiteX216" fmla="*/ 65938 w 526146"/>
                <a:gd name="connsiteY216" fmla="*/ 55313 h 81562"/>
                <a:gd name="connsiteX217" fmla="*/ 65000 w 526146"/>
                <a:gd name="connsiteY217" fmla="*/ 40729 h 81562"/>
                <a:gd name="connsiteX218" fmla="*/ 65938 w 526146"/>
                <a:gd name="connsiteY218" fmla="*/ 26146 h 81562"/>
                <a:gd name="connsiteX219" fmla="*/ 69583 w 526146"/>
                <a:gd name="connsiteY219" fmla="*/ 13021 h 81562"/>
                <a:gd name="connsiteX220" fmla="*/ 77031 w 526146"/>
                <a:gd name="connsiteY220" fmla="*/ 3646 h 81562"/>
                <a:gd name="connsiteX221" fmla="*/ 89583 w 526146"/>
                <a:gd name="connsiteY22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526146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3"/>
                  </a:cubicBezTo>
                  <a:cubicBezTo>
                    <a:pt x="78672" y="13255"/>
                    <a:pt x="77084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7"/>
                    <a:pt x="73646" y="37813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3"/>
                  </a:cubicBezTo>
                  <a:cubicBezTo>
                    <a:pt x="82904" y="72670"/>
                    <a:pt x="85834" y="73855"/>
                    <a:pt x="89583" y="73855"/>
                  </a:cubicBezTo>
                  <a:cubicBezTo>
                    <a:pt x="93333" y="73855"/>
                    <a:pt x="96328" y="72670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95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3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55"/>
                    <a:pt x="525730" y="3542"/>
                  </a:cubicBezTo>
                  <a:cubicBezTo>
                    <a:pt x="526016" y="3815"/>
                    <a:pt x="526146" y="4336"/>
                    <a:pt x="526146" y="5105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3"/>
                  </a:lnTo>
                  <a:cubicBezTo>
                    <a:pt x="516042" y="14089"/>
                    <a:pt x="513698" y="16016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8"/>
                  </a:lnTo>
                  <a:cubicBezTo>
                    <a:pt x="504662" y="13880"/>
                    <a:pt x="507539" y="12188"/>
                    <a:pt x="510313" y="10104"/>
                  </a:cubicBezTo>
                  <a:cubicBezTo>
                    <a:pt x="513099" y="8021"/>
                    <a:pt x="515729" y="5690"/>
                    <a:pt x="518229" y="3125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55"/>
                    <a:pt x="304375" y="3542"/>
                  </a:cubicBezTo>
                  <a:cubicBezTo>
                    <a:pt x="304662" y="3815"/>
                    <a:pt x="304792" y="4336"/>
                    <a:pt x="304792" y="5105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3"/>
                  </a:lnTo>
                  <a:cubicBezTo>
                    <a:pt x="294688" y="14089"/>
                    <a:pt x="292344" y="16016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8"/>
                  </a:lnTo>
                  <a:cubicBezTo>
                    <a:pt x="283308" y="13880"/>
                    <a:pt x="286185" y="12188"/>
                    <a:pt x="288959" y="10104"/>
                  </a:cubicBezTo>
                  <a:cubicBezTo>
                    <a:pt x="291745" y="8021"/>
                    <a:pt x="294375" y="5690"/>
                    <a:pt x="296875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10"/>
                    <a:pt x="221459" y="2396"/>
                  </a:cubicBezTo>
                  <a:cubicBezTo>
                    <a:pt x="221745" y="2669"/>
                    <a:pt x="221875" y="3190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99" y="62500"/>
                    <a:pt x="180078" y="62357"/>
                    <a:pt x="179792" y="62083"/>
                  </a:cubicBezTo>
                  <a:cubicBezTo>
                    <a:pt x="179518" y="61797"/>
                    <a:pt x="179375" y="61276"/>
                    <a:pt x="179375" y="60521"/>
                  </a:cubicBezTo>
                  <a:lnTo>
                    <a:pt x="179375" y="56146"/>
                  </a:lnTo>
                  <a:cubicBezTo>
                    <a:pt x="179375" y="55651"/>
                    <a:pt x="179466" y="55157"/>
                    <a:pt x="179636" y="54636"/>
                  </a:cubicBezTo>
                  <a:cubicBezTo>
                    <a:pt x="179818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24" y="2578"/>
                    <a:pt x="211563" y="2344"/>
                  </a:cubicBezTo>
                  <a:cubicBezTo>
                    <a:pt x="211914" y="2096"/>
                    <a:pt x="212331" y="1979"/>
                    <a:pt x="212813" y="1979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2"/>
                  </a:cubicBezTo>
                  <a:cubicBezTo>
                    <a:pt x="464427" y="3347"/>
                    <a:pt x="466914" y="4584"/>
                    <a:pt x="469063" y="6250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69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8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7006" y="66263"/>
                    <a:pt x="475573" y="69011"/>
                  </a:cubicBezTo>
                  <a:cubicBezTo>
                    <a:pt x="474154" y="71745"/>
                    <a:pt x="472266" y="74024"/>
                    <a:pt x="469896" y="75833"/>
                  </a:cubicBezTo>
                  <a:cubicBezTo>
                    <a:pt x="467539" y="77565"/>
                    <a:pt x="464831" y="78854"/>
                    <a:pt x="461771" y="79688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8"/>
                  </a:cubicBezTo>
                  <a:cubicBezTo>
                    <a:pt x="467891" y="66979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1"/>
                  </a:cubicBezTo>
                  <a:cubicBezTo>
                    <a:pt x="466953" y="49662"/>
                    <a:pt x="465664" y="48151"/>
                    <a:pt x="464063" y="46979"/>
                  </a:cubicBezTo>
                  <a:cubicBezTo>
                    <a:pt x="462396" y="45795"/>
                    <a:pt x="460547" y="44922"/>
                    <a:pt x="458490" y="44375"/>
                  </a:cubicBezTo>
                  <a:cubicBezTo>
                    <a:pt x="456446" y="43815"/>
                    <a:pt x="454349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2"/>
                    <a:pt x="446563" y="43073"/>
                  </a:cubicBezTo>
                  <a:cubicBezTo>
                    <a:pt x="446433" y="42891"/>
                    <a:pt x="446355" y="42422"/>
                    <a:pt x="446355" y="41667"/>
                  </a:cubicBezTo>
                  <a:lnTo>
                    <a:pt x="446355" y="37813"/>
                  </a:lnTo>
                  <a:cubicBezTo>
                    <a:pt x="446355" y="36980"/>
                    <a:pt x="446433" y="36420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7"/>
                    <a:pt x="461250" y="33607"/>
                    <a:pt x="462709" y="32500"/>
                  </a:cubicBezTo>
                  <a:cubicBezTo>
                    <a:pt x="464245" y="31459"/>
                    <a:pt x="465456" y="30079"/>
                    <a:pt x="466355" y="28386"/>
                  </a:cubicBezTo>
                  <a:cubicBezTo>
                    <a:pt x="467266" y="26680"/>
                    <a:pt x="467709" y="24610"/>
                    <a:pt x="467709" y="22188"/>
                  </a:cubicBezTo>
                  <a:cubicBezTo>
                    <a:pt x="467709" y="17813"/>
                    <a:pt x="466276" y="14440"/>
                    <a:pt x="463386" y="12083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95" y="8542"/>
                    <a:pt x="444427" y="9714"/>
                    <a:pt x="441823" y="12083"/>
                  </a:cubicBezTo>
                  <a:cubicBezTo>
                    <a:pt x="439219" y="14440"/>
                    <a:pt x="437709" y="17839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29"/>
                    <a:pt x="435625" y="6979"/>
                  </a:cubicBezTo>
                  <a:cubicBezTo>
                    <a:pt x="440000" y="3229"/>
                    <a:pt x="445730" y="1354"/>
                    <a:pt x="452813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308" y="3047"/>
                    <a:pt x="377604" y="6458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14" y="40104"/>
                    <a:pt x="373933" y="44753"/>
                    <a:pt x="370105" y="49271"/>
                  </a:cubicBezTo>
                  <a:cubicBezTo>
                    <a:pt x="366289" y="53776"/>
                    <a:pt x="362331" y="58021"/>
                    <a:pt x="358229" y="61979"/>
                  </a:cubicBezTo>
                  <a:cubicBezTo>
                    <a:pt x="354141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85" y="79063"/>
                    <a:pt x="338802" y="78854"/>
                  </a:cubicBezTo>
                  <a:cubicBezTo>
                    <a:pt x="338633" y="78646"/>
                    <a:pt x="338542" y="78230"/>
                    <a:pt x="338542" y="77604"/>
                  </a:cubicBezTo>
                  <a:lnTo>
                    <a:pt x="338542" y="71354"/>
                  </a:lnTo>
                  <a:cubicBezTo>
                    <a:pt x="339727" y="70235"/>
                    <a:pt x="341172" y="68855"/>
                    <a:pt x="342865" y="67188"/>
                  </a:cubicBezTo>
                  <a:cubicBezTo>
                    <a:pt x="344571" y="65521"/>
                    <a:pt x="346433" y="63672"/>
                    <a:pt x="348438" y="61667"/>
                  </a:cubicBezTo>
                  <a:cubicBezTo>
                    <a:pt x="350391" y="59649"/>
                    <a:pt x="352396" y="57500"/>
                    <a:pt x="354479" y="55209"/>
                  </a:cubicBezTo>
                  <a:cubicBezTo>
                    <a:pt x="356563" y="52917"/>
                    <a:pt x="358620" y="50547"/>
                    <a:pt x="360625" y="48125"/>
                  </a:cubicBezTo>
                  <a:cubicBezTo>
                    <a:pt x="362644" y="45755"/>
                    <a:pt x="364558" y="43385"/>
                    <a:pt x="366354" y="40990"/>
                  </a:cubicBezTo>
                  <a:cubicBezTo>
                    <a:pt x="368164" y="38594"/>
                    <a:pt x="369727" y="36276"/>
                    <a:pt x="371042" y="34063"/>
                  </a:cubicBezTo>
                  <a:cubicBezTo>
                    <a:pt x="372435" y="31771"/>
                    <a:pt x="373529" y="29610"/>
                    <a:pt x="374323" y="27605"/>
                  </a:cubicBezTo>
                  <a:cubicBezTo>
                    <a:pt x="375131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32" y="9662"/>
                    <a:pt x="365521" y="8542"/>
                    <a:pt x="361355" y="8542"/>
                  </a:cubicBezTo>
                  <a:cubicBezTo>
                    <a:pt x="357331" y="8542"/>
                    <a:pt x="354050" y="9922"/>
                    <a:pt x="351511" y="12709"/>
                  </a:cubicBezTo>
                  <a:cubicBezTo>
                    <a:pt x="348985" y="15482"/>
                    <a:pt x="347709" y="19089"/>
                    <a:pt x="347709" y="23542"/>
                  </a:cubicBezTo>
                  <a:lnTo>
                    <a:pt x="339167" y="23542"/>
                  </a:lnTo>
                  <a:cubicBezTo>
                    <a:pt x="339167" y="20208"/>
                    <a:pt x="339727" y="17162"/>
                    <a:pt x="340834" y="14427"/>
                  </a:cubicBezTo>
                  <a:cubicBezTo>
                    <a:pt x="341953" y="11680"/>
                    <a:pt x="343516" y="9336"/>
                    <a:pt x="345521" y="7396"/>
                  </a:cubicBezTo>
                  <a:cubicBezTo>
                    <a:pt x="347539" y="5443"/>
                    <a:pt x="349922" y="3959"/>
                    <a:pt x="352656" y="2917"/>
                  </a:cubicBezTo>
                  <a:cubicBezTo>
                    <a:pt x="355404" y="1875"/>
                    <a:pt x="358373" y="1354"/>
                    <a:pt x="36156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35"/>
                    <a:pt x="119818" y="68855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9"/>
                    <a:pt x="131042" y="57500"/>
                    <a:pt x="133125" y="55209"/>
                  </a:cubicBezTo>
                  <a:cubicBezTo>
                    <a:pt x="135208" y="52917"/>
                    <a:pt x="137266" y="50547"/>
                    <a:pt x="139271" y="48125"/>
                  </a:cubicBezTo>
                  <a:cubicBezTo>
                    <a:pt x="141289" y="45755"/>
                    <a:pt x="143203" y="43385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5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30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2"/>
                    <a:pt x="119479" y="14427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43"/>
                    <a:pt x="128568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35"/>
                    <a:pt x="2630" y="68855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9"/>
                    <a:pt x="13854" y="57500"/>
                    <a:pt x="15937" y="55209"/>
                  </a:cubicBezTo>
                  <a:cubicBezTo>
                    <a:pt x="18021" y="52917"/>
                    <a:pt x="20078" y="50547"/>
                    <a:pt x="22083" y="48125"/>
                  </a:cubicBezTo>
                  <a:cubicBezTo>
                    <a:pt x="24102" y="45755"/>
                    <a:pt x="26016" y="43385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5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2"/>
                    <a:pt x="26979" y="8542"/>
                    <a:pt x="22813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43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2"/>
                    <a:pt x="2292" y="14427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43"/>
                    <a:pt x="11380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8"/>
                    <a:pt x="108229" y="9193"/>
                    <a:pt x="110104" y="13021"/>
                  </a:cubicBezTo>
                  <a:cubicBezTo>
                    <a:pt x="111979" y="16901"/>
                    <a:pt x="113268" y="21276"/>
                    <a:pt x="113959" y="26146"/>
                  </a:cubicBezTo>
                  <a:cubicBezTo>
                    <a:pt x="114662" y="31003"/>
                    <a:pt x="115000" y="35860"/>
                    <a:pt x="115000" y="40729"/>
                  </a:cubicBezTo>
                  <a:cubicBezTo>
                    <a:pt x="115000" y="45651"/>
                    <a:pt x="114662" y="50521"/>
                    <a:pt x="113959" y="55313"/>
                  </a:cubicBezTo>
                  <a:cubicBezTo>
                    <a:pt x="113268" y="60105"/>
                    <a:pt x="111979" y="64440"/>
                    <a:pt x="110104" y="68334"/>
                  </a:cubicBezTo>
                  <a:cubicBezTo>
                    <a:pt x="108229" y="72149"/>
                    <a:pt x="105651" y="75235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5"/>
                    <a:pt x="71328" y="72149"/>
                    <a:pt x="69583" y="68334"/>
                  </a:cubicBezTo>
                  <a:cubicBezTo>
                    <a:pt x="67787" y="64440"/>
                    <a:pt x="66563" y="60105"/>
                    <a:pt x="65938" y="55313"/>
                  </a:cubicBezTo>
                  <a:cubicBezTo>
                    <a:pt x="65313" y="50521"/>
                    <a:pt x="65000" y="45651"/>
                    <a:pt x="65000" y="40729"/>
                  </a:cubicBezTo>
                  <a:cubicBezTo>
                    <a:pt x="65000" y="35860"/>
                    <a:pt x="65313" y="31003"/>
                    <a:pt x="65938" y="26146"/>
                  </a:cubicBezTo>
                  <a:cubicBezTo>
                    <a:pt x="66563" y="21276"/>
                    <a:pt x="67787" y="16901"/>
                    <a:pt x="69583" y="13021"/>
                  </a:cubicBezTo>
                  <a:cubicBezTo>
                    <a:pt x="71328" y="9193"/>
                    <a:pt x="73802" y="6068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6" name="TextBox 515">
              <a:extLst>
                <a:ext uri="{FF2B5EF4-FFF2-40B4-BE49-F238E27FC236}">
                  <a16:creationId xmlns:a16="http://schemas.microsoft.com/office/drawing/2014/main" id="{504FC0C6-C10B-4B5F-A621-0524EC0F3571}"/>
                </a:ext>
              </a:extLst>
            </p:cNvPr>
            <p:cNvSpPr txBox="1"/>
            <p:nvPr/>
          </p:nvSpPr>
          <p:spPr>
            <a:xfrm>
              <a:off x="2970659" y="4712051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2024.12.31</a:t>
              </a:r>
            </a:p>
          </p:txBody>
        </p:sp>
        <p:grpSp>
          <p:nvGrpSpPr>
            <p:cNvPr id="517" name="그래픽 5">
              <a:extLst>
                <a:ext uri="{FF2B5EF4-FFF2-40B4-BE49-F238E27FC236}">
                  <a16:creationId xmlns:a16="http://schemas.microsoft.com/office/drawing/2014/main" id="{9DB0E1DB-993C-456E-BDEA-FEF6A3205DAD}"/>
                </a:ext>
              </a:extLst>
            </p:cNvPr>
            <p:cNvGrpSpPr/>
            <p:nvPr/>
          </p:nvGrpSpPr>
          <p:grpSpPr>
            <a:xfrm>
              <a:off x="3871032" y="4686403"/>
              <a:ext cx="701458" cy="95690"/>
              <a:chOff x="3871032" y="4686403"/>
              <a:chExt cx="701458" cy="95690"/>
            </a:xfrm>
          </p:grpSpPr>
          <p:sp>
            <p:nvSpPr>
              <p:cNvPr id="518" name="자유형: 도형 517">
                <a:extLst>
                  <a:ext uri="{FF2B5EF4-FFF2-40B4-BE49-F238E27FC236}">
                    <a16:creationId xmlns:a16="http://schemas.microsoft.com/office/drawing/2014/main" id="{CC75F7EC-1F79-4406-AF9C-D8744863BF41}"/>
                  </a:ext>
                </a:extLst>
              </p:cNvPr>
              <p:cNvSpPr/>
              <p:nvPr/>
            </p:nvSpPr>
            <p:spPr>
              <a:xfrm>
                <a:off x="3871032" y="4686403"/>
                <a:ext cx="701458" cy="94479"/>
              </a:xfrm>
              <a:custGeom>
                <a:avLst/>
                <a:gdLst>
                  <a:gd name="connsiteX0" fmla="*/ 499792 w 701458"/>
                  <a:gd name="connsiteY0" fmla="*/ 70833 h 94479"/>
                  <a:gd name="connsiteX1" fmla="*/ 510521 w 701458"/>
                  <a:gd name="connsiteY1" fmla="*/ 70833 h 94479"/>
                  <a:gd name="connsiteX2" fmla="*/ 511407 w 701458"/>
                  <a:gd name="connsiteY2" fmla="*/ 71146 h 94479"/>
                  <a:gd name="connsiteX3" fmla="*/ 511667 w 701458"/>
                  <a:gd name="connsiteY3" fmla="*/ 72084 h 94479"/>
                  <a:gd name="connsiteX4" fmla="*/ 511667 w 701458"/>
                  <a:gd name="connsiteY4" fmla="*/ 78750 h 94479"/>
                  <a:gd name="connsiteX5" fmla="*/ 508542 w 701458"/>
                  <a:gd name="connsiteY5" fmla="*/ 90000 h 94479"/>
                  <a:gd name="connsiteX6" fmla="*/ 500938 w 701458"/>
                  <a:gd name="connsiteY6" fmla="*/ 94479 h 94479"/>
                  <a:gd name="connsiteX7" fmla="*/ 500938 w 701458"/>
                  <a:gd name="connsiteY7" fmla="*/ 90834 h 94479"/>
                  <a:gd name="connsiteX8" fmla="*/ 504427 w 701458"/>
                  <a:gd name="connsiteY8" fmla="*/ 87344 h 94479"/>
                  <a:gd name="connsiteX9" fmla="*/ 505208 w 701458"/>
                  <a:gd name="connsiteY9" fmla="*/ 81563 h 94479"/>
                  <a:gd name="connsiteX10" fmla="*/ 499792 w 701458"/>
                  <a:gd name="connsiteY10" fmla="*/ 81563 h 94479"/>
                  <a:gd name="connsiteX11" fmla="*/ 278438 w 701458"/>
                  <a:gd name="connsiteY11" fmla="*/ 70833 h 94479"/>
                  <a:gd name="connsiteX12" fmla="*/ 289167 w 701458"/>
                  <a:gd name="connsiteY12" fmla="*/ 70833 h 94479"/>
                  <a:gd name="connsiteX13" fmla="*/ 290052 w 701458"/>
                  <a:gd name="connsiteY13" fmla="*/ 71146 h 94479"/>
                  <a:gd name="connsiteX14" fmla="*/ 290313 w 701458"/>
                  <a:gd name="connsiteY14" fmla="*/ 72084 h 94479"/>
                  <a:gd name="connsiteX15" fmla="*/ 290313 w 701458"/>
                  <a:gd name="connsiteY15" fmla="*/ 78750 h 94479"/>
                  <a:gd name="connsiteX16" fmla="*/ 287188 w 701458"/>
                  <a:gd name="connsiteY16" fmla="*/ 90000 h 94479"/>
                  <a:gd name="connsiteX17" fmla="*/ 279583 w 701458"/>
                  <a:gd name="connsiteY17" fmla="*/ 94479 h 94479"/>
                  <a:gd name="connsiteX18" fmla="*/ 279583 w 701458"/>
                  <a:gd name="connsiteY18" fmla="*/ 90834 h 94479"/>
                  <a:gd name="connsiteX19" fmla="*/ 283073 w 701458"/>
                  <a:gd name="connsiteY19" fmla="*/ 87344 h 94479"/>
                  <a:gd name="connsiteX20" fmla="*/ 283854 w 701458"/>
                  <a:gd name="connsiteY20" fmla="*/ 81563 h 94479"/>
                  <a:gd name="connsiteX21" fmla="*/ 278438 w 701458"/>
                  <a:gd name="connsiteY21" fmla="*/ 81563 h 94479"/>
                  <a:gd name="connsiteX22" fmla="*/ 70104 w 701458"/>
                  <a:gd name="connsiteY22" fmla="*/ 70833 h 94479"/>
                  <a:gd name="connsiteX23" fmla="*/ 80833 w 701458"/>
                  <a:gd name="connsiteY23" fmla="*/ 70833 h 94479"/>
                  <a:gd name="connsiteX24" fmla="*/ 81719 w 701458"/>
                  <a:gd name="connsiteY24" fmla="*/ 71146 h 94479"/>
                  <a:gd name="connsiteX25" fmla="*/ 81979 w 701458"/>
                  <a:gd name="connsiteY25" fmla="*/ 72084 h 94479"/>
                  <a:gd name="connsiteX26" fmla="*/ 81979 w 701458"/>
                  <a:gd name="connsiteY26" fmla="*/ 78750 h 94479"/>
                  <a:gd name="connsiteX27" fmla="*/ 78854 w 701458"/>
                  <a:gd name="connsiteY27" fmla="*/ 90000 h 94479"/>
                  <a:gd name="connsiteX28" fmla="*/ 71250 w 701458"/>
                  <a:gd name="connsiteY28" fmla="*/ 94479 h 94479"/>
                  <a:gd name="connsiteX29" fmla="*/ 71250 w 701458"/>
                  <a:gd name="connsiteY29" fmla="*/ 90834 h 94479"/>
                  <a:gd name="connsiteX30" fmla="*/ 74739 w 701458"/>
                  <a:gd name="connsiteY30" fmla="*/ 87344 h 94479"/>
                  <a:gd name="connsiteX31" fmla="*/ 75521 w 701458"/>
                  <a:gd name="connsiteY31" fmla="*/ 81563 h 94479"/>
                  <a:gd name="connsiteX32" fmla="*/ 70104 w 701458"/>
                  <a:gd name="connsiteY32" fmla="*/ 81563 h 94479"/>
                  <a:gd name="connsiteX33" fmla="*/ 181250 w 701458"/>
                  <a:gd name="connsiteY33" fmla="*/ 43438 h 94479"/>
                  <a:gd name="connsiteX34" fmla="*/ 175104 w 701458"/>
                  <a:gd name="connsiteY34" fmla="*/ 44427 h 94479"/>
                  <a:gd name="connsiteX35" fmla="*/ 169792 w 701458"/>
                  <a:gd name="connsiteY35" fmla="*/ 47292 h 94479"/>
                  <a:gd name="connsiteX36" fmla="*/ 165989 w 701458"/>
                  <a:gd name="connsiteY36" fmla="*/ 52031 h 94479"/>
                  <a:gd name="connsiteX37" fmla="*/ 164584 w 701458"/>
                  <a:gd name="connsiteY37" fmla="*/ 58646 h 94479"/>
                  <a:gd name="connsiteX38" fmla="*/ 169011 w 701458"/>
                  <a:gd name="connsiteY38" fmla="*/ 69688 h 94479"/>
                  <a:gd name="connsiteX39" fmla="*/ 181250 w 701458"/>
                  <a:gd name="connsiteY39" fmla="*/ 73855 h 94479"/>
                  <a:gd name="connsiteX40" fmla="*/ 193385 w 701458"/>
                  <a:gd name="connsiteY40" fmla="*/ 69688 h 94479"/>
                  <a:gd name="connsiteX41" fmla="*/ 197917 w 701458"/>
                  <a:gd name="connsiteY41" fmla="*/ 58646 h 94479"/>
                  <a:gd name="connsiteX42" fmla="*/ 196459 w 701458"/>
                  <a:gd name="connsiteY42" fmla="*/ 52031 h 94479"/>
                  <a:gd name="connsiteX43" fmla="*/ 192604 w 701458"/>
                  <a:gd name="connsiteY43" fmla="*/ 47292 h 94479"/>
                  <a:gd name="connsiteX44" fmla="*/ 187292 w 701458"/>
                  <a:gd name="connsiteY44" fmla="*/ 44427 h 94479"/>
                  <a:gd name="connsiteX45" fmla="*/ 181250 w 701458"/>
                  <a:gd name="connsiteY45" fmla="*/ 43438 h 94479"/>
                  <a:gd name="connsiteX46" fmla="*/ 25000 w 701458"/>
                  <a:gd name="connsiteY46" fmla="*/ 43438 h 94479"/>
                  <a:gd name="connsiteX47" fmla="*/ 18854 w 701458"/>
                  <a:gd name="connsiteY47" fmla="*/ 44427 h 94479"/>
                  <a:gd name="connsiteX48" fmla="*/ 13542 w 701458"/>
                  <a:gd name="connsiteY48" fmla="*/ 47292 h 94479"/>
                  <a:gd name="connsiteX49" fmla="*/ 9739 w 701458"/>
                  <a:gd name="connsiteY49" fmla="*/ 52031 h 94479"/>
                  <a:gd name="connsiteX50" fmla="*/ 8334 w 701458"/>
                  <a:gd name="connsiteY50" fmla="*/ 58646 h 94479"/>
                  <a:gd name="connsiteX51" fmla="*/ 12761 w 701458"/>
                  <a:gd name="connsiteY51" fmla="*/ 69688 h 94479"/>
                  <a:gd name="connsiteX52" fmla="*/ 25000 w 701458"/>
                  <a:gd name="connsiteY52" fmla="*/ 73855 h 94479"/>
                  <a:gd name="connsiteX53" fmla="*/ 37135 w 701458"/>
                  <a:gd name="connsiteY53" fmla="*/ 69688 h 94479"/>
                  <a:gd name="connsiteX54" fmla="*/ 41667 w 701458"/>
                  <a:gd name="connsiteY54" fmla="*/ 58646 h 94479"/>
                  <a:gd name="connsiteX55" fmla="*/ 40209 w 701458"/>
                  <a:gd name="connsiteY55" fmla="*/ 52031 h 94479"/>
                  <a:gd name="connsiteX56" fmla="*/ 36354 w 701458"/>
                  <a:gd name="connsiteY56" fmla="*/ 47292 h 94479"/>
                  <a:gd name="connsiteX57" fmla="*/ 31042 w 701458"/>
                  <a:gd name="connsiteY57" fmla="*/ 44427 h 94479"/>
                  <a:gd name="connsiteX58" fmla="*/ 25000 w 701458"/>
                  <a:gd name="connsiteY58" fmla="*/ 43438 h 94479"/>
                  <a:gd name="connsiteX59" fmla="*/ 181250 w 701458"/>
                  <a:gd name="connsiteY59" fmla="*/ 8334 h 94479"/>
                  <a:gd name="connsiteX60" fmla="*/ 170104 w 701458"/>
                  <a:gd name="connsiteY60" fmla="*/ 12083 h 94479"/>
                  <a:gd name="connsiteX61" fmla="*/ 165521 w 701458"/>
                  <a:gd name="connsiteY61" fmla="*/ 22084 h 94479"/>
                  <a:gd name="connsiteX62" fmla="*/ 170000 w 701458"/>
                  <a:gd name="connsiteY62" fmla="*/ 32240 h 94479"/>
                  <a:gd name="connsiteX63" fmla="*/ 181250 w 701458"/>
                  <a:gd name="connsiteY63" fmla="*/ 35834 h 94479"/>
                  <a:gd name="connsiteX64" fmla="*/ 192396 w 701458"/>
                  <a:gd name="connsiteY64" fmla="*/ 32240 h 94479"/>
                  <a:gd name="connsiteX65" fmla="*/ 196979 w 701458"/>
                  <a:gd name="connsiteY65" fmla="*/ 22084 h 94479"/>
                  <a:gd name="connsiteX66" fmla="*/ 192396 w 701458"/>
                  <a:gd name="connsiteY66" fmla="*/ 12083 h 94479"/>
                  <a:gd name="connsiteX67" fmla="*/ 181250 w 701458"/>
                  <a:gd name="connsiteY67" fmla="*/ 8334 h 94479"/>
                  <a:gd name="connsiteX68" fmla="*/ 115937 w 701458"/>
                  <a:gd name="connsiteY68" fmla="*/ 8334 h 94479"/>
                  <a:gd name="connsiteX69" fmla="*/ 103906 w 701458"/>
                  <a:gd name="connsiteY69" fmla="*/ 13855 h 94479"/>
                  <a:gd name="connsiteX70" fmla="*/ 99688 w 701458"/>
                  <a:gd name="connsiteY70" fmla="*/ 27292 h 94479"/>
                  <a:gd name="connsiteX71" fmla="*/ 100677 w 701458"/>
                  <a:gd name="connsiteY71" fmla="*/ 34583 h 94479"/>
                  <a:gd name="connsiteX72" fmla="*/ 103750 w 701458"/>
                  <a:gd name="connsiteY72" fmla="*/ 40521 h 94479"/>
                  <a:gd name="connsiteX73" fmla="*/ 108750 w 701458"/>
                  <a:gd name="connsiteY73" fmla="*/ 44636 h 94479"/>
                  <a:gd name="connsiteX74" fmla="*/ 115833 w 701458"/>
                  <a:gd name="connsiteY74" fmla="*/ 46146 h 94479"/>
                  <a:gd name="connsiteX75" fmla="*/ 122240 w 701458"/>
                  <a:gd name="connsiteY75" fmla="*/ 44688 h 94479"/>
                  <a:gd name="connsiteX76" fmla="*/ 127292 w 701458"/>
                  <a:gd name="connsiteY76" fmla="*/ 40834 h 94479"/>
                  <a:gd name="connsiteX77" fmla="*/ 130677 w 701458"/>
                  <a:gd name="connsiteY77" fmla="*/ 35104 h 94479"/>
                  <a:gd name="connsiteX78" fmla="*/ 131875 w 701458"/>
                  <a:gd name="connsiteY78" fmla="*/ 28229 h 94479"/>
                  <a:gd name="connsiteX79" fmla="*/ 130677 w 701458"/>
                  <a:gd name="connsiteY79" fmla="*/ 20417 h 94479"/>
                  <a:gd name="connsiteX80" fmla="*/ 127396 w 701458"/>
                  <a:gd name="connsiteY80" fmla="*/ 14063 h 94479"/>
                  <a:gd name="connsiteX81" fmla="*/ 122396 w 701458"/>
                  <a:gd name="connsiteY81" fmla="*/ 9896 h 94479"/>
                  <a:gd name="connsiteX82" fmla="*/ 115937 w 701458"/>
                  <a:gd name="connsiteY82" fmla="*/ 8334 h 94479"/>
                  <a:gd name="connsiteX83" fmla="*/ 25000 w 701458"/>
                  <a:gd name="connsiteY83" fmla="*/ 8334 h 94479"/>
                  <a:gd name="connsiteX84" fmla="*/ 13854 w 701458"/>
                  <a:gd name="connsiteY84" fmla="*/ 12083 h 94479"/>
                  <a:gd name="connsiteX85" fmla="*/ 9271 w 701458"/>
                  <a:gd name="connsiteY85" fmla="*/ 22084 h 94479"/>
                  <a:gd name="connsiteX86" fmla="*/ 13750 w 701458"/>
                  <a:gd name="connsiteY86" fmla="*/ 32240 h 94479"/>
                  <a:gd name="connsiteX87" fmla="*/ 25000 w 701458"/>
                  <a:gd name="connsiteY87" fmla="*/ 35834 h 94479"/>
                  <a:gd name="connsiteX88" fmla="*/ 36146 w 701458"/>
                  <a:gd name="connsiteY88" fmla="*/ 32240 h 94479"/>
                  <a:gd name="connsiteX89" fmla="*/ 40729 w 701458"/>
                  <a:gd name="connsiteY89" fmla="*/ 22084 h 94479"/>
                  <a:gd name="connsiteX90" fmla="*/ 36146 w 701458"/>
                  <a:gd name="connsiteY90" fmla="*/ 12083 h 94479"/>
                  <a:gd name="connsiteX91" fmla="*/ 25000 w 701458"/>
                  <a:gd name="connsiteY91" fmla="*/ 8334 h 94479"/>
                  <a:gd name="connsiteX92" fmla="*/ 676042 w 701458"/>
                  <a:gd name="connsiteY92" fmla="*/ 7188 h 94479"/>
                  <a:gd name="connsiteX93" fmla="*/ 667240 w 701458"/>
                  <a:gd name="connsiteY93" fmla="*/ 10833 h 94479"/>
                  <a:gd name="connsiteX94" fmla="*/ 662500 w 701458"/>
                  <a:gd name="connsiteY94" fmla="*/ 19584 h 94479"/>
                  <a:gd name="connsiteX95" fmla="*/ 660469 w 701458"/>
                  <a:gd name="connsiteY95" fmla="*/ 30573 h 94479"/>
                  <a:gd name="connsiteX96" fmla="*/ 660105 w 701458"/>
                  <a:gd name="connsiteY96" fmla="*/ 40729 h 94479"/>
                  <a:gd name="connsiteX97" fmla="*/ 660469 w 701458"/>
                  <a:gd name="connsiteY97" fmla="*/ 50782 h 94479"/>
                  <a:gd name="connsiteX98" fmla="*/ 662500 w 701458"/>
                  <a:gd name="connsiteY98" fmla="*/ 61667 h 94479"/>
                  <a:gd name="connsiteX99" fmla="*/ 667240 w 701458"/>
                  <a:gd name="connsiteY99" fmla="*/ 70313 h 94479"/>
                  <a:gd name="connsiteX100" fmla="*/ 676042 w 701458"/>
                  <a:gd name="connsiteY100" fmla="*/ 73855 h 94479"/>
                  <a:gd name="connsiteX101" fmla="*/ 685000 w 701458"/>
                  <a:gd name="connsiteY101" fmla="*/ 70313 h 94479"/>
                  <a:gd name="connsiteX102" fmla="*/ 690000 w 701458"/>
                  <a:gd name="connsiteY102" fmla="*/ 61667 h 94479"/>
                  <a:gd name="connsiteX103" fmla="*/ 692292 w 701458"/>
                  <a:gd name="connsiteY103" fmla="*/ 50782 h 94479"/>
                  <a:gd name="connsiteX104" fmla="*/ 692813 w 701458"/>
                  <a:gd name="connsiteY104" fmla="*/ 40729 h 94479"/>
                  <a:gd name="connsiteX105" fmla="*/ 692292 w 701458"/>
                  <a:gd name="connsiteY105" fmla="*/ 30573 h 94479"/>
                  <a:gd name="connsiteX106" fmla="*/ 690000 w 701458"/>
                  <a:gd name="connsiteY106" fmla="*/ 19584 h 94479"/>
                  <a:gd name="connsiteX107" fmla="*/ 685000 w 701458"/>
                  <a:gd name="connsiteY107" fmla="*/ 10833 h 94479"/>
                  <a:gd name="connsiteX108" fmla="*/ 676042 w 701458"/>
                  <a:gd name="connsiteY108" fmla="*/ 7188 h 94479"/>
                  <a:gd name="connsiteX109" fmla="*/ 610938 w 701458"/>
                  <a:gd name="connsiteY109" fmla="*/ 7188 h 94479"/>
                  <a:gd name="connsiteX110" fmla="*/ 602136 w 701458"/>
                  <a:gd name="connsiteY110" fmla="*/ 10833 h 94479"/>
                  <a:gd name="connsiteX111" fmla="*/ 597396 w 701458"/>
                  <a:gd name="connsiteY111" fmla="*/ 19584 h 94479"/>
                  <a:gd name="connsiteX112" fmla="*/ 595365 w 701458"/>
                  <a:gd name="connsiteY112" fmla="*/ 30573 h 94479"/>
                  <a:gd name="connsiteX113" fmla="*/ 595001 w 701458"/>
                  <a:gd name="connsiteY113" fmla="*/ 40729 h 94479"/>
                  <a:gd name="connsiteX114" fmla="*/ 595365 w 701458"/>
                  <a:gd name="connsiteY114" fmla="*/ 50782 h 94479"/>
                  <a:gd name="connsiteX115" fmla="*/ 597396 w 701458"/>
                  <a:gd name="connsiteY115" fmla="*/ 61667 h 94479"/>
                  <a:gd name="connsiteX116" fmla="*/ 602136 w 701458"/>
                  <a:gd name="connsiteY116" fmla="*/ 70313 h 94479"/>
                  <a:gd name="connsiteX117" fmla="*/ 610938 w 701458"/>
                  <a:gd name="connsiteY117" fmla="*/ 73855 h 94479"/>
                  <a:gd name="connsiteX118" fmla="*/ 619896 w 701458"/>
                  <a:gd name="connsiteY118" fmla="*/ 70313 h 94479"/>
                  <a:gd name="connsiteX119" fmla="*/ 624896 w 701458"/>
                  <a:gd name="connsiteY119" fmla="*/ 61667 h 94479"/>
                  <a:gd name="connsiteX120" fmla="*/ 627188 w 701458"/>
                  <a:gd name="connsiteY120" fmla="*/ 50782 h 94479"/>
                  <a:gd name="connsiteX121" fmla="*/ 627709 w 701458"/>
                  <a:gd name="connsiteY121" fmla="*/ 40729 h 94479"/>
                  <a:gd name="connsiteX122" fmla="*/ 627188 w 701458"/>
                  <a:gd name="connsiteY122" fmla="*/ 30573 h 94479"/>
                  <a:gd name="connsiteX123" fmla="*/ 624896 w 701458"/>
                  <a:gd name="connsiteY123" fmla="*/ 19584 h 94479"/>
                  <a:gd name="connsiteX124" fmla="*/ 619896 w 701458"/>
                  <a:gd name="connsiteY124" fmla="*/ 10833 h 94479"/>
                  <a:gd name="connsiteX125" fmla="*/ 610938 w 701458"/>
                  <a:gd name="connsiteY125" fmla="*/ 7188 h 94479"/>
                  <a:gd name="connsiteX126" fmla="*/ 545834 w 701458"/>
                  <a:gd name="connsiteY126" fmla="*/ 7188 h 94479"/>
                  <a:gd name="connsiteX127" fmla="*/ 537031 w 701458"/>
                  <a:gd name="connsiteY127" fmla="*/ 10833 h 94479"/>
                  <a:gd name="connsiteX128" fmla="*/ 532292 w 701458"/>
                  <a:gd name="connsiteY128" fmla="*/ 19584 h 94479"/>
                  <a:gd name="connsiteX129" fmla="*/ 530261 w 701458"/>
                  <a:gd name="connsiteY129" fmla="*/ 30573 h 94479"/>
                  <a:gd name="connsiteX130" fmla="*/ 529896 w 701458"/>
                  <a:gd name="connsiteY130" fmla="*/ 40729 h 94479"/>
                  <a:gd name="connsiteX131" fmla="*/ 530261 w 701458"/>
                  <a:gd name="connsiteY131" fmla="*/ 50782 h 94479"/>
                  <a:gd name="connsiteX132" fmla="*/ 532292 w 701458"/>
                  <a:gd name="connsiteY132" fmla="*/ 61667 h 94479"/>
                  <a:gd name="connsiteX133" fmla="*/ 537031 w 701458"/>
                  <a:gd name="connsiteY133" fmla="*/ 70313 h 94479"/>
                  <a:gd name="connsiteX134" fmla="*/ 545834 w 701458"/>
                  <a:gd name="connsiteY134" fmla="*/ 73855 h 94479"/>
                  <a:gd name="connsiteX135" fmla="*/ 554792 w 701458"/>
                  <a:gd name="connsiteY135" fmla="*/ 70313 h 94479"/>
                  <a:gd name="connsiteX136" fmla="*/ 559792 w 701458"/>
                  <a:gd name="connsiteY136" fmla="*/ 61667 h 94479"/>
                  <a:gd name="connsiteX137" fmla="*/ 562084 w 701458"/>
                  <a:gd name="connsiteY137" fmla="*/ 50782 h 94479"/>
                  <a:gd name="connsiteX138" fmla="*/ 562605 w 701458"/>
                  <a:gd name="connsiteY138" fmla="*/ 40729 h 94479"/>
                  <a:gd name="connsiteX139" fmla="*/ 562084 w 701458"/>
                  <a:gd name="connsiteY139" fmla="*/ 30573 h 94479"/>
                  <a:gd name="connsiteX140" fmla="*/ 559792 w 701458"/>
                  <a:gd name="connsiteY140" fmla="*/ 19584 h 94479"/>
                  <a:gd name="connsiteX141" fmla="*/ 554792 w 701458"/>
                  <a:gd name="connsiteY141" fmla="*/ 10833 h 94479"/>
                  <a:gd name="connsiteX142" fmla="*/ 545834 w 701458"/>
                  <a:gd name="connsiteY142" fmla="*/ 7188 h 94479"/>
                  <a:gd name="connsiteX143" fmla="*/ 454688 w 701458"/>
                  <a:gd name="connsiteY143" fmla="*/ 7188 h 94479"/>
                  <a:gd name="connsiteX144" fmla="*/ 445886 w 701458"/>
                  <a:gd name="connsiteY144" fmla="*/ 10833 h 94479"/>
                  <a:gd name="connsiteX145" fmla="*/ 441146 w 701458"/>
                  <a:gd name="connsiteY145" fmla="*/ 19584 h 94479"/>
                  <a:gd name="connsiteX146" fmla="*/ 439115 w 701458"/>
                  <a:gd name="connsiteY146" fmla="*/ 30573 h 94479"/>
                  <a:gd name="connsiteX147" fmla="*/ 438750 w 701458"/>
                  <a:gd name="connsiteY147" fmla="*/ 40729 h 94479"/>
                  <a:gd name="connsiteX148" fmla="*/ 439115 w 701458"/>
                  <a:gd name="connsiteY148" fmla="*/ 50782 h 94479"/>
                  <a:gd name="connsiteX149" fmla="*/ 441146 w 701458"/>
                  <a:gd name="connsiteY149" fmla="*/ 61667 h 94479"/>
                  <a:gd name="connsiteX150" fmla="*/ 445886 w 701458"/>
                  <a:gd name="connsiteY150" fmla="*/ 70313 h 94479"/>
                  <a:gd name="connsiteX151" fmla="*/ 454688 w 701458"/>
                  <a:gd name="connsiteY151" fmla="*/ 73855 h 94479"/>
                  <a:gd name="connsiteX152" fmla="*/ 463646 w 701458"/>
                  <a:gd name="connsiteY152" fmla="*/ 70313 h 94479"/>
                  <a:gd name="connsiteX153" fmla="*/ 468646 w 701458"/>
                  <a:gd name="connsiteY153" fmla="*/ 61667 h 94479"/>
                  <a:gd name="connsiteX154" fmla="*/ 470938 w 701458"/>
                  <a:gd name="connsiteY154" fmla="*/ 50782 h 94479"/>
                  <a:gd name="connsiteX155" fmla="*/ 471459 w 701458"/>
                  <a:gd name="connsiteY155" fmla="*/ 40729 h 94479"/>
                  <a:gd name="connsiteX156" fmla="*/ 470938 w 701458"/>
                  <a:gd name="connsiteY156" fmla="*/ 30573 h 94479"/>
                  <a:gd name="connsiteX157" fmla="*/ 468646 w 701458"/>
                  <a:gd name="connsiteY157" fmla="*/ 19584 h 94479"/>
                  <a:gd name="connsiteX158" fmla="*/ 463646 w 701458"/>
                  <a:gd name="connsiteY158" fmla="*/ 10833 h 94479"/>
                  <a:gd name="connsiteX159" fmla="*/ 454688 w 701458"/>
                  <a:gd name="connsiteY159" fmla="*/ 7188 h 94479"/>
                  <a:gd name="connsiteX160" fmla="*/ 389584 w 701458"/>
                  <a:gd name="connsiteY160" fmla="*/ 7188 h 94479"/>
                  <a:gd name="connsiteX161" fmla="*/ 380781 w 701458"/>
                  <a:gd name="connsiteY161" fmla="*/ 10833 h 94479"/>
                  <a:gd name="connsiteX162" fmla="*/ 376042 w 701458"/>
                  <a:gd name="connsiteY162" fmla="*/ 19584 h 94479"/>
                  <a:gd name="connsiteX163" fmla="*/ 374011 w 701458"/>
                  <a:gd name="connsiteY163" fmla="*/ 30573 h 94479"/>
                  <a:gd name="connsiteX164" fmla="*/ 373646 w 701458"/>
                  <a:gd name="connsiteY164" fmla="*/ 40729 h 94479"/>
                  <a:gd name="connsiteX165" fmla="*/ 374011 w 701458"/>
                  <a:gd name="connsiteY165" fmla="*/ 50782 h 94479"/>
                  <a:gd name="connsiteX166" fmla="*/ 376042 w 701458"/>
                  <a:gd name="connsiteY166" fmla="*/ 61667 h 94479"/>
                  <a:gd name="connsiteX167" fmla="*/ 380781 w 701458"/>
                  <a:gd name="connsiteY167" fmla="*/ 70313 h 94479"/>
                  <a:gd name="connsiteX168" fmla="*/ 389584 w 701458"/>
                  <a:gd name="connsiteY168" fmla="*/ 73855 h 94479"/>
                  <a:gd name="connsiteX169" fmla="*/ 398542 w 701458"/>
                  <a:gd name="connsiteY169" fmla="*/ 70313 h 94479"/>
                  <a:gd name="connsiteX170" fmla="*/ 403542 w 701458"/>
                  <a:gd name="connsiteY170" fmla="*/ 61667 h 94479"/>
                  <a:gd name="connsiteX171" fmla="*/ 405834 w 701458"/>
                  <a:gd name="connsiteY171" fmla="*/ 50782 h 94479"/>
                  <a:gd name="connsiteX172" fmla="*/ 406354 w 701458"/>
                  <a:gd name="connsiteY172" fmla="*/ 40729 h 94479"/>
                  <a:gd name="connsiteX173" fmla="*/ 405834 w 701458"/>
                  <a:gd name="connsiteY173" fmla="*/ 30573 h 94479"/>
                  <a:gd name="connsiteX174" fmla="*/ 403542 w 701458"/>
                  <a:gd name="connsiteY174" fmla="*/ 19584 h 94479"/>
                  <a:gd name="connsiteX175" fmla="*/ 398542 w 701458"/>
                  <a:gd name="connsiteY175" fmla="*/ 10833 h 94479"/>
                  <a:gd name="connsiteX176" fmla="*/ 389584 w 701458"/>
                  <a:gd name="connsiteY176" fmla="*/ 7188 h 94479"/>
                  <a:gd name="connsiteX177" fmla="*/ 337500 w 701458"/>
                  <a:gd name="connsiteY177" fmla="*/ 7188 h 94479"/>
                  <a:gd name="connsiteX178" fmla="*/ 328698 w 701458"/>
                  <a:gd name="connsiteY178" fmla="*/ 10833 h 94479"/>
                  <a:gd name="connsiteX179" fmla="*/ 323959 w 701458"/>
                  <a:gd name="connsiteY179" fmla="*/ 19584 h 94479"/>
                  <a:gd name="connsiteX180" fmla="*/ 321927 w 701458"/>
                  <a:gd name="connsiteY180" fmla="*/ 30573 h 94479"/>
                  <a:gd name="connsiteX181" fmla="*/ 321563 w 701458"/>
                  <a:gd name="connsiteY181" fmla="*/ 40729 h 94479"/>
                  <a:gd name="connsiteX182" fmla="*/ 321927 w 701458"/>
                  <a:gd name="connsiteY182" fmla="*/ 50782 h 94479"/>
                  <a:gd name="connsiteX183" fmla="*/ 323959 w 701458"/>
                  <a:gd name="connsiteY183" fmla="*/ 61667 h 94479"/>
                  <a:gd name="connsiteX184" fmla="*/ 328698 w 701458"/>
                  <a:gd name="connsiteY184" fmla="*/ 70313 h 94479"/>
                  <a:gd name="connsiteX185" fmla="*/ 337500 w 701458"/>
                  <a:gd name="connsiteY185" fmla="*/ 73855 h 94479"/>
                  <a:gd name="connsiteX186" fmla="*/ 346459 w 701458"/>
                  <a:gd name="connsiteY186" fmla="*/ 70313 h 94479"/>
                  <a:gd name="connsiteX187" fmla="*/ 351459 w 701458"/>
                  <a:gd name="connsiteY187" fmla="*/ 61667 h 94479"/>
                  <a:gd name="connsiteX188" fmla="*/ 353750 w 701458"/>
                  <a:gd name="connsiteY188" fmla="*/ 50782 h 94479"/>
                  <a:gd name="connsiteX189" fmla="*/ 354271 w 701458"/>
                  <a:gd name="connsiteY189" fmla="*/ 40729 h 94479"/>
                  <a:gd name="connsiteX190" fmla="*/ 353750 w 701458"/>
                  <a:gd name="connsiteY190" fmla="*/ 30573 h 94479"/>
                  <a:gd name="connsiteX191" fmla="*/ 351459 w 701458"/>
                  <a:gd name="connsiteY191" fmla="*/ 19584 h 94479"/>
                  <a:gd name="connsiteX192" fmla="*/ 346459 w 701458"/>
                  <a:gd name="connsiteY192" fmla="*/ 10833 h 94479"/>
                  <a:gd name="connsiteX193" fmla="*/ 337500 w 701458"/>
                  <a:gd name="connsiteY193" fmla="*/ 7188 h 94479"/>
                  <a:gd name="connsiteX194" fmla="*/ 244896 w 701458"/>
                  <a:gd name="connsiteY194" fmla="*/ 1354 h 94479"/>
                  <a:gd name="connsiteX195" fmla="*/ 260938 w 701458"/>
                  <a:gd name="connsiteY195" fmla="*/ 6458 h 94479"/>
                  <a:gd name="connsiteX196" fmla="*/ 267396 w 701458"/>
                  <a:gd name="connsiteY196" fmla="*/ 21458 h 94479"/>
                  <a:gd name="connsiteX197" fmla="*/ 263281 w 701458"/>
                  <a:gd name="connsiteY197" fmla="*/ 35313 h 94479"/>
                  <a:gd name="connsiteX198" fmla="*/ 253437 w 701458"/>
                  <a:gd name="connsiteY198" fmla="*/ 49271 h 94479"/>
                  <a:gd name="connsiteX199" fmla="*/ 241563 w 701458"/>
                  <a:gd name="connsiteY199" fmla="*/ 61979 h 94479"/>
                  <a:gd name="connsiteX200" fmla="*/ 231354 w 701458"/>
                  <a:gd name="connsiteY200" fmla="*/ 71979 h 94479"/>
                  <a:gd name="connsiteX201" fmla="*/ 269063 w 701458"/>
                  <a:gd name="connsiteY201" fmla="*/ 71979 h 94479"/>
                  <a:gd name="connsiteX202" fmla="*/ 269063 w 701458"/>
                  <a:gd name="connsiteY202" fmla="*/ 79167 h 94479"/>
                  <a:gd name="connsiteX203" fmla="*/ 223334 w 701458"/>
                  <a:gd name="connsiteY203" fmla="*/ 79167 h 94479"/>
                  <a:gd name="connsiteX204" fmla="*/ 222136 w 701458"/>
                  <a:gd name="connsiteY204" fmla="*/ 78854 h 94479"/>
                  <a:gd name="connsiteX205" fmla="*/ 221875 w 701458"/>
                  <a:gd name="connsiteY205" fmla="*/ 77604 h 94479"/>
                  <a:gd name="connsiteX206" fmla="*/ 221875 w 701458"/>
                  <a:gd name="connsiteY206" fmla="*/ 71354 h 94479"/>
                  <a:gd name="connsiteX207" fmla="*/ 226198 w 701458"/>
                  <a:gd name="connsiteY207" fmla="*/ 67188 h 94479"/>
                  <a:gd name="connsiteX208" fmla="*/ 231771 w 701458"/>
                  <a:gd name="connsiteY208" fmla="*/ 61667 h 94479"/>
                  <a:gd name="connsiteX209" fmla="*/ 237813 w 701458"/>
                  <a:gd name="connsiteY209" fmla="*/ 55209 h 94479"/>
                  <a:gd name="connsiteX210" fmla="*/ 243958 w 701458"/>
                  <a:gd name="connsiteY210" fmla="*/ 48125 h 94479"/>
                  <a:gd name="connsiteX211" fmla="*/ 249688 w 701458"/>
                  <a:gd name="connsiteY211" fmla="*/ 40990 h 94479"/>
                  <a:gd name="connsiteX212" fmla="*/ 254375 w 701458"/>
                  <a:gd name="connsiteY212" fmla="*/ 34063 h 94479"/>
                  <a:gd name="connsiteX213" fmla="*/ 257656 w 701458"/>
                  <a:gd name="connsiteY213" fmla="*/ 27605 h 94479"/>
                  <a:gd name="connsiteX214" fmla="*/ 258854 w 701458"/>
                  <a:gd name="connsiteY214" fmla="*/ 22084 h 94479"/>
                  <a:gd name="connsiteX215" fmla="*/ 254896 w 701458"/>
                  <a:gd name="connsiteY215" fmla="*/ 11927 h 94479"/>
                  <a:gd name="connsiteX216" fmla="*/ 244688 w 701458"/>
                  <a:gd name="connsiteY216" fmla="*/ 8542 h 94479"/>
                  <a:gd name="connsiteX217" fmla="*/ 234844 w 701458"/>
                  <a:gd name="connsiteY217" fmla="*/ 12709 h 94479"/>
                  <a:gd name="connsiteX218" fmla="*/ 231042 w 701458"/>
                  <a:gd name="connsiteY218" fmla="*/ 23542 h 94479"/>
                  <a:gd name="connsiteX219" fmla="*/ 222500 w 701458"/>
                  <a:gd name="connsiteY219" fmla="*/ 23542 h 94479"/>
                  <a:gd name="connsiteX220" fmla="*/ 224167 w 701458"/>
                  <a:gd name="connsiteY220" fmla="*/ 14427 h 94479"/>
                  <a:gd name="connsiteX221" fmla="*/ 228854 w 701458"/>
                  <a:gd name="connsiteY221" fmla="*/ 7396 h 94479"/>
                  <a:gd name="connsiteX222" fmla="*/ 235990 w 701458"/>
                  <a:gd name="connsiteY222" fmla="*/ 2917 h 94479"/>
                  <a:gd name="connsiteX223" fmla="*/ 244896 w 701458"/>
                  <a:gd name="connsiteY223" fmla="*/ 1354 h 94479"/>
                  <a:gd name="connsiteX224" fmla="*/ 181250 w 701458"/>
                  <a:gd name="connsiteY224" fmla="*/ 1354 h 94479"/>
                  <a:gd name="connsiteX225" fmla="*/ 198594 w 701458"/>
                  <a:gd name="connsiteY225" fmla="*/ 6771 h 94479"/>
                  <a:gd name="connsiteX226" fmla="*/ 205313 w 701458"/>
                  <a:gd name="connsiteY226" fmla="*/ 21979 h 94479"/>
                  <a:gd name="connsiteX227" fmla="*/ 204323 w 701458"/>
                  <a:gd name="connsiteY227" fmla="*/ 27605 h 94479"/>
                  <a:gd name="connsiteX228" fmla="*/ 201563 w 701458"/>
                  <a:gd name="connsiteY228" fmla="*/ 32917 h 94479"/>
                  <a:gd name="connsiteX229" fmla="*/ 197188 w 701458"/>
                  <a:gd name="connsiteY229" fmla="*/ 37344 h 94479"/>
                  <a:gd name="connsiteX230" fmla="*/ 191667 w 701458"/>
                  <a:gd name="connsiteY230" fmla="*/ 40104 h 94479"/>
                  <a:gd name="connsiteX231" fmla="*/ 202396 w 701458"/>
                  <a:gd name="connsiteY231" fmla="*/ 46927 h 94479"/>
                  <a:gd name="connsiteX232" fmla="*/ 206250 w 701458"/>
                  <a:gd name="connsiteY232" fmla="*/ 58542 h 94479"/>
                  <a:gd name="connsiteX233" fmla="*/ 199219 w 701458"/>
                  <a:gd name="connsiteY233" fmla="*/ 75052 h 94479"/>
                  <a:gd name="connsiteX234" fmla="*/ 181146 w 701458"/>
                  <a:gd name="connsiteY234" fmla="*/ 80833 h 94479"/>
                  <a:gd name="connsiteX235" fmla="*/ 163073 w 701458"/>
                  <a:gd name="connsiteY235" fmla="*/ 75052 h 94479"/>
                  <a:gd name="connsiteX236" fmla="*/ 156250 w 701458"/>
                  <a:gd name="connsiteY236" fmla="*/ 58542 h 94479"/>
                  <a:gd name="connsiteX237" fmla="*/ 160000 w 701458"/>
                  <a:gd name="connsiteY237" fmla="*/ 47448 h 94479"/>
                  <a:gd name="connsiteX238" fmla="*/ 170937 w 701458"/>
                  <a:gd name="connsiteY238" fmla="*/ 39688 h 94479"/>
                  <a:gd name="connsiteX239" fmla="*/ 160781 w 701458"/>
                  <a:gd name="connsiteY239" fmla="*/ 33334 h 94479"/>
                  <a:gd name="connsiteX240" fmla="*/ 157187 w 701458"/>
                  <a:gd name="connsiteY240" fmla="*/ 21979 h 94479"/>
                  <a:gd name="connsiteX241" fmla="*/ 163854 w 701458"/>
                  <a:gd name="connsiteY241" fmla="*/ 6771 h 94479"/>
                  <a:gd name="connsiteX242" fmla="*/ 181250 w 701458"/>
                  <a:gd name="connsiteY242" fmla="*/ 1354 h 94479"/>
                  <a:gd name="connsiteX243" fmla="*/ 115417 w 701458"/>
                  <a:gd name="connsiteY243" fmla="*/ 1354 h 94479"/>
                  <a:gd name="connsiteX244" fmla="*/ 125000 w 701458"/>
                  <a:gd name="connsiteY244" fmla="*/ 2917 h 94479"/>
                  <a:gd name="connsiteX245" fmla="*/ 133229 w 701458"/>
                  <a:gd name="connsiteY245" fmla="*/ 8646 h 94479"/>
                  <a:gd name="connsiteX246" fmla="*/ 138906 w 701458"/>
                  <a:gd name="connsiteY246" fmla="*/ 20156 h 94479"/>
                  <a:gd name="connsiteX247" fmla="*/ 141042 w 701458"/>
                  <a:gd name="connsiteY247" fmla="*/ 38958 h 94479"/>
                  <a:gd name="connsiteX248" fmla="*/ 134062 w 701458"/>
                  <a:gd name="connsiteY248" fmla="*/ 70365 h 94479"/>
                  <a:gd name="connsiteX249" fmla="*/ 115104 w 701458"/>
                  <a:gd name="connsiteY249" fmla="*/ 80833 h 94479"/>
                  <a:gd name="connsiteX250" fmla="*/ 99636 w 701458"/>
                  <a:gd name="connsiteY250" fmla="*/ 75521 h 94479"/>
                  <a:gd name="connsiteX251" fmla="*/ 92812 w 701458"/>
                  <a:gd name="connsiteY251" fmla="*/ 61042 h 94479"/>
                  <a:gd name="connsiteX252" fmla="*/ 101042 w 701458"/>
                  <a:gd name="connsiteY252" fmla="*/ 61042 h 94479"/>
                  <a:gd name="connsiteX253" fmla="*/ 105573 w 701458"/>
                  <a:gd name="connsiteY253" fmla="*/ 70417 h 94479"/>
                  <a:gd name="connsiteX254" fmla="*/ 115521 w 701458"/>
                  <a:gd name="connsiteY254" fmla="*/ 73855 h 94479"/>
                  <a:gd name="connsiteX255" fmla="*/ 124531 w 701458"/>
                  <a:gd name="connsiteY255" fmla="*/ 70729 h 94479"/>
                  <a:gd name="connsiteX256" fmla="*/ 130208 w 701458"/>
                  <a:gd name="connsiteY256" fmla="*/ 62604 h 94479"/>
                  <a:gd name="connsiteX257" fmla="*/ 133073 w 701458"/>
                  <a:gd name="connsiteY257" fmla="*/ 51563 h 94479"/>
                  <a:gd name="connsiteX258" fmla="*/ 133854 w 701458"/>
                  <a:gd name="connsiteY258" fmla="*/ 39375 h 94479"/>
                  <a:gd name="connsiteX259" fmla="*/ 126250 w 701458"/>
                  <a:gd name="connsiteY259" fmla="*/ 49375 h 94479"/>
                  <a:gd name="connsiteX260" fmla="*/ 114167 w 701458"/>
                  <a:gd name="connsiteY260" fmla="*/ 52604 h 94479"/>
                  <a:gd name="connsiteX261" fmla="*/ 97656 w 701458"/>
                  <a:gd name="connsiteY261" fmla="*/ 45625 h 94479"/>
                  <a:gd name="connsiteX262" fmla="*/ 91458 w 701458"/>
                  <a:gd name="connsiteY262" fmla="*/ 27084 h 94479"/>
                  <a:gd name="connsiteX263" fmla="*/ 93073 w 701458"/>
                  <a:gd name="connsiteY263" fmla="*/ 17083 h 94479"/>
                  <a:gd name="connsiteX264" fmla="*/ 97812 w 701458"/>
                  <a:gd name="connsiteY264" fmla="*/ 8854 h 94479"/>
                  <a:gd name="connsiteX265" fmla="*/ 105365 w 701458"/>
                  <a:gd name="connsiteY265" fmla="*/ 3386 h 94479"/>
                  <a:gd name="connsiteX266" fmla="*/ 115417 w 701458"/>
                  <a:gd name="connsiteY266" fmla="*/ 1354 h 94479"/>
                  <a:gd name="connsiteX267" fmla="*/ 25000 w 701458"/>
                  <a:gd name="connsiteY267" fmla="*/ 1354 h 94479"/>
                  <a:gd name="connsiteX268" fmla="*/ 42344 w 701458"/>
                  <a:gd name="connsiteY268" fmla="*/ 6771 h 94479"/>
                  <a:gd name="connsiteX269" fmla="*/ 49063 w 701458"/>
                  <a:gd name="connsiteY269" fmla="*/ 21979 h 94479"/>
                  <a:gd name="connsiteX270" fmla="*/ 48073 w 701458"/>
                  <a:gd name="connsiteY270" fmla="*/ 27605 h 94479"/>
                  <a:gd name="connsiteX271" fmla="*/ 45313 w 701458"/>
                  <a:gd name="connsiteY271" fmla="*/ 32917 h 94479"/>
                  <a:gd name="connsiteX272" fmla="*/ 40938 w 701458"/>
                  <a:gd name="connsiteY272" fmla="*/ 37344 h 94479"/>
                  <a:gd name="connsiteX273" fmla="*/ 35417 w 701458"/>
                  <a:gd name="connsiteY273" fmla="*/ 40104 h 94479"/>
                  <a:gd name="connsiteX274" fmla="*/ 46146 w 701458"/>
                  <a:gd name="connsiteY274" fmla="*/ 46927 h 94479"/>
                  <a:gd name="connsiteX275" fmla="*/ 50000 w 701458"/>
                  <a:gd name="connsiteY275" fmla="*/ 58542 h 94479"/>
                  <a:gd name="connsiteX276" fmla="*/ 42969 w 701458"/>
                  <a:gd name="connsiteY276" fmla="*/ 75052 h 94479"/>
                  <a:gd name="connsiteX277" fmla="*/ 24896 w 701458"/>
                  <a:gd name="connsiteY277" fmla="*/ 80833 h 94479"/>
                  <a:gd name="connsiteX278" fmla="*/ 6823 w 701458"/>
                  <a:gd name="connsiteY278" fmla="*/ 75052 h 94479"/>
                  <a:gd name="connsiteX279" fmla="*/ 0 w 701458"/>
                  <a:gd name="connsiteY279" fmla="*/ 58542 h 94479"/>
                  <a:gd name="connsiteX280" fmla="*/ 3750 w 701458"/>
                  <a:gd name="connsiteY280" fmla="*/ 47448 h 94479"/>
                  <a:gd name="connsiteX281" fmla="*/ 14687 w 701458"/>
                  <a:gd name="connsiteY281" fmla="*/ 39688 h 94479"/>
                  <a:gd name="connsiteX282" fmla="*/ 4531 w 701458"/>
                  <a:gd name="connsiteY282" fmla="*/ 33334 h 94479"/>
                  <a:gd name="connsiteX283" fmla="*/ 937 w 701458"/>
                  <a:gd name="connsiteY283" fmla="*/ 21979 h 94479"/>
                  <a:gd name="connsiteX284" fmla="*/ 7604 w 701458"/>
                  <a:gd name="connsiteY284" fmla="*/ 6771 h 94479"/>
                  <a:gd name="connsiteX285" fmla="*/ 25000 w 701458"/>
                  <a:gd name="connsiteY285" fmla="*/ 1354 h 94479"/>
                  <a:gd name="connsiteX286" fmla="*/ 676042 w 701458"/>
                  <a:gd name="connsiteY286" fmla="*/ 0 h 94479"/>
                  <a:gd name="connsiteX287" fmla="*/ 688802 w 701458"/>
                  <a:gd name="connsiteY287" fmla="*/ 3646 h 94479"/>
                  <a:gd name="connsiteX288" fmla="*/ 696563 w 701458"/>
                  <a:gd name="connsiteY288" fmla="*/ 13021 h 94479"/>
                  <a:gd name="connsiteX289" fmla="*/ 700417 w 701458"/>
                  <a:gd name="connsiteY289" fmla="*/ 26146 h 94479"/>
                  <a:gd name="connsiteX290" fmla="*/ 701459 w 701458"/>
                  <a:gd name="connsiteY290" fmla="*/ 40729 h 94479"/>
                  <a:gd name="connsiteX291" fmla="*/ 700417 w 701458"/>
                  <a:gd name="connsiteY291" fmla="*/ 55313 h 94479"/>
                  <a:gd name="connsiteX292" fmla="*/ 696563 w 701458"/>
                  <a:gd name="connsiteY292" fmla="*/ 68334 h 94479"/>
                  <a:gd name="connsiteX293" fmla="*/ 688802 w 701458"/>
                  <a:gd name="connsiteY293" fmla="*/ 77604 h 94479"/>
                  <a:gd name="connsiteX294" fmla="*/ 676042 w 701458"/>
                  <a:gd name="connsiteY294" fmla="*/ 81146 h 94479"/>
                  <a:gd name="connsiteX295" fmla="*/ 663490 w 701458"/>
                  <a:gd name="connsiteY295" fmla="*/ 77604 h 94479"/>
                  <a:gd name="connsiteX296" fmla="*/ 656042 w 701458"/>
                  <a:gd name="connsiteY296" fmla="*/ 68334 h 94479"/>
                  <a:gd name="connsiteX297" fmla="*/ 652396 w 701458"/>
                  <a:gd name="connsiteY297" fmla="*/ 55313 h 94479"/>
                  <a:gd name="connsiteX298" fmla="*/ 651459 w 701458"/>
                  <a:gd name="connsiteY298" fmla="*/ 40729 h 94479"/>
                  <a:gd name="connsiteX299" fmla="*/ 652396 w 701458"/>
                  <a:gd name="connsiteY299" fmla="*/ 26146 h 94479"/>
                  <a:gd name="connsiteX300" fmla="*/ 656042 w 701458"/>
                  <a:gd name="connsiteY300" fmla="*/ 13021 h 94479"/>
                  <a:gd name="connsiteX301" fmla="*/ 663490 w 701458"/>
                  <a:gd name="connsiteY301" fmla="*/ 3646 h 94479"/>
                  <a:gd name="connsiteX302" fmla="*/ 676042 w 701458"/>
                  <a:gd name="connsiteY302" fmla="*/ 0 h 94479"/>
                  <a:gd name="connsiteX303" fmla="*/ 610938 w 701458"/>
                  <a:gd name="connsiteY303" fmla="*/ 0 h 94479"/>
                  <a:gd name="connsiteX304" fmla="*/ 623698 w 701458"/>
                  <a:gd name="connsiteY304" fmla="*/ 3646 h 94479"/>
                  <a:gd name="connsiteX305" fmla="*/ 631459 w 701458"/>
                  <a:gd name="connsiteY305" fmla="*/ 13021 h 94479"/>
                  <a:gd name="connsiteX306" fmla="*/ 635313 w 701458"/>
                  <a:gd name="connsiteY306" fmla="*/ 26146 h 94479"/>
                  <a:gd name="connsiteX307" fmla="*/ 636355 w 701458"/>
                  <a:gd name="connsiteY307" fmla="*/ 40729 h 94479"/>
                  <a:gd name="connsiteX308" fmla="*/ 635313 w 701458"/>
                  <a:gd name="connsiteY308" fmla="*/ 55313 h 94479"/>
                  <a:gd name="connsiteX309" fmla="*/ 631459 w 701458"/>
                  <a:gd name="connsiteY309" fmla="*/ 68334 h 94479"/>
                  <a:gd name="connsiteX310" fmla="*/ 623698 w 701458"/>
                  <a:gd name="connsiteY310" fmla="*/ 77604 h 94479"/>
                  <a:gd name="connsiteX311" fmla="*/ 610938 w 701458"/>
                  <a:gd name="connsiteY311" fmla="*/ 81146 h 94479"/>
                  <a:gd name="connsiteX312" fmla="*/ 598386 w 701458"/>
                  <a:gd name="connsiteY312" fmla="*/ 77604 h 94479"/>
                  <a:gd name="connsiteX313" fmla="*/ 590938 w 701458"/>
                  <a:gd name="connsiteY313" fmla="*/ 68334 h 94479"/>
                  <a:gd name="connsiteX314" fmla="*/ 587292 w 701458"/>
                  <a:gd name="connsiteY314" fmla="*/ 55313 h 94479"/>
                  <a:gd name="connsiteX315" fmla="*/ 586355 w 701458"/>
                  <a:gd name="connsiteY315" fmla="*/ 40729 h 94479"/>
                  <a:gd name="connsiteX316" fmla="*/ 587292 w 701458"/>
                  <a:gd name="connsiteY316" fmla="*/ 26146 h 94479"/>
                  <a:gd name="connsiteX317" fmla="*/ 590938 w 701458"/>
                  <a:gd name="connsiteY317" fmla="*/ 13021 h 94479"/>
                  <a:gd name="connsiteX318" fmla="*/ 598386 w 701458"/>
                  <a:gd name="connsiteY318" fmla="*/ 3646 h 94479"/>
                  <a:gd name="connsiteX319" fmla="*/ 610938 w 701458"/>
                  <a:gd name="connsiteY319" fmla="*/ 0 h 94479"/>
                  <a:gd name="connsiteX320" fmla="*/ 545834 w 701458"/>
                  <a:gd name="connsiteY320" fmla="*/ 0 h 94479"/>
                  <a:gd name="connsiteX321" fmla="*/ 558594 w 701458"/>
                  <a:gd name="connsiteY321" fmla="*/ 3646 h 94479"/>
                  <a:gd name="connsiteX322" fmla="*/ 566355 w 701458"/>
                  <a:gd name="connsiteY322" fmla="*/ 13021 h 94479"/>
                  <a:gd name="connsiteX323" fmla="*/ 570209 w 701458"/>
                  <a:gd name="connsiteY323" fmla="*/ 26146 h 94479"/>
                  <a:gd name="connsiteX324" fmla="*/ 571250 w 701458"/>
                  <a:gd name="connsiteY324" fmla="*/ 40729 h 94479"/>
                  <a:gd name="connsiteX325" fmla="*/ 570209 w 701458"/>
                  <a:gd name="connsiteY325" fmla="*/ 55313 h 94479"/>
                  <a:gd name="connsiteX326" fmla="*/ 566355 w 701458"/>
                  <a:gd name="connsiteY326" fmla="*/ 68334 h 94479"/>
                  <a:gd name="connsiteX327" fmla="*/ 558594 w 701458"/>
                  <a:gd name="connsiteY327" fmla="*/ 77604 h 94479"/>
                  <a:gd name="connsiteX328" fmla="*/ 545834 w 701458"/>
                  <a:gd name="connsiteY328" fmla="*/ 81146 h 94479"/>
                  <a:gd name="connsiteX329" fmla="*/ 533281 w 701458"/>
                  <a:gd name="connsiteY329" fmla="*/ 77604 h 94479"/>
                  <a:gd name="connsiteX330" fmla="*/ 525834 w 701458"/>
                  <a:gd name="connsiteY330" fmla="*/ 68334 h 94479"/>
                  <a:gd name="connsiteX331" fmla="*/ 522188 w 701458"/>
                  <a:gd name="connsiteY331" fmla="*/ 55313 h 94479"/>
                  <a:gd name="connsiteX332" fmla="*/ 521250 w 701458"/>
                  <a:gd name="connsiteY332" fmla="*/ 40729 h 94479"/>
                  <a:gd name="connsiteX333" fmla="*/ 522188 w 701458"/>
                  <a:gd name="connsiteY333" fmla="*/ 26146 h 94479"/>
                  <a:gd name="connsiteX334" fmla="*/ 525834 w 701458"/>
                  <a:gd name="connsiteY334" fmla="*/ 13021 h 94479"/>
                  <a:gd name="connsiteX335" fmla="*/ 533281 w 701458"/>
                  <a:gd name="connsiteY335" fmla="*/ 3646 h 94479"/>
                  <a:gd name="connsiteX336" fmla="*/ 545834 w 701458"/>
                  <a:gd name="connsiteY336" fmla="*/ 0 h 94479"/>
                  <a:gd name="connsiteX337" fmla="*/ 454688 w 701458"/>
                  <a:gd name="connsiteY337" fmla="*/ 0 h 94479"/>
                  <a:gd name="connsiteX338" fmla="*/ 467448 w 701458"/>
                  <a:gd name="connsiteY338" fmla="*/ 3646 h 94479"/>
                  <a:gd name="connsiteX339" fmla="*/ 475209 w 701458"/>
                  <a:gd name="connsiteY339" fmla="*/ 13021 h 94479"/>
                  <a:gd name="connsiteX340" fmla="*/ 479063 w 701458"/>
                  <a:gd name="connsiteY340" fmla="*/ 26146 h 94479"/>
                  <a:gd name="connsiteX341" fmla="*/ 480105 w 701458"/>
                  <a:gd name="connsiteY341" fmla="*/ 40729 h 94479"/>
                  <a:gd name="connsiteX342" fmla="*/ 479063 w 701458"/>
                  <a:gd name="connsiteY342" fmla="*/ 55313 h 94479"/>
                  <a:gd name="connsiteX343" fmla="*/ 475209 w 701458"/>
                  <a:gd name="connsiteY343" fmla="*/ 68334 h 94479"/>
                  <a:gd name="connsiteX344" fmla="*/ 467448 w 701458"/>
                  <a:gd name="connsiteY344" fmla="*/ 77604 h 94479"/>
                  <a:gd name="connsiteX345" fmla="*/ 454688 w 701458"/>
                  <a:gd name="connsiteY345" fmla="*/ 81146 h 94479"/>
                  <a:gd name="connsiteX346" fmla="*/ 442136 w 701458"/>
                  <a:gd name="connsiteY346" fmla="*/ 77604 h 94479"/>
                  <a:gd name="connsiteX347" fmla="*/ 434688 w 701458"/>
                  <a:gd name="connsiteY347" fmla="*/ 68334 h 94479"/>
                  <a:gd name="connsiteX348" fmla="*/ 431042 w 701458"/>
                  <a:gd name="connsiteY348" fmla="*/ 55313 h 94479"/>
                  <a:gd name="connsiteX349" fmla="*/ 430105 w 701458"/>
                  <a:gd name="connsiteY349" fmla="*/ 40729 h 94479"/>
                  <a:gd name="connsiteX350" fmla="*/ 431042 w 701458"/>
                  <a:gd name="connsiteY350" fmla="*/ 26146 h 94479"/>
                  <a:gd name="connsiteX351" fmla="*/ 434688 w 701458"/>
                  <a:gd name="connsiteY351" fmla="*/ 13021 h 94479"/>
                  <a:gd name="connsiteX352" fmla="*/ 442136 w 701458"/>
                  <a:gd name="connsiteY352" fmla="*/ 3646 h 94479"/>
                  <a:gd name="connsiteX353" fmla="*/ 454688 w 701458"/>
                  <a:gd name="connsiteY353" fmla="*/ 0 h 94479"/>
                  <a:gd name="connsiteX354" fmla="*/ 389584 w 701458"/>
                  <a:gd name="connsiteY354" fmla="*/ 0 h 94479"/>
                  <a:gd name="connsiteX355" fmla="*/ 402344 w 701458"/>
                  <a:gd name="connsiteY355" fmla="*/ 3646 h 94479"/>
                  <a:gd name="connsiteX356" fmla="*/ 410104 w 701458"/>
                  <a:gd name="connsiteY356" fmla="*/ 13021 h 94479"/>
                  <a:gd name="connsiteX357" fmla="*/ 413958 w 701458"/>
                  <a:gd name="connsiteY357" fmla="*/ 26146 h 94479"/>
                  <a:gd name="connsiteX358" fmla="*/ 415000 w 701458"/>
                  <a:gd name="connsiteY358" fmla="*/ 40729 h 94479"/>
                  <a:gd name="connsiteX359" fmla="*/ 413958 w 701458"/>
                  <a:gd name="connsiteY359" fmla="*/ 55313 h 94479"/>
                  <a:gd name="connsiteX360" fmla="*/ 410104 w 701458"/>
                  <a:gd name="connsiteY360" fmla="*/ 68334 h 94479"/>
                  <a:gd name="connsiteX361" fmla="*/ 402344 w 701458"/>
                  <a:gd name="connsiteY361" fmla="*/ 77604 h 94479"/>
                  <a:gd name="connsiteX362" fmla="*/ 389584 w 701458"/>
                  <a:gd name="connsiteY362" fmla="*/ 81146 h 94479"/>
                  <a:gd name="connsiteX363" fmla="*/ 377031 w 701458"/>
                  <a:gd name="connsiteY363" fmla="*/ 77604 h 94479"/>
                  <a:gd name="connsiteX364" fmla="*/ 369584 w 701458"/>
                  <a:gd name="connsiteY364" fmla="*/ 68334 h 94479"/>
                  <a:gd name="connsiteX365" fmla="*/ 365938 w 701458"/>
                  <a:gd name="connsiteY365" fmla="*/ 55313 h 94479"/>
                  <a:gd name="connsiteX366" fmla="*/ 365000 w 701458"/>
                  <a:gd name="connsiteY366" fmla="*/ 40729 h 94479"/>
                  <a:gd name="connsiteX367" fmla="*/ 365938 w 701458"/>
                  <a:gd name="connsiteY367" fmla="*/ 26146 h 94479"/>
                  <a:gd name="connsiteX368" fmla="*/ 369584 w 701458"/>
                  <a:gd name="connsiteY368" fmla="*/ 13021 h 94479"/>
                  <a:gd name="connsiteX369" fmla="*/ 377031 w 701458"/>
                  <a:gd name="connsiteY369" fmla="*/ 3646 h 94479"/>
                  <a:gd name="connsiteX370" fmla="*/ 389584 w 701458"/>
                  <a:gd name="connsiteY370" fmla="*/ 0 h 94479"/>
                  <a:gd name="connsiteX371" fmla="*/ 337500 w 701458"/>
                  <a:gd name="connsiteY371" fmla="*/ 0 h 94479"/>
                  <a:gd name="connsiteX372" fmla="*/ 350261 w 701458"/>
                  <a:gd name="connsiteY372" fmla="*/ 3646 h 94479"/>
                  <a:gd name="connsiteX373" fmla="*/ 358021 w 701458"/>
                  <a:gd name="connsiteY373" fmla="*/ 13021 h 94479"/>
                  <a:gd name="connsiteX374" fmla="*/ 361875 w 701458"/>
                  <a:gd name="connsiteY374" fmla="*/ 26146 h 94479"/>
                  <a:gd name="connsiteX375" fmla="*/ 362917 w 701458"/>
                  <a:gd name="connsiteY375" fmla="*/ 40729 h 94479"/>
                  <a:gd name="connsiteX376" fmla="*/ 361875 w 701458"/>
                  <a:gd name="connsiteY376" fmla="*/ 55313 h 94479"/>
                  <a:gd name="connsiteX377" fmla="*/ 358021 w 701458"/>
                  <a:gd name="connsiteY377" fmla="*/ 68334 h 94479"/>
                  <a:gd name="connsiteX378" fmla="*/ 350261 w 701458"/>
                  <a:gd name="connsiteY378" fmla="*/ 77604 h 94479"/>
                  <a:gd name="connsiteX379" fmla="*/ 337500 w 701458"/>
                  <a:gd name="connsiteY379" fmla="*/ 81146 h 94479"/>
                  <a:gd name="connsiteX380" fmla="*/ 324948 w 701458"/>
                  <a:gd name="connsiteY380" fmla="*/ 77604 h 94479"/>
                  <a:gd name="connsiteX381" fmla="*/ 317500 w 701458"/>
                  <a:gd name="connsiteY381" fmla="*/ 68334 h 94479"/>
                  <a:gd name="connsiteX382" fmla="*/ 313854 w 701458"/>
                  <a:gd name="connsiteY382" fmla="*/ 55313 h 94479"/>
                  <a:gd name="connsiteX383" fmla="*/ 312917 w 701458"/>
                  <a:gd name="connsiteY383" fmla="*/ 40729 h 94479"/>
                  <a:gd name="connsiteX384" fmla="*/ 313854 w 701458"/>
                  <a:gd name="connsiteY384" fmla="*/ 26146 h 94479"/>
                  <a:gd name="connsiteX385" fmla="*/ 317500 w 701458"/>
                  <a:gd name="connsiteY385" fmla="*/ 13021 h 94479"/>
                  <a:gd name="connsiteX386" fmla="*/ 324948 w 701458"/>
                  <a:gd name="connsiteY386" fmla="*/ 3646 h 94479"/>
                  <a:gd name="connsiteX387" fmla="*/ 337500 w 701458"/>
                  <a:gd name="connsiteY387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</a:cxnLst>
                <a:rect l="l" t="t" r="r" b="b"/>
                <a:pathLst>
                  <a:path w="701458" h="94479">
                    <a:moveTo>
                      <a:pt x="499792" y="70833"/>
                    </a:moveTo>
                    <a:lnTo>
                      <a:pt x="510521" y="70833"/>
                    </a:lnTo>
                    <a:cubicBezTo>
                      <a:pt x="510938" y="70833"/>
                      <a:pt x="511237" y="70938"/>
                      <a:pt x="511407" y="71146"/>
                    </a:cubicBezTo>
                    <a:cubicBezTo>
                      <a:pt x="511589" y="71354"/>
                      <a:pt x="511667" y="71667"/>
                      <a:pt x="511667" y="72084"/>
                    </a:cubicBezTo>
                    <a:lnTo>
                      <a:pt x="511667" y="78750"/>
                    </a:lnTo>
                    <a:cubicBezTo>
                      <a:pt x="511667" y="83672"/>
                      <a:pt x="510625" y="87422"/>
                      <a:pt x="508542" y="90000"/>
                    </a:cubicBezTo>
                    <a:cubicBezTo>
                      <a:pt x="506459" y="92565"/>
                      <a:pt x="503933" y="94063"/>
                      <a:pt x="500938" y="94479"/>
                    </a:cubicBezTo>
                    <a:lnTo>
                      <a:pt x="500938" y="90834"/>
                    </a:lnTo>
                    <a:cubicBezTo>
                      <a:pt x="502539" y="90417"/>
                      <a:pt x="503698" y="89245"/>
                      <a:pt x="504427" y="87344"/>
                    </a:cubicBezTo>
                    <a:cubicBezTo>
                      <a:pt x="505156" y="85430"/>
                      <a:pt x="505417" y="83503"/>
                      <a:pt x="505208" y="81563"/>
                    </a:cubicBezTo>
                    <a:lnTo>
                      <a:pt x="499792" y="81563"/>
                    </a:lnTo>
                    <a:close/>
                    <a:moveTo>
                      <a:pt x="278438" y="70833"/>
                    </a:moveTo>
                    <a:lnTo>
                      <a:pt x="289167" y="70833"/>
                    </a:lnTo>
                    <a:cubicBezTo>
                      <a:pt x="289583" y="70833"/>
                      <a:pt x="289883" y="70938"/>
                      <a:pt x="290052" y="71146"/>
                    </a:cubicBezTo>
                    <a:cubicBezTo>
                      <a:pt x="290235" y="71354"/>
                      <a:pt x="290313" y="71667"/>
                      <a:pt x="290313" y="72084"/>
                    </a:cubicBezTo>
                    <a:lnTo>
                      <a:pt x="290313" y="78750"/>
                    </a:lnTo>
                    <a:cubicBezTo>
                      <a:pt x="290313" y="83672"/>
                      <a:pt x="289271" y="87422"/>
                      <a:pt x="287188" y="90000"/>
                    </a:cubicBezTo>
                    <a:cubicBezTo>
                      <a:pt x="285104" y="92565"/>
                      <a:pt x="282578" y="94063"/>
                      <a:pt x="279583" y="94479"/>
                    </a:cubicBezTo>
                    <a:lnTo>
                      <a:pt x="279583" y="90834"/>
                    </a:lnTo>
                    <a:cubicBezTo>
                      <a:pt x="281185" y="90417"/>
                      <a:pt x="282344" y="89245"/>
                      <a:pt x="283073" y="87344"/>
                    </a:cubicBezTo>
                    <a:cubicBezTo>
                      <a:pt x="283802" y="85430"/>
                      <a:pt x="284063" y="83503"/>
                      <a:pt x="283854" y="81563"/>
                    </a:cubicBezTo>
                    <a:lnTo>
                      <a:pt x="278438" y="81563"/>
                    </a:lnTo>
                    <a:close/>
                    <a:moveTo>
                      <a:pt x="70104" y="70833"/>
                    </a:moveTo>
                    <a:lnTo>
                      <a:pt x="80833" y="70833"/>
                    </a:lnTo>
                    <a:cubicBezTo>
                      <a:pt x="81250" y="70833"/>
                      <a:pt x="81550" y="70938"/>
                      <a:pt x="81719" y="71146"/>
                    </a:cubicBezTo>
                    <a:cubicBezTo>
                      <a:pt x="81901" y="71354"/>
                      <a:pt x="81979" y="71667"/>
                      <a:pt x="81979" y="72084"/>
                    </a:cubicBezTo>
                    <a:lnTo>
                      <a:pt x="81979" y="78750"/>
                    </a:lnTo>
                    <a:cubicBezTo>
                      <a:pt x="81979" y="83672"/>
                      <a:pt x="80938" y="87422"/>
                      <a:pt x="78854" y="90000"/>
                    </a:cubicBezTo>
                    <a:cubicBezTo>
                      <a:pt x="76771" y="92565"/>
                      <a:pt x="74245" y="94063"/>
                      <a:pt x="71250" y="94479"/>
                    </a:cubicBezTo>
                    <a:lnTo>
                      <a:pt x="71250" y="90834"/>
                    </a:lnTo>
                    <a:cubicBezTo>
                      <a:pt x="72852" y="90417"/>
                      <a:pt x="74010" y="89245"/>
                      <a:pt x="74739" y="87344"/>
                    </a:cubicBezTo>
                    <a:cubicBezTo>
                      <a:pt x="75469" y="85430"/>
                      <a:pt x="75729" y="83503"/>
                      <a:pt x="75521" y="81563"/>
                    </a:cubicBezTo>
                    <a:lnTo>
                      <a:pt x="70104" y="81563"/>
                    </a:lnTo>
                    <a:close/>
                    <a:moveTo>
                      <a:pt x="181250" y="43438"/>
                    </a:moveTo>
                    <a:cubicBezTo>
                      <a:pt x="179167" y="43438"/>
                      <a:pt x="177122" y="43763"/>
                      <a:pt x="175104" y="44427"/>
                    </a:cubicBezTo>
                    <a:cubicBezTo>
                      <a:pt x="173099" y="45078"/>
                      <a:pt x="171328" y="46042"/>
                      <a:pt x="169792" y="47292"/>
                    </a:cubicBezTo>
                    <a:cubicBezTo>
                      <a:pt x="168203" y="48542"/>
                      <a:pt x="166927" y="50117"/>
                      <a:pt x="165989" y="52031"/>
                    </a:cubicBezTo>
                    <a:cubicBezTo>
                      <a:pt x="165052" y="53933"/>
                      <a:pt x="164584" y="56146"/>
                      <a:pt x="164584" y="58646"/>
                    </a:cubicBezTo>
                    <a:cubicBezTo>
                      <a:pt x="164584" y="63229"/>
                      <a:pt x="166068" y="66901"/>
                      <a:pt x="169011" y="69688"/>
                    </a:cubicBezTo>
                    <a:cubicBezTo>
                      <a:pt x="171966" y="72461"/>
                      <a:pt x="176042" y="73855"/>
                      <a:pt x="181250" y="73855"/>
                    </a:cubicBezTo>
                    <a:cubicBezTo>
                      <a:pt x="186328" y="73855"/>
                      <a:pt x="190365" y="72461"/>
                      <a:pt x="193385" y="69688"/>
                    </a:cubicBezTo>
                    <a:cubicBezTo>
                      <a:pt x="196406" y="66901"/>
                      <a:pt x="197917" y="63229"/>
                      <a:pt x="197917" y="58646"/>
                    </a:cubicBezTo>
                    <a:cubicBezTo>
                      <a:pt x="197917" y="56146"/>
                      <a:pt x="197435" y="53933"/>
                      <a:pt x="196459" y="52031"/>
                    </a:cubicBezTo>
                    <a:cubicBezTo>
                      <a:pt x="195495" y="50117"/>
                      <a:pt x="194206" y="48542"/>
                      <a:pt x="192604" y="47292"/>
                    </a:cubicBezTo>
                    <a:cubicBezTo>
                      <a:pt x="191081" y="46042"/>
                      <a:pt x="189310" y="45078"/>
                      <a:pt x="187292" y="44427"/>
                    </a:cubicBezTo>
                    <a:cubicBezTo>
                      <a:pt x="185287" y="43763"/>
                      <a:pt x="183268" y="43438"/>
                      <a:pt x="181250" y="43438"/>
                    </a:cubicBezTo>
                    <a:close/>
                    <a:moveTo>
                      <a:pt x="25000" y="43438"/>
                    </a:moveTo>
                    <a:cubicBezTo>
                      <a:pt x="22917" y="43438"/>
                      <a:pt x="20872" y="43763"/>
                      <a:pt x="18854" y="44427"/>
                    </a:cubicBezTo>
                    <a:cubicBezTo>
                      <a:pt x="16849" y="45078"/>
                      <a:pt x="15078" y="46042"/>
                      <a:pt x="13542" y="47292"/>
                    </a:cubicBezTo>
                    <a:cubicBezTo>
                      <a:pt x="11953" y="48542"/>
                      <a:pt x="10677" y="50117"/>
                      <a:pt x="9739" y="52031"/>
                    </a:cubicBezTo>
                    <a:cubicBezTo>
                      <a:pt x="8802" y="53933"/>
                      <a:pt x="8334" y="56146"/>
                      <a:pt x="8334" y="58646"/>
                    </a:cubicBezTo>
                    <a:cubicBezTo>
                      <a:pt x="8334" y="63229"/>
                      <a:pt x="9818" y="66901"/>
                      <a:pt x="12761" y="69688"/>
                    </a:cubicBezTo>
                    <a:cubicBezTo>
                      <a:pt x="15716" y="72461"/>
                      <a:pt x="19792" y="73855"/>
                      <a:pt x="25000" y="73855"/>
                    </a:cubicBezTo>
                    <a:cubicBezTo>
                      <a:pt x="30078" y="73855"/>
                      <a:pt x="34115" y="72461"/>
                      <a:pt x="37135" y="69688"/>
                    </a:cubicBezTo>
                    <a:cubicBezTo>
                      <a:pt x="40156" y="66901"/>
                      <a:pt x="41667" y="63229"/>
                      <a:pt x="41667" y="58646"/>
                    </a:cubicBezTo>
                    <a:cubicBezTo>
                      <a:pt x="41667" y="56146"/>
                      <a:pt x="41185" y="53933"/>
                      <a:pt x="40209" y="52031"/>
                    </a:cubicBezTo>
                    <a:cubicBezTo>
                      <a:pt x="39245" y="50117"/>
                      <a:pt x="37956" y="48542"/>
                      <a:pt x="36354" y="47292"/>
                    </a:cubicBezTo>
                    <a:cubicBezTo>
                      <a:pt x="34831" y="46042"/>
                      <a:pt x="33060" y="45078"/>
                      <a:pt x="31042" y="44427"/>
                    </a:cubicBezTo>
                    <a:cubicBezTo>
                      <a:pt x="29037" y="43763"/>
                      <a:pt x="27018" y="43438"/>
                      <a:pt x="25000" y="43438"/>
                    </a:cubicBezTo>
                    <a:close/>
                    <a:moveTo>
                      <a:pt x="181250" y="8334"/>
                    </a:moveTo>
                    <a:cubicBezTo>
                      <a:pt x="176875" y="8334"/>
                      <a:pt x="173164" y="9584"/>
                      <a:pt x="170104" y="12083"/>
                    </a:cubicBezTo>
                    <a:cubicBezTo>
                      <a:pt x="167057" y="14584"/>
                      <a:pt x="165521" y="17917"/>
                      <a:pt x="165521" y="22084"/>
                    </a:cubicBezTo>
                    <a:cubicBezTo>
                      <a:pt x="165521" y="26459"/>
                      <a:pt x="167018" y="29844"/>
                      <a:pt x="170000" y="32240"/>
                    </a:cubicBezTo>
                    <a:cubicBezTo>
                      <a:pt x="172995" y="34635"/>
                      <a:pt x="176745" y="35834"/>
                      <a:pt x="181250" y="35834"/>
                    </a:cubicBezTo>
                    <a:cubicBezTo>
                      <a:pt x="185625" y="35834"/>
                      <a:pt x="189349" y="34635"/>
                      <a:pt x="192396" y="32240"/>
                    </a:cubicBezTo>
                    <a:cubicBezTo>
                      <a:pt x="195456" y="29844"/>
                      <a:pt x="196979" y="26459"/>
                      <a:pt x="196979" y="22084"/>
                    </a:cubicBezTo>
                    <a:cubicBezTo>
                      <a:pt x="196979" y="17917"/>
                      <a:pt x="195456" y="14584"/>
                      <a:pt x="192396" y="12083"/>
                    </a:cubicBezTo>
                    <a:cubicBezTo>
                      <a:pt x="189349" y="9584"/>
                      <a:pt x="185625" y="8334"/>
                      <a:pt x="181250" y="8334"/>
                    </a:cubicBezTo>
                    <a:close/>
                    <a:moveTo>
                      <a:pt x="115937" y="8334"/>
                    </a:moveTo>
                    <a:cubicBezTo>
                      <a:pt x="110729" y="8334"/>
                      <a:pt x="106719" y="10169"/>
                      <a:pt x="103906" y="13855"/>
                    </a:cubicBezTo>
                    <a:cubicBezTo>
                      <a:pt x="101094" y="17526"/>
                      <a:pt x="99688" y="22005"/>
                      <a:pt x="99688" y="27292"/>
                    </a:cubicBezTo>
                    <a:cubicBezTo>
                      <a:pt x="99688" y="29857"/>
                      <a:pt x="100026" y="32292"/>
                      <a:pt x="100677" y="34583"/>
                    </a:cubicBezTo>
                    <a:cubicBezTo>
                      <a:pt x="101341" y="36875"/>
                      <a:pt x="102370" y="38854"/>
                      <a:pt x="103750" y="40521"/>
                    </a:cubicBezTo>
                    <a:cubicBezTo>
                      <a:pt x="105078" y="42253"/>
                      <a:pt x="106745" y="43620"/>
                      <a:pt x="108750" y="44636"/>
                    </a:cubicBezTo>
                    <a:cubicBezTo>
                      <a:pt x="110768" y="45638"/>
                      <a:pt x="113125" y="46146"/>
                      <a:pt x="115833" y="46146"/>
                    </a:cubicBezTo>
                    <a:cubicBezTo>
                      <a:pt x="118125" y="46146"/>
                      <a:pt x="120260" y="45651"/>
                      <a:pt x="122240" y="44688"/>
                    </a:cubicBezTo>
                    <a:cubicBezTo>
                      <a:pt x="124219" y="43711"/>
                      <a:pt x="125912" y="42422"/>
                      <a:pt x="127292" y="40834"/>
                    </a:cubicBezTo>
                    <a:cubicBezTo>
                      <a:pt x="128750" y="39167"/>
                      <a:pt x="129883" y="37253"/>
                      <a:pt x="130677" y="35104"/>
                    </a:cubicBezTo>
                    <a:cubicBezTo>
                      <a:pt x="131484" y="32943"/>
                      <a:pt x="131875" y="30651"/>
                      <a:pt x="131875" y="28229"/>
                    </a:cubicBezTo>
                    <a:cubicBezTo>
                      <a:pt x="131875" y="25443"/>
                      <a:pt x="131484" y="22839"/>
                      <a:pt x="130677" y="20417"/>
                    </a:cubicBezTo>
                    <a:cubicBezTo>
                      <a:pt x="129883" y="17982"/>
                      <a:pt x="128789" y="15860"/>
                      <a:pt x="127396" y="14063"/>
                    </a:cubicBezTo>
                    <a:cubicBezTo>
                      <a:pt x="126016" y="12318"/>
                      <a:pt x="124349" y="10938"/>
                      <a:pt x="122396" y="9896"/>
                    </a:cubicBezTo>
                    <a:cubicBezTo>
                      <a:pt x="120456" y="8854"/>
                      <a:pt x="118307" y="8334"/>
                      <a:pt x="115937" y="8334"/>
                    </a:cubicBezTo>
                    <a:close/>
                    <a:moveTo>
                      <a:pt x="25000" y="8334"/>
                    </a:moveTo>
                    <a:cubicBezTo>
                      <a:pt x="20625" y="8334"/>
                      <a:pt x="16914" y="9584"/>
                      <a:pt x="13854" y="12083"/>
                    </a:cubicBezTo>
                    <a:cubicBezTo>
                      <a:pt x="10807" y="14584"/>
                      <a:pt x="9271" y="17917"/>
                      <a:pt x="9271" y="22084"/>
                    </a:cubicBezTo>
                    <a:cubicBezTo>
                      <a:pt x="9271" y="26459"/>
                      <a:pt x="10768" y="29844"/>
                      <a:pt x="13750" y="32240"/>
                    </a:cubicBezTo>
                    <a:cubicBezTo>
                      <a:pt x="16745" y="34635"/>
                      <a:pt x="20495" y="35834"/>
                      <a:pt x="25000" y="35834"/>
                    </a:cubicBezTo>
                    <a:cubicBezTo>
                      <a:pt x="29375" y="35834"/>
                      <a:pt x="33099" y="34635"/>
                      <a:pt x="36146" y="32240"/>
                    </a:cubicBezTo>
                    <a:cubicBezTo>
                      <a:pt x="39206" y="29844"/>
                      <a:pt x="40729" y="26459"/>
                      <a:pt x="40729" y="22084"/>
                    </a:cubicBezTo>
                    <a:cubicBezTo>
                      <a:pt x="40729" y="17917"/>
                      <a:pt x="39206" y="14584"/>
                      <a:pt x="36146" y="12083"/>
                    </a:cubicBezTo>
                    <a:cubicBezTo>
                      <a:pt x="33099" y="9584"/>
                      <a:pt x="29375" y="8334"/>
                      <a:pt x="25000" y="8334"/>
                    </a:cubicBezTo>
                    <a:close/>
                    <a:moveTo>
                      <a:pt x="676042" y="7188"/>
                    </a:moveTo>
                    <a:cubicBezTo>
                      <a:pt x="672292" y="7188"/>
                      <a:pt x="669363" y="8399"/>
                      <a:pt x="667240" y="10833"/>
                    </a:cubicBezTo>
                    <a:cubicBezTo>
                      <a:pt x="665131" y="13255"/>
                      <a:pt x="663542" y="16172"/>
                      <a:pt x="662500" y="19584"/>
                    </a:cubicBezTo>
                    <a:cubicBezTo>
                      <a:pt x="661394" y="23047"/>
                      <a:pt x="660717" y="26719"/>
                      <a:pt x="660469" y="30573"/>
                    </a:cubicBezTo>
                    <a:cubicBezTo>
                      <a:pt x="660235" y="34427"/>
                      <a:pt x="660105" y="37813"/>
                      <a:pt x="660105" y="40729"/>
                    </a:cubicBezTo>
                    <a:cubicBezTo>
                      <a:pt x="660105" y="43646"/>
                      <a:pt x="660235" y="46992"/>
                      <a:pt x="660469" y="50782"/>
                    </a:cubicBezTo>
                    <a:cubicBezTo>
                      <a:pt x="660717" y="54557"/>
                      <a:pt x="661394" y="58190"/>
                      <a:pt x="662500" y="61667"/>
                    </a:cubicBezTo>
                    <a:cubicBezTo>
                      <a:pt x="663542" y="65065"/>
                      <a:pt x="665131" y="67943"/>
                      <a:pt x="667240" y="70313"/>
                    </a:cubicBezTo>
                    <a:cubicBezTo>
                      <a:pt x="669363" y="72670"/>
                      <a:pt x="672292" y="73855"/>
                      <a:pt x="676042" y="73855"/>
                    </a:cubicBezTo>
                    <a:cubicBezTo>
                      <a:pt x="679792" y="73855"/>
                      <a:pt x="682787" y="72670"/>
                      <a:pt x="685000" y="70313"/>
                    </a:cubicBezTo>
                    <a:cubicBezTo>
                      <a:pt x="687227" y="67943"/>
                      <a:pt x="688894" y="65065"/>
                      <a:pt x="690000" y="61667"/>
                    </a:cubicBezTo>
                    <a:cubicBezTo>
                      <a:pt x="691185" y="58190"/>
                      <a:pt x="691953" y="54557"/>
                      <a:pt x="692292" y="50782"/>
                    </a:cubicBezTo>
                    <a:cubicBezTo>
                      <a:pt x="692644" y="46992"/>
                      <a:pt x="692813" y="43646"/>
                      <a:pt x="692813" y="40729"/>
                    </a:cubicBezTo>
                    <a:cubicBezTo>
                      <a:pt x="692813" y="37813"/>
                      <a:pt x="692644" y="34427"/>
                      <a:pt x="692292" y="30573"/>
                    </a:cubicBezTo>
                    <a:cubicBezTo>
                      <a:pt x="691953" y="26719"/>
                      <a:pt x="691185" y="23047"/>
                      <a:pt x="690000" y="19584"/>
                    </a:cubicBezTo>
                    <a:cubicBezTo>
                      <a:pt x="688894" y="16172"/>
                      <a:pt x="687227" y="13255"/>
                      <a:pt x="685000" y="10833"/>
                    </a:cubicBezTo>
                    <a:cubicBezTo>
                      <a:pt x="682787" y="8399"/>
                      <a:pt x="679792" y="7188"/>
                      <a:pt x="676042" y="7188"/>
                    </a:cubicBezTo>
                    <a:close/>
                    <a:moveTo>
                      <a:pt x="610938" y="7188"/>
                    </a:moveTo>
                    <a:cubicBezTo>
                      <a:pt x="607188" y="7188"/>
                      <a:pt x="604258" y="8399"/>
                      <a:pt x="602136" y="10833"/>
                    </a:cubicBezTo>
                    <a:cubicBezTo>
                      <a:pt x="600026" y="13255"/>
                      <a:pt x="598438" y="16172"/>
                      <a:pt x="597396" y="19584"/>
                    </a:cubicBezTo>
                    <a:cubicBezTo>
                      <a:pt x="596290" y="23047"/>
                      <a:pt x="595612" y="26719"/>
                      <a:pt x="595365" y="30573"/>
                    </a:cubicBezTo>
                    <a:cubicBezTo>
                      <a:pt x="595130" y="34427"/>
                      <a:pt x="595001" y="37813"/>
                      <a:pt x="595001" y="40729"/>
                    </a:cubicBezTo>
                    <a:cubicBezTo>
                      <a:pt x="595001" y="43646"/>
                      <a:pt x="595130" y="46992"/>
                      <a:pt x="595365" y="50782"/>
                    </a:cubicBezTo>
                    <a:cubicBezTo>
                      <a:pt x="595612" y="54557"/>
                      <a:pt x="596290" y="58190"/>
                      <a:pt x="597396" y="61667"/>
                    </a:cubicBezTo>
                    <a:cubicBezTo>
                      <a:pt x="598438" y="65065"/>
                      <a:pt x="600026" y="67943"/>
                      <a:pt x="602136" y="70313"/>
                    </a:cubicBezTo>
                    <a:cubicBezTo>
                      <a:pt x="604258" y="72670"/>
                      <a:pt x="607188" y="73855"/>
                      <a:pt x="610938" y="73855"/>
                    </a:cubicBezTo>
                    <a:cubicBezTo>
                      <a:pt x="614688" y="73855"/>
                      <a:pt x="617682" y="72670"/>
                      <a:pt x="619896" y="70313"/>
                    </a:cubicBezTo>
                    <a:cubicBezTo>
                      <a:pt x="622123" y="67943"/>
                      <a:pt x="623790" y="65065"/>
                      <a:pt x="624896" y="61667"/>
                    </a:cubicBezTo>
                    <a:cubicBezTo>
                      <a:pt x="626081" y="58190"/>
                      <a:pt x="626849" y="54557"/>
                      <a:pt x="627188" y="50782"/>
                    </a:cubicBezTo>
                    <a:cubicBezTo>
                      <a:pt x="627540" y="46992"/>
                      <a:pt x="627709" y="43646"/>
                      <a:pt x="627709" y="40729"/>
                    </a:cubicBezTo>
                    <a:cubicBezTo>
                      <a:pt x="627709" y="37813"/>
                      <a:pt x="627540" y="34427"/>
                      <a:pt x="627188" y="30573"/>
                    </a:cubicBezTo>
                    <a:cubicBezTo>
                      <a:pt x="626849" y="26719"/>
                      <a:pt x="626081" y="23047"/>
                      <a:pt x="624896" y="19584"/>
                    </a:cubicBezTo>
                    <a:cubicBezTo>
                      <a:pt x="623790" y="16172"/>
                      <a:pt x="622123" y="13255"/>
                      <a:pt x="619896" y="10833"/>
                    </a:cubicBezTo>
                    <a:cubicBezTo>
                      <a:pt x="617682" y="8399"/>
                      <a:pt x="614688" y="7188"/>
                      <a:pt x="610938" y="7188"/>
                    </a:cubicBezTo>
                    <a:close/>
                    <a:moveTo>
                      <a:pt x="545834" y="7188"/>
                    </a:moveTo>
                    <a:cubicBezTo>
                      <a:pt x="542083" y="7188"/>
                      <a:pt x="539154" y="8399"/>
                      <a:pt x="537031" y="10833"/>
                    </a:cubicBezTo>
                    <a:cubicBezTo>
                      <a:pt x="534922" y="13255"/>
                      <a:pt x="533334" y="16172"/>
                      <a:pt x="532292" y="19584"/>
                    </a:cubicBezTo>
                    <a:cubicBezTo>
                      <a:pt x="531185" y="23047"/>
                      <a:pt x="530508" y="26719"/>
                      <a:pt x="530261" y="30573"/>
                    </a:cubicBezTo>
                    <a:cubicBezTo>
                      <a:pt x="530026" y="34427"/>
                      <a:pt x="529896" y="37813"/>
                      <a:pt x="529896" y="40729"/>
                    </a:cubicBezTo>
                    <a:cubicBezTo>
                      <a:pt x="529896" y="43646"/>
                      <a:pt x="530026" y="46992"/>
                      <a:pt x="530261" y="50782"/>
                    </a:cubicBezTo>
                    <a:cubicBezTo>
                      <a:pt x="530508" y="54557"/>
                      <a:pt x="531185" y="58190"/>
                      <a:pt x="532292" y="61667"/>
                    </a:cubicBezTo>
                    <a:cubicBezTo>
                      <a:pt x="533334" y="65065"/>
                      <a:pt x="534922" y="67943"/>
                      <a:pt x="537031" y="70313"/>
                    </a:cubicBezTo>
                    <a:cubicBezTo>
                      <a:pt x="539154" y="72670"/>
                      <a:pt x="542083" y="73855"/>
                      <a:pt x="545834" y="73855"/>
                    </a:cubicBezTo>
                    <a:cubicBezTo>
                      <a:pt x="549584" y="73855"/>
                      <a:pt x="552578" y="72670"/>
                      <a:pt x="554792" y="70313"/>
                    </a:cubicBezTo>
                    <a:cubicBezTo>
                      <a:pt x="557018" y="67943"/>
                      <a:pt x="558685" y="65065"/>
                      <a:pt x="559792" y="61667"/>
                    </a:cubicBezTo>
                    <a:cubicBezTo>
                      <a:pt x="560977" y="58190"/>
                      <a:pt x="561745" y="54557"/>
                      <a:pt x="562084" y="50782"/>
                    </a:cubicBezTo>
                    <a:cubicBezTo>
                      <a:pt x="562435" y="46992"/>
                      <a:pt x="562605" y="43646"/>
                      <a:pt x="562605" y="40729"/>
                    </a:cubicBezTo>
                    <a:cubicBezTo>
                      <a:pt x="562605" y="37813"/>
                      <a:pt x="562435" y="34427"/>
                      <a:pt x="562084" y="30573"/>
                    </a:cubicBezTo>
                    <a:cubicBezTo>
                      <a:pt x="561745" y="26719"/>
                      <a:pt x="560977" y="23047"/>
                      <a:pt x="559792" y="19584"/>
                    </a:cubicBezTo>
                    <a:cubicBezTo>
                      <a:pt x="558685" y="16172"/>
                      <a:pt x="557018" y="13255"/>
                      <a:pt x="554792" y="10833"/>
                    </a:cubicBezTo>
                    <a:cubicBezTo>
                      <a:pt x="552578" y="8399"/>
                      <a:pt x="549584" y="7188"/>
                      <a:pt x="545834" y="7188"/>
                    </a:cubicBezTo>
                    <a:close/>
                    <a:moveTo>
                      <a:pt x="454688" y="7188"/>
                    </a:moveTo>
                    <a:cubicBezTo>
                      <a:pt x="450938" y="7188"/>
                      <a:pt x="448008" y="8399"/>
                      <a:pt x="445886" y="10833"/>
                    </a:cubicBezTo>
                    <a:cubicBezTo>
                      <a:pt x="443776" y="13255"/>
                      <a:pt x="442188" y="16172"/>
                      <a:pt x="441146" y="19584"/>
                    </a:cubicBezTo>
                    <a:cubicBezTo>
                      <a:pt x="440039" y="23047"/>
                      <a:pt x="439362" y="26719"/>
                      <a:pt x="439115" y="30573"/>
                    </a:cubicBezTo>
                    <a:cubicBezTo>
                      <a:pt x="438880" y="34427"/>
                      <a:pt x="438750" y="37813"/>
                      <a:pt x="438750" y="40729"/>
                    </a:cubicBezTo>
                    <a:cubicBezTo>
                      <a:pt x="438750" y="43646"/>
                      <a:pt x="438880" y="46992"/>
                      <a:pt x="439115" y="50782"/>
                    </a:cubicBezTo>
                    <a:cubicBezTo>
                      <a:pt x="439362" y="54557"/>
                      <a:pt x="440039" y="58190"/>
                      <a:pt x="441146" y="61667"/>
                    </a:cubicBezTo>
                    <a:cubicBezTo>
                      <a:pt x="442188" y="65065"/>
                      <a:pt x="443776" y="67943"/>
                      <a:pt x="445886" y="70313"/>
                    </a:cubicBezTo>
                    <a:cubicBezTo>
                      <a:pt x="448008" y="72670"/>
                      <a:pt x="450938" y="73855"/>
                      <a:pt x="454688" y="73855"/>
                    </a:cubicBezTo>
                    <a:cubicBezTo>
                      <a:pt x="458438" y="73855"/>
                      <a:pt x="461432" y="72670"/>
                      <a:pt x="463646" y="70313"/>
                    </a:cubicBezTo>
                    <a:cubicBezTo>
                      <a:pt x="465873" y="67943"/>
                      <a:pt x="467539" y="65065"/>
                      <a:pt x="468646" y="61667"/>
                    </a:cubicBezTo>
                    <a:cubicBezTo>
                      <a:pt x="469831" y="58190"/>
                      <a:pt x="470599" y="54557"/>
                      <a:pt x="470938" y="50782"/>
                    </a:cubicBezTo>
                    <a:cubicBezTo>
                      <a:pt x="471289" y="46992"/>
                      <a:pt x="471459" y="43646"/>
                      <a:pt x="471459" y="40729"/>
                    </a:cubicBezTo>
                    <a:cubicBezTo>
                      <a:pt x="471459" y="37813"/>
                      <a:pt x="471289" y="34427"/>
                      <a:pt x="470938" y="30573"/>
                    </a:cubicBezTo>
                    <a:cubicBezTo>
                      <a:pt x="470599" y="26719"/>
                      <a:pt x="469831" y="23047"/>
                      <a:pt x="468646" y="19584"/>
                    </a:cubicBezTo>
                    <a:cubicBezTo>
                      <a:pt x="467539" y="16172"/>
                      <a:pt x="465873" y="13255"/>
                      <a:pt x="463646" y="10833"/>
                    </a:cubicBezTo>
                    <a:cubicBezTo>
                      <a:pt x="461432" y="8399"/>
                      <a:pt x="458438" y="7188"/>
                      <a:pt x="454688" y="7188"/>
                    </a:cubicBezTo>
                    <a:close/>
                    <a:moveTo>
                      <a:pt x="389584" y="7188"/>
                    </a:moveTo>
                    <a:cubicBezTo>
                      <a:pt x="385833" y="7188"/>
                      <a:pt x="382904" y="8399"/>
                      <a:pt x="380781" y="10833"/>
                    </a:cubicBezTo>
                    <a:cubicBezTo>
                      <a:pt x="378672" y="13255"/>
                      <a:pt x="377083" y="16172"/>
                      <a:pt x="376042" y="19584"/>
                    </a:cubicBezTo>
                    <a:cubicBezTo>
                      <a:pt x="374935" y="23047"/>
                      <a:pt x="374258" y="26719"/>
                      <a:pt x="374011" y="30573"/>
                    </a:cubicBezTo>
                    <a:cubicBezTo>
                      <a:pt x="373776" y="34427"/>
                      <a:pt x="373646" y="37813"/>
                      <a:pt x="373646" y="40729"/>
                    </a:cubicBezTo>
                    <a:cubicBezTo>
                      <a:pt x="373646" y="43646"/>
                      <a:pt x="373776" y="46992"/>
                      <a:pt x="374011" y="50782"/>
                    </a:cubicBezTo>
                    <a:cubicBezTo>
                      <a:pt x="374258" y="54557"/>
                      <a:pt x="374935" y="58190"/>
                      <a:pt x="376042" y="61667"/>
                    </a:cubicBezTo>
                    <a:cubicBezTo>
                      <a:pt x="377083" y="65065"/>
                      <a:pt x="378672" y="67943"/>
                      <a:pt x="380781" y="70313"/>
                    </a:cubicBezTo>
                    <a:cubicBezTo>
                      <a:pt x="382904" y="72670"/>
                      <a:pt x="385833" y="73855"/>
                      <a:pt x="389584" y="73855"/>
                    </a:cubicBezTo>
                    <a:cubicBezTo>
                      <a:pt x="393334" y="73855"/>
                      <a:pt x="396328" y="72670"/>
                      <a:pt x="398542" y="70313"/>
                    </a:cubicBezTo>
                    <a:cubicBezTo>
                      <a:pt x="400768" y="67943"/>
                      <a:pt x="402435" y="65065"/>
                      <a:pt x="403542" y="61667"/>
                    </a:cubicBezTo>
                    <a:cubicBezTo>
                      <a:pt x="404727" y="58190"/>
                      <a:pt x="405495" y="54557"/>
                      <a:pt x="405834" y="50782"/>
                    </a:cubicBezTo>
                    <a:cubicBezTo>
                      <a:pt x="406185" y="46992"/>
                      <a:pt x="406354" y="43646"/>
                      <a:pt x="406354" y="40729"/>
                    </a:cubicBezTo>
                    <a:cubicBezTo>
                      <a:pt x="406354" y="37813"/>
                      <a:pt x="406185" y="34427"/>
                      <a:pt x="405834" y="30573"/>
                    </a:cubicBezTo>
                    <a:cubicBezTo>
                      <a:pt x="405495" y="26719"/>
                      <a:pt x="404727" y="23047"/>
                      <a:pt x="403542" y="19584"/>
                    </a:cubicBezTo>
                    <a:cubicBezTo>
                      <a:pt x="402435" y="16172"/>
                      <a:pt x="400768" y="13255"/>
                      <a:pt x="398542" y="10833"/>
                    </a:cubicBezTo>
                    <a:cubicBezTo>
                      <a:pt x="396328" y="8399"/>
                      <a:pt x="393334" y="7188"/>
                      <a:pt x="389584" y="7188"/>
                    </a:cubicBezTo>
                    <a:close/>
                    <a:moveTo>
                      <a:pt x="337500" y="7188"/>
                    </a:moveTo>
                    <a:cubicBezTo>
                      <a:pt x="333750" y="7188"/>
                      <a:pt x="330821" y="8399"/>
                      <a:pt x="328698" y="10833"/>
                    </a:cubicBezTo>
                    <a:cubicBezTo>
                      <a:pt x="326589" y="13255"/>
                      <a:pt x="325000" y="16172"/>
                      <a:pt x="323959" y="19584"/>
                    </a:cubicBezTo>
                    <a:cubicBezTo>
                      <a:pt x="322852" y="23047"/>
                      <a:pt x="322175" y="26719"/>
                      <a:pt x="321927" y="30573"/>
                    </a:cubicBezTo>
                    <a:cubicBezTo>
                      <a:pt x="321693" y="34427"/>
                      <a:pt x="321563" y="37813"/>
                      <a:pt x="321563" y="40729"/>
                    </a:cubicBezTo>
                    <a:cubicBezTo>
                      <a:pt x="321563" y="43646"/>
                      <a:pt x="321693" y="46992"/>
                      <a:pt x="321927" y="50782"/>
                    </a:cubicBezTo>
                    <a:cubicBezTo>
                      <a:pt x="322175" y="54557"/>
                      <a:pt x="322852" y="58190"/>
                      <a:pt x="323959" y="61667"/>
                    </a:cubicBezTo>
                    <a:cubicBezTo>
                      <a:pt x="325000" y="65065"/>
                      <a:pt x="326589" y="67943"/>
                      <a:pt x="328698" y="70313"/>
                    </a:cubicBezTo>
                    <a:cubicBezTo>
                      <a:pt x="330821" y="72670"/>
                      <a:pt x="333750" y="73855"/>
                      <a:pt x="337500" y="73855"/>
                    </a:cubicBezTo>
                    <a:cubicBezTo>
                      <a:pt x="341250" y="73855"/>
                      <a:pt x="344245" y="72670"/>
                      <a:pt x="346459" y="70313"/>
                    </a:cubicBezTo>
                    <a:cubicBezTo>
                      <a:pt x="348685" y="67943"/>
                      <a:pt x="350352" y="65065"/>
                      <a:pt x="351459" y="61667"/>
                    </a:cubicBezTo>
                    <a:cubicBezTo>
                      <a:pt x="352644" y="58190"/>
                      <a:pt x="353412" y="54557"/>
                      <a:pt x="353750" y="50782"/>
                    </a:cubicBezTo>
                    <a:cubicBezTo>
                      <a:pt x="354102" y="46992"/>
                      <a:pt x="354271" y="43646"/>
                      <a:pt x="354271" y="40729"/>
                    </a:cubicBezTo>
                    <a:cubicBezTo>
                      <a:pt x="354271" y="37813"/>
                      <a:pt x="354102" y="34427"/>
                      <a:pt x="353750" y="30573"/>
                    </a:cubicBezTo>
                    <a:cubicBezTo>
                      <a:pt x="353412" y="26719"/>
                      <a:pt x="352644" y="23047"/>
                      <a:pt x="351459" y="19584"/>
                    </a:cubicBezTo>
                    <a:cubicBezTo>
                      <a:pt x="350352" y="16172"/>
                      <a:pt x="348685" y="13255"/>
                      <a:pt x="346459" y="10833"/>
                    </a:cubicBezTo>
                    <a:cubicBezTo>
                      <a:pt x="344245" y="8399"/>
                      <a:pt x="341250" y="7188"/>
                      <a:pt x="337500" y="7188"/>
                    </a:cubicBezTo>
                    <a:close/>
                    <a:moveTo>
                      <a:pt x="244896" y="1354"/>
                    </a:moveTo>
                    <a:cubicBezTo>
                      <a:pt x="251289" y="1354"/>
                      <a:pt x="256641" y="3047"/>
                      <a:pt x="260938" y="6458"/>
                    </a:cubicBezTo>
                    <a:cubicBezTo>
                      <a:pt x="265248" y="9857"/>
                      <a:pt x="267396" y="14857"/>
                      <a:pt x="267396" y="21458"/>
                    </a:cubicBezTo>
                    <a:cubicBezTo>
                      <a:pt x="267396" y="25899"/>
                      <a:pt x="266029" y="30521"/>
                      <a:pt x="263281" y="35313"/>
                    </a:cubicBezTo>
                    <a:cubicBezTo>
                      <a:pt x="260547" y="40104"/>
                      <a:pt x="257266" y="44753"/>
                      <a:pt x="253437" y="49271"/>
                    </a:cubicBezTo>
                    <a:cubicBezTo>
                      <a:pt x="249622" y="53776"/>
                      <a:pt x="245664" y="58021"/>
                      <a:pt x="241563" y="61979"/>
                    </a:cubicBezTo>
                    <a:cubicBezTo>
                      <a:pt x="237474" y="65938"/>
                      <a:pt x="234063" y="69271"/>
                      <a:pt x="231354" y="71979"/>
                    </a:cubicBezTo>
                    <a:lnTo>
                      <a:pt x="269063" y="71979"/>
                    </a:lnTo>
                    <a:lnTo>
                      <a:pt x="269063" y="79167"/>
                    </a:lnTo>
                    <a:lnTo>
                      <a:pt x="223334" y="79167"/>
                    </a:lnTo>
                    <a:cubicBezTo>
                      <a:pt x="222709" y="79167"/>
                      <a:pt x="222318" y="79063"/>
                      <a:pt x="222136" y="78854"/>
                    </a:cubicBezTo>
                    <a:cubicBezTo>
                      <a:pt x="221966" y="78646"/>
                      <a:pt x="221875" y="78230"/>
                      <a:pt x="221875" y="77604"/>
                    </a:cubicBezTo>
                    <a:lnTo>
                      <a:pt x="221875" y="71354"/>
                    </a:lnTo>
                    <a:cubicBezTo>
                      <a:pt x="223060" y="70235"/>
                      <a:pt x="224505" y="68855"/>
                      <a:pt x="226198" y="67188"/>
                    </a:cubicBezTo>
                    <a:cubicBezTo>
                      <a:pt x="227904" y="65521"/>
                      <a:pt x="229766" y="63672"/>
                      <a:pt x="231771" y="61667"/>
                    </a:cubicBezTo>
                    <a:cubicBezTo>
                      <a:pt x="233724" y="59649"/>
                      <a:pt x="235729" y="57500"/>
                      <a:pt x="237813" y="55209"/>
                    </a:cubicBezTo>
                    <a:cubicBezTo>
                      <a:pt x="239896" y="52917"/>
                      <a:pt x="241953" y="50547"/>
                      <a:pt x="243958" y="48125"/>
                    </a:cubicBezTo>
                    <a:cubicBezTo>
                      <a:pt x="245977" y="45755"/>
                      <a:pt x="247891" y="43385"/>
                      <a:pt x="249688" y="40990"/>
                    </a:cubicBezTo>
                    <a:cubicBezTo>
                      <a:pt x="251498" y="38594"/>
                      <a:pt x="253060" y="36276"/>
                      <a:pt x="254375" y="34063"/>
                    </a:cubicBezTo>
                    <a:cubicBezTo>
                      <a:pt x="255768" y="31771"/>
                      <a:pt x="256862" y="29610"/>
                      <a:pt x="257656" y="27605"/>
                    </a:cubicBezTo>
                    <a:cubicBezTo>
                      <a:pt x="258464" y="25586"/>
                      <a:pt x="258854" y="23750"/>
                      <a:pt x="258854" y="22084"/>
                    </a:cubicBezTo>
                    <a:cubicBezTo>
                      <a:pt x="258854" y="17565"/>
                      <a:pt x="257539" y="14180"/>
                      <a:pt x="254896" y="11927"/>
                    </a:cubicBezTo>
                    <a:cubicBezTo>
                      <a:pt x="252266" y="9662"/>
                      <a:pt x="248854" y="8542"/>
                      <a:pt x="244688" y="8542"/>
                    </a:cubicBezTo>
                    <a:cubicBezTo>
                      <a:pt x="240664" y="8542"/>
                      <a:pt x="237383" y="9922"/>
                      <a:pt x="234844" y="12709"/>
                    </a:cubicBezTo>
                    <a:cubicBezTo>
                      <a:pt x="232318" y="15482"/>
                      <a:pt x="231042" y="19089"/>
                      <a:pt x="231042" y="23542"/>
                    </a:cubicBezTo>
                    <a:lnTo>
                      <a:pt x="222500" y="23542"/>
                    </a:lnTo>
                    <a:cubicBezTo>
                      <a:pt x="222500" y="20208"/>
                      <a:pt x="223060" y="17162"/>
                      <a:pt x="224167" y="14427"/>
                    </a:cubicBezTo>
                    <a:cubicBezTo>
                      <a:pt x="225287" y="11680"/>
                      <a:pt x="226849" y="9336"/>
                      <a:pt x="228854" y="7396"/>
                    </a:cubicBezTo>
                    <a:cubicBezTo>
                      <a:pt x="230872" y="5443"/>
                      <a:pt x="233255" y="3959"/>
                      <a:pt x="235990" y="2917"/>
                    </a:cubicBezTo>
                    <a:cubicBezTo>
                      <a:pt x="238737" y="1875"/>
                      <a:pt x="241706" y="1354"/>
                      <a:pt x="244896" y="1354"/>
                    </a:cubicBezTo>
                    <a:close/>
                    <a:moveTo>
                      <a:pt x="181250" y="1354"/>
                    </a:moveTo>
                    <a:cubicBezTo>
                      <a:pt x="188333" y="1354"/>
                      <a:pt x="194115" y="3151"/>
                      <a:pt x="198594" y="6771"/>
                    </a:cubicBezTo>
                    <a:cubicBezTo>
                      <a:pt x="203073" y="10378"/>
                      <a:pt x="205313" y="15443"/>
                      <a:pt x="205313" y="21979"/>
                    </a:cubicBezTo>
                    <a:cubicBezTo>
                      <a:pt x="205313" y="23854"/>
                      <a:pt x="204987" y="25729"/>
                      <a:pt x="204323" y="27605"/>
                    </a:cubicBezTo>
                    <a:cubicBezTo>
                      <a:pt x="203672" y="29479"/>
                      <a:pt x="202748" y="31250"/>
                      <a:pt x="201563" y="32917"/>
                    </a:cubicBezTo>
                    <a:cubicBezTo>
                      <a:pt x="200313" y="34583"/>
                      <a:pt x="198854" y="36055"/>
                      <a:pt x="197188" y="37344"/>
                    </a:cubicBezTo>
                    <a:cubicBezTo>
                      <a:pt x="195521" y="38620"/>
                      <a:pt x="193685" y="39545"/>
                      <a:pt x="191667" y="40104"/>
                    </a:cubicBezTo>
                    <a:cubicBezTo>
                      <a:pt x="196250" y="41355"/>
                      <a:pt x="199831" y="43620"/>
                      <a:pt x="202396" y="46927"/>
                    </a:cubicBezTo>
                    <a:cubicBezTo>
                      <a:pt x="204974" y="50222"/>
                      <a:pt x="206250" y="54089"/>
                      <a:pt x="206250" y="58542"/>
                    </a:cubicBezTo>
                    <a:cubicBezTo>
                      <a:pt x="206185" y="65690"/>
                      <a:pt x="203841" y="71198"/>
                      <a:pt x="199219" y="75052"/>
                    </a:cubicBezTo>
                    <a:cubicBezTo>
                      <a:pt x="194610" y="78907"/>
                      <a:pt x="188581" y="80833"/>
                      <a:pt x="181146" y="80833"/>
                    </a:cubicBezTo>
                    <a:cubicBezTo>
                      <a:pt x="173646" y="80833"/>
                      <a:pt x="167630" y="78907"/>
                      <a:pt x="163073" y="75052"/>
                    </a:cubicBezTo>
                    <a:cubicBezTo>
                      <a:pt x="158529" y="71198"/>
                      <a:pt x="156250" y="65690"/>
                      <a:pt x="156250" y="58542"/>
                    </a:cubicBezTo>
                    <a:cubicBezTo>
                      <a:pt x="156250" y="54649"/>
                      <a:pt x="157500" y="50951"/>
                      <a:pt x="160000" y="47448"/>
                    </a:cubicBezTo>
                    <a:cubicBezTo>
                      <a:pt x="162500" y="43933"/>
                      <a:pt x="166146" y="41355"/>
                      <a:pt x="170937" y="39688"/>
                    </a:cubicBezTo>
                    <a:cubicBezTo>
                      <a:pt x="166562" y="38854"/>
                      <a:pt x="163177" y="36732"/>
                      <a:pt x="160781" y="33334"/>
                    </a:cubicBezTo>
                    <a:cubicBezTo>
                      <a:pt x="158386" y="29922"/>
                      <a:pt x="157187" y="26146"/>
                      <a:pt x="157187" y="21979"/>
                    </a:cubicBezTo>
                    <a:cubicBezTo>
                      <a:pt x="157187" y="15443"/>
                      <a:pt x="159414" y="10378"/>
                      <a:pt x="163854" y="6771"/>
                    </a:cubicBezTo>
                    <a:cubicBezTo>
                      <a:pt x="168307" y="3151"/>
                      <a:pt x="174102" y="1354"/>
                      <a:pt x="181250" y="1354"/>
                    </a:cubicBezTo>
                    <a:close/>
                    <a:moveTo>
                      <a:pt x="115417" y="1354"/>
                    </a:moveTo>
                    <a:cubicBezTo>
                      <a:pt x="118750" y="1354"/>
                      <a:pt x="121953" y="1875"/>
                      <a:pt x="125000" y="2917"/>
                    </a:cubicBezTo>
                    <a:cubicBezTo>
                      <a:pt x="128060" y="3959"/>
                      <a:pt x="130807" y="5860"/>
                      <a:pt x="133229" y="8646"/>
                    </a:cubicBezTo>
                    <a:cubicBezTo>
                      <a:pt x="135599" y="11419"/>
                      <a:pt x="137487" y="15261"/>
                      <a:pt x="138906" y="20156"/>
                    </a:cubicBezTo>
                    <a:cubicBezTo>
                      <a:pt x="140338" y="25052"/>
                      <a:pt x="141042" y="31315"/>
                      <a:pt x="141042" y="38958"/>
                    </a:cubicBezTo>
                    <a:cubicBezTo>
                      <a:pt x="141042" y="52917"/>
                      <a:pt x="138724" y="63386"/>
                      <a:pt x="134062" y="70365"/>
                    </a:cubicBezTo>
                    <a:cubicBezTo>
                      <a:pt x="129414" y="77344"/>
                      <a:pt x="123099" y="80833"/>
                      <a:pt x="115104" y="80833"/>
                    </a:cubicBezTo>
                    <a:cubicBezTo>
                      <a:pt x="108724" y="80833"/>
                      <a:pt x="103568" y="79063"/>
                      <a:pt x="99636" y="75521"/>
                    </a:cubicBezTo>
                    <a:cubicBezTo>
                      <a:pt x="95716" y="71979"/>
                      <a:pt x="93437" y="67149"/>
                      <a:pt x="92812" y="61042"/>
                    </a:cubicBezTo>
                    <a:lnTo>
                      <a:pt x="101042" y="61042"/>
                    </a:lnTo>
                    <a:cubicBezTo>
                      <a:pt x="101185" y="65000"/>
                      <a:pt x="102695" y="68125"/>
                      <a:pt x="105573" y="70417"/>
                    </a:cubicBezTo>
                    <a:cubicBezTo>
                      <a:pt x="108463" y="72709"/>
                      <a:pt x="111771" y="73855"/>
                      <a:pt x="115521" y="73855"/>
                    </a:cubicBezTo>
                    <a:cubicBezTo>
                      <a:pt x="119141" y="73855"/>
                      <a:pt x="122136" y="72813"/>
                      <a:pt x="124531" y="70729"/>
                    </a:cubicBezTo>
                    <a:cubicBezTo>
                      <a:pt x="126927" y="68646"/>
                      <a:pt x="128828" y="65938"/>
                      <a:pt x="130208" y="62604"/>
                    </a:cubicBezTo>
                    <a:cubicBezTo>
                      <a:pt x="131602" y="59336"/>
                      <a:pt x="132552" y="55651"/>
                      <a:pt x="133073" y="51563"/>
                    </a:cubicBezTo>
                    <a:cubicBezTo>
                      <a:pt x="133594" y="47461"/>
                      <a:pt x="133854" y="43399"/>
                      <a:pt x="133854" y="39375"/>
                    </a:cubicBezTo>
                    <a:cubicBezTo>
                      <a:pt x="132266" y="43881"/>
                      <a:pt x="129727" y="47214"/>
                      <a:pt x="126250" y="49375"/>
                    </a:cubicBezTo>
                    <a:cubicBezTo>
                      <a:pt x="122786" y="51523"/>
                      <a:pt x="118750" y="52604"/>
                      <a:pt x="114167" y="52604"/>
                    </a:cubicBezTo>
                    <a:cubicBezTo>
                      <a:pt x="107292" y="52604"/>
                      <a:pt x="101797" y="50274"/>
                      <a:pt x="97656" y="45625"/>
                    </a:cubicBezTo>
                    <a:cubicBezTo>
                      <a:pt x="93529" y="40964"/>
                      <a:pt x="91458" y="34792"/>
                      <a:pt x="91458" y="27084"/>
                    </a:cubicBezTo>
                    <a:cubicBezTo>
                      <a:pt x="91458" y="23542"/>
                      <a:pt x="92005" y="20208"/>
                      <a:pt x="93073" y="17083"/>
                    </a:cubicBezTo>
                    <a:cubicBezTo>
                      <a:pt x="94154" y="13959"/>
                      <a:pt x="95729" y="11211"/>
                      <a:pt x="97812" y="8854"/>
                    </a:cubicBezTo>
                    <a:cubicBezTo>
                      <a:pt x="99896" y="6563"/>
                      <a:pt x="102422" y="4740"/>
                      <a:pt x="105365" y="3386"/>
                    </a:cubicBezTo>
                    <a:cubicBezTo>
                      <a:pt x="108320" y="2031"/>
                      <a:pt x="111667" y="1354"/>
                      <a:pt x="115417" y="1354"/>
                    </a:cubicBezTo>
                    <a:close/>
                    <a:moveTo>
                      <a:pt x="25000" y="1354"/>
                    </a:moveTo>
                    <a:cubicBezTo>
                      <a:pt x="32083" y="1354"/>
                      <a:pt x="37864" y="3151"/>
                      <a:pt x="42344" y="6771"/>
                    </a:cubicBezTo>
                    <a:cubicBezTo>
                      <a:pt x="46823" y="10378"/>
                      <a:pt x="49063" y="15443"/>
                      <a:pt x="49063" y="21979"/>
                    </a:cubicBezTo>
                    <a:cubicBezTo>
                      <a:pt x="49063" y="23854"/>
                      <a:pt x="48737" y="25729"/>
                      <a:pt x="48073" y="27605"/>
                    </a:cubicBezTo>
                    <a:cubicBezTo>
                      <a:pt x="47422" y="29479"/>
                      <a:pt x="46498" y="31250"/>
                      <a:pt x="45313" y="32917"/>
                    </a:cubicBezTo>
                    <a:cubicBezTo>
                      <a:pt x="44063" y="34583"/>
                      <a:pt x="42604" y="36055"/>
                      <a:pt x="40938" y="37344"/>
                    </a:cubicBezTo>
                    <a:cubicBezTo>
                      <a:pt x="39271" y="38620"/>
                      <a:pt x="37435" y="39545"/>
                      <a:pt x="35417" y="40104"/>
                    </a:cubicBezTo>
                    <a:cubicBezTo>
                      <a:pt x="40000" y="41355"/>
                      <a:pt x="43581" y="43620"/>
                      <a:pt x="46146" y="46927"/>
                    </a:cubicBezTo>
                    <a:cubicBezTo>
                      <a:pt x="48724" y="50222"/>
                      <a:pt x="50000" y="54089"/>
                      <a:pt x="50000" y="58542"/>
                    </a:cubicBezTo>
                    <a:cubicBezTo>
                      <a:pt x="49935" y="65690"/>
                      <a:pt x="47591" y="71198"/>
                      <a:pt x="42969" y="75052"/>
                    </a:cubicBezTo>
                    <a:cubicBezTo>
                      <a:pt x="38360" y="78907"/>
                      <a:pt x="32331" y="80833"/>
                      <a:pt x="24896" y="80833"/>
                    </a:cubicBezTo>
                    <a:cubicBezTo>
                      <a:pt x="17396" y="80833"/>
                      <a:pt x="11380" y="78907"/>
                      <a:pt x="6823" y="75052"/>
                    </a:cubicBezTo>
                    <a:cubicBezTo>
                      <a:pt x="2278" y="71198"/>
                      <a:pt x="0" y="65690"/>
                      <a:pt x="0" y="58542"/>
                    </a:cubicBezTo>
                    <a:cubicBezTo>
                      <a:pt x="0" y="54649"/>
                      <a:pt x="1250" y="50951"/>
                      <a:pt x="3750" y="47448"/>
                    </a:cubicBezTo>
                    <a:cubicBezTo>
                      <a:pt x="6250" y="43933"/>
                      <a:pt x="9896" y="41355"/>
                      <a:pt x="14687" y="39688"/>
                    </a:cubicBezTo>
                    <a:cubicBezTo>
                      <a:pt x="10312" y="38854"/>
                      <a:pt x="6927" y="36732"/>
                      <a:pt x="4531" y="33334"/>
                    </a:cubicBezTo>
                    <a:cubicBezTo>
                      <a:pt x="2135" y="29922"/>
                      <a:pt x="937" y="26146"/>
                      <a:pt x="937" y="21979"/>
                    </a:cubicBezTo>
                    <a:cubicBezTo>
                      <a:pt x="937" y="15443"/>
                      <a:pt x="3164" y="10378"/>
                      <a:pt x="7604" y="6771"/>
                    </a:cubicBezTo>
                    <a:cubicBezTo>
                      <a:pt x="12057" y="3151"/>
                      <a:pt x="17852" y="1354"/>
                      <a:pt x="25000" y="1354"/>
                    </a:cubicBezTo>
                    <a:close/>
                    <a:moveTo>
                      <a:pt x="676042" y="0"/>
                    </a:moveTo>
                    <a:cubicBezTo>
                      <a:pt x="681250" y="0"/>
                      <a:pt x="685508" y="1211"/>
                      <a:pt x="688802" y="3646"/>
                    </a:cubicBezTo>
                    <a:cubicBezTo>
                      <a:pt x="692110" y="6068"/>
                      <a:pt x="694688" y="9193"/>
                      <a:pt x="696563" y="13021"/>
                    </a:cubicBezTo>
                    <a:cubicBezTo>
                      <a:pt x="698438" y="16901"/>
                      <a:pt x="699727" y="21276"/>
                      <a:pt x="700417" y="26146"/>
                    </a:cubicBezTo>
                    <a:cubicBezTo>
                      <a:pt x="701120" y="31003"/>
                      <a:pt x="701459" y="35860"/>
                      <a:pt x="701459" y="40729"/>
                    </a:cubicBezTo>
                    <a:cubicBezTo>
                      <a:pt x="701459" y="45651"/>
                      <a:pt x="701120" y="50521"/>
                      <a:pt x="700417" y="55313"/>
                    </a:cubicBezTo>
                    <a:cubicBezTo>
                      <a:pt x="699727" y="60105"/>
                      <a:pt x="698438" y="64440"/>
                      <a:pt x="696563" y="68334"/>
                    </a:cubicBezTo>
                    <a:cubicBezTo>
                      <a:pt x="694688" y="72149"/>
                      <a:pt x="692110" y="75235"/>
                      <a:pt x="688802" y="77604"/>
                    </a:cubicBezTo>
                    <a:cubicBezTo>
                      <a:pt x="685508" y="79961"/>
                      <a:pt x="681250" y="81146"/>
                      <a:pt x="676042" y="81146"/>
                    </a:cubicBezTo>
                    <a:cubicBezTo>
                      <a:pt x="670912" y="81146"/>
                      <a:pt x="666719" y="79961"/>
                      <a:pt x="663490" y="77604"/>
                    </a:cubicBezTo>
                    <a:cubicBezTo>
                      <a:pt x="660261" y="75235"/>
                      <a:pt x="657787" y="72149"/>
                      <a:pt x="656042" y="68334"/>
                    </a:cubicBezTo>
                    <a:cubicBezTo>
                      <a:pt x="654245" y="64440"/>
                      <a:pt x="653021" y="60105"/>
                      <a:pt x="652396" y="55313"/>
                    </a:cubicBezTo>
                    <a:cubicBezTo>
                      <a:pt x="651771" y="50521"/>
                      <a:pt x="651459" y="45651"/>
                      <a:pt x="651459" y="40729"/>
                    </a:cubicBezTo>
                    <a:cubicBezTo>
                      <a:pt x="651459" y="35860"/>
                      <a:pt x="651771" y="31003"/>
                      <a:pt x="652396" y="26146"/>
                    </a:cubicBezTo>
                    <a:cubicBezTo>
                      <a:pt x="653021" y="21276"/>
                      <a:pt x="654245" y="16901"/>
                      <a:pt x="656042" y="13021"/>
                    </a:cubicBezTo>
                    <a:cubicBezTo>
                      <a:pt x="657787" y="9193"/>
                      <a:pt x="660261" y="6068"/>
                      <a:pt x="663490" y="3646"/>
                    </a:cubicBezTo>
                    <a:cubicBezTo>
                      <a:pt x="666719" y="1211"/>
                      <a:pt x="670912" y="0"/>
                      <a:pt x="676042" y="0"/>
                    </a:cubicBezTo>
                    <a:close/>
                    <a:moveTo>
                      <a:pt x="610938" y="0"/>
                    </a:moveTo>
                    <a:cubicBezTo>
                      <a:pt x="616146" y="0"/>
                      <a:pt x="620404" y="1211"/>
                      <a:pt x="623698" y="3646"/>
                    </a:cubicBezTo>
                    <a:cubicBezTo>
                      <a:pt x="627005" y="6068"/>
                      <a:pt x="629584" y="9193"/>
                      <a:pt x="631459" y="13021"/>
                    </a:cubicBezTo>
                    <a:cubicBezTo>
                      <a:pt x="633334" y="16901"/>
                      <a:pt x="634623" y="21276"/>
                      <a:pt x="635313" y="26146"/>
                    </a:cubicBezTo>
                    <a:cubicBezTo>
                      <a:pt x="636016" y="31003"/>
                      <a:pt x="636355" y="35860"/>
                      <a:pt x="636355" y="40729"/>
                    </a:cubicBezTo>
                    <a:cubicBezTo>
                      <a:pt x="636355" y="45651"/>
                      <a:pt x="636016" y="50521"/>
                      <a:pt x="635313" y="55313"/>
                    </a:cubicBezTo>
                    <a:cubicBezTo>
                      <a:pt x="634623" y="60105"/>
                      <a:pt x="633334" y="64440"/>
                      <a:pt x="631459" y="68334"/>
                    </a:cubicBezTo>
                    <a:cubicBezTo>
                      <a:pt x="629584" y="72149"/>
                      <a:pt x="627005" y="75235"/>
                      <a:pt x="623698" y="77604"/>
                    </a:cubicBezTo>
                    <a:cubicBezTo>
                      <a:pt x="620404" y="79961"/>
                      <a:pt x="616146" y="81146"/>
                      <a:pt x="610938" y="81146"/>
                    </a:cubicBezTo>
                    <a:cubicBezTo>
                      <a:pt x="605808" y="81146"/>
                      <a:pt x="601615" y="79961"/>
                      <a:pt x="598386" y="77604"/>
                    </a:cubicBezTo>
                    <a:cubicBezTo>
                      <a:pt x="595157" y="75235"/>
                      <a:pt x="592683" y="72149"/>
                      <a:pt x="590938" y="68334"/>
                    </a:cubicBezTo>
                    <a:cubicBezTo>
                      <a:pt x="589141" y="64440"/>
                      <a:pt x="587917" y="60105"/>
                      <a:pt x="587292" y="55313"/>
                    </a:cubicBezTo>
                    <a:cubicBezTo>
                      <a:pt x="586667" y="50521"/>
                      <a:pt x="586355" y="45651"/>
                      <a:pt x="586355" y="40729"/>
                    </a:cubicBezTo>
                    <a:cubicBezTo>
                      <a:pt x="586355" y="35860"/>
                      <a:pt x="586667" y="31003"/>
                      <a:pt x="587292" y="26146"/>
                    </a:cubicBezTo>
                    <a:cubicBezTo>
                      <a:pt x="587917" y="21276"/>
                      <a:pt x="589141" y="16901"/>
                      <a:pt x="590938" y="13021"/>
                    </a:cubicBezTo>
                    <a:cubicBezTo>
                      <a:pt x="592683" y="9193"/>
                      <a:pt x="595157" y="6068"/>
                      <a:pt x="598386" y="3646"/>
                    </a:cubicBezTo>
                    <a:cubicBezTo>
                      <a:pt x="601615" y="1211"/>
                      <a:pt x="605808" y="0"/>
                      <a:pt x="610938" y="0"/>
                    </a:cubicBezTo>
                    <a:close/>
                    <a:moveTo>
                      <a:pt x="545834" y="0"/>
                    </a:moveTo>
                    <a:cubicBezTo>
                      <a:pt x="551042" y="0"/>
                      <a:pt x="555300" y="1211"/>
                      <a:pt x="558594" y="3646"/>
                    </a:cubicBezTo>
                    <a:cubicBezTo>
                      <a:pt x="561901" y="6068"/>
                      <a:pt x="564479" y="9193"/>
                      <a:pt x="566355" y="13021"/>
                    </a:cubicBezTo>
                    <a:cubicBezTo>
                      <a:pt x="568230" y="16901"/>
                      <a:pt x="569519" y="21276"/>
                      <a:pt x="570209" y="26146"/>
                    </a:cubicBezTo>
                    <a:cubicBezTo>
                      <a:pt x="570912" y="31003"/>
                      <a:pt x="571250" y="35860"/>
                      <a:pt x="571250" y="40729"/>
                    </a:cubicBezTo>
                    <a:cubicBezTo>
                      <a:pt x="571250" y="45651"/>
                      <a:pt x="570912" y="50521"/>
                      <a:pt x="570209" y="55313"/>
                    </a:cubicBezTo>
                    <a:cubicBezTo>
                      <a:pt x="569519" y="60105"/>
                      <a:pt x="568230" y="64440"/>
                      <a:pt x="566355" y="68334"/>
                    </a:cubicBezTo>
                    <a:cubicBezTo>
                      <a:pt x="564479" y="72149"/>
                      <a:pt x="561901" y="75235"/>
                      <a:pt x="558594" y="77604"/>
                    </a:cubicBezTo>
                    <a:cubicBezTo>
                      <a:pt x="555300" y="79961"/>
                      <a:pt x="551042" y="81146"/>
                      <a:pt x="545834" y="81146"/>
                    </a:cubicBezTo>
                    <a:cubicBezTo>
                      <a:pt x="540703" y="81146"/>
                      <a:pt x="536511" y="79961"/>
                      <a:pt x="533281" y="77604"/>
                    </a:cubicBezTo>
                    <a:cubicBezTo>
                      <a:pt x="530052" y="75235"/>
                      <a:pt x="527578" y="72149"/>
                      <a:pt x="525834" y="68334"/>
                    </a:cubicBezTo>
                    <a:cubicBezTo>
                      <a:pt x="524037" y="64440"/>
                      <a:pt x="522813" y="60105"/>
                      <a:pt x="522188" y="55313"/>
                    </a:cubicBezTo>
                    <a:cubicBezTo>
                      <a:pt x="521563" y="50521"/>
                      <a:pt x="521250" y="45651"/>
                      <a:pt x="521250" y="40729"/>
                    </a:cubicBezTo>
                    <a:cubicBezTo>
                      <a:pt x="521250" y="35860"/>
                      <a:pt x="521563" y="31003"/>
                      <a:pt x="522188" y="26146"/>
                    </a:cubicBezTo>
                    <a:cubicBezTo>
                      <a:pt x="522813" y="21276"/>
                      <a:pt x="524037" y="16901"/>
                      <a:pt x="525834" y="13021"/>
                    </a:cubicBezTo>
                    <a:cubicBezTo>
                      <a:pt x="527578" y="9193"/>
                      <a:pt x="530052" y="6068"/>
                      <a:pt x="533281" y="3646"/>
                    </a:cubicBezTo>
                    <a:cubicBezTo>
                      <a:pt x="536511" y="1211"/>
                      <a:pt x="540703" y="0"/>
                      <a:pt x="545834" y="0"/>
                    </a:cubicBezTo>
                    <a:close/>
                    <a:moveTo>
                      <a:pt x="454688" y="0"/>
                    </a:moveTo>
                    <a:cubicBezTo>
                      <a:pt x="459896" y="0"/>
                      <a:pt x="464154" y="1211"/>
                      <a:pt x="467448" y="3646"/>
                    </a:cubicBezTo>
                    <a:cubicBezTo>
                      <a:pt x="470755" y="6068"/>
                      <a:pt x="473333" y="9193"/>
                      <a:pt x="475209" y="13021"/>
                    </a:cubicBezTo>
                    <a:cubicBezTo>
                      <a:pt x="477084" y="16901"/>
                      <a:pt x="478373" y="21276"/>
                      <a:pt x="479063" y="26146"/>
                    </a:cubicBezTo>
                    <a:cubicBezTo>
                      <a:pt x="479766" y="31003"/>
                      <a:pt x="480105" y="35860"/>
                      <a:pt x="480105" y="40729"/>
                    </a:cubicBezTo>
                    <a:cubicBezTo>
                      <a:pt x="480105" y="45651"/>
                      <a:pt x="479766" y="50521"/>
                      <a:pt x="479063" y="55313"/>
                    </a:cubicBezTo>
                    <a:cubicBezTo>
                      <a:pt x="478373" y="60105"/>
                      <a:pt x="477084" y="64440"/>
                      <a:pt x="475209" y="68334"/>
                    </a:cubicBezTo>
                    <a:cubicBezTo>
                      <a:pt x="473333" y="72149"/>
                      <a:pt x="470755" y="75235"/>
                      <a:pt x="467448" y="77604"/>
                    </a:cubicBezTo>
                    <a:cubicBezTo>
                      <a:pt x="464154" y="79961"/>
                      <a:pt x="459896" y="81146"/>
                      <a:pt x="454688" y="81146"/>
                    </a:cubicBezTo>
                    <a:cubicBezTo>
                      <a:pt x="449558" y="81146"/>
                      <a:pt x="445365" y="79961"/>
                      <a:pt x="442136" y="77604"/>
                    </a:cubicBezTo>
                    <a:cubicBezTo>
                      <a:pt x="438907" y="75235"/>
                      <a:pt x="436433" y="72149"/>
                      <a:pt x="434688" y="68334"/>
                    </a:cubicBezTo>
                    <a:cubicBezTo>
                      <a:pt x="432891" y="64440"/>
                      <a:pt x="431667" y="60105"/>
                      <a:pt x="431042" y="55313"/>
                    </a:cubicBezTo>
                    <a:cubicBezTo>
                      <a:pt x="430417" y="50521"/>
                      <a:pt x="430105" y="45651"/>
                      <a:pt x="430105" y="40729"/>
                    </a:cubicBezTo>
                    <a:cubicBezTo>
                      <a:pt x="430105" y="35860"/>
                      <a:pt x="430417" y="31003"/>
                      <a:pt x="431042" y="26146"/>
                    </a:cubicBezTo>
                    <a:cubicBezTo>
                      <a:pt x="431667" y="21276"/>
                      <a:pt x="432891" y="16901"/>
                      <a:pt x="434688" y="13021"/>
                    </a:cubicBezTo>
                    <a:cubicBezTo>
                      <a:pt x="436433" y="9193"/>
                      <a:pt x="438907" y="6068"/>
                      <a:pt x="442136" y="3646"/>
                    </a:cubicBezTo>
                    <a:cubicBezTo>
                      <a:pt x="445365" y="1211"/>
                      <a:pt x="449558" y="0"/>
                      <a:pt x="454688" y="0"/>
                    </a:cubicBezTo>
                    <a:close/>
                    <a:moveTo>
                      <a:pt x="389584" y="0"/>
                    </a:moveTo>
                    <a:cubicBezTo>
                      <a:pt x="394792" y="0"/>
                      <a:pt x="399050" y="1211"/>
                      <a:pt x="402344" y="3646"/>
                    </a:cubicBezTo>
                    <a:cubicBezTo>
                      <a:pt x="405651" y="6068"/>
                      <a:pt x="408229" y="9193"/>
                      <a:pt x="410104" y="13021"/>
                    </a:cubicBezTo>
                    <a:cubicBezTo>
                      <a:pt x="411980" y="16901"/>
                      <a:pt x="413269" y="21276"/>
                      <a:pt x="413958" y="26146"/>
                    </a:cubicBezTo>
                    <a:cubicBezTo>
                      <a:pt x="414662" y="31003"/>
                      <a:pt x="415000" y="35860"/>
                      <a:pt x="415000" y="40729"/>
                    </a:cubicBezTo>
                    <a:cubicBezTo>
                      <a:pt x="415000" y="45651"/>
                      <a:pt x="414662" y="50521"/>
                      <a:pt x="413958" y="55313"/>
                    </a:cubicBezTo>
                    <a:cubicBezTo>
                      <a:pt x="413269" y="60105"/>
                      <a:pt x="411980" y="64440"/>
                      <a:pt x="410104" y="68334"/>
                    </a:cubicBezTo>
                    <a:cubicBezTo>
                      <a:pt x="408229" y="72149"/>
                      <a:pt x="405651" y="75235"/>
                      <a:pt x="402344" y="77604"/>
                    </a:cubicBezTo>
                    <a:cubicBezTo>
                      <a:pt x="399050" y="79961"/>
                      <a:pt x="394792" y="81146"/>
                      <a:pt x="389584" y="81146"/>
                    </a:cubicBezTo>
                    <a:cubicBezTo>
                      <a:pt x="384453" y="81146"/>
                      <a:pt x="380261" y="79961"/>
                      <a:pt x="377031" y="77604"/>
                    </a:cubicBezTo>
                    <a:cubicBezTo>
                      <a:pt x="373802" y="75235"/>
                      <a:pt x="371328" y="72149"/>
                      <a:pt x="369584" y="68334"/>
                    </a:cubicBezTo>
                    <a:cubicBezTo>
                      <a:pt x="367787" y="64440"/>
                      <a:pt x="366563" y="60105"/>
                      <a:pt x="365938" y="55313"/>
                    </a:cubicBezTo>
                    <a:cubicBezTo>
                      <a:pt x="365313" y="50521"/>
                      <a:pt x="365000" y="45651"/>
                      <a:pt x="365000" y="40729"/>
                    </a:cubicBezTo>
                    <a:cubicBezTo>
                      <a:pt x="365000" y="35860"/>
                      <a:pt x="365313" y="31003"/>
                      <a:pt x="365938" y="26146"/>
                    </a:cubicBezTo>
                    <a:cubicBezTo>
                      <a:pt x="366563" y="21276"/>
                      <a:pt x="367787" y="16901"/>
                      <a:pt x="369584" y="13021"/>
                    </a:cubicBezTo>
                    <a:cubicBezTo>
                      <a:pt x="371328" y="9193"/>
                      <a:pt x="373802" y="6068"/>
                      <a:pt x="377031" y="3646"/>
                    </a:cubicBezTo>
                    <a:cubicBezTo>
                      <a:pt x="380261" y="1211"/>
                      <a:pt x="384453" y="0"/>
                      <a:pt x="389584" y="0"/>
                    </a:cubicBezTo>
                    <a:close/>
                    <a:moveTo>
                      <a:pt x="337500" y="0"/>
                    </a:moveTo>
                    <a:cubicBezTo>
                      <a:pt x="342709" y="0"/>
                      <a:pt x="346966" y="1211"/>
                      <a:pt x="350261" y="3646"/>
                    </a:cubicBezTo>
                    <a:cubicBezTo>
                      <a:pt x="353568" y="6068"/>
                      <a:pt x="356146" y="9193"/>
                      <a:pt x="358021" y="13021"/>
                    </a:cubicBezTo>
                    <a:cubicBezTo>
                      <a:pt x="359896" y="16901"/>
                      <a:pt x="361185" y="21276"/>
                      <a:pt x="361875" y="26146"/>
                    </a:cubicBezTo>
                    <a:cubicBezTo>
                      <a:pt x="362578" y="31003"/>
                      <a:pt x="362917" y="35860"/>
                      <a:pt x="362917" y="40729"/>
                    </a:cubicBezTo>
                    <a:cubicBezTo>
                      <a:pt x="362917" y="45651"/>
                      <a:pt x="362578" y="50521"/>
                      <a:pt x="361875" y="55313"/>
                    </a:cubicBezTo>
                    <a:cubicBezTo>
                      <a:pt x="361185" y="60105"/>
                      <a:pt x="359896" y="64440"/>
                      <a:pt x="358021" y="68334"/>
                    </a:cubicBezTo>
                    <a:cubicBezTo>
                      <a:pt x="356146" y="72149"/>
                      <a:pt x="353568" y="75235"/>
                      <a:pt x="350261" y="77604"/>
                    </a:cubicBezTo>
                    <a:cubicBezTo>
                      <a:pt x="346966" y="79961"/>
                      <a:pt x="342709" y="81146"/>
                      <a:pt x="337500" y="81146"/>
                    </a:cubicBezTo>
                    <a:cubicBezTo>
                      <a:pt x="332370" y="81146"/>
                      <a:pt x="328177" y="79961"/>
                      <a:pt x="324948" y="77604"/>
                    </a:cubicBezTo>
                    <a:cubicBezTo>
                      <a:pt x="321719" y="75235"/>
                      <a:pt x="319245" y="72149"/>
                      <a:pt x="317500" y="68334"/>
                    </a:cubicBezTo>
                    <a:cubicBezTo>
                      <a:pt x="315703" y="64440"/>
                      <a:pt x="314479" y="60105"/>
                      <a:pt x="313854" y="55313"/>
                    </a:cubicBezTo>
                    <a:cubicBezTo>
                      <a:pt x="313229" y="50521"/>
                      <a:pt x="312917" y="45651"/>
                      <a:pt x="312917" y="40729"/>
                    </a:cubicBezTo>
                    <a:cubicBezTo>
                      <a:pt x="312917" y="35860"/>
                      <a:pt x="313229" y="31003"/>
                      <a:pt x="313854" y="26146"/>
                    </a:cubicBezTo>
                    <a:cubicBezTo>
                      <a:pt x="314479" y="21276"/>
                      <a:pt x="315703" y="16901"/>
                      <a:pt x="317500" y="13021"/>
                    </a:cubicBezTo>
                    <a:cubicBezTo>
                      <a:pt x="319245" y="9193"/>
                      <a:pt x="321719" y="6068"/>
                      <a:pt x="324948" y="3646"/>
                    </a:cubicBezTo>
                    <a:cubicBezTo>
                      <a:pt x="328177" y="1211"/>
                      <a:pt x="332370" y="0"/>
                      <a:pt x="337500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19" name="TextBox 518">
                <a:extLst>
                  <a:ext uri="{FF2B5EF4-FFF2-40B4-BE49-F238E27FC236}">
                    <a16:creationId xmlns:a16="http://schemas.microsoft.com/office/drawing/2014/main" id="{E9DB52E0-6662-4848-A09E-DE8FCD603778}"/>
                  </a:ext>
                </a:extLst>
              </p:cNvPr>
              <p:cNvSpPr txBox="1"/>
              <p:nvPr/>
            </p:nvSpPr>
            <p:spPr>
              <a:xfrm>
                <a:off x="3779592" y="4645228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8,982,000,000</a:t>
                </a:r>
              </a:p>
            </p:txBody>
          </p:sp>
        </p:grpSp>
        <p:sp>
          <p:nvSpPr>
            <p:cNvPr id="520" name="자유형: 도형 519">
              <a:extLst>
                <a:ext uri="{FF2B5EF4-FFF2-40B4-BE49-F238E27FC236}">
                  <a16:creationId xmlns:a16="http://schemas.microsoft.com/office/drawing/2014/main" id="{F088790A-B5AC-44C7-958E-872A2AE792C4}"/>
                </a:ext>
              </a:extLst>
            </p:cNvPr>
            <p:cNvSpPr/>
            <p:nvPr/>
          </p:nvSpPr>
          <p:spPr>
            <a:xfrm>
              <a:off x="4698467" y="4683487"/>
              <a:ext cx="753125" cy="94062"/>
            </a:xfrm>
            <a:custGeom>
              <a:avLst/>
              <a:gdLst>
                <a:gd name="connsiteX0" fmla="*/ 118959 w 753125"/>
                <a:gd name="connsiteY0" fmla="*/ 71667 h 94062"/>
                <a:gd name="connsiteX1" fmla="*/ 118959 w 753125"/>
                <a:gd name="connsiteY1" fmla="*/ 84583 h 94062"/>
                <a:gd name="connsiteX2" fmla="*/ 162604 w 753125"/>
                <a:gd name="connsiteY2" fmla="*/ 84583 h 94062"/>
                <a:gd name="connsiteX3" fmla="*/ 162604 w 753125"/>
                <a:gd name="connsiteY3" fmla="*/ 71667 h 94062"/>
                <a:gd name="connsiteX4" fmla="*/ 617917 w 753125"/>
                <a:gd name="connsiteY4" fmla="*/ 63646 h 94062"/>
                <a:gd name="connsiteX5" fmla="*/ 600365 w 753125"/>
                <a:gd name="connsiteY5" fmla="*/ 66719 h 94062"/>
                <a:gd name="connsiteX6" fmla="*/ 593750 w 753125"/>
                <a:gd name="connsiteY6" fmla="*/ 75417 h 94062"/>
                <a:gd name="connsiteX7" fmla="*/ 600365 w 753125"/>
                <a:gd name="connsiteY7" fmla="*/ 84427 h 94062"/>
                <a:gd name="connsiteX8" fmla="*/ 617917 w 753125"/>
                <a:gd name="connsiteY8" fmla="*/ 87500 h 94062"/>
                <a:gd name="connsiteX9" fmla="*/ 635365 w 753125"/>
                <a:gd name="connsiteY9" fmla="*/ 84427 h 94062"/>
                <a:gd name="connsiteX10" fmla="*/ 642188 w 753125"/>
                <a:gd name="connsiteY10" fmla="*/ 75417 h 94062"/>
                <a:gd name="connsiteX11" fmla="*/ 635365 w 753125"/>
                <a:gd name="connsiteY11" fmla="*/ 66719 h 94062"/>
                <a:gd name="connsiteX12" fmla="*/ 617917 w 753125"/>
                <a:gd name="connsiteY12" fmla="*/ 63646 h 94062"/>
                <a:gd name="connsiteX13" fmla="*/ 18021 w 753125"/>
                <a:gd name="connsiteY13" fmla="*/ 60938 h 94062"/>
                <a:gd name="connsiteX14" fmla="*/ 26250 w 753125"/>
                <a:gd name="connsiteY14" fmla="*/ 60938 h 94062"/>
                <a:gd name="connsiteX15" fmla="*/ 26250 w 753125"/>
                <a:gd name="connsiteY15" fmla="*/ 83334 h 94062"/>
                <a:gd name="connsiteX16" fmla="*/ 78750 w 753125"/>
                <a:gd name="connsiteY16" fmla="*/ 83334 h 94062"/>
                <a:gd name="connsiteX17" fmla="*/ 78750 w 753125"/>
                <a:gd name="connsiteY17" fmla="*/ 90417 h 94062"/>
                <a:gd name="connsiteX18" fmla="*/ 20208 w 753125"/>
                <a:gd name="connsiteY18" fmla="*/ 90417 h 94062"/>
                <a:gd name="connsiteX19" fmla="*/ 18490 w 753125"/>
                <a:gd name="connsiteY19" fmla="*/ 89948 h 94062"/>
                <a:gd name="connsiteX20" fmla="*/ 18021 w 753125"/>
                <a:gd name="connsiteY20" fmla="*/ 88229 h 94062"/>
                <a:gd name="connsiteX21" fmla="*/ 307917 w 753125"/>
                <a:gd name="connsiteY21" fmla="*/ 60834 h 94062"/>
                <a:gd name="connsiteX22" fmla="*/ 316354 w 753125"/>
                <a:gd name="connsiteY22" fmla="*/ 60834 h 94062"/>
                <a:gd name="connsiteX23" fmla="*/ 316354 w 753125"/>
                <a:gd name="connsiteY23" fmla="*/ 83334 h 94062"/>
                <a:gd name="connsiteX24" fmla="*/ 370209 w 753125"/>
                <a:gd name="connsiteY24" fmla="*/ 83334 h 94062"/>
                <a:gd name="connsiteX25" fmla="*/ 370209 w 753125"/>
                <a:gd name="connsiteY25" fmla="*/ 90417 h 94062"/>
                <a:gd name="connsiteX26" fmla="*/ 310104 w 753125"/>
                <a:gd name="connsiteY26" fmla="*/ 90417 h 94062"/>
                <a:gd name="connsiteX27" fmla="*/ 308385 w 753125"/>
                <a:gd name="connsiteY27" fmla="*/ 89948 h 94062"/>
                <a:gd name="connsiteX28" fmla="*/ 307917 w 753125"/>
                <a:gd name="connsiteY28" fmla="*/ 88229 h 94062"/>
                <a:gd name="connsiteX29" fmla="*/ 489063 w 753125"/>
                <a:gd name="connsiteY29" fmla="*/ 60729 h 94062"/>
                <a:gd name="connsiteX30" fmla="*/ 497500 w 753125"/>
                <a:gd name="connsiteY30" fmla="*/ 60729 h 94062"/>
                <a:gd name="connsiteX31" fmla="*/ 497500 w 753125"/>
                <a:gd name="connsiteY31" fmla="*/ 83334 h 94062"/>
                <a:gd name="connsiteX32" fmla="*/ 551459 w 753125"/>
                <a:gd name="connsiteY32" fmla="*/ 83334 h 94062"/>
                <a:gd name="connsiteX33" fmla="*/ 551459 w 753125"/>
                <a:gd name="connsiteY33" fmla="*/ 90417 h 94062"/>
                <a:gd name="connsiteX34" fmla="*/ 491250 w 753125"/>
                <a:gd name="connsiteY34" fmla="*/ 90417 h 94062"/>
                <a:gd name="connsiteX35" fmla="*/ 489532 w 753125"/>
                <a:gd name="connsiteY35" fmla="*/ 89948 h 94062"/>
                <a:gd name="connsiteX36" fmla="*/ 489063 w 753125"/>
                <a:gd name="connsiteY36" fmla="*/ 88229 h 94062"/>
                <a:gd name="connsiteX37" fmla="*/ 213750 w 753125"/>
                <a:gd name="connsiteY37" fmla="*/ 60417 h 94062"/>
                <a:gd name="connsiteX38" fmla="*/ 222083 w 753125"/>
                <a:gd name="connsiteY38" fmla="*/ 60417 h 94062"/>
                <a:gd name="connsiteX39" fmla="*/ 222083 w 753125"/>
                <a:gd name="connsiteY39" fmla="*/ 83334 h 94062"/>
                <a:gd name="connsiteX40" fmla="*/ 274792 w 753125"/>
                <a:gd name="connsiteY40" fmla="*/ 83334 h 94062"/>
                <a:gd name="connsiteX41" fmla="*/ 274792 w 753125"/>
                <a:gd name="connsiteY41" fmla="*/ 90417 h 94062"/>
                <a:gd name="connsiteX42" fmla="*/ 215938 w 753125"/>
                <a:gd name="connsiteY42" fmla="*/ 90417 h 94062"/>
                <a:gd name="connsiteX43" fmla="*/ 214219 w 753125"/>
                <a:gd name="connsiteY43" fmla="*/ 89948 h 94062"/>
                <a:gd name="connsiteX44" fmla="*/ 213750 w 753125"/>
                <a:gd name="connsiteY44" fmla="*/ 88229 h 94062"/>
                <a:gd name="connsiteX45" fmla="*/ 682501 w 753125"/>
                <a:gd name="connsiteY45" fmla="*/ 60105 h 94062"/>
                <a:gd name="connsiteX46" fmla="*/ 690834 w 753125"/>
                <a:gd name="connsiteY46" fmla="*/ 60105 h 94062"/>
                <a:gd name="connsiteX47" fmla="*/ 690834 w 753125"/>
                <a:gd name="connsiteY47" fmla="*/ 83334 h 94062"/>
                <a:gd name="connsiteX48" fmla="*/ 743854 w 753125"/>
                <a:gd name="connsiteY48" fmla="*/ 83334 h 94062"/>
                <a:gd name="connsiteX49" fmla="*/ 743854 w 753125"/>
                <a:gd name="connsiteY49" fmla="*/ 90417 h 94062"/>
                <a:gd name="connsiteX50" fmla="*/ 684688 w 753125"/>
                <a:gd name="connsiteY50" fmla="*/ 90417 h 94062"/>
                <a:gd name="connsiteX51" fmla="*/ 682969 w 753125"/>
                <a:gd name="connsiteY51" fmla="*/ 89948 h 94062"/>
                <a:gd name="connsiteX52" fmla="*/ 682501 w 753125"/>
                <a:gd name="connsiteY52" fmla="*/ 88229 h 94062"/>
                <a:gd name="connsiteX53" fmla="*/ 617917 w 753125"/>
                <a:gd name="connsiteY53" fmla="*/ 56979 h 94062"/>
                <a:gd name="connsiteX54" fmla="*/ 642500 w 753125"/>
                <a:gd name="connsiteY54" fmla="*/ 62292 h 94062"/>
                <a:gd name="connsiteX55" fmla="*/ 651146 w 753125"/>
                <a:gd name="connsiteY55" fmla="*/ 75521 h 94062"/>
                <a:gd name="connsiteX56" fmla="*/ 642552 w 753125"/>
                <a:gd name="connsiteY56" fmla="*/ 88802 h 94062"/>
                <a:gd name="connsiteX57" fmla="*/ 617917 w 753125"/>
                <a:gd name="connsiteY57" fmla="*/ 94063 h 94062"/>
                <a:gd name="connsiteX58" fmla="*/ 593229 w 753125"/>
                <a:gd name="connsiteY58" fmla="*/ 88802 h 94062"/>
                <a:gd name="connsiteX59" fmla="*/ 584584 w 753125"/>
                <a:gd name="connsiteY59" fmla="*/ 75521 h 94062"/>
                <a:gd name="connsiteX60" fmla="*/ 593229 w 753125"/>
                <a:gd name="connsiteY60" fmla="*/ 62292 h 94062"/>
                <a:gd name="connsiteX61" fmla="*/ 617917 w 753125"/>
                <a:gd name="connsiteY61" fmla="*/ 56979 h 94062"/>
                <a:gd name="connsiteX62" fmla="*/ 110833 w 753125"/>
                <a:gd name="connsiteY62" fmla="*/ 53438 h 94062"/>
                <a:gd name="connsiteX63" fmla="*/ 118959 w 753125"/>
                <a:gd name="connsiteY63" fmla="*/ 53438 h 94062"/>
                <a:gd name="connsiteX64" fmla="*/ 118959 w 753125"/>
                <a:gd name="connsiteY64" fmla="*/ 64896 h 94062"/>
                <a:gd name="connsiteX65" fmla="*/ 162604 w 753125"/>
                <a:gd name="connsiteY65" fmla="*/ 64896 h 94062"/>
                <a:gd name="connsiteX66" fmla="*/ 162604 w 753125"/>
                <a:gd name="connsiteY66" fmla="*/ 53438 h 94062"/>
                <a:gd name="connsiteX67" fmla="*/ 170625 w 753125"/>
                <a:gd name="connsiteY67" fmla="*/ 53438 h 94062"/>
                <a:gd name="connsiteX68" fmla="*/ 170625 w 753125"/>
                <a:gd name="connsiteY68" fmla="*/ 89167 h 94062"/>
                <a:gd name="connsiteX69" fmla="*/ 170156 w 753125"/>
                <a:gd name="connsiteY69" fmla="*/ 90886 h 94062"/>
                <a:gd name="connsiteX70" fmla="*/ 168438 w 753125"/>
                <a:gd name="connsiteY70" fmla="*/ 91354 h 94062"/>
                <a:gd name="connsiteX71" fmla="*/ 113021 w 753125"/>
                <a:gd name="connsiteY71" fmla="*/ 91354 h 94062"/>
                <a:gd name="connsiteX72" fmla="*/ 111302 w 753125"/>
                <a:gd name="connsiteY72" fmla="*/ 90886 h 94062"/>
                <a:gd name="connsiteX73" fmla="*/ 110833 w 753125"/>
                <a:gd name="connsiteY73" fmla="*/ 89167 h 94062"/>
                <a:gd name="connsiteX74" fmla="*/ 400000 w 753125"/>
                <a:gd name="connsiteY74" fmla="*/ 26875 h 94062"/>
                <a:gd name="connsiteX75" fmla="*/ 400000 w 753125"/>
                <a:gd name="connsiteY75" fmla="*/ 45938 h 94062"/>
                <a:gd name="connsiteX76" fmla="*/ 445209 w 753125"/>
                <a:gd name="connsiteY76" fmla="*/ 45938 h 94062"/>
                <a:gd name="connsiteX77" fmla="*/ 445209 w 753125"/>
                <a:gd name="connsiteY77" fmla="*/ 26875 h 94062"/>
                <a:gd name="connsiteX78" fmla="*/ 609375 w 753125"/>
                <a:gd name="connsiteY78" fmla="*/ 21875 h 94062"/>
                <a:gd name="connsiteX79" fmla="*/ 617709 w 753125"/>
                <a:gd name="connsiteY79" fmla="*/ 21875 h 94062"/>
                <a:gd name="connsiteX80" fmla="*/ 617709 w 753125"/>
                <a:gd name="connsiteY80" fmla="*/ 41355 h 94062"/>
                <a:gd name="connsiteX81" fmla="*/ 660209 w 753125"/>
                <a:gd name="connsiteY81" fmla="*/ 41355 h 94062"/>
                <a:gd name="connsiteX82" fmla="*/ 660209 w 753125"/>
                <a:gd name="connsiteY82" fmla="*/ 48542 h 94062"/>
                <a:gd name="connsiteX83" fmla="*/ 575625 w 753125"/>
                <a:gd name="connsiteY83" fmla="*/ 48542 h 94062"/>
                <a:gd name="connsiteX84" fmla="*/ 575625 w 753125"/>
                <a:gd name="connsiteY84" fmla="*/ 41355 h 94062"/>
                <a:gd name="connsiteX85" fmla="*/ 609375 w 753125"/>
                <a:gd name="connsiteY85" fmla="*/ 41355 h 94062"/>
                <a:gd name="connsiteX86" fmla="*/ 225000 w 753125"/>
                <a:gd name="connsiteY86" fmla="*/ 8542 h 94062"/>
                <a:gd name="connsiteX87" fmla="*/ 213333 w 753125"/>
                <a:gd name="connsiteY87" fmla="*/ 13646 h 94062"/>
                <a:gd name="connsiteX88" fmla="*/ 209167 w 753125"/>
                <a:gd name="connsiteY88" fmla="*/ 25938 h 94062"/>
                <a:gd name="connsiteX89" fmla="*/ 213333 w 753125"/>
                <a:gd name="connsiteY89" fmla="*/ 38125 h 94062"/>
                <a:gd name="connsiteX90" fmla="*/ 225000 w 753125"/>
                <a:gd name="connsiteY90" fmla="*/ 43125 h 94062"/>
                <a:gd name="connsiteX91" fmla="*/ 236615 w 753125"/>
                <a:gd name="connsiteY91" fmla="*/ 38125 h 94062"/>
                <a:gd name="connsiteX92" fmla="*/ 240729 w 753125"/>
                <a:gd name="connsiteY92" fmla="*/ 25938 h 94062"/>
                <a:gd name="connsiteX93" fmla="*/ 236615 w 753125"/>
                <a:gd name="connsiteY93" fmla="*/ 13646 h 94062"/>
                <a:gd name="connsiteX94" fmla="*/ 225000 w 753125"/>
                <a:gd name="connsiteY94" fmla="*/ 8542 h 94062"/>
                <a:gd name="connsiteX95" fmla="*/ 121042 w 753125"/>
                <a:gd name="connsiteY95" fmla="*/ 8438 h 94062"/>
                <a:gd name="connsiteX96" fmla="*/ 114896 w 753125"/>
                <a:gd name="connsiteY96" fmla="*/ 9688 h 94062"/>
                <a:gd name="connsiteX97" fmla="*/ 110000 w 753125"/>
                <a:gd name="connsiteY97" fmla="*/ 12917 h 94062"/>
                <a:gd name="connsiteX98" fmla="*/ 106667 w 753125"/>
                <a:gd name="connsiteY98" fmla="*/ 17761 h 94062"/>
                <a:gd name="connsiteX99" fmla="*/ 105521 w 753125"/>
                <a:gd name="connsiteY99" fmla="*/ 23646 h 94062"/>
                <a:gd name="connsiteX100" fmla="*/ 106667 w 753125"/>
                <a:gd name="connsiteY100" fmla="*/ 29531 h 94062"/>
                <a:gd name="connsiteX101" fmla="*/ 110000 w 753125"/>
                <a:gd name="connsiteY101" fmla="*/ 34271 h 94062"/>
                <a:gd name="connsiteX102" fmla="*/ 114896 w 753125"/>
                <a:gd name="connsiteY102" fmla="*/ 37500 h 94062"/>
                <a:gd name="connsiteX103" fmla="*/ 121042 w 753125"/>
                <a:gd name="connsiteY103" fmla="*/ 38646 h 94062"/>
                <a:gd name="connsiteX104" fmla="*/ 132240 w 753125"/>
                <a:gd name="connsiteY104" fmla="*/ 34271 h 94062"/>
                <a:gd name="connsiteX105" fmla="*/ 136563 w 753125"/>
                <a:gd name="connsiteY105" fmla="*/ 23646 h 94062"/>
                <a:gd name="connsiteX106" fmla="*/ 132136 w 753125"/>
                <a:gd name="connsiteY106" fmla="*/ 12865 h 94062"/>
                <a:gd name="connsiteX107" fmla="*/ 121042 w 753125"/>
                <a:gd name="connsiteY107" fmla="*/ 8438 h 94062"/>
                <a:gd name="connsiteX108" fmla="*/ 675313 w 753125"/>
                <a:gd name="connsiteY108" fmla="*/ 4271 h 94062"/>
                <a:gd name="connsiteX109" fmla="*/ 715417 w 753125"/>
                <a:gd name="connsiteY109" fmla="*/ 4271 h 94062"/>
                <a:gd name="connsiteX110" fmla="*/ 715417 w 753125"/>
                <a:gd name="connsiteY110" fmla="*/ 11458 h 94062"/>
                <a:gd name="connsiteX111" fmla="*/ 681250 w 753125"/>
                <a:gd name="connsiteY111" fmla="*/ 11458 h 94062"/>
                <a:gd name="connsiteX112" fmla="*/ 681250 w 753125"/>
                <a:gd name="connsiteY112" fmla="*/ 41042 h 94062"/>
                <a:gd name="connsiteX113" fmla="*/ 686355 w 753125"/>
                <a:gd name="connsiteY113" fmla="*/ 41042 h 94062"/>
                <a:gd name="connsiteX114" fmla="*/ 707709 w 753125"/>
                <a:gd name="connsiteY114" fmla="*/ 40261 h 94062"/>
                <a:gd name="connsiteX115" fmla="*/ 728126 w 753125"/>
                <a:gd name="connsiteY115" fmla="*/ 37604 h 94062"/>
                <a:gd name="connsiteX116" fmla="*/ 728126 w 753125"/>
                <a:gd name="connsiteY116" fmla="*/ 44792 h 94062"/>
                <a:gd name="connsiteX117" fmla="*/ 718126 w 753125"/>
                <a:gd name="connsiteY117" fmla="*/ 46407 h 94062"/>
                <a:gd name="connsiteX118" fmla="*/ 706771 w 753125"/>
                <a:gd name="connsiteY118" fmla="*/ 47604 h 94062"/>
                <a:gd name="connsiteX119" fmla="*/ 694636 w 753125"/>
                <a:gd name="connsiteY119" fmla="*/ 48229 h 94062"/>
                <a:gd name="connsiteX120" fmla="*/ 682501 w 753125"/>
                <a:gd name="connsiteY120" fmla="*/ 48438 h 94062"/>
                <a:gd name="connsiteX121" fmla="*/ 675313 w 753125"/>
                <a:gd name="connsiteY121" fmla="*/ 48438 h 94062"/>
                <a:gd name="connsiteX122" fmla="*/ 673542 w 753125"/>
                <a:gd name="connsiteY122" fmla="*/ 48021 h 94062"/>
                <a:gd name="connsiteX123" fmla="*/ 673126 w 753125"/>
                <a:gd name="connsiteY123" fmla="*/ 46355 h 94062"/>
                <a:gd name="connsiteX124" fmla="*/ 673126 w 753125"/>
                <a:gd name="connsiteY124" fmla="*/ 6458 h 94062"/>
                <a:gd name="connsiteX125" fmla="*/ 673594 w 753125"/>
                <a:gd name="connsiteY125" fmla="*/ 4740 h 94062"/>
                <a:gd name="connsiteX126" fmla="*/ 675313 w 753125"/>
                <a:gd name="connsiteY126" fmla="*/ 4271 h 94062"/>
                <a:gd name="connsiteX127" fmla="*/ 479271 w 753125"/>
                <a:gd name="connsiteY127" fmla="*/ 4271 h 94062"/>
                <a:gd name="connsiteX128" fmla="*/ 518646 w 753125"/>
                <a:gd name="connsiteY128" fmla="*/ 4271 h 94062"/>
                <a:gd name="connsiteX129" fmla="*/ 520365 w 753125"/>
                <a:gd name="connsiteY129" fmla="*/ 4740 h 94062"/>
                <a:gd name="connsiteX130" fmla="*/ 520834 w 753125"/>
                <a:gd name="connsiteY130" fmla="*/ 6458 h 94062"/>
                <a:gd name="connsiteX131" fmla="*/ 516615 w 753125"/>
                <a:gd name="connsiteY131" fmla="*/ 23542 h 94062"/>
                <a:gd name="connsiteX132" fmla="*/ 507709 w 753125"/>
                <a:gd name="connsiteY132" fmla="*/ 37709 h 94062"/>
                <a:gd name="connsiteX133" fmla="*/ 494740 w 753125"/>
                <a:gd name="connsiteY133" fmla="*/ 48906 h 94062"/>
                <a:gd name="connsiteX134" fmla="*/ 478438 w 753125"/>
                <a:gd name="connsiteY134" fmla="*/ 56875 h 94062"/>
                <a:gd name="connsiteX135" fmla="*/ 472917 w 753125"/>
                <a:gd name="connsiteY135" fmla="*/ 50730 h 94062"/>
                <a:gd name="connsiteX136" fmla="*/ 499480 w 753125"/>
                <a:gd name="connsiteY136" fmla="*/ 35104 h 94062"/>
                <a:gd name="connsiteX137" fmla="*/ 511771 w 753125"/>
                <a:gd name="connsiteY137" fmla="*/ 11458 h 94062"/>
                <a:gd name="connsiteX138" fmla="*/ 479271 w 753125"/>
                <a:gd name="connsiteY138" fmla="*/ 11458 h 94062"/>
                <a:gd name="connsiteX139" fmla="*/ 296250 w 753125"/>
                <a:gd name="connsiteY139" fmla="*/ 4271 h 94062"/>
                <a:gd name="connsiteX140" fmla="*/ 341250 w 753125"/>
                <a:gd name="connsiteY140" fmla="*/ 4271 h 94062"/>
                <a:gd name="connsiteX141" fmla="*/ 341250 w 753125"/>
                <a:gd name="connsiteY141" fmla="*/ 11250 h 94062"/>
                <a:gd name="connsiteX142" fmla="*/ 323021 w 753125"/>
                <a:gd name="connsiteY142" fmla="*/ 11250 h 94062"/>
                <a:gd name="connsiteX143" fmla="*/ 323021 w 753125"/>
                <a:gd name="connsiteY143" fmla="*/ 16979 h 94062"/>
                <a:gd name="connsiteX144" fmla="*/ 324740 w 753125"/>
                <a:gd name="connsiteY144" fmla="*/ 26615 h 94062"/>
                <a:gd name="connsiteX145" fmla="*/ 329271 w 753125"/>
                <a:gd name="connsiteY145" fmla="*/ 34583 h 94062"/>
                <a:gd name="connsiteX146" fmla="*/ 337500 w 753125"/>
                <a:gd name="connsiteY146" fmla="*/ 42500 h 94062"/>
                <a:gd name="connsiteX147" fmla="*/ 346979 w 753125"/>
                <a:gd name="connsiteY147" fmla="*/ 47292 h 94062"/>
                <a:gd name="connsiteX148" fmla="*/ 343959 w 753125"/>
                <a:gd name="connsiteY148" fmla="*/ 50521 h 94062"/>
                <a:gd name="connsiteX149" fmla="*/ 341563 w 753125"/>
                <a:gd name="connsiteY149" fmla="*/ 53542 h 94062"/>
                <a:gd name="connsiteX150" fmla="*/ 335469 w 753125"/>
                <a:gd name="connsiteY150" fmla="*/ 50157 h 94062"/>
                <a:gd name="connsiteX151" fmla="*/ 329063 w 753125"/>
                <a:gd name="connsiteY151" fmla="*/ 45209 h 94062"/>
                <a:gd name="connsiteX152" fmla="*/ 323386 w 753125"/>
                <a:gd name="connsiteY152" fmla="*/ 39531 h 94062"/>
                <a:gd name="connsiteX153" fmla="*/ 318854 w 753125"/>
                <a:gd name="connsiteY153" fmla="*/ 32605 h 94062"/>
                <a:gd name="connsiteX154" fmla="*/ 315157 w 753125"/>
                <a:gd name="connsiteY154" fmla="*/ 39948 h 94062"/>
                <a:gd name="connsiteX155" fmla="*/ 310104 w 753125"/>
                <a:gd name="connsiteY155" fmla="*/ 46250 h 94062"/>
                <a:gd name="connsiteX156" fmla="*/ 303385 w 753125"/>
                <a:gd name="connsiteY156" fmla="*/ 51823 h 94062"/>
                <a:gd name="connsiteX157" fmla="*/ 296042 w 753125"/>
                <a:gd name="connsiteY157" fmla="*/ 56250 h 94062"/>
                <a:gd name="connsiteX158" fmla="*/ 293073 w 753125"/>
                <a:gd name="connsiteY158" fmla="*/ 53438 h 94062"/>
                <a:gd name="connsiteX159" fmla="*/ 289688 w 753125"/>
                <a:gd name="connsiteY159" fmla="*/ 50521 h 94062"/>
                <a:gd name="connsiteX160" fmla="*/ 300261 w 753125"/>
                <a:gd name="connsiteY160" fmla="*/ 44375 h 94062"/>
                <a:gd name="connsiteX161" fmla="*/ 308750 w 753125"/>
                <a:gd name="connsiteY161" fmla="*/ 35625 h 94062"/>
                <a:gd name="connsiteX162" fmla="*/ 313073 w 753125"/>
                <a:gd name="connsiteY162" fmla="*/ 27084 h 94062"/>
                <a:gd name="connsiteX163" fmla="*/ 314688 w 753125"/>
                <a:gd name="connsiteY163" fmla="*/ 16875 h 94062"/>
                <a:gd name="connsiteX164" fmla="*/ 314688 w 753125"/>
                <a:gd name="connsiteY164" fmla="*/ 11250 h 94062"/>
                <a:gd name="connsiteX165" fmla="*/ 296250 w 753125"/>
                <a:gd name="connsiteY165" fmla="*/ 11250 h 94062"/>
                <a:gd name="connsiteX166" fmla="*/ 391771 w 753125"/>
                <a:gd name="connsiteY166" fmla="*/ 3750 h 94062"/>
                <a:gd name="connsiteX167" fmla="*/ 400000 w 753125"/>
                <a:gd name="connsiteY167" fmla="*/ 3750 h 94062"/>
                <a:gd name="connsiteX168" fmla="*/ 400000 w 753125"/>
                <a:gd name="connsiteY168" fmla="*/ 19896 h 94062"/>
                <a:gd name="connsiteX169" fmla="*/ 445209 w 753125"/>
                <a:gd name="connsiteY169" fmla="*/ 19896 h 94062"/>
                <a:gd name="connsiteX170" fmla="*/ 445209 w 753125"/>
                <a:gd name="connsiteY170" fmla="*/ 3750 h 94062"/>
                <a:gd name="connsiteX171" fmla="*/ 453438 w 753125"/>
                <a:gd name="connsiteY171" fmla="*/ 3750 h 94062"/>
                <a:gd name="connsiteX172" fmla="*/ 453438 w 753125"/>
                <a:gd name="connsiteY172" fmla="*/ 50938 h 94062"/>
                <a:gd name="connsiteX173" fmla="*/ 452969 w 753125"/>
                <a:gd name="connsiteY173" fmla="*/ 52656 h 94062"/>
                <a:gd name="connsiteX174" fmla="*/ 451250 w 753125"/>
                <a:gd name="connsiteY174" fmla="*/ 53125 h 94062"/>
                <a:gd name="connsiteX175" fmla="*/ 426771 w 753125"/>
                <a:gd name="connsiteY175" fmla="*/ 53125 h 94062"/>
                <a:gd name="connsiteX176" fmla="*/ 426771 w 753125"/>
                <a:gd name="connsiteY176" fmla="*/ 73542 h 94062"/>
                <a:gd name="connsiteX177" fmla="*/ 465000 w 753125"/>
                <a:gd name="connsiteY177" fmla="*/ 73542 h 94062"/>
                <a:gd name="connsiteX178" fmla="*/ 465000 w 753125"/>
                <a:gd name="connsiteY178" fmla="*/ 80729 h 94062"/>
                <a:gd name="connsiteX179" fmla="*/ 380209 w 753125"/>
                <a:gd name="connsiteY179" fmla="*/ 80729 h 94062"/>
                <a:gd name="connsiteX180" fmla="*/ 380209 w 753125"/>
                <a:gd name="connsiteY180" fmla="*/ 73542 h 94062"/>
                <a:gd name="connsiteX181" fmla="*/ 418229 w 753125"/>
                <a:gd name="connsiteY181" fmla="*/ 73542 h 94062"/>
                <a:gd name="connsiteX182" fmla="*/ 418229 w 753125"/>
                <a:gd name="connsiteY182" fmla="*/ 53125 h 94062"/>
                <a:gd name="connsiteX183" fmla="*/ 393959 w 753125"/>
                <a:gd name="connsiteY183" fmla="*/ 53125 h 94062"/>
                <a:gd name="connsiteX184" fmla="*/ 392240 w 753125"/>
                <a:gd name="connsiteY184" fmla="*/ 52656 h 94062"/>
                <a:gd name="connsiteX185" fmla="*/ 391771 w 753125"/>
                <a:gd name="connsiteY185" fmla="*/ 50938 h 94062"/>
                <a:gd name="connsiteX186" fmla="*/ 585417 w 753125"/>
                <a:gd name="connsiteY186" fmla="*/ 2708 h 94062"/>
                <a:gd name="connsiteX187" fmla="*/ 648334 w 753125"/>
                <a:gd name="connsiteY187" fmla="*/ 2708 h 94062"/>
                <a:gd name="connsiteX188" fmla="*/ 650053 w 753125"/>
                <a:gd name="connsiteY188" fmla="*/ 3177 h 94062"/>
                <a:gd name="connsiteX189" fmla="*/ 650521 w 753125"/>
                <a:gd name="connsiteY189" fmla="*/ 4896 h 94062"/>
                <a:gd name="connsiteX190" fmla="*/ 649167 w 753125"/>
                <a:gd name="connsiteY190" fmla="*/ 21094 h 94062"/>
                <a:gd name="connsiteX191" fmla="*/ 646979 w 753125"/>
                <a:gd name="connsiteY191" fmla="*/ 34375 h 94062"/>
                <a:gd name="connsiteX192" fmla="*/ 639063 w 753125"/>
                <a:gd name="connsiteY192" fmla="*/ 34375 h 94062"/>
                <a:gd name="connsiteX193" fmla="*/ 641042 w 753125"/>
                <a:gd name="connsiteY193" fmla="*/ 22292 h 94062"/>
                <a:gd name="connsiteX194" fmla="*/ 642084 w 753125"/>
                <a:gd name="connsiteY194" fmla="*/ 9792 h 94062"/>
                <a:gd name="connsiteX195" fmla="*/ 585417 w 753125"/>
                <a:gd name="connsiteY195" fmla="*/ 9792 h 94062"/>
                <a:gd name="connsiteX196" fmla="*/ 25000 w 753125"/>
                <a:gd name="connsiteY196" fmla="*/ 2292 h 94062"/>
                <a:gd name="connsiteX197" fmla="*/ 33646 w 753125"/>
                <a:gd name="connsiteY197" fmla="*/ 2292 h 94062"/>
                <a:gd name="connsiteX198" fmla="*/ 33646 w 753125"/>
                <a:gd name="connsiteY198" fmla="*/ 13021 h 94062"/>
                <a:gd name="connsiteX199" fmla="*/ 35625 w 753125"/>
                <a:gd name="connsiteY199" fmla="*/ 23906 h 94062"/>
                <a:gd name="connsiteX200" fmla="*/ 41042 w 753125"/>
                <a:gd name="connsiteY200" fmla="*/ 33021 h 94062"/>
                <a:gd name="connsiteX201" fmla="*/ 48750 w 753125"/>
                <a:gd name="connsiteY201" fmla="*/ 40104 h 94062"/>
                <a:gd name="connsiteX202" fmla="*/ 57813 w 753125"/>
                <a:gd name="connsiteY202" fmla="*/ 44792 h 94062"/>
                <a:gd name="connsiteX203" fmla="*/ 52396 w 753125"/>
                <a:gd name="connsiteY203" fmla="*/ 51250 h 94062"/>
                <a:gd name="connsiteX204" fmla="*/ 46198 w 753125"/>
                <a:gd name="connsiteY204" fmla="*/ 47760 h 94062"/>
                <a:gd name="connsiteX205" fmla="*/ 39792 w 753125"/>
                <a:gd name="connsiteY205" fmla="*/ 42917 h 94062"/>
                <a:gd name="connsiteX206" fmla="*/ 33906 w 753125"/>
                <a:gd name="connsiteY206" fmla="*/ 36823 h 94062"/>
                <a:gd name="connsiteX207" fmla="*/ 29479 w 753125"/>
                <a:gd name="connsiteY207" fmla="*/ 29792 h 94062"/>
                <a:gd name="connsiteX208" fmla="*/ 25521 w 753125"/>
                <a:gd name="connsiteY208" fmla="*/ 37396 h 94062"/>
                <a:gd name="connsiteX209" fmla="*/ 19896 w 753125"/>
                <a:gd name="connsiteY209" fmla="*/ 44063 h 94062"/>
                <a:gd name="connsiteX210" fmla="*/ 13281 w 753125"/>
                <a:gd name="connsiteY210" fmla="*/ 49584 h 94062"/>
                <a:gd name="connsiteX211" fmla="*/ 6354 w 753125"/>
                <a:gd name="connsiteY211" fmla="*/ 53959 h 94062"/>
                <a:gd name="connsiteX212" fmla="*/ 0 w 753125"/>
                <a:gd name="connsiteY212" fmla="*/ 48229 h 94062"/>
                <a:gd name="connsiteX213" fmla="*/ 9635 w 753125"/>
                <a:gd name="connsiteY213" fmla="*/ 42448 h 94062"/>
                <a:gd name="connsiteX214" fmla="*/ 17604 w 753125"/>
                <a:gd name="connsiteY214" fmla="*/ 34792 h 94062"/>
                <a:gd name="connsiteX215" fmla="*/ 23021 w 753125"/>
                <a:gd name="connsiteY215" fmla="*/ 25260 h 94062"/>
                <a:gd name="connsiteX216" fmla="*/ 25000 w 753125"/>
                <a:gd name="connsiteY216" fmla="*/ 13750 h 94062"/>
                <a:gd name="connsiteX217" fmla="*/ 225000 w 753125"/>
                <a:gd name="connsiteY217" fmla="*/ 1146 h 94062"/>
                <a:gd name="connsiteX218" fmla="*/ 234740 w 753125"/>
                <a:gd name="connsiteY218" fmla="*/ 3125 h 94062"/>
                <a:gd name="connsiteX219" fmla="*/ 242396 w 753125"/>
                <a:gd name="connsiteY219" fmla="*/ 8438 h 94062"/>
                <a:gd name="connsiteX220" fmla="*/ 247448 w 753125"/>
                <a:gd name="connsiteY220" fmla="*/ 16354 h 94062"/>
                <a:gd name="connsiteX221" fmla="*/ 249271 w 753125"/>
                <a:gd name="connsiteY221" fmla="*/ 25938 h 94062"/>
                <a:gd name="connsiteX222" fmla="*/ 247448 w 753125"/>
                <a:gd name="connsiteY222" fmla="*/ 35521 h 94062"/>
                <a:gd name="connsiteX223" fmla="*/ 242396 w 753125"/>
                <a:gd name="connsiteY223" fmla="*/ 43333 h 94062"/>
                <a:gd name="connsiteX224" fmla="*/ 234740 w 753125"/>
                <a:gd name="connsiteY224" fmla="*/ 48698 h 94062"/>
                <a:gd name="connsiteX225" fmla="*/ 225000 w 753125"/>
                <a:gd name="connsiteY225" fmla="*/ 50625 h 94062"/>
                <a:gd name="connsiteX226" fmla="*/ 215104 w 753125"/>
                <a:gd name="connsiteY226" fmla="*/ 48698 h 94062"/>
                <a:gd name="connsiteX227" fmla="*/ 207396 w 753125"/>
                <a:gd name="connsiteY227" fmla="*/ 43333 h 94062"/>
                <a:gd name="connsiteX228" fmla="*/ 202396 w 753125"/>
                <a:gd name="connsiteY228" fmla="*/ 35521 h 94062"/>
                <a:gd name="connsiteX229" fmla="*/ 200625 w 753125"/>
                <a:gd name="connsiteY229" fmla="*/ 25938 h 94062"/>
                <a:gd name="connsiteX230" fmla="*/ 202396 w 753125"/>
                <a:gd name="connsiteY230" fmla="*/ 16354 h 94062"/>
                <a:gd name="connsiteX231" fmla="*/ 207396 w 753125"/>
                <a:gd name="connsiteY231" fmla="*/ 8438 h 94062"/>
                <a:gd name="connsiteX232" fmla="*/ 215104 w 753125"/>
                <a:gd name="connsiteY232" fmla="*/ 3125 h 94062"/>
                <a:gd name="connsiteX233" fmla="*/ 225000 w 753125"/>
                <a:gd name="connsiteY233" fmla="*/ 1146 h 94062"/>
                <a:gd name="connsiteX234" fmla="*/ 732396 w 753125"/>
                <a:gd name="connsiteY234" fmla="*/ 0 h 94062"/>
                <a:gd name="connsiteX235" fmla="*/ 740625 w 753125"/>
                <a:gd name="connsiteY235" fmla="*/ 0 h 94062"/>
                <a:gd name="connsiteX236" fmla="*/ 740625 w 753125"/>
                <a:gd name="connsiteY236" fmla="*/ 22813 h 94062"/>
                <a:gd name="connsiteX237" fmla="*/ 753125 w 753125"/>
                <a:gd name="connsiteY237" fmla="*/ 22813 h 94062"/>
                <a:gd name="connsiteX238" fmla="*/ 753125 w 753125"/>
                <a:gd name="connsiteY238" fmla="*/ 30104 h 94062"/>
                <a:gd name="connsiteX239" fmla="*/ 740625 w 753125"/>
                <a:gd name="connsiteY239" fmla="*/ 30104 h 94062"/>
                <a:gd name="connsiteX240" fmla="*/ 740625 w 753125"/>
                <a:gd name="connsiteY240" fmla="*/ 67709 h 94062"/>
                <a:gd name="connsiteX241" fmla="*/ 732396 w 753125"/>
                <a:gd name="connsiteY241" fmla="*/ 67709 h 94062"/>
                <a:gd name="connsiteX242" fmla="*/ 540730 w 753125"/>
                <a:gd name="connsiteY242" fmla="*/ 0 h 94062"/>
                <a:gd name="connsiteX243" fmla="*/ 548959 w 753125"/>
                <a:gd name="connsiteY243" fmla="*/ 0 h 94062"/>
                <a:gd name="connsiteX244" fmla="*/ 548959 w 753125"/>
                <a:gd name="connsiteY244" fmla="*/ 67500 h 94062"/>
                <a:gd name="connsiteX245" fmla="*/ 540730 w 753125"/>
                <a:gd name="connsiteY245" fmla="*/ 67500 h 94062"/>
                <a:gd name="connsiteX246" fmla="*/ 540730 w 753125"/>
                <a:gd name="connsiteY246" fmla="*/ 34583 h 94062"/>
                <a:gd name="connsiteX247" fmla="*/ 521355 w 753125"/>
                <a:gd name="connsiteY247" fmla="*/ 34583 h 94062"/>
                <a:gd name="connsiteX248" fmla="*/ 521355 w 753125"/>
                <a:gd name="connsiteY248" fmla="*/ 27396 h 94062"/>
                <a:gd name="connsiteX249" fmla="*/ 540730 w 753125"/>
                <a:gd name="connsiteY249" fmla="*/ 27396 h 94062"/>
                <a:gd name="connsiteX250" fmla="*/ 359479 w 753125"/>
                <a:gd name="connsiteY250" fmla="*/ 0 h 94062"/>
                <a:gd name="connsiteX251" fmla="*/ 367604 w 753125"/>
                <a:gd name="connsiteY251" fmla="*/ 0 h 94062"/>
                <a:gd name="connsiteX252" fmla="*/ 367604 w 753125"/>
                <a:gd name="connsiteY252" fmla="*/ 67709 h 94062"/>
                <a:gd name="connsiteX253" fmla="*/ 359479 w 753125"/>
                <a:gd name="connsiteY253" fmla="*/ 67709 h 94062"/>
                <a:gd name="connsiteX254" fmla="*/ 359479 w 753125"/>
                <a:gd name="connsiteY254" fmla="*/ 29063 h 94062"/>
                <a:gd name="connsiteX255" fmla="*/ 340208 w 753125"/>
                <a:gd name="connsiteY255" fmla="*/ 29063 h 94062"/>
                <a:gd name="connsiteX256" fmla="*/ 340208 w 753125"/>
                <a:gd name="connsiteY256" fmla="*/ 21771 h 94062"/>
                <a:gd name="connsiteX257" fmla="*/ 359479 w 753125"/>
                <a:gd name="connsiteY257" fmla="*/ 21771 h 94062"/>
                <a:gd name="connsiteX258" fmla="*/ 263750 w 753125"/>
                <a:gd name="connsiteY258" fmla="*/ 0 h 94062"/>
                <a:gd name="connsiteX259" fmla="*/ 271771 w 753125"/>
                <a:gd name="connsiteY259" fmla="*/ 0 h 94062"/>
                <a:gd name="connsiteX260" fmla="*/ 271771 w 753125"/>
                <a:gd name="connsiteY260" fmla="*/ 22813 h 94062"/>
                <a:gd name="connsiteX261" fmla="*/ 284479 w 753125"/>
                <a:gd name="connsiteY261" fmla="*/ 22813 h 94062"/>
                <a:gd name="connsiteX262" fmla="*/ 284479 w 753125"/>
                <a:gd name="connsiteY262" fmla="*/ 30104 h 94062"/>
                <a:gd name="connsiteX263" fmla="*/ 271771 w 753125"/>
                <a:gd name="connsiteY263" fmla="*/ 30104 h 94062"/>
                <a:gd name="connsiteX264" fmla="*/ 271771 w 753125"/>
                <a:gd name="connsiteY264" fmla="*/ 67917 h 94062"/>
                <a:gd name="connsiteX265" fmla="*/ 263750 w 753125"/>
                <a:gd name="connsiteY265" fmla="*/ 67917 h 94062"/>
                <a:gd name="connsiteX266" fmla="*/ 162604 w 753125"/>
                <a:gd name="connsiteY266" fmla="*/ 0 h 94062"/>
                <a:gd name="connsiteX267" fmla="*/ 170729 w 753125"/>
                <a:gd name="connsiteY267" fmla="*/ 0 h 94062"/>
                <a:gd name="connsiteX268" fmla="*/ 170729 w 753125"/>
                <a:gd name="connsiteY268" fmla="*/ 48542 h 94062"/>
                <a:gd name="connsiteX269" fmla="*/ 162604 w 753125"/>
                <a:gd name="connsiteY269" fmla="*/ 48542 h 94062"/>
                <a:gd name="connsiteX270" fmla="*/ 162604 w 753125"/>
                <a:gd name="connsiteY270" fmla="*/ 27605 h 94062"/>
                <a:gd name="connsiteX271" fmla="*/ 144479 w 753125"/>
                <a:gd name="connsiteY271" fmla="*/ 27605 h 94062"/>
                <a:gd name="connsiteX272" fmla="*/ 141563 w 753125"/>
                <a:gd name="connsiteY272" fmla="*/ 35104 h 94062"/>
                <a:gd name="connsiteX273" fmla="*/ 136354 w 753125"/>
                <a:gd name="connsiteY273" fmla="*/ 40938 h 94062"/>
                <a:gd name="connsiteX274" fmla="*/ 129271 w 753125"/>
                <a:gd name="connsiteY274" fmla="*/ 44688 h 94062"/>
                <a:gd name="connsiteX275" fmla="*/ 121042 w 753125"/>
                <a:gd name="connsiteY275" fmla="*/ 46042 h 94062"/>
                <a:gd name="connsiteX276" fmla="*/ 111927 w 753125"/>
                <a:gd name="connsiteY276" fmla="*/ 44375 h 94062"/>
                <a:gd name="connsiteX277" fmla="*/ 104375 w 753125"/>
                <a:gd name="connsiteY277" fmla="*/ 39688 h 94062"/>
                <a:gd name="connsiteX278" fmla="*/ 99271 w 753125"/>
                <a:gd name="connsiteY278" fmla="*/ 32605 h 94062"/>
                <a:gd name="connsiteX279" fmla="*/ 97396 w 753125"/>
                <a:gd name="connsiteY279" fmla="*/ 23542 h 94062"/>
                <a:gd name="connsiteX280" fmla="*/ 99219 w 753125"/>
                <a:gd name="connsiteY280" fmla="*/ 14532 h 94062"/>
                <a:gd name="connsiteX281" fmla="*/ 104271 w 753125"/>
                <a:gd name="connsiteY281" fmla="*/ 7500 h 94062"/>
                <a:gd name="connsiteX282" fmla="*/ 111823 w 753125"/>
                <a:gd name="connsiteY282" fmla="*/ 2813 h 94062"/>
                <a:gd name="connsiteX283" fmla="*/ 121042 w 753125"/>
                <a:gd name="connsiteY283" fmla="*/ 1146 h 94062"/>
                <a:gd name="connsiteX284" fmla="*/ 129479 w 753125"/>
                <a:gd name="connsiteY284" fmla="*/ 2604 h 94062"/>
                <a:gd name="connsiteX285" fmla="*/ 136667 w 753125"/>
                <a:gd name="connsiteY285" fmla="*/ 6563 h 94062"/>
                <a:gd name="connsiteX286" fmla="*/ 141979 w 753125"/>
                <a:gd name="connsiteY286" fmla="*/ 12709 h 94062"/>
                <a:gd name="connsiteX287" fmla="*/ 144688 w 753125"/>
                <a:gd name="connsiteY287" fmla="*/ 20417 h 94062"/>
                <a:gd name="connsiteX288" fmla="*/ 162604 w 753125"/>
                <a:gd name="connsiteY288" fmla="*/ 20417 h 94062"/>
                <a:gd name="connsiteX289" fmla="*/ 67709 w 753125"/>
                <a:gd name="connsiteY289" fmla="*/ 0 h 94062"/>
                <a:gd name="connsiteX290" fmla="*/ 75833 w 753125"/>
                <a:gd name="connsiteY290" fmla="*/ 0 h 94062"/>
                <a:gd name="connsiteX291" fmla="*/ 75833 w 753125"/>
                <a:gd name="connsiteY291" fmla="*/ 27500 h 94062"/>
                <a:gd name="connsiteX292" fmla="*/ 88542 w 753125"/>
                <a:gd name="connsiteY292" fmla="*/ 27500 h 94062"/>
                <a:gd name="connsiteX293" fmla="*/ 88542 w 753125"/>
                <a:gd name="connsiteY293" fmla="*/ 34792 h 94062"/>
                <a:gd name="connsiteX294" fmla="*/ 75833 w 753125"/>
                <a:gd name="connsiteY294" fmla="*/ 34792 h 94062"/>
                <a:gd name="connsiteX295" fmla="*/ 75833 w 753125"/>
                <a:gd name="connsiteY295" fmla="*/ 67709 h 94062"/>
                <a:gd name="connsiteX296" fmla="*/ 67709 w 753125"/>
                <a:gd name="connsiteY296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753125" h="94062">
                  <a:moveTo>
                    <a:pt x="118959" y="71667"/>
                  </a:moveTo>
                  <a:lnTo>
                    <a:pt x="118959" y="84583"/>
                  </a:lnTo>
                  <a:lnTo>
                    <a:pt x="162604" y="84583"/>
                  </a:lnTo>
                  <a:lnTo>
                    <a:pt x="162604" y="71667"/>
                  </a:lnTo>
                  <a:close/>
                  <a:moveTo>
                    <a:pt x="617917" y="63646"/>
                  </a:moveTo>
                  <a:cubicBezTo>
                    <a:pt x="610625" y="63646"/>
                    <a:pt x="604779" y="64662"/>
                    <a:pt x="600365" y="66719"/>
                  </a:cubicBezTo>
                  <a:cubicBezTo>
                    <a:pt x="595951" y="68763"/>
                    <a:pt x="593750" y="71667"/>
                    <a:pt x="593750" y="75417"/>
                  </a:cubicBezTo>
                  <a:cubicBezTo>
                    <a:pt x="593750" y="79375"/>
                    <a:pt x="595951" y="82370"/>
                    <a:pt x="600365" y="84427"/>
                  </a:cubicBezTo>
                  <a:cubicBezTo>
                    <a:pt x="604779" y="86472"/>
                    <a:pt x="610625" y="87500"/>
                    <a:pt x="617917" y="87500"/>
                  </a:cubicBezTo>
                  <a:cubicBezTo>
                    <a:pt x="625000" y="87500"/>
                    <a:pt x="630821" y="86472"/>
                    <a:pt x="635365" y="84427"/>
                  </a:cubicBezTo>
                  <a:cubicBezTo>
                    <a:pt x="639909" y="82370"/>
                    <a:pt x="642188" y="79375"/>
                    <a:pt x="642188" y="75417"/>
                  </a:cubicBezTo>
                  <a:cubicBezTo>
                    <a:pt x="642188" y="71667"/>
                    <a:pt x="639909" y="68763"/>
                    <a:pt x="635365" y="66719"/>
                  </a:cubicBezTo>
                  <a:cubicBezTo>
                    <a:pt x="630821" y="64662"/>
                    <a:pt x="625000" y="63646"/>
                    <a:pt x="617917" y="63646"/>
                  </a:cubicBezTo>
                  <a:close/>
                  <a:moveTo>
                    <a:pt x="18021" y="60938"/>
                  </a:moveTo>
                  <a:lnTo>
                    <a:pt x="26250" y="60938"/>
                  </a:lnTo>
                  <a:lnTo>
                    <a:pt x="26250" y="83334"/>
                  </a:lnTo>
                  <a:lnTo>
                    <a:pt x="78750" y="83334"/>
                  </a:lnTo>
                  <a:lnTo>
                    <a:pt x="78750" y="90417"/>
                  </a:lnTo>
                  <a:lnTo>
                    <a:pt x="20208" y="90417"/>
                  </a:lnTo>
                  <a:cubicBezTo>
                    <a:pt x="19375" y="90417"/>
                    <a:pt x="18802" y="90261"/>
                    <a:pt x="18490" y="89948"/>
                  </a:cubicBezTo>
                  <a:cubicBezTo>
                    <a:pt x="18177" y="89635"/>
                    <a:pt x="18021" y="89063"/>
                    <a:pt x="18021" y="88229"/>
                  </a:cubicBezTo>
                  <a:close/>
                  <a:moveTo>
                    <a:pt x="307917" y="60834"/>
                  </a:moveTo>
                  <a:lnTo>
                    <a:pt x="316354" y="60834"/>
                  </a:lnTo>
                  <a:lnTo>
                    <a:pt x="316354" y="83334"/>
                  </a:lnTo>
                  <a:lnTo>
                    <a:pt x="370209" y="83334"/>
                  </a:lnTo>
                  <a:lnTo>
                    <a:pt x="370209" y="90417"/>
                  </a:lnTo>
                  <a:lnTo>
                    <a:pt x="310104" y="90417"/>
                  </a:lnTo>
                  <a:cubicBezTo>
                    <a:pt x="309271" y="90417"/>
                    <a:pt x="308698" y="90261"/>
                    <a:pt x="308385" y="89948"/>
                  </a:cubicBezTo>
                  <a:cubicBezTo>
                    <a:pt x="308073" y="89635"/>
                    <a:pt x="307917" y="89063"/>
                    <a:pt x="307917" y="88229"/>
                  </a:cubicBezTo>
                  <a:close/>
                  <a:moveTo>
                    <a:pt x="489063" y="60729"/>
                  </a:moveTo>
                  <a:lnTo>
                    <a:pt x="497500" y="60729"/>
                  </a:lnTo>
                  <a:lnTo>
                    <a:pt x="497500" y="83334"/>
                  </a:lnTo>
                  <a:lnTo>
                    <a:pt x="551459" y="83334"/>
                  </a:lnTo>
                  <a:lnTo>
                    <a:pt x="551459" y="90417"/>
                  </a:lnTo>
                  <a:lnTo>
                    <a:pt x="491250" y="90417"/>
                  </a:lnTo>
                  <a:cubicBezTo>
                    <a:pt x="490417" y="90417"/>
                    <a:pt x="489844" y="90261"/>
                    <a:pt x="489532" y="89948"/>
                  </a:cubicBezTo>
                  <a:cubicBezTo>
                    <a:pt x="489219" y="89635"/>
                    <a:pt x="489063" y="89063"/>
                    <a:pt x="489063" y="88229"/>
                  </a:cubicBezTo>
                  <a:close/>
                  <a:moveTo>
                    <a:pt x="213750" y="60417"/>
                  </a:moveTo>
                  <a:lnTo>
                    <a:pt x="222083" y="60417"/>
                  </a:lnTo>
                  <a:lnTo>
                    <a:pt x="222083" y="83334"/>
                  </a:lnTo>
                  <a:lnTo>
                    <a:pt x="274792" y="83334"/>
                  </a:lnTo>
                  <a:lnTo>
                    <a:pt x="274792" y="90417"/>
                  </a:lnTo>
                  <a:lnTo>
                    <a:pt x="215938" y="90417"/>
                  </a:lnTo>
                  <a:cubicBezTo>
                    <a:pt x="215104" y="90417"/>
                    <a:pt x="214532" y="90261"/>
                    <a:pt x="214219" y="89948"/>
                  </a:cubicBezTo>
                  <a:cubicBezTo>
                    <a:pt x="213906" y="89635"/>
                    <a:pt x="213750" y="89063"/>
                    <a:pt x="213750" y="88229"/>
                  </a:cubicBezTo>
                  <a:close/>
                  <a:moveTo>
                    <a:pt x="682501" y="60105"/>
                  </a:moveTo>
                  <a:lnTo>
                    <a:pt x="690834" y="60105"/>
                  </a:lnTo>
                  <a:lnTo>
                    <a:pt x="690834" y="83334"/>
                  </a:lnTo>
                  <a:lnTo>
                    <a:pt x="743854" y="83334"/>
                  </a:lnTo>
                  <a:lnTo>
                    <a:pt x="743854" y="90417"/>
                  </a:lnTo>
                  <a:lnTo>
                    <a:pt x="684688" y="90417"/>
                  </a:lnTo>
                  <a:cubicBezTo>
                    <a:pt x="683854" y="90417"/>
                    <a:pt x="683282" y="90261"/>
                    <a:pt x="682969" y="89948"/>
                  </a:cubicBezTo>
                  <a:cubicBezTo>
                    <a:pt x="682657" y="89635"/>
                    <a:pt x="682501" y="89063"/>
                    <a:pt x="682501" y="88229"/>
                  </a:cubicBezTo>
                  <a:close/>
                  <a:moveTo>
                    <a:pt x="617917" y="56979"/>
                  </a:moveTo>
                  <a:cubicBezTo>
                    <a:pt x="628542" y="56979"/>
                    <a:pt x="636732" y="58750"/>
                    <a:pt x="642500" y="62292"/>
                  </a:cubicBezTo>
                  <a:cubicBezTo>
                    <a:pt x="648256" y="65833"/>
                    <a:pt x="651146" y="70235"/>
                    <a:pt x="651146" y="75521"/>
                  </a:cubicBezTo>
                  <a:cubicBezTo>
                    <a:pt x="651146" y="80860"/>
                    <a:pt x="648282" y="85287"/>
                    <a:pt x="642552" y="88802"/>
                  </a:cubicBezTo>
                  <a:cubicBezTo>
                    <a:pt x="636823" y="92305"/>
                    <a:pt x="628607" y="94063"/>
                    <a:pt x="617917" y="94063"/>
                  </a:cubicBezTo>
                  <a:cubicBezTo>
                    <a:pt x="607214" y="94063"/>
                    <a:pt x="598998" y="92305"/>
                    <a:pt x="593229" y="88802"/>
                  </a:cubicBezTo>
                  <a:cubicBezTo>
                    <a:pt x="587461" y="85287"/>
                    <a:pt x="584584" y="80860"/>
                    <a:pt x="584584" y="75521"/>
                  </a:cubicBezTo>
                  <a:cubicBezTo>
                    <a:pt x="584584" y="70235"/>
                    <a:pt x="587461" y="65833"/>
                    <a:pt x="593229" y="62292"/>
                  </a:cubicBezTo>
                  <a:cubicBezTo>
                    <a:pt x="598998" y="58750"/>
                    <a:pt x="607214" y="56979"/>
                    <a:pt x="617917" y="56979"/>
                  </a:cubicBezTo>
                  <a:close/>
                  <a:moveTo>
                    <a:pt x="110833" y="53438"/>
                  </a:moveTo>
                  <a:lnTo>
                    <a:pt x="118959" y="53438"/>
                  </a:lnTo>
                  <a:lnTo>
                    <a:pt x="118959" y="64896"/>
                  </a:lnTo>
                  <a:lnTo>
                    <a:pt x="162604" y="64896"/>
                  </a:lnTo>
                  <a:lnTo>
                    <a:pt x="162604" y="53438"/>
                  </a:lnTo>
                  <a:lnTo>
                    <a:pt x="170625" y="53438"/>
                  </a:lnTo>
                  <a:lnTo>
                    <a:pt x="170625" y="89167"/>
                  </a:lnTo>
                  <a:cubicBezTo>
                    <a:pt x="170625" y="90000"/>
                    <a:pt x="170469" y="90573"/>
                    <a:pt x="170156" y="90886"/>
                  </a:cubicBezTo>
                  <a:cubicBezTo>
                    <a:pt x="169844" y="91198"/>
                    <a:pt x="169271" y="91354"/>
                    <a:pt x="168438" y="91354"/>
                  </a:cubicBezTo>
                  <a:lnTo>
                    <a:pt x="113021" y="91354"/>
                  </a:lnTo>
                  <a:cubicBezTo>
                    <a:pt x="112188" y="91354"/>
                    <a:pt x="111615" y="91198"/>
                    <a:pt x="111302" y="90886"/>
                  </a:cubicBezTo>
                  <a:cubicBezTo>
                    <a:pt x="110990" y="90573"/>
                    <a:pt x="110833" y="90000"/>
                    <a:pt x="110833" y="89167"/>
                  </a:cubicBezTo>
                  <a:close/>
                  <a:moveTo>
                    <a:pt x="400000" y="26875"/>
                  </a:moveTo>
                  <a:lnTo>
                    <a:pt x="400000" y="45938"/>
                  </a:lnTo>
                  <a:lnTo>
                    <a:pt x="445209" y="45938"/>
                  </a:lnTo>
                  <a:lnTo>
                    <a:pt x="445209" y="26875"/>
                  </a:lnTo>
                  <a:close/>
                  <a:moveTo>
                    <a:pt x="609375" y="21875"/>
                  </a:moveTo>
                  <a:lnTo>
                    <a:pt x="617709" y="21875"/>
                  </a:lnTo>
                  <a:lnTo>
                    <a:pt x="617709" y="41355"/>
                  </a:lnTo>
                  <a:lnTo>
                    <a:pt x="660209" y="41355"/>
                  </a:lnTo>
                  <a:lnTo>
                    <a:pt x="660209" y="48542"/>
                  </a:lnTo>
                  <a:lnTo>
                    <a:pt x="575625" y="48542"/>
                  </a:lnTo>
                  <a:lnTo>
                    <a:pt x="575625" y="41355"/>
                  </a:lnTo>
                  <a:lnTo>
                    <a:pt x="609375" y="41355"/>
                  </a:lnTo>
                  <a:close/>
                  <a:moveTo>
                    <a:pt x="225000" y="8542"/>
                  </a:moveTo>
                  <a:cubicBezTo>
                    <a:pt x="220000" y="8542"/>
                    <a:pt x="216107" y="10235"/>
                    <a:pt x="213333" y="13646"/>
                  </a:cubicBezTo>
                  <a:cubicBezTo>
                    <a:pt x="210547" y="17045"/>
                    <a:pt x="209167" y="21146"/>
                    <a:pt x="209167" y="25938"/>
                  </a:cubicBezTo>
                  <a:cubicBezTo>
                    <a:pt x="209167" y="30729"/>
                    <a:pt x="210547" y="34792"/>
                    <a:pt x="213333" y="38125"/>
                  </a:cubicBezTo>
                  <a:cubicBezTo>
                    <a:pt x="216107" y="41459"/>
                    <a:pt x="220000" y="43125"/>
                    <a:pt x="225000" y="43125"/>
                  </a:cubicBezTo>
                  <a:cubicBezTo>
                    <a:pt x="230000" y="43125"/>
                    <a:pt x="233867" y="41459"/>
                    <a:pt x="236615" y="38125"/>
                  </a:cubicBezTo>
                  <a:cubicBezTo>
                    <a:pt x="239362" y="34792"/>
                    <a:pt x="240729" y="30729"/>
                    <a:pt x="240729" y="25938"/>
                  </a:cubicBezTo>
                  <a:cubicBezTo>
                    <a:pt x="240729" y="21146"/>
                    <a:pt x="239362" y="17045"/>
                    <a:pt x="236615" y="13646"/>
                  </a:cubicBezTo>
                  <a:cubicBezTo>
                    <a:pt x="233867" y="10235"/>
                    <a:pt x="230000" y="8542"/>
                    <a:pt x="225000" y="8542"/>
                  </a:cubicBezTo>
                  <a:close/>
                  <a:moveTo>
                    <a:pt x="121042" y="8438"/>
                  </a:moveTo>
                  <a:cubicBezTo>
                    <a:pt x="118815" y="8438"/>
                    <a:pt x="116771" y="8854"/>
                    <a:pt x="114896" y="9688"/>
                  </a:cubicBezTo>
                  <a:cubicBezTo>
                    <a:pt x="113021" y="10521"/>
                    <a:pt x="111393" y="11589"/>
                    <a:pt x="110000" y="12917"/>
                  </a:cubicBezTo>
                  <a:cubicBezTo>
                    <a:pt x="108542" y="14297"/>
                    <a:pt x="107422" y="15912"/>
                    <a:pt x="106667" y="17761"/>
                  </a:cubicBezTo>
                  <a:cubicBezTo>
                    <a:pt x="105898" y="19596"/>
                    <a:pt x="105521" y="21563"/>
                    <a:pt x="105521" y="23646"/>
                  </a:cubicBezTo>
                  <a:cubicBezTo>
                    <a:pt x="105521" y="25729"/>
                    <a:pt x="105898" y="27682"/>
                    <a:pt x="106667" y="29531"/>
                  </a:cubicBezTo>
                  <a:cubicBezTo>
                    <a:pt x="107422" y="31368"/>
                    <a:pt x="108542" y="32943"/>
                    <a:pt x="110000" y="34271"/>
                  </a:cubicBezTo>
                  <a:cubicBezTo>
                    <a:pt x="111393" y="35651"/>
                    <a:pt x="113021" y="36732"/>
                    <a:pt x="114896" y="37500"/>
                  </a:cubicBezTo>
                  <a:cubicBezTo>
                    <a:pt x="116771" y="38255"/>
                    <a:pt x="118815" y="38646"/>
                    <a:pt x="121042" y="38646"/>
                  </a:cubicBezTo>
                  <a:cubicBezTo>
                    <a:pt x="125625" y="38646"/>
                    <a:pt x="129362" y="37188"/>
                    <a:pt x="132240" y="34271"/>
                  </a:cubicBezTo>
                  <a:cubicBezTo>
                    <a:pt x="135117" y="31354"/>
                    <a:pt x="136563" y="27813"/>
                    <a:pt x="136563" y="23646"/>
                  </a:cubicBezTo>
                  <a:cubicBezTo>
                    <a:pt x="136563" y="19401"/>
                    <a:pt x="135078" y="15808"/>
                    <a:pt x="132136" y="12865"/>
                  </a:cubicBezTo>
                  <a:cubicBezTo>
                    <a:pt x="129180" y="9909"/>
                    <a:pt x="125482" y="8438"/>
                    <a:pt x="121042" y="8438"/>
                  </a:cubicBezTo>
                  <a:close/>
                  <a:moveTo>
                    <a:pt x="675313" y="4271"/>
                  </a:moveTo>
                  <a:lnTo>
                    <a:pt x="715417" y="4271"/>
                  </a:lnTo>
                  <a:lnTo>
                    <a:pt x="715417" y="11458"/>
                  </a:lnTo>
                  <a:lnTo>
                    <a:pt x="681250" y="11458"/>
                  </a:lnTo>
                  <a:lnTo>
                    <a:pt x="681250" y="41042"/>
                  </a:lnTo>
                  <a:lnTo>
                    <a:pt x="686355" y="41042"/>
                  </a:lnTo>
                  <a:cubicBezTo>
                    <a:pt x="693229" y="41042"/>
                    <a:pt x="700339" y="40782"/>
                    <a:pt x="707709" y="40261"/>
                  </a:cubicBezTo>
                  <a:cubicBezTo>
                    <a:pt x="715065" y="39740"/>
                    <a:pt x="721875" y="38854"/>
                    <a:pt x="728126" y="37604"/>
                  </a:cubicBezTo>
                  <a:lnTo>
                    <a:pt x="728126" y="44792"/>
                  </a:lnTo>
                  <a:cubicBezTo>
                    <a:pt x="725065" y="45417"/>
                    <a:pt x="721732" y="45951"/>
                    <a:pt x="718126" y="46407"/>
                  </a:cubicBezTo>
                  <a:cubicBezTo>
                    <a:pt x="714519" y="46849"/>
                    <a:pt x="710730" y="47253"/>
                    <a:pt x="706771" y="47604"/>
                  </a:cubicBezTo>
                  <a:cubicBezTo>
                    <a:pt x="702813" y="47878"/>
                    <a:pt x="698764" y="48086"/>
                    <a:pt x="694636" y="48229"/>
                  </a:cubicBezTo>
                  <a:cubicBezTo>
                    <a:pt x="690508" y="48360"/>
                    <a:pt x="686459" y="48438"/>
                    <a:pt x="682501" y="48438"/>
                  </a:cubicBezTo>
                  <a:lnTo>
                    <a:pt x="675313" y="48438"/>
                  </a:lnTo>
                  <a:cubicBezTo>
                    <a:pt x="674402" y="48438"/>
                    <a:pt x="673815" y="48294"/>
                    <a:pt x="673542" y="48021"/>
                  </a:cubicBezTo>
                  <a:cubicBezTo>
                    <a:pt x="673269" y="47735"/>
                    <a:pt x="673126" y="47188"/>
                    <a:pt x="673126" y="46355"/>
                  </a:cubicBezTo>
                  <a:lnTo>
                    <a:pt x="673126" y="6458"/>
                  </a:lnTo>
                  <a:cubicBezTo>
                    <a:pt x="673126" y="5625"/>
                    <a:pt x="673282" y="5052"/>
                    <a:pt x="673594" y="4740"/>
                  </a:cubicBezTo>
                  <a:cubicBezTo>
                    <a:pt x="673907" y="4427"/>
                    <a:pt x="674479" y="4271"/>
                    <a:pt x="675313" y="4271"/>
                  </a:cubicBezTo>
                  <a:close/>
                  <a:moveTo>
                    <a:pt x="479271" y="4271"/>
                  </a:moveTo>
                  <a:lnTo>
                    <a:pt x="518646" y="4271"/>
                  </a:lnTo>
                  <a:cubicBezTo>
                    <a:pt x="519479" y="4271"/>
                    <a:pt x="520052" y="4427"/>
                    <a:pt x="520365" y="4740"/>
                  </a:cubicBezTo>
                  <a:cubicBezTo>
                    <a:pt x="520677" y="5052"/>
                    <a:pt x="520834" y="5625"/>
                    <a:pt x="520834" y="6458"/>
                  </a:cubicBezTo>
                  <a:cubicBezTo>
                    <a:pt x="520274" y="12630"/>
                    <a:pt x="518867" y="18334"/>
                    <a:pt x="516615" y="23542"/>
                  </a:cubicBezTo>
                  <a:cubicBezTo>
                    <a:pt x="514362" y="28750"/>
                    <a:pt x="511393" y="33464"/>
                    <a:pt x="507709" y="37709"/>
                  </a:cubicBezTo>
                  <a:cubicBezTo>
                    <a:pt x="504024" y="41940"/>
                    <a:pt x="499701" y="45677"/>
                    <a:pt x="494740" y="48906"/>
                  </a:cubicBezTo>
                  <a:cubicBezTo>
                    <a:pt x="489766" y="52136"/>
                    <a:pt x="484336" y="54792"/>
                    <a:pt x="478438" y="56875"/>
                  </a:cubicBezTo>
                  <a:lnTo>
                    <a:pt x="472917" y="50730"/>
                  </a:lnTo>
                  <a:cubicBezTo>
                    <a:pt x="483750" y="47110"/>
                    <a:pt x="492604" y="41901"/>
                    <a:pt x="499480" y="35104"/>
                  </a:cubicBezTo>
                  <a:cubicBezTo>
                    <a:pt x="506354" y="28294"/>
                    <a:pt x="510443" y="20417"/>
                    <a:pt x="511771" y="11458"/>
                  </a:cubicBezTo>
                  <a:lnTo>
                    <a:pt x="479271" y="11458"/>
                  </a:lnTo>
                  <a:close/>
                  <a:moveTo>
                    <a:pt x="296250" y="4271"/>
                  </a:moveTo>
                  <a:lnTo>
                    <a:pt x="341250" y="4271"/>
                  </a:lnTo>
                  <a:lnTo>
                    <a:pt x="341250" y="11250"/>
                  </a:lnTo>
                  <a:lnTo>
                    <a:pt x="323021" y="11250"/>
                  </a:lnTo>
                  <a:lnTo>
                    <a:pt x="323021" y="16979"/>
                  </a:lnTo>
                  <a:cubicBezTo>
                    <a:pt x="323021" y="20443"/>
                    <a:pt x="323594" y="23659"/>
                    <a:pt x="324740" y="26615"/>
                  </a:cubicBezTo>
                  <a:cubicBezTo>
                    <a:pt x="325886" y="29558"/>
                    <a:pt x="327396" y="32214"/>
                    <a:pt x="329271" y="34583"/>
                  </a:cubicBezTo>
                  <a:cubicBezTo>
                    <a:pt x="331563" y="37709"/>
                    <a:pt x="334297" y="40339"/>
                    <a:pt x="337500" y="42500"/>
                  </a:cubicBezTo>
                  <a:cubicBezTo>
                    <a:pt x="340690" y="44649"/>
                    <a:pt x="343854" y="46250"/>
                    <a:pt x="346979" y="47292"/>
                  </a:cubicBezTo>
                  <a:cubicBezTo>
                    <a:pt x="346003" y="48256"/>
                    <a:pt x="345000" y="49336"/>
                    <a:pt x="343959" y="50521"/>
                  </a:cubicBezTo>
                  <a:cubicBezTo>
                    <a:pt x="342917" y="51693"/>
                    <a:pt x="342123" y="52708"/>
                    <a:pt x="341563" y="53542"/>
                  </a:cubicBezTo>
                  <a:cubicBezTo>
                    <a:pt x="339688" y="52708"/>
                    <a:pt x="337657" y="51576"/>
                    <a:pt x="335469" y="50157"/>
                  </a:cubicBezTo>
                  <a:cubicBezTo>
                    <a:pt x="333282" y="48724"/>
                    <a:pt x="331146" y="47084"/>
                    <a:pt x="329063" y="45209"/>
                  </a:cubicBezTo>
                  <a:cubicBezTo>
                    <a:pt x="327045" y="43542"/>
                    <a:pt x="325157" y="41641"/>
                    <a:pt x="323386" y="39531"/>
                  </a:cubicBezTo>
                  <a:cubicBezTo>
                    <a:pt x="321615" y="37409"/>
                    <a:pt x="320105" y="35104"/>
                    <a:pt x="318854" y="32605"/>
                  </a:cubicBezTo>
                  <a:cubicBezTo>
                    <a:pt x="317878" y="35235"/>
                    <a:pt x="316641" y="37682"/>
                    <a:pt x="315157" y="39948"/>
                  </a:cubicBezTo>
                  <a:cubicBezTo>
                    <a:pt x="313659" y="42201"/>
                    <a:pt x="311979" y="44297"/>
                    <a:pt x="310104" y="46250"/>
                  </a:cubicBezTo>
                  <a:cubicBezTo>
                    <a:pt x="308021" y="48256"/>
                    <a:pt x="305782" y="50117"/>
                    <a:pt x="303385" y="51823"/>
                  </a:cubicBezTo>
                  <a:cubicBezTo>
                    <a:pt x="300990" y="53516"/>
                    <a:pt x="298542" y="55000"/>
                    <a:pt x="296042" y="56250"/>
                  </a:cubicBezTo>
                  <a:cubicBezTo>
                    <a:pt x="295417" y="55547"/>
                    <a:pt x="294427" y="54609"/>
                    <a:pt x="293073" y="53438"/>
                  </a:cubicBezTo>
                  <a:cubicBezTo>
                    <a:pt x="291719" y="52253"/>
                    <a:pt x="290586" y="51276"/>
                    <a:pt x="289688" y="50521"/>
                  </a:cubicBezTo>
                  <a:cubicBezTo>
                    <a:pt x="293360" y="48920"/>
                    <a:pt x="296888" y="46875"/>
                    <a:pt x="300261" y="44375"/>
                  </a:cubicBezTo>
                  <a:cubicBezTo>
                    <a:pt x="303620" y="41875"/>
                    <a:pt x="306459" y="38958"/>
                    <a:pt x="308750" y="35625"/>
                  </a:cubicBezTo>
                  <a:cubicBezTo>
                    <a:pt x="310547" y="33047"/>
                    <a:pt x="311992" y="30208"/>
                    <a:pt x="313073" y="27084"/>
                  </a:cubicBezTo>
                  <a:cubicBezTo>
                    <a:pt x="314141" y="23959"/>
                    <a:pt x="314688" y="20547"/>
                    <a:pt x="314688" y="16875"/>
                  </a:cubicBezTo>
                  <a:lnTo>
                    <a:pt x="314688" y="11250"/>
                  </a:lnTo>
                  <a:lnTo>
                    <a:pt x="296250" y="11250"/>
                  </a:lnTo>
                  <a:close/>
                  <a:moveTo>
                    <a:pt x="391771" y="3750"/>
                  </a:moveTo>
                  <a:lnTo>
                    <a:pt x="400000" y="3750"/>
                  </a:lnTo>
                  <a:lnTo>
                    <a:pt x="400000" y="19896"/>
                  </a:lnTo>
                  <a:lnTo>
                    <a:pt x="445209" y="19896"/>
                  </a:lnTo>
                  <a:lnTo>
                    <a:pt x="445209" y="3750"/>
                  </a:lnTo>
                  <a:lnTo>
                    <a:pt x="453438" y="3750"/>
                  </a:lnTo>
                  <a:lnTo>
                    <a:pt x="453438" y="50938"/>
                  </a:lnTo>
                  <a:cubicBezTo>
                    <a:pt x="453438" y="51771"/>
                    <a:pt x="453282" y="52344"/>
                    <a:pt x="452969" y="52656"/>
                  </a:cubicBezTo>
                  <a:cubicBezTo>
                    <a:pt x="452657" y="52969"/>
                    <a:pt x="452084" y="53125"/>
                    <a:pt x="451250" y="53125"/>
                  </a:cubicBezTo>
                  <a:lnTo>
                    <a:pt x="426771" y="53125"/>
                  </a:lnTo>
                  <a:lnTo>
                    <a:pt x="426771" y="73542"/>
                  </a:lnTo>
                  <a:lnTo>
                    <a:pt x="465000" y="73542"/>
                  </a:lnTo>
                  <a:lnTo>
                    <a:pt x="465000" y="80729"/>
                  </a:lnTo>
                  <a:lnTo>
                    <a:pt x="380209" y="80729"/>
                  </a:lnTo>
                  <a:lnTo>
                    <a:pt x="380209" y="73542"/>
                  </a:lnTo>
                  <a:lnTo>
                    <a:pt x="418229" y="73542"/>
                  </a:lnTo>
                  <a:lnTo>
                    <a:pt x="418229" y="53125"/>
                  </a:lnTo>
                  <a:lnTo>
                    <a:pt x="393959" y="53125"/>
                  </a:lnTo>
                  <a:cubicBezTo>
                    <a:pt x="393125" y="53125"/>
                    <a:pt x="392552" y="52969"/>
                    <a:pt x="392240" y="52656"/>
                  </a:cubicBezTo>
                  <a:cubicBezTo>
                    <a:pt x="391927" y="52344"/>
                    <a:pt x="391771" y="51771"/>
                    <a:pt x="391771" y="50938"/>
                  </a:cubicBezTo>
                  <a:close/>
                  <a:moveTo>
                    <a:pt x="585417" y="2708"/>
                  </a:moveTo>
                  <a:lnTo>
                    <a:pt x="648334" y="2708"/>
                  </a:lnTo>
                  <a:cubicBezTo>
                    <a:pt x="649167" y="2708"/>
                    <a:pt x="649740" y="2865"/>
                    <a:pt x="650053" y="3177"/>
                  </a:cubicBezTo>
                  <a:cubicBezTo>
                    <a:pt x="650365" y="3490"/>
                    <a:pt x="650521" y="4063"/>
                    <a:pt x="650521" y="4896"/>
                  </a:cubicBezTo>
                  <a:cubicBezTo>
                    <a:pt x="650313" y="10938"/>
                    <a:pt x="649857" y="16329"/>
                    <a:pt x="649167" y="21094"/>
                  </a:cubicBezTo>
                  <a:cubicBezTo>
                    <a:pt x="648464" y="25847"/>
                    <a:pt x="647735" y="30274"/>
                    <a:pt x="646979" y="34375"/>
                  </a:cubicBezTo>
                  <a:lnTo>
                    <a:pt x="639063" y="34375"/>
                  </a:lnTo>
                  <a:cubicBezTo>
                    <a:pt x="639896" y="30208"/>
                    <a:pt x="640547" y="26172"/>
                    <a:pt x="641042" y="22292"/>
                  </a:cubicBezTo>
                  <a:cubicBezTo>
                    <a:pt x="641524" y="18399"/>
                    <a:pt x="641875" y="14232"/>
                    <a:pt x="642084" y="9792"/>
                  </a:cubicBezTo>
                  <a:lnTo>
                    <a:pt x="585417" y="9792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021"/>
                  </a:lnTo>
                  <a:cubicBezTo>
                    <a:pt x="33646" y="16901"/>
                    <a:pt x="34297" y="20534"/>
                    <a:pt x="35625" y="23906"/>
                  </a:cubicBezTo>
                  <a:cubicBezTo>
                    <a:pt x="36940" y="27266"/>
                    <a:pt x="38750" y="30313"/>
                    <a:pt x="41042" y="33021"/>
                  </a:cubicBezTo>
                  <a:cubicBezTo>
                    <a:pt x="43255" y="35729"/>
                    <a:pt x="45833" y="38086"/>
                    <a:pt x="48750" y="40104"/>
                  </a:cubicBezTo>
                  <a:cubicBezTo>
                    <a:pt x="51667" y="42110"/>
                    <a:pt x="54688" y="43672"/>
                    <a:pt x="57813" y="44792"/>
                  </a:cubicBezTo>
                  <a:lnTo>
                    <a:pt x="52396" y="51250"/>
                  </a:lnTo>
                  <a:cubicBezTo>
                    <a:pt x="50443" y="50339"/>
                    <a:pt x="48385" y="49180"/>
                    <a:pt x="46198" y="47760"/>
                  </a:cubicBezTo>
                  <a:cubicBezTo>
                    <a:pt x="44011" y="46328"/>
                    <a:pt x="41875" y="44714"/>
                    <a:pt x="39792" y="42917"/>
                  </a:cubicBezTo>
                  <a:cubicBezTo>
                    <a:pt x="37708" y="41042"/>
                    <a:pt x="35742" y="39010"/>
                    <a:pt x="33906" y="36823"/>
                  </a:cubicBezTo>
                  <a:cubicBezTo>
                    <a:pt x="32057" y="34635"/>
                    <a:pt x="30586" y="32292"/>
                    <a:pt x="29479" y="29792"/>
                  </a:cubicBezTo>
                  <a:cubicBezTo>
                    <a:pt x="28503" y="32500"/>
                    <a:pt x="27188" y="35026"/>
                    <a:pt x="25521" y="37396"/>
                  </a:cubicBezTo>
                  <a:cubicBezTo>
                    <a:pt x="23854" y="39753"/>
                    <a:pt x="21979" y="41979"/>
                    <a:pt x="19896" y="44063"/>
                  </a:cubicBezTo>
                  <a:cubicBezTo>
                    <a:pt x="17813" y="46068"/>
                    <a:pt x="15599" y="47917"/>
                    <a:pt x="13281" y="49584"/>
                  </a:cubicBezTo>
                  <a:cubicBezTo>
                    <a:pt x="10951" y="51250"/>
                    <a:pt x="8646" y="52708"/>
                    <a:pt x="6354" y="53959"/>
                  </a:cubicBezTo>
                  <a:lnTo>
                    <a:pt x="0" y="48229"/>
                  </a:lnTo>
                  <a:cubicBezTo>
                    <a:pt x="3399" y="46628"/>
                    <a:pt x="6615" y="44701"/>
                    <a:pt x="9635" y="42448"/>
                  </a:cubicBezTo>
                  <a:cubicBezTo>
                    <a:pt x="12656" y="40182"/>
                    <a:pt x="15312" y="37630"/>
                    <a:pt x="17604" y="34792"/>
                  </a:cubicBezTo>
                  <a:cubicBezTo>
                    <a:pt x="19896" y="31940"/>
                    <a:pt x="21706" y="28763"/>
                    <a:pt x="23021" y="25260"/>
                  </a:cubicBezTo>
                  <a:cubicBezTo>
                    <a:pt x="24336" y="21745"/>
                    <a:pt x="25000" y="17917"/>
                    <a:pt x="25000" y="13750"/>
                  </a:cubicBezTo>
                  <a:close/>
                  <a:moveTo>
                    <a:pt x="225000" y="1146"/>
                  </a:moveTo>
                  <a:cubicBezTo>
                    <a:pt x="228542" y="1146"/>
                    <a:pt x="231784" y="1797"/>
                    <a:pt x="234740" y="3125"/>
                  </a:cubicBezTo>
                  <a:cubicBezTo>
                    <a:pt x="237682" y="4440"/>
                    <a:pt x="240235" y="6211"/>
                    <a:pt x="242396" y="8438"/>
                  </a:cubicBezTo>
                  <a:cubicBezTo>
                    <a:pt x="244544" y="10729"/>
                    <a:pt x="246224" y="13359"/>
                    <a:pt x="247448" y="16354"/>
                  </a:cubicBezTo>
                  <a:cubicBezTo>
                    <a:pt x="248659" y="19336"/>
                    <a:pt x="249271" y="22526"/>
                    <a:pt x="249271" y="25938"/>
                  </a:cubicBezTo>
                  <a:cubicBezTo>
                    <a:pt x="249271" y="29336"/>
                    <a:pt x="248659" y="32526"/>
                    <a:pt x="247448" y="35521"/>
                  </a:cubicBezTo>
                  <a:cubicBezTo>
                    <a:pt x="246224" y="38503"/>
                    <a:pt x="244544" y="41107"/>
                    <a:pt x="242396" y="43333"/>
                  </a:cubicBezTo>
                  <a:cubicBezTo>
                    <a:pt x="240235" y="45625"/>
                    <a:pt x="237682" y="47409"/>
                    <a:pt x="234740" y="48698"/>
                  </a:cubicBezTo>
                  <a:cubicBezTo>
                    <a:pt x="231784" y="49974"/>
                    <a:pt x="228542" y="50625"/>
                    <a:pt x="225000" y="50625"/>
                  </a:cubicBezTo>
                  <a:cubicBezTo>
                    <a:pt x="221393" y="50625"/>
                    <a:pt x="218086" y="49974"/>
                    <a:pt x="215104" y="48698"/>
                  </a:cubicBezTo>
                  <a:cubicBezTo>
                    <a:pt x="212110" y="47409"/>
                    <a:pt x="209545" y="45625"/>
                    <a:pt x="207396" y="43333"/>
                  </a:cubicBezTo>
                  <a:cubicBezTo>
                    <a:pt x="205234" y="41107"/>
                    <a:pt x="203568" y="38503"/>
                    <a:pt x="202396" y="35521"/>
                  </a:cubicBezTo>
                  <a:cubicBezTo>
                    <a:pt x="201211" y="32526"/>
                    <a:pt x="200625" y="29336"/>
                    <a:pt x="200625" y="25938"/>
                  </a:cubicBezTo>
                  <a:cubicBezTo>
                    <a:pt x="200625" y="22526"/>
                    <a:pt x="201211" y="19336"/>
                    <a:pt x="202396" y="16354"/>
                  </a:cubicBezTo>
                  <a:cubicBezTo>
                    <a:pt x="203568" y="13359"/>
                    <a:pt x="205234" y="10729"/>
                    <a:pt x="207396" y="8438"/>
                  </a:cubicBezTo>
                  <a:cubicBezTo>
                    <a:pt x="209545" y="6211"/>
                    <a:pt x="212110" y="4440"/>
                    <a:pt x="215104" y="3125"/>
                  </a:cubicBezTo>
                  <a:cubicBezTo>
                    <a:pt x="218086" y="1797"/>
                    <a:pt x="221393" y="1146"/>
                    <a:pt x="225000" y="1146"/>
                  </a:cubicBezTo>
                  <a:close/>
                  <a:moveTo>
                    <a:pt x="732396" y="0"/>
                  </a:moveTo>
                  <a:lnTo>
                    <a:pt x="740625" y="0"/>
                  </a:lnTo>
                  <a:lnTo>
                    <a:pt x="740625" y="22813"/>
                  </a:lnTo>
                  <a:lnTo>
                    <a:pt x="753125" y="22813"/>
                  </a:lnTo>
                  <a:lnTo>
                    <a:pt x="753125" y="30104"/>
                  </a:lnTo>
                  <a:lnTo>
                    <a:pt x="740625" y="30104"/>
                  </a:lnTo>
                  <a:lnTo>
                    <a:pt x="740625" y="67709"/>
                  </a:lnTo>
                  <a:lnTo>
                    <a:pt x="732396" y="67709"/>
                  </a:lnTo>
                  <a:close/>
                  <a:moveTo>
                    <a:pt x="540730" y="0"/>
                  </a:moveTo>
                  <a:lnTo>
                    <a:pt x="548959" y="0"/>
                  </a:lnTo>
                  <a:lnTo>
                    <a:pt x="548959" y="67500"/>
                  </a:lnTo>
                  <a:lnTo>
                    <a:pt x="540730" y="67500"/>
                  </a:lnTo>
                  <a:lnTo>
                    <a:pt x="540730" y="34583"/>
                  </a:lnTo>
                  <a:lnTo>
                    <a:pt x="521355" y="34583"/>
                  </a:lnTo>
                  <a:lnTo>
                    <a:pt x="521355" y="27396"/>
                  </a:lnTo>
                  <a:lnTo>
                    <a:pt x="540730" y="27396"/>
                  </a:lnTo>
                  <a:close/>
                  <a:moveTo>
                    <a:pt x="359479" y="0"/>
                  </a:moveTo>
                  <a:lnTo>
                    <a:pt x="367604" y="0"/>
                  </a:lnTo>
                  <a:lnTo>
                    <a:pt x="367604" y="67709"/>
                  </a:lnTo>
                  <a:lnTo>
                    <a:pt x="359479" y="67709"/>
                  </a:lnTo>
                  <a:lnTo>
                    <a:pt x="359479" y="29063"/>
                  </a:lnTo>
                  <a:lnTo>
                    <a:pt x="340208" y="29063"/>
                  </a:lnTo>
                  <a:lnTo>
                    <a:pt x="340208" y="21771"/>
                  </a:lnTo>
                  <a:lnTo>
                    <a:pt x="359479" y="21771"/>
                  </a:lnTo>
                  <a:close/>
                  <a:moveTo>
                    <a:pt x="263750" y="0"/>
                  </a:moveTo>
                  <a:lnTo>
                    <a:pt x="271771" y="0"/>
                  </a:lnTo>
                  <a:lnTo>
                    <a:pt x="271771" y="22813"/>
                  </a:lnTo>
                  <a:lnTo>
                    <a:pt x="284479" y="22813"/>
                  </a:lnTo>
                  <a:lnTo>
                    <a:pt x="284479" y="30104"/>
                  </a:lnTo>
                  <a:lnTo>
                    <a:pt x="271771" y="30104"/>
                  </a:lnTo>
                  <a:lnTo>
                    <a:pt x="271771" y="67917"/>
                  </a:lnTo>
                  <a:lnTo>
                    <a:pt x="263750" y="67917"/>
                  </a:lnTo>
                  <a:close/>
                  <a:moveTo>
                    <a:pt x="162604" y="0"/>
                  </a:moveTo>
                  <a:lnTo>
                    <a:pt x="170729" y="0"/>
                  </a:lnTo>
                  <a:lnTo>
                    <a:pt x="170729" y="48542"/>
                  </a:lnTo>
                  <a:lnTo>
                    <a:pt x="162604" y="48542"/>
                  </a:lnTo>
                  <a:lnTo>
                    <a:pt x="162604" y="27605"/>
                  </a:lnTo>
                  <a:lnTo>
                    <a:pt x="144479" y="27605"/>
                  </a:lnTo>
                  <a:cubicBezTo>
                    <a:pt x="143919" y="30313"/>
                    <a:pt x="142943" y="32813"/>
                    <a:pt x="141563" y="35104"/>
                  </a:cubicBezTo>
                  <a:cubicBezTo>
                    <a:pt x="140170" y="37396"/>
                    <a:pt x="138437" y="39336"/>
                    <a:pt x="136354" y="40938"/>
                  </a:cubicBezTo>
                  <a:cubicBezTo>
                    <a:pt x="134271" y="42526"/>
                    <a:pt x="131901" y="43776"/>
                    <a:pt x="129271" y="44688"/>
                  </a:cubicBezTo>
                  <a:cubicBezTo>
                    <a:pt x="126628" y="45586"/>
                    <a:pt x="123880" y="46042"/>
                    <a:pt x="121042" y="46042"/>
                  </a:cubicBezTo>
                  <a:cubicBezTo>
                    <a:pt x="117852" y="46042"/>
                    <a:pt x="114805" y="45482"/>
                    <a:pt x="111927" y="44375"/>
                  </a:cubicBezTo>
                  <a:cubicBezTo>
                    <a:pt x="109036" y="43256"/>
                    <a:pt x="106523" y="41693"/>
                    <a:pt x="104375" y="39688"/>
                  </a:cubicBezTo>
                  <a:cubicBezTo>
                    <a:pt x="102214" y="37735"/>
                    <a:pt x="100521" y="35378"/>
                    <a:pt x="99271" y="32605"/>
                  </a:cubicBezTo>
                  <a:cubicBezTo>
                    <a:pt x="98021" y="29818"/>
                    <a:pt x="97396" y="26797"/>
                    <a:pt x="97396" y="23542"/>
                  </a:cubicBezTo>
                  <a:cubicBezTo>
                    <a:pt x="97396" y="20274"/>
                    <a:pt x="97995" y="17266"/>
                    <a:pt x="99219" y="14532"/>
                  </a:cubicBezTo>
                  <a:cubicBezTo>
                    <a:pt x="100430" y="11784"/>
                    <a:pt x="102110" y="9440"/>
                    <a:pt x="104271" y="7500"/>
                  </a:cubicBezTo>
                  <a:cubicBezTo>
                    <a:pt x="106419" y="5482"/>
                    <a:pt x="108932" y="3920"/>
                    <a:pt x="111823" y="2813"/>
                  </a:cubicBezTo>
                  <a:cubicBezTo>
                    <a:pt x="114700" y="1693"/>
                    <a:pt x="117774" y="1146"/>
                    <a:pt x="121042" y="1146"/>
                  </a:cubicBezTo>
                  <a:cubicBezTo>
                    <a:pt x="123958" y="1146"/>
                    <a:pt x="126771" y="1628"/>
                    <a:pt x="129479" y="2604"/>
                  </a:cubicBezTo>
                  <a:cubicBezTo>
                    <a:pt x="132188" y="3568"/>
                    <a:pt x="134583" y="4896"/>
                    <a:pt x="136667" y="6563"/>
                  </a:cubicBezTo>
                  <a:cubicBezTo>
                    <a:pt x="138815" y="8295"/>
                    <a:pt x="140586" y="10339"/>
                    <a:pt x="141979" y="12709"/>
                  </a:cubicBezTo>
                  <a:cubicBezTo>
                    <a:pt x="143360" y="15065"/>
                    <a:pt x="144271" y="17630"/>
                    <a:pt x="144688" y="20417"/>
                  </a:cubicBezTo>
                  <a:lnTo>
                    <a:pt x="162604" y="20417"/>
                  </a:lnTo>
                  <a:close/>
                  <a:moveTo>
                    <a:pt x="67709" y="0"/>
                  </a:moveTo>
                  <a:lnTo>
                    <a:pt x="75833" y="0"/>
                  </a:lnTo>
                  <a:lnTo>
                    <a:pt x="75833" y="27500"/>
                  </a:lnTo>
                  <a:lnTo>
                    <a:pt x="88542" y="27500"/>
                  </a:lnTo>
                  <a:lnTo>
                    <a:pt x="88542" y="34792"/>
                  </a:lnTo>
                  <a:lnTo>
                    <a:pt x="75833" y="34792"/>
                  </a:lnTo>
                  <a:lnTo>
                    <a:pt x="75833" y="67709"/>
                  </a:lnTo>
                  <a:lnTo>
                    <a:pt x="67709" y="67709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1" name="TextBox 520">
              <a:extLst>
                <a:ext uri="{FF2B5EF4-FFF2-40B4-BE49-F238E27FC236}">
                  <a16:creationId xmlns:a16="http://schemas.microsoft.com/office/drawing/2014/main" id="{12810C6C-A442-48C6-AD22-75C7F1A15A44}"/>
                </a:ext>
              </a:extLst>
            </p:cNvPr>
            <p:cNvSpPr txBox="1"/>
            <p:nvPr/>
          </p:nvSpPr>
          <p:spPr>
            <a:xfrm>
              <a:off x="4607027" y="4615905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산업안전보건공단</a:t>
              </a:r>
            </a:p>
          </p:txBody>
        </p:sp>
        <p:sp>
          <p:nvSpPr>
            <p:cNvPr id="522" name="자유형: 도형 521">
              <a:extLst>
                <a:ext uri="{FF2B5EF4-FFF2-40B4-BE49-F238E27FC236}">
                  <a16:creationId xmlns:a16="http://schemas.microsoft.com/office/drawing/2014/main" id="{BD18F136-09F0-4366-8CA5-8940D6EEB985}"/>
                </a:ext>
              </a:extLst>
            </p:cNvPr>
            <p:cNvSpPr/>
            <p:nvPr/>
          </p:nvSpPr>
          <p:spPr>
            <a:xfrm>
              <a:off x="975017" y="4948174"/>
              <a:ext cx="50000" cy="79479"/>
            </a:xfrm>
            <a:custGeom>
              <a:avLst/>
              <a:gdLst>
                <a:gd name="connsiteX0" fmla="*/ 25000 w 50000"/>
                <a:gd name="connsiteY0" fmla="*/ 42084 h 79479"/>
                <a:gd name="connsiteX1" fmla="*/ 18854 w 50000"/>
                <a:gd name="connsiteY1" fmla="*/ 43073 h 79479"/>
                <a:gd name="connsiteX2" fmla="*/ 13542 w 50000"/>
                <a:gd name="connsiteY2" fmla="*/ 45938 h 79479"/>
                <a:gd name="connsiteX3" fmla="*/ 9740 w 50000"/>
                <a:gd name="connsiteY3" fmla="*/ 50677 h 79479"/>
                <a:gd name="connsiteX4" fmla="*/ 8333 w 50000"/>
                <a:gd name="connsiteY4" fmla="*/ 57292 h 79479"/>
                <a:gd name="connsiteX5" fmla="*/ 12760 w 50000"/>
                <a:gd name="connsiteY5" fmla="*/ 68334 h 79479"/>
                <a:gd name="connsiteX6" fmla="*/ 25000 w 50000"/>
                <a:gd name="connsiteY6" fmla="*/ 72500 h 79479"/>
                <a:gd name="connsiteX7" fmla="*/ 37135 w 50000"/>
                <a:gd name="connsiteY7" fmla="*/ 68334 h 79479"/>
                <a:gd name="connsiteX8" fmla="*/ 41667 w 50000"/>
                <a:gd name="connsiteY8" fmla="*/ 57292 h 79479"/>
                <a:gd name="connsiteX9" fmla="*/ 40208 w 50000"/>
                <a:gd name="connsiteY9" fmla="*/ 50677 h 79479"/>
                <a:gd name="connsiteX10" fmla="*/ 36354 w 50000"/>
                <a:gd name="connsiteY10" fmla="*/ 45938 h 79479"/>
                <a:gd name="connsiteX11" fmla="*/ 31042 w 50000"/>
                <a:gd name="connsiteY11" fmla="*/ 43073 h 79479"/>
                <a:gd name="connsiteX12" fmla="*/ 25000 w 50000"/>
                <a:gd name="connsiteY12" fmla="*/ 42084 h 79479"/>
                <a:gd name="connsiteX13" fmla="*/ 25000 w 50000"/>
                <a:gd name="connsiteY13" fmla="*/ 6979 h 79479"/>
                <a:gd name="connsiteX14" fmla="*/ 13854 w 50000"/>
                <a:gd name="connsiteY14" fmla="*/ 10729 h 79479"/>
                <a:gd name="connsiteX15" fmla="*/ 9271 w 50000"/>
                <a:gd name="connsiteY15" fmla="*/ 20729 h 79479"/>
                <a:gd name="connsiteX16" fmla="*/ 13750 w 50000"/>
                <a:gd name="connsiteY16" fmla="*/ 30886 h 79479"/>
                <a:gd name="connsiteX17" fmla="*/ 25000 w 50000"/>
                <a:gd name="connsiteY17" fmla="*/ 34479 h 79479"/>
                <a:gd name="connsiteX18" fmla="*/ 36146 w 50000"/>
                <a:gd name="connsiteY18" fmla="*/ 30886 h 79479"/>
                <a:gd name="connsiteX19" fmla="*/ 40729 w 50000"/>
                <a:gd name="connsiteY19" fmla="*/ 20729 h 79479"/>
                <a:gd name="connsiteX20" fmla="*/ 36146 w 50000"/>
                <a:gd name="connsiteY20" fmla="*/ 10729 h 79479"/>
                <a:gd name="connsiteX21" fmla="*/ 25000 w 50000"/>
                <a:gd name="connsiteY21" fmla="*/ 6979 h 79479"/>
                <a:gd name="connsiteX22" fmla="*/ 25000 w 50000"/>
                <a:gd name="connsiteY22" fmla="*/ 0 h 79479"/>
                <a:gd name="connsiteX23" fmla="*/ 42344 w 50000"/>
                <a:gd name="connsiteY23" fmla="*/ 5417 h 79479"/>
                <a:gd name="connsiteX24" fmla="*/ 49062 w 50000"/>
                <a:gd name="connsiteY24" fmla="*/ 20625 h 79479"/>
                <a:gd name="connsiteX25" fmla="*/ 48073 w 50000"/>
                <a:gd name="connsiteY25" fmla="*/ 26250 h 79479"/>
                <a:gd name="connsiteX26" fmla="*/ 45313 w 50000"/>
                <a:gd name="connsiteY26" fmla="*/ 31563 h 79479"/>
                <a:gd name="connsiteX27" fmla="*/ 40937 w 50000"/>
                <a:gd name="connsiteY27" fmla="*/ 35990 h 79479"/>
                <a:gd name="connsiteX28" fmla="*/ 35417 w 50000"/>
                <a:gd name="connsiteY28" fmla="*/ 38750 h 79479"/>
                <a:gd name="connsiteX29" fmla="*/ 46146 w 50000"/>
                <a:gd name="connsiteY29" fmla="*/ 45573 h 79479"/>
                <a:gd name="connsiteX30" fmla="*/ 50000 w 50000"/>
                <a:gd name="connsiteY30" fmla="*/ 57188 h 79479"/>
                <a:gd name="connsiteX31" fmla="*/ 42969 w 50000"/>
                <a:gd name="connsiteY31" fmla="*/ 73698 h 79479"/>
                <a:gd name="connsiteX32" fmla="*/ 24896 w 50000"/>
                <a:gd name="connsiteY32" fmla="*/ 79479 h 79479"/>
                <a:gd name="connsiteX33" fmla="*/ 6823 w 50000"/>
                <a:gd name="connsiteY33" fmla="*/ 73698 h 79479"/>
                <a:gd name="connsiteX34" fmla="*/ 0 w 50000"/>
                <a:gd name="connsiteY34" fmla="*/ 57188 h 79479"/>
                <a:gd name="connsiteX35" fmla="*/ 3750 w 50000"/>
                <a:gd name="connsiteY35" fmla="*/ 46094 h 79479"/>
                <a:gd name="connsiteX36" fmla="*/ 14687 w 50000"/>
                <a:gd name="connsiteY36" fmla="*/ 38333 h 79479"/>
                <a:gd name="connsiteX37" fmla="*/ 4531 w 50000"/>
                <a:gd name="connsiteY37" fmla="*/ 31979 h 79479"/>
                <a:gd name="connsiteX38" fmla="*/ 937 w 50000"/>
                <a:gd name="connsiteY38" fmla="*/ 20625 h 79479"/>
                <a:gd name="connsiteX39" fmla="*/ 7604 w 50000"/>
                <a:gd name="connsiteY39" fmla="*/ 5417 h 79479"/>
                <a:gd name="connsiteX40" fmla="*/ 25000 w 50000"/>
                <a:gd name="connsiteY40" fmla="*/ 0 h 7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0000" h="79479">
                  <a:moveTo>
                    <a:pt x="25000" y="42084"/>
                  </a:moveTo>
                  <a:cubicBezTo>
                    <a:pt x="22917" y="42084"/>
                    <a:pt x="20868" y="42409"/>
                    <a:pt x="18854" y="43073"/>
                  </a:cubicBezTo>
                  <a:cubicBezTo>
                    <a:pt x="16840" y="43724"/>
                    <a:pt x="15069" y="44688"/>
                    <a:pt x="13542" y="45938"/>
                  </a:cubicBezTo>
                  <a:cubicBezTo>
                    <a:pt x="11944" y="47188"/>
                    <a:pt x="10677" y="48763"/>
                    <a:pt x="9740" y="50677"/>
                  </a:cubicBezTo>
                  <a:cubicBezTo>
                    <a:pt x="8802" y="52578"/>
                    <a:pt x="8333" y="54792"/>
                    <a:pt x="8333" y="57292"/>
                  </a:cubicBezTo>
                  <a:cubicBezTo>
                    <a:pt x="8333" y="61875"/>
                    <a:pt x="9809" y="65547"/>
                    <a:pt x="12760" y="68334"/>
                  </a:cubicBezTo>
                  <a:cubicBezTo>
                    <a:pt x="15712" y="71107"/>
                    <a:pt x="19792" y="72500"/>
                    <a:pt x="25000" y="72500"/>
                  </a:cubicBezTo>
                  <a:cubicBezTo>
                    <a:pt x="30069" y="72500"/>
                    <a:pt x="34115" y="71107"/>
                    <a:pt x="37135" y="68334"/>
                  </a:cubicBezTo>
                  <a:cubicBezTo>
                    <a:pt x="40156" y="65547"/>
                    <a:pt x="41667" y="61875"/>
                    <a:pt x="41667" y="57292"/>
                  </a:cubicBezTo>
                  <a:cubicBezTo>
                    <a:pt x="41667" y="54792"/>
                    <a:pt x="41181" y="52578"/>
                    <a:pt x="40208" y="50677"/>
                  </a:cubicBezTo>
                  <a:cubicBezTo>
                    <a:pt x="39236" y="48763"/>
                    <a:pt x="37952" y="47188"/>
                    <a:pt x="36354" y="45938"/>
                  </a:cubicBezTo>
                  <a:cubicBezTo>
                    <a:pt x="34827" y="44688"/>
                    <a:pt x="33056" y="43724"/>
                    <a:pt x="31042" y="43073"/>
                  </a:cubicBezTo>
                  <a:cubicBezTo>
                    <a:pt x="29027" y="42409"/>
                    <a:pt x="27014" y="42084"/>
                    <a:pt x="25000" y="42084"/>
                  </a:cubicBezTo>
                  <a:close/>
                  <a:moveTo>
                    <a:pt x="25000" y="6979"/>
                  </a:moveTo>
                  <a:cubicBezTo>
                    <a:pt x="20625" y="6979"/>
                    <a:pt x="16910" y="8229"/>
                    <a:pt x="13854" y="10729"/>
                  </a:cubicBezTo>
                  <a:cubicBezTo>
                    <a:pt x="10798" y="13229"/>
                    <a:pt x="9271" y="16563"/>
                    <a:pt x="9271" y="20729"/>
                  </a:cubicBezTo>
                  <a:cubicBezTo>
                    <a:pt x="9271" y="25104"/>
                    <a:pt x="10764" y="28490"/>
                    <a:pt x="13750" y="30886"/>
                  </a:cubicBezTo>
                  <a:cubicBezTo>
                    <a:pt x="16736" y="33281"/>
                    <a:pt x="20486" y="34479"/>
                    <a:pt x="25000" y="34479"/>
                  </a:cubicBezTo>
                  <a:cubicBezTo>
                    <a:pt x="29375" y="34479"/>
                    <a:pt x="33090" y="33281"/>
                    <a:pt x="36146" y="30886"/>
                  </a:cubicBezTo>
                  <a:cubicBezTo>
                    <a:pt x="39202" y="28490"/>
                    <a:pt x="40729" y="25104"/>
                    <a:pt x="40729" y="20729"/>
                  </a:cubicBezTo>
                  <a:cubicBezTo>
                    <a:pt x="40729" y="16563"/>
                    <a:pt x="39202" y="13229"/>
                    <a:pt x="36146" y="10729"/>
                  </a:cubicBezTo>
                  <a:cubicBezTo>
                    <a:pt x="33090" y="8229"/>
                    <a:pt x="29375" y="6979"/>
                    <a:pt x="25000" y="6979"/>
                  </a:cubicBezTo>
                  <a:close/>
                  <a:moveTo>
                    <a:pt x="25000" y="0"/>
                  </a:moveTo>
                  <a:cubicBezTo>
                    <a:pt x="32083" y="0"/>
                    <a:pt x="37865" y="1797"/>
                    <a:pt x="42344" y="5417"/>
                  </a:cubicBezTo>
                  <a:cubicBezTo>
                    <a:pt x="46823" y="9024"/>
                    <a:pt x="49062" y="14089"/>
                    <a:pt x="49062" y="20625"/>
                  </a:cubicBezTo>
                  <a:cubicBezTo>
                    <a:pt x="49062" y="22500"/>
                    <a:pt x="48733" y="24375"/>
                    <a:pt x="48073" y="26250"/>
                  </a:cubicBezTo>
                  <a:cubicBezTo>
                    <a:pt x="47413" y="28125"/>
                    <a:pt x="46493" y="29896"/>
                    <a:pt x="45313" y="31563"/>
                  </a:cubicBezTo>
                  <a:cubicBezTo>
                    <a:pt x="44063" y="33229"/>
                    <a:pt x="42604" y="34701"/>
                    <a:pt x="40937" y="35990"/>
                  </a:cubicBezTo>
                  <a:cubicBezTo>
                    <a:pt x="39271" y="37266"/>
                    <a:pt x="37431" y="38190"/>
                    <a:pt x="35417" y="38750"/>
                  </a:cubicBezTo>
                  <a:cubicBezTo>
                    <a:pt x="40000" y="40000"/>
                    <a:pt x="43577" y="42266"/>
                    <a:pt x="46146" y="45573"/>
                  </a:cubicBezTo>
                  <a:cubicBezTo>
                    <a:pt x="48715" y="48867"/>
                    <a:pt x="50000" y="52735"/>
                    <a:pt x="50000" y="57188"/>
                  </a:cubicBezTo>
                  <a:cubicBezTo>
                    <a:pt x="49931" y="64336"/>
                    <a:pt x="47587" y="69844"/>
                    <a:pt x="42969" y="73698"/>
                  </a:cubicBezTo>
                  <a:cubicBezTo>
                    <a:pt x="38350" y="77552"/>
                    <a:pt x="32327" y="79479"/>
                    <a:pt x="24896" y="79479"/>
                  </a:cubicBezTo>
                  <a:cubicBezTo>
                    <a:pt x="17396" y="79479"/>
                    <a:pt x="11371" y="77552"/>
                    <a:pt x="6823" y="73698"/>
                  </a:cubicBezTo>
                  <a:cubicBezTo>
                    <a:pt x="2275" y="69844"/>
                    <a:pt x="0" y="64336"/>
                    <a:pt x="0" y="57188"/>
                  </a:cubicBezTo>
                  <a:cubicBezTo>
                    <a:pt x="0" y="53295"/>
                    <a:pt x="1250" y="49597"/>
                    <a:pt x="3750" y="46094"/>
                  </a:cubicBezTo>
                  <a:cubicBezTo>
                    <a:pt x="6250" y="42578"/>
                    <a:pt x="9896" y="40000"/>
                    <a:pt x="14687" y="38333"/>
                  </a:cubicBezTo>
                  <a:cubicBezTo>
                    <a:pt x="10313" y="37500"/>
                    <a:pt x="6927" y="35378"/>
                    <a:pt x="4531" y="31979"/>
                  </a:cubicBezTo>
                  <a:cubicBezTo>
                    <a:pt x="2135" y="28568"/>
                    <a:pt x="937" y="24792"/>
                    <a:pt x="937" y="20625"/>
                  </a:cubicBezTo>
                  <a:cubicBezTo>
                    <a:pt x="937" y="14089"/>
                    <a:pt x="3160" y="9024"/>
                    <a:pt x="7604" y="5417"/>
                  </a:cubicBezTo>
                  <a:cubicBezTo>
                    <a:pt x="12048" y="1797"/>
                    <a:pt x="17848" y="0"/>
                    <a:pt x="2500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92191322-FB69-44E8-A0A2-F3CB779EC1A7}"/>
                </a:ext>
              </a:extLst>
            </p:cNvPr>
            <p:cNvSpPr txBox="1"/>
            <p:nvPr/>
          </p:nvSpPr>
          <p:spPr>
            <a:xfrm>
              <a:off x="883577" y="4906895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8</a:t>
              </a:r>
            </a:p>
          </p:txBody>
        </p:sp>
        <p:sp>
          <p:nvSpPr>
            <p:cNvPr id="524" name="TextBox 523">
              <a:extLst>
                <a:ext uri="{FF2B5EF4-FFF2-40B4-BE49-F238E27FC236}">
                  <a16:creationId xmlns:a16="http://schemas.microsoft.com/office/drawing/2014/main" id="{AE15D37A-ED1C-487B-BDF7-E3E60071987F}"/>
                </a:ext>
              </a:extLst>
            </p:cNvPr>
            <p:cNvSpPr txBox="1"/>
            <p:nvPr/>
          </p:nvSpPr>
          <p:spPr>
            <a:xfrm>
              <a:off x="1117485" y="4886478"/>
              <a:ext cx="547463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262626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과학수사</a:t>
              </a:r>
            </a:p>
          </p:txBody>
        </p:sp>
        <p:sp>
          <p:nvSpPr>
            <p:cNvPr id="525" name="TextBox 524">
              <a:extLst>
                <a:ext uri="{FF2B5EF4-FFF2-40B4-BE49-F238E27FC236}">
                  <a16:creationId xmlns:a16="http://schemas.microsoft.com/office/drawing/2014/main" id="{D18B6597-C848-4136-A539-8AD4DA6FFD3B}"/>
                </a:ext>
              </a:extLst>
            </p:cNvPr>
            <p:cNvSpPr txBox="1"/>
            <p:nvPr/>
          </p:nvSpPr>
          <p:spPr>
            <a:xfrm>
              <a:off x="1528455" y="4886478"/>
              <a:ext cx="274025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262626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외</a:t>
              </a:r>
            </a:p>
          </p:txBody>
        </p:sp>
        <p:sp>
          <p:nvSpPr>
            <p:cNvPr id="526" name="TextBox 525">
              <a:extLst>
                <a:ext uri="{FF2B5EF4-FFF2-40B4-BE49-F238E27FC236}">
                  <a16:creationId xmlns:a16="http://schemas.microsoft.com/office/drawing/2014/main" id="{DB0B0FFF-F086-4056-AD80-18746AF67306}"/>
                </a:ext>
              </a:extLst>
            </p:cNvPr>
            <p:cNvSpPr txBox="1"/>
            <p:nvPr/>
          </p:nvSpPr>
          <p:spPr>
            <a:xfrm>
              <a:off x="1654595" y="4886478"/>
              <a:ext cx="547463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262626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유지보수</a:t>
              </a:r>
            </a:p>
          </p:txBody>
        </p:sp>
        <p:grpSp>
          <p:nvGrpSpPr>
            <p:cNvPr id="527" name="그래픽 5">
              <a:extLst>
                <a:ext uri="{FF2B5EF4-FFF2-40B4-BE49-F238E27FC236}">
                  <a16:creationId xmlns:a16="http://schemas.microsoft.com/office/drawing/2014/main" id="{1353C098-9CC8-4C43-8BF7-A2D38CFE6B66}"/>
                </a:ext>
              </a:extLst>
            </p:cNvPr>
            <p:cNvGrpSpPr/>
            <p:nvPr/>
          </p:nvGrpSpPr>
          <p:grpSpPr>
            <a:xfrm>
              <a:off x="2986852" y="4881716"/>
              <a:ext cx="696771" cy="84388"/>
              <a:chOff x="2986852" y="4881716"/>
              <a:chExt cx="696771" cy="84388"/>
            </a:xfrm>
          </p:grpSpPr>
          <p:sp>
            <p:nvSpPr>
              <p:cNvPr id="528" name="자유형: 도형 527">
                <a:extLst>
                  <a:ext uri="{FF2B5EF4-FFF2-40B4-BE49-F238E27FC236}">
                    <a16:creationId xmlns:a16="http://schemas.microsoft.com/office/drawing/2014/main" id="{92C6F8C1-6F57-4620-BE41-14E72059F1F5}"/>
                  </a:ext>
                </a:extLst>
              </p:cNvPr>
              <p:cNvSpPr/>
              <p:nvPr/>
            </p:nvSpPr>
            <p:spPr>
              <a:xfrm>
                <a:off x="2986852" y="4881716"/>
                <a:ext cx="696771" cy="81562"/>
              </a:xfrm>
              <a:custGeom>
                <a:avLst/>
                <a:gdLst>
                  <a:gd name="connsiteX0" fmla="*/ 434063 w 696771"/>
                  <a:gd name="connsiteY0" fmla="*/ 70833 h 81562"/>
                  <a:gd name="connsiteX1" fmla="*/ 444792 w 696771"/>
                  <a:gd name="connsiteY1" fmla="*/ 70833 h 81562"/>
                  <a:gd name="connsiteX2" fmla="*/ 444792 w 696771"/>
                  <a:gd name="connsiteY2" fmla="*/ 81563 h 81562"/>
                  <a:gd name="connsiteX3" fmla="*/ 434063 w 696771"/>
                  <a:gd name="connsiteY3" fmla="*/ 81563 h 81562"/>
                  <a:gd name="connsiteX4" fmla="*/ 251771 w 696771"/>
                  <a:gd name="connsiteY4" fmla="*/ 70833 h 81562"/>
                  <a:gd name="connsiteX5" fmla="*/ 262500 w 696771"/>
                  <a:gd name="connsiteY5" fmla="*/ 70833 h 81562"/>
                  <a:gd name="connsiteX6" fmla="*/ 262500 w 696771"/>
                  <a:gd name="connsiteY6" fmla="*/ 81563 h 81562"/>
                  <a:gd name="connsiteX7" fmla="*/ 251771 w 696771"/>
                  <a:gd name="connsiteY7" fmla="*/ 81563 h 81562"/>
                  <a:gd name="connsiteX8" fmla="*/ 663959 w 696771"/>
                  <a:gd name="connsiteY8" fmla="*/ 33958 h 81562"/>
                  <a:gd name="connsiteX9" fmla="*/ 669323 w 696771"/>
                  <a:gd name="connsiteY9" fmla="*/ 34948 h 81562"/>
                  <a:gd name="connsiteX10" fmla="*/ 674167 w 696771"/>
                  <a:gd name="connsiteY10" fmla="*/ 37917 h 81562"/>
                  <a:gd name="connsiteX11" fmla="*/ 678959 w 696771"/>
                  <a:gd name="connsiteY11" fmla="*/ 41407 h 81562"/>
                  <a:gd name="connsiteX12" fmla="*/ 683230 w 696771"/>
                  <a:gd name="connsiteY12" fmla="*/ 42604 h 81562"/>
                  <a:gd name="connsiteX13" fmla="*/ 688490 w 696771"/>
                  <a:gd name="connsiteY13" fmla="*/ 40313 h 81562"/>
                  <a:gd name="connsiteX14" fmla="*/ 692084 w 696771"/>
                  <a:gd name="connsiteY14" fmla="*/ 33958 h 81562"/>
                  <a:gd name="connsiteX15" fmla="*/ 696771 w 696771"/>
                  <a:gd name="connsiteY15" fmla="*/ 36771 h 81562"/>
                  <a:gd name="connsiteX16" fmla="*/ 691823 w 696771"/>
                  <a:gd name="connsiteY16" fmla="*/ 45834 h 81562"/>
                  <a:gd name="connsiteX17" fmla="*/ 683125 w 696771"/>
                  <a:gd name="connsiteY17" fmla="*/ 49271 h 81562"/>
                  <a:gd name="connsiteX18" fmla="*/ 677709 w 696771"/>
                  <a:gd name="connsiteY18" fmla="*/ 48333 h 81562"/>
                  <a:gd name="connsiteX19" fmla="*/ 672917 w 696771"/>
                  <a:gd name="connsiteY19" fmla="*/ 45313 h 81562"/>
                  <a:gd name="connsiteX20" fmla="*/ 668073 w 696771"/>
                  <a:gd name="connsiteY20" fmla="*/ 41875 h 81562"/>
                  <a:gd name="connsiteX21" fmla="*/ 663854 w 696771"/>
                  <a:gd name="connsiteY21" fmla="*/ 40625 h 81562"/>
                  <a:gd name="connsiteX22" fmla="*/ 658750 w 696771"/>
                  <a:gd name="connsiteY22" fmla="*/ 42656 h 81562"/>
                  <a:gd name="connsiteX23" fmla="*/ 655209 w 696771"/>
                  <a:gd name="connsiteY23" fmla="*/ 48438 h 81562"/>
                  <a:gd name="connsiteX24" fmla="*/ 650521 w 696771"/>
                  <a:gd name="connsiteY24" fmla="*/ 45625 h 81562"/>
                  <a:gd name="connsiteX25" fmla="*/ 655417 w 696771"/>
                  <a:gd name="connsiteY25" fmla="*/ 37396 h 81562"/>
                  <a:gd name="connsiteX26" fmla="*/ 663959 w 696771"/>
                  <a:gd name="connsiteY26" fmla="*/ 33958 h 81562"/>
                  <a:gd name="connsiteX27" fmla="*/ 214167 w 696771"/>
                  <a:gd name="connsiteY27" fmla="*/ 11250 h 81562"/>
                  <a:gd name="connsiteX28" fmla="*/ 187292 w 696771"/>
                  <a:gd name="connsiteY28" fmla="*/ 55313 h 81562"/>
                  <a:gd name="connsiteX29" fmla="*/ 213958 w 696771"/>
                  <a:gd name="connsiteY29" fmla="*/ 55313 h 81562"/>
                  <a:gd name="connsiteX30" fmla="*/ 213958 w 696771"/>
                  <a:gd name="connsiteY30" fmla="*/ 20833 h 81562"/>
                  <a:gd name="connsiteX31" fmla="*/ 519271 w 696771"/>
                  <a:gd name="connsiteY31" fmla="*/ 7188 h 81562"/>
                  <a:gd name="connsiteX32" fmla="*/ 510469 w 696771"/>
                  <a:gd name="connsiteY32" fmla="*/ 10833 h 81562"/>
                  <a:gd name="connsiteX33" fmla="*/ 505729 w 696771"/>
                  <a:gd name="connsiteY33" fmla="*/ 19584 h 81562"/>
                  <a:gd name="connsiteX34" fmla="*/ 503698 w 696771"/>
                  <a:gd name="connsiteY34" fmla="*/ 30573 h 81562"/>
                  <a:gd name="connsiteX35" fmla="*/ 503334 w 696771"/>
                  <a:gd name="connsiteY35" fmla="*/ 40729 h 81562"/>
                  <a:gd name="connsiteX36" fmla="*/ 503698 w 696771"/>
                  <a:gd name="connsiteY36" fmla="*/ 50782 h 81562"/>
                  <a:gd name="connsiteX37" fmla="*/ 505729 w 696771"/>
                  <a:gd name="connsiteY37" fmla="*/ 61667 h 81562"/>
                  <a:gd name="connsiteX38" fmla="*/ 510469 w 696771"/>
                  <a:gd name="connsiteY38" fmla="*/ 70313 h 81562"/>
                  <a:gd name="connsiteX39" fmla="*/ 519271 w 696771"/>
                  <a:gd name="connsiteY39" fmla="*/ 73855 h 81562"/>
                  <a:gd name="connsiteX40" fmla="*/ 528229 w 696771"/>
                  <a:gd name="connsiteY40" fmla="*/ 70313 h 81562"/>
                  <a:gd name="connsiteX41" fmla="*/ 533229 w 696771"/>
                  <a:gd name="connsiteY41" fmla="*/ 61667 h 81562"/>
                  <a:gd name="connsiteX42" fmla="*/ 535521 w 696771"/>
                  <a:gd name="connsiteY42" fmla="*/ 50782 h 81562"/>
                  <a:gd name="connsiteX43" fmla="*/ 536042 w 696771"/>
                  <a:gd name="connsiteY43" fmla="*/ 40729 h 81562"/>
                  <a:gd name="connsiteX44" fmla="*/ 535521 w 696771"/>
                  <a:gd name="connsiteY44" fmla="*/ 30573 h 81562"/>
                  <a:gd name="connsiteX45" fmla="*/ 533229 w 696771"/>
                  <a:gd name="connsiteY45" fmla="*/ 19584 h 81562"/>
                  <a:gd name="connsiteX46" fmla="*/ 528229 w 696771"/>
                  <a:gd name="connsiteY46" fmla="*/ 10833 h 81562"/>
                  <a:gd name="connsiteX47" fmla="*/ 519271 w 696771"/>
                  <a:gd name="connsiteY47" fmla="*/ 7188 h 81562"/>
                  <a:gd name="connsiteX48" fmla="*/ 336979 w 696771"/>
                  <a:gd name="connsiteY48" fmla="*/ 7188 h 81562"/>
                  <a:gd name="connsiteX49" fmla="*/ 328177 w 696771"/>
                  <a:gd name="connsiteY49" fmla="*/ 10833 h 81562"/>
                  <a:gd name="connsiteX50" fmla="*/ 323438 w 696771"/>
                  <a:gd name="connsiteY50" fmla="*/ 19584 h 81562"/>
                  <a:gd name="connsiteX51" fmla="*/ 321407 w 696771"/>
                  <a:gd name="connsiteY51" fmla="*/ 30573 h 81562"/>
                  <a:gd name="connsiteX52" fmla="*/ 321042 w 696771"/>
                  <a:gd name="connsiteY52" fmla="*/ 40729 h 81562"/>
                  <a:gd name="connsiteX53" fmla="*/ 321407 w 696771"/>
                  <a:gd name="connsiteY53" fmla="*/ 50782 h 81562"/>
                  <a:gd name="connsiteX54" fmla="*/ 323438 w 696771"/>
                  <a:gd name="connsiteY54" fmla="*/ 61667 h 81562"/>
                  <a:gd name="connsiteX55" fmla="*/ 328177 w 696771"/>
                  <a:gd name="connsiteY55" fmla="*/ 70313 h 81562"/>
                  <a:gd name="connsiteX56" fmla="*/ 336979 w 696771"/>
                  <a:gd name="connsiteY56" fmla="*/ 73855 h 81562"/>
                  <a:gd name="connsiteX57" fmla="*/ 345938 w 696771"/>
                  <a:gd name="connsiteY57" fmla="*/ 70313 h 81562"/>
                  <a:gd name="connsiteX58" fmla="*/ 350938 w 696771"/>
                  <a:gd name="connsiteY58" fmla="*/ 61667 h 81562"/>
                  <a:gd name="connsiteX59" fmla="*/ 353229 w 696771"/>
                  <a:gd name="connsiteY59" fmla="*/ 50782 h 81562"/>
                  <a:gd name="connsiteX60" fmla="*/ 353750 w 696771"/>
                  <a:gd name="connsiteY60" fmla="*/ 40729 h 81562"/>
                  <a:gd name="connsiteX61" fmla="*/ 353229 w 696771"/>
                  <a:gd name="connsiteY61" fmla="*/ 30573 h 81562"/>
                  <a:gd name="connsiteX62" fmla="*/ 350938 w 696771"/>
                  <a:gd name="connsiteY62" fmla="*/ 19584 h 81562"/>
                  <a:gd name="connsiteX63" fmla="*/ 345938 w 696771"/>
                  <a:gd name="connsiteY63" fmla="*/ 10833 h 81562"/>
                  <a:gd name="connsiteX64" fmla="*/ 336979 w 696771"/>
                  <a:gd name="connsiteY64" fmla="*/ 7188 h 81562"/>
                  <a:gd name="connsiteX65" fmla="*/ 89583 w 696771"/>
                  <a:gd name="connsiteY65" fmla="*/ 7188 h 81562"/>
                  <a:gd name="connsiteX66" fmla="*/ 80781 w 696771"/>
                  <a:gd name="connsiteY66" fmla="*/ 10833 h 81562"/>
                  <a:gd name="connsiteX67" fmla="*/ 76042 w 696771"/>
                  <a:gd name="connsiteY67" fmla="*/ 19584 h 81562"/>
                  <a:gd name="connsiteX68" fmla="*/ 74011 w 696771"/>
                  <a:gd name="connsiteY68" fmla="*/ 30573 h 81562"/>
                  <a:gd name="connsiteX69" fmla="*/ 73646 w 696771"/>
                  <a:gd name="connsiteY69" fmla="*/ 40729 h 81562"/>
                  <a:gd name="connsiteX70" fmla="*/ 74011 w 696771"/>
                  <a:gd name="connsiteY70" fmla="*/ 50782 h 81562"/>
                  <a:gd name="connsiteX71" fmla="*/ 76042 w 696771"/>
                  <a:gd name="connsiteY71" fmla="*/ 61667 h 81562"/>
                  <a:gd name="connsiteX72" fmla="*/ 80781 w 696771"/>
                  <a:gd name="connsiteY72" fmla="*/ 70313 h 81562"/>
                  <a:gd name="connsiteX73" fmla="*/ 89583 w 696771"/>
                  <a:gd name="connsiteY73" fmla="*/ 73855 h 81562"/>
                  <a:gd name="connsiteX74" fmla="*/ 98542 w 696771"/>
                  <a:gd name="connsiteY74" fmla="*/ 70313 h 81562"/>
                  <a:gd name="connsiteX75" fmla="*/ 103542 w 696771"/>
                  <a:gd name="connsiteY75" fmla="*/ 61667 h 81562"/>
                  <a:gd name="connsiteX76" fmla="*/ 105833 w 696771"/>
                  <a:gd name="connsiteY76" fmla="*/ 50782 h 81562"/>
                  <a:gd name="connsiteX77" fmla="*/ 106354 w 696771"/>
                  <a:gd name="connsiteY77" fmla="*/ 40729 h 81562"/>
                  <a:gd name="connsiteX78" fmla="*/ 105833 w 696771"/>
                  <a:gd name="connsiteY78" fmla="*/ 30573 h 81562"/>
                  <a:gd name="connsiteX79" fmla="*/ 103542 w 696771"/>
                  <a:gd name="connsiteY79" fmla="*/ 19584 h 81562"/>
                  <a:gd name="connsiteX80" fmla="*/ 98542 w 696771"/>
                  <a:gd name="connsiteY80" fmla="*/ 10833 h 81562"/>
                  <a:gd name="connsiteX81" fmla="*/ 89583 w 696771"/>
                  <a:gd name="connsiteY81" fmla="*/ 7188 h 81562"/>
                  <a:gd name="connsiteX82" fmla="*/ 583334 w 696771"/>
                  <a:gd name="connsiteY82" fmla="*/ 3125 h 81562"/>
                  <a:gd name="connsiteX83" fmla="*/ 589271 w 696771"/>
                  <a:gd name="connsiteY83" fmla="*/ 3125 h 81562"/>
                  <a:gd name="connsiteX84" fmla="*/ 590834 w 696771"/>
                  <a:gd name="connsiteY84" fmla="*/ 3542 h 81562"/>
                  <a:gd name="connsiteX85" fmla="*/ 591250 w 696771"/>
                  <a:gd name="connsiteY85" fmla="*/ 5105 h 81562"/>
                  <a:gd name="connsiteX86" fmla="*/ 591250 w 696771"/>
                  <a:gd name="connsiteY86" fmla="*/ 79167 h 81562"/>
                  <a:gd name="connsiteX87" fmla="*/ 583021 w 696771"/>
                  <a:gd name="connsiteY87" fmla="*/ 79167 h 81562"/>
                  <a:gd name="connsiteX88" fmla="*/ 583021 w 696771"/>
                  <a:gd name="connsiteY88" fmla="*/ 12083 h 81562"/>
                  <a:gd name="connsiteX89" fmla="*/ 575990 w 696771"/>
                  <a:gd name="connsiteY89" fmla="*/ 17865 h 81562"/>
                  <a:gd name="connsiteX90" fmla="*/ 566771 w 696771"/>
                  <a:gd name="connsiteY90" fmla="*/ 23125 h 81562"/>
                  <a:gd name="connsiteX91" fmla="*/ 566771 w 696771"/>
                  <a:gd name="connsiteY91" fmla="*/ 15208 h 81562"/>
                  <a:gd name="connsiteX92" fmla="*/ 575417 w 696771"/>
                  <a:gd name="connsiteY92" fmla="*/ 10104 h 81562"/>
                  <a:gd name="connsiteX93" fmla="*/ 583334 w 696771"/>
                  <a:gd name="connsiteY93" fmla="*/ 3125 h 81562"/>
                  <a:gd name="connsiteX94" fmla="*/ 212813 w 696771"/>
                  <a:gd name="connsiteY94" fmla="*/ 1979 h 81562"/>
                  <a:gd name="connsiteX95" fmla="*/ 219896 w 696771"/>
                  <a:gd name="connsiteY95" fmla="*/ 1979 h 81562"/>
                  <a:gd name="connsiteX96" fmla="*/ 221458 w 696771"/>
                  <a:gd name="connsiteY96" fmla="*/ 2396 h 81562"/>
                  <a:gd name="connsiteX97" fmla="*/ 221875 w 696771"/>
                  <a:gd name="connsiteY97" fmla="*/ 3959 h 81562"/>
                  <a:gd name="connsiteX98" fmla="*/ 221875 w 696771"/>
                  <a:gd name="connsiteY98" fmla="*/ 55313 h 81562"/>
                  <a:gd name="connsiteX99" fmla="*/ 233229 w 696771"/>
                  <a:gd name="connsiteY99" fmla="*/ 55313 h 81562"/>
                  <a:gd name="connsiteX100" fmla="*/ 233229 w 696771"/>
                  <a:gd name="connsiteY100" fmla="*/ 62500 h 81562"/>
                  <a:gd name="connsiteX101" fmla="*/ 221875 w 696771"/>
                  <a:gd name="connsiteY101" fmla="*/ 62500 h 81562"/>
                  <a:gd name="connsiteX102" fmla="*/ 221875 w 696771"/>
                  <a:gd name="connsiteY102" fmla="*/ 79167 h 81562"/>
                  <a:gd name="connsiteX103" fmla="*/ 213750 w 696771"/>
                  <a:gd name="connsiteY103" fmla="*/ 79167 h 81562"/>
                  <a:gd name="connsiteX104" fmla="*/ 213750 w 696771"/>
                  <a:gd name="connsiteY104" fmla="*/ 62500 h 81562"/>
                  <a:gd name="connsiteX105" fmla="*/ 181354 w 696771"/>
                  <a:gd name="connsiteY105" fmla="*/ 62500 h 81562"/>
                  <a:gd name="connsiteX106" fmla="*/ 179792 w 696771"/>
                  <a:gd name="connsiteY106" fmla="*/ 62083 h 81562"/>
                  <a:gd name="connsiteX107" fmla="*/ 179375 w 696771"/>
                  <a:gd name="connsiteY107" fmla="*/ 60521 h 81562"/>
                  <a:gd name="connsiteX108" fmla="*/ 179375 w 696771"/>
                  <a:gd name="connsiteY108" fmla="*/ 56146 h 81562"/>
                  <a:gd name="connsiteX109" fmla="*/ 179636 w 696771"/>
                  <a:gd name="connsiteY109" fmla="*/ 54636 h 81562"/>
                  <a:gd name="connsiteX110" fmla="*/ 180312 w 696771"/>
                  <a:gd name="connsiteY110" fmla="*/ 53229 h 81562"/>
                  <a:gd name="connsiteX111" fmla="*/ 210729 w 696771"/>
                  <a:gd name="connsiteY111" fmla="*/ 3333 h 81562"/>
                  <a:gd name="connsiteX112" fmla="*/ 211563 w 696771"/>
                  <a:gd name="connsiteY112" fmla="*/ 2344 h 81562"/>
                  <a:gd name="connsiteX113" fmla="*/ 212813 w 696771"/>
                  <a:gd name="connsiteY113" fmla="*/ 1979 h 81562"/>
                  <a:gd name="connsiteX114" fmla="*/ 387604 w 696771"/>
                  <a:gd name="connsiteY114" fmla="*/ 1354 h 81562"/>
                  <a:gd name="connsiteX115" fmla="*/ 403646 w 696771"/>
                  <a:gd name="connsiteY115" fmla="*/ 6458 h 81562"/>
                  <a:gd name="connsiteX116" fmla="*/ 410104 w 696771"/>
                  <a:gd name="connsiteY116" fmla="*/ 21458 h 81562"/>
                  <a:gd name="connsiteX117" fmla="*/ 405990 w 696771"/>
                  <a:gd name="connsiteY117" fmla="*/ 35313 h 81562"/>
                  <a:gd name="connsiteX118" fmla="*/ 396146 w 696771"/>
                  <a:gd name="connsiteY118" fmla="*/ 49271 h 81562"/>
                  <a:gd name="connsiteX119" fmla="*/ 384271 w 696771"/>
                  <a:gd name="connsiteY119" fmla="*/ 61979 h 81562"/>
                  <a:gd name="connsiteX120" fmla="*/ 374063 w 696771"/>
                  <a:gd name="connsiteY120" fmla="*/ 71979 h 81562"/>
                  <a:gd name="connsiteX121" fmla="*/ 411771 w 696771"/>
                  <a:gd name="connsiteY121" fmla="*/ 71979 h 81562"/>
                  <a:gd name="connsiteX122" fmla="*/ 411771 w 696771"/>
                  <a:gd name="connsiteY122" fmla="*/ 79167 h 81562"/>
                  <a:gd name="connsiteX123" fmla="*/ 366042 w 696771"/>
                  <a:gd name="connsiteY123" fmla="*/ 79167 h 81562"/>
                  <a:gd name="connsiteX124" fmla="*/ 364844 w 696771"/>
                  <a:gd name="connsiteY124" fmla="*/ 78854 h 81562"/>
                  <a:gd name="connsiteX125" fmla="*/ 364584 w 696771"/>
                  <a:gd name="connsiteY125" fmla="*/ 77604 h 81562"/>
                  <a:gd name="connsiteX126" fmla="*/ 364584 w 696771"/>
                  <a:gd name="connsiteY126" fmla="*/ 71354 h 81562"/>
                  <a:gd name="connsiteX127" fmla="*/ 368906 w 696771"/>
                  <a:gd name="connsiteY127" fmla="*/ 67188 h 81562"/>
                  <a:gd name="connsiteX128" fmla="*/ 374479 w 696771"/>
                  <a:gd name="connsiteY128" fmla="*/ 61667 h 81562"/>
                  <a:gd name="connsiteX129" fmla="*/ 380521 w 696771"/>
                  <a:gd name="connsiteY129" fmla="*/ 55209 h 81562"/>
                  <a:gd name="connsiteX130" fmla="*/ 386667 w 696771"/>
                  <a:gd name="connsiteY130" fmla="*/ 48125 h 81562"/>
                  <a:gd name="connsiteX131" fmla="*/ 392396 w 696771"/>
                  <a:gd name="connsiteY131" fmla="*/ 40990 h 81562"/>
                  <a:gd name="connsiteX132" fmla="*/ 397084 w 696771"/>
                  <a:gd name="connsiteY132" fmla="*/ 34063 h 81562"/>
                  <a:gd name="connsiteX133" fmla="*/ 400365 w 696771"/>
                  <a:gd name="connsiteY133" fmla="*/ 27605 h 81562"/>
                  <a:gd name="connsiteX134" fmla="*/ 401563 w 696771"/>
                  <a:gd name="connsiteY134" fmla="*/ 22084 h 81562"/>
                  <a:gd name="connsiteX135" fmla="*/ 397604 w 696771"/>
                  <a:gd name="connsiteY135" fmla="*/ 11927 h 81562"/>
                  <a:gd name="connsiteX136" fmla="*/ 387396 w 696771"/>
                  <a:gd name="connsiteY136" fmla="*/ 8542 h 81562"/>
                  <a:gd name="connsiteX137" fmla="*/ 377552 w 696771"/>
                  <a:gd name="connsiteY137" fmla="*/ 12709 h 81562"/>
                  <a:gd name="connsiteX138" fmla="*/ 373750 w 696771"/>
                  <a:gd name="connsiteY138" fmla="*/ 23542 h 81562"/>
                  <a:gd name="connsiteX139" fmla="*/ 365209 w 696771"/>
                  <a:gd name="connsiteY139" fmla="*/ 23542 h 81562"/>
                  <a:gd name="connsiteX140" fmla="*/ 366875 w 696771"/>
                  <a:gd name="connsiteY140" fmla="*/ 14427 h 81562"/>
                  <a:gd name="connsiteX141" fmla="*/ 371563 w 696771"/>
                  <a:gd name="connsiteY141" fmla="*/ 7396 h 81562"/>
                  <a:gd name="connsiteX142" fmla="*/ 378698 w 696771"/>
                  <a:gd name="connsiteY142" fmla="*/ 2917 h 81562"/>
                  <a:gd name="connsiteX143" fmla="*/ 387604 w 696771"/>
                  <a:gd name="connsiteY143" fmla="*/ 1354 h 81562"/>
                  <a:gd name="connsiteX144" fmla="*/ 140208 w 696771"/>
                  <a:gd name="connsiteY144" fmla="*/ 1354 h 81562"/>
                  <a:gd name="connsiteX145" fmla="*/ 156250 w 696771"/>
                  <a:gd name="connsiteY145" fmla="*/ 6458 h 81562"/>
                  <a:gd name="connsiteX146" fmla="*/ 162708 w 696771"/>
                  <a:gd name="connsiteY146" fmla="*/ 21458 h 81562"/>
                  <a:gd name="connsiteX147" fmla="*/ 158594 w 696771"/>
                  <a:gd name="connsiteY147" fmla="*/ 35313 h 81562"/>
                  <a:gd name="connsiteX148" fmla="*/ 148750 w 696771"/>
                  <a:gd name="connsiteY148" fmla="*/ 49271 h 81562"/>
                  <a:gd name="connsiteX149" fmla="*/ 136875 w 696771"/>
                  <a:gd name="connsiteY149" fmla="*/ 61979 h 81562"/>
                  <a:gd name="connsiteX150" fmla="*/ 126667 w 696771"/>
                  <a:gd name="connsiteY150" fmla="*/ 71979 h 81562"/>
                  <a:gd name="connsiteX151" fmla="*/ 164375 w 696771"/>
                  <a:gd name="connsiteY151" fmla="*/ 71979 h 81562"/>
                  <a:gd name="connsiteX152" fmla="*/ 164375 w 696771"/>
                  <a:gd name="connsiteY152" fmla="*/ 79167 h 81562"/>
                  <a:gd name="connsiteX153" fmla="*/ 118646 w 696771"/>
                  <a:gd name="connsiteY153" fmla="*/ 79167 h 81562"/>
                  <a:gd name="connsiteX154" fmla="*/ 117448 w 696771"/>
                  <a:gd name="connsiteY154" fmla="*/ 78854 h 81562"/>
                  <a:gd name="connsiteX155" fmla="*/ 117188 w 696771"/>
                  <a:gd name="connsiteY155" fmla="*/ 77604 h 81562"/>
                  <a:gd name="connsiteX156" fmla="*/ 117188 w 696771"/>
                  <a:gd name="connsiteY156" fmla="*/ 71354 h 81562"/>
                  <a:gd name="connsiteX157" fmla="*/ 121510 w 696771"/>
                  <a:gd name="connsiteY157" fmla="*/ 67188 h 81562"/>
                  <a:gd name="connsiteX158" fmla="*/ 127083 w 696771"/>
                  <a:gd name="connsiteY158" fmla="*/ 61667 h 81562"/>
                  <a:gd name="connsiteX159" fmla="*/ 133125 w 696771"/>
                  <a:gd name="connsiteY159" fmla="*/ 55209 h 81562"/>
                  <a:gd name="connsiteX160" fmla="*/ 139271 w 696771"/>
                  <a:gd name="connsiteY160" fmla="*/ 48125 h 81562"/>
                  <a:gd name="connsiteX161" fmla="*/ 145000 w 696771"/>
                  <a:gd name="connsiteY161" fmla="*/ 40990 h 81562"/>
                  <a:gd name="connsiteX162" fmla="*/ 149688 w 696771"/>
                  <a:gd name="connsiteY162" fmla="*/ 34063 h 81562"/>
                  <a:gd name="connsiteX163" fmla="*/ 152969 w 696771"/>
                  <a:gd name="connsiteY163" fmla="*/ 27605 h 81562"/>
                  <a:gd name="connsiteX164" fmla="*/ 154167 w 696771"/>
                  <a:gd name="connsiteY164" fmla="*/ 22084 h 81562"/>
                  <a:gd name="connsiteX165" fmla="*/ 150208 w 696771"/>
                  <a:gd name="connsiteY165" fmla="*/ 11927 h 81562"/>
                  <a:gd name="connsiteX166" fmla="*/ 140000 w 696771"/>
                  <a:gd name="connsiteY166" fmla="*/ 8542 h 81562"/>
                  <a:gd name="connsiteX167" fmla="*/ 130156 w 696771"/>
                  <a:gd name="connsiteY167" fmla="*/ 12709 h 81562"/>
                  <a:gd name="connsiteX168" fmla="*/ 126354 w 696771"/>
                  <a:gd name="connsiteY168" fmla="*/ 23542 h 81562"/>
                  <a:gd name="connsiteX169" fmla="*/ 117813 w 696771"/>
                  <a:gd name="connsiteY169" fmla="*/ 23542 h 81562"/>
                  <a:gd name="connsiteX170" fmla="*/ 119479 w 696771"/>
                  <a:gd name="connsiteY170" fmla="*/ 14427 h 81562"/>
                  <a:gd name="connsiteX171" fmla="*/ 124167 w 696771"/>
                  <a:gd name="connsiteY171" fmla="*/ 7396 h 81562"/>
                  <a:gd name="connsiteX172" fmla="*/ 131302 w 696771"/>
                  <a:gd name="connsiteY172" fmla="*/ 2917 h 81562"/>
                  <a:gd name="connsiteX173" fmla="*/ 140208 w 696771"/>
                  <a:gd name="connsiteY173" fmla="*/ 1354 h 81562"/>
                  <a:gd name="connsiteX174" fmla="*/ 23021 w 696771"/>
                  <a:gd name="connsiteY174" fmla="*/ 1354 h 81562"/>
                  <a:gd name="connsiteX175" fmla="*/ 39063 w 696771"/>
                  <a:gd name="connsiteY175" fmla="*/ 6458 h 81562"/>
                  <a:gd name="connsiteX176" fmla="*/ 45521 w 696771"/>
                  <a:gd name="connsiteY176" fmla="*/ 21458 h 81562"/>
                  <a:gd name="connsiteX177" fmla="*/ 41406 w 696771"/>
                  <a:gd name="connsiteY177" fmla="*/ 35313 h 81562"/>
                  <a:gd name="connsiteX178" fmla="*/ 31562 w 696771"/>
                  <a:gd name="connsiteY178" fmla="*/ 49271 h 81562"/>
                  <a:gd name="connsiteX179" fmla="*/ 19687 w 696771"/>
                  <a:gd name="connsiteY179" fmla="*/ 61979 h 81562"/>
                  <a:gd name="connsiteX180" fmla="*/ 9479 w 696771"/>
                  <a:gd name="connsiteY180" fmla="*/ 71979 h 81562"/>
                  <a:gd name="connsiteX181" fmla="*/ 47187 w 696771"/>
                  <a:gd name="connsiteY181" fmla="*/ 71979 h 81562"/>
                  <a:gd name="connsiteX182" fmla="*/ 47187 w 696771"/>
                  <a:gd name="connsiteY182" fmla="*/ 79167 h 81562"/>
                  <a:gd name="connsiteX183" fmla="*/ 1458 w 696771"/>
                  <a:gd name="connsiteY183" fmla="*/ 79167 h 81562"/>
                  <a:gd name="connsiteX184" fmla="*/ 260 w 696771"/>
                  <a:gd name="connsiteY184" fmla="*/ 78854 h 81562"/>
                  <a:gd name="connsiteX185" fmla="*/ 0 w 696771"/>
                  <a:gd name="connsiteY185" fmla="*/ 77604 h 81562"/>
                  <a:gd name="connsiteX186" fmla="*/ 0 w 696771"/>
                  <a:gd name="connsiteY186" fmla="*/ 71354 h 81562"/>
                  <a:gd name="connsiteX187" fmla="*/ 4323 w 696771"/>
                  <a:gd name="connsiteY187" fmla="*/ 67188 h 81562"/>
                  <a:gd name="connsiteX188" fmla="*/ 9896 w 696771"/>
                  <a:gd name="connsiteY188" fmla="*/ 61667 h 81562"/>
                  <a:gd name="connsiteX189" fmla="*/ 15937 w 696771"/>
                  <a:gd name="connsiteY189" fmla="*/ 55209 h 81562"/>
                  <a:gd name="connsiteX190" fmla="*/ 22083 w 696771"/>
                  <a:gd name="connsiteY190" fmla="*/ 48125 h 81562"/>
                  <a:gd name="connsiteX191" fmla="*/ 27813 w 696771"/>
                  <a:gd name="connsiteY191" fmla="*/ 40990 h 81562"/>
                  <a:gd name="connsiteX192" fmla="*/ 32500 w 696771"/>
                  <a:gd name="connsiteY192" fmla="*/ 34063 h 81562"/>
                  <a:gd name="connsiteX193" fmla="*/ 35781 w 696771"/>
                  <a:gd name="connsiteY193" fmla="*/ 27605 h 81562"/>
                  <a:gd name="connsiteX194" fmla="*/ 36979 w 696771"/>
                  <a:gd name="connsiteY194" fmla="*/ 22084 h 81562"/>
                  <a:gd name="connsiteX195" fmla="*/ 33021 w 696771"/>
                  <a:gd name="connsiteY195" fmla="*/ 11927 h 81562"/>
                  <a:gd name="connsiteX196" fmla="*/ 22812 w 696771"/>
                  <a:gd name="connsiteY196" fmla="*/ 8542 h 81562"/>
                  <a:gd name="connsiteX197" fmla="*/ 12969 w 696771"/>
                  <a:gd name="connsiteY197" fmla="*/ 12709 h 81562"/>
                  <a:gd name="connsiteX198" fmla="*/ 9167 w 696771"/>
                  <a:gd name="connsiteY198" fmla="*/ 23542 h 81562"/>
                  <a:gd name="connsiteX199" fmla="*/ 625 w 696771"/>
                  <a:gd name="connsiteY199" fmla="*/ 23542 h 81562"/>
                  <a:gd name="connsiteX200" fmla="*/ 2292 w 696771"/>
                  <a:gd name="connsiteY200" fmla="*/ 14427 h 81562"/>
                  <a:gd name="connsiteX201" fmla="*/ 6979 w 696771"/>
                  <a:gd name="connsiteY201" fmla="*/ 7396 h 81562"/>
                  <a:gd name="connsiteX202" fmla="*/ 14115 w 696771"/>
                  <a:gd name="connsiteY202" fmla="*/ 2917 h 81562"/>
                  <a:gd name="connsiteX203" fmla="*/ 23021 w 696771"/>
                  <a:gd name="connsiteY203" fmla="*/ 1354 h 81562"/>
                  <a:gd name="connsiteX204" fmla="*/ 519271 w 696771"/>
                  <a:gd name="connsiteY204" fmla="*/ 0 h 81562"/>
                  <a:gd name="connsiteX205" fmla="*/ 532032 w 696771"/>
                  <a:gd name="connsiteY205" fmla="*/ 3646 h 81562"/>
                  <a:gd name="connsiteX206" fmla="*/ 539792 w 696771"/>
                  <a:gd name="connsiteY206" fmla="*/ 13021 h 81562"/>
                  <a:gd name="connsiteX207" fmla="*/ 543646 w 696771"/>
                  <a:gd name="connsiteY207" fmla="*/ 26146 h 81562"/>
                  <a:gd name="connsiteX208" fmla="*/ 544688 w 696771"/>
                  <a:gd name="connsiteY208" fmla="*/ 40729 h 81562"/>
                  <a:gd name="connsiteX209" fmla="*/ 543646 w 696771"/>
                  <a:gd name="connsiteY209" fmla="*/ 55313 h 81562"/>
                  <a:gd name="connsiteX210" fmla="*/ 539792 w 696771"/>
                  <a:gd name="connsiteY210" fmla="*/ 68334 h 81562"/>
                  <a:gd name="connsiteX211" fmla="*/ 532032 w 696771"/>
                  <a:gd name="connsiteY211" fmla="*/ 77604 h 81562"/>
                  <a:gd name="connsiteX212" fmla="*/ 519271 w 696771"/>
                  <a:gd name="connsiteY212" fmla="*/ 81146 h 81562"/>
                  <a:gd name="connsiteX213" fmla="*/ 506719 w 696771"/>
                  <a:gd name="connsiteY213" fmla="*/ 77604 h 81562"/>
                  <a:gd name="connsiteX214" fmla="*/ 499271 w 696771"/>
                  <a:gd name="connsiteY214" fmla="*/ 68334 h 81562"/>
                  <a:gd name="connsiteX215" fmla="*/ 495625 w 696771"/>
                  <a:gd name="connsiteY215" fmla="*/ 55313 h 81562"/>
                  <a:gd name="connsiteX216" fmla="*/ 494688 w 696771"/>
                  <a:gd name="connsiteY216" fmla="*/ 40729 h 81562"/>
                  <a:gd name="connsiteX217" fmla="*/ 495625 w 696771"/>
                  <a:gd name="connsiteY217" fmla="*/ 26146 h 81562"/>
                  <a:gd name="connsiteX218" fmla="*/ 499271 w 696771"/>
                  <a:gd name="connsiteY218" fmla="*/ 13021 h 81562"/>
                  <a:gd name="connsiteX219" fmla="*/ 506719 w 696771"/>
                  <a:gd name="connsiteY219" fmla="*/ 3646 h 81562"/>
                  <a:gd name="connsiteX220" fmla="*/ 519271 w 696771"/>
                  <a:gd name="connsiteY220" fmla="*/ 0 h 81562"/>
                  <a:gd name="connsiteX221" fmla="*/ 336979 w 696771"/>
                  <a:gd name="connsiteY221" fmla="*/ 0 h 81562"/>
                  <a:gd name="connsiteX222" fmla="*/ 349740 w 696771"/>
                  <a:gd name="connsiteY222" fmla="*/ 3646 h 81562"/>
                  <a:gd name="connsiteX223" fmla="*/ 357500 w 696771"/>
                  <a:gd name="connsiteY223" fmla="*/ 13021 h 81562"/>
                  <a:gd name="connsiteX224" fmla="*/ 361354 w 696771"/>
                  <a:gd name="connsiteY224" fmla="*/ 26146 h 81562"/>
                  <a:gd name="connsiteX225" fmla="*/ 362396 w 696771"/>
                  <a:gd name="connsiteY225" fmla="*/ 40729 h 81562"/>
                  <a:gd name="connsiteX226" fmla="*/ 361354 w 696771"/>
                  <a:gd name="connsiteY226" fmla="*/ 55313 h 81562"/>
                  <a:gd name="connsiteX227" fmla="*/ 357500 w 696771"/>
                  <a:gd name="connsiteY227" fmla="*/ 68334 h 81562"/>
                  <a:gd name="connsiteX228" fmla="*/ 349740 w 696771"/>
                  <a:gd name="connsiteY228" fmla="*/ 77604 h 81562"/>
                  <a:gd name="connsiteX229" fmla="*/ 336979 w 696771"/>
                  <a:gd name="connsiteY229" fmla="*/ 81146 h 81562"/>
                  <a:gd name="connsiteX230" fmla="*/ 324427 w 696771"/>
                  <a:gd name="connsiteY230" fmla="*/ 77604 h 81562"/>
                  <a:gd name="connsiteX231" fmla="*/ 316979 w 696771"/>
                  <a:gd name="connsiteY231" fmla="*/ 68334 h 81562"/>
                  <a:gd name="connsiteX232" fmla="*/ 313333 w 696771"/>
                  <a:gd name="connsiteY232" fmla="*/ 55313 h 81562"/>
                  <a:gd name="connsiteX233" fmla="*/ 312396 w 696771"/>
                  <a:gd name="connsiteY233" fmla="*/ 40729 h 81562"/>
                  <a:gd name="connsiteX234" fmla="*/ 313333 w 696771"/>
                  <a:gd name="connsiteY234" fmla="*/ 26146 h 81562"/>
                  <a:gd name="connsiteX235" fmla="*/ 316979 w 696771"/>
                  <a:gd name="connsiteY235" fmla="*/ 13021 h 81562"/>
                  <a:gd name="connsiteX236" fmla="*/ 324427 w 696771"/>
                  <a:gd name="connsiteY236" fmla="*/ 3646 h 81562"/>
                  <a:gd name="connsiteX237" fmla="*/ 336979 w 696771"/>
                  <a:gd name="connsiteY237" fmla="*/ 0 h 81562"/>
                  <a:gd name="connsiteX238" fmla="*/ 89583 w 696771"/>
                  <a:gd name="connsiteY238" fmla="*/ 0 h 81562"/>
                  <a:gd name="connsiteX239" fmla="*/ 102344 w 696771"/>
                  <a:gd name="connsiteY239" fmla="*/ 3646 h 81562"/>
                  <a:gd name="connsiteX240" fmla="*/ 110104 w 696771"/>
                  <a:gd name="connsiteY240" fmla="*/ 13021 h 81562"/>
                  <a:gd name="connsiteX241" fmla="*/ 113958 w 696771"/>
                  <a:gd name="connsiteY241" fmla="*/ 26146 h 81562"/>
                  <a:gd name="connsiteX242" fmla="*/ 115000 w 696771"/>
                  <a:gd name="connsiteY242" fmla="*/ 40729 h 81562"/>
                  <a:gd name="connsiteX243" fmla="*/ 113958 w 696771"/>
                  <a:gd name="connsiteY243" fmla="*/ 55313 h 81562"/>
                  <a:gd name="connsiteX244" fmla="*/ 110104 w 696771"/>
                  <a:gd name="connsiteY244" fmla="*/ 68334 h 81562"/>
                  <a:gd name="connsiteX245" fmla="*/ 102344 w 696771"/>
                  <a:gd name="connsiteY245" fmla="*/ 77604 h 81562"/>
                  <a:gd name="connsiteX246" fmla="*/ 89583 w 696771"/>
                  <a:gd name="connsiteY246" fmla="*/ 81146 h 81562"/>
                  <a:gd name="connsiteX247" fmla="*/ 77031 w 696771"/>
                  <a:gd name="connsiteY247" fmla="*/ 77604 h 81562"/>
                  <a:gd name="connsiteX248" fmla="*/ 69583 w 696771"/>
                  <a:gd name="connsiteY248" fmla="*/ 68334 h 81562"/>
                  <a:gd name="connsiteX249" fmla="*/ 65937 w 696771"/>
                  <a:gd name="connsiteY249" fmla="*/ 55313 h 81562"/>
                  <a:gd name="connsiteX250" fmla="*/ 65000 w 696771"/>
                  <a:gd name="connsiteY250" fmla="*/ 40729 h 81562"/>
                  <a:gd name="connsiteX251" fmla="*/ 65937 w 696771"/>
                  <a:gd name="connsiteY251" fmla="*/ 26146 h 81562"/>
                  <a:gd name="connsiteX252" fmla="*/ 69583 w 696771"/>
                  <a:gd name="connsiteY252" fmla="*/ 13021 h 81562"/>
                  <a:gd name="connsiteX253" fmla="*/ 77031 w 696771"/>
                  <a:gd name="connsiteY253" fmla="*/ 3646 h 81562"/>
                  <a:gd name="connsiteX254" fmla="*/ 89583 w 696771"/>
                  <a:gd name="connsiteY254" fmla="*/ 0 h 8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</a:cxnLst>
                <a:rect l="l" t="t" r="r" b="b"/>
                <a:pathLst>
                  <a:path w="696771" h="81562">
                    <a:moveTo>
                      <a:pt x="434063" y="70833"/>
                    </a:moveTo>
                    <a:lnTo>
                      <a:pt x="444792" y="70833"/>
                    </a:lnTo>
                    <a:lnTo>
                      <a:pt x="444792" y="81563"/>
                    </a:lnTo>
                    <a:lnTo>
                      <a:pt x="434063" y="81563"/>
                    </a:lnTo>
                    <a:close/>
                    <a:moveTo>
                      <a:pt x="251771" y="70833"/>
                    </a:moveTo>
                    <a:lnTo>
                      <a:pt x="262500" y="70833"/>
                    </a:lnTo>
                    <a:lnTo>
                      <a:pt x="262500" y="81563"/>
                    </a:lnTo>
                    <a:lnTo>
                      <a:pt x="251771" y="81563"/>
                    </a:lnTo>
                    <a:close/>
                    <a:moveTo>
                      <a:pt x="663959" y="33958"/>
                    </a:moveTo>
                    <a:cubicBezTo>
                      <a:pt x="665977" y="33958"/>
                      <a:pt x="667761" y="34284"/>
                      <a:pt x="669323" y="34948"/>
                    </a:cubicBezTo>
                    <a:cubicBezTo>
                      <a:pt x="670886" y="35599"/>
                      <a:pt x="672500" y="36589"/>
                      <a:pt x="674167" y="37917"/>
                    </a:cubicBezTo>
                    <a:cubicBezTo>
                      <a:pt x="676042" y="39440"/>
                      <a:pt x="677644" y="40599"/>
                      <a:pt x="678959" y="41407"/>
                    </a:cubicBezTo>
                    <a:cubicBezTo>
                      <a:pt x="680287" y="42201"/>
                      <a:pt x="681706" y="42604"/>
                      <a:pt x="683230" y="42604"/>
                    </a:cubicBezTo>
                    <a:cubicBezTo>
                      <a:pt x="685456" y="42604"/>
                      <a:pt x="687214" y="41836"/>
                      <a:pt x="688490" y="40313"/>
                    </a:cubicBezTo>
                    <a:cubicBezTo>
                      <a:pt x="689779" y="38776"/>
                      <a:pt x="690977" y="36667"/>
                      <a:pt x="692084" y="33958"/>
                    </a:cubicBezTo>
                    <a:lnTo>
                      <a:pt x="696771" y="36771"/>
                    </a:lnTo>
                    <a:cubicBezTo>
                      <a:pt x="695808" y="40521"/>
                      <a:pt x="694154" y="43542"/>
                      <a:pt x="691823" y="45834"/>
                    </a:cubicBezTo>
                    <a:cubicBezTo>
                      <a:pt x="689506" y="48125"/>
                      <a:pt x="686602" y="49271"/>
                      <a:pt x="683125" y="49271"/>
                    </a:cubicBezTo>
                    <a:cubicBezTo>
                      <a:pt x="681042" y="49271"/>
                      <a:pt x="679245" y="48958"/>
                      <a:pt x="677709" y="48333"/>
                    </a:cubicBezTo>
                    <a:cubicBezTo>
                      <a:pt x="676185" y="47708"/>
                      <a:pt x="674584" y="46693"/>
                      <a:pt x="672917" y="45313"/>
                    </a:cubicBezTo>
                    <a:cubicBezTo>
                      <a:pt x="671042" y="43854"/>
                      <a:pt x="669427" y="42709"/>
                      <a:pt x="668073" y="41875"/>
                    </a:cubicBezTo>
                    <a:cubicBezTo>
                      <a:pt x="666719" y="41042"/>
                      <a:pt x="665313" y="40625"/>
                      <a:pt x="663854" y="40625"/>
                    </a:cubicBezTo>
                    <a:cubicBezTo>
                      <a:pt x="661771" y="40625"/>
                      <a:pt x="660078" y="41302"/>
                      <a:pt x="658750" y="42656"/>
                    </a:cubicBezTo>
                    <a:cubicBezTo>
                      <a:pt x="657435" y="44010"/>
                      <a:pt x="656250" y="45938"/>
                      <a:pt x="655209" y="48438"/>
                    </a:cubicBezTo>
                    <a:lnTo>
                      <a:pt x="650521" y="45625"/>
                    </a:lnTo>
                    <a:cubicBezTo>
                      <a:pt x="651433" y="42422"/>
                      <a:pt x="653060" y="39688"/>
                      <a:pt x="655417" y="37396"/>
                    </a:cubicBezTo>
                    <a:cubicBezTo>
                      <a:pt x="657787" y="35104"/>
                      <a:pt x="660625" y="33958"/>
                      <a:pt x="663959" y="33958"/>
                    </a:cubicBezTo>
                    <a:close/>
                    <a:moveTo>
                      <a:pt x="214167" y="11250"/>
                    </a:moveTo>
                    <a:lnTo>
                      <a:pt x="187292" y="55313"/>
                    </a:lnTo>
                    <a:lnTo>
                      <a:pt x="213958" y="55313"/>
                    </a:lnTo>
                    <a:lnTo>
                      <a:pt x="213958" y="20833"/>
                    </a:lnTo>
                    <a:close/>
                    <a:moveTo>
                      <a:pt x="519271" y="7188"/>
                    </a:moveTo>
                    <a:cubicBezTo>
                      <a:pt x="515521" y="7188"/>
                      <a:pt x="512591" y="8399"/>
                      <a:pt x="510469" y="10833"/>
                    </a:cubicBezTo>
                    <a:cubicBezTo>
                      <a:pt x="508360" y="13255"/>
                      <a:pt x="506771" y="16172"/>
                      <a:pt x="505729" y="19584"/>
                    </a:cubicBezTo>
                    <a:cubicBezTo>
                      <a:pt x="504623" y="23047"/>
                      <a:pt x="503946" y="26719"/>
                      <a:pt x="503698" y="30573"/>
                    </a:cubicBezTo>
                    <a:cubicBezTo>
                      <a:pt x="503464" y="34427"/>
                      <a:pt x="503334" y="37813"/>
                      <a:pt x="503334" y="40729"/>
                    </a:cubicBezTo>
                    <a:cubicBezTo>
                      <a:pt x="503334" y="43646"/>
                      <a:pt x="503464" y="46992"/>
                      <a:pt x="503698" y="50782"/>
                    </a:cubicBezTo>
                    <a:cubicBezTo>
                      <a:pt x="503946" y="54557"/>
                      <a:pt x="504623" y="58190"/>
                      <a:pt x="505729" y="61667"/>
                    </a:cubicBezTo>
                    <a:cubicBezTo>
                      <a:pt x="506771" y="65065"/>
                      <a:pt x="508360" y="67943"/>
                      <a:pt x="510469" y="70313"/>
                    </a:cubicBezTo>
                    <a:cubicBezTo>
                      <a:pt x="512591" y="72670"/>
                      <a:pt x="515521" y="73855"/>
                      <a:pt x="519271" y="73855"/>
                    </a:cubicBezTo>
                    <a:cubicBezTo>
                      <a:pt x="523021" y="73855"/>
                      <a:pt x="526016" y="72670"/>
                      <a:pt x="528229" y="70313"/>
                    </a:cubicBezTo>
                    <a:cubicBezTo>
                      <a:pt x="530456" y="67943"/>
                      <a:pt x="532123" y="65065"/>
                      <a:pt x="533229" y="61667"/>
                    </a:cubicBezTo>
                    <a:cubicBezTo>
                      <a:pt x="534414" y="58190"/>
                      <a:pt x="535183" y="54557"/>
                      <a:pt x="535521" y="50782"/>
                    </a:cubicBezTo>
                    <a:cubicBezTo>
                      <a:pt x="535873" y="46992"/>
                      <a:pt x="536042" y="43646"/>
                      <a:pt x="536042" y="40729"/>
                    </a:cubicBezTo>
                    <a:cubicBezTo>
                      <a:pt x="536042" y="37813"/>
                      <a:pt x="535873" y="34427"/>
                      <a:pt x="535521" y="30573"/>
                    </a:cubicBezTo>
                    <a:cubicBezTo>
                      <a:pt x="535183" y="26719"/>
                      <a:pt x="534414" y="23047"/>
                      <a:pt x="533229" y="19584"/>
                    </a:cubicBezTo>
                    <a:cubicBezTo>
                      <a:pt x="532123" y="16172"/>
                      <a:pt x="530456" y="13255"/>
                      <a:pt x="528229" y="10833"/>
                    </a:cubicBezTo>
                    <a:cubicBezTo>
                      <a:pt x="526016" y="8399"/>
                      <a:pt x="523021" y="7188"/>
                      <a:pt x="519271" y="7188"/>
                    </a:cubicBezTo>
                    <a:close/>
                    <a:moveTo>
                      <a:pt x="336979" y="7188"/>
                    </a:moveTo>
                    <a:cubicBezTo>
                      <a:pt x="333229" y="7188"/>
                      <a:pt x="330300" y="8399"/>
                      <a:pt x="328177" y="10833"/>
                    </a:cubicBezTo>
                    <a:cubicBezTo>
                      <a:pt x="326068" y="13255"/>
                      <a:pt x="324479" y="16172"/>
                      <a:pt x="323438" y="19584"/>
                    </a:cubicBezTo>
                    <a:cubicBezTo>
                      <a:pt x="322331" y="23047"/>
                      <a:pt x="321654" y="26719"/>
                      <a:pt x="321407" y="30573"/>
                    </a:cubicBezTo>
                    <a:cubicBezTo>
                      <a:pt x="321172" y="34427"/>
                      <a:pt x="321042" y="37813"/>
                      <a:pt x="321042" y="40729"/>
                    </a:cubicBezTo>
                    <a:cubicBezTo>
                      <a:pt x="321042" y="43646"/>
                      <a:pt x="321172" y="46992"/>
                      <a:pt x="321407" y="50782"/>
                    </a:cubicBezTo>
                    <a:cubicBezTo>
                      <a:pt x="321654" y="54557"/>
                      <a:pt x="322331" y="58190"/>
                      <a:pt x="323438" y="61667"/>
                    </a:cubicBezTo>
                    <a:cubicBezTo>
                      <a:pt x="324479" y="65065"/>
                      <a:pt x="326068" y="67943"/>
                      <a:pt x="328177" y="70313"/>
                    </a:cubicBezTo>
                    <a:cubicBezTo>
                      <a:pt x="330300" y="72670"/>
                      <a:pt x="333229" y="73855"/>
                      <a:pt x="336979" y="73855"/>
                    </a:cubicBezTo>
                    <a:cubicBezTo>
                      <a:pt x="340729" y="73855"/>
                      <a:pt x="343724" y="72670"/>
                      <a:pt x="345938" y="70313"/>
                    </a:cubicBezTo>
                    <a:cubicBezTo>
                      <a:pt x="348164" y="67943"/>
                      <a:pt x="349831" y="65065"/>
                      <a:pt x="350938" y="61667"/>
                    </a:cubicBezTo>
                    <a:cubicBezTo>
                      <a:pt x="352123" y="58190"/>
                      <a:pt x="352891" y="54557"/>
                      <a:pt x="353229" y="50782"/>
                    </a:cubicBezTo>
                    <a:cubicBezTo>
                      <a:pt x="353581" y="46992"/>
                      <a:pt x="353750" y="43646"/>
                      <a:pt x="353750" y="40729"/>
                    </a:cubicBezTo>
                    <a:cubicBezTo>
                      <a:pt x="353750" y="37813"/>
                      <a:pt x="353581" y="34427"/>
                      <a:pt x="353229" y="30573"/>
                    </a:cubicBezTo>
                    <a:cubicBezTo>
                      <a:pt x="352891" y="26719"/>
                      <a:pt x="352123" y="23047"/>
                      <a:pt x="350938" y="19584"/>
                    </a:cubicBezTo>
                    <a:cubicBezTo>
                      <a:pt x="349831" y="16172"/>
                      <a:pt x="348164" y="13255"/>
                      <a:pt x="345938" y="10833"/>
                    </a:cubicBezTo>
                    <a:cubicBezTo>
                      <a:pt x="343724" y="8399"/>
                      <a:pt x="340729" y="7188"/>
                      <a:pt x="336979" y="7188"/>
                    </a:cubicBezTo>
                    <a:close/>
                    <a:moveTo>
                      <a:pt x="89583" y="7188"/>
                    </a:moveTo>
                    <a:cubicBezTo>
                      <a:pt x="85833" y="7188"/>
                      <a:pt x="82904" y="8399"/>
                      <a:pt x="80781" y="10833"/>
                    </a:cubicBezTo>
                    <a:cubicBezTo>
                      <a:pt x="78672" y="13255"/>
                      <a:pt x="77083" y="16172"/>
                      <a:pt x="76042" y="19584"/>
                    </a:cubicBezTo>
                    <a:cubicBezTo>
                      <a:pt x="74935" y="23047"/>
                      <a:pt x="74258" y="26719"/>
                      <a:pt x="74011" y="30573"/>
                    </a:cubicBezTo>
                    <a:cubicBezTo>
                      <a:pt x="73776" y="34427"/>
                      <a:pt x="73646" y="37813"/>
                      <a:pt x="73646" y="40729"/>
                    </a:cubicBezTo>
                    <a:cubicBezTo>
                      <a:pt x="73646" y="43646"/>
                      <a:pt x="73776" y="46992"/>
                      <a:pt x="74011" y="50782"/>
                    </a:cubicBezTo>
                    <a:cubicBezTo>
                      <a:pt x="74258" y="54557"/>
                      <a:pt x="74935" y="58190"/>
                      <a:pt x="76042" y="61667"/>
                    </a:cubicBezTo>
                    <a:cubicBezTo>
                      <a:pt x="77083" y="65065"/>
                      <a:pt x="78672" y="67943"/>
                      <a:pt x="80781" y="70313"/>
                    </a:cubicBezTo>
                    <a:cubicBezTo>
                      <a:pt x="82904" y="72670"/>
                      <a:pt x="85833" y="73855"/>
                      <a:pt x="89583" y="73855"/>
                    </a:cubicBezTo>
                    <a:cubicBezTo>
                      <a:pt x="93333" y="73855"/>
                      <a:pt x="96328" y="72670"/>
                      <a:pt x="98542" y="70313"/>
                    </a:cubicBezTo>
                    <a:cubicBezTo>
                      <a:pt x="100768" y="67943"/>
                      <a:pt x="102435" y="65065"/>
                      <a:pt x="103542" y="61667"/>
                    </a:cubicBezTo>
                    <a:cubicBezTo>
                      <a:pt x="104727" y="58190"/>
                      <a:pt x="105495" y="54557"/>
                      <a:pt x="105833" y="50782"/>
                    </a:cubicBezTo>
                    <a:cubicBezTo>
                      <a:pt x="106185" y="46992"/>
                      <a:pt x="106354" y="43646"/>
                      <a:pt x="106354" y="40729"/>
                    </a:cubicBezTo>
                    <a:cubicBezTo>
                      <a:pt x="106354" y="37813"/>
                      <a:pt x="106185" y="34427"/>
                      <a:pt x="105833" y="30573"/>
                    </a:cubicBezTo>
                    <a:cubicBezTo>
                      <a:pt x="105495" y="26719"/>
                      <a:pt x="104727" y="23047"/>
                      <a:pt x="103542" y="19584"/>
                    </a:cubicBezTo>
                    <a:cubicBezTo>
                      <a:pt x="102435" y="16172"/>
                      <a:pt x="100768" y="13255"/>
                      <a:pt x="98542" y="10833"/>
                    </a:cubicBezTo>
                    <a:cubicBezTo>
                      <a:pt x="96328" y="8399"/>
                      <a:pt x="93333" y="7188"/>
                      <a:pt x="89583" y="7188"/>
                    </a:cubicBezTo>
                    <a:close/>
                    <a:moveTo>
                      <a:pt x="583334" y="3125"/>
                    </a:moveTo>
                    <a:lnTo>
                      <a:pt x="589271" y="3125"/>
                    </a:lnTo>
                    <a:cubicBezTo>
                      <a:pt x="590039" y="3125"/>
                      <a:pt x="590560" y="3255"/>
                      <a:pt x="590834" y="3542"/>
                    </a:cubicBezTo>
                    <a:cubicBezTo>
                      <a:pt x="591120" y="3815"/>
                      <a:pt x="591250" y="4336"/>
                      <a:pt x="591250" y="5105"/>
                    </a:cubicBezTo>
                    <a:lnTo>
                      <a:pt x="591250" y="79167"/>
                    </a:lnTo>
                    <a:lnTo>
                      <a:pt x="583021" y="79167"/>
                    </a:lnTo>
                    <a:lnTo>
                      <a:pt x="583021" y="12083"/>
                    </a:lnTo>
                    <a:cubicBezTo>
                      <a:pt x="581146" y="14089"/>
                      <a:pt x="578802" y="16016"/>
                      <a:pt x="575990" y="17865"/>
                    </a:cubicBezTo>
                    <a:cubicBezTo>
                      <a:pt x="573177" y="19701"/>
                      <a:pt x="570104" y="21458"/>
                      <a:pt x="566771" y="23125"/>
                    </a:cubicBezTo>
                    <a:lnTo>
                      <a:pt x="566771" y="15208"/>
                    </a:lnTo>
                    <a:cubicBezTo>
                      <a:pt x="569766" y="13880"/>
                      <a:pt x="572644" y="12188"/>
                      <a:pt x="575417" y="10104"/>
                    </a:cubicBezTo>
                    <a:cubicBezTo>
                      <a:pt x="578204" y="8021"/>
                      <a:pt x="580834" y="5690"/>
                      <a:pt x="583334" y="3125"/>
                    </a:cubicBezTo>
                    <a:close/>
                    <a:moveTo>
                      <a:pt x="212813" y="1979"/>
                    </a:moveTo>
                    <a:lnTo>
                      <a:pt x="219896" y="1979"/>
                    </a:lnTo>
                    <a:cubicBezTo>
                      <a:pt x="220664" y="1979"/>
                      <a:pt x="221185" y="2110"/>
                      <a:pt x="221458" y="2396"/>
                    </a:cubicBezTo>
                    <a:cubicBezTo>
                      <a:pt x="221745" y="2669"/>
                      <a:pt x="221875" y="3190"/>
                      <a:pt x="221875" y="3959"/>
                    </a:cubicBezTo>
                    <a:lnTo>
                      <a:pt x="221875" y="55313"/>
                    </a:lnTo>
                    <a:lnTo>
                      <a:pt x="233229" y="55313"/>
                    </a:lnTo>
                    <a:lnTo>
                      <a:pt x="233229" y="62500"/>
                    </a:lnTo>
                    <a:lnTo>
                      <a:pt x="221875" y="62500"/>
                    </a:lnTo>
                    <a:lnTo>
                      <a:pt x="221875" y="79167"/>
                    </a:lnTo>
                    <a:lnTo>
                      <a:pt x="213750" y="79167"/>
                    </a:lnTo>
                    <a:lnTo>
                      <a:pt x="213750" y="62500"/>
                    </a:lnTo>
                    <a:lnTo>
                      <a:pt x="181354" y="62500"/>
                    </a:lnTo>
                    <a:cubicBezTo>
                      <a:pt x="180599" y="62500"/>
                      <a:pt x="180078" y="62357"/>
                      <a:pt x="179792" y="62083"/>
                    </a:cubicBezTo>
                    <a:cubicBezTo>
                      <a:pt x="179518" y="61797"/>
                      <a:pt x="179375" y="61276"/>
                      <a:pt x="179375" y="60521"/>
                    </a:cubicBezTo>
                    <a:lnTo>
                      <a:pt x="179375" y="56146"/>
                    </a:lnTo>
                    <a:cubicBezTo>
                      <a:pt x="179375" y="55651"/>
                      <a:pt x="179466" y="55157"/>
                      <a:pt x="179636" y="54636"/>
                    </a:cubicBezTo>
                    <a:cubicBezTo>
                      <a:pt x="179818" y="54115"/>
                      <a:pt x="180039" y="53646"/>
                      <a:pt x="180312" y="53229"/>
                    </a:cubicBezTo>
                    <a:lnTo>
                      <a:pt x="210729" y="3333"/>
                    </a:lnTo>
                    <a:cubicBezTo>
                      <a:pt x="210938" y="2917"/>
                      <a:pt x="211224" y="2578"/>
                      <a:pt x="211563" y="2344"/>
                    </a:cubicBezTo>
                    <a:cubicBezTo>
                      <a:pt x="211914" y="2096"/>
                      <a:pt x="212331" y="1979"/>
                      <a:pt x="212813" y="1979"/>
                    </a:cubicBezTo>
                    <a:close/>
                    <a:moveTo>
                      <a:pt x="387604" y="1354"/>
                    </a:moveTo>
                    <a:cubicBezTo>
                      <a:pt x="393998" y="1354"/>
                      <a:pt x="399349" y="3047"/>
                      <a:pt x="403646" y="6458"/>
                    </a:cubicBezTo>
                    <a:cubicBezTo>
                      <a:pt x="407956" y="9857"/>
                      <a:pt x="410104" y="14857"/>
                      <a:pt x="410104" y="21458"/>
                    </a:cubicBezTo>
                    <a:cubicBezTo>
                      <a:pt x="410104" y="25899"/>
                      <a:pt x="408737" y="30521"/>
                      <a:pt x="405990" y="35313"/>
                    </a:cubicBezTo>
                    <a:cubicBezTo>
                      <a:pt x="403255" y="40104"/>
                      <a:pt x="399974" y="44753"/>
                      <a:pt x="396146" y="49271"/>
                    </a:cubicBezTo>
                    <a:cubicBezTo>
                      <a:pt x="392331" y="53776"/>
                      <a:pt x="388373" y="58021"/>
                      <a:pt x="384271" y="61979"/>
                    </a:cubicBezTo>
                    <a:cubicBezTo>
                      <a:pt x="380182" y="65938"/>
                      <a:pt x="376771" y="69271"/>
                      <a:pt x="374063" y="71979"/>
                    </a:cubicBezTo>
                    <a:lnTo>
                      <a:pt x="411771" y="71979"/>
                    </a:lnTo>
                    <a:lnTo>
                      <a:pt x="411771" y="79167"/>
                    </a:lnTo>
                    <a:lnTo>
                      <a:pt x="366042" y="79167"/>
                    </a:lnTo>
                    <a:cubicBezTo>
                      <a:pt x="365417" y="79167"/>
                      <a:pt x="365026" y="79063"/>
                      <a:pt x="364844" y="78854"/>
                    </a:cubicBezTo>
                    <a:cubicBezTo>
                      <a:pt x="364675" y="78646"/>
                      <a:pt x="364584" y="78230"/>
                      <a:pt x="364584" y="77604"/>
                    </a:cubicBezTo>
                    <a:lnTo>
                      <a:pt x="364584" y="71354"/>
                    </a:lnTo>
                    <a:cubicBezTo>
                      <a:pt x="365768" y="70235"/>
                      <a:pt x="367214" y="68855"/>
                      <a:pt x="368906" y="67188"/>
                    </a:cubicBezTo>
                    <a:cubicBezTo>
                      <a:pt x="370612" y="65521"/>
                      <a:pt x="372474" y="63672"/>
                      <a:pt x="374479" y="61667"/>
                    </a:cubicBezTo>
                    <a:cubicBezTo>
                      <a:pt x="376433" y="59649"/>
                      <a:pt x="378438" y="57500"/>
                      <a:pt x="380521" y="55209"/>
                    </a:cubicBezTo>
                    <a:cubicBezTo>
                      <a:pt x="382604" y="52917"/>
                      <a:pt x="384662" y="50547"/>
                      <a:pt x="386667" y="48125"/>
                    </a:cubicBezTo>
                    <a:cubicBezTo>
                      <a:pt x="388685" y="45755"/>
                      <a:pt x="390599" y="43385"/>
                      <a:pt x="392396" y="40990"/>
                    </a:cubicBezTo>
                    <a:cubicBezTo>
                      <a:pt x="394206" y="38594"/>
                      <a:pt x="395769" y="36276"/>
                      <a:pt x="397084" y="34063"/>
                    </a:cubicBezTo>
                    <a:cubicBezTo>
                      <a:pt x="398477" y="31771"/>
                      <a:pt x="399570" y="29610"/>
                      <a:pt x="400365" y="27605"/>
                    </a:cubicBezTo>
                    <a:cubicBezTo>
                      <a:pt x="401172" y="25586"/>
                      <a:pt x="401563" y="23750"/>
                      <a:pt x="401563" y="22084"/>
                    </a:cubicBezTo>
                    <a:cubicBezTo>
                      <a:pt x="401563" y="17565"/>
                      <a:pt x="400248" y="14180"/>
                      <a:pt x="397604" y="11927"/>
                    </a:cubicBezTo>
                    <a:cubicBezTo>
                      <a:pt x="394974" y="9662"/>
                      <a:pt x="391563" y="8542"/>
                      <a:pt x="387396" y="8542"/>
                    </a:cubicBezTo>
                    <a:cubicBezTo>
                      <a:pt x="383373" y="8542"/>
                      <a:pt x="380091" y="9922"/>
                      <a:pt x="377552" y="12709"/>
                    </a:cubicBezTo>
                    <a:cubicBezTo>
                      <a:pt x="375026" y="15482"/>
                      <a:pt x="373750" y="19089"/>
                      <a:pt x="373750" y="23542"/>
                    </a:cubicBezTo>
                    <a:lnTo>
                      <a:pt x="365209" y="23542"/>
                    </a:lnTo>
                    <a:cubicBezTo>
                      <a:pt x="365209" y="20208"/>
                      <a:pt x="365768" y="17162"/>
                      <a:pt x="366875" y="14427"/>
                    </a:cubicBezTo>
                    <a:cubicBezTo>
                      <a:pt x="367995" y="11680"/>
                      <a:pt x="369558" y="9336"/>
                      <a:pt x="371563" y="7396"/>
                    </a:cubicBezTo>
                    <a:cubicBezTo>
                      <a:pt x="373581" y="5443"/>
                      <a:pt x="375964" y="3959"/>
                      <a:pt x="378698" y="2917"/>
                    </a:cubicBezTo>
                    <a:cubicBezTo>
                      <a:pt x="381445" y="1875"/>
                      <a:pt x="384414" y="1354"/>
                      <a:pt x="387604" y="1354"/>
                    </a:cubicBezTo>
                    <a:close/>
                    <a:moveTo>
                      <a:pt x="140208" y="1354"/>
                    </a:moveTo>
                    <a:cubicBezTo>
                      <a:pt x="146602" y="1354"/>
                      <a:pt x="151953" y="3047"/>
                      <a:pt x="156250" y="6458"/>
                    </a:cubicBezTo>
                    <a:cubicBezTo>
                      <a:pt x="160560" y="9857"/>
                      <a:pt x="162708" y="14857"/>
                      <a:pt x="162708" y="21458"/>
                    </a:cubicBezTo>
                    <a:cubicBezTo>
                      <a:pt x="162708" y="25899"/>
                      <a:pt x="161341" y="30521"/>
                      <a:pt x="158594" y="35313"/>
                    </a:cubicBezTo>
                    <a:cubicBezTo>
                      <a:pt x="155859" y="40104"/>
                      <a:pt x="152578" y="44753"/>
                      <a:pt x="148750" y="49271"/>
                    </a:cubicBezTo>
                    <a:cubicBezTo>
                      <a:pt x="144935" y="53776"/>
                      <a:pt x="140977" y="58021"/>
                      <a:pt x="136875" y="61979"/>
                    </a:cubicBezTo>
                    <a:cubicBezTo>
                      <a:pt x="132787" y="65938"/>
                      <a:pt x="129375" y="69271"/>
                      <a:pt x="126667" y="71979"/>
                    </a:cubicBezTo>
                    <a:lnTo>
                      <a:pt x="164375" y="71979"/>
                    </a:lnTo>
                    <a:lnTo>
                      <a:pt x="164375" y="79167"/>
                    </a:lnTo>
                    <a:lnTo>
                      <a:pt x="118646" y="79167"/>
                    </a:lnTo>
                    <a:cubicBezTo>
                      <a:pt x="118021" y="79167"/>
                      <a:pt x="117630" y="79063"/>
                      <a:pt x="117448" y="78854"/>
                    </a:cubicBezTo>
                    <a:cubicBezTo>
                      <a:pt x="117279" y="78646"/>
                      <a:pt x="117188" y="78230"/>
                      <a:pt x="117188" y="77604"/>
                    </a:cubicBezTo>
                    <a:lnTo>
                      <a:pt x="117188" y="71354"/>
                    </a:lnTo>
                    <a:cubicBezTo>
                      <a:pt x="118373" y="70235"/>
                      <a:pt x="119818" y="68855"/>
                      <a:pt x="121510" y="67188"/>
                    </a:cubicBezTo>
                    <a:cubicBezTo>
                      <a:pt x="123216" y="65521"/>
                      <a:pt x="125078" y="63672"/>
                      <a:pt x="127083" y="61667"/>
                    </a:cubicBezTo>
                    <a:cubicBezTo>
                      <a:pt x="129037" y="59649"/>
                      <a:pt x="131042" y="57500"/>
                      <a:pt x="133125" y="55209"/>
                    </a:cubicBezTo>
                    <a:cubicBezTo>
                      <a:pt x="135208" y="52917"/>
                      <a:pt x="137266" y="50547"/>
                      <a:pt x="139271" y="48125"/>
                    </a:cubicBezTo>
                    <a:cubicBezTo>
                      <a:pt x="141289" y="45755"/>
                      <a:pt x="143203" y="43385"/>
                      <a:pt x="145000" y="40990"/>
                    </a:cubicBezTo>
                    <a:cubicBezTo>
                      <a:pt x="146810" y="38594"/>
                      <a:pt x="148373" y="36276"/>
                      <a:pt x="149688" y="34063"/>
                    </a:cubicBezTo>
                    <a:cubicBezTo>
                      <a:pt x="151081" y="31771"/>
                      <a:pt x="152175" y="29610"/>
                      <a:pt x="152969" y="27605"/>
                    </a:cubicBezTo>
                    <a:cubicBezTo>
                      <a:pt x="153776" y="25586"/>
                      <a:pt x="154167" y="23750"/>
                      <a:pt x="154167" y="22084"/>
                    </a:cubicBezTo>
                    <a:cubicBezTo>
                      <a:pt x="154167" y="17565"/>
                      <a:pt x="152852" y="14180"/>
                      <a:pt x="150208" y="11927"/>
                    </a:cubicBezTo>
                    <a:cubicBezTo>
                      <a:pt x="147578" y="9662"/>
                      <a:pt x="144167" y="8542"/>
                      <a:pt x="140000" y="8542"/>
                    </a:cubicBezTo>
                    <a:cubicBezTo>
                      <a:pt x="135977" y="8542"/>
                      <a:pt x="132695" y="9922"/>
                      <a:pt x="130156" y="12709"/>
                    </a:cubicBezTo>
                    <a:cubicBezTo>
                      <a:pt x="127630" y="15482"/>
                      <a:pt x="126354" y="19089"/>
                      <a:pt x="126354" y="23542"/>
                    </a:cubicBezTo>
                    <a:lnTo>
                      <a:pt x="117813" y="23542"/>
                    </a:lnTo>
                    <a:cubicBezTo>
                      <a:pt x="117813" y="20208"/>
                      <a:pt x="118373" y="17162"/>
                      <a:pt x="119479" y="14427"/>
                    </a:cubicBezTo>
                    <a:cubicBezTo>
                      <a:pt x="120599" y="11680"/>
                      <a:pt x="122162" y="9336"/>
                      <a:pt x="124167" y="7396"/>
                    </a:cubicBezTo>
                    <a:cubicBezTo>
                      <a:pt x="126185" y="5443"/>
                      <a:pt x="128568" y="3959"/>
                      <a:pt x="131302" y="2917"/>
                    </a:cubicBezTo>
                    <a:cubicBezTo>
                      <a:pt x="134050" y="1875"/>
                      <a:pt x="137018" y="1354"/>
                      <a:pt x="140208" y="1354"/>
                    </a:cubicBezTo>
                    <a:close/>
                    <a:moveTo>
                      <a:pt x="23021" y="1354"/>
                    </a:moveTo>
                    <a:cubicBezTo>
                      <a:pt x="29414" y="1354"/>
                      <a:pt x="34766" y="3047"/>
                      <a:pt x="39063" y="6458"/>
                    </a:cubicBezTo>
                    <a:cubicBezTo>
                      <a:pt x="43372" y="9857"/>
                      <a:pt x="45521" y="14857"/>
                      <a:pt x="45521" y="21458"/>
                    </a:cubicBezTo>
                    <a:cubicBezTo>
                      <a:pt x="45521" y="25899"/>
                      <a:pt x="44154" y="30521"/>
                      <a:pt x="41406" y="35313"/>
                    </a:cubicBezTo>
                    <a:cubicBezTo>
                      <a:pt x="38672" y="40104"/>
                      <a:pt x="35391" y="44753"/>
                      <a:pt x="31562" y="49271"/>
                    </a:cubicBezTo>
                    <a:cubicBezTo>
                      <a:pt x="27747" y="53776"/>
                      <a:pt x="23789" y="58021"/>
                      <a:pt x="19687" y="61979"/>
                    </a:cubicBezTo>
                    <a:cubicBezTo>
                      <a:pt x="15599" y="65938"/>
                      <a:pt x="12188" y="69271"/>
                      <a:pt x="9479" y="71979"/>
                    </a:cubicBezTo>
                    <a:lnTo>
                      <a:pt x="47187" y="71979"/>
                    </a:lnTo>
                    <a:lnTo>
                      <a:pt x="47187" y="79167"/>
                    </a:lnTo>
                    <a:lnTo>
                      <a:pt x="1458" y="79167"/>
                    </a:lnTo>
                    <a:cubicBezTo>
                      <a:pt x="833" y="79167"/>
                      <a:pt x="443" y="79063"/>
                      <a:pt x="260" y="78854"/>
                    </a:cubicBezTo>
                    <a:cubicBezTo>
                      <a:pt x="91" y="78646"/>
                      <a:pt x="0" y="78230"/>
                      <a:pt x="0" y="77604"/>
                    </a:cubicBezTo>
                    <a:lnTo>
                      <a:pt x="0" y="71354"/>
                    </a:lnTo>
                    <a:cubicBezTo>
                      <a:pt x="1185" y="70235"/>
                      <a:pt x="2630" y="68855"/>
                      <a:pt x="4323" y="67188"/>
                    </a:cubicBezTo>
                    <a:cubicBezTo>
                      <a:pt x="6029" y="65521"/>
                      <a:pt x="7891" y="63672"/>
                      <a:pt x="9896" y="61667"/>
                    </a:cubicBezTo>
                    <a:cubicBezTo>
                      <a:pt x="11849" y="59649"/>
                      <a:pt x="13854" y="57500"/>
                      <a:pt x="15937" y="55209"/>
                    </a:cubicBezTo>
                    <a:cubicBezTo>
                      <a:pt x="18021" y="52917"/>
                      <a:pt x="20078" y="50547"/>
                      <a:pt x="22083" y="48125"/>
                    </a:cubicBezTo>
                    <a:cubicBezTo>
                      <a:pt x="24102" y="45755"/>
                      <a:pt x="26016" y="43385"/>
                      <a:pt x="27813" y="40990"/>
                    </a:cubicBezTo>
                    <a:cubicBezTo>
                      <a:pt x="29622" y="38594"/>
                      <a:pt x="31185" y="36276"/>
                      <a:pt x="32500" y="34063"/>
                    </a:cubicBezTo>
                    <a:cubicBezTo>
                      <a:pt x="33893" y="31771"/>
                      <a:pt x="34987" y="29610"/>
                      <a:pt x="35781" y="27605"/>
                    </a:cubicBezTo>
                    <a:cubicBezTo>
                      <a:pt x="36589" y="25586"/>
                      <a:pt x="36979" y="23750"/>
                      <a:pt x="36979" y="22084"/>
                    </a:cubicBezTo>
                    <a:cubicBezTo>
                      <a:pt x="36979" y="17565"/>
                      <a:pt x="35664" y="14180"/>
                      <a:pt x="33021" y="11927"/>
                    </a:cubicBezTo>
                    <a:cubicBezTo>
                      <a:pt x="30391" y="9662"/>
                      <a:pt x="26979" y="8542"/>
                      <a:pt x="22812" y="8542"/>
                    </a:cubicBezTo>
                    <a:cubicBezTo>
                      <a:pt x="18789" y="8542"/>
                      <a:pt x="15508" y="9922"/>
                      <a:pt x="12969" y="12709"/>
                    </a:cubicBezTo>
                    <a:cubicBezTo>
                      <a:pt x="10443" y="15482"/>
                      <a:pt x="9167" y="19089"/>
                      <a:pt x="9167" y="23542"/>
                    </a:cubicBezTo>
                    <a:lnTo>
                      <a:pt x="625" y="23542"/>
                    </a:lnTo>
                    <a:cubicBezTo>
                      <a:pt x="625" y="20208"/>
                      <a:pt x="1185" y="17162"/>
                      <a:pt x="2292" y="14427"/>
                    </a:cubicBezTo>
                    <a:cubicBezTo>
                      <a:pt x="3411" y="11680"/>
                      <a:pt x="4974" y="9336"/>
                      <a:pt x="6979" y="7396"/>
                    </a:cubicBezTo>
                    <a:cubicBezTo>
                      <a:pt x="8997" y="5443"/>
                      <a:pt x="11380" y="3959"/>
                      <a:pt x="14115" y="2917"/>
                    </a:cubicBezTo>
                    <a:cubicBezTo>
                      <a:pt x="16862" y="1875"/>
                      <a:pt x="19831" y="1354"/>
                      <a:pt x="23021" y="1354"/>
                    </a:cubicBezTo>
                    <a:close/>
                    <a:moveTo>
                      <a:pt x="519271" y="0"/>
                    </a:moveTo>
                    <a:cubicBezTo>
                      <a:pt x="524479" y="0"/>
                      <a:pt x="528737" y="1211"/>
                      <a:pt x="532032" y="3646"/>
                    </a:cubicBezTo>
                    <a:cubicBezTo>
                      <a:pt x="535339" y="6068"/>
                      <a:pt x="537917" y="9193"/>
                      <a:pt x="539792" y="13021"/>
                    </a:cubicBezTo>
                    <a:cubicBezTo>
                      <a:pt x="541667" y="16901"/>
                      <a:pt x="542956" y="21276"/>
                      <a:pt x="543646" y="26146"/>
                    </a:cubicBezTo>
                    <a:cubicBezTo>
                      <a:pt x="544349" y="31003"/>
                      <a:pt x="544688" y="35860"/>
                      <a:pt x="544688" y="40729"/>
                    </a:cubicBezTo>
                    <a:cubicBezTo>
                      <a:pt x="544688" y="45651"/>
                      <a:pt x="544349" y="50521"/>
                      <a:pt x="543646" y="55313"/>
                    </a:cubicBezTo>
                    <a:cubicBezTo>
                      <a:pt x="542956" y="60105"/>
                      <a:pt x="541667" y="64440"/>
                      <a:pt x="539792" y="68334"/>
                    </a:cubicBezTo>
                    <a:cubicBezTo>
                      <a:pt x="537917" y="72149"/>
                      <a:pt x="535339" y="75235"/>
                      <a:pt x="532032" y="77604"/>
                    </a:cubicBezTo>
                    <a:cubicBezTo>
                      <a:pt x="528737" y="79961"/>
                      <a:pt x="524479" y="81146"/>
                      <a:pt x="519271" y="81146"/>
                    </a:cubicBezTo>
                    <a:cubicBezTo>
                      <a:pt x="514141" y="81146"/>
                      <a:pt x="509948" y="79961"/>
                      <a:pt x="506719" y="77604"/>
                    </a:cubicBezTo>
                    <a:cubicBezTo>
                      <a:pt x="503490" y="75235"/>
                      <a:pt x="501016" y="72149"/>
                      <a:pt x="499271" y="68334"/>
                    </a:cubicBezTo>
                    <a:cubicBezTo>
                      <a:pt x="497474" y="64440"/>
                      <a:pt x="496250" y="60105"/>
                      <a:pt x="495625" y="55313"/>
                    </a:cubicBezTo>
                    <a:cubicBezTo>
                      <a:pt x="495000" y="50521"/>
                      <a:pt x="494688" y="45651"/>
                      <a:pt x="494688" y="40729"/>
                    </a:cubicBezTo>
                    <a:cubicBezTo>
                      <a:pt x="494688" y="35860"/>
                      <a:pt x="495000" y="31003"/>
                      <a:pt x="495625" y="26146"/>
                    </a:cubicBezTo>
                    <a:cubicBezTo>
                      <a:pt x="496250" y="21276"/>
                      <a:pt x="497474" y="16901"/>
                      <a:pt x="499271" y="13021"/>
                    </a:cubicBezTo>
                    <a:cubicBezTo>
                      <a:pt x="501016" y="9193"/>
                      <a:pt x="503490" y="6068"/>
                      <a:pt x="506719" y="3646"/>
                    </a:cubicBezTo>
                    <a:cubicBezTo>
                      <a:pt x="509948" y="1211"/>
                      <a:pt x="514141" y="0"/>
                      <a:pt x="519271" y="0"/>
                    </a:cubicBezTo>
                    <a:close/>
                    <a:moveTo>
                      <a:pt x="336979" y="0"/>
                    </a:moveTo>
                    <a:cubicBezTo>
                      <a:pt x="342188" y="0"/>
                      <a:pt x="346445" y="1211"/>
                      <a:pt x="349740" y="3646"/>
                    </a:cubicBezTo>
                    <a:cubicBezTo>
                      <a:pt x="353047" y="6068"/>
                      <a:pt x="355625" y="9193"/>
                      <a:pt x="357500" y="13021"/>
                    </a:cubicBezTo>
                    <a:cubicBezTo>
                      <a:pt x="359375" y="16901"/>
                      <a:pt x="360664" y="21276"/>
                      <a:pt x="361354" y="26146"/>
                    </a:cubicBezTo>
                    <a:cubicBezTo>
                      <a:pt x="362057" y="31003"/>
                      <a:pt x="362396" y="35860"/>
                      <a:pt x="362396" y="40729"/>
                    </a:cubicBezTo>
                    <a:cubicBezTo>
                      <a:pt x="362396" y="45651"/>
                      <a:pt x="362057" y="50521"/>
                      <a:pt x="361354" y="55313"/>
                    </a:cubicBezTo>
                    <a:cubicBezTo>
                      <a:pt x="360664" y="60105"/>
                      <a:pt x="359375" y="64440"/>
                      <a:pt x="357500" y="68334"/>
                    </a:cubicBezTo>
                    <a:cubicBezTo>
                      <a:pt x="355625" y="72149"/>
                      <a:pt x="353047" y="75235"/>
                      <a:pt x="349740" y="77604"/>
                    </a:cubicBezTo>
                    <a:cubicBezTo>
                      <a:pt x="346445" y="79961"/>
                      <a:pt x="342188" y="81146"/>
                      <a:pt x="336979" y="81146"/>
                    </a:cubicBezTo>
                    <a:cubicBezTo>
                      <a:pt x="331849" y="81146"/>
                      <a:pt x="327656" y="79961"/>
                      <a:pt x="324427" y="77604"/>
                    </a:cubicBezTo>
                    <a:cubicBezTo>
                      <a:pt x="321198" y="75235"/>
                      <a:pt x="318724" y="72149"/>
                      <a:pt x="316979" y="68334"/>
                    </a:cubicBezTo>
                    <a:cubicBezTo>
                      <a:pt x="315182" y="64440"/>
                      <a:pt x="313959" y="60105"/>
                      <a:pt x="313333" y="55313"/>
                    </a:cubicBezTo>
                    <a:cubicBezTo>
                      <a:pt x="312708" y="50521"/>
                      <a:pt x="312396" y="45651"/>
                      <a:pt x="312396" y="40729"/>
                    </a:cubicBezTo>
                    <a:cubicBezTo>
                      <a:pt x="312396" y="35860"/>
                      <a:pt x="312708" y="31003"/>
                      <a:pt x="313333" y="26146"/>
                    </a:cubicBezTo>
                    <a:cubicBezTo>
                      <a:pt x="313959" y="21276"/>
                      <a:pt x="315182" y="16901"/>
                      <a:pt x="316979" y="13021"/>
                    </a:cubicBezTo>
                    <a:cubicBezTo>
                      <a:pt x="318724" y="9193"/>
                      <a:pt x="321198" y="6068"/>
                      <a:pt x="324427" y="3646"/>
                    </a:cubicBezTo>
                    <a:cubicBezTo>
                      <a:pt x="327656" y="1211"/>
                      <a:pt x="331849" y="0"/>
                      <a:pt x="336979" y="0"/>
                    </a:cubicBezTo>
                    <a:close/>
                    <a:moveTo>
                      <a:pt x="89583" y="0"/>
                    </a:moveTo>
                    <a:cubicBezTo>
                      <a:pt x="94792" y="0"/>
                      <a:pt x="99049" y="1211"/>
                      <a:pt x="102344" y="3646"/>
                    </a:cubicBezTo>
                    <a:cubicBezTo>
                      <a:pt x="105651" y="6068"/>
                      <a:pt x="108229" y="9193"/>
                      <a:pt x="110104" y="13021"/>
                    </a:cubicBezTo>
                    <a:cubicBezTo>
                      <a:pt x="111979" y="16901"/>
                      <a:pt x="113268" y="21276"/>
                      <a:pt x="113958" y="26146"/>
                    </a:cubicBezTo>
                    <a:cubicBezTo>
                      <a:pt x="114662" y="31003"/>
                      <a:pt x="115000" y="35860"/>
                      <a:pt x="115000" y="40729"/>
                    </a:cubicBezTo>
                    <a:cubicBezTo>
                      <a:pt x="115000" y="45651"/>
                      <a:pt x="114662" y="50521"/>
                      <a:pt x="113958" y="55313"/>
                    </a:cubicBezTo>
                    <a:cubicBezTo>
                      <a:pt x="113268" y="60105"/>
                      <a:pt x="111979" y="64440"/>
                      <a:pt x="110104" y="68334"/>
                    </a:cubicBezTo>
                    <a:cubicBezTo>
                      <a:pt x="108229" y="72149"/>
                      <a:pt x="105651" y="75235"/>
                      <a:pt x="102344" y="77604"/>
                    </a:cubicBezTo>
                    <a:cubicBezTo>
                      <a:pt x="99049" y="79961"/>
                      <a:pt x="94792" y="81146"/>
                      <a:pt x="89583" y="81146"/>
                    </a:cubicBezTo>
                    <a:cubicBezTo>
                      <a:pt x="84453" y="81146"/>
                      <a:pt x="80260" y="79961"/>
                      <a:pt x="77031" y="77604"/>
                    </a:cubicBezTo>
                    <a:cubicBezTo>
                      <a:pt x="73802" y="75235"/>
                      <a:pt x="71328" y="72149"/>
                      <a:pt x="69583" y="68334"/>
                    </a:cubicBezTo>
                    <a:cubicBezTo>
                      <a:pt x="67786" y="64440"/>
                      <a:pt x="66563" y="60105"/>
                      <a:pt x="65937" y="55313"/>
                    </a:cubicBezTo>
                    <a:cubicBezTo>
                      <a:pt x="65312" y="50521"/>
                      <a:pt x="65000" y="45651"/>
                      <a:pt x="65000" y="40729"/>
                    </a:cubicBezTo>
                    <a:cubicBezTo>
                      <a:pt x="65000" y="35860"/>
                      <a:pt x="65312" y="31003"/>
                      <a:pt x="65937" y="26146"/>
                    </a:cubicBezTo>
                    <a:cubicBezTo>
                      <a:pt x="66563" y="21276"/>
                      <a:pt x="67786" y="16901"/>
                      <a:pt x="69583" y="13021"/>
                    </a:cubicBezTo>
                    <a:cubicBezTo>
                      <a:pt x="71328" y="9193"/>
                      <a:pt x="73802" y="6068"/>
                      <a:pt x="77031" y="3646"/>
                    </a:cubicBezTo>
                    <a:cubicBezTo>
                      <a:pt x="80260" y="1211"/>
                      <a:pt x="84453" y="0"/>
                      <a:pt x="89583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29" name="TextBox 528">
                <a:extLst>
                  <a:ext uri="{FF2B5EF4-FFF2-40B4-BE49-F238E27FC236}">
                    <a16:creationId xmlns:a16="http://schemas.microsoft.com/office/drawing/2014/main" id="{7A90ECF3-A696-43BA-87AA-85A9BD7F3EAC}"/>
                  </a:ext>
                </a:extLst>
              </p:cNvPr>
              <p:cNvSpPr txBox="1"/>
              <p:nvPr/>
            </p:nvSpPr>
            <p:spPr>
              <a:xfrm>
                <a:off x="2895412" y="4842259"/>
                <a:ext cx="677671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2024. 02. 01 ~</a:t>
                </a:r>
              </a:p>
            </p:txBody>
          </p:sp>
        </p:grpSp>
        <p:sp>
          <p:nvSpPr>
            <p:cNvPr id="530" name="자유형: 도형 529">
              <a:extLst>
                <a:ext uri="{FF2B5EF4-FFF2-40B4-BE49-F238E27FC236}">
                  <a16:creationId xmlns:a16="http://schemas.microsoft.com/office/drawing/2014/main" id="{588448AA-CE7D-4B76-915D-71D18186CD9A}"/>
                </a:ext>
              </a:extLst>
            </p:cNvPr>
            <p:cNvSpPr/>
            <p:nvPr/>
          </p:nvSpPr>
          <p:spPr>
            <a:xfrm>
              <a:off x="3030914" y="5011924"/>
              <a:ext cx="591250" cy="81562"/>
            </a:xfrm>
            <a:custGeom>
              <a:avLst/>
              <a:gdLst>
                <a:gd name="connsiteX0" fmla="*/ 434063 w 591250"/>
                <a:gd name="connsiteY0" fmla="*/ 70833 h 81562"/>
                <a:gd name="connsiteX1" fmla="*/ 444792 w 591250"/>
                <a:gd name="connsiteY1" fmla="*/ 70833 h 81562"/>
                <a:gd name="connsiteX2" fmla="*/ 444792 w 591250"/>
                <a:gd name="connsiteY2" fmla="*/ 81563 h 81562"/>
                <a:gd name="connsiteX3" fmla="*/ 434063 w 591250"/>
                <a:gd name="connsiteY3" fmla="*/ 81563 h 81562"/>
                <a:gd name="connsiteX4" fmla="*/ 251771 w 591250"/>
                <a:gd name="connsiteY4" fmla="*/ 70833 h 81562"/>
                <a:gd name="connsiteX5" fmla="*/ 262500 w 591250"/>
                <a:gd name="connsiteY5" fmla="*/ 70833 h 81562"/>
                <a:gd name="connsiteX6" fmla="*/ 262500 w 591250"/>
                <a:gd name="connsiteY6" fmla="*/ 81563 h 81562"/>
                <a:gd name="connsiteX7" fmla="*/ 251771 w 591250"/>
                <a:gd name="connsiteY7" fmla="*/ 81563 h 81562"/>
                <a:gd name="connsiteX8" fmla="*/ 214167 w 591250"/>
                <a:gd name="connsiteY8" fmla="*/ 11250 h 81562"/>
                <a:gd name="connsiteX9" fmla="*/ 187292 w 591250"/>
                <a:gd name="connsiteY9" fmla="*/ 55313 h 81562"/>
                <a:gd name="connsiteX10" fmla="*/ 213958 w 591250"/>
                <a:gd name="connsiteY10" fmla="*/ 55313 h 81562"/>
                <a:gd name="connsiteX11" fmla="*/ 213958 w 591250"/>
                <a:gd name="connsiteY11" fmla="*/ 20833 h 81562"/>
                <a:gd name="connsiteX12" fmla="*/ 89583 w 591250"/>
                <a:gd name="connsiteY12" fmla="*/ 7188 h 81562"/>
                <a:gd name="connsiteX13" fmla="*/ 80781 w 591250"/>
                <a:gd name="connsiteY13" fmla="*/ 10833 h 81562"/>
                <a:gd name="connsiteX14" fmla="*/ 76042 w 591250"/>
                <a:gd name="connsiteY14" fmla="*/ 19584 h 81562"/>
                <a:gd name="connsiteX15" fmla="*/ 74010 w 591250"/>
                <a:gd name="connsiteY15" fmla="*/ 30573 h 81562"/>
                <a:gd name="connsiteX16" fmla="*/ 73646 w 591250"/>
                <a:gd name="connsiteY16" fmla="*/ 40729 h 81562"/>
                <a:gd name="connsiteX17" fmla="*/ 74010 w 591250"/>
                <a:gd name="connsiteY17" fmla="*/ 50782 h 81562"/>
                <a:gd name="connsiteX18" fmla="*/ 76042 w 591250"/>
                <a:gd name="connsiteY18" fmla="*/ 61667 h 81562"/>
                <a:gd name="connsiteX19" fmla="*/ 80781 w 591250"/>
                <a:gd name="connsiteY19" fmla="*/ 70313 h 81562"/>
                <a:gd name="connsiteX20" fmla="*/ 89583 w 591250"/>
                <a:gd name="connsiteY20" fmla="*/ 73855 h 81562"/>
                <a:gd name="connsiteX21" fmla="*/ 98542 w 591250"/>
                <a:gd name="connsiteY21" fmla="*/ 70313 h 81562"/>
                <a:gd name="connsiteX22" fmla="*/ 103542 w 591250"/>
                <a:gd name="connsiteY22" fmla="*/ 61667 h 81562"/>
                <a:gd name="connsiteX23" fmla="*/ 105833 w 591250"/>
                <a:gd name="connsiteY23" fmla="*/ 50782 h 81562"/>
                <a:gd name="connsiteX24" fmla="*/ 106354 w 591250"/>
                <a:gd name="connsiteY24" fmla="*/ 40729 h 81562"/>
                <a:gd name="connsiteX25" fmla="*/ 105833 w 591250"/>
                <a:gd name="connsiteY25" fmla="*/ 30573 h 81562"/>
                <a:gd name="connsiteX26" fmla="*/ 103542 w 591250"/>
                <a:gd name="connsiteY26" fmla="*/ 19584 h 81562"/>
                <a:gd name="connsiteX27" fmla="*/ 98542 w 591250"/>
                <a:gd name="connsiteY27" fmla="*/ 10833 h 81562"/>
                <a:gd name="connsiteX28" fmla="*/ 89583 w 591250"/>
                <a:gd name="connsiteY28" fmla="*/ 7188 h 81562"/>
                <a:gd name="connsiteX29" fmla="*/ 583334 w 591250"/>
                <a:gd name="connsiteY29" fmla="*/ 3125 h 81562"/>
                <a:gd name="connsiteX30" fmla="*/ 589271 w 591250"/>
                <a:gd name="connsiteY30" fmla="*/ 3125 h 81562"/>
                <a:gd name="connsiteX31" fmla="*/ 590834 w 591250"/>
                <a:gd name="connsiteY31" fmla="*/ 3542 h 81562"/>
                <a:gd name="connsiteX32" fmla="*/ 591250 w 591250"/>
                <a:gd name="connsiteY32" fmla="*/ 5105 h 81562"/>
                <a:gd name="connsiteX33" fmla="*/ 591250 w 591250"/>
                <a:gd name="connsiteY33" fmla="*/ 79167 h 81562"/>
                <a:gd name="connsiteX34" fmla="*/ 583021 w 591250"/>
                <a:gd name="connsiteY34" fmla="*/ 79167 h 81562"/>
                <a:gd name="connsiteX35" fmla="*/ 583021 w 591250"/>
                <a:gd name="connsiteY35" fmla="*/ 12083 h 81562"/>
                <a:gd name="connsiteX36" fmla="*/ 575990 w 591250"/>
                <a:gd name="connsiteY36" fmla="*/ 17865 h 81562"/>
                <a:gd name="connsiteX37" fmla="*/ 566771 w 591250"/>
                <a:gd name="connsiteY37" fmla="*/ 23125 h 81562"/>
                <a:gd name="connsiteX38" fmla="*/ 566771 w 591250"/>
                <a:gd name="connsiteY38" fmla="*/ 15208 h 81562"/>
                <a:gd name="connsiteX39" fmla="*/ 575417 w 591250"/>
                <a:gd name="connsiteY39" fmla="*/ 10104 h 81562"/>
                <a:gd name="connsiteX40" fmla="*/ 583334 w 591250"/>
                <a:gd name="connsiteY40" fmla="*/ 3125 h 81562"/>
                <a:gd name="connsiteX41" fmla="*/ 335938 w 591250"/>
                <a:gd name="connsiteY41" fmla="*/ 3125 h 81562"/>
                <a:gd name="connsiteX42" fmla="*/ 341875 w 591250"/>
                <a:gd name="connsiteY42" fmla="*/ 3125 h 81562"/>
                <a:gd name="connsiteX43" fmla="*/ 343438 w 591250"/>
                <a:gd name="connsiteY43" fmla="*/ 3542 h 81562"/>
                <a:gd name="connsiteX44" fmla="*/ 343854 w 591250"/>
                <a:gd name="connsiteY44" fmla="*/ 5105 h 81562"/>
                <a:gd name="connsiteX45" fmla="*/ 343854 w 591250"/>
                <a:gd name="connsiteY45" fmla="*/ 79167 h 81562"/>
                <a:gd name="connsiteX46" fmla="*/ 335625 w 591250"/>
                <a:gd name="connsiteY46" fmla="*/ 79167 h 81562"/>
                <a:gd name="connsiteX47" fmla="*/ 335625 w 591250"/>
                <a:gd name="connsiteY47" fmla="*/ 12083 h 81562"/>
                <a:gd name="connsiteX48" fmla="*/ 328594 w 591250"/>
                <a:gd name="connsiteY48" fmla="*/ 17865 h 81562"/>
                <a:gd name="connsiteX49" fmla="*/ 319375 w 591250"/>
                <a:gd name="connsiteY49" fmla="*/ 23125 h 81562"/>
                <a:gd name="connsiteX50" fmla="*/ 319375 w 591250"/>
                <a:gd name="connsiteY50" fmla="*/ 15208 h 81562"/>
                <a:gd name="connsiteX51" fmla="*/ 328021 w 591250"/>
                <a:gd name="connsiteY51" fmla="*/ 10104 h 81562"/>
                <a:gd name="connsiteX52" fmla="*/ 335938 w 591250"/>
                <a:gd name="connsiteY52" fmla="*/ 3125 h 81562"/>
                <a:gd name="connsiteX53" fmla="*/ 212813 w 591250"/>
                <a:gd name="connsiteY53" fmla="*/ 1979 h 81562"/>
                <a:gd name="connsiteX54" fmla="*/ 219896 w 591250"/>
                <a:gd name="connsiteY54" fmla="*/ 1979 h 81562"/>
                <a:gd name="connsiteX55" fmla="*/ 221458 w 591250"/>
                <a:gd name="connsiteY55" fmla="*/ 2396 h 81562"/>
                <a:gd name="connsiteX56" fmla="*/ 221875 w 591250"/>
                <a:gd name="connsiteY56" fmla="*/ 3959 h 81562"/>
                <a:gd name="connsiteX57" fmla="*/ 221875 w 591250"/>
                <a:gd name="connsiteY57" fmla="*/ 55313 h 81562"/>
                <a:gd name="connsiteX58" fmla="*/ 233229 w 591250"/>
                <a:gd name="connsiteY58" fmla="*/ 55313 h 81562"/>
                <a:gd name="connsiteX59" fmla="*/ 233229 w 591250"/>
                <a:gd name="connsiteY59" fmla="*/ 62500 h 81562"/>
                <a:gd name="connsiteX60" fmla="*/ 221875 w 591250"/>
                <a:gd name="connsiteY60" fmla="*/ 62500 h 81562"/>
                <a:gd name="connsiteX61" fmla="*/ 221875 w 591250"/>
                <a:gd name="connsiteY61" fmla="*/ 79167 h 81562"/>
                <a:gd name="connsiteX62" fmla="*/ 213750 w 591250"/>
                <a:gd name="connsiteY62" fmla="*/ 79167 h 81562"/>
                <a:gd name="connsiteX63" fmla="*/ 213750 w 591250"/>
                <a:gd name="connsiteY63" fmla="*/ 62500 h 81562"/>
                <a:gd name="connsiteX64" fmla="*/ 181354 w 591250"/>
                <a:gd name="connsiteY64" fmla="*/ 62500 h 81562"/>
                <a:gd name="connsiteX65" fmla="*/ 179792 w 591250"/>
                <a:gd name="connsiteY65" fmla="*/ 62083 h 81562"/>
                <a:gd name="connsiteX66" fmla="*/ 179375 w 591250"/>
                <a:gd name="connsiteY66" fmla="*/ 60521 h 81562"/>
                <a:gd name="connsiteX67" fmla="*/ 179375 w 591250"/>
                <a:gd name="connsiteY67" fmla="*/ 56146 h 81562"/>
                <a:gd name="connsiteX68" fmla="*/ 179635 w 591250"/>
                <a:gd name="connsiteY68" fmla="*/ 54636 h 81562"/>
                <a:gd name="connsiteX69" fmla="*/ 180312 w 591250"/>
                <a:gd name="connsiteY69" fmla="*/ 53229 h 81562"/>
                <a:gd name="connsiteX70" fmla="*/ 210729 w 591250"/>
                <a:gd name="connsiteY70" fmla="*/ 3333 h 81562"/>
                <a:gd name="connsiteX71" fmla="*/ 211563 w 591250"/>
                <a:gd name="connsiteY71" fmla="*/ 2344 h 81562"/>
                <a:gd name="connsiteX72" fmla="*/ 212813 w 591250"/>
                <a:gd name="connsiteY72" fmla="*/ 1979 h 81562"/>
                <a:gd name="connsiteX73" fmla="*/ 517917 w 591250"/>
                <a:gd name="connsiteY73" fmla="*/ 1354 h 81562"/>
                <a:gd name="connsiteX74" fmla="*/ 526719 w 591250"/>
                <a:gd name="connsiteY74" fmla="*/ 2552 h 81562"/>
                <a:gd name="connsiteX75" fmla="*/ 534167 w 591250"/>
                <a:gd name="connsiteY75" fmla="*/ 6250 h 81562"/>
                <a:gd name="connsiteX76" fmla="*/ 539219 w 591250"/>
                <a:gd name="connsiteY76" fmla="*/ 12604 h 81562"/>
                <a:gd name="connsiteX77" fmla="*/ 541146 w 591250"/>
                <a:gd name="connsiteY77" fmla="*/ 21771 h 81562"/>
                <a:gd name="connsiteX78" fmla="*/ 536875 w 591250"/>
                <a:gd name="connsiteY78" fmla="*/ 33438 h 81562"/>
                <a:gd name="connsiteX79" fmla="*/ 525729 w 591250"/>
                <a:gd name="connsiteY79" fmla="*/ 39792 h 81562"/>
                <a:gd name="connsiteX80" fmla="*/ 538073 w 591250"/>
                <a:gd name="connsiteY80" fmla="*/ 46198 h 81562"/>
                <a:gd name="connsiteX81" fmla="*/ 542813 w 591250"/>
                <a:gd name="connsiteY81" fmla="*/ 59063 h 81562"/>
                <a:gd name="connsiteX82" fmla="*/ 540677 w 591250"/>
                <a:gd name="connsiteY82" fmla="*/ 69011 h 81562"/>
                <a:gd name="connsiteX83" fmla="*/ 535000 w 591250"/>
                <a:gd name="connsiteY83" fmla="*/ 75833 h 81562"/>
                <a:gd name="connsiteX84" fmla="*/ 526875 w 591250"/>
                <a:gd name="connsiteY84" fmla="*/ 79688 h 81562"/>
                <a:gd name="connsiteX85" fmla="*/ 517500 w 591250"/>
                <a:gd name="connsiteY85" fmla="*/ 80938 h 81562"/>
                <a:gd name="connsiteX86" fmla="*/ 499740 w 591250"/>
                <a:gd name="connsiteY86" fmla="*/ 75000 h 81562"/>
                <a:gd name="connsiteX87" fmla="*/ 493021 w 591250"/>
                <a:gd name="connsiteY87" fmla="*/ 58542 h 81562"/>
                <a:gd name="connsiteX88" fmla="*/ 501250 w 591250"/>
                <a:gd name="connsiteY88" fmla="*/ 58542 h 81562"/>
                <a:gd name="connsiteX89" fmla="*/ 506198 w 591250"/>
                <a:gd name="connsiteY89" fmla="*/ 69896 h 81562"/>
                <a:gd name="connsiteX90" fmla="*/ 517813 w 591250"/>
                <a:gd name="connsiteY90" fmla="*/ 73750 h 81562"/>
                <a:gd name="connsiteX91" fmla="*/ 530000 w 591250"/>
                <a:gd name="connsiteY91" fmla="*/ 69688 h 81562"/>
                <a:gd name="connsiteX92" fmla="*/ 534479 w 591250"/>
                <a:gd name="connsiteY92" fmla="*/ 58125 h 81562"/>
                <a:gd name="connsiteX93" fmla="*/ 533021 w 591250"/>
                <a:gd name="connsiteY93" fmla="*/ 51511 h 81562"/>
                <a:gd name="connsiteX94" fmla="*/ 529167 w 591250"/>
                <a:gd name="connsiteY94" fmla="*/ 46979 h 81562"/>
                <a:gd name="connsiteX95" fmla="*/ 523594 w 591250"/>
                <a:gd name="connsiteY95" fmla="*/ 44375 h 81562"/>
                <a:gd name="connsiteX96" fmla="*/ 517292 w 591250"/>
                <a:gd name="connsiteY96" fmla="*/ 43333 h 81562"/>
                <a:gd name="connsiteX97" fmla="*/ 513125 w 591250"/>
                <a:gd name="connsiteY97" fmla="*/ 43333 h 81562"/>
                <a:gd name="connsiteX98" fmla="*/ 511667 w 591250"/>
                <a:gd name="connsiteY98" fmla="*/ 43073 h 81562"/>
                <a:gd name="connsiteX99" fmla="*/ 511459 w 591250"/>
                <a:gd name="connsiteY99" fmla="*/ 41667 h 81562"/>
                <a:gd name="connsiteX100" fmla="*/ 511459 w 591250"/>
                <a:gd name="connsiteY100" fmla="*/ 37813 h 81562"/>
                <a:gd name="connsiteX101" fmla="*/ 511667 w 591250"/>
                <a:gd name="connsiteY101" fmla="*/ 36146 h 81562"/>
                <a:gd name="connsiteX102" fmla="*/ 513125 w 591250"/>
                <a:gd name="connsiteY102" fmla="*/ 35729 h 81562"/>
                <a:gd name="connsiteX103" fmla="*/ 516563 w 591250"/>
                <a:gd name="connsiteY103" fmla="*/ 35729 h 81562"/>
                <a:gd name="connsiteX104" fmla="*/ 522657 w 591250"/>
                <a:gd name="connsiteY104" fmla="*/ 34948 h 81562"/>
                <a:gd name="connsiteX105" fmla="*/ 527813 w 591250"/>
                <a:gd name="connsiteY105" fmla="*/ 32500 h 81562"/>
                <a:gd name="connsiteX106" fmla="*/ 531459 w 591250"/>
                <a:gd name="connsiteY106" fmla="*/ 28386 h 81562"/>
                <a:gd name="connsiteX107" fmla="*/ 532813 w 591250"/>
                <a:gd name="connsiteY107" fmla="*/ 22188 h 81562"/>
                <a:gd name="connsiteX108" fmla="*/ 528490 w 591250"/>
                <a:gd name="connsiteY108" fmla="*/ 12083 h 81562"/>
                <a:gd name="connsiteX109" fmla="*/ 517604 w 591250"/>
                <a:gd name="connsiteY109" fmla="*/ 8542 h 81562"/>
                <a:gd name="connsiteX110" fmla="*/ 506927 w 591250"/>
                <a:gd name="connsiteY110" fmla="*/ 12083 h 81562"/>
                <a:gd name="connsiteX111" fmla="*/ 502396 w 591250"/>
                <a:gd name="connsiteY111" fmla="*/ 22292 h 81562"/>
                <a:gd name="connsiteX112" fmla="*/ 494063 w 591250"/>
                <a:gd name="connsiteY112" fmla="*/ 22292 h 81562"/>
                <a:gd name="connsiteX113" fmla="*/ 500729 w 591250"/>
                <a:gd name="connsiteY113" fmla="*/ 6979 h 81562"/>
                <a:gd name="connsiteX114" fmla="*/ 517917 w 591250"/>
                <a:gd name="connsiteY114" fmla="*/ 1354 h 81562"/>
                <a:gd name="connsiteX115" fmla="*/ 387604 w 591250"/>
                <a:gd name="connsiteY115" fmla="*/ 1354 h 81562"/>
                <a:gd name="connsiteX116" fmla="*/ 403646 w 591250"/>
                <a:gd name="connsiteY116" fmla="*/ 6458 h 81562"/>
                <a:gd name="connsiteX117" fmla="*/ 410104 w 591250"/>
                <a:gd name="connsiteY117" fmla="*/ 21458 h 81562"/>
                <a:gd name="connsiteX118" fmla="*/ 405990 w 591250"/>
                <a:gd name="connsiteY118" fmla="*/ 35313 h 81562"/>
                <a:gd name="connsiteX119" fmla="*/ 396146 w 591250"/>
                <a:gd name="connsiteY119" fmla="*/ 49271 h 81562"/>
                <a:gd name="connsiteX120" fmla="*/ 384271 w 591250"/>
                <a:gd name="connsiteY120" fmla="*/ 61979 h 81562"/>
                <a:gd name="connsiteX121" fmla="*/ 374063 w 591250"/>
                <a:gd name="connsiteY121" fmla="*/ 71979 h 81562"/>
                <a:gd name="connsiteX122" fmla="*/ 411771 w 591250"/>
                <a:gd name="connsiteY122" fmla="*/ 71979 h 81562"/>
                <a:gd name="connsiteX123" fmla="*/ 411771 w 591250"/>
                <a:gd name="connsiteY123" fmla="*/ 79167 h 81562"/>
                <a:gd name="connsiteX124" fmla="*/ 366042 w 591250"/>
                <a:gd name="connsiteY124" fmla="*/ 79167 h 81562"/>
                <a:gd name="connsiteX125" fmla="*/ 364844 w 591250"/>
                <a:gd name="connsiteY125" fmla="*/ 78854 h 81562"/>
                <a:gd name="connsiteX126" fmla="*/ 364584 w 591250"/>
                <a:gd name="connsiteY126" fmla="*/ 77604 h 81562"/>
                <a:gd name="connsiteX127" fmla="*/ 364584 w 591250"/>
                <a:gd name="connsiteY127" fmla="*/ 71354 h 81562"/>
                <a:gd name="connsiteX128" fmla="*/ 368906 w 591250"/>
                <a:gd name="connsiteY128" fmla="*/ 67188 h 81562"/>
                <a:gd name="connsiteX129" fmla="*/ 374479 w 591250"/>
                <a:gd name="connsiteY129" fmla="*/ 61667 h 81562"/>
                <a:gd name="connsiteX130" fmla="*/ 380521 w 591250"/>
                <a:gd name="connsiteY130" fmla="*/ 55209 h 81562"/>
                <a:gd name="connsiteX131" fmla="*/ 386667 w 591250"/>
                <a:gd name="connsiteY131" fmla="*/ 48125 h 81562"/>
                <a:gd name="connsiteX132" fmla="*/ 392396 w 591250"/>
                <a:gd name="connsiteY132" fmla="*/ 40990 h 81562"/>
                <a:gd name="connsiteX133" fmla="*/ 397084 w 591250"/>
                <a:gd name="connsiteY133" fmla="*/ 34063 h 81562"/>
                <a:gd name="connsiteX134" fmla="*/ 400365 w 591250"/>
                <a:gd name="connsiteY134" fmla="*/ 27605 h 81562"/>
                <a:gd name="connsiteX135" fmla="*/ 401563 w 591250"/>
                <a:gd name="connsiteY135" fmla="*/ 22084 h 81562"/>
                <a:gd name="connsiteX136" fmla="*/ 397604 w 591250"/>
                <a:gd name="connsiteY136" fmla="*/ 11927 h 81562"/>
                <a:gd name="connsiteX137" fmla="*/ 387396 w 591250"/>
                <a:gd name="connsiteY137" fmla="*/ 8542 h 81562"/>
                <a:gd name="connsiteX138" fmla="*/ 377552 w 591250"/>
                <a:gd name="connsiteY138" fmla="*/ 12709 h 81562"/>
                <a:gd name="connsiteX139" fmla="*/ 373750 w 591250"/>
                <a:gd name="connsiteY139" fmla="*/ 23542 h 81562"/>
                <a:gd name="connsiteX140" fmla="*/ 365208 w 591250"/>
                <a:gd name="connsiteY140" fmla="*/ 23542 h 81562"/>
                <a:gd name="connsiteX141" fmla="*/ 366875 w 591250"/>
                <a:gd name="connsiteY141" fmla="*/ 14427 h 81562"/>
                <a:gd name="connsiteX142" fmla="*/ 371563 w 591250"/>
                <a:gd name="connsiteY142" fmla="*/ 7396 h 81562"/>
                <a:gd name="connsiteX143" fmla="*/ 378698 w 591250"/>
                <a:gd name="connsiteY143" fmla="*/ 2917 h 81562"/>
                <a:gd name="connsiteX144" fmla="*/ 387604 w 591250"/>
                <a:gd name="connsiteY144" fmla="*/ 1354 h 81562"/>
                <a:gd name="connsiteX145" fmla="*/ 140208 w 591250"/>
                <a:gd name="connsiteY145" fmla="*/ 1354 h 81562"/>
                <a:gd name="connsiteX146" fmla="*/ 156250 w 591250"/>
                <a:gd name="connsiteY146" fmla="*/ 6458 h 81562"/>
                <a:gd name="connsiteX147" fmla="*/ 162708 w 591250"/>
                <a:gd name="connsiteY147" fmla="*/ 21458 h 81562"/>
                <a:gd name="connsiteX148" fmla="*/ 158594 w 591250"/>
                <a:gd name="connsiteY148" fmla="*/ 35313 h 81562"/>
                <a:gd name="connsiteX149" fmla="*/ 148750 w 591250"/>
                <a:gd name="connsiteY149" fmla="*/ 49271 h 81562"/>
                <a:gd name="connsiteX150" fmla="*/ 136875 w 591250"/>
                <a:gd name="connsiteY150" fmla="*/ 61979 h 81562"/>
                <a:gd name="connsiteX151" fmla="*/ 126667 w 591250"/>
                <a:gd name="connsiteY151" fmla="*/ 71979 h 81562"/>
                <a:gd name="connsiteX152" fmla="*/ 164375 w 591250"/>
                <a:gd name="connsiteY152" fmla="*/ 71979 h 81562"/>
                <a:gd name="connsiteX153" fmla="*/ 164375 w 591250"/>
                <a:gd name="connsiteY153" fmla="*/ 79167 h 81562"/>
                <a:gd name="connsiteX154" fmla="*/ 118646 w 591250"/>
                <a:gd name="connsiteY154" fmla="*/ 79167 h 81562"/>
                <a:gd name="connsiteX155" fmla="*/ 117448 w 591250"/>
                <a:gd name="connsiteY155" fmla="*/ 78854 h 81562"/>
                <a:gd name="connsiteX156" fmla="*/ 117188 w 591250"/>
                <a:gd name="connsiteY156" fmla="*/ 77604 h 81562"/>
                <a:gd name="connsiteX157" fmla="*/ 117188 w 591250"/>
                <a:gd name="connsiteY157" fmla="*/ 71354 h 81562"/>
                <a:gd name="connsiteX158" fmla="*/ 121510 w 591250"/>
                <a:gd name="connsiteY158" fmla="*/ 67188 h 81562"/>
                <a:gd name="connsiteX159" fmla="*/ 127083 w 591250"/>
                <a:gd name="connsiteY159" fmla="*/ 61667 h 81562"/>
                <a:gd name="connsiteX160" fmla="*/ 133125 w 591250"/>
                <a:gd name="connsiteY160" fmla="*/ 55209 h 81562"/>
                <a:gd name="connsiteX161" fmla="*/ 139271 w 591250"/>
                <a:gd name="connsiteY161" fmla="*/ 48125 h 81562"/>
                <a:gd name="connsiteX162" fmla="*/ 145000 w 591250"/>
                <a:gd name="connsiteY162" fmla="*/ 40990 h 81562"/>
                <a:gd name="connsiteX163" fmla="*/ 149688 w 591250"/>
                <a:gd name="connsiteY163" fmla="*/ 34063 h 81562"/>
                <a:gd name="connsiteX164" fmla="*/ 152969 w 591250"/>
                <a:gd name="connsiteY164" fmla="*/ 27605 h 81562"/>
                <a:gd name="connsiteX165" fmla="*/ 154167 w 591250"/>
                <a:gd name="connsiteY165" fmla="*/ 22084 h 81562"/>
                <a:gd name="connsiteX166" fmla="*/ 150208 w 591250"/>
                <a:gd name="connsiteY166" fmla="*/ 11927 h 81562"/>
                <a:gd name="connsiteX167" fmla="*/ 140000 w 591250"/>
                <a:gd name="connsiteY167" fmla="*/ 8542 h 81562"/>
                <a:gd name="connsiteX168" fmla="*/ 130156 w 591250"/>
                <a:gd name="connsiteY168" fmla="*/ 12709 h 81562"/>
                <a:gd name="connsiteX169" fmla="*/ 126354 w 591250"/>
                <a:gd name="connsiteY169" fmla="*/ 23542 h 81562"/>
                <a:gd name="connsiteX170" fmla="*/ 117812 w 591250"/>
                <a:gd name="connsiteY170" fmla="*/ 23542 h 81562"/>
                <a:gd name="connsiteX171" fmla="*/ 119479 w 591250"/>
                <a:gd name="connsiteY171" fmla="*/ 14427 h 81562"/>
                <a:gd name="connsiteX172" fmla="*/ 124167 w 591250"/>
                <a:gd name="connsiteY172" fmla="*/ 7396 h 81562"/>
                <a:gd name="connsiteX173" fmla="*/ 131302 w 591250"/>
                <a:gd name="connsiteY173" fmla="*/ 2917 h 81562"/>
                <a:gd name="connsiteX174" fmla="*/ 140208 w 591250"/>
                <a:gd name="connsiteY174" fmla="*/ 1354 h 81562"/>
                <a:gd name="connsiteX175" fmla="*/ 23021 w 591250"/>
                <a:gd name="connsiteY175" fmla="*/ 1354 h 81562"/>
                <a:gd name="connsiteX176" fmla="*/ 39063 w 591250"/>
                <a:gd name="connsiteY176" fmla="*/ 6458 h 81562"/>
                <a:gd name="connsiteX177" fmla="*/ 45521 w 591250"/>
                <a:gd name="connsiteY177" fmla="*/ 21458 h 81562"/>
                <a:gd name="connsiteX178" fmla="*/ 41406 w 591250"/>
                <a:gd name="connsiteY178" fmla="*/ 35313 h 81562"/>
                <a:gd name="connsiteX179" fmla="*/ 31562 w 591250"/>
                <a:gd name="connsiteY179" fmla="*/ 49271 h 81562"/>
                <a:gd name="connsiteX180" fmla="*/ 19687 w 591250"/>
                <a:gd name="connsiteY180" fmla="*/ 61979 h 81562"/>
                <a:gd name="connsiteX181" fmla="*/ 9479 w 591250"/>
                <a:gd name="connsiteY181" fmla="*/ 71979 h 81562"/>
                <a:gd name="connsiteX182" fmla="*/ 47187 w 591250"/>
                <a:gd name="connsiteY182" fmla="*/ 71979 h 81562"/>
                <a:gd name="connsiteX183" fmla="*/ 47187 w 591250"/>
                <a:gd name="connsiteY183" fmla="*/ 79167 h 81562"/>
                <a:gd name="connsiteX184" fmla="*/ 1458 w 591250"/>
                <a:gd name="connsiteY184" fmla="*/ 79167 h 81562"/>
                <a:gd name="connsiteX185" fmla="*/ 260 w 591250"/>
                <a:gd name="connsiteY185" fmla="*/ 78854 h 81562"/>
                <a:gd name="connsiteX186" fmla="*/ 0 w 591250"/>
                <a:gd name="connsiteY186" fmla="*/ 77604 h 81562"/>
                <a:gd name="connsiteX187" fmla="*/ 0 w 591250"/>
                <a:gd name="connsiteY187" fmla="*/ 71354 h 81562"/>
                <a:gd name="connsiteX188" fmla="*/ 4323 w 591250"/>
                <a:gd name="connsiteY188" fmla="*/ 67188 h 81562"/>
                <a:gd name="connsiteX189" fmla="*/ 9896 w 591250"/>
                <a:gd name="connsiteY189" fmla="*/ 61667 h 81562"/>
                <a:gd name="connsiteX190" fmla="*/ 15937 w 591250"/>
                <a:gd name="connsiteY190" fmla="*/ 55209 h 81562"/>
                <a:gd name="connsiteX191" fmla="*/ 22083 w 591250"/>
                <a:gd name="connsiteY191" fmla="*/ 48125 h 81562"/>
                <a:gd name="connsiteX192" fmla="*/ 27813 w 591250"/>
                <a:gd name="connsiteY192" fmla="*/ 40990 h 81562"/>
                <a:gd name="connsiteX193" fmla="*/ 32500 w 591250"/>
                <a:gd name="connsiteY193" fmla="*/ 34063 h 81562"/>
                <a:gd name="connsiteX194" fmla="*/ 35781 w 591250"/>
                <a:gd name="connsiteY194" fmla="*/ 27605 h 81562"/>
                <a:gd name="connsiteX195" fmla="*/ 36979 w 591250"/>
                <a:gd name="connsiteY195" fmla="*/ 22084 h 81562"/>
                <a:gd name="connsiteX196" fmla="*/ 33021 w 591250"/>
                <a:gd name="connsiteY196" fmla="*/ 11927 h 81562"/>
                <a:gd name="connsiteX197" fmla="*/ 22812 w 591250"/>
                <a:gd name="connsiteY197" fmla="*/ 8542 h 81562"/>
                <a:gd name="connsiteX198" fmla="*/ 12969 w 591250"/>
                <a:gd name="connsiteY198" fmla="*/ 12709 h 81562"/>
                <a:gd name="connsiteX199" fmla="*/ 9167 w 591250"/>
                <a:gd name="connsiteY199" fmla="*/ 23542 h 81562"/>
                <a:gd name="connsiteX200" fmla="*/ 625 w 591250"/>
                <a:gd name="connsiteY200" fmla="*/ 23542 h 81562"/>
                <a:gd name="connsiteX201" fmla="*/ 2292 w 591250"/>
                <a:gd name="connsiteY201" fmla="*/ 14427 h 81562"/>
                <a:gd name="connsiteX202" fmla="*/ 6979 w 591250"/>
                <a:gd name="connsiteY202" fmla="*/ 7396 h 81562"/>
                <a:gd name="connsiteX203" fmla="*/ 14115 w 591250"/>
                <a:gd name="connsiteY203" fmla="*/ 2917 h 81562"/>
                <a:gd name="connsiteX204" fmla="*/ 23021 w 591250"/>
                <a:gd name="connsiteY204" fmla="*/ 1354 h 81562"/>
                <a:gd name="connsiteX205" fmla="*/ 89583 w 591250"/>
                <a:gd name="connsiteY205" fmla="*/ 0 h 81562"/>
                <a:gd name="connsiteX206" fmla="*/ 102344 w 591250"/>
                <a:gd name="connsiteY206" fmla="*/ 3646 h 81562"/>
                <a:gd name="connsiteX207" fmla="*/ 110104 w 591250"/>
                <a:gd name="connsiteY207" fmla="*/ 13021 h 81562"/>
                <a:gd name="connsiteX208" fmla="*/ 113958 w 591250"/>
                <a:gd name="connsiteY208" fmla="*/ 26146 h 81562"/>
                <a:gd name="connsiteX209" fmla="*/ 115000 w 591250"/>
                <a:gd name="connsiteY209" fmla="*/ 40729 h 81562"/>
                <a:gd name="connsiteX210" fmla="*/ 113958 w 591250"/>
                <a:gd name="connsiteY210" fmla="*/ 55313 h 81562"/>
                <a:gd name="connsiteX211" fmla="*/ 110104 w 591250"/>
                <a:gd name="connsiteY211" fmla="*/ 68334 h 81562"/>
                <a:gd name="connsiteX212" fmla="*/ 102344 w 591250"/>
                <a:gd name="connsiteY212" fmla="*/ 77604 h 81562"/>
                <a:gd name="connsiteX213" fmla="*/ 89583 w 591250"/>
                <a:gd name="connsiteY213" fmla="*/ 81146 h 81562"/>
                <a:gd name="connsiteX214" fmla="*/ 77031 w 591250"/>
                <a:gd name="connsiteY214" fmla="*/ 77604 h 81562"/>
                <a:gd name="connsiteX215" fmla="*/ 69583 w 591250"/>
                <a:gd name="connsiteY215" fmla="*/ 68334 h 81562"/>
                <a:gd name="connsiteX216" fmla="*/ 65937 w 591250"/>
                <a:gd name="connsiteY216" fmla="*/ 55313 h 81562"/>
                <a:gd name="connsiteX217" fmla="*/ 65000 w 591250"/>
                <a:gd name="connsiteY217" fmla="*/ 40729 h 81562"/>
                <a:gd name="connsiteX218" fmla="*/ 65937 w 591250"/>
                <a:gd name="connsiteY218" fmla="*/ 26146 h 81562"/>
                <a:gd name="connsiteX219" fmla="*/ 69583 w 591250"/>
                <a:gd name="connsiteY219" fmla="*/ 13021 h 81562"/>
                <a:gd name="connsiteX220" fmla="*/ 77031 w 591250"/>
                <a:gd name="connsiteY220" fmla="*/ 3646 h 81562"/>
                <a:gd name="connsiteX221" fmla="*/ 89583 w 591250"/>
                <a:gd name="connsiteY22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591250" h="81562">
                  <a:moveTo>
                    <a:pt x="434063" y="70833"/>
                  </a:moveTo>
                  <a:lnTo>
                    <a:pt x="444792" y="70833"/>
                  </a:lnTo>
                  <a:lnTo>
                    <a:pt x="444792" y="81563"/>
                  </a:lnTo>
                  <a:lnTo>
                    <a:pt x="434063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8" y="55313"/>
                  </a:lnTo>
                  <a:lnTo>
                    <a:pt x="213958" y="20833"/>
                  </a:lnTo>
                  <a:close/>
                  <a:moveTo>
                    <a:pt x="89583" y="7188"/>
                  </a:moveTo>
                  <a:cubicBezTo>
                    <a:pt x="85833" y="7188"/>
                    <a:pt x="82891" y="8399"/>
                    <a:pt x="80781" y="10833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22" y="23047"/>
                    <a:pt x="74245" y="26719"/>
                    <a:pt x="74010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6992"/>
                    <a:pt x="74010" y="50782"/>
                  </a:cubicBezTo>
                  <a:cubicBezTo>
                    <a:pt x="74245" y="54557"/>
                    <a:pt x="74922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891" y="72670"/>
                    <a:pt x="85833" y="73855"/>
                    <a:pt x="89583" y="73855"/>
                  </a:cubicBezTo>
                  <a:cubicBezTo>
                    <a:pt x="93333" y="73855"/>
                    <a:pt x="96315" y="72670"/>
                    <a:pt x="98542" y="70313"/>
                  </a:cubicBezTo>
                  <a:cubicBezTo>
                    <a:pt x="100755" y="67943"/>
                    <a:pt x="102422" y="65065"/>
                    <a:pt x="103542" y="61667"/>
                  </a:cubicBezTo>
                  <a:cubicBezTo>
                    <a:pt x="104713" y="58190"/>
                    <a:pt x="105482" y="54557"/>
                    <a:pt x="105833" y="50782"/>
                  </a:cubicBezTo>
                  <a:cubicBezTo>
                    <a:pt x="106172" y="46992"/>
                    <a:pt x="106354" y="43646"/>
                    <a:pt x="106354" y="40729"/>
                  </a:cubicBezTo>
                  <a:cubicBezTo>
                    <a:pt x="106354" y="37813"/>
                    <a:pt x="106172" y="34427"/>
                    <a:pt x="105833" y="30573"/>
                  </a:cubicBezTo>
                  <a:cubicBezTo>
                    <a:pt x="105482" y="26719"/>
                    <a:pt x="104713" y="23047"/>
                    <a:pt x="103542" y="19584"/>
                  </a:cubicBezTo>
                  <a:cubicBezTo>
                    <a:pt x="102422" y="16172"/>
                    <a:pt x="100755" y="13255"/>
                    <a:pt x="98542" y="10833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583334" y="3125"/>
                  </a:moveTo>
                  <a:lnTo>
                    <a:pt x="589271" y="3125"/>
                  </a:lnTo>
                  <a:cubicBezTo>
                    <a:pt x="590026" y="3125"/>
                    <a:pt x="590547" y="3255"/>
                    <a:pt x="590834" y="3542"/>
                  </a:cubicBezTo>
                  <a:cubicBezTo>
                    <a:pt x="591107" y="3815"/>
                    <a:pt x="591250" y="4336"/>
                    <a:pt x="591250" y="5105"/>
                  </a:cubicBezTo>
                  <a:lnTo>
                    <a:pt x="591250" y="79167"/>
                  </a:lnTo>
                  <a:lnTo>
                    <a:pt x="583021" y="79167"/>
                  </a:lnTo>
                  <a:lnTo>
                    <a:pt x="583021" y="12083"/>
                  </a:lnTo>
                  <a:cubicBezTo>
                    <a:pt x="581146" y="14089"/>
                    <a:pt x="578802" y="16016"/>
                    <a:pt x="575990" y="17865"/>
                  </a:cubicBezTo>
                  <a:cubicBezTo>
                    <a:pt x="573177" y="19701"/>
                    <a:pt x="570104" y="21458"/>
                    <a:pt x="566771" y="23125"/>
                  </a:cubicBezTo>
                  <a:lnTo>
                    <a:pt x="566771" y="15208"/>
                  </a:lnTo>
                  <a:cubicBezTo>
                    <a:pt x="569753" y="13880"/>
                    <a:pt x="572630" y="12188"/>
                    <a:pt x="575417" y="10104"/>
                  </a:cubicBezTo>
                  <a:cubicBezTo>
                    <a:pt x="578190" y="8021"/>
                    <a:pt x="580834" y="5690"/>
                    <a:pt x="583334" y="3125"/>
                  </a:cubicBezTo>
                  <a:close/>
                  <a:moveTo>
                    <a:pt x="335938" y="3125"/>
                  </a:moveTo>
                  <a:lnTo>
                    <a:pt x="341875" y="3125"/>
                  </a:lnTo>
                  <a:cubicBezTo>
                    <a:pt x="342630" y="3125"/>
                    <a:pt x="343151" y="3255"/>
                    <a:pt x="343438" y="3542"/>
                  </a:cubicBezTo>
                  <a:cubicBezTo>
                    <a:pt x="343711" y="3815"/>
                    <a:pt x="343854" y="4336"/>
                    <a:pt x="343854" y="5105"/>
                  </a:cubicBezTo>
                  <a:lnTo>
                    <a:pt x="343854" y="79167"/>
                  </a:lnTo>
                  <a:lnTo>
                    <a:pt x="335625" y="79167"/>
                  </a:lnTo>
                  <a:lnTo>
                    <a:pt x="335625" y="12083"/>
                  </a:lnTo>
                  <a:cubicBezTo>
                    <a:pt x="333750" y="14089"/>
                    <a:pt x="331406" y="16016"/>
                    <a:pt x="328594" y="17865"/>
                  </a:cubicBezTo>
                  <a:cubicBezTo>
                    <a:pt x="325781" y="19701"/>
                    <a:pt x="322708" y="21458"/>
                    <a:pt x="319375" y="23125"/>
                  </a:cubicBezTo>
                  <a:lnTo>
                    <a:pt x="319375" y="15208"/>
                  </a:lnTo>
                  <a:cubicBezTo>
                    <a:pt x="322357" y="13880"/>
                    <a:pt x="325235" y="12188"/>
                    <a:pt x="328021" y="10104"/>
                  </a:cubicBezTo>
                  <a:cubicBezTo>
                    <a:pt x="330794" y="8021"/>
                    <a:pt x="333438" y="5690"/>
                    <a:pt x="335938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51" y="1979"/>
                    <a:pt x="221172" y="2110"/>
                    <a:pt x="221458" y="2396"/>
                  </a:cubicBezTo>
                  <a:cubicBezTo>
                    <a:pt x="221732" y="2669"/>
                    <a:pt x="221875" y="3190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57"/>
                    <a:pt x="179792" y="62083"/>
                  </a:cubicBezTo>
                  <a:cubicBezTo>
                    <a:pt x="179505" y="61797"/>
                    <a:pt x="179375" y="61276"/>
                    <a:pt x="179375" y="60521"/>
                  </a:cubicBezTo>
                  <a:lnTo>
                    <a:pt x="179375" y="56146"/>
                  </a:lnTo>
                  <a:cubicBezTo>
                    <a:pt x="179375" y="55651"/>
                    <a:pt x="179453" y="55157"/>
                    <a:pt x="179635" y="54636"/>
                  </a:cubicBezTo>
                  <a:cubicBezTo>
                    <a:pt x="179805" y="54115"/>
                    <a:pt x="180026" y="53646"/>
                    <a:pt x="180312" y="53229"/>
                  </a:cubicBezTo>
                  <a:lnTo>
                    <a:pt x="210729" y="3333"/>
                  </a:lnTo>
                  <a:cubicBezTo>
                    <a:pt x="210938" y="2917"/>
                    <a:pt x="211211" y="2578"/>
                    <a:pt x="211563" y="2344"/>
                  </a:cubicBezTo>
                  <a:cubicBezTo>
                    <a:pt x="211901" y="2096"/>
                    <a:pt x="212318" y="1979"/>
                    <a:pt x="212813" y="1979"/>
                  </a:cubicBezTo>
                  <a:close/>
                  <a:moveTo>
                    <a:pt x="517917" y="1354"/>
                  </a:moveTo>
                  <a:cubicBezTo>
                    <a:pt x="520964" y="1354"/>
                    <a:pt x="523906" y="1745"/>
                    <a:pt x="526719" y="2552"/>
                  </a:cubicBezTo>
                  <a:cubicBezTo>
                    <a:pt x="529532" y="3347"/>
                    <a:pt x="532006" y="4584"/>
                    <a:pt x="534167" y="6250"/>
                  </a:cubicBezTo>
                  <a:cubicBezTo>
                    <a:pt x="536250" y="7917"/>
                    <a:pt x="537930" y="10026"/>
                    <a:pt x="539219" y="12604"/>
                  </a:cubicBezTo>
                  <a:cubicBezTo>
                    <a:pt x="540495" y="15169"/>
                    <a:pt x="541146" y="18229"/>
                    <a:pt x="541146" y="21771"/>
                  </a:cubicBezTo>
                  <a:cubicBezTo>
                    <a:pt x="541146" y="26146"/>
                    <a:pt x="539714" y="30026"/>
                    <a:pt x="536875" y="33438"/>
                  </a:cubicBezTo>
                  <a:cubicBezTo>
                    <a:pt x="534024" y="36836"/>
                    <a:pt x="530313" y="38958"/>
                    <a:pt x="525729" y="39792"/>
                  </a:cubicBezTo>
                  <a:cubicBezTo>
                    <a:pt x="530795" y="40482"/>
                    <a:pt x="534909" y="42617"/>
                    <a:pt x="538073" y="46198"/>
                  </a:cubicBezTo>
                  <a:cubicBezTo>
                    <a:pt x="541224" y="49766"/>
                    <a:pt x="542813" y="54063"/>
                    <a:pt x="542813" y="59063"/>
                  </a:cubicBezTo>
                  <a:cubicBezTo>
                    <a:pt x="542813" y="62943"/>
                    <a:pt x="542097" y="66263"/>
                    <a:pt x="540677" y="69011"/>
                  </a:cubicBezTo>
                  <a:cubicBezTo>
                    <a:pt x="539245" y="71745"/>
                    <a:pt x="537357" y="74024"/>
                    <a:pt x="535000" y="75833"/>
                  </a:cubicBezTo>
                  <a:cubicBezTo>
                    <a:pt x="532630" y="77565"/>
                    <a:pt x="529922" y="78854"/>
                    <a:pt x="526875" y="79688"/>
                  </a:cubicBezTo>
                  <a:cubicBezTo>
                    <a:pt x="523815" y="80521"/>
                    <a:pt x="520690" y="80938"/>
                    <a:pt x="517500" y="80938"/>
                  </a:cubicBezTo>
                  <a:cubicBezTo>
                    <a:pt x="510000" y="80938"/>
                    <a:pt x="504076" y="78959"/>
                    <a:pt x="499740" y="75000"/>
                  </a:cubicBezTo>
                  <a:cubicBezTo>
                    <a:pt x="495391" y="71042"/>
                    <a:pt x="493151" y="65547"/>
                    <a:pt x="493021" y="58542"/>
                  </a:cubicBezTo>
                  <a:lnTo>
                    <a:pt x="501250" y="58542"/>
                  </a:lnTo>
                  <a:cubicBezTo>
                    <a:pt x="501732" y="63542"/>
                    <a:pt x="503386" y="67318"/>
                    <a:pt x="506198" y="69896"/>
                  </a:cubicBezTo>
                  <a:cubicBezTo>
                    <a:pt x="509011" y="72461"/>
                    <a:pt x="512878" y="73750"/>
                    <a:pt x="517813" y="73750"/>
                  </a:cubicBezTo>
                  <a:cubicBezTo>
                    <a:pt x="522943" y="73750"/>
                    <a:pt x="527005" y="72396"/>
                    <a:pt x="530000" y="69688"/>
                  </a:cubicBezTo>
                  <a:cubicBezTo>
                    <a:pt x="532982" y="66979"/>
                    <a:pt x="534479" y="63125"/>
                    <a:pt x="534479" y="58125"/>
                  </a:cubicBezTo>
                  <a:cubicBezTo>
                    <a:pt x="534479" y="55547"/>
                    <a:pt x="533985" y="53347"/>
                    <a:pt x="533021" y="51511"/>
                  </a:cubicBezTo>
                  <a:cubicBezTo>
                    <a:pt x="532044" y="49662"/>
                    <a:pt x="530755" y="48151"/>
                    <a:pt x="529167" y="46979"/>
                  </a:cubicBezTo>
                  <a:cubicBezTo>
                    <a:pt x="527500" y="45795"/>
                    <a:pt x="525638" y="44922"/>
                    <a:pt x="523594" y="44375"/>
                  </a:cubicBezTo>
                  <a:cubicBezTo>
                    <a:pt x="521537" y="43815"/>
                    <a:pt x="519440" y="43464"/>
                    <a:pt x="517292" y="43333"/>
                  </a:cubicBezTo>
                  <a:lnTo>
                    <a:pt x="513125" y="43333"/>
                  </a:lnTo>
                  <a:cubicBezTo>
                    <a:pt x="512292" y="43333"/>
                    <a:pt x="511797" y="43242"/>
                    <a:pt x="511667" y="43073"/>
                  </a:cubicBezTo>
                  <a:cubicBezTo>
                    <a:pt x="511524" y="42891"/>
                    <a:pt x="511459" y="42422"/>
                    <a:pt x="511459" y="41667"/>
                  </a:cubicBezTo>
                  <a:lnTo>
                    <a:pt x="511459" y="37813"/>
                  </a:lnTo>
                  <a:cubicBezTo>
                    <a:pt x="511459" y="36980"/>
                    <a:pt x="511524" y="36420"/>
                    <a:pt x="511667" y="36146"/>
                  </a:cubicBezTo>
                  <a:cubicBezTo>
                    <a:pt x="511797" y="35860"/>
                    <a:pt x="512292" y="35729"/>
                    <a:pt x="513125" y="35729"/>
                  </a:cubicBezTo>
                  <a:lnTo>
                    <a:pt x="516563" y="35729"/>
                  </a:lnTo>
                  <a:cubicBezTo>
                    <a:pt x="518646" y="35729"/>
                    <a:pt x="520677" y="35469"/>
                    <a:pt x="522657" y="34948"/>
                  </a:cubicBezTo>
                  <a:cubicBezTo>
                    <a:pt x="524636" y="34427"/>
                    <a:pt x="526354" y="33607"/>
                    <a:pt x="527813" y="32500"/>
                  </a:cubicBezTo>
                  <a:cubicBezTo>
                    <a:pt x="529336" y="31459"/>
                    <a:pt x="530547" y="30079"/>
                    <a:pt x="531459" y="28386"/>
                  </a:cubicBezTo>
                  <a:cubicBezTo>
                    <a:pt x="532357" y="26680"/>
                    <a:pt x="532813" y="24610"/>
                    <a:pt x="532813" y="22188"/>
                  </a:cubicBezTo>
                  <a:cubicBezTo>
                    <a:pt x="532813" y="17813"/>
                    <a:pt x="531367" y="14440"/>
                    <a:pt x="528490" y="12083"/>
                  </a:cubicBezTo>
                  <a:cubicBezTo>
                    <a:pt x="525599" y="9714"/>
                    <a:pt x="521979" y="8542"/>
                    <a:pt x="517604" y="8542"/>
                  </a:cubicBezTo>
                  <a:cubicBezTo>
                    <a:pt x="513086" y="8542"/>
                    <a:pt x="509531" y="9714"/>
                    <a:pt x="506927" y="12083"/>
                  </a:cubicBezTo>
                  <a:cubicBezTo>
                    <a:pt x="504323" y="14440"/>
                    <a:pt x="502813" y="17839"/>
                    <a:pt x="502396" y="22292"/>
                  </a:cubicBezTo>
                  <a:lnTo>
                    <a:pt x="494063" y="22292"/>
                  </a:lnTo>
                  <a:cubicBezTo>
                    <a:pt x="494128" y="15833"/>
                    <a:pt x="496354" y="10729"/>
                    <a:pt x="500729" y="6979"/>
                  </a:cubicBezTo>
                  <a:cubicBezTo>
                    <a:pt x="505104" y="3229"/>
                    <a:pt x="510834" y="1354"/>
                    <a:pt x="517917" y="1354"/>
                  </a:cubicBezTo>
                  <a:close/>
                  <a:moveTo>
                    <a:pt x="387604" y="1354"/>
                  </a:moveTo>
                  <a:cubicBezTo>
                    <a:pt x="393985" y="1354"/>
                    <a:pt x="399336" y="3047"/>
                    <a:pt x="403646" y="6458"/>
                  </a:cubicBezTo>
                  <a:cubicBezTo>
                    <a:pt x="407943" y="9857"/>
                    <a:pt x="410104" y="14857"/>
                    <a:pt x="410104" y="21458"/>
                  </a:cubicBezTo>
                  <a:cubicBezTo>
                    <a:pt x="410104" y="25899"/>
                    <a:pt x="408724" y="30521"/>
                    <a:pt x="405990" y="35313"/>
                  </a:cubicBezTo>
                  <a:cubicBezTo>
                    <a:pt x="403242" y="40104"/>
                    <a:pt x="399961" y="44753"/>
                    <a:pt x="396146" y="49271"/>
                  </a:cubicBezTo>
                  <a:cubicBezTo>
                    <a:pt x="392318" y="53776"/>
                    <a:pt x="388359" y="58021"/>
                    <a:pt x="384271" y="61979"/>
                  </a:cubicBezTo>
                  <a:cubicBezTo>
                    <a:pt x="380169" y="65938"/>
                    <a:pt x="376771" y="69271"/>
                    <a:pt x="374063" y="71979"/>
                  </a:cubicBezTo>
                  <a:lnTo>
                    <a:pt x="411771" y="71979"/>
                  </a:lnTo>
                  <a:lnTo>
                    <a:pt x="411771" y="79167"/>
                  </a:lnTo>
                  <a:lnTo>
                    <a:pt x="366042" y="79167"/>
                  </a:lnTo>
                  <a:cubicBezTo>
                    <a:pt x="365417" y="79167"/>
                    <a:pt x="365013" y="79063"/>
                    <a:pt x="364844" y="78854"/>
                  </a:cubicBezTo>
                  <a:cubicBezTo>
                    <a:pt x="364662" y="78646"/>
                    <a:pt x="364584" y="78230"/>
                    <a:pt x="364584" y="77604"/>
                  </a:cubicBezTo>
                  <a:lnTo>
                    <a:pt x="364584" y="71354"/>
                  </a:lnTo>
                  <a:cubicBezTo>
                    <a:pt x="365755" y="70235"/>
                    <a:pt x="367201" y="68855"/>
                    <a:pt x="368906" y="67188"/>
                  </a:cubicBezTo>
                  <a:cubicBezTo>
                    <a:pt x="370599" y="65521"/>
                    <a:pt x="372461" y="63672"/>
                    <a:pt x="374479" y="61667"/>
                  </a:cubicBezTo>
                  <a:cubicBezTo>
                    <a:pt x="376419" y="59649"/>
                    <a:pt x="378438" y="57500"/>
                    <a:pt x="380521" y="55209"/>
                  </a:cubicBezTo>
                  <a:cubicBezTo>
                    <a:pt x="382604" y="52917"/>
                    <a:pt x="384649" y="50547"/>
                    <a:pt x="386667" y="48125"/>
                  </a:cubicBezTo>
                  <a:cubicBezTo>
                    <a:pt x="388672" y="45755"/>
                    <a:pt x="390586" y="43385"/>
                    <a:pt x="392396" y="40990"/>
                  </a:cubicBezTo>
                  <a:cubicBezTo>
                    <a:pt x="394193" y="38594"/>
                    <a:pt x="395755" y="36276"/>
                    <a:pt x="397084" y="34063"/>
                  </a:cubicBezTo>
                  <a:cubicBezTo>
                    <a:pt x="398464" y="31771"/>
                    <a:pt x="399557" y="29610"/>
                    <a:pt x="400365" y="27605"/>
                  </a:cubicBezTo>
                  <a:cubicBezTo>
                    <a:pt x="401159" y="25586"/>
                    <a:pt x="401563" y="23750"/>
                    <a:pt x="401563" y="22084"/>
                  </a:cubicBezTo>
                  <a:cubicBezTo>
                    <a:pt x="401563" y="17565"/>
                    <a:pt x="400234" y="14180"/>
                    <a:pt x="397604" y="11927"/>
                  </a:cubicBezTo>
                  <a:cubicBezTo>
                    <a:pt x="394961" y="9662"/>
                    <a:pt x="391563" y="8542"/>
                    <a:pt x="387396" y="8542"/>
                  </a:cubicBezTo>
                  <a:cubicBezTo>
                    <a:pt x="383360" y="8542"/>
                    <a:pt x="380078" y="9922"/>
                    <a:pt x="377552" y="12709"/>
                  </a:cubicBezTo>
                  <a:cubicBezTo>
                    <a:pt x="375013" y="15482"/>
                    <a:pt x="373750" y="19089"/>
                    <a:pt x="373750" y="23542"/>
                  </a:cubicBezTo>
                  <a:lnTo>
                    <a:pt x="365208" y="23542"/>
                  </a:lnTo>
                  <a:cubicBezTo>
                    <a:pt x="365208" y="20208"/>
                    <a:pt x="365755" y="17162"/>
                    <a:pt x="366875" y="14427"/>
                  </a:cubicBezTo>
                  <a:cubicBezTo>
                    <a:pt x="367982" y="11680"/>
                    <a:pt x="369544" y="9336"/>
                    <a:pt x="371563" y="7396"/>
                  </a:cubicBezTo>
                  <a:cubicBezTo>
                    <a:pt x="373568" y="5443"/>
                    <a:pt x="375951" y="3959"/>
                    <a:pt x="378698" y="2917"/>
                  </a:cubicBezTo>
                  <a:cubicBezTo>
                    <a:pt x="381432" y="1875"/>
                    <a:pt x="384401" y="1354"/>
                    <a:pt x="387604" y="1354"/>
                  </a:cubicBezTo>
                  <a:close/>
                  <a:moveTo>
                    <a:pt x="140208" y="1354"/>
                  </a:moveTo>
                  <a:cubicBezTo>
                    <a:pt x="146589" y="1354"/>
                    <a:pt x="151940" y="3047"/>
                    <a:pt x="156250" y="6458"/>
                  </a:cubicBezTo>
                  <a:cubicBezTo>
                    <a:pt x="160547" y="9857"/>
                    <a:pt x="162708" y="14857"/>
                    <a:pt x="162708" y="21458"/>
                  </a:cubicBezTo>
                  <a:cubicBezTo>
                    <a:pt x="162708" y="25899"/>
                    <a:pt x="161328" y="30521"/>
                    <a:pt x="158594" y="35313"/>
                  </a:cubicBezTo>
                  <a:cubicBezTo>
                    <a:pt x="155846" y="40104"/>
                    <a:pt x="152565" y="44753"/>
                    <a:pt x="148750" y="49271"/>
                  </a:cubicBezTo>
                  <a:cubicBezTo>
                    <a:pt x="144922" y="53776"/>
                    <a:pt x="140963" y="58021"/>
                    <a:pt x="136875" y="61979"/>
                  </a:cubicBezTo>
                  <a:cubicBezTo>
                    <a:pt x="132773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66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59" y="70235"/>
                    <a:pt x="119805" y="68855"/>
                    <a:pt x="121510" y="67188"/>
                  </a:cubicBezTo>
                  <a:cubicBezTo>
                    <a:pt x="123203" y="65521"/>
                    <a:pt x="125065" y="63672"/>
                    <a:pt x="127083" y="61667"/>
                  </a:cubicBezTo>
                  <a:cubicBezTo>
                    <a:pt x="129023" y="59649"/>
                    <a:pt x="131042" y="57500"/>
                    <a:pt x="133125" y="55209"/>
                  </a:cubicBezTo>
                  <a:cubicBezTo>
                    <a:pt x="135208" y="52917"/>
                    <a:pt x="137253" y="50547"/>
                    <a:pt x="139271" y="48125"/>
                  </a:cubicBezTo>
                  <a:cubicBezTo>
                    <a:pt x="141276" y="45755"/>
                    <a:pt x="143190" y="43385"/>
                    <a:pt x="145000" y="40990"/>
                  </a:cubicBezTo>
                  <a:cubicBezTo>
                    <a:pt x="146797" y="38594"/>
                    <a:pt x="148359" y="36276"/>
                    <a:pt x="149688" y="34063"/>
                  </a:cubicBezTo>
                  <a:cubicBezTo>
                    <a:pt x="151068" y="31771"/>
                    <a:pt x="152161" y="29610"/>
                    <a:pt x="152969" y="27605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39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64" y="8542"/>
                    <a:pt x="132682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2" y="23542"/>
                  </a:lnTo>
                  <a:cubicBezTo>
                    <a:pt x="117812" y="20208"/>
                    <a:pt x="118359" y="17162"/>
                    <a:pt x="119479" y="14427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72" y="5443"/>
                    <a:pt x="128555" y="3959"/>
                    <a:pt x="131302" y="2917"/>
                  </a:cubicBezTo>
                  <a:cubicBezTo>
                    <a:pt x="134036" y="1875"/>
                    <a:pt x="137005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01" y="1354"/>
                    <a:pt x="34753" y="3047"/>
                    <a:pt x="39063" y="6458"/>
                  </a:cubicBezTo>
                  <a:cubicBezTo>
                    <a:pt x="43359" y="9857"/>
                    <a:pt x="45521" y="14857"/>
                    <a:pt x="45521" y="21458"/>
                  </a:cubicBezTo>
                  <a:cubicBezTo>
                    <a:pt x="45521" y="25899"/>
                    <a:pt x="44141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34" y="53776"/>
                    <a:pt x="23776" y="58021"/>
                    <a:pt x="19687" y="61979"/>
                  </a:cubicBezTo>
                  <a:cubicBezTo>
                    <a:pt x="15586" y="65938"/>
                    <a:pt x="12187" y="69271"/>
                    <a:pt x="9479" y="71979"/>
                  </a:cubicBezTo>
                  <a:lnTo>
                    <a:pt x="47187" y="71979"/>
                  </a:lnTo>
                  <a:lnTo>
                    <a:pt x="47187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78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72" y="70235"/>
                    <a:pt x="2617" y="68855"/>
                    <a:pt x="4323" y="67188"/>
                  </a:cubicBezTo>
                  <a:cubicBezTo>
                    <a:pt x="6016" y="65521"/>
                    <a:pt x="7878" y="63672"/>
                    <a:pt x="9896" y="61667"/>
                  </a:cubicBezTo>
                  <a:cubicBezTo>
                    <a:pt x="11836" y="59649"/>
                    <a:pt x="13854" y="57500"/>
                    <a:pt x="15937" y="55209"/>
                  </a:cubicBezTo>
                  <a:cubicBezTo>
                    <a:pt x="18021" y="52917"/>
                    <a:pt x="20065" y="50547"/>
                    <a:pt x="22083" y="48125"/>
                  </a:cubicBezTo>
                  <a:cubicBezTo>
                    <a:pt x="24088" y="45755"/>
                    <a:pt x="26003" y="43385"/>
                    <a:pt x="27813" y="40990"/>
                  </a:cubicBezTo>
                  <a:cubicBezTo>
                    <a:pt x="29609" y="38594"/>
                    <a:pt x="31172" y="36276"/>
                    <a:pt x="32500" y="34063"/>
                  </a:cubicBezTo>
                  <a:cubicBezTo>
                    <a:pt x="33880" y="31771"/>
                    <a:pt x="34974" y="29610"/>
                    <a:pt x="35781" y="27605"/>
                  </a:cubicBezTo>
                  <a:cubicBezTo>
                    <a:pt x="36575" y="25586"/>
                    <a:pt x="36979" y="23750"/>
                    <a:pt x="36979" y="22084"/>
                  </a:cubicBezTo>
                  <a:cubicBezTo>
                    <a:pt x="36979" y="17565"/>
                    <a:pt x="35651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76" y="8542"/>
                    <a:pt x="15495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72" y="17162"/>
                    <a:pt x="2292" y="14427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84" y="5443"/>
                    <a:pt x="11367" y="3959"/>
                    <a:pt x="14115" y="2917"/>
                  </a:cubicBezTo>
                  <a:cubicBezTo>
                    <a:pt x="16849" y="1875"/>
                    <a:pt x="19818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37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1"/>
                    <a:pt x="113255" y="21276"/>
                    <a:pt x="113958" y="26146"/>
                  </a:cubicBezTo>
                  <a:cubicBezTo>
                    <a:pt x="114648" y="31003"/>
                    <a:pt x="115000" y="35860"/>
                    <a:pt x="115000" y="40729"/>
                  </a:cubicBezTo>
                  <a:cubicBezTo>
                    <a:pt x="115000" y="45651"/>
                    <a:pt x="114648" y="50521"/>
                    <a:pt x="113958" y="55313"/>
                  </a:cubicBezTo>
                  <a:cubicBezTo>
                    <a:pt x="113255" y="60105"/>
                    <a:pt x="111979" y="64440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37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0"/>
                    <a:pt x="66563" y="60105"/>
                    <a:pt x="65937" y="55313"/>
                  </a:cubicBezTo>
                  <a:cubicBezTo>
                    <a:pt x="65312" y="50521"/>
                    <a:pt x="65000" y="45651"/>
                    <a:pt x="65000" y="40729"/>
                  </a:cubicBezTo>
                  <a:cubicBezTo>
                    <a:pt x="65000" y="35860"/>
                    <a:pt x="65312" y="31003"/>
                    <a:pt x="65937" y="26146"/>
                  </a:cubicBezTo>
                  <a:cubicBezTo>
                    <a:pt x="66563" y="21276"/>
                    <a:pt x="67773" y="16901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1" name="TextBox 530">
              <a:extLst>
                <a:ext uri="{FF2B5EF4-FFF2-40B4-BE49-F238E27FC236}">
                  <a16:creationId xmlns:a16="http://schemas.microsoft.com/office/drawing/2014/main" id="{772606CB-BC19-4BC4-B11C-0F9A2048621A}"/>
                </a:ext>
              </a:extLst>
            </p:cNvPr>
            <p:cNvSpPr txBox="1"/>
            <p:nvPr/>
          </p:nvSpPr>
          <p:spPr>
            <a:xfrm>
              <a:off x="2939474" y="4972468"/>
              <a:ext cx="599546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2024. 12. 31</a:t>
              </a:r>
            </a:p>
          </p:txBody>
        </p:sp>
        <p:sp>
          <p:nvSpPr>
            <p:cNvPr id="532" name="TextBox 531">
              <a:extLst>
                <a:ext uri="{FF2B5EF4-FFF2-40B4-BE49-F238E27FC236}">
                  <a16:creationId xmlns:a16="http://schemas.microsoft.com/office/drawing/2014/main" id="{C22B6913-D275-40C0-B9F4-806A0E92A104}"/>
                </a:ext>
              </a:extLst>
            </p:cNvPr>
            <p:cNvSpPr txBox="1"/>
            <p:nvPr/>
          </p:nvSpPr>
          <p:spPr>
            <a:xfrm>
              <a:off x="3868811" y="4886478"/>
              <a:ext cx="820901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40404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806,666,191</a:t>
              </a:r>
            </a:p>
          </p:txBody>
        </p:sp>
        <p:sp>
          <p:nvSpPr>
            <p:cNvPr id="533" name="자유형: 도형 532">
              <a:extLst>
                <a:ext uri="{FF2B5EF4-FFF2-40B4-BE49-F238E27FC236}">
                  <a16:creationId xmlns:a16="http://schemas.microsoft.com/office/drawing/2014/main" id="{1B157243-94E2-424D-9546-6800804A98DD}"/>
                </a:ext>
              </a:extLst>
            </p:cNvPr>
            <p:cNvSpPr/>
            <p:nvPr/>
          </p:nvSpPr>
          <p:spPr>
            <a:xfrm>
              <a:off x="4940720" y="4943695"/>
              <a:ext cx="273229" cy="94166"/>
            </a:xfrm>
            <a:custGeom>
              <a:avLst/>
              <a:gdLst>
                <a:gd name="connsiteX0" fmla="*/ 241667 w 273229"/>
                <a:gd name="connsiteY0" fmla="*/ 64896 h 94166"/>
                <a:gd name="connsiteX1" fmla="*/ 232760 w 273229"/>
                <a:gd name="connsiteY1" fmla="*/ 65625 h 94166"/>
                <a:gd name="connsiteX2" fmla="*/ 225521 w 273229"/>
                <a:gd name="connsiteY2" fmla="*/ 67709 h 94166"/>
                <a:gd name="connsiteX3" fmla="*/ 220781 w 273229"/>
                <a:gd name="connsiteY3" fmla="*/ 71250 h 94166"/>
                <a:gd name="connsiteX4" fmla="*/ 219063 w 273229"/>
                <a:gd name="connsiteY4" fmla="*/ 76146 h 94166"/>
                <a:gd name="connsiteX5" fmla="*/ 220781 w 273229"/>
                <a:gd name="connsiteY5" fmla="*/ 81146 h 94166"/>
                <a:gd name="connsiteX6" fmla="*/ 225625 w 273229"/>
                <a:gd name="connsiteY6" fmla="*/ 84688 h 94166"/>
                <a:gd name="connsiteX7" fmla="*/ 232760 w 273229"/>
                <a:gd name="connsiteY7" fmla="*/ 86875 h 94166"/>
                <a:gd name="connsiteX8" fmla="*/ 241667 w 273229"/>
                <a:gd name="connsiteY8" fmla="*/ 87604 h 94166"/>
                <a:gd name="connsiteX9" fmla="*/ 258021 w 273229"/>
                <a:gd name="connsiteY9" fmla="*/ 84740 h 94166"/>
                <a:gd name="connsiteX10" fmla="*/ 264583 w 273229"/>
                <a:gd name="connsiteY10" fmla="*/ 76250 h 94166"/>
                <a:gd name="connsiteX11" fmla="*/ 258073 w 273229"/>
                <a:gd name="connsiteY11" fmla="*/ 67761 h 94166"/>
                <a:gd name="connsiteX12" fmla="*/ 241667 w 273229"/>
                <a:gd name="connsiteY12" fmla="*/ 64896 h 94166"/>
                <a:gd name="connsiteX13" fmla="*/ 44792 w 273229"/>
                <a:gd name="connsiteY13" fmla="*/ 63646 h 94166"/>
                <a:gd name="connsiteX14" fmla="*/ 28125 w 273229"/>
                <a:gd name="connsiteY14" fmla="*/ 66771 h 94166"/>
                <a:gd name="connsiteX15" fmla="*/ 21667 w 273229"/>
                <a:gd name="connsiteY15" fmla="*/ 75521 h 94166"/>
                <a:gd name="connsiteX16" fmla="*/ 28125 w 273229"/>
                <a:gd name="connsiteY16" fmla="*/ 84375 h 94166"/>
                <a:gd name="connsiteX17" fmla="*/ 44792 w 273229"/>
                <a:gd name="connsiteY17" fmla="*/ 87604 h 94166"/>
                <a:gd name="connsiteX18" fmla="*/ 61458 w 273229"/>
                <a:gd name="connsiteY18" fmla="*/ 84479 h 94166"/>
                <a:gd name="connsiteX19" fmla="*/ 68021 w 273229"/>
                <a:gd name="connsiteY19" fmla="*/ 75833 h 94166"/>
                <a:gd name="connsiteX20" fmla="*/ 61458 w 273229"/>
                <a:gd name="connsiteY20" fmla="*/ 66927 h 94166"/>
                <a:gd name="connsiteX21" fmla="*/ 44792 w 273229"/>
                <a:gd name="connsiteY21" fmla="*/ 63646 h 94166"/>
                <a:gd name="connsiteX22" fmla="*/ 241667 w 273229"/>
                <a:gd name="connsiteY22" fmla="*/ 58125 h 94166"/>
                <a:gd name="connsiteX23" fmla="*/ 264636 w 273229"/>
                <a:gd name="connsiteY23" fmla="*/ 62917 h 94166"/>
                <a:gd name="connsiteX24" fmla="*/ 273229 w 273229"/>
                <a:gd name="connsiteY24" fmla="*/ 76146 h 94166"/>
                <a:gd name="connsiteX25" fmla="*/ 264636 w 273229"/>
                <a:gd name="connsiteY25" fmla="*/ 89427 h 94166"/>
                <a:gd name="connsiteX26" fmla="*/ 241667 w 273229"/>
                <a:gd name="connsiteY26" fmla="*/ 94063 h 94166"/>
                <a:gd name="connsiteX27" fmla="*/ 218854 w 273229"/>
                <a:gd name="connsiteY27" fmla="*/ 89375 h 94166"/>
                <a:gd name="connsiteX28" fmla="*/ 210312 w 273229"/>
                <a:gd name="connsiteY28" fmla="*/ 76146 h 94166"/>
                <a:gd name="connsiteX29" fmla="*/ 212552 w 273229"/>
                <a:gd name="connsiteY29" fmla="*/ 68594 h 94166"/>
                <a:gd name="connsiteX30" fmla="*/ 218958 w 273229"/>
                <a:gd name="connsiteY30" fmla="*/ 62917 h 94166"/>
                <a:gd name="connsiteX31" fmla="*/ 228854 w 273229"/>
                <a:gd name="connsiteY31" fmla="*/ 59375 h 94166"/>
                <a:gd name="connsiteX32" fmla="*/ 241667 w 273229"/>
                <a:gd name="connsiteY32" fmla="*/ 58125 h 94166"/>
                <a:gd name="connsiteX33" fmla="*/ 44792 w 273229"/>
                <a:gd name="connsiteY33" fmla="*/ 56979 h 94166"/>
                <a:gd name="connsiteX34" fmla="*/ 68073 w 273229"/>
                <a:gd name="connsiteY34" fmla="*/ 62135 h 94166"/>
                <a:gd name="connsiteX35" fmla="*/ 76667 w 273229"/>
                <a:gd name="connsiteY35" fmla="*/ 75729 h 94166"/>
                <a:gd name="connsiteX36" fmla="*/ 68073 w 273229"/>
                <a:gd name="connsiteY36" fmla="*/ 89219 h 94166"/>
                <a:gd name="connsiteX37" fmla="*/ 44792 w 273229"/>
                <a:gd name="connsiteY37" fmla="*/ 94167 h 94166"/>
                <a:gd name="connsiteX38" fmla="*/ 21510 w 273229"/>
                <a:gd name="connsiteY38" fmla="*/ 89167 h 94166"/>
                <a:gd name="connsiteX39" fmla="*/ 13021 w 273229"/>
                <a:gd name="connsiteY39" fmla="*/ 75625 h 94166"/>
                <a:gd name="connsiteX40" fmla="*/ 21563 w 273229"/>
                <a:gd name="connsiteY40" fmla="*/ 62083 h 94166"/>
                <a:gd name="connsiteX41" fmla="*/ 44792 w 273229"/>
                <a:gd name="connsiteY41" fmla="*/ 56979 h 94166"/>
                <a:gd name="connsiteX42" fmla="*/ 105729 w 273229"/>
                <a:gd name="connsiteY42" fmla="*/ 54167 h 94166"/>
                <a:gd name="connsiteX43" fmla="*/ 161667 w 273229"/>
                <a:gd name="connsiteY43" fmla="*/ 54167 h 94166"/>
                <a:gd name="connsiteX44" fmla="*/ 163386 w 273229"/>
                <a:gd name="connsiteY44" fmla="*/ 54636 h 94166"/>
                <a:gd name="connsiteX45" fmla="*/ 163854 w 273229"/>
                <a:gd name="connsiteY45" fmla="*/ 56354 h 94166"/>
                <a:gd name="connsiteX46" fmla="*/ 163854 w 273229"/>
                <a:gd name="connsiteY46" fmla="*/ 73646 h 94166"/>
                <a:gd name="connsiteX47" fmla="*/ 163386 w 273229"/>
                <a:gd name="connsiteY47" fmla="*/ 75365 h 94166"/>
                <a:gd name="connsiteX48" fmla="*/ 161667 w 273229"/>
                <a:gd name="connsiteY48" fmla="*/ 75833 h 94166"/>
                <a:gd name="connsiteX49" fmla="*/ 114375 w 273229"/>
                <a:gd name="connsiteY49" fmla="*/ 75833 h 94166"/>
                <a:gd name="connsiteX50" fmla="*/ 114375 w 273229"/>
                <a:gd name="connsiteY50" fmla="*/ 85000 h 94166"/>
                <a:gd name="connsiteX51" fmla="*/ 166250 w 273229"/>
                <a:gd name="connsiteY51" fmla="*/ 85000 h 94166"/>
                <a:gd name="connsiteX52" fmla="*/ 166250 w 273229"/>
                <a:gd name="connsiteY52" fmla="*/ 91667 h 94166"/>
                <a:gd name="connsiteX53" fmla="*/ 107917 w 273229"/>
                <a:gd name="connsiteY53" fmla="*/ 91667 h 94166"/>
                <a:gd name="connsiteX54" fmla="*/ 106198 w 273229"/>
                <a:gd name="connsiteY54" fmla="*/ 91198 h 94166"/>
                <a:gd name="connsiteX55" fmla="*/ 105729 w 273229"/>
                <a:gd name="connsiteY55" fmla="*/ 89479 h 94166"/>
                <a:gd name="connsiteX56" fmla="*/ 105729 w 273229"/>
                <a:gd name="connsiteY56" fmla="*/ 71875 h 94166"/>
                <a:gd name="connsiteX57" fmla="*/ 106198 w 273229"/>
                <a:gd name="connsiteY57" fmla="*/ 70156 h 94166"/>
                <a:gd name="connsiteX58" fmla="*/ 107917 w 273229"/>
                <a:gd name="connsiteY58" fmla="*/ 69687 h 94166"/>
                <a:gd name="connsiteX59" fmla="*/ 155208 w 273229"/>
                <a:gd name="connsiteY59" fmla="*/ 69687 h 94166"/>
                <a:gd name="connsiteX60" fmla="*/ 155208 w 273229"/>
                <a:gd name="connsiteY60" fmla="*/ 60833 h 94166"/>
                <a:gd name="connsiteX61" fmla="*/ 105729 w 273229"/>
                <a:gd name="connsiteY61" fmla="*/ 60833 h 94166"/>
                <a:gd name="connsiteX62" fmla="*/ 199896 w 273229"/>
                <a:gd name="connsiteY62" fmla="*/ 14479 h 94166"/>
                <a:gd name="connsiteX63" fmla="*/ 246458 w 273229"/>
                <a:gd name="connsiteY63" fmla="*/ 14479 h 94166"/>
                <a:gd name="connsiteX64" fmla="*/ 246458 w 273229"/>
                <a:gd name="connsiteY64" fmla="*/ 21250 h 94166"/>
                <a:gd name="connsiteX65" fmla="*/ 227500 w 273229"/>
                <a:gd name="connsiteY65" fmla="*/ 21250 h 94166"/>
                <a:gd name="connsiteX66" fmla="*/ 230104 w 273229"/>
                <a:gd name="connsiteY66" fmla="*/ 30208 h 94166"/>
                <a:gd name="connsiteX67" fmla="*/ 235833 w 273229"/>
                <a:gd name="connsiteY67" fmla="*/ 37396 h 94166"/>
                <a:gd name="connsiteX68" fmla="*/ 243333 w 273229"/>
                <a:gd name="connsiteY68" fmla="*/ 42760 h 94166"/>
                <a:gd name="connsiteX69" fmla="*/ 251667 w 273229"/>
                <a:gd name="connsiteY69" fmla="*/ 46146 h 94166"/>
                <a:gd name="connsiteX70" fmla="*/ 246563 w 273229"/>
                <a:gd name="connsiteY70" fmla="*/ 52083 h 94166"/>
                <a:gd name="connsiteX71" fmla="*/ 233489 w 273229"/>
                <a:gd name="connsiteY71" fmla="*/ 44271 h 94166"/>
                <a:gd name="connsiteX72" fmla="*/ 223333 w 273229"/>
                <a:gd name="connsiteY72" fmla="*/ 32917 h 94166"/>
                <a:gd name="connsiteX73" fmla="*/ 213281 w 273229"/>
                <a:gd name="connsiteY73" fmla="*/ 46354 h 94166"/>
                <a:gd name="connsiteX74" fmla="*/ 199792 w 273229"/>
                <a:gd name="connsiteY74" fmla="*/ 55521 h 94166"/>
                <a:gd name="connsiteX75" fmla="*/ 193646 w 273229"/>
                <a:gd name="connsiteY75" fmla="*/ 49584 h 94166"/>
                <a:gd name="connsiteX76" fmla="*/ 202448 w 273229"/>
                <a:gd name="connsiteY76" fmla="*/ 45469 h 94166"/>
                <a:gd name="connsiteX77" fmla="*/ 210208 w 273229"/>
                <a:gd name="connsiteY77" fmla="*/ 39063 h 94166"/>
                <a:gd name="connsiteX78" fmla="*/ 215833 w 273229"/>
                <a:gd name="connsiteY78" fmla="*/ 30781 h 94166"/>
                <a:gd name="connsiteX79" fmla="*/ 218646 w 273229"/>
                <a:gd name="connsiteY79" fmla="*/ 21250 h 94166"/>
                <a:gd name="connsiteX80" fmla="*/ 199896 w 273229"/>
                <a:gd name="connsiteY80" fmla="*/ 21250 h 94166"/>
                <a:gd name="connsiteX81" fmla="*/ 95729 w 273229"/>
                <a:gd name="connsiteY81" fmla="*/ 13854 h 94166"/>
                <a:gd name="connsiteX82" fmla="*/ 142396 w 273229"/>
                <a:gd name="connsiteY82" fmla="*/ 13854 h 94166"/>
                <a:gd name="connsiteX83" fmla="*/ 142396 w 273229"/>
                <a:gd name="connsiteY83" fmla="*/ 20417 h 94166"/>
                <a:gd name="connsiteX84" fmla="*/ 123125 w 273229"/>
                <a:gd name="connsiteY84" fmla="*/ 20417 h 94166"/>
                <a:gd name="connsiteX85" fmla="*/ 126042 w 273229"/>
                <a:gd name="connsiteY85" fmla="*/ 27969 h 94166"/>
                <a:gd name="connsiteX86" fmla="*/ 131563 w 273229"/>
                <a:gd name="connsiteY86" fmla="*/ 33854 h 94166"/>
                <a:gd name="connsiteX87" fmla="*/ 138906 w 273229"/>
                <a:gd name="connsiteY87" fmla="*/ 38125 h 94166"/>
                <a:gd name="connsiteX88" fmla="*/ 146979 w 273229"/>
                <a:gd name="connsiteY88" fmla="*/ 40521 h 94166"/>
                <a:gd name="connsiteX89" fmla="*/ 142291 w 273229"/>
                <a:gd name="connsiteY89" fmla="*/ 46458 h 94166"/>
                <a:gd name="connsiteX90" fmla="*/ 129010 w 273229"/>
                <a:gd name="connsiteY90" fmla="*/ 40209 h 94166"/>
                <a:gd name="connsiteX91" fmla="*/ 119166 w 273229"/>
                <a:gd name="connsiteY91" fmla="*/ 30104 h 94166"/>
                <a:gd name="connsiteX92" fmla="*/ 109115 w 273229"/>
                <a:gd name="connsiteY92" fmla="*/ 41771 h 94166"/>
                <a:gd name="connsiteX93" fmla="*/ 95417 w 273229"/>
                <a:gd name="connsiteY93" fmla="*/ 49584 h 94166"/>
                <a:gd name="connsiteX94" fmla="*/ 89375 w 273229"/>
                <a:gd name="connsiteY94" fmla="*/ 43750 h 94166"/>
                <a:gd name="connsiteX95" fmla="*/ 98125 w 273229"/>
                <a:gd name="connsiteY95" fmla="*/ 40521 h 94166"/>
                <a:gd name="connsiteX96" fmla="*/ 105729 w 273229"/>
                <a:gd name="connsiteY96" fmla="*/ 35417 h 94166"/>
                <a:gd name="connsiteX97" fmla="*/ 111302 w 273229"/>
                <a:gd name="connsiteY97" fmla="*/ 28594 h 94166"/>
                <a:gd name="connsiteX98" fmla="*/ 114271 w 273229"/>
                <a:gd name="connsiteY98" fmla="*/ 20417 h 94166"/>
                <a:gd name="connsiteX99" fmla="*/ 95729 w 273229"/>
                <a:gd name="connsiteY99" fmla="*/ 20417 h 94166"/>
                <a:gd name="connsiteX100" fmla="*/ 5729 w 273229"/>
                <a:gd name="connsiteY100" fmla="*/ 4479 h 94166"/>
                <a:gd name="connsiteX101" fmla="*/ 45104 w 273229"/>
                <a:gd name="connsiteY101" fmla="*/ 4479 h 94166"/>
                <a:gd name="connsiteX102" fmla="*/ 46823 w 273229"/>
                <a:gd name="connsiteY102" fmla="*/ 4948 h 94166"/>
                <a:gd name="connsiteX103" fmla="*/ 47292 w 273229"/>
                <a:gd name="connsiteY103" fmla="*/ 6667 h 94166"/>
                <a:gd name="connsiteX104" fmla="*/ 34583 w 273229"/>
                <a:gd name="connsiteY104" fmla="*/ 35417 h 94166"/>
                <a:gd name="connsiteX105" fmla="*/ 5416 w 273229"/>
                <a:gd name="connsiteY105" fmla="*/ 53125 h 94166"/>
                <a:gd name="connsiteX106" fmla="*/ 0 w 273229"/>
                <a:gd name="connsiteY106" fmla="*/ 47187 h 94166"/>
                <a:gd name="connsiteX107" fmla="*/ 12812 w 273229"/>
                <a:gd name="connsiteY107" fmla="*/ 42292 h 94166"/>
                <a:gd name="connsiteX108" fmla="*/ 24271 w 273229"/>
                <a:gd name="connsiteY108" fmla="*/ 34896 h 94166"/>
                <a:gd name="connsiteX109" fmla="*/ 33021 w 273229"/>
                <a:gd name="connsiteY109" fmla="*/ 24792 h 94166"/>
                <a:gd name="connsiteX110" fmla="*/ 38125 w 273229"/>
                <a:gd name="connsiteY110" fmla="*/ 11667 h 94166"/>
                <a:gd name="connsiteX111" fmla="*/ 5729 w 273229"/>
                <a:gd name="connsiteY111" fmla="*/ 11667 h 94166"/>
                <a:gd name="connsiteX112" fmla="*/ 155729 w 273229"/>
                <a:gd name="connsiteY112" fmla="*/ 208 h 94166"/>
                <a:gd name="connsiteX113" fmla="*/ 163854 w 273229"/>
                <a:gd name="connsiteY113" fmla="*/ 208 h 94166"/>
                <a:gd name="connsiteX114" fmla="*/ 163854 w 273229"/>
                <a:gd name="connsiteY114" fmla="*/ 19479 h 94166"/>
                <a:gd name="connsiteX115" fmla="*/ 176667 w 273229"/>
                <a:gd name="connsiteY115" fmla="*/ 19479 h 94166"/>
                <a:gd name="connsiteX116" fmla="*/ 176667 w 273229"/>
                <a:gd name="connsiteY116" fmla="*/ 26667 h 94166"/>
                <a:gd name="connsiteX117" fmla="*/ 163854 w 273229"/>
                <a:gd name="connsiteY117" fmla="*/ 26667 h 94166"/>
                <a:gd name="connsiteX118" fmla="*/ 163854 w 273229"/>
                <a:gd name="connsiteY118" fmla="*/ 49375 h 94166"/>
                <a:gd name="connsiteX119" fmla="*/ 155729 w 273229"/>
                <a:gd name="connsiteY119" fmla="*/ 49375 h 94166"/>
                <a:gd name="connsiteX120" fmla="*/ 67083 w 273229"/>
                <a:gd name="connsiteY120" fmla="*/ 208 h 94166"/>
                <a:gd name="connsiteX121" fmla="*/ 75312 w 273229"/>
                <a:gd name="connsiteY121" fmla="*/ 208 h 94166"/>
                <a:gd name="connsiteX122" fmla="*/ 75312 w 273229"/>
                <a:gd name="connsiteY122" fmla="*/ 55625 h 94166"/>
                <a:gd name="connsiteX123" fmla="*/ 67083 w 273229"/>
                <a:gd name="connsiteY123" fmla="*/ 55625 h 94166"/>
                <a:gd name="connsiteX124" fmla="*/ 67083 w 273229"/>
                <a:gd name="connsiteY124" fmla="*/ 40625 h 94166"/>
                <a:gd name="connsiteX125" fmla="*/ 48125 w 273229"/>
                <a:gd name="connsiteY125" fmla="*/ 40625 h 94166"/>
                <a:gd name="connsiteX126" fmla="*/ 48125 w 273229"/>
                <a:gd name="connsiteY126" fmla="*/ 33750 h 94166"/>
                <a:gd name="connsiteX127" fmla="*/ 67083 w 273229"/>
                <a:gd name="connsiteY127" fmla="*/ 33750 h 94166"/>
                <a:gd name="connsiteX128" fmla="*/ 67083 w 273229"/>
                <a:gd name="connsiteY128" fmla="*/ 20417 h 94166"/>
                <a:gd name="connsiteX129" fmla="*/ 50521 w 273229"/>
                <a:gd name="connsiteY129" fmla="*/ 20417 h 94166"/>
                <a:gd name="connsiteX130" fmla="*/ 50521 w 273229"/>
                <a:gd name="connsiteY130" fmla="*/ 13542 h 94166"/>
                <a:gd name="connsiteX131" fmla="*/ 67083 w 273229"/>
                <a:gd name="connsiteY131" fmla="*/ 13542 h 94166"/>
                <a:gd name="connsiteX132" fmla="*/ 263646 w 273229"/>
                <a:gd name="connsiteY132" fmla="*/ 104 h 94166"/>
                <a:gd name="connsiteX133" fmla="*/ 271771 w 273229"/>
                <a:gd name="connsiteY133" fmla="*/ 104 h 94166"/>
                <a:gd name="connsiteX134" fmla="*/ 271771 w 273229"/>
                <a:gd name="connsiteY134" fmla="*/ 57500 h 94166"/>
                <a:gd name="connsiteX135" fmla="*/ 263646 w 273229"/>
                <a:gd name="connsiteY135" fmla="*/ 57500 h 94166"/>
                <a:gd name="connsiteX136" fmla="*/ 263646 w 273229"/>
                <a:gd name="connsiteY136" fmla="*/ 33958 h 94166"/>
                <a:gd name="connsiteX137" fmla="*/ 246771 w 273229"/>
                <a:gd name="connsiteY137" fmla="*/ 33958 h 94166"/>
                <a:gd name="connsiteX138" fmla="*/ 246771 w 273229"/>
                <a:gd name="connsiteY138" fmla="*/ 27188 h 94166"/>
                <a:gd name="connsiteX139" fmla="*/ 263646 w 273229"/>
                <a:gd name="connsiteY139" fmla="*/ 27188 h 94166"/>
                <a:gd name="connsiteX140" fmla="*/ 210104 w 273229"/>
                <a:gd name="connsiteY140" fmla="*/ 0 h 94166"/>
                <a:gd name="connsiteX141" fmla="*/ 236563 w 273229"/>
                <a:gd name="connsiteY141" fmla="*/ 0 h 94166"/>
                <a:gd name="connsiteX142" fmla="*/ 236563 w 273229"/>
                <a:gd name="connsiteY142" fmla="*/ 6771 h 94166"/>
                <a:gd name="connsiteX143" fmla="*/ 210104 w 273229"/>
                <a:gd name="connsiteY143" fmla="*/ 6771 h 94166"/>
                <a:gd name="connsiteX144" fmla="*/ 105937 w 273229"/>
                <a:gd name="connsiteY144" fmla="*/ 0 h 94166"/>
                <a:gd name="connsiteX145" fmla="*/ 132292 w 273229"/>
                <a:gd name="connsiteY145" fmla="*/ 0 h 94166"/>
                <a:gd name="connsiteX146" fmla="*/ 132292 w 273229"/>
                <a:gd name="connsiteY146" fmla="*/ 6667 h 94166"/>
                <a:gd name="connsiteX147" fmla="*/ 105937 w 273229"/>
                <a:gd name="connsiteY147" fmla="*/ 6667 h 94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273229" h="94166">
                  <a:moveTo>
                    <a:pt x="241667" y="64896"/>
                  </a:moveTo>
                  <a:cubicBezTo>
                    <a:pt x="238477" y="64896"/>
                    <a:pt x="235508" y="65130"/>
                    <a:pt x="232760" y="65625"/>
                  </a:cubicBezTo>
                  <a:cubicBezTo>
                    <a:pt x="230013" y="66107"/>
                    <a:pt x="227604" y="66797"/>
                    <a:pt x="225521" y="67709"/>
                  </a:cubicBezTo>
                  <a:cubicBezTo>
                    <a:pt x="223502" y="68672"/>
                    <a:pt x="221927" y="69857"/>
                    <a:pt x="220781" y="71250"/>
                  </a:cubicBezTo>
                  <a:cubicBezTo>
                    <a:pt x="219635" y="72630"/>
                    <a:pt x="219063" y="74271"/>
                    <a:pt x="219063" y="76146"/>
                  </a:cubicBezTo>
                  <a:cubicBezTo>
                    <a:pt x="219063" y="78021"/>
                    <a:pt x="219635" y="79687"/>
                    <a:pt x="220781" y="81146"/>
                  </a:cubicBezTo>
                  <a:cubicBezTo>
                    <a:pt x="221927" y="82604"/>
                    <a:pt x="223542" y="83776"/>
                    <a:pt x="225625" y="84688"/>
                  </a:cubicBezTo>
                  <a:cubicBezTo>
                    <a:pt x="227643" y="85651"/>
                    <a:pt x="230013" y="86380"/>
                    <a:pt x="232760" y="86875"/>
                  </a:cubicBezTo>
                  <a:cubicBezTo>
                    <a:pt x="235508" y="87357"/>
                    <a:pt x="238477" y="87604"/>
                    <a:pt x="241667" y="87604"/>
                  </a:cubicBezTo>
                  <a:cubicBezTo>
                    <a:pt x="248190" y="87604"/>
                    <a:pt x="253646" y="86641"/>
                    <a:pt x="258021" y="84740"/>
                  </a:cubicBezTo>
                  <a:cubicBezTo>
                    <a:pt x="262396" y="82825"/>
                    <a:pt x="264583" y="80000"/>
                    <a:pt x="264583" y="76250"/>
                  </a:cubicBezTo>
                  <a:cubicBezTo>
                    <a:pt x="264583" y="72500"/>
                    <a:pt x="262409" y="69662"/>
                    <a:pt x="258073" y="67761"/>
                  </a:cubicBezTo>
                  <a:cubicBezTo>
                    <a:pt x="253737" y="65846"/>
                    <a:pt x="248268" y="64896"/>
                    <a:pt x="241667" y="64896"/>
                  </a:cubicBezTo>
                  <a:close/>
                  <a:moveTo>
                    <a:pt x="44792" y="63646"/>
                  </a:moveTo>
                  <a:cubicBezTo>
                    <a:pt x="37982" y="63646"/>
                    <a:pt x="32435" y="64688"/>
                    <a:pt x="28125" y="66771"/>
                  </a:cubicBezTo>
                  <a:cubicBezTo>
                    <a:pt x="23815" y="68854"/>
                    <a:pt x="21667" y="71771"/>
                    <a:pt x="21667" y="75521"/>
                  </a:cubicBezTo>
                  <a:cubicBezTo>
                    <a:pt x="21667" y="79271"/>
                    <a:pt x="23815" y="82214"/>
                    <a:pt x="28125" y="84375"/>
                  </a:cubicBezTo>
                  <a:cubicBezTo>
                    <a:pt x="32435" y="86524"/>
                    <a:pt x="37982" y="87604"/>
                    <a:pt x="44792" y="87604"/>
                  </a:cubicBezTo>
                  <a:cubicBezTo>
                    <a:pt x="51523" y="87604"/>
                    <a:pt x="57083" y="86563"/>
                    <a:pt x="61458" y="84479"/>
                  </a:cubicBezTo>
                  <a:cubicBezTo>
                    <a:pt x="65833" y="82396"/>
                    <a:pt x="68021" y="79505"/>
                    <a:pt x="68021" y="75833"/>
                  </a:cubicBezTo>
                  <a:cubicBezTo>
                    <a:pt x="68021" y="72084"/>
                    <a:pt x="65833" y="69115"/>
                    <a:pt x="61458" y="66927"/>
                  </a:cubicBezTo>
                  <a:cubicBezTo>
                    <a:pt x="57083" y="64740"/>
                    <a:pt x="51523" y="63646"/>
                    <a:pt x="44792" y="63646"/>
                  </a:cubicBezTo>
                  <a:close/>
                  <a:moveTo>
                    <a:pt x="241667" y="58125"/>
                  </a:moveTo>
                  <a:cubicBezTo>
                    <a:pt x="251250" y="58125"/>
                    <a:pt x="258906" y="59714"/>
                    <a:pt x="264636" y="62917"/>
                  </a:cubicBezTo>
                  <a:cubicBezTo>
                    <a:pt x="270364" y="66107"/>
                    <a:pt x="273229" y="70521"/>
                    <a:pt x="273229" y="76146"/>
                  </a:cubicBezTo>
                  <a:cubicBezTo>
                    <a:pt x="273229" y="81901"/>
                    <a:pt x="270364" y="86328"/>
                    <a:pt x="264636" y="89427"/>
                  </a:cubicBezTo>
                  <a:cubicBezTo>
                    <a:pt x="258906" y="92513"/>
                    <a:pt x="251250" y="94063"/>
                    <a:pt x="241667" y="94063"/>
                  </a:cubicBezTo>
                  <a:cubicBezTo>
                    <a:pt x="232148" y="94063"/>
                    <a:pt x="224544" y="92500"/>
                    <a:pt x="218854" y="89375"/>
                  </a:cubicBezTo>
                  <a:cubicBezTo>
                    <a:pt x="213164" y="86250"/>
                    <a:pt x="210312" y="81836"/>
                    <a:pt x="210312" y="76146"/>
                  </a:cubicBezTo>
                  <a:cubicBezTo>
                    <a:pt x="210312" y="73359"/>
                    <a:pt x="211055" y="70847"/>
                    <a:pt x="212552" y="68594"/>
                  </a:cubicBezTo>
                  <a:cubicBezTo>
                    <a:pt x="214050" y="66328"/>
                    <a:pt x="216185" y="64440"/>
                    <a:pt x="218958" y="62917"/>
                  </a:cubicBezTo>
                  <a:cubicBezTo>
                    <a:pt x="221732" y="61380"/>
                    <a:pt x="225039" y="60208"/>
                    <a:pt x="228854" y="59375"/>
                  </a:cubicBezTo>
                  <a:cubicBezTo>
                    <a:pt x="232669" y="58542"/>
                    <a:pt x="236940" y="58125"/>
                    <a:pt x="241667" y="58125"/>
                  </a:cubicBezTo>
                  <a:close/>
                  <a:moveTo>
                    <a:pt x="44792" y="56979"/>
                  </a:moveTo>
                  <a:cubicBezTo>
                    <a:pt x="54583" y="56979"/>
                    <a:pt x="62344" y="58698"/>
                    <a:pt x="68073" y="62135"/>
                  </a:cubicBezTo>
                  <a:cubicBezTo>
                    <a:pt x="73802" y="65573"/>
                    <a:pt x="76667" y="70104"/>
                    <a:pt x="76667" y="75729"/>
                  </a:cubicBezTo>
                  <a:cubicBezTo>
                    <a:pt x="76667" y="81419"/>
                    <a:pt x="73802" y="85911"/>
                    <a:pt x="68073" y="89219"/>
                  </a:cubicBezTo>
                  <a:cubicBezTo>
                    <a:pt x="62344" y="92513"/>
                    <a:pt x="54583" y="94167"/>
                    <a:pt x="44792" y="94167"/>
                  </a:cubicBezTo>
                  <a:cubicBezTo>
                    <a:pt x="34935" y="94167"/>
                    <a:pt x="27175" y="92500"/>
                    <a:pt x="21510" y="89167"/>
                  </a:cubicBezTo>
                  <a:cubicBezTo>
                    <a:pt x="15846" y="85834"/>
                    <a:pt x="13021" y="81315"/>
                    <a:pt x="13021" y="75625"/>
                  </a:cubicBezTo>
                  <a:cubicBezTo>
                    <a:pt x="13021" y="70000"/>
                    <a:pt x="15872" y="65482"/>
                    <a:pt x="21563" y="62083"/>
                  </a:cubicBezTo>
                  <a:cubicBezTo>
                    <a:pt x="27252" y="58672"/>
                    <a:pt x="35000" y="56979"/>
                    <a:pt x="44792" y="56979"/>
                  </a:cubicBezTo>
                  <a:close/>
                  <a:moveTo>
                    <a:pt x="105729" y="54167"/>
                  </a:moveTo>
                  <a:lnTo>
                    <a:pt x="161667" y="54167"/>
                  </a:lnTo>
                  <a:cubicBezTo>
                    <a:pt x="162500" y="54167"/>
                    <a:pt x="163073" y="54323"/>
                    <a:pt x="163386" y="54636"/>
                  </a:cubicBezTo>
                  <a:cubicBezTo>
                    <a:pt x="163698" y="54948"/>
                    <a:pt x="163854" y="55521"/>
                    <a:pt x="163854" y="56354"/>
                  </a:cubicBezTo>
                  <a:lnTo>
                    <a:pt x="163854" y="73646"/>
                  </a:lnTo>
                  <a:cubicBezTo>
                    <a:pt x="163854" y="74479"/>
                    <a:pt x="163698" y="75052"/>
                    <a:pt x="163386" y="75365"/>
                  </a:cubicBezTo>
                  <a:cubicBezTo>
                    <a:pt x="163073" y="75677"/>
                    <a:pt x="162500" y="75833"/>
                    <a:pt x="161667" y="75833"/>
                  </a:cubicBezTo>
                  <a:lnTo>
                    <a:pt x="114375" y="75833"/>
                  </a:lnTo>
                  <a:lnTo>
                    <a:pt x="114375" y="85000"/>
                  </a:lnTo>
                  <a:lnTo>
                    <a:pt x="166250" y="85000"/>
                  </a:lnTo>
                  <a:lnTo>
                    <a:pt x="166250" y="91667"/>
                  </a:lnTo>
                  <a:lnTo>
                    <a:pt x="107917" y="91667"/>
                  </a:lnTo>
                  <a:cubicBezTo>
                    <a:pt x="107083" y="91667"/>
                    <a:pt x="106510" y="91511"/>
                    <a:pt x="106198" y="91198"/>
                  </a:cubicBezTo>
                  <a:cubicBezTo>
                    <a:pt x="105885" y="90886"/>
                    <a:pt x="105729" y="90313"/>
                    <a:pt x="105729" y="89479"/>
                  </a:cubicBezTo>
                  <a:lnTo>
                    <a:pt x="105729" y="71875"/>
                  </a:lnTo>
                  <a:cubicBezTo>
                    <a:pt x="105729" y="71042"/>
                    <a:pt x="105885" y="70469"/>
                    <a:pt x="106198" y="70156"/>
                  </a:cubicBezTo>
                  <a:cubicBezTo>
                    <a:pt x="106510" y="69844"/>
                    <a:pt x="107083" y="69687"/>
                    <a:pt x="107917" y="69687"/>
                  </a:cubicBezTo>
                  <a:lnTo>
                    <a:pt x="155208" y="69687"/>
                  </a:lnTo>
                  <a:lnTo>
                    <a:pt x="155208" y="60833"/>
                  </a:lnTo>
                  <a:lnTo>
                    <a:pt x="105729" y="60833"/>
                  </a:lnTo>
                  <a:close/>
                  <a:moveTo>
                    <a:pt x="199896" y="14479"/>
                  </a:moveTo>
                  <a:lnTo>
                    <a:pt x="246458" y="14479"/>
                  </a:lnTo>
                  <a:lnTo>
                    <a:pt x="246458" y="21250"/>
                  </a:lnTo>
                  <a:lnTo>
                    <a:pt x="227500" y="21250"/>
                  </a:lnTo>
                  <a:cubicBezTo>
                    <a:pt x="227709" y="24505"/>
                    <a:pt x="228581" y="27500"/>
                    <a:pt x="230104" y="30208"/>
                  </a:cubicBezTo>
                  <a:cubicBezTo>
                    <a:pt x="231628" y="32917"/>
                    <a:pt x="233542" y="35313"/>
                    <a:pt x="235833" y="37396"/>
                  </a:cubicBezTo>
                  <a:cubicBezTo>
                    <a:pt x="238060" y="39479"/>
                    <a:pt x="240560" y="41263"/>
                    <a:pt x="243333" y="42760"/>
                  </a:cubicBezTo>
                  <a:cubicBezTo>
                    <a:pt x="246107" y="44245"/>
                    <a:pt x="248893" y="45378"/>
                    <a:pt x="251667" y="46146"/>
                  </a:cubicBezTo>
                  <a:lnTo>
                    <a:pt x="246563" y="52083"/>
                  </a:lnTo>
                  <a:cubicBezTo>
                    <a:pt x="242188" y="50339"/>
                    <a:pt x="237825" y="47735"/>
                    <a:pt x="233489" y="44271"/>
                  </a:cubicBezTo>
                  <a:cubicBezTo>
                    <a:pt x="229154" y="40794"/>
                    <a:pt x="225768" y="37005"/>
                    <a:pt x="223333" y="32917"/>
                  </a:cubicBezTo>
                  <a:cubicBezTo>
                    <a:pt x="220833" y="37773"/>
                    <a:pt x="217487" y="42253"/>
                    <a:pt x="213281" y="46354"/>
                  </a:cubicBezTo>
                  <a:cubicBezTo>
                    <a:pt x="209075" y="50443"/>
                    <a:pt x="204584" y="53503"/>
                    <a:pt x="199792" y="55521"/>
                  </a:cubicBezTo>
                  <a:lnTo>
                    <a:pt x="193646" y="49584"/>
                  </a:lnTo>
                  <a:cubicBezTo>
                    <a:pt x="196627" y="48672"/>
                    <a:pt x="199570" y="47305"/>
                    <a:pt x="202448" y="45469"/>
                  </a:cubicBezTo>
                  <a:cubicBezTo>
                    <a:pt x="205325" y="43620"/>
                    <a:pt x="207917" y="41484"/>
                    <a:pt x="210208" y="39063"/>
                  </a:cubicBezTo>
                  <a:cubicBezTo>
                    <a:pt x="212435" y="36563"/>
                    <a:pt x="214310" y="33802"/>
                    <a:pt x="215833" y="30781"/>
                  </a:cubicBezTo>
                  <a:cubicBezTo>
                    <a:pt x="217357" y="27761"/>
                    <a:pt x="218294" y="24583"/>
                    <a:pt x="218646" y="21250"/>
                  </a:cubicBezTo>
                  <a:lnTo>
                    <a:pt x="199896" y="21250"/>
                  </a:lnTo>
                  <a:close/>
                  <a:moveTo>
                    <a:pt x="95729" y="13854"/>
                  </a:moveTo>
                  <a:lnTo>
                    <a:pt x="142396" y="13854"/>
                  </a:lnTo>
                  <a:lnTo>
                    <a:pt x="142396" y="20417"/>
                  </a:lnTo>
                  <a:lnTo>
                    <a:pt x="123125" y="20417"/>
                  </a:lnTo>
                  <a:cubicBezTo>
                    <a:pt x="123542" y="23190"/>
                    <a:pt x="124518" y="25703"/>
                    <a:pt x="126042" y="27969"/>
                  </a:cubicBezTo>
                  <a:cubicBezTo>
                    <a:pt x="127565" y="30222"/>
                    <a:pt x="129414" y="32188"/>
                    <a:pt x="131563" y="33854"/>
                  </a:cubicBezTo>
                  <a:cubicBezTo>
                    <a:pt x="133789" y="35586"/>
                    <a:pt x="136237" y="37005"/>
                    <a:pt x="138906" y="38125"/>
                  </a:cubicBezTo>
                  <a:cubicBezTo>
                    <a:pt x="141575" y="39232"/>
                    <a:pt x="144271" y="40026"/>
                    <a:pt x="146979" y="40521"/>
                  </a:cubicBezTo>
                  <a:lnTo>
                    <a:pt x="142291" y="46458"/>
                  </a:lnTo>
                  <a:cubicBezTo>
                    <a:pt x="137708" y="45273"/>
                    <a:pt x="133281" y="43190"/>
                    <a:pt x="129010" y="40209"/>
                  </a:cubicBezTo>
                  <a:cubicBezTo>
                    <a:pt x="124739" y="37214"/>
                    <a:pt x="121458" y="33854"/>
                    <a:pt x="119166" y="30104"/>
                  </a:cubicBezTo>
                  <a:cubicBezTo>
                    <a:pt x="116732" y="34479"/>
                    <a:pt x="113385" y="38360"/>
                    <a:pt x="109115" y="41771"/>
                  </a:cubicBezTo>
                  <a:cubicBezTo>
                    <a:pt x="104844" y="45169"/>
                    <a:pt x="100273" y="47774"/>
                    <a:pt x="95417" y="49584"/>
                  </a:cubicBezTo>
                  <a:lnTo>
                    <a:pt x="89375" y="43750"/>
                  </a:lnTo>
                  <a:cubicBezTo>
                    <a:pt x="92435" y="43047"/>
                    <a:pt x="95352" y="41979"/>
                    <a:pt x="98125" y="40521"/>
                  </a:cubicBezTo>
                  <a:cubicBezTo>
                    <a:pt x="100898" y="39063"/>
                    <a:pt x="103438" y="37357"/>
                    <a:pt x="105729" y="35417"/>
                  </a:cubicBezTo>
                  <a:cubicBezTo>
                    <a:pt x="107956" y="33398"/>
                    <a:pt x="109805" y="31120"/>
                    <a:pt x="111302" y="28594"/>
                  </a:cubicBezTo>
                  <a:cubicBezTo>
                    <a:pt x="112799" y="26055"/>
                    <a:pt x="113789" y="23333"/>
                    <a:pt x="114271" y="20417"/>
                  </a:cubicBezTo>
                  <a:lnTo>
                    <a:pt x="95729" y="20417"/>
                  </a:lnTo>
                  <a:close/>
                  <a:moveTo>
                    <a:pt x="5729" y="4479"/>
                  </a:moveTo>
                  <a:lnTo>
                    <a:pt x="45104" y="4479"/>
                  </a:lnTo>
                  <a:cubicBezTo>
                    <a:pt x="45937" y="4479"/>
                    <a:pt x="46510" y="4636"/>
                    <a:pt x="46823" y="4948"/>
                  </a:cubicBezTo>
                  <a:cubicBezTo>
                    <a:pt x="47135" y="5260"/>
                    <a:pt x="47292" y="5833"/>
                    <a:pt x="47292" y="6667"/>
                  </a:cubicBezTo>
                  <a:cubicBezTo>
                    <a:pt x="46041" y="18125"/>
                    <a:pt x="41810" y="27708"/>
                    <a:pt x="34583" y="35417"/>
                  </a:cubicBezTo>
                  <a:cubicBezTo>
                    <a:pt x="27357" y="43125"/>
                    <a:pt x="17643" y="49024"/>
                    <a:pt x="5416" y="53125"/>
                  </a:cubicBezTo>
                  <a:lnTo>
                    <a:pt x="0" y="47187"/>
                  </a:lnTo>
                  <a:cubicBezTo>
                    <a:pt x="4375" y="45938"/>
                    <a:pt x="8646" y="44297"/>
                    <a:pt x="12812" y="42292"/>
                  </a:cubicBezTo>
                  <a:cubicBezTo>
                    <a:pt x="16979" y="40274"/>
                    <a:pt x="20794" y="37812"/>
                    <a:pt x="24271" y="34896"/>
                  </a:cubicBezTo>
                  <a:cubicBezTo>
                    <a:pt x="27669" y="31979"/>
                    <a:pt x="30586" y="28607"/>
                    <a:pt x="33021" y="24792"/>
                  </a:cubicBezTo>
                  <a:cubicBezTo>
                    <a:pt x="35456" y="20964"/>
                    <a:pt x="37148" y="16589"/>
                    <a:pt x="38125" y="11667"/>
                  </a:cubicBezTo>
                  <a:lnTo>
                    <a:pt x="5729" y="11667"/>
                  </a:lnTo>
                  <a:close/>
                  <a:moveTo>
                    <a:pt x="155729" y="208"/>
                  </a:moveTo>
                  <a:lnTo>
                    <a:pt x="163854" y="208"/>
                  </a:lnTo>
                  <a:lnTo>
                    <a:pt x="163854" y="19479"/>
                  </a:lnTo>
                  <a:lnTo>
                    <a:pt x="176667" y="19479"/>
                  </a:lnTo>
                  <a:lnTo>
                    <a:pt x="176667" y="26667"/>
                  </a:lnTo>
                  <a:lnTo>
                    <a:pt x="163854" y="26667"/>
                  </a:lnTo>
                  <a:lnTo>
                    <a:pt x="163854" y="49375"/>
                  </a:lnTo>
                  <a:lnTo>
                    <a:pt x="155729" y="49375"/>
                  </a:lnTo>
                  <a:close/>
                  <a:moveTo>
                    <a:pt x="67083" y="208"/>
                  </a:moveTo>
                  <a:lnTo>
                    <a:pt x="75312" y="208"/>
                  </a:lnTo>
                  <a:lnTo>
                    <a:pt x="75312" y="55625"/>
                  </a:lnTo>
                  <a:lnTo>
                    <a:pt x="67083" y="55625"/>
                  </a:lnTo>
                  <a:lnTo>
                    <a:pt x="67083" y="40625"/>
                  </a:lnTo>
                  <a:lnTo>
                    <a:pt x="48125" y="40625"/>
                  </a:lnTo>
                  <a:lnTo>
                    <a:pt x="48125" y="33750"/>
                  </a:lnTo>
                  <a:lnTo>
                    <a:pt x="67083" y="33750"/>
                  </a:lnTo>
                  <a:lnTo>
                    <a:pt x="67083" y="20417"/>
                  </a:lnTo>
                  <a:lnTo>
                    <a:pt x="50521" y="20417"/>
                  </a:lnTo>
                  <a:lnTo>
                    <a:pt x="50521" y="13542"/>
                  </a:lnTo>
                  <a:lnTo>
                    <a:pt x="67083" y="13542"/>
                  </a:lnTo>
                  <a:close/>
                  <a:moveTo>
                    <a:pt x="263646" y="104"/>
                  </a:moveTo>
                  <a:lnTo>
                    <a:pt x="271771" y="104"/>
                  </a:lnTo>
                  <a:lnTo>
                    <a:pt x="271771" y="57500"/>
                  </a:lnTo>
                  <a:lnTo>
                    <a:pt x="263646" y="57500"/>
                  </a:lnTo>
                  <a:lnTo>
                    <a:pt x="263646" y="33958"/>
                  </a:lnTo>
                  <a:lnTo>
                    <a:pt x="246771" y="33958"/>
                  </a:lnTo>
                  <a:lnTo>
                    <a:pt x="246771" y="27188"/>
                  </a:lnTo>
                  <a:lnTo>
                    <a:pt x="263646" y="27188"/>
                  </a:lnTo>
                  <a:close/>
                  <a:moveTo>
                    <a:pt x="210104" y="0"/>
                  </a:moveTo>
                  <a:lnTo>
                    <a:pt x="236563" y="0"/>
                  </a:lnTo>
                  <a:lnTo>
                    <a:pt x="236563" y="6771"/>
                  </a:lnTo>
                  <a:lnTo>
                    <a:pt x="210104" y="6771"/>
                  </a:lnTo>
                  <a:close/>
                  <a:moveTo>
                    <a:pt x="105937" y="0"/>
                  </a:moveTo>
                  <a:lnTo>
                    <a:pt x="132292" y="0"/>
                  </a:lnTo>
                  <a:lnTo>
                    <a:pt x="132292" y="6667"/>
                  </a:lnTo>
                  <a:lnTo>
                    <a:pt x="105937" y="6667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4" name="TextBox 533">
              <a:extLst>
                <a:ext uri="{FF2B5EF4-FFF2-40B4-BE49-F238E27FC236}">
                  <a16:creationId xmlns:a16="http://schemas.microsoft.com/office/drawing/2014/main" id="{FD4997A6-CA83-4DE1-BA8A-F7750E29008D}"/>
                </a:ext>
              </a:extLst>
            </p:cNvPr>
            <p:cNvSpPr txBox="1"/>
            <p:nvPr/>
          </p:nvSpPr>
          <p:spPr>
            <a:xfrm>
              <a:off x="4849280" y="4876205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경찰청</a:t>
              </a:r>
            </a:p>
          </p:txBody>
        </p:sp>
        <p:sp>
          <p:nvSpPr>
            <p:cNvPr id="535" name="자유형: 도형 534">
              <a:extLst>
                <a:ext uri="{FF2B5EF4-FFF2-40B4-BE49-F238E27FC236}">
                  <a16:creationId xmlns:a16="http://schemas.microsoft.com/office/drawing/2014/main" id="{60B55F76-1909-4241-84BF-4AD3E913F949}"/>
                </a:ext>
              </a:extLst>
            </p:cNvPr>
            <p:cNvSpPr/>
            <p:nvPr/>
          </p:nvSpPr>
          <p:spPr>
            <a:xfrm>
              <a:off x="975017" y="5208591"/>
              <a:ext cx="50000" cy="79479"/>
            </a:xfrm>
            <a:custGeom>
              <a:avLst/>
              <a:gdLst>
                <a:gd name="connsiteX0" fmla="*/ 25000 w 50000"/>
                <a:gd name="connsiteY0" fmla="*/ 42084 h 79479"/>
                <a:gd name="connsiteX1" fmla="*/ 18854 w 50000"/>
                <a:gd name="connsiteY1" fmla="*/ 43073 h 79479"/>
                <a:gd name="connsiteX2" fmla="*/ 13542 w 50000"/>
                <a:gd name="connsiteY2" fmla="*/ 45938 h 79479"/>
                <a:gd name="connsiteX3" fmla="*/ 9740 w 50000"/>
                <a:gd name="connsiteY3" fmla="*/ 50677 h 79479"/>
                <a:gd name="connsiteX4" fmla="*/ 8333 w 50000"/>
                <a:gd name="connsiteY4" fmla="*/ 57292 h 79479"/>
                <a:gd name="connsiteX5" fmla="*/ 12760 w 50000"/>
                <a:gd name="connsiteY5" fmla="*/ 68334 h 79479"/>
                <a:gd name="connsiteX6" fmla="*/ 25000 w 50000"/>
                <a:gd name="connsiteY6" fmla="*/ 72500 h 79479"/>
                <a:gd name="connsiteX7" fmla="*/ 37135 w 50000"/>
                <a:gd name="connsiteY7" fmla="*/ 68334 h 79479"/>
                <a:gd name="connsiteX8" fmla="*/ 41667 w 50000"/>
                <a:gd name="connsiteY8" fmla="*/ 57292 h 79479"/>
                <a:gd name="connsiteX9" fmla="*/ 40208 w 50000"/>
                <a:gd name="connsiteY9" fmla="*/ 50677 h 79479"/>
                <a:gd name="connsiteX10" fmla="*/ 36354 w 50000"/>
                <a:gd name="connsiteY10" fmla="*/ 45938 h 79479"/>
                <a:gd name="connsiteX11" fmla="*/ 31042 w 50000"/>
                <a:gd name="connsiteY11" fmla="*/ 43073 h 79479"/>
                <a:gd name="connsiteX12" fmla="*/ 25000 w 50000"/>
                <a:gd name="connsiteY12" fmla="*/ 42084 h 79479"/>
                <a:gd name="connsiteX13" fmla="*/ 25000 w 50000"/>
                <a:gd name="connsiteY13" fmla="*/ 6979 h 79479"/>
                <a:gd name="connsiteX14" fmla="*/ 13854 w 50000"/>
                <a:gd name="connsiteY14" fmla="*/ 10729 h 79479"/>
                <a:gd name="connsiteX15" fmla="*/ 9271 w 50000"/>
                <a:gd name="connsiteY15" fmla="*/ 20729 h 79479"/>
                <a:gd name="connsiteX16" fmla="*/ 13750 w 50000"/>
                <a:gd name="connsiteY16" fmla="*/ 30886 h 79479"/>
                <a:gd name="connsiteX17" fmla="*/ 25000 w 50000"/>
                <a:gd name="connsiteY17" fmla="*/ 34479 h 79479"/>
                <a:gd name="connsiteX18" fmla="*/ 36146 w 50000"/>
                <a:gd name="connsiteY18" fmla="*/ 30886 h 79479"/>
                <a:gd name="connsiteX19" fmla="*/ 40729 w 50000"/>
                <a:gd name="connsiteY19" fmla="*/ 20729 h 79479"/>
                <a:gd name="connsiteX20" fmla="*/ 36146 w 50000"/>
                <a:gd name="connsiteY20" fmla="*/ 10729 h 79479"/>
                <a:gd name="connsiteX21" fmla="*/ 25000 w 50000"/>
                <a:gd name="connsiteY21" fmla="*/ 6979 h 79479"/>
                <a:gd name="connsiteX22" fmla="*/ 25000 w 50000"/>
                <a:gd name="connsiteY22" fmla="*/ 0 h 79479"/>
                <a:gd name="connsiteX23" fmla="*/ 42344 w 50000"/>
                <a:gd name="connsiteY23" fmla="*/ 5417 h 79479"/>
                <a:gd name="connsiteX24" fmla="*/ 49062 w 50000"/>
                <a:gd name="connsiteY24" fmla="*/ 20625 h 79479"/>
                <a:gd name="connsiteX25" fmla="*/ 48073 w 50000"/>
                <a:gd name="connsiteY25" fmla="*/ 26250 h 79479"/>
                <a:gd name="connsiteX26" fmla="*/ 45313 w 50000"/>
                <a:gd name="connsiteY26" fmla="*/ 31563 h 79479"/>
                <a:gd name="connsiteX27" fmla="*/ 40937 w 50000"/>
                <a:gd name="connsiteY27" fmla="*/ 35990 h 79479"/>
                <a:gd name="connsiteX28" fmla="*/ 35417 w 50000"/>
                <a:gd name="connsiteY28" fmla="*/ 38750 h 79479"/>
                <a:gd name="connsiteX29" fmla="*/ 46146 w 50000"/>
                <a:gd name="connsiteY29" fmla="*/ 45573 h 79479"/>
                <a:gd name="connsiteX30" fmla="*/ 50000 w 50000"/>
                <a:gd name="connsiteY30" fmla="*/ 57188 h 79479"/>
                <a:gd name="connsiteX31" fmla="*/ 42969 w 50000"/>
                <a:gd name="connsiteY31" fmla="*/ 73698 h 79479"/>
                <a:gd name="connsiteX32" fmla="*/ 24896 w 50000"/>
                <a:gd name="connsiteY32" fmla="*/ 79479 h 79479"/>
                <a:gd name="connsiteX33" fmla="*/ 6823 w 50000"/>
                <a:gd name="connsiteY33" fmla="*/ 73698 h 79479"/>
                <a:gd name="connsiteX34" fmla="*/ 0 w 50000"/>
                <a:gd name="connsiteY34" fmla="*/ 57188 h 79479"/>
                <a:gd name="connsiteX35" fmla="*/ 3750 w 50000"/>
                <a:gd name="connsiteY35" fmla="*/ 46094 h 79479"/>
                <a:gd name="connsiteX36" fmla="*/ 14687 w 50000"/>
                <a:gd name="connsiteY36" fmla="*/ 38333 h 79479"/>
                <a:gd name="connsiteX37" fmla="*/ 4531 w 50000"/>
                <a:gd name="connsiteY37" fmla="*/ 31979 h 79479"/>
                <a:gd name="connsiteX38" fmla="*/ 937 w 50000"/>
                <a:gd name="connsiteY38" fmla="*/ 20625 h 79479"/>
                <a:gd name="connsiteX39" fmla="*/ 7604 w 50000"/>
                <a:gd name="connsiteY39" fmla="*/ 5417 h 79479"/>
                <a:gd name="connsiteX40" fmla="*/ 25000 w 50000"/>
                <a:gd name="connsiteY40" fmla="*/ 0 h 7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0000" h="79479">
                  <a:moveTo>
                    <a:pt x="25000" y="42084"/>
                  </a:moveTo>
                  <a:cubicBezTo>
                    <a:pt x="22917" y="42084"/>
                    <a:pt x="20868" y="42409"/>
                    <a:pt x="18854" y="43073"/>
                  </a:cubicBezTo>
                  <a:cubicBezTo>
                    <a:pt x="16840" y="43724"/>
                    <a:pt x="15069" y="44688"/>
                    <a:pt x="13542" y="45938"/>
                  </a:cubicBezTo>
                  <a:cubicBezTo>
                    <a:pt x="11944" y="47188"/>
                    <a:pt x="10677" y="48763"/>
                    <a:pt x="9740" y="50677"/>
                  </a:cubicBezTo>
                  <a:cubicBezTo>
                    <a:pt x="8802" y="52578"/>
                    <a:pt x="8333" y="54792"/>
                    <a:pt x="8333" y="57292"/>
                  </a:cubicBezTo>
                  <a:cubicBezTo>
                    <a:pt x="8333" y="61875"/>
                    <a:pt x="9809" y="65547"/>
                    <a:pt x="12760" y="68334"/>
                  </a:cubicBezTo>
                  <a:cubicBezTo>
                    <a:pt x="15712" y="71107"/>
                    <a:pt x="19792" y="72500"/>
                    <a:pt x="25000" y="72500"/>
                  </a:cubicBezTo>
                  <a:cubicBezTo>
                    <a:pt x="30069" y="72500"/>
                    <a:pt x="34115" y="71107"/>
                    <a:pt x="37135" y="68334"/>
                  </a:cubicBezTo>
                  <a:cubicBezTo>
                    <a:pt x="40156" y="65547"/>
                    <a:pt x="41667" y="61875"/>
                    <a:pt x="41667" y="57292"/>
                  </a:cubicBezTo>
                  <a:cubicBezTo>
                    <a:pt x="41667" y="54792"/>
                    <a:pt x="41181" y="52578"/>
                    <a:pt x="40208" y="50677"/>
                  </a:cubicBezTo>
                  <a:cubicBezTo>
                    <a:pt x="39236" y="48763"/>
                    <a:pt x="37952" y="47188"/>
                    <a:pt x="36354" y="45938"/>
                  </a:cubicBezTo>
                  <a:cubicBezTo>
                    <a:pt x="34827" y="44688"/>
                    <a:pt x="33056" y="43724"/>
                    <a:pt x="31042" y="43073"/>
                  </a:cubicBezTo>
                  <a:cubicBezTo>
                    <a:pt x="29027" y="42409"/>
                    <a:pt x="27014" y="42084"/>
                    <a:pt x="25000" y="42084"/>
                  </a:cubicBezTo>
                  <a:close/>
                  <a:moveTo>
                    <a:pt x="25000" y="6979"/>
                  </a:moveTo>
                  <a:cubicBezTo>
                    <a:pt x="20625" y="6979"/>
                    <a:pt x="16910" y="8229"/>
                    <a:pt x="13854" y="10729"/>
                  </a:cubicBezTo>
                  <a:cubicBezTo>
                    <a:pt x="10798" y="13229"/>
                    <a:pt x="9271" y="16563"/>
                    <a:pt x="9271" y="20729"/>
                  </a:cubicBezTo>
                  <a:cubicBezTo>
                    <a:pt x="9271" y="25104"/>
                    <a:pt x="10764" y="28490"/>
                    <a:pt x="13750" y="30886"/>
                  </a:cubicBezTo>
                  <a:cubicBezTo>
                    <a:pt x="16736" y="33281"/>
                    <a:pt x="20486" y="34479"/>
                    <a:pt x="25000" y="34479"/>
                  </a:cubicBezTo>
                  <a:cubicBezTo>
                    <a:pt x="29375" y="34479"/>
                    <a:pt x="33090" y="33281"/>
                    <a:pt x="36146" y="30886"/>
                  </a:cubicBezTo>
                  <a:cubicBezTo>
                    <a:pt x="39202" y="28490"/>
                    <a:pt x="40729" y="25104"/>
                    <a:pt x="40729" y="20729"/>
                  </a:cubicBezTo>
                  <a:cubicBezTo>
                    <a:pt x="40729" y="16563"/>
                    <a:pt x="39202" y="13229"/>
                    <a:pt x="36146" y="10729"/>
                  </a:cubicBezTo>
                  <a:cubicBezTo>
                    <a:pt x="33090" y="8229"/>
                    <a:pt x="29375" y="6979"/>
                    <a:pt x="25000" y="6979"/>
                  </a:cubicBezTo>
                  <a:close/>
                  <a:moveTo>
                    <a:pt x="25000" y="0"/>
                  </a:moveTo>
                  <a:cubicBezTo>
                    <a:pt x="32083" y="0"/>
                    <a:pt x="37865" y="1797"/>
                    <a:pt x="42344" y="5417"/>
                  </a:cubicBezTo>
                  <a:cubicBezTo>
                    <a:pt x="46823" y="9024"/>
                    <a:pt x="49062" y="14089"/>
                    <a:pt x="49062" y="20625"/>
                  </a:cubicBezTo>
                  <a:cubicBezTo>
                    <a:pt x="49062" y="22500"/>
                    <a:pt x="48733" y="24375"/>
                    <a:pt x="48073" y="26250"/>
                  </a:cubicBezTo>
                  <a:cubicBezTo>
                    <a:pt x="47413" y="28125"/>
                    <a:pt x="46493" y="29896"/>
                    <a:pt x="45313" y="31563"/>
                  </a:cubicBezTo>
                  <a:cubicBezTo>
                    <a:pt x="44063" y="33229"/>
                    <a:pt x="42604" y="34701"/>
                    <a:pt x="40937" y="35990"/>
                  </a:cubicBezTo>
                  <a:cubicBezTo>
                    <a:pt x="39271" y="37266"/>
                    <a:pt x="37431" y="38190"/>
                    <a:pt x="35417" y="38750"/>
                  </a:cubicBezTo>
                  <a:cubicBezTo>
                    <a:pt x="40000" y="40000"/>
                    <a:pt x="43577" y="42266"/>
                    <a:pt x="46146" y="45573"/>
                  </a:cubicBezTo>
                  <a:cubicBezTo>
                    <a:pt x="48715" y="48867"/>
                    <a:pt x="50000" y="52735"/>
                    <a:pt x="50000" y="57188"/>
                  </a:cubicBezTo>
                  <a:cubicBezTo>
                    <a:pt x="49931" y="64336"/>
                    <a:pt x="47587" y="69844"/>
                    <a:pt x="42969" y="73698"/>
                  </a:cubicBezTo>
                  <a:cubicBezTo>
                    <a:pt x="38350" y="77552"/>
                    <a:pt x="32327" y="79479"/>
                    <a:pt x="24896" y="79479"/>
                  </a:cubicBezTo>
                  <a:cubicBezTo>
                    <a:pt x="17396" y="79479"/>
                    <a:pt x="11371" y="77552"/>
                    <a:pt x="6823" y="73698"/>
                  </a:cubicBezTo>
                  <a:cubicBezTo>
                    <a:pt x="2275" y="69844"/>
                    <a:pt x="0" y="64336"/>
                    <a:pt x="0" y="57188"/>
                  </a:cubicBezTo>
                  <a:cubicBezTo>
                    <a:pt x="0" y="53295"/>
                    <a:pt x="1250" y="49597"/>
                    <a:pt x="3750" y="46094"/>
                  </a:cubicBezTo>
                  <a:cubicBezTo>
                    <a:pt x="6250" y="42578"/>
                    <a:pt x="9896" y="40000"/>
                    <a:pt x="14687" y="38333"/>
                  </a:cubicBezTo>
                  <a:cubicBezTo>
                    <a:pt x="10313" y="37500"/>
                    <a:pt x="6927" y="35378"/>
                    <a:pt x="4531" y="31979"/>
                  </a:cubicBezTo>
                  <a:cubicBezTo>
                    <a:pt x="2135" y="28568"/>
                    <a:pt x="937" y="24792"/>
                    <a:pt x="937" y="20625"/>
                  </a:cubicBezTo>
                  <a:cubicBezTo>
                    <a:pt x="937" y="14089"/>
                    <a:pt x="3160" y="9024"/>
                    <a:pt x="7604" y="5417"/>
                  </a:cubicBezTo>
                  <a:cubicBezTo>
                    <a:pt x="12048" y="1797"/>
                    <a:pt x="17848" y="0"/>
                    <a:pt x="2500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6" name="TextBox 535">
              <a:extLst>
                <a:ext uri="{FF2B5EF4-FFF2-40B4-BE49-F238E27FC236}">
                  <a16:creationId xmlns:a16="http://schemas.microsoft.com/office/drawing/2014/main" id="{AB9757DE-3143-4B7A-A122-5A085F223080}"/>
                </a:ext>
              </a:extLst>
            </p:cNvPr>
            <p:cNvSpPr txBox="1"/>
            <p:nvPr/>
          </p:nvSpPr>
          <p:spPr>
            <a:xfrm>
              <a:off x="883577" y="5167311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8</a:t>
              </a:r>
            </a:p>
          </p:txBody>
        </p:sp>
        <p:sp>
          <p:nvSpPr>
            <p:cNvPr id="537" name="TextBox 536">
              <a:extLst>
                <a:ext uri="{FF2B5EF4-FFF2-40B4-BE49-F238E27FC236}">
                  <a16:creationId xmlns:a16="http://schemas.microsoft.com/office/drawing/2014/main" id="{03E3EF53-7F45-4319-A881-2BDFF42F809C}"/>
                </a:ext>
              </a:extLst>
            </p:cNvPr>
            <p:cNvSpPr txBox="1"/>
            <p:nvPr/>
          </p:nvSpPr>
          <p:spPr>
            <a:xfrm>
              <a:off x="1117485" y="5081791"/>
              <a:ext cx="912047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262626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대한법률구조공단</a:t>
              </a:r>
            </a:p>
          </p:txBody>
        </p:sp>
        <p:sp>
          <p:nvSpPr>
            <p:cNvPr id="538" name="TextBox 537">
              <a:extLst>
                <a:ext uri="{FF2B5EF4-FFF2-40B4-BE49-F238E27FC236}">
                  <a16:creationId xmlns:a16="http://schemas.microsoft.com/office/drawing/2014/main" id="{4C2E39BF-C235-4051-A179-5434FF2FC206}"/>
                </a:ext>
              </a:extLst>
            </p:cNvPr>
            <p:cNvSpPr txBox="1"/>
            <p:nvPr/>
          </p:nvSpPr>
          <p:spPr>
            <a:xfrm>
              <a:off x="1908224" y="5081791"/>
              <a:ext cx="638609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262626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정보시스템</a:t>
              </a:r>
            </a:p>
          </p:txBody>
        </p:sp>
        <p:sp>
          <p:nvSpPr>
            <p:cNvPr id="539" name="TextBox 538">
              <a:extLst>
                <a:ext uri="{FF2B5EF4-FFF2-40B4-BE49-F238E27FC236}">
                  <a16:creationId xmlns:a16="http://schemas.microsoft.com/office/drawing/2014/main" id="{115E4EA8-7447-4921-925C-6F464904AFC1}"/>
                </a:ext>
              </a:extLst>
            </p:cNvPr>
            <p:cNvSpPr txBox="1"/>
            <p:nvPr/>
          </p:nvSpPr>
          <p:spPr>
            <a:xfrm>
              <a:off x="1117485" y="5211999"/>
              <a:ext cx="729755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262626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통합유지보수</a:t>
              </a:r>
            </a:p>
          </p:txBody>
        </p:sp>
        <p:grpSp>
          <p:nvGrpSpPr>
            <p:cNvPr id="540" name="그래픽 5">
              <a:extLst>
                <a:ext uri="{FF2B5EF4-FFF2-40B4-BE49-F238E27FC236}">
                  <a16:creationId xmlns:a16="http://schemas.microsoft.com/office/drawing/2014/main" id="{67C99FFF-0DD8-48BF-AC94-0C7FFF64BB1F}"/>
                </a:ext>
              </a:extLst>
            </p:cNvPr>
            <p:cNvGrpSpPr/>
            <p:nvPr/>
          </p:nvGrpSpPr>
          <p:grpSpPr>
            <a:xfrm>
              <a:off x="2986852" y="5142133"/>
              <a:ext cx="696771" cy="84388"/>
              <a:chOff x="2986852" y="5142133"/>
              <a:chExt cx="696771" cy="84388"/>
            </a:xfrm>
          </p:grpSpPr>
          <p:sp>
            <p:nvSpPr>
              <p:cNvPr id="541" name="자유형: 도형 540">
                <a:extLst>
                  <a:ext uri="{FF2B5EF4-FFF2-40B4-BE49-F238E27FC236}">
                    <a16:creationId xmlns:a16="http://schemas.microsoft.com/office/drawing/2014/main" id="{083065AD-15D3-49C2-86F2-A5D435F0776F}"/>
                  </a:ext>
                </a:extLst>
              </p:cNvPr>
              <p:cNvSpPr/>
              <p:nvPr/>
            </p:nvSpPr>
            <p:spPr>
              <a:xfrm>
                <a:off x="2986852" y="5142133"/>
                <a:ext cx="696771" cy="81562"/>
              </a:xfrm>
              <a:custGeom>
                <a:avLst/>
                <a:gdLst>
                  <a:gd name="connsiteX0" fmla="*/ 434063 w 696771"/>
                  <a:gd name="connsiteY0" fmla="*/ 70833 h 81562"/>
                  <a:gd name="connsiteX1" fmla="*/ 444792 w 696771"/>
                  <a:gd name="connsiteY1" fmla="*/ 70833 h 81562"/>
                  <a:gd name="connsiteX2" fmla="*/ 444792 w 696771"/>
                  <a:gd name="connsiteY2" fmla="*/ 81563 h 81562"/>
                  <a:gd name="connsiteX3" fmla="*/ 434063 w 696771"/>
                  <a:gd name="connsiteY3" fmla="*/ 81563 h 81562"/>
                  <a:gd name="connsiteX4" fmla="*/ 251771 w 696771"/>
                  <a:gd name="connsiteY4" fmla="*/ 70833 h 81562"/>
                  <a:gd name="connsiteX5" fmla="*/ 262500 w 696771"/>
                  <a:gd name="connsiteY5" fmla="*/ 70833 h 81562"/>
                  <a:gd name="connsiteX6" fmla="*/ 262500 w 696771"/>
                  <a:gd name="connsiteY6" fmla="*/ 81563 h 81562"/>
                  <a:gd name="connsiteX7" fmla="*/ 251771 w 696771"/>
                  <a:gd name="connsiteY7" fmla="*/ 81563 h 81562"/>
                  <a:gd name="connsiteX8" fmla="*/ 663959 w 696771"/>
                  <a:gd name="connsiteY8" fmla="*/ 33958 h 81562"/>
                  <a:gd name="connsiteX9" fmla="*/ 669323 w 696771"/>
                  <a:gd name="connsiteY9" fmla="*/ 34948 h 81562"/>
                  <a:gd name="connsiteX10" fmla="*/ 674167 w 696771"/>
                  <a:gd name="connsiteY10" fmla="*/ 37917 h 81562"/>
                  <a:gd name="connsiteX11" fmla="*/ 678959 w 696771"/>
                  <a:gd name="connsiteY11" fmla="*/ 41407 h 81562"/>
                  <a:gd name="connsiteX12" fmla="*/ 683230 w 696771"/>
                  <a:gd name="connsiteY12" fmla="*/ 42604 h 81562"/>
                  <a:gd name="connsiteX13" fmla="*/ 688490 w 696771"/>
                  <a:gd name="connsiteY13" fmla="*/ 40313 h 81562"/>
                  <a:gd name="connsiteX14" fmla="*/ 692084 w 696771"/>
                  <a:gd name="connsiteY14" fmla="*/ 33958 h 81562"/>
                  <a:gd name="connsiteX15" fmla="*/ 696771 w 696771"/>
                  <a:gd name="connsiteY15" fmla="*/ 36771 h 81562"/>
                  <a:gd name="connsiteX16" fmla="*/ 691823 w 696771"/>
                  <a:gd name="connsiteY16" fmla="*/ 45834 h 81562"/>
                  <a:gd name="connsiteX17" fmla="*/ 683125 w 696771"/>
                  <a:gd name="connsiteY17" fmla="*/ 49271 h 81562"/>
                  <a:gd name="connsiteX18" fmla="*/ 677709 w 696771"/>
                  <a:gd name="connsiteY18" fmla="*/ 48333 h 81562"/>
                  <a:gd name="connsiteX19" fmla="*/ 672917 w 696771"/>
                  <a:gd name="connsiteY19" fmla="*/ 45313 h 81562"/>
                  <a:gd name="connsiteX20" fmla="*/ 668073 w 696771"/>
                  <a:gd name="connsiteY20" fmla="*/ 41875 h 81562"/>
                  <a:gd name="connsiteX21" fmla="*/ 663854 w 696771"/>
                  <a:gd name="connsiteY21" fmla="*/ 40625 h 81562"/>
                  <a:gd name="connsiteX22" fmla="*/ 658750 w 696771"/>
                  <a:gd name="connsiteY22" fmla="*/ 42656 h 81562"/>
                  <a:gd name="connsiteX23" fmla="*/ 655209 w 696771"/>
                  <a:gd name="connsiteY23" fmla="*/ 48438 h 81562"/>
                  <a:gd name="connsiteX24" fmla="*/ 650521 w 696771"/>
                  <a:gd name="connsiteY24" fmla="*/ 45625 h 81562"/>
                  <a:gd name="connsiteX25" fmla="*/ 655417 w 696771"/>
                  <a:gd name="connsiteY25" fmla="*/ 37396 h 81562"/>
                  <a:gd name="connsiteX26" fmla="*/ 663959 w 696771"/>
                  <a:gd name="connsiteY26" fmla="*/ 33958 h 81562"/>
                  <a:gd name="connsiteX27" fmla="*/ 214167 w 696771"/>
                  <a:gd name="connsiteY27" fmla="*/ 11250 h 81562"/>
                  <a:gd name="connsiteX28" fmla="*/ 187292 w 696771"/>
                  <a:gd name="connsiteY28" fmla="*/ 55313 h 81562"/>
                  <a:gd name="connsiteX29" fmla="*/ 213958 w 696771"/>
                  <a:gd name="connsiteY29" fmla="*/ 55313 h 81562"/>
                  <a:gd name="connsiteX30" fmla="*/ 213958 w 696771"/>
                  <a:gd name="connsiteY30" fmla="*/ 20833 h 81562"/>
                  <a:gd name="connsiteX31" fmla="*/ 336979 w 696771"/>
                  <a:gd name="connsiteY31" fmla="*/ 7188 h 81562"/>
                  <a:gd name="connsiteX32" fmla="*/ 328177 w 696771"/>
                  <a:gd name="connsiteY32" fmla="*/ 10833 h 81562"/>
                  <a:gd name="connsiteX33" fmla="*/ 323438 w 696771"/>
                  <a:gd name="connsiteY33" fmla="*/ 19584 h 81562"/>
                  <a:gd name="connsiteX34" fmla="*/ 321407 w 696771"/>
                  <a:gd name="connsiteY34" fmla="*/ 30573 h 81562"/>
                  <a:gd name="connsiteX35" fmla="*/ 321042 w 696771"/>
                  <a:gd name="connsiteY35" fmla="*/ 40729 h 81562"/>
                  <a:gd name="connsiteX36" fmla="*/ 321407 w 696771"/>
                  <a:gd name="connsiteY36" fmla="*/ 50782 h 81562"/>
                  <a:gd name="connsiteX37" fmla="*/ 323438 w 696771"/>
                  <a:gd name="connsiteY37" fmla="*/ 61667 h 81562"/>
                  <a:gd name="connsiteX38" fmla="*/ 328177 w 696771"/>
                  <a:gd name="connsiteY38" fmla="*/ 70313 h 81562"/>
                  <a:gd name="connsiteX39" fmla="*/ 336979 w 696771"/>
                  <a:gd name="connsiteY39" fmla="*/ 73855 h 81562"/>
                  <a:gd name="connsiteX40" fmla="*/ 345938 w 696771"/>
                  <a:gd name="connsiteY40" fmla="*/ 70313 h 81562"/>
                  <a:gd name="connsiteX41" fmla="*/ 350938 w 696771"/>
                  <a:gd name="connsiteY41" fmla="*/ 61667 h 81562"/>
                  <a:gd name="connsiteX42" fmla="*/ 353229 w 696771"/>
                  <a:gd name="connsiteY42" fmla="*/ 50782 h 81562"/>
                  <a:gd name="connsiteX43" fmla="*/ 353750 w 696771"/>
                  <a:gd name="connsiteY43" fmla="*/ 40729 h 81562"/>
                  <a:gd name="connsiteX44" fmla="*/ 353229 w 696771"/>
                  <a:gd name="connsiteY44" fmla="*/ 30573 h 81562"/>
                  <a:gd name="connsiteX45" fmla="*/ 350938 w 696771"/>
                  <a:gd name="connsiteY45" fmla="*/ 19584 h 81562"/>
                  <a:gd name="connsiteX46" fmla="*/ 345938 w 696771"/>
                  <a:gd name="connsiteY46" fmla="*/ 10833 h 81562"/>
                  <a:gd name="connsiteX47" fmla="*/ 336979 w 696771"/>
                  <a:gd name="connsiteY47" fmla="*/ 7188 h 81562"/>
                  <a:gd name="connsiteX48" fmla="*/ 89583 w 696771"/>
                  <a:gd name="connsiteY48" fmla="*/ 7188 h 81562"/>
                  <a:gd name="connsiteX49" fmla="*/ 80781 w 696771"/>
                  <a:gd name="connsiteY49" fmla="*/ 10833 h 81562"/>
                  <a:gd name="connsiteX50" fmla="*/ 76042 w 696771"/>
                  <a:gd name="connsiteY50" fmla="*/ 19584 h 81562"/>
                  <a:gd name="connsiteX51" fmla="*/ 74011 w 696771"/>
                  <a:gd name="connsiteY51" fmla="*/ 30573 h 81562"/>
                  <a:gd name="connsiteX52" fmla="*/ 73646 w 696771"/>
                  <a:gd name="connsiteY52" fmla="*/ 40729 h 81562"/>
                  <a:gd name="connsiteX53" fmla="*/ 74011 w 696771"/>
                  <a:gd name="connsiteY53" fmla="*/ 50782 h 81562"/>
                  <a:gd name="connsiteX54" fmla="*/ 76042 w 696771"/>
                  <a:gd name="connsiteY54" fmla="*/ 61667 h 81562"/>
                  <a:gd name="connsiteX55" fmla="*/ 80781 w 696771"/>
                  <a:gd name="connsiteY55" fmla="*/ 70313 h 81562"/>
                  <a:gd name="connsiteX56" fmla="*/ 89583 w 696771"/>
                  <a:gd name="connsiteY56" fmla="*/ 73855 h 81562"/>
                  <a:gd name="connsiteX57" fmla="*/ 98542 w 696771"/>
                  <a:gd name="connsiteY57" fmla="*/ 70313 h 81562"/>
                  <a:gd name="connsiteX58" fmla="*/ 103542 w 696771"/>
                  <a:gd name="connsiteY58" fmla="*/ 61667 h 81562"/>
                  <a:gd name="connsiteX59" fmla="*/ 105833 w 696771"/>
                  <a:gd name="connsiteY59" fmla="*/ 50782 h 81562"/>
                  <a:gd name="connsiteX60" fmla="*/ 106354 w 696771"/>
                  <a:gd name="connsiteY60" fmla="*/ 40729 h 81562"/>
                  <a:gd name="connsiteX61" fmla="*/ 105833 w 696771"/>
                  <a:gd name="connsiteY61" fmla="*/ 30573 h 81562"/>
                  <a:gd name="connsiteX62" fmla="*/ 103542 w 696771"/>
                  <a:gd name="connsiteY62" fmla="*/ 19584 h 81562"/>
                  <a:gd name="connsiteX63" fmla="*/ 98542 w 696771"/>
                  <a:gd name="connsiteY63" fmla="*/ 10833 h 81562"/>
                  <a:gd name="connsiteX64" fmla="*/ 89583 w 696771"/>
                  <a:gd name="connsiteY64" fmla="*/ 7188 h 81562"/>
                  <a:gd name="connsiteX65" fmla="*/ 583334 w 696771"/>
                  <a:gd name="connsiteY65" fmla="*/ 3125 h 81562"/>
                  <a:gd name="connsiteX66" fmla="*/ 589271 w 696771"/>
                  <a:gd name="connsiteY66" fmla="*/ 3125 h 81562"/>
                  <a:gd name="connsiteX67" fmla="*/ 590834 w 696771"/>
                  <a:gd name="connsiteY67" fmla="*/ 3542 h 81562"/>
                  <a:gd name="connsiteX68" fmla="*/ 591250 w 696771"/>
                  <a:gd name="connsiteY68" fmla="*/ 5105 h 81562"/>
                  <a:gd name="connsiteX69" fmla="*/ 591250 w 696771"/>
                  <a:gd name="connsiteY69" fmla="*/ 79167 h 81562"/>
                  <a:gd name="connsiteX70" fmla="*/ 583021 w 696771"/>
                  <a:gd name="connsiteY70" fmla="*/ 79167 h 81562"/>
                  <a:gd name="connsiteX71" fmla="*/ 583021 w 696771"/>
                  <a:gd name="connsiteY71" fmla="*/ 12083 h 81562"/>
                  <a:gd name="connsiteX72" fmla="*/ 575990 w 696771"/>
                  <a:gd name="connsiteY72" fmla="*/ 17865 h 81562"/>
                  <a:gd name="connsiteX73" fmla="*/ 566771 w 696771"/>
                  <a:gd name="connsiteY73" fmla="*/ 23125 h 81562"/>
                  <a:gd name="connsiteX74" fmla="*/ 566771 w 696771"/>
                  <a:gd name="connsiteY74" fmla="*/ 15208 h 81562"/>
                  <a:gd name="connsiteX75" fmla="*/ 575417 w 696771"/>
                  <a:gd name="connsiteY75" fmla="*/ 10104 h 81562"/>
                  <a:gd name="connsiteX76" fmla="*/ 583334 w 696771"/>
                  <a:gd name="connsiteY76" fmla="*/ 3125 h 81562"/>
                  <a:gd name="connsiteX77" fmla="*/ 388021 w 696771"/>
                  <a:gd name="connsiteY77" fmla="*/ 3125 h 81562"/>
                  <a:gd name="connsiteX78" fmla="*/ 393959 w 696771"/>
                  <a:gd name="connsiteY78" fmla="*/ 3125 h 81562"/>
                  <a:gd name="connsiteX79" fmla="*/ 395521 w 696771"/>
                  <a:gd name="connsiteY79" fmla="*/ 3542 h 81562"/>
                  <a:gd name="connsiteX80" fmla="*/ 395938 w 696771"/>
                  <a:gd name="connsiteY80" fmla="*/ 5105 h 81562"/>
                  <a:gd name="connsiteX81" fmla="*/ 395938 w 696771"/>
                  <a:gd name="connsiteY81" fmla="*/ 79167 h 81562"/>
                  <a:gd name="connsiteX82" fmla="*/ 387709 w 696771"/>
                  <a:gd name="connsiteY82" fmla="*/ 79167 h 81562"/>
                  <a:gd name="connsiteX83" fmla="*/ 387709 w 696771"/>
                  <a:gd name="connsiteY83" fmla="*/ 12083 h 81562"/>
                  <a:gd name="connsiteX84" fmla="*/ 380677 w 696771"/>
                  <a:gd name="connsiteY84" fmla="*/ 17865 h 81562"/>
                  <a:gd name="connsiteX85" fmla="*/ 371459 w 696771"/>
                  <a:gd name="connsiteY85" fmla="*/ 23125 h 81562"/>
                  <a:gd name="connsiteX86" fmla="*/ 371459 w 696771"/>
                  <a:gd name="connsiteY86" fmla="*/ 15208 h 81562"/>
                  <a:gd name="connsiteX87" fmla="*/ 380104 w 696771"/>
                  <a:gd name="connsiteY87" fmla="*/ 10104 h 81562"/>
                  <a:gd name="connsiteX88" fmla="*/ 388021 w 696771"/>
                  <a:gd name="connsiteY88" fmla="*/ 3125 h 81562"/>
                  <a:gd name="connsiteX89" fmla="*/ 212813 w 696771"/>
                  <a:gd name="connsiteY89" fmla="*/ 1979 h 81562"/>
                  <a:gd name="connsiteX90" fmla="*/ 219896 w 696771"/>
                  <a:gd name="connsiteY90" fmla="*/ 1979 h 81562"/>
                  <a:gd name="connsiteX91" fmla="*/ 221458 w 696771"/>
                  <a:gd name="connsiteY91" fmla="*/ 2396 h 81562"/>
                  <a:gd name="connsiteX92" fmla="*/ 221875 w 696771"/>
                  <a:gd name="connsiteY92" fmla="*/ 3959 h 81562"/>
                  <a:gd name="connsiteX93" fmla="*/ 221875 w 696771"/>
                  <a:gd name="connsiteY93" fmla="*/ 55313 h 81562"/>
                  <a:gd name="connsiteX94" fmla="*/ 233229 w 696771"/>
                  <a:gd name="connsiteY94" fmla="*/ 55313 h 81562"/>
                  <a:gd name="connsiteX95" fmla="*/ 233229 w 696771"/>
                  <a:gd name="connsiteY95" fmla="*/ 62500 h 81562"/>
                  <a:gd name="connsiteX96" fmla="*/ 221875 w 696771"/>
                  <a:gd name="connsiteY96" fmla="*/ 62500 h 81562"/>
                  <a:gd name="connsiteX97" fmla="*/ 221875 w 696771"/>
                  <a:gd name="connsiteY97" fmla="*/ 79167 h 81562"/>
                  <a:gd name="connsiteX98" fmla="*/ 213750 w 696771"/>
                  <a:gd name="connsiteY98" fmla="*/ 79167 h 81562"/>
                  <a:gd name="connsiteX99" fmla="*/ 213750 w 696771"/>
                  <a:gd name="connsiteY99" fmla="*/ 62500 h 81562"/>
                  <a:gd name="connsiteX100" fmla="*/ 181354 w 696771"/>
                  <a:gd name="connsiteY100" fmla="*/ 62500 h 81562"/>
                  <a:gd name="connsiteX101" fmla="*/ 179792 w 696771"/>
                  <a:gd name="connsiteY101" fmla="*/ 62083 h 81562"/>
                  <a:gd name="connsiteX102" fmla="*/ 179375 w 696771"/>
                  <a:gd name="connsiteY102" fmla="*/ 60521 h 81562"/>
                  <a:gd name="connsiteX103" fmla="*/ 179375 w 696771"/>
                  <a:gd name="connsiteY103" fmla="*/ 56146 h 81562"/>
                  <a:gd name="connsiteX104" fmla="*/ 179636 w 696771"/>
                  <a:gd name="connsiteY104" fmla="*/ 54636 h 81562"/>
                  <a:gd name="connsiteX105" fmla="*/ 180312 w 696771"/>
                  <a:gd name="connsiteY105" fmla="*/ 53229 h 81562"/>
                  <a:gd name="connsiteX106" fmla="*/ 210729 w 696771"/>
                  <a:gd name="connsiteY106" fmla="*/ 3333 h 81562"/>
                  <a:gd name="connsiteX107" fmla="*/ 211563 w 696771"/>
                  <a:gd name="connsiteY107" fmla="*/ 2344 h 81562"/>
                  <a:gd name="connsiteX108" fmla="*/ 212813 w 696771"/>
                  <a:gd name="connsiteY108" fmla="*/ 1979 h 81562"/>
                  <a:gd name="connsiteX109" fmla="*/ 517917 w 696771"/>
                  <a:gd name="connsiteY109" fmla="*/ 1354 h 81562"/>
                  <a:gd name="connsiteX110" fmla="*/ 526719 w 696771"/>
                  <a:gd name="connsiteY110" fmla="*/ 2552 h 81562"/>
                  <a:gd name="connsiteX111" fmla="*/ 534167 w 696771"/>
                  <a:gd name="connsiteY111" fmla="*/ 6250 h 81562"/>
                  <a:gd name="connsiteX112" fmla="*/ 539219 w 696771"/>
                  <a:gd name="connsiteY112" fmla="*/ 12604 h 81562"/>
                  <a:gd name="connsiteX113" fmla="*/ 541146 w 696771"/>
                  <a:gd name="connsiteY113" fmla="*/ 21771 h 81562"/>
                  <a:gd name="connsiteX114" fmla="*/ 536875 w 696771"/>
                  <a:gd name="connsiteY114" fmla="*/ 33438 h 81562"/>
                  <a:gd name="connsiteX115" fmla="*/ 525729 w 696771"/>
                  <a:gd name="connsiteY115" fmla="*/ 39792 h 81562"/>
                  <a:gd name="connsiteX116" fmla="*/ 538073 w 696771"/>
                  <a:gd name="connsiteY116" fmla="*/ 46198 h 81562"/>
                  <a:gd name="connsiteX117" fmla="*/ 542813 w 696771"/>
                  <a:gd name="connsiteY117" fmla="*/ 59063 h 81562"/>
                  <a:gd name="connsiteX118" fmla="*/ 540677 w 696771"/>
                  <a:gd name="connsiteY118" fmla="*/ 69011 h 81562"/>
                  <a:gd name="connsiteX119" fmla="*/ 535000 w 696771"/>
                  <a:gd name="connsiteY119" fmla="*/ 75833 h 81562"/>
                  <a:gd name="connsiteX120" fmla="*/ 526875 w 696771"/>
                  <a:gd name="connsiteY120" fmla="*/ 79688 h 81562"/>
                  <a:gd name="connsiteX121" fmla="*/ 517500 w 696771"/>
                  <a:gd name="connsiteY121" fmla="*/ 80938 h 81562"/>
                  <a:gd name="connsiteX122" fmla="*/ 499740 w 696771"/>
                  <a:gd name="connsiteY122" fmla="*/ 75000 h 81562"/>
                  <a:gd name="connsiteX123" fmla="*/ 493021 w 696771"/>
                  <a:gd name="connsiteY123" fmla="*/ 58542 h 81562"/>
                  <a:gd name="connsiteX124" fmla="*/ 501250 w 696771"/>
                  <a:gd name="connsiteY124" fmla="*/ 58542 h 81562"/>
                  <a:gd name="connsiteX125" fmla="*/ 506198 w 696771"/>
                  <a:gd name="connsiteY125" fmla="*/ 69896 h 81562"/>
                  <a:gd name="connsiteX126" fmla="*/ 517813 w 696771"/>
                  <a:gd name="connsiteY126" fmla="*/ 73750 h 81562"/>
                  <a:gd name="connsiteX127" fmla="*/ 530000 w 696771"/>
                  <a:gd name="connsiteY127" fmla="*/ 69688 h 81562"/>
                  <a:gd name="connsiteX128" fmla="*/ 534480 w 696771"/>
                  <a:gd name="connsiteY128" fmla="*/ 58125 h 81562"/>
                  <a:gd name="connsiteX129" fmla="*/ 533021 w 696771"/>
                  <a:gd name="connsiteY129" fmla="*/ 51511 h 81562"/>
                  <a:gd name="connsiteX130" fmla="*/ 529167 w 696771"/>
                  <a:gd name="connsiteY130" fmla="*/ 46979 h 81562"/>
                  <a:gd name="connsiteX131" fmla="*/ 523594 w 696771"/>
                  <a:gd name="connsiteY131" fmla="*/ 44375 h 81562"/>
                  <a:gd name="connsiteX132" fmla="*/ 517292 w 696771"/>
                  <a:gd name="connsiteY132" fmla="*/ 43333 h 81562"/>
                  <a:gd name="connsiteX133" fmla="*/ 513125 w 696771"/>
                  <a:gd name="connsiteY133" fmla="*/ 43333 h 81562"/>
                  <a:gd name="connsiteX134" fmla="*/ 511667 w 696771"/>
                  <a:gd name="connsiteY134" fmla="*/ 43073 h 81562"/>
                  <a:gd name="connsiteX135" fmla="*/ 511459 w 696771"/>
                  <a:gd name="connsiteY135" fmla="*/ 41667 h 81562"/>
                  <a:gd name="connsiteX136" fmla="*/ 511459 w 696771"/>
                  <a:gd name="connsiteY136" fmla="*/ 37813 h 81562"/>
                  <a:gd name="connsiteX137" fmla="*/ 511667 w 696771"/>
                  <a:gd name="connsiteY137" fmla="*/ 36146 h 81562"/>
                  <a:gd name="connsiteX138" fmla="*/ 513125 w 696771"/>
                  <a:gd name="connsiteY138" fmla="*/ 35729 h 81562"/>
                  <a:gd name="connsiteX139" fmla="*/ 516563 w 696771"/>
                  <a:gd name="connsiteY139" fmla="*/ 35729 h 81562"/>
                  <a:gd name="connsiteX140" fmla="*/ 522657 w 696771"/>
                  <a:gd name="connsiteY140" fmla="*/ 34948 h 81562"/>
                  <a:gd name="connsiteX141" fmla="*/ 527813 w 696771"/>
                  <a:gd name="connsiteY141" fmla="*/ 32500 h 81562"/>
                  <a:gd name="connsiteX142" fmla="*/ 531459 w 696771"/>
                  <a:gd name="connsiteY142" fmla="*/ 28386 h 81562"/>
                  <a:gd name="connsiteX143" fmla="*/ 532813 w 696771"/>
                  <a:gd name="connsiteY143" fmla="*/ 22188 h 81562"/>
                  <a:gd name="connsiteX144" fmla="*/ 528490 w 696771"/>
                  <a:gd name="connsiteY144" fmla="*/ 12083 h 81562"/>
                  <a:gd name="connsiteX145" fmla="*/ 517604 w 696771"/>
                  <a:gd name="connsiteY145" fmla="*/ 8542 h 81562"/>
                  <a:gd name="connsiteX146" fmla="*/ 506927 w 696771"/>
                  <a:gd name="connsiteY146" fmla="*/ 12083 h 81562"/>
                  <a:gd name="connsiteX147" fmla="*/ 502396 w 696771"/>
                  <a:gd name="connsiteY147" fmla="*/ 22292 h 81562"/>
                  <a:gd name="connsiteX148" fmla="*/ 494063 w 696771"/>
                  <a:gd name="connsiteY148" fmla="*/ 22292 h 81562"/>
                  <a:gd name="connsiteX149" fmla="*/ 500729 w 696771"/>
                  <a:gd name="connsiteY149" fmla="*/ 6979 h 81562"/>
                  <a:gd name="connsiteX150" fmla="*/ 517917 w 696771"/>
                  <a:gd name="connsiteY150" fmla="*/ 1354 h 81562"/>
                  <a:gd name="connsiteX151" fmla="*/ 140208 w 696771"/>
                  <a:gd name="connsiteY151" fmla="*/ 1354 h 81562"/>
                  <a:gd name="connsiteX152" fmla="*/ 156250 w 696771"/>
                  <a:gd name="connsiteY152" fmla="*/ 6458 h 81562"/>
                  <a:gd name="connsiteX153" fmla="*/ 162708 w 696771"/>
                  <a:gd name="connsiteY153" fmla="*/ 21458 h 81562"/>
                  <a:gd name="connsiteX154" fmla="*/ 158594 w 696771"/>
                  <a:gd name="connsiteY154" fmla="*/ 35313 h 81562"/>
                  <a:gd name="connsiteX155" fmla="*/ 148750 w 696771"/>
                  <a:gd name="connsiteY155" fmla="*/ 49271 h 81562"/>
                  <a:gd name="connsiteX156" fmla="*/ 136875 w 696771"/>
                  <a:gd name="connsiteY156" fmla="*/ 61979 h 81562"/>
                  <a:gd name="connsiteX157" fmla="*/ 126667 w 696771"/>
                  <a:gd name="connsiteY157" fmla="*/ 71979 h 81562"/>
                  <a:gd name="connsiteX158" fmla="*/ 164375 w 696771"/>
                  <a:gd name="connsiteY158" fmla="*/ 71979 h 81562"/>
                  <a:gd name="connsiteX159" fmla="*/ 164375 w 696771"/>
                  <a:gd name="connsiteY159" fmla="*/ 79167 h 81562"/>
                  <a:gd name="connsiteX160" fmla="*/ 118646 w 696771"/>
                  <a:gd name="connsiteY160" fmla="*/ 79167 h 81562"/>
                  <a:gd name="connsiteX161" fmla="*/ 117448 w 696771"/>
                  <a:gd name="connsiteY161" fmla="*/ 78854 h 81562"/>
                  <a:gd name="connsiteX162" fmla="*/ 117188 w 696771"/>
                  <a:gd name="connsiteY162" fmla="*/ 77604 h 81562"/>
                  <a:gd name="connsiteX163" fmla="*/ 117188 w 696771"/>
                  <a:gd name="connsiteY163" fmla="*/ 71354 h 81562"/>
                  <a:gd name="connsiteX164" fmla="*/ 121510 w 696771"/>
                  <a:gd name="connsiteY164" fmla="*/ 67188 h 81562"/>
                  <a:gd name="connsiteX165" fmla="*/ 127083 w 696771"/>
                  <a:gd name="connsiteY165" fmla="*/ 61667 h 81562"/>
                  <a:gd name="connsiteX166" fmla="*/ 133125 w 696771"/>
                  <a:gd name="connsiteY166" fmla="*/ 55209 h 81562"/>
                  <a:gd name="connsiteX167" fmla="*/ 139271 w 696771"/>
                  <a:gd name="connsiteY167" fmla="*/ 48125 h 81562"/>
                  <a:gd name="connsiteX168" fmla="*/ 145000 w 696771"/>
                  <a:gd name="connsiteY168" fmla="*/ 40990 h 81562"/>
                  <a:gd name="connsiteX169" fmla="*/ 149688 w 696771"/>
                  <a:gd name="connsiteY169" fmla="*/ 34063 h 81562"/>
                  <a:gd name="connsiteX170" fmla="*/ 152969 w 696771"/>
                  <a:gd name="connsiteY170" fmla="*/ 27605 h 81562"/>
                  <a:gd name="connsiteX171" fmla="*/ 154167 w 696771"/>
                  <a:gd name="connsiteY171" fmla="*/ 22084 h 81562"/>
                  <a:gd name="connsiteX172" fmla="*/ 150208 w 696771"/>
                  <a:gd name="connsiteY172" fmla="*/ 11927 h 81562"/>
                  <a:gd name="connsiteX173" fmla="*/ 140000 w 696771"/>
                  <a:gd name="connsiteY173" fmla="*/ 8542 h 81562"/>
                  <a:gd name="connsiteX174" fmla="*/ 130156 w 696771"/>
                  <a:gd name="connsiteY174" fmla="*/ 12709 h 81562"/>
                  <a:gd name="connsiteX175" fmla="*/ 126354 w 696771"/>
                  <a:gd name="connsiteY175" fmla="*/ 23542 h 81562"/>
                  <a:gd name="connsiteX176" fmla="*/ 117813 w 696771"/>
                  <a:gd name="connsiteY176" fmla="*/ 23542 h 81562"/>
                  <a:gd name="connsiteX177" fmla="*/ 119479 w 696771"/>
                  <a:gd name="connsiteY177" fmla="*/ 14427 h 81562"/>
                  <a:gd name="connsiteX178" fmla="*/ 124167 w 696771"/>
                  <a:gd name="connsiteY178" fmla="*/ 7396 h 81562"/>
                  <a:gd name="connsiteX179" fmla="*/ 131302 w 696771"/>
                  <a:gd name="connsiteY179" fmla="*/ 2917 h 81562"/>
                  <a:gd name="connsiteX180" fmla="*/ 140208 w 696771"/>
                  <a:gd name="connsiteY180" fmla="*/ 1354 h 81562"/>
                  <a:gd name="connsiteX181" fmla="*/ 23021 w 696771"/>
                  <a:gd name="connsiteY181" fmla="*/ 1354 h 81562"/>
                  <a:gd name="connsiteX182" fmla="*/ 39063 w 696771"/>
                  <a:gd name="connsiteY182" fmla="*/ 6458 h 81562"/>
                  <a:gd name="connsiteX183" fmla="*/ 45521 w 696771"/>
                  <a:gd name="connsiteY183" fmla="*/ 21458 h 81562"/>
                  <a:gd name="connsiteX184" fmla="*/ 41406 w 696771"/>
                  <a:gd name="connsiteY184" fmla="*/ 35313 h 81562"/>
                  <a:gd name="connsiteX185" fmla="*/ 31562 w 696771"/>
                  <a:gd name="connsiteY185" fmla="*/ 49271 h 81562"/>
                  <a:gd name="connsiteX186" fmla="*/ 19687 w 696771"/>
                  <a:gd name="connsiteY186" fmla="*/ 61979 h 81562"/>
                  <a:gd name="connsiteX187" fmla="*/ 9479 w 696771"/>
                  <a:gd name="connsiteY187" fmla="*/ 71979 h 81562"/>
                  <a:gd name="connsiteX188" fmla="*/ 47187 w 696771"/>
                  <a:gd name="connsiteY188" fmla="*/ 71979 h 81562"/>
                  <a:gd name="connsiteX189" fmla="*/ 47187 w 696771"/>
                  <a:gd name="connsiteY189" fmla="*/ 79167 h 81562"/>
                  <a:gd name="connsiteX190" fmla="*/ 1458 w 696771"/>
                  <a:gd name="connsiteY190" fmla="*/ 79167 h 81562"/>
                  <a:gd name="connsiteX191" fmla="*/ 260 w 696771"/>
                  <a:gd name="connsiteY191" fmla="*/ 78854 h 81562"/>
                  <a:gd name="connsiteX192" fmla="*/ 0 w 696771"/>
                  <a:gd name="connsiteY192" fmla="*/ 77604 h 81562"/>
                  <a:gd name="connsiteX193" fmla="*/ 0 w 696771"/>
                  <a:gd name="connsiteY193" fmla="*/ 71354 h 81562"/>
                  <a:gd name="connsiteX194" fmla="*/ 4323 w 696771"/>
                  <a:gd name="connsiteY194" fmla="*/ 67188 h 81562"/>
                  <a:gd name="connsiteX195" fmla="*/ 9896 w 696771"/>
                  <a:gd name="connsiteY195" fmla="*/ 61667 h 81562"/>
                  <a:gd name="connsiteX196" fmla="*/ 15937 w 696771"/>
                  <a:gd name="connsiteY196" fmla="*/ 55209 h 81562"/>
                  <a:gd name="connsiteX197" fmla="*/ 22083 w 696771"/>
                  <a:gd name="connsiteY197" fmla="*/ 48125 h 81562"/>
                  <a:gd name="connsiteX198" fmla="*/ 27813 w 696771"/>
                  <a:gd name="connsiteY198" fmla="*/ 40990 h 81562"/>
                  <a:gd name="connsiteX199" fmla="*/ 32500 w 696771"/>
                  <a:gd name="connsiteY199" fmla="*/ 34063 h 81562"/>
                  <a:gd name="connsiteX200" fmla="*/ 35781 w 696771"/>
                  <a:gd name="connsiteY200" fmla="*/ 27605 h 81562"/>
                  <a:gd name="connsiteX201" fmla="*/ 36979 w 696771"/>
                  <a:gd name="connsiteY201" fmla="*/ 22084 h 81562"/>
                  <a:gd name="connsiteX202" fmla="*/ 33021 w 696771"/>
                  <a:gd name="connsiteY202" fmla="*/ 11927 h 81562"/>
                  <a:gd name="connsiteX203" fmla="*/ 22812 w 696771"/>
                  <a:gd name="connsiteY203" fmla="*/ 8542 h 81562"/>
                  <a:gd name="connsiteX204" fmla="*/ 12969 w 696771"/>
                  <a:gd name="connsiteY204" fmla="*/ 12709 h 81562"/>
                  <a:gd name="connsiteX205" fmla="*/ 9167 w 696771"/>
                  <a:gd name="connsiteY205" fmla="*/ 23542 h 81562"/>
                  <a:gd name="connsiteX206" fmla="*/ 625 w 696771"/>
                  <a:gd name="connsiteY206" fmla="*/ 23542 h 81562"/>
                  <a:gd name="connsiteX207" fmla="*/ 2292 w 696771"/>
                  <a:gd name="connsiteY207" fmla="*/ 14427 h 81562"/>
                  <a:gd name="connsiteX208" fmla="*/ 6979 w 696771"/>
                  <a:gd name="connsiteY208" fmla="*/ 7396 h 81562"/>
                  <a:gd name="connsiteX209" fmla="*/ 14115 w 696771"/>
                  <a:gd name="connsiteY209" fmla="*/ 2917 h 81562"/>
                  <a:gd name="connsiteX210" fmla="*/ 23021 w 696771"/>
                  <a:gd name="connsiteY210" fmla="*/ 1354 h 81562"/>
                  <a:gd name="connsiteX211" fmla="*/ 336979 w 696771"/>
                  <a:gd name="connsiteY211" fmla="*/ 0 h 81562"/>
                  <a:gd name="connsiteX212" fmla="*/ 349740 w 696771"/>
                  <a:gd name="connsiteY212" fmla="*/ 3646 h 81562"/>
                  <a:gd name="connsiteX213" fmla="*/ 357500 w 696771"/>
                  <a:gd name="connsiteY213" fmla="*/ 13021 h 81562"/>
                  <a:gd name="connsiteX214" fmla="*/ 361354 w 696771"/>
                  <a:gd name="connsiteY214" fmla="*/ 26146 h 81562"/>
                  <a:gd name="connsiteX215" fmla="*/ 362396 w 696771"/>
                  <a:gd name="connsiteY215" fmla="*/ 40729 h 81562"/>
                  <a:gd name="connsiteX216" fmla="*/ 361354 w 696771"/>
                  <a:gd name="connsiteY216" fmla="*/ 55313 h 81562"/>
                  <a:gd name="connsiteX217" fmla="*/ 357500 w 696771"/>
                  <a:gd name="connsiteY217" fmla="*/ 68334 h 81562"/>
                  <a:gd name="connsiteX218" fmla="*/ 349740 w 696771"/>
                  <a:gd name="connsiteY218" fmla="*/ 77604 h 81562"/>
                  <a:gd name="connsiteX219" fmla="*/ 336979 w 696771"/>
                  <a:gd name="connsiteY219" fmla="*/ 81146 h 81562"/>
                  <a:gd name="connsiteX220" fmla="*/ 324427 w 696771"/>
                  <a:gd name="connsiteY220" fmla="*/ 77604 h 81562"/>
                  <a:gd name="connsiteX221" fmla="*/ 316979 w 696771"/>
                  <a:gd name="connsiteY221" fmla="*/ 68334 h 81562"/>
                  <a:gd name="connsiteX222" fmla="*/ 313333 w 696771"/>
                  <a:gd name="connsiteY222" fmla="*/ 55313 h 81562"/>
                  <a:gd name="connsiteX223" fmla="*/ 312396 w 696771"/>
                  <a:gd name="connsiteY223" fmla="*/ 40729 h 81562"/>
                  <a:gd name="connsiteX224" fmla="*/ 313333 w 696771"/>
                  <a:gd name="connsiteY224" fmla="*/ 26146 h 81562"/>
                  <a:gd name="connsiteX225" fmla="*/ 316979 w 696771"/>
                  <a:gd name="connsiteY225" fmla="*/ 13021 h 81562"/>
                  <a:gd name="connsiteX226" fmla="*/ 324427 w 696771"/>
                  <a:gd name="connsiteY226" fmla="*/ 3646 h 81562"/>
                  <a:gd name="connsiteX227" fmla="*/ 336979 w 696771"/>
                  <a:gd name="connsiteY227" fmla="*/ 0 h 81562"/>
                  <a:gd name="connsiteX228" fmla="*/ 89583 w 696771"/>
                  <a:gd name="connsiteY228" fmla="*/ 0 h 81562"/>
                  <a:gd name="connsiteX229" fmla="*/ 102344 w 696771"/>
                  <a:gd name="connsiteY229" fmla="*/ 3646 h 81562"/>
                  <a:gd name="connsiteX230" fmla="*/ 110104 w 696771"/>
                  <a:gd name="connsiteY230" fmla="*/ 13021 h 81562"/>
                  <a:gd name="connsiteX231" fmla="*/ 113958 w 696771"/>
                  <a:gd name="connsiteY231" fmla="*/ 26146 h 81562"/>
                  <a:gd name="connsiteX232" fmla="*/ 115000 w 696771"/>
                  <a:gd name="connsiteY232" fmla="*/ 40729 h 81562"/>
                  <a:gd name="connsiteX233" fmla="*/ 113958 w 696771"/>
                  <a:gd name="connsiteY233" fmla="*/ 55313 h 81562"/>
                  <a:gd name="connsiteX234" fmla="*/ 110104 w 696771"/>
                  <a:gd name="connsiteY234" fmla="*/ 68334 h 81562"/>
                  <a:gd name="connsiteX235" fmla="*/ 102344 w 696771"/>
                  <a:gd name="connsiteY235" fmla="*/ 77604 h 81562"/>
                  <a:gd name="connsiteX236" fmla="*/ 89583 w 696771"/>
                  <a:gd name="connsiteY236" fmla="*/ 81146 h 81562"/>
                  <a:gd name="connsiteX237" fmla="*/ 77031 w 696771"/>
                  <a:gd name="connsiteY237" fmla="*/ 77604 h 81562"/>
                  <a:gd name="connsiteX238" fmla="*/ 69583 w 696771"/>
                  <a:gd name="connsiteY238" fmla="*/ 68334 h 81562"/>
                  <a:gd name="connsiteX239" fmla="*/ 65937 w 696771"/>
                  <a:gd name="connsiteY239" fmla="*/ 55313 h 81562"/>
                  <a:gd name="connsiteX240" fmla="*/ 65000 w 696771"/>
                  <a:gd name="connsiteY240" fmla="*/ 40729 h 81562"/>
                  <a:gd name="connsiteX241" fmla="*/ 65937 w 696771"/>
                  <a:gd name="connsiteY241" fmla="*/ 26146 h 81562"/>
                  <a:gd name="connsiteX242" fmla="*/ 69583 w 696771"/>
                  <a:gd name="connsiteY242" fmla="*/ 13021 h 81562"/>
                  <a:gd name="connsiteX243" fmla="*/ 77031 w 696771"/>
                  <a:gd name="connsiteY243" fmla="*/ 3646 h 81562"/>
                  <a:gd name="connsiteX244" fmla="*/ 89583 w 696771"/>
                  <a:gd name="connsiteY244" fmla="*/ 0 h 81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</a:cxnLst>
                <a:rect l="l" t="t" r="r" b="b"/>
                <a:pathLst>
                  <a:path w="696771" h="81562">
                    <a:moveTo>
                      <a:pt x="434063" y="70833"/>
                    </a:moveTo>
                    <a:lnTo>
                      <a:pt x="444792" y="70833"/>
                    </a:lnTo>
                    <a:lnTo>
                      <a:pt x="444792" y="81563"/>
                    </a:lnTo>
                    <a:lnTo>
                      <a:pt x="434063" y="81563"/>
                    </a:lnTo>
                    <a:close/>
                    <a:moveTo>
                      <a:pt x="251771" y="70833"/>
                    </a:moveTo>
                    <a:lnTo>
                      <a:pt x="262500" y="70833"/>
                    </a:lnTo>
                    <a:lnTo>
                      <a:pt x="262500" y="81563"/>
                    </a:lnTo>
                    <a:lnTo>
                      <a:pt x="251771" y="81563"/>
                    </a:lnTo>
                    <a:close/>
                    <a:moveTo>
                      <a:pt x="663959" y="33958"/>
                    </a:moveTo>
                    <a:cubicBezTo>
                      <a:pt x="665977" y="33958"/>
                      <a:pt x="667761" y="34284"/>
                      <a:pt x="669323" y="34948"/>
                    </a:cubicBezTo>
                    <a:cubicBezTo>
                      <a:pt x="670886" y="35599"/>
                      <a:pt x="672500" y="36589"/>
                      <a:pt x="674167" y="37917"/>
                    </a:cubicBezTo>
                    <a:cubicBezTo>
                      <a:pt x="676042" y="39440"/>
                      <a:pt x="677644" y="40599"/>
                      <a:pt x="678959" y="41407"/>
                    </a:cubicBezTo>
                    <a:cubicBezTo>
                      <a:pt x="680287" y="42201"/>
                      <a:pt x="681706" y="42604"/>
                      <a:pt x="683230" y="42604"/>
                    </a:cubicBezTo>
                    <a:cubicBezTo>
                      <a:pt x="685456" y="42604"/>
                      <a:pt x="687214" y="41836"/>
                      <a:pt x="688490" y="40313"/>
                    </a:cubicBezTo>
                    <a:cubicBezTo>
                      <a:pt x="689779" y="38776"/>
                      <a:pt x="690977" y="36667"/>
                      <a:pt x="692084" y="33958"/>
                    </a:cubicBezTo>
                    <a:lnTo>
                      <a:pt x="696771" y="36771"/>
                    </a:lnTo>
                    <a:cubicBezTo>
                      <a:pt x="695808" y="40521"/>
                      <a:pt x="694154" y="43542"/>
                      <a:pt x="691823" y="45834"/>
                    </a:cubicBezTo>
                    <a:cubicBezTo>
                      <a:pt x="689506" y="48125"/>
                      <a:pt x="686602" y="49271"/>
                      <a:pt x="683125" y="49271"/>
                    </a:cubicBezTo>
                    <a:cubicBezTo>
                      <a:pt x="681042" y="49271"/>
                      <a:pt x="679245" y="48958"/>
                      <a:pt x="677709" y="48333"/>
                    </a:cubicBezTo>
                    <a:cubicBezTo>
                      <a:pt x="676185" y="47708"/>
                      <a:pt x="674584" y="46693"/>
                      <a:pt x="672917" y="45313"/>
                    </a:cubicBezTo>
                    <a:cubicBezTo>
                      <a:pt x="671042" y="43854"/>
                      <a:pt x="669427" y="42709"/>
                      <a:pt x="668073" y="41875"/>
                    </a:cubicBezTo>
                    <a:cubicBezTo>
                      <a:pt x="666719" y="41042"/>
                      <a:pt x="665313" y="40625"/>
                      <a:pt x="663854" y="40625"/>
                    </a:cubicBezTo>
                    <a:cubicBezTo>
                      <a:pt x="661771" y="40625"/>
                      <a:pt x="660078" y="41302"/>
                      <a:pt x="658750" y="42656"/>
                    </a:cubicBezTo>
                    <a:cubicBezTo>
                      <a:pt x="657435" y="44010"/>
                      <a:pt x="656250" y="45938"/>
                      <a:pt x="655209" y="48438"/>
                    </a:cubicBezTo>
                    <a:lnTo>
                      <a:pt x="650521" y="45625"/>
                    </a:lnTo>
                    <a:cubicBezTo>
                      <a:pt x="651433" y="42422"/>
                      <a:pt x="653060" y="39688"/>
                      <a:pt x="655417" y="37396"/>
                    </a:cubicBezTo>
                    <a:cubicBezTo>
                      <a:pt x="657787" y="35104"/>
                      <a:pt x="660625" y="33958"/>
                      <a:pt x="663959" y="33958"/>
                    </a:cubicBezTo>
                    <a:close/>
                    <a:moveTo>
                      <a:pt x="214167" y="11250"/>
                    </a:moveTo>
                    <a:lnTo>
                      <a:pt x="187292" y="55313"/>
                    </a:lnTo>
                    <a:lnTo>
                      <a:pt x="213958" y="55313"/>
                    </a:lnTo>
                    <a:lnTo>
                      <a:pt x="213958" y="20833"/>
                    </a:lnTo>
                    <a:close/>
                    <a:moveTo>
                      <a:pt x="336979" y="7188"/>
                    </a:moveTo>
                    <a:cubicBezTo>
                      <a:pt x="333229" y="7188"/>
                      <a:pt x="330300" y="8399"/>
                      <a:pt x="328177" y="10833"/>
                    </a:cubicBezTo>
                    <a:cubicBezTo>
                      <a:pt x="326068" y="13255"/>
                      <a:pt x="324479" y="16172"/>
                      <a:pt x="323438" y="19584"/>
                    </a:cubicBezTo>
                    <a:cubicBezTo>
                      <a:pt x="322331" y="23047"/>
                      <a:pt x="321654" y="26719"/>
                      <a:pt x="321407" y="30573"/>
                    </a:cubicBezTo>
                    <a:cubicBezTo>
                      <a:pt x="321172" y="34427"/>
                      <a:pt x="321042" y="37813"/>
                      <a:pt x="321042" y="40729"/>
                    </a:cubicBezTo>
                    <a:cubicBezTo>
                      <a:pt x="321042" y="43646"/>
                      <a:pt x="321172" y="46992"/>
                      <a:pt x="321407" y="50782"/>
                    </a:cubicBezTo>
                    <a:cubicBezTo>
                      <a:pt x="321654" y="54557"/>
                      <a:pt x="322331" y="58190"/>
                      <a:pt x="323438" y="61667"/>
                    </a:cubicBezTo>
                    <a:cubicBezTo>
                      <a:pt x="324479" y="65065"/>
                      <a:pt x="326068" y="67943"/>
                      <a:pt x="328177" y="70313"/>
                    </a:cubicBezTo>
                    <a:cubicBezTo>
                      <a:pt x="330300" y="72670"/>
                      <a:pt x="333229" y="73855"/>
                      <a:pt x="336979" y="73855"/>
                    </a:cubicBezTo>
                    <a:cubicBezTo>
                      <a:pt x="340729" y="73855"/>
                      <a:pt x="343724" y="72670"/>
                      <a:pt x="345938" y="70313"/>
                    </a:cubicBezTo>
                    <a:cubicBezTo>
                      <a:pt x="348164" y="67943"/>
                      <a:pt x="349831" y="65065"/>
                      <a:pt x="350938" y="61667"/>
                    </a:cubicBezTo>
                    <a:cubicBezTo>
                      <a:pt x="352123" y="58190"/>
                      <a:pt x="352891" y="54557"/>
                      <a:pt x="353229" y="50782"/>
                    </a:cubicBezTo>
                    <a:cubicBezTo>
                      <a:pt x="353581" y="46992"/>
                      <a:pt x="353750" y="43646"/>
                      <a:pt x="353750" y="40729"/>
                    </a:cubicBezTo>
                    <a:cubicBezTo>
                      <a:pt x="353750" y="37813"/>
                      <a:pt x="353581" y="34427"/>
                      <a:pt x="353229" y="30573"/>
                    </a:cubicBezTo>
                    <a:cubicBezTo>
                      <a:pt x="352891" y="26719"/>
                      <a:pt x="352123" y="23047"/>
                      <a:pt x="350938" y="19584"/>
                    </a:cubicBezTo>
                    <a:cubicBezTo>
                      <a:pt x="349831" y="16172"/>
                      <a:pt x="348164" y="13255"/>
                      <a:pt x="345938" y="10833"/>
                    </a:cubicBezTo>
                    <a:cubicBezTo>
                      <a:pt x="343724" y="8399"/>
                      <a:pt x="340729" y="7188"/>
                      <a:pt x="336979" y="7188"/>
                    </a:cubicBezTo>
                    <a:close/>
                    <a:moveTo>
                      <a:pt x="89583" y="7188"/>
                    </a:moveTo>
                    <a:cubicBezTo>
                      <a:pt x="85833" y="7188"/>
                      <a:pt x="82904" y="8399"/>
                      <a:pt x="80781" y="10833"/>
                    </a:cubicBezTo>
                    <a:cubicBezTo>
                      <a:pt x="78672" y="13255"/>
                      <a:pt x="77083" y="16172"/>
                      <a:pt x="76042" y="19584"/>
                    </a:cubicBezTo>
                    <a:cubicBezTo>
                      <a:pt x="74935" y="23047"/>
                      <a:pt x="74258" y="26719"/>
                      <a:pt x="74011" y="30573"/>
                    </a:cubicBezTo>
                    <a:cubicBezTo>
                      <a:pt x="73776" y="34427"/>
                      <a:pt x="73646" y="37813"/>
                      <a:pt x="73646" y="40729"/>
                    </a:cubicBezTo>
                    <a:cubicBezTo>
                      <a:pt x="73646" y="43646"/>
                      <a:pt x="73776" y="46992"/>
                      <a:pt x="74011" y="50782"/>
                    </a:cubicBezTo>
                    <a:cubicBezTo>
                      <a:pt x="74258" y="54557"/>
                      <a:pt x="74935" y="58190"/>
                      <a:pt x="76042" y="61667"/>
                    </a:cubicBezTo>
                    <a:cubicBezTo>
                      <a:pt x="77083" y="65065"/>
                      <a:pt x="78672" y="67943"/>
                      <a:pt x="80781" y="70313"/>
                    </a:cubicBezTo>
                    <a:cubicBezTo>
                      <a:pt x="82904" y="72670"/>
                      <a:pt x="85833" y="73855"/>
                      <a:pt x="89583" y="73855"/>
                    </a:cubicBezTo>
                    <a:cubicBezTo>
                      <a:pt x="93333" y="73855"/>
                      <a:pt x="96328" y="72670"/>
                      <a:pt x="98542" y="70313"/>
                    </a:cubicBezTo>
                    <a:cubicBezTo>
                      <a:pt x="100768" y="67943"/>
                      <a:pt x="102435" y="65065"/>
                      <a:pt x="103542" y="61667"/>
                    </a:cubicBezTo>
                    <a:cubicBezTo>
                      <a:pt x="104727" y="58190"/>
                      <a:pt x="105495" y="54557"/>
                      <a:pt x="105833" y="50782"/>
                    </a:cubicBezTo>
                    <a:cubicBezTo>
                      <a:pt x="106185" y="46992"/>
                      <a:pt x="106354" y="43646"/>
                      <a:pt x="106354" y="40729"/>
                    </a:cubicBezTo>
                    <a:cubicBezTo>
                      <a:pt x="106354" y="37813"/>
                      <a:pt x="106185" y="34427"/>
                      <a:pt x="105833" y="30573"/>
                    </a:cubicBezTo>
                    <a:cubicBezTo>
                      <a:pt x="105495" y="26719"/>
                      <a:pt x="104727" y="23047"/>
                      <a:pt x="103542" y="19584"/>
                    </a:cubicBezTo>
                    <a:cubicBezTo>
                      <a:pt x="102435" y="16172"/>
                      <a:pt x="100768" y="13255"/>
                      <a:pt x="98542" y="10833"/>
                    </a:cubicBezTo>
                    <a:cubicBezTo>
                      <a:pt x="96328" y="8399"/>
                      <a:pt x="93333" y="7188"/>
                      <a:pt x="89583" y="7188"/>
                    </a:cubicBezTo>
                    <a:close/>
                    <a:moveTo>
                      <a:pt x="583334" y="3125"/>
                    </a:moveTo>
                    <a:lnTo>
                      <a:pt x="589271" y="3125"/>
                    </a:lnTo>
                    <a:cubicBezTo>
                      <a:pt x="590039" y="3125"/>
                      <a:pt x="590560" y="3255"/>
                      <a:pt x="590834" y="3542"/>
                    </a:cubicBezTo>
                    <a:cubicBezTo>
                      <a:pt x="591120" y="3815"/>
                      <a:pt x="591250" y="4336"/>
                      <a:pt x="591250" y="5105"/>
                    </a:cubicBezTo>
                    <a:lnTo>
                      <a:pt x="591250" y="79167"/>
                    </a:lnTo>
                    <a:lnTo>
                      <a:pt x="583021" y="79167"/>
                    </a:lnTo>
                    <a:lnTo>
                      <a:pt x="583021" y="12083"/>
                    </a:lnTo>
                    <a:cubicBezTo>
                      <a:pt x="581146" y="14089"/>
                      <a:pt x="578802" y="16016"/>
                      <a:pt x="575990" y="17865"/>
                    </a:cubicBezTo>
                    <a:cubicBezTo>
                      <a:pt x="573177" y="19701"/>
                      <a:pt x="570104" y="21458"/>
                      <a:pt x="566771" y="23125"/>
                    </a:cubicBezTo>
                    <a:lnTo>
                      <a:pt x="566771" y="15208"/>
                    </a:lnTo>
                    <a:cubicBezTo>
                      <a:pt x="569766" y="13880"/>
                      <a:pt x="572644" y="12188"/>
                      <a:pt x="575417" y="10104"/>
                    </a:cubicBezTo>
                    <a:cubicBezTo>
                      <a:pt x="578204" y="8021"/>
                      <a:pt x="580834" y="5690"/>
                      <a:pt x="583334" y="3125"/>
                    </a:cubicBezTo>
                    <a:close/>
                    <a:moveTo>
                      <a:pt x="388021" y="3125"/>
                    </a:moveTo>
                    <a:lnTo>
                      <a:pt x="393959" y="3125"/>
                    </a:lnTo>
                    <a:cubicBezTo>
                      <a:pt x="394727" y="3125"/>
                      <a:pt x="395248" y="3255"/>
                      <a:pt x="395521" y="3542"/>
                    </a:cubicBezTo>
                    <a:cubicBezTo>
                      <a:pt x="395807" y="3815"/>
                      <a:pt x="395938" y="4336"/>
                      <a:pt x="395938" y="5105"/>
                    </a:cubicBezTo>
                    <a:lnTo>
                      <a:pt x="395938" y="79167"/>
                    </a:lnTo>
                    <a:lnTo>
                      <a:pt x="387709" y="79167"/>
                    </a:lnTo>
                    <a:lnTo>
                      <a:pt x="387709" y="12083"/>
                    </a:lnTo>
                    <a:cubicBezTo>
                      <a:pt x="385834" y="14089"/>
                      <a:pt x="383490" y="16016"/>
                      <a:pt x="380677" y="17865"/>
                    </a:cubicBezTo>
                    <a:cubicBezTo>
                      <a:pt x="377865" y="19701"/>
                      <a:pt x="374792" y="21458"/>
                      <a:pt x="371459" y="23125"/>
                    </a:cubicBezTo>
                    <a:lnTo>
                      <a:pt x="371459" y="15208"/>
                    </a:lnTo>
                    <a:cubicBezTo>
                      <a:pt x="374453" y="13880"/>
                      <a:pt x="377331" y="12188"/>
                      <a:pt x="380104" y="10104"/>
                    </a:cubicBezTo>
                    <a:cubicBezTo>
                      <a:pt x="382891" y="8021"/>
                      <a:pt x="385521" y="5690"/>
                      <a:pt x="388021" y="3125"/>
                    </a:cubicBezTo>
                    <a:close/>
                    <a:moveTo>
                      <a:pt x="212813" y="1979"/>
                    </a:moveTo>
                    <a:lnTo>
                      <a:pt x="219896" y="1979"/>
                    </a:lnTo>
                    <a:cubicBezTo>
                      <a:pt x="220664" y="1979"/>
                      <a:pt x="221185" y="2110"/>
                      <a:pt x="221458" y="2396"/>
                    </a:cubicBezTo>
                    <a:cubicBezTo>
                      <a:pt x="221745" y="2669"/>
                      <a:pt x="221875" y="3190"/>
                      <a:pt x="221875" y="3959"/>
                    </a:cubicBezTo>
                    <a:lnTo>
                      <a:pt x="221875" y="55313"/>
                    </a:lnTo>
                    <a:lnTo>
                      <a:pt x="233229" y="55313"/>
                    </a:lnTo>
                    <a:lnTo>
                      <a:pt x="233229" y="62500"/>
                    </a:lnTo>
                    <a:lnTo>
                      <a:pt x="221875" y="62500"/>
                    </a:lnTo>
                    <a:lnTo>
                      <a:pt x="221875" y="79167"/>
                    </a:lnTo>
                    <a:lnTo>
                      <a:pt x="213750" y="79167"/>
                    </a:lnTo>
                    <a:lnTo>
                      <a:pt x="213750" y="62500"/>
                    </a:lnTo>
                    <a:lnTo>
                      <a:pt x="181354" y="62500"/>
                    </a:lnTo>
                    <a:cubicBezTo>
                      <a:pt x="180599" y="62500"/>
                      <a:pt x="180078" y="62357"/>
                      <a:pt x="179792" y="62083"/>
                    </a:cubicBezTo>
                    <a:cubicBezTo>
                      <a:pt x="179518" y="61797"/>
                      <a:pt x="179375" y="61276"/>
                      <a:pt x="179375" y="60521"/>
                    </a:cubicBezTo>
                    <a:lnTo>
                      <a:pt x="179375" y="56146"/>
                    </a:lnTo>
                    <a:cubicBezTo>
                      <a:pt x="179375" y="55651"/>
                      <a:pt x="179466" y="55157"/>
                      <a:pt x="179636" y="54636"/>
                    </a:cubicBezTo>
                    <a:cubicBezTo>
                      <a:pt x="179818" y="54115"/>
                      <a:pt x="180039" y="53646"/>
                      <a:pt x="180312" y="53229"/>
                    </a:cubicBezTo>
                    <a:lnTo>
                      <a:pt x="210729" y="3333"/>
                    </a:lnTo>
                    <a:cubicBezTo>
                      <a:pt x="210938" y="2917"/>
                      <a:pt x="211224" y="2578"/>
                      <a:pt x="211563" y="2344"/>
                    </a:cubicBezTo>
                    <a:cubicBezTo>
                      <a:pt x="211914" y="2096"/>
                      <a:pt x="212331" y="1979"/>
                      <a:pt x="212813" y="1979"/>
                    </a:cubicBezTo>
                    <a:close/>
                    <a:moveTo>
                      <a:pt x="517917" y="1354"/>
                    </a:moveTo>
                    <a:cubicBezTo>
                      <a:pt x="520977" y="1354"/>
                      <a:pt x="523906" y="1745"/>
                      <a:pt x="526719" y="2552"/>
                    </a:cubicBezTo>
                    <a:cubicBezTo>
                      <a:pt x="529532" y="3347"/>
                      <a:pt x="532018" y="4584"/>
                      <a:pt x="534167" y="6250"/>
                    </a:cubicBezTo>
                    <a:cubicBezTo>
                      <a:pt x="536250" y="7917"/>
                      <a:pt x="537943" y="10026"/>
                      <a:pt x="539219" y="12604"/>
                    </a:cubicBezTo>
                    <a:cubicBezTo>
                      <a:pt x="540508" y="15169"/>
                      <a:pt x="541146" y="18229"/>
                      <a:pt x="541146" y="21771"/>
                    </a:cubicBezTo>
                    <a:cubicBezTo>
                      <a:pt x="541146" y="26146"/>
                      <a:pt x="539727" y="30026"/>
                      <a:pt x="536875" y="33438"/>
                    </a:cubicBezTo>
                    <a:cubicBezTo>
                      <a:pt x="534037" y="36836"/>
                      <a:pt x="530313" y="38958"/>
                      <a:pt x="525729" y="39792"/>
                    </a:cubicBezTo>
                    <a:cubicBezTo>
                      <a:pt x="530807" y="40482"/>
                      <a:pt x="534922" y="42617"/>
                      <a:pt x="538073" y="46198"/>
                    </a:cubicBezTo>
                    <a:cubicBezTo>
                      <a:pt x="541237" y="49766"/>
                      <a:pt x="542813" y="54063"/>
                      <a:pt x="542813" y="59063"/>
                    </a:cubicBezTo>
                    <a:cubicBezTo>
                      <a:pt x="542813" y="62943"/>
                      <a:pt x="542110" y="66263"/>
                      <a:pt x="540677" y="69011"/>
                    </a:cubicBezTo>
                    <a:cubicBezTo>
                      <a:pt x="539258" y="71745"/>
                      <a:pt x="537370" y="74024"/>
                      <a:pt x="535000" y="75833"/>
                    </a:cubicBezTo>
                    <a:cubicBezTo>
                      <a:pt x="532644" y="77565"/>
                      <a:pt x="529935" y="78854"/>
                      <a:pt x="526875" y="79688"/>
                    </a:cubicBezTo>
                    <a:cubicBezTo>
                      <a:pt x="523828" y="80521"/>
                      <a:pt x="520703" y="80938"/>
                      <a:pt x="517500" y="80938"/>
                    </a:cubicBezTo>
                    <a:cubicBezTo>
                      <a:pt x="510000" y="80938"/>
                      <a:pt x="504089" y="78959"/>
                      <a:pt x="499740" y="75000"/>
                    </a:cubicBezTo>
                    <a:cubicBezTo>
                      <a:pt x="495404" y="71042"/>
                      <a:pt x="493164" y="65547"/>
                      <a:pt x="493021" y="58542"/>
                    </a:cubicBezTo>
                    <a:lnTo>
                      <a:pt x="501250" y="58542"/>
                    </a:lnTo>
                    <a:cubicBezTo>
                      <a:pt x="501745" y="63542"/>
                      <a:pt x="503386" y="67318"/>
                      <a:pt x="506198" y="69896"/>
                    </a:cubicBezTo>
                    <a:cubicBezTo>
                      <a:pt x="509011" y="72461"/>
                      <a:pt x="512891" y="73750"/>
                      <a:pt x="517813" y="73750"/>
                    </a:cubicBezTo>
                    <a:cubicBezTo>
                      <a:pt x="522956" y="73750"/>
                      <a:pt x="527018" y="72396"/>
                      <a:pt x="530000" y="69688"/>
                    </a:cubicBezTo>
                    <a:cubicBezTo>
                      <a:pt x="532995" y="66979"/>
                      <a:pt x="534480" y="63125"/>
                      <a:pt x="534480" y="58125"/>
                    </a:cubicBezTo>
                    <a:cubicBezTo>
                      <a:pt x="534480" y="55547"/>
                      <a:pt x="533998" y="53347"/>
                      <a:pt x="533021" y="51511"/>
                    </a:cubicBezTo>
                    <a:cubicBezTo>
                      <a:pt x="532058" y="49662"/>
                      <a:pt x="530769" y="48151"/>
                      <a:pt x="529167" y="46979"/>
                    </a:cubicBezTo>
                    <a:cubicBezTo>
                      <a:pt x="527500" y="45795"/>
                      <a:pt x="525651" y="44922"/>
                      <a:pt x="523594" y="44375"/>
                    </a:cubicBezTo>
                    <a:cubicBezTo>
                      <a:pt x="521550" y="43815"/>
                      <a:pt x="519453" y="43464"/>
                      <a:pt x="517292" y="43333"/>
                    </a:cubicBezTo>
                    <a:lnTo>
                      <a:pt x="513125" y="43333"/>
                    </a:lnTo>
                    <a:cubicBezTo>
                      <a:pt x="512292" y="43333"/>
                      <a:pt x="511810" y="43242"/>
                      <a:pt x="511667" y="43073"/>
                    </a:cubicBezTo>
                    <a:cubicBezTo>
                      <a:pt x="511537" y="42891"/>
                      <a:pt x="511459" y="42422"/>
                      <a:pt x="511459" y="41667"/>
                    </a:cubicBezTo>
                    <a:lnTo>
                      <a:pt x="511459" y="37813"/>
                    </a:lnTo>
                    <a:cubicBezTo>
                      <a:pt x="511459" y="36980"/>
                      <a:pt x="511537" y="36420"/>
                      <a:pt x="511667" y="36146"/>
                    </a:cubicBezTo>
                    <a:cubicBezTo>
                      <a:pt x="511810" y="35860"/>
                      <a:pt x="512292" y="35729"/>
                      <a:pt x="513125" y="35729"/>
                    </a:cubicBezTo>
                    <a:lnTo>
                      <a:pt x="516563" y="35729"/>
                    </a:lnTo>
                    <a:cubicBezTo>
                      <a:pt x="518646" y="35729"/>
                      <a:pt x="520677" y="35469"/>
                      <a:pt x="522657" y="34948"/>
                    </a:cubicBezTo>
                    <a:cubicBezTo>
                      <a:pt x="524636" y="34427"/>
                      <a:pt x="526354" y="33607"/>
                      <a:pt x="527813" y="32500"/>
                    </a:cubicBezTo>
                    <a:cubicBezTo>
                      <a:pt x="529349" y="31459"/>
                      <a:pt x="530560" y="30079"/>
                      <a:pt x="531459" y="28386"/>
                    </a:cubicBezTo>
                    <a:cubicBezTo>
                      <a:pt x="532370" y="26680"/>
                      <a:pt x="532813" y="24610"/>
                      <a:pt x="532813" y="22188"/>
                    </a:cubicBezTo>
                    <a:cubicBezTo>
                      <a:pt x="532813" y="17813"/>
                      <a:pt x="531380" y="14440"/>
                      <a:pt x="528490" y="12083"/>
                    </a:cubicBezTo>
                    <a:cubicBezTo>
                      <a:pt x="525612" y="9714"/>
                      <a:pt x="521979" y="8542"/>
                      <a:pt x="517604" y="8542"/>
                    </a:cubicBezTo>
                    <a:cubicBezTo>
                      <a:pt x="513099" y="8542"/>
                      <a:pt x="509532" y="9714"/>
                      <a:pt x="506927" y="12083"/>
                    </a:cubicBezTo>
                    <a:cubicBezTo>
                      <a:pt x="504323" y="14440"/>
                      <a:pt x="502813" y="17839"/>
                      <a:pt x="502396" y="22292"/>
                    </a:cubicBezTo>
                    <a:lnTo>
                      <a:pt x="494063" y="22292"/>
                    </a:lnTo>
                    <a:cubicBezTo>
                      <a:pt x="494141" y="15833"/>
                      <a:pt x="496354" y="10729"/>
                      <a:pt x="500729" y="6979"/>
                    </a:cubicBezTo>
                    <a:cubicBezTo>
                      <a:pt x="505104" y="3229"/>
                      <a:pt x="510834" y="1354"/>
                      <a:pt x="517917" y="1354"/>
                    </a:cubicBezTo>
                    <a:close/>
                    <a:moveTo>
                      <a:pt x="140208" y="1354"/>
                    </a:moveTo>
                    <a:cubicBezTo>
                      <a:pt x="146602" y="1354"/>
                      <a:pt x="151953" y="3047"/>
                      <a:pt x="156250" y="6458"/>
                    </a:cubicBezTo>
                    <a:cubicBezTo>
                      <a:pt x="160560" y="9857"/>
                      <a:pt x="162708" y="14857"/>
                      <a:pt x="162708" y="21458"/>
                    </a:cubicBezTo>
                    <a:cubicBezTo>
                      <a:pt x="162708" y="25899"/>
                      <a:pt x="161341" y="30521"/>
                      <a:pt x="158594" y="35313"/>
                    </a:cubicBezTo>
                    <a:cubicBezTo>
                      <a:pt x="155859" y="40104"/>
                      <a:pt x="152578" y="44753"/>
                      <a:pt x="148750" y="49271"/>
                    </a:cubicBezTo>
                    <a:cubicBezTo>
                      <a:pt x="144935" y="53776"/>
                      <a:pt x="140977" y="58021"/>
                      <a:pt x="136875" y="61979"/>
                    </a:cubicBezTo>
                    <a:cubicBezTo>
                      <a:pt x="132787" y="65938"/>
                      <a:pt x="129375" y="69271"/>
                      <a:pt x="126667" y="71979"/>
                    </a:cubicBezTo>
                    <a:lnTo>
                      <a:pt x="164375" y="71979"/>
                    </a:lnTo>
                    <a:lnTo>
                      <a:pt x="164375" y="79167"/>
                    </a:lnTo>
                    <a:lnTo>
                      <a:pt x="118646" y="79167"/>
                    </a:lnTo>
                    <a:cubicBezTo>
                      <a:pt x="118021" y="79167"/>
                      <a:pt x="117630" y="79063"/>
                      <a:pt x="117448" y="78854"/>
                    </a:cubicBezTo>
                    <a:cubicBezTo>
                      <a:pt x="117279" y="78646"/>
                      <a:pt x="117188" y="78230"/>
                      <a:pt x="117188" y="77604"/>
                    </a:cubicBezTo>
                    <a:lnTo>
                      <a:pt x="117188" y="71354"/>
                    </a:lnTo>
                    <a:cubicBezTo>
                      <a:pt x="118373" y="70235"/>
                      <a:pt x="119818" y="68855"/>
                      <a:pt x="121510" y="67188"/>
                    </a:cubicBezTo>
                    <a:cubicBezTo>
                      <a:pt x="123216" y="65521"/>
                      <a:pt x="125078" y="63672"/>
                      <a:pt x="127083" y="61667"/>
                    </a:cubicBezTo>
                    <a:cubicBezTo>
                      <a:pt x="129037" y="59649"/>
                      <a:pt x="131042" y="57500"/>
                      <a:pt x="133125" y="55209"/>
                    </a:cubicBezTo>
                    <a:cubicBezTo>
                      <a:pt x="135208" y="52917"/>
                      <a:pt x="137266" y="50547"/>
                      <a:pt x="139271" y="48125"/>
                    </a:cubicBezTo>
                    <a:cubicBezTo>
                      <a:pt x="141289" y="45755"/>
                      <a:pt x="143203" y="43385"/>
                      <a:pt x="145000" y="40990"/>
                    </a:cubicBezTo>
                    <a:cubicBezTo>
                      <a:pt x="146810" y="38594"/>
                      <a:pt x="148373" y="36276"/>
                      <a:pt x="149688" y="34063"/>
                    </a:cubicBezTo>
                    <a:cubicBezTo>
                      <a:pt x="151081" y="31771"/>
                      <a:pt x="152175" y="29610"/>
                      <a:pt x="152969" y="27605"/>
                    </a:cubicBezTo>
                    <a:cubicBezTo>
                      <a:pt x="153776" y="25586"/>
                      <a:pt x="154167" y="23750"/>
                      <a:pt x="154167" y="22084"/>
                    </a:cubicBezTo>
                    <a:cubicBezTo>
                      <a:pt x="154167" y="17565"/>
                      <a:pt x="152852" y="14180"/>
                      <a:pt x="150208" y="11927"/>
                    </a:cubicBezTo>
                    <a:cubicBezTo>
                      <a:pt x="147578" y="9662"/>
                      <a:pt x="144167" y="8542"/>
                      <a:pt x="140000" y="8542"/>
                    </a:cubicBezTo>
                    <a:cubicBezTo>
                      <a:pt x="135977" y="8542"/>
                      <a:pt x="132695" y="9922"/>
                      <a:pt x="130156" y="12709"/>
                    </a:cubicBezTo>
                    <a:cubicBezTo>
                      <a:pt x="127630" y="15482"/>
                      <a:pt x="126354" y="19089"/>
                      <a:pt x="126354" y="23542"/>
                    </a:cubicBezTo>
                    <a:lnTo>
                      <a:pt x="117813" y="23542"/>
                    </a:lnTo>
                    <a:cubicBezTo>
                      <a:pt x="117813" y="20208"/>
                      <a:pt x="118373" y="17162"/>
                      <a:pt x="119479" y="14427"/>
                    </a:cubicBezTo>
                    <a:cubicBezTo>
                      <a:pt x="120599" y="11680"/>
                      <a:pt x="122162" y="9336"/>
                      <a:pt x="124167" y="7396"/>
                    </a:cubicBezTo>
                    <a:cubicBezTo>
                      <a:pt x="126185" y="5443"/>
                      <a:pt x="128568" y="3959"/>
                      <a:pt x="131302" y="2917"/>
                    </a:cubicBezTo>
                    <a:cubicBezTo>
                      <a:pt x="134050" y="1875"/>
                      <a:pt x="137018" y="1354"/>
                      <a:pt x="140208" y="1354"/>
                    </a:cubicBezTo>
                    <a:close/>
                    <a:moveTo>
                      <a:pt x="23021" y="1354"/>
                    </a:moveTo>
                    <a:cubicBezTo>
                      <a:pt x="29414" y="1354"/>
                      <a:pt x="34766" y="3047"/>
                      <a:pt x="39063" y="6458"/>
                    </a:cubicBezTo>
                    <a:cubicBezTo>
                      <a:pt x="43372" y="9857"/>
                      <a:pt x="45521" y="14857"/>
                      <a:pt x="45521" y="21458"/>
                    </a:cubicBezTo>
                    <a:cubicBezTo>
                      <a:pt x="45521" y="25899"/>
                      <a:pt x="44154" y="30521"/>
                      <a:pt x="41406" y="35313"/>
                    </a:cubicBezTo>
                    <a:cubicBezTo>
                      <a:pt x="38672" y="40104"/>
                      <a:pt x="35391" y="44753"/>
                      <a:pt x="31562" y="49271"/>
                    </a:cubicBezTo>
                    <a:cubicBezTo>
                      <a:pt x="27747" y="53776"/>
                      <a:pt x="23789" y="58021"/>
                      <a:pt x="19687" y="61979"/>
                    </a:cubicBezTo>
                    <a:cubicBezTo>
                      <a:pt x="15599" y="65938"/>
                      <a:pt x="12188" y="69271"/>
                      <a:pt x="9479" y="71979"/>
                    </a:cubicBezTo>
                    <a:lnTo>
                      <a:pt x="47187" y="71979"/>
                    </a:lnTo>
                    <a:lnTo>
                      <a:pt x="47187" y="79167"/>
                    </a:lnTo>
                    <a:lnTo>
                      <a:pt x="1458" y="79167"/>
                    </a:lnTo>
                    <a:cubicBezTo>
                      <a:pt x="833" y="79167"/>
                      <a:pt x="443" y="79063"/>
                      <a:pt x="260" y="78854"/>
                    </a:cubicBezTo>
                    <a:cubicBezTo>
                      <a:pt x="91" y="78646"/>
                      <a:pt x="0" y="78230"/>
                      <a:pt x="0" y="77604"/>
                    </a:cubicBezTo>
                    <a:lnTo>
                      <a:pt x="0" y="71354"/>
                    </a:lnTo>
                    <a:cubicBezTo>
                      <a:pt x="1185" y="70235"/>
                      <a:pt x="2630" y="68855"/>
                      <a:pt x="4323" y="67188"/>
                    </a:cubicBezTo>
                    <a:cubicBezTo>
                      <a:pt x="6029" y="65521"/>
                      <a:pt x="7891" y="63672"/>
                      <a:pt x="9896" y="61667"/>
                    </a:cubicBezTo>
                    <a:cubicBezTo>
                      <a:pt x="11849" y="59649"/>
                      <a:pt x="13854" y="57500"/>
                      <a:pt x="15937" y="55209"/>
                    </a:cubicBezTo>
                    <a:cubicBezTo>
                      <a:pt x="18021" y="52917"/>
                      <a:pt x="20078" y="50547"/>
                      <a:pt x="22083" y="48125"/>
                    </a:cubicBezTo>
                    <a:cubicBezTo>
                      <a:pt x="24102" y="45755"/>
                      <a:pt x="26016" y="43385"/>
                      <a:pt x="27813" y="40990"/>
                    </a:cubicBezTo>
                    <a:cubicBezTo>
                      <a:pt x="29622" y="38594"/>
                      <a:pt x="31185" y="36276"/>
                      <a:pt x="32500" y="34063"/>
                    </a:cubicBezTo>
                    <a:cubicBezTo>
                      <a:pt x="33893" y="31771"/>
                      <a:pt x="34987" y="29610"/>
                      <a:pt x="35781" y="27605"/>
                    </a:cubicBezTo>
                    <a:cubicBezTo>
                      <a:pt x="36589" y="25586"/>
                      <a:pt x="36979" y="23750"/>
                      <a:pt x="36979" y="22084"/>
                    </a:cubicBezTo>
                    <a:cubicBezTo>
                      <a:pt x="36979" y="17565"/>
                      <a:pt x="35664" y="14180"/>
                      <a:pt x="33021" y="11927"/>
                    </a:cubicBezTo>
                    <a:cubicBezTo>
                      <a:pt x="30391" y="9662"/>
                      <a:pt x="26979" y="8542"/>
                      <a:pt x="22812" y="8542"/>
                    </a:cubicBezTo>
                    <a:cubicBezTo>
                      <a:pt x="18789" y="8542"/>
                      <a:pt x="15508" y="9922"/>
                      <a:pt x="12969" y="12709"/>
                    </a:cubicBezTo>
                    <a:cubicBezTo>
                      <a:pt x="10443" y="15482"/>
                      <a:pt x="9167" y="19089"/>
                      <a:pt x="9167" y="23542"/>
                    </a:cubicBezTo>
                    <a:lnTo>
                      <a:pt x="625" y="23542"/>
                    </a:lnTo>
                    <a:cubicBezTo>
                      <a:pt x="625" y="20208"/>
                      <a:pt x="1185" y="17162"/>
                      <a:pt x="2292" y="14427"/>
                    </a:cubicBezTo>
                    <a:cubicBezTo>
                      <a:pt x="3411" y="11680"/>
                      <a:pt x="4974" y="9336"/>
                      <a:pt x="6979" y="7396"/>
                    </a:cubicBezTo>
                    <a:cubicBezTo>
                      <a:pt x="8997" y="5443"/>
                      <a:pt x="11380" y="3959"/>
                      <a:pt x="14115" y="2917"/>
                    </a:cubicBezTo>
                    <a:cubicBezTo>
                      <a:pt x="16862" y="1875"/>
                      <a:pt x="19831" y="1354"/>
                      <a:pt x="23021" y="1354"/>
                    </a:cubicBezTo>
                    <a:close/>
                    <a:moveTo>
                      <a:pt x="336979" y="0"/>
                    </a:moveTo>
                    <a:cubicBezTo>
                      <a:pt x="342188" y="0"/>
                      <a:pt x="346445" y="1211"/>
                      <a:pt x="349740" y="3646"/>
                    </a:cubicBezTo>
                    <a:cubicBezTo>
                      <a:pt x="353047" y="6068"/>
                      <a:pt x="355625" y="9193"/>
                      <a:pt x="357500" y="13021"/>
                    </a:cubicBezTo>
                    <a:cubicBezTo>
                      <a:pt x="359375" y="16901"/>
                      <a:pt x="360664" y="21276"/>
                      <a:pt x="361354" y="26146"/>
                    </a:cubicBezTo>
                    <a:cubicBezTo>
                      <a:pt x="362057" y="31003"/>
                      <a:pt x="362396" y="35860"/>
                      <a:pt x="362396" y="40729"/>
                    </a:cubicBezTo>
                    <a:cubicBezTo>
                      <a:pt x="362396" y="45651"/>
                      <a:pt x="362057" y="50521"/>
                      <a:pt x="361354" y="55313"/>
                    </a:cubicBezTo>
                    <a:cubicBezTo>
                      <a:pt x="360664" y="60105"/>
                      <a:pt x="359375" y="64440"/>
                      <a:pt x="357500" y="68334"/>
                    </a:cubicBezTo>
                    <a:cubicBezTo>
                      <a:pt x="355625" y="72149"/>
                      <a:pt x="353047" y="75235"/>
                      <a:pt x="349740" y="77604"/>
                    </a:cubicBezTo>
                    <a:cubicBezTo>
                      <a:pt x="346445" y="79961"/>
                      <a:pt x="342188" y="81146"/>
                      <a:pt x="336979" y="81146"/>
                    </a:cubicBezTo>
                    <a:cubicBezTo>
                      <a:pt x="331849" y="81146"/>
                      <a:pt x="327656" y="79961"/>
                      <a:pt x="324427" y="77604"/>
                    </a:cubicBezTo>
                    <a:cubicBezTo>
                      <a:pt x="321198" y="75235"/>
                      <a:pt x="318724" y="72149"/>
                      <a:pt x="316979" y="68334"/>
                    </a:cubicBezTo>
                    <a:cubicBezTo>
                      <a:pt x="315182" y="64440"/>
                      <a:pt x="313959" y="60105"/>
                      <a:pt x="313333" y="55313"/>
                    </a:cubicBezTo>
                    <a:cubicBezTo>
                      <a:pt x="312708" y="50521"/>
                      <a:pt x="312396" y="45651"/>
                      <a:pt x="312396" y="40729"/>
                    </a:cubicBezTo>
                    <a:cubicBezTo>
                      <a:pt x="312396" y="35860"/>
                      <a:pt x="312708" y="31003"/>
                      <a:pt x="313333" y="26146"/>
                    </a:cubicBezTo>
                    <a:cubicBezTo>
                      <a:pt x="313959" y="21276"/>
                      <a:pt x="315182" y="16901"/>
                      <a:pt x="316979" y="13021"/>
                    </a:cubicBezTo>
                    <a:cubicBezTo>
                      <a:pt x="318724" y="9193"/>
                      <a:pt x="321198" y="6068"/>
                      <a:pt x="324427" y="3646"/>
                    </a:cubicBezTo>
                    <a:cubicBezTo>
                      <a:pt x="327656" y="1211"/>
                      <a:pt x="331849" y="0"/>
                      <a:pt x="336979" y="0"/>
                    </a:cubicBezTo>
                    <a:close/>
                    <a:moveTo>
                      <a:pt x="89583" y="0"/>
                    </a:moveTo>
                    <a:cubicBezTo>
                      <a:pt x="94792" y="0"/>
                      <a:pt x="99049" y="1211"/>
                      <a:pt x="102344" y="3646"/>
                    </a:cubicBezTo>
                    <a:cubicBezTo>
                      <a:pt x="105651" y="6068"/>
                      <a:pt x="108229" y="9193"/>
                      <a:pt x="110104" y="13021"/>
                    </a:cubicBezTo>
                    <a:cubicBezTo>
                      <a:pt x="111979" y="16901"/>
                      <a:pt x="113268" y="21276"/>
                      <a:pt x="113958" y="26146"/>
                    </a:cubicBezTo>
                    <a:cubicBezTo>
                      <a:pt x="114662" y="31003"/>
                      <a:pt x="115000" y="35860"/>
                      <a:pt x="115000" y="40729"/>
                    </a:cubicBezTo>
                    <a:cubicBezTo>
                      <a:pt x="115000" y="45651"/>
                      <a:pt x="114662" y="50521"/>
                      <a:pt x="113958" y="55313"/>
                    </a:cubicBezTo>
                    <a:cubicBezTo>
                      <a:pt x="113268" y="60105"/>
                      <a:pt x="111979" y="64440"/>
                      <a:pt x="110104" y="68334"/>
                    </a:cubicBezTo>
                    <a:cubicBezTo>
                      <a:pt x="108229" y="72149"/>
                      <a:pt x="105651" y="75235"/>
                      <a:pt x="102344" y="77604"/>
                    </a:cubicBezTo>
                    <a:cubicBezTo>
                      <a:pt x="99049" y="79961"/>
                      <a:pt x="94792" y="81146"/>
                      <a:pt x="89583" y="81146"/>
                    </a:cubicBezTo>
                    <a:cubicBezTo>
                      <a:pt x="84453" y="81146"/>
                      <a:pt x="80260" y="79961"/>
                      <a:pt x="77031" y="77604"/>
                    </a:cubicBezTo>
                    <a:cubicBezTo>
                      <a:pt x="73802" y="75235"/>
                      <a:pt x="71328" y="72149"/>
                      <a:pt x="69583" y="68334"/>
                    </a:cubicBezTo>
                    <a:cubicBezTo>
                      <a:pt x="67786" y="64440"/>
                      <a:pt x="66563" y="60105"/>
                      <a:pt x="65937" y="55313"/>
                    </a:cubicBezTo>
                    <a:cubicBezTo>
                      <a:pt x="65312" y="50521"/>
                      <a:pt x="65000" y="45651"/>
                      <a:pt x="65000" y="40729"/>
                    </a:cubicBezTo>
                    <a:cubicBezTo>
                      <a:pt x="65000" y="35860"/>
                      <a:pt x="65312" y="31003"/>
                      <a:pt x="65937" y="26146"/>
                    </a:cubicBezTo>
                    <a:cubicBezTo>
                      <a:pt x="66563" y="21276"/>
                      <a:pt x="67786" y="16901"/>
                      <a:pt x="69583" y="13021"/>
                    </a:cubicBezTo>
                    <a:cubicBezTo>
                      <a:pt x="71328" y="9193"/>
                      <a:pt x="73802" y="6068"/>
                      <a:pt x="77031" y="3646"/>
                    </a:cubicBezTo>
                    <a:cubicBezTo>
                      <a:pt x="80260" y="1211"/>
                      <a:pt x="84453" y="0"/>
                      <a:pt x="89583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42" name="TextBox 541">
                <a:extLst>
                  <a:ext uri="{FF2B5EF4-FFF2-40B4-BE49-F238E27FC236}">
                    <a16:creationId xmlns:a16="http://schemas.microsoft.com/office/drawing/2014/main" id="{03A5D26F-2BB5-46FC-B706-E04C9BA8D3C7}"/>
                  </a:ext>
                </a:extLst>
              </p:cNvPr>
              <p:cNvSpPr txBox="1"/>
              <p:nvPr/>
            </p:nvSpPr>
            <p:spPr>
              <a:xfrm>
                <a:off x="2895412" y="5102676"/>
                <a:ext cx="677671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2024. 01. 31 ~</a:t>
                </a:r>
              </a:p>
            </p:txBody>
          </p:sp>
        </p:grpSp>
        <p:sp>
          <p:nvSpPr>
            <p:cNvPr id="543" name="자유형: 도형 542">
              <a:extLst>
                <a:ext uri="{FF2B5EF4-FFF2-40B4-BE49-F238E27FC236}">
                  <a16:creationId xmlns:a16="http://schemas.microsoft.com/office/drawing/2014/main" id="{363DD178-7AEC-4D71-A447-35CA5592900F}"/>
                </a:ext>
              </a:extLst>
            </p:cNvPr>
            <p:cNvSpPr/>
            <p:nvPr/>
          </p:nvSpPr>
          <p:spPr>
            <a:xfrm>
              <a:off x="3030914" y="5272341"/>
              <a:ext cx="591250" cy="81562"/>
            </a:xfrm>
            <a:custGeom>
              <a:avLst/>
              <a:gdLst>
                <a:gd name="connsiteX0" fmla="*/ 434063 w 591250"/>
                <a:gd name="connsiteY0" fmla="*/ 70833 h 81562"/>
                <a:gd name="connsiteX1" fmla="*/ 444792 w 591250"/>
                <a:gd name="connsiteY1" fmla="*/ 70833 h 81562"/>
                <a:gd name="connsiteX2" fmla="*/ 444792 w 591250"/>
                <a:gd name="connsiteY2" fmla="*/ 81563 h 81562"/>
                <a:gd name="connsiteX3" fmla="*/ 434063 w 591250"/>
                <a:gd name="connsiteY3" fmla="*/ 81563 h 81562"/>
                <a:gd name="connsiteX4" fmla="*/ 251771 w 591250"/>
                <a:gd name="connsiteY4" fmla="*/ 70833 h 81562"/>
                <a:gd name="connsiteX5" fmla="*/ 262500 w 591250"/>
                <a:gd name="connsiteY5" fmla="*/ 70833 h 81562"/>
                <a:gd name="connsiteX6" fmla="*/ 262500 w 591250"/>
                <a:gd name="connsiteY6" fmla="*/ 81563 h 81562"/>
                <a:gd name="connsiteX7" fmla="*/ 251771 w 591250"/>
                <a:gd name="connsiteY7" fmla="*/ 81563 h 81562"/>
                <a:gd name="connsiteX8" fmla="*/ 214167 w 591250"/>
                <a:gd name="connsiteY8" fmla="*/ 11250 h 81562"/>
                <a:gd name="connsiteX9" fmla="*/ 187292 w 591250"/>
                <a:gd name="connsiteY9" fmla="*/ 55313 h 81562"/>
                <a:gd name="connsiteX10" fmla="*/ 213958 w 591250"/>
                <a:gd name="connsiteY10" fmla="*/ 55313 h 81562"/>
                <a:gd name="connsiteX11" fmla="*/ 213958 w 591250"/>
                <a:gd name="connsiteY11" fmla="*/ 20833 h 81562"/>
                <a:gd name="connsiteX12" fmla="*/ 89583 w 591250"/>
                <a:gd name="connsiteY12" fmla="*/ 7188 h 81562"/>
                <a:gd name="connsiteX13" fmla="*/ 80781 w 591250"/>
                <a:gd name="connsiteY13" fmla="*/ 10833 h 81562"/>
                <a:gd name="connsiteX14" fmla="*/ 76042 w 591250"/>
                <a:gd name="connsiteY14" fmla="*/ 19584 h 81562"/>
                <a:gd name="connsiteX15" fmla="*/ 74010 w 591250"/>
                <a:gd name="connsiteY15" fmla="*/ 30573 h 81562"/>
                <a:gd name="connsiteX16" fmla="*/ 73646 w 591250"/>
                <a:gd name="connsiteY16" fmla="*/ 40729 h 81562"/>
                <a:gd name="connsiteX17" fmla="*/ 74010 w 591250"/>
                <a:gd name="connsiteY17" fmla="*/ 50782 h 81562"/>
                <a:gd name="connsiteX18" fmla="*/ 76042 w 591250"/>
                <a:gd name="connsiteY18" fmla="*/ 61667 h 81562"/>
                <a:gd name="connsiteX19" fmla="*/ 80781 w 591250"/>
                <a:gd name="connsiteY19" fmla="*/ 70313 h 81562"/>
                <a:gd name="connsiteX20" fmla="*/ 89583 w 591250"/>
                <a:gd name="connsiteY20" fmla="*/ 73855 h 81562"/>
                <a:gd name="connsiteX21" fmla="*/ 98542 w 591250"/>
                <a:gd name="connsiteY21" fmla="*/ 70313 h 81562"/>
                <a:gd name="connsiteX22" fmla="*/ 103542 w 591250"/>
                <a:gd name="connsiteY22" fmla="*/ 61667 h 81562"/>
                <a:gd name="connsiteX23" fmla="*/ 105833 w 591250"/>
                <a:gd name="connsiteY23" fmla="*/ 50782 h 81562"/>
                <a:gd name="connsiteX24" fmla="*/ 106354 w 591250"/>
                <a:gd name="connsiteY24" fmla="*/ 40729 h 81562"/>
                <a:gd name="connsiteX25" fmla="*/ 105833 w 591250"/>
                <a:gd name="connsiteY25" fmla="*/ 30573 h 81562"/>
                <a:gd name="connsiteX26" fmla="*/ 103542 w 591250"/>
                <a:gd name="connsiteY26" fmla="*/ 19584 h 81562"/>
                <a:gd name="connsiteX27" fmla="*/ 98542 w 591250"/>
                <a:gd name="connsiteY27" fmla="*/ 10833 h 81562"/>
                <a:gd name="connsiteX28" fmla="*/ 89583 w 591250"/>
                <a:gd name="connsiteY28" fmla="*/ 7188 h 81562"/>
                <a:gd name="connsiteX29" fmla="*/ 583334 w 591250"/>
                <a:gd name="connsiteY29" fmla="*/ 3125 h 81562"/>
                <a:gd name="connsiteX30" fmla="*/ 589271 w 591250"/>
                <a:gd name="connsiteY30" fmla="*/ 3125 h 81562"/>
                <a:gd name="connsiteX31" fmla="*/ 590834 w 591250"/>
                <a:gd name="connsiteY31" fmla="*/ 3542 h 81562"/>
                <a:gd name="connsiteX32" fmla="*/ 591250 w 591250"/>
                <a:gd name="connsiteY32" fmla="*/ 5105 h 81562"/>
                <a:gd name="connsiteX33" fmla="*/ 591250 w 591250"/>
                <a:gd name="connsiteY33" fmla="*/ 79167 h 81562"/>
                <a:gd name="connsiteX34" fmla="*/ 583021 w 591250"/>
                <a:gd name="connsiteY34" fmla="*/ 79167 h 81562"/>
                <a:gd name="connsiteX35" fmla="*/ 583021 w 591250"/>
                <a:gd name="connsiteY35" fmla="*/ 12083 h 81562"/>
                <a:gd name="connsiteX36" fmla="*/ 575990 w 591250"/>
                <a:gd name="connsiteY36" fmla="*/ 17865 h 81562"/>
                <a:gd name="connsiteX37" fmla="*/ 566771 w 591250"/>
                <a:gd name="connsiteY37" fmla="*/ 23125 h 81562"/>
                <a:gd name="connsiteX38" fmla="*/ 566771 w 591250"/>
                <a:gd name="connsiteY38" fmla="*/ 15208 h 81562"/>
                <a:gd name="connsiteX39" fmla="*/ 575417 w 591250"/>
                <a:gd name="connsiteY39" fmla="*/ 10104 h 81562"/>
                <a:gd name="connsiteX40" fmla="*/ 583334 w 591250"/>
                <a:gd name="connsiteY40" fmla="*/ 3125 h 81562"/>
                <a:gd name="connsiteX41" fmla="*/ 335938 w 591250"/>
                <a:gd name="connsiteY41" fmla="*/ 3125 h 81562"/>
                <a:gd name="connsiteX42" fmla="*/ 341875 w 591250"/>
                <a:gd name="connsiteY42" fmla="*/ 3125 h 81562"/>
                <a:gd name="connsiteX43" fmla="*/ 343438 w 591250"/>
                <a:gd name="connsiteY43" fmla="*/ 3542 h 81562"/>
                <a:gd name="connsiteX44" fmla="*/ 343854 w 591250"/>
                <a:gd name="connsiteY44" fmla="*/ 5105 h 81562"/>
                <a:gd name="connsiteX45" fmla="*/ 343854 w 591250"/>
                <a:gd name="connsiteY45" fmla="*/ 79167 h 81562"/>
                <a:gd name="connsiteX46" fmla="*/ 335625 w 591250"/>
                <a:gd name="connsiteY46" fmla="*/ 79167 h 81562"/>
                <a:gd name="connsiteX47" fmla="*/ 335625 w 591250"/>
                <a:gd name="connsiteY47" fmla="*/ 12083 h 81562"/>
                <a:gd name="connsiteX48" fmla="*/ 328594 w 591250"/>
                <a:gd name="connsiteY48" fmla="*/ 17865 h 81562"/>
                <a:gd name="connsiteX49" fmla="*/ 319375 w 591250"/>
                <a:gd name="connsiteY49" fmla="*/ 23125 h 81562"/>
                <a:gd name="connsiteX50" fmla="*/ 319375 w 591250"/>
                <a:gd name="connsiteY50" fmla="*/ 15208 h 81562"/>
                <a:gd name="connsiteX51" fmla="*/ 328021 w 591250"/>
                <a:gd name="connsiteY51" fmla="*/ 10104 h 81562"/>
                <a:gd name="connsiteX52" fmla="*/ 335938 w 591250"/>
                <a:gd name="connsiteY52" fmla="*/ 3125 h 81562"/>
                <a:gd name="connsiteX53" fmla="*/ 212813 w 591250"/>
                <a:gd name="connsiteY53" fmla="*/ 1979 h 81562"/>
                <a:gd name="connsiteX54" fmla="*/ 219896 w 591250"/>
                <a:gd name="connsiteY54" fmla="*/ 1979 h 81562"/>
                <a:gd name="connsiteX55" fmla="*/ 221458 w 591250"/>
                <a:gd name="connsiteY55" fmla="*/ 2396 h 81562"/>
                <a:gd name="connsiteX56" fmla="*/ 221875 w 591250"/>
                <a:gd name="connsiteY56" fmla="*/ 3959 h 81562"/>
                <a:gd name="connsiteX57" fmla="*/ 221875 w 591250"/>
                <a:gd name="connsiteY57" fmla="*/ 55313 h 81562"/>
                <a:gd name="connsiteX58" fmla="*/ 233229 w 591250"/>
                <a:gd name="connsiteY58" fmla="*/ 55313 h 81562"/>
                <a:gd name="connsiteX59" fmla="*/ 233229 w 591250"/>
                <a:gd name="connsiteY59" fmla="*/ 62500 h 81562"/>
                <a:gd name="connsiteX60" fmla="*/ 221875 w 591250"/>
                <a:gd name="connsiteY60" fmla="*/ 62500 h 81562"/>
                <a:gd name="connsiteX61" fmla="*/ 221875 w 591250"/>
                <a:gd name="connsiteY61" fmla="*/ 79167 h 81562"/>
                <a:gd name="connsiteX62" fmla="*/ 213750 w 591250"/>
                <a:gd name="connsiteY62" fmla="*/ 79167 h 81562"/>
                <a:gd name="connsiteX63" fmla="*/ 213750 w 591250"/>
                <a:gd name="connsiteY63" fmla="*/ 62500 h 81562"/>
                <a:gd name="connsiteX64" fmla="*/ 181354 w 591250"/>
                <a:gd name="connsiteY64" fmla="*/ 62500 h 81562"/>
                <a:gd name="connsiteX65" fmla="*/ 179792 w 591250"/>
                <a:gd name="connsiteY65" fmla="*/ 62083 h 81562"/>
                <a:gd name="connsiteX66" fmla="*/ 179375 w 591250"/>
                <a:gd name="connsiteY66" fmla="*/ 60521 h 81562"/>
                <a:gd name="connsiteX67" fmla="*/ 179375 w 591250"/>
                <a:gd name="connsiteY67" fmla="*/ 56146 h 81562"/>
                <a:gd name="connsiteX68" fmla="*/ 179635 w 591250"/>
                <a:gd name="connsiteY68" fmla="*/ 54636 h 81562"/>
                <a:gd name="connsiteX69" fmla="*/ 180312 w 591250"/>
                <a:gd name="connsiteY69" fmla="*/ 53229 h 81562"/>
                <a:gd name="connsiteX70" fmla="*/ 210729 w 591250"/>
                <a:gd name="connsiteY70" fmla="*/ 3333 h 81562"/>
                <a:gd name="connsiteX71" fmla="*/ 211563 w 591250"/>
                <a:gd name="connsiteY71" fmla="*/ 2344 h 81562"/>
                <a:gd name="connsiteX72" fmla="*/ 212813 w 591250"/>
                <a:gd name="connsiteY72" fmla="*/ 1979 h 81562"/>
                <a:gd name="connsiteX73" fmla="*/ 517917 w 591250"/>
                <a:gd name="connsiteY73" fmla="*/ 1354 h 81562"/>
                <a:gd name="connsiteX74" fmla="*/ 526719 w 591250"/>
                <a:gd name="connsiteY74" fmla="*/ 2552 h 81562"/>
                <a:gd name="connsiteX75" fmla="*/ 534167 w 591250"/>
                <a:gd name="connsiteY75" fmla="*/ 6250 h 81562"/>
                <a:gd name="connsiteX76" fmla="*/ 539219 w 591250"/>
                <a:gd name="connsiteY76" fmla="*/ 12604 h 81562"/>
                <a:gd name="connsiteX77" fmla="*/ 541146 w 591250"/>
                <a:gd name="connsiteY77" fmla="*/ 21771 h 81562"/>
                <a:gd name="connsiteX78" fmla="*/ 536875 w 591250"/>
                <a:gd name="connsiteY78" fmla="*/ 33438 h 81562"/>
                <a:gd name="connsiteX79" fmla="*/ 525729 w 591250"/>
                <a:gd name="connsiteY79" fmla="*/ 39792 h 81562"/>
                <a:gd name="connsiteX80" fmla="*/ 538073 w 591250"/>
                <a:gd name="connsiteY80" fmla="*/ 46198 h 81562"/>
                <a:gd name="connsiteX81" fmla="*/ 542813 w 591250"/>
                <a:gd name="connsiteY81" fmla="*/ 59063 h 81562"/>
                <a:gd name="connsiteX82" fmla="*/ 540677 w 591250"/>
                <a:gd name="connsiteY82" fmla="*/ 69011 h 81562"/>
                <a:gd name="connsiteX83" fmla="*/ 535000 w 591250"/>
                <a:gd name="connsiteY83" fmla="*/ 75833 h 81562"/>
                <a:gd name="connsiteX84" fmla="*/ 526875 w 591250"/>
                <a:gd name="connsiteY84" fmla="*/ 79688 h 81562"/>
                <a:gd name="connsiteX85" fmla="*/ 517500 w 591250"/>
                <a:gd name="connsiteY85" fmla="*/ 80938 h 81562"/>
                <a:gd name="connsiteX86" fmla="*/ 499740 w 591250"/>
                <a:gd name="connsiteY86" fmla="*/ 75000 h 81562"/>
                <a:gd name="connsiteX87" fmla="*/ 493021 w 591250"/>
                <a:gd name="connsiteY87" fmla="*/ 58542 h 81562"/>
                <a:gd name="connsiteX88" fmla="*/ 501250 w 591250"/>
                <a:gd name="connsiteY88" fmla="*/ 58542 h 81562"/>
                <a:gd name="connsiteX89" fmla="*/ 506198 w 591250"/>
                <a:gd name="connsiteY89" fmla="*/ 69896 h 81562"/>
                <a:gd name="connsiteX90" fmla="*/ 517813 w 591250"/>
                <a:gd name="connsiteY90" fmla="*/ 73750 h 81562"/>
                <a:gd name="connsiteX91" fmla="*/ 530000 w 591250"/>
                <a:gd name="connsiteY91" fmla="*/ 69688 h 81562"/>
                <a:gd name="connsiteX92" fmla="*/ 534479 w 591250"/>
                <a:gd name="connsiteY92" fmla="*/ 58125 h 81562"/>
                <a:gd name="connsiteX93" fmla="*/ 533021 w 591250"/>
                <a:gd name="connsiteY93" fmla="*/ 51511 h 81562"/>
                <a:gd name="connsiteX94" fmla="*/ 529167 w 591250"/>
                <a:gd name="connsiteY94" fmla="*/ 46979 h 81562"/>
                <a:gd name="connsiteX95" fmla="*/ 523594 w 591250"/>
                <a:gd name="connsiteY95" fmla="*/ 44375 h 81562"/>
                <a:gd name="connsiteX96" fmla="*/ 517292 w 591250"/>
                <a:gd name="connsiteY96" fmla="*/ 43333 h 81562"/>
                <a:gd name="connsiteX97" fmla="*/ 513125 w 591250"/>
                <a:gd name="connsiteY97" fmla="*/ 43333 h 81562"/>
                <a:gd name="connsiteX98" fmla="*/ 511667 w 591250"/>
                <a:gd name="connsiteY98" fmla="*/ 43073 h 81562"/>
                <a:gd name="connsiteX99" fmla="*/ 511459 w 591250"/>
                <a:gd name="connsiteY99" fmla="*/ 41667 h 81562"/>
                <a:gd name="connsiteX100" fmla="*/ 511459 w 591250"/>
                <a:gd name="connsiteY100" fmla="*/ 37813 h 81562"/>
                <a:gd name="connsiteX101" fmla="*/ 511667 w 591250"/>
                <a:gd name="connsiteY101" fmla="*/ 36146 h 81562"/>
                <a:gd name="connsiteX102" fmla="*/ 513125 w 591250"/>
                <a:gd name="connsiteY102" fmla="*/ 35729 h 81562"/>
                <a:gd name="connsiteX103" fmla="*/ 516563 w 591250"/>
                <a:gd name="connsiteY103" fmla="*/ 35729 h 81562"/>
                <a:gd name="connsiteX104" fmla="*/ 522657 w 591250"/>
                <a:gd name="connsiteY104" fmla="*/ 34948 h 81562"/>
                <a:gd name="connsiteX105" fmla="*/ 527813 w 591250"/>
                <a:gd name="connsiteY105" fmla="*/ 32500 h 81562"/>
                <a:gd name="connsiteX106" fmla="*/ 531459 w 591250"/>
                <a:gd name="connsiteY106" fmla="*/ 28386 h 81562"/>
                <a:gd name="connsiteX107" fmla="*/ 532813 w 591250"/>
                <a:gd name="connsiteY107" fmla="*/ 22188 h 81562"/>
                <a:gd name="connsiteX108" fmla="*/ 528490 w 591250"/>
                <a:gd name="connsiteY108" fmla="*/ 12083 h 81562"/>
                <a:gd name="connsiteX109" fmla="*/ 517604 w 591250"/>
                <a:gd name="connsiteY109" fmla="*/ 8542 h 81562"/>
                <a:gd name="connsiteX110" fmla="*/ 506927 w 591250"/>
                <a:gd name="connsiteY110" fmla="*/ 12083 h 81562"/>
                <a:gd name="connsiteX111" fmla="*/ 502396 w 591250"/>
                <a:gd name="connsiteY111" fmla="*/ 22292 h 81562"/>
                <a:gd name="connsiteX112" fmla="*/ 494063 w 591250"/>
                <a:gd name="connsiteY112" fmla="*/ 22292 h 81562"/>
                <a:gd name="connsiteX113" fmla="*/ 500729 w 591250"/>
                <a:gd name="connsiteY113" fmla="*/ 6979 h 81562"/>
                <a:gd name="connsiteX114" fmla="*/ 517917 w 591250"/>
                <a:gd name="connsiteY114" fmla="*/ 1354 h 81562"/>
                <a:gd name="connsiteX115" fmla="*/ 387604 w 591250"/>
                <a:gd name="connsiteY115" fmla="*/ 1354 h 81562"/>
                <a:gd name="connsiteX116" fmla="*/ 403646 w 591250"/>
                <a:gd name="connsiteY116" fmla="*/ 6458 h 81562"/>
                <a:gd name="connsiteX117" fmla="*/ 410104 w 591250"/>
                <a:gd name="connsiteY117" fmla="*/ 21458 h 81562"/>
                <a:gd name="connsiteX118" fmla="*/ 405990 w 591250"/>
                <a:gd name="connsiteY118" fmla="*/ 35313 h 81562"/>
                <a:gd name="connsiteX119" fmla="*/ 396146 w 591250"/>
                <a:gd name="connsiteY119" fmla="*/ 49271 h 81562"/>
                <a:gd name="connsiteX120" fmla="*/ 384271 w 591250"/>
                <a:gd name="connsiteY120" fmla="*/ 61979 h 81562"/>
                <a:gd name="connsiteX121" fmla="*/ 374063 w 591250"/>
                <a:gd name="connsiteY121" fmla="*/ 71979 h 81562"/>
                <a:gd name="connsiteX122" fmla="*/ 411771 w 591250"/>
                <a:gd name="connsiteY122" fmla="*/ 71979 h 81562"/>
                <a:gd name="connsiteX123" fmla="*/ 411771 w 591250"/>
                <a:gd name="connsiteY123" fmla="*/ 79167 h 81562"/>
                <a:gd name="connsiteX124" fmla="*/ 366042 w 591250"/>
                <a:gd name="connsiteY124" fmla="*/ 79167 h 81562"/>
                <a:gd name="connsiteX125" fmla="*/ 364844 w 591250"/>
                <a:gd name="connsiteY125" fmla="*/ 78854 h 81562"/>
                <a:gd name="connsiteX126" fmla="*/ 364584 w 591250"/>
                <a:gd name="connsiteY126" fmla="*/ 77604 h 81562"/>
                <a:gd name="connsiteX127" fmla="*/ 364584 w 591250"/>
                <a:gd name="connsiteY127" fmla="*/ 71354 h 81562"/>
                <a:gd name="connsiteX128" fmla="*/ 368906 w 591250"/>
                <a:gd name="connsiteY128" fmla="*/ 67188 h 81562"/>
                <a:gd name="connsiteX129" fmla="*/ 374479 w 591250"/>
                <a:gd name="connsiteY129" fmla="*/ 61667 h 81562"/>
                <a:gd name="connsiteX130" fmla="*/ 380521 w 591250"/>
                <a:gd name="connsiteY130" fmla="*/ 55209 h 81562"/>
                <a:gd name="connsiteX131" fmla="*/ 386667 w 591250"/>
                <a:gd name="connsiteY131" fmla="*/ 48125 h 81562"/>
                <a:gd name="connsiteX132" fmla="*/ 392396 w 591250"/>
                <a:gd name="connsiteY132" fmla="*/ 40990 h 81562"/>
                <a:gd name="connsiteX133" fmla="*/ 397084 w 591250"/>
                <a:gd name="connsiteY133" fmla="*/ 34063 h 81562"/>
                <a:gd name="connsiteX134" fmla="*/ 400365 w 591250"/>
                <a:gd name="connsiteY134" fmla="*/ 27605 h 81562"/>
                <a:gd name="connsiteX135" fmla="*/ 401563 w 591250"/>
                <a:gd name="connsiteY135" fmla="*/ 22084 h 81562"/>
                <a:gd name="connsiteX136" fmla="*/ 397604 w 591250"/>
                <a:gd name="connsiteY136" fmla="*/ 11927 h 81562"/>
                <a:gd name="connsiteX137" fmla="*/ 387396 w 591250"/>
                <a:gd name="connsiteY137" fmla="*/ 8542 h 81562"/>
                <a:gd name="connsiteX138" fmla="*/ 377552 w 591250"/>
                <a:gd name="connsiteY138" fmla="*/ 12709 h 81562"/>
                <a:gd name="connsiteX139" fmla="*/ 373750 w 591250"/>
                <a:gd name="connsiteY139" fmla="*/ 23542 h 81562"/>
                <a:gd name="connsiteX140" fmla="*/ 365208 w 591250"/>
                <a:gd name="connsiteY140" fmla="*/ 23542 h 81562"/>
                <a:gd name="connsiteX141" fmla="*/ 366875 w 591250"/>
                <a:gd name="connsiteY141" fmla="*/ 14427 h 81562"/>
                <a:gd name="connsiteX142" fmla="*/ 371563 w 591250"/>
                <a:gd name="connsiteY142" fmla="*/ 7396 h 81562"/>
                <a:gd name="connsiteX143" fmla="*/ 378698 w 591250"/>
                <a:gd name="connsiteY143" fmla="*/ 2917 h 81562"/>
                <a:gd name="connsiteX144" fmla="*/ 387604 w 591250"/>
                <a:gd name="connsiteY144" fmla="*/ 1354 h 81562"/>
                <a:gd name="connsiteX145" fmla="*/ 140208 w 591250"/>
                <a:gd name="connsiteY145" fmla="*/ 1354 h 81562"/>
                <a:gd name="connsiteX146" fmla="*/ 156250 w 591250"/>
                <a:gd name="connsiteY146" fmla="*/ 6458 h 81562"/>
                <a:gd name="connsiteX147" fmla="*/ 162708 w 591250"/>
                <a:gd name="connsiteY147" fmla="*/ 21458 h 81562"/>
                <a:gd name="connsiteX148" fmla="*/ 158594 w 591250"/>
                <a:gd name="connsiteY148" fmla="*/ 35313 h 81562"/>
                <a:gd name="connsiteX149" fmla="*/ 148750 w 591250"/>
                <a:gd name="connsiteY149" fmla="*/ 49271 h 81562"/>
                <a:gd name="connsiteX150" fmla="*/ 136875 w 591250"/>
                <a:gd name="connsiteY150" fmla="*/ 61979 h 81562"/>
                <a:gd name="connsiteX151" fmla="*/ 126667 w 591250"/>
                <a:gd name="connsiteY151" fmla="*/ 71979 h 81562"/>
                <a:gd name="connsiteX152" fmla="*/ 164375 w 591250"/>
                <a:gd name="connsiteY152" fmla="*/ 71979 h 81562"/>
                <a:gd name="connsiteX153" fmla="*/ 164375 w 591250"/>
                <a:gd name="connsiteY153" fmla="*/ 79167 h 81562"/>
                <a:gd name="connsiteX154" fmla="*/ 118646 w 591250"/>
                <a:gd name="connsiteY154" fmla="*/ 79167 h 81562"/>
                <a:gd name="connsiteX155" fmla="*/ 117448 w 591250"/>
                <a:gd name="connsiteY155" fmla="*/ 78854 h 81562"/>
                <a:gd name="connsiteX156" fmla="*/ 117188 w 591250"/>
                <a:gd name="connsiteY156" fmla="*/ 77604 h 81562"/>
                <a:gd name="connsiteX157" fmla="*/ 117188 w 591250"/>
                <a:gd name="connsiteY157" fmla="*/ 71354 h 81562"/>
                <a:gd name="connsiteX158" fmla="*/ 121510 w 591250"/>
                <a:gd name="connsiteY158" fmla="*/ 67188 h 81562"/>
                <a:gd name="connsiteX159" fmla="*/ 127083 w 591250"/>
                <a:gd name="connsiteY159" fmla="*/ 61667 h 81562"/>
                <a:gd name="connsiteX160" fmla="*/ 133125 w 591250"/>
                <a:gd name="connsiteY160" fmla="*/ 55209 h 81562"/>
                <a:gd name="connsiteX161" fmla="*/ 139271 w 591250"/>
                <a:gd name="connsiteY161" fmla="*/ 48125 h 81562"/>
                <a:gd name="connsiteX162" fmla="*/ 145000 w 591250"/>
                <a:gd name="connsiteY162" fmla="*/ 40990 h 81562"/>
                <a:gd name="connsiteX163" fmla="*/ 149688 w 591250"/>
                <a:gd name="connsiteY163" fmla="*/ 34063 h 81562"/>
                <a:gd name="connsiteX164" fmla="*/ 152969 w 591250"/>
                <a:gd name="connsiteY164" fmla="*/ 27605 h 81562"/>
                <a:gd name="connsiteX165" fmla="*/ 154167 w 591250"/>
                <a:gd name="connsiteY165" fmla="*/ 22084 h 81562"/>
                <a:gd name="connsiteX166" fmla="*/ 150208 w 591250"/>
                <a:gd name="connsiteY166" fmla="*/ 11927 h 81562"/>
                <a:gd name="connsiteX167" fmla="*/ 140000 w 591250"/>
                <a:gd name="connsiteY167" fmla="*/ 8542 h 81562"/>
                <a:gd name="connsiteX168" fmla="*/ 130156 w 591250"/>
                <a:gd name="connsiteY168" fmla="*/ 12709 h 81562"/>
                <a:gd name="connsiteX169" fmla="*/ 126354 w 591250"/>
                <a:gd name="connsiteY169" fmla="*/ 23542 h 81562"/>
                <a:gd name="connsiteX170" fmla="*/ 117812 w 591250"/>
                <a:gd name="connsiteY170" fmla="*/ 23542 h 81562"/>
                <a:gd name="connsiteX171" fmla="*/ 119479 w 591250"/>
                <a:gd name="connsiteY171" fmla="*/ 14427 h 81562"/>
                <a:gd name="connsiteX172" fmla="*/ 124167 w 591250"/>
                <a:gd name="connsiteY172" fmla="*/ 7396 h 81562"/>
                <a:gd name="connsiteX173" fmla="*/ 131302 w 591250"/>
                <a:gd name="connsiteY173" fmla="*/ 2917 h 81562"/>
                <a:gd name="connsiteX174" fmla="*/ 140208 w 591250"/>
                <a:gd name="connsiteY174" fmla="*/ 1354 h 81562"/>
                <a:gd name="connsiteX175" fmla="*/ 23021 w 591250"/>
                <a:gd name="connsiteY175" fmla="*/ 1354 h 81562"/>
                <a:gd name="connsiteX176" fmla="*/ 39063 w 591250"/>
                <a:gd name="connsiteY176" fmla="*/ 6458 h 81562"/>
                <a:gd name="connsiteX177" fmla="*/ 45521 w 591250"/>
                <a:gd name="connsiteY177" fmla="*/ 21458 h 81562"/>
                <a:gd name="connsiteX178" fmla="*/ 41406 w 591250"/>
                <a:gd name="connsiteY178" fmla="*/ 35313 h 81562"/>
                <a:gd name="connsiteX179" fmla="*/ 31562 w 591250"/>
                <a:gd name="connsiteY179" fmla="*/ 49271 h 81562"/>
                <a:gd name="connsiteX180" fmla="*/ 19687 w 591250"/>
                <a:gd name="connsiteY180" fmla="*/ 61979 h 81562"/>
                <a:gd name="connsiteX181" fmla="*/ 9479 w 591250"/>
                <a:gd name="connsiteY181" fmla="*/ 71979 h 81562"/>
                <a:gd name="connsiteX182" fmla="*/ 47187 w 591250"/>
                <a:gd name="connsiteY182" fmla="*/ 71979 h 81562"/>
                <a:gd name="connsiteX183" fmla="*/ 47187 w 591250"/>
                <a:gd name="connsiteY183" fmla="*/ 79167 h 81562"/>
                <a:gd name="connsiteX184" fmla="*/ 1458 w 591250"/>
                <a:gd name="connsiteY184" fmla="*/ 79167 h 81562"/>
                <a:gd name="connsiteX185" fmla="*/ 260 w 591250"/>
                <a:gd name="connsiteY185" fmla="*/ 78854 h 81562"/>
                <a:gd name="connsiteX186" fmla="*/ 0 w 591250"/>
                <a:gd name="connsiteY186" fmla="*/ 77604 h 81562"/>
                <a:gd name="connsiteX187" fmla="*/ 0 w 591250"/>
                <a:gd name="connsiteY187" fmla="*/ 71354 h 81562"/>
                <a:gd name="connsiteX188" fmla="*/ 4323 w 591250"/>
                <a:gd name="connsiteY188" fmla="*/ 67188 h 81562"/>
                <a:gd name="connsiteX189" fmla="*/ 9896 w 591250"/>
                <a:gd name="connsiteY189" fmla="*/ 61667 h 81562"/>
                <a:gd name="connsiteX190" fmla="*/ 15937 w 591250"/>
                <a:gd name="connsiteY190" fmla="*/ 55209 h 81562"/>
                <a:gd name="connsiteX191" fmla="*/ 22083 w 591250"/>
                <a:gd name="connsiteY191" fmla="*/ 48125 h 81562"/>
                <a:gd name="connsiteX192" fmla="*/ 27813 w 591250"/>
                <a:gd name="connsiteY192" fmla="*/ 40990 h 81562"/>
                <a:gd name="connsiteX193" fmla="*/ 32500 w 591250"/>
                <a:gd name="connsiteY193" fmla="*/ 34063 h 81562"/>
                <a:gd name="connsiteX194" fmla="*/ 35781 w 591250"/>
                <a:gd name="connsiteY194" fmla="*/ 27605 h 81562"/>
                <a:gd name="connsiteX195" fmla="*/ 36979 w 591250"/>
                <a:gd name="connsiteY195" fmla="*/ 22084 h 81562"/>
                <a:gd name="connsiteX196" fmla="*/ 33021 w 591250"/>
                <a:gd name="connsiteY196" fmla="*/ 11927 h 81562"/>
                <a:gd name="connsiteX197" fmla="*/ 22812 w 591250"/>
                <a:gd name="connsiteY197" fmla="*/ 8542 h 81562"/>
                <a:gd name="connsiteX198" fmla="*/ 12969 w 591250"/>
                <a:gd name="connsiteY198" fmla="*/ 12709 h 81562"/>
                <a:gd name="connsiteX199" fmla="*/ 9167 w 591250"/>
                <a:gd name="connsiteY199" fmla="*/ 23542 h 81562"/>
                <a:gd name="connsiteX200" fmla="*/ 625 w 591250"/>
                <a:gd name="connsiteY200" fmla="*/ 23542 h 81562"/>
                <a:gd name="connsiteX201" fmla="*/ 2292 w 591250"/>
                <a:gd name="connsiteY201" fmla="*/ 14427 h 81562"/>
                <a:gd name="connsiteX202" fmla="*/ 6979 w 591250"/>
                <a:gd name="connsiteY202" fmla="*/ 7396 h 81562"/>
                <a:gd name="connsiteX203" fmla="*/ 14115 w 591250"/>
                <a:gd name="connsiteY203" fmla="*/ 2917 h 81562"/>
                <a:gd name="connsiteX204" fmla="*/ 23021 w 591250"/>
                <a:gd name="connsiteY204" fmla="*/ 1354 h 81562"/>
                <a:gd name="connsiteX205" fmla="*/ 89583 w 591250"/>
                <a:gd name="connsiteY205" fmla="*/ 0 h 81562"/>
                <a:gd name="connsiteX206" fmla="*/ 102344 w 591250"/>
                <a:gd name="connsiteY206" fmla="*/ 3646 h 81562"/>
                <a:gd name="connsiteX207" fmla="*/ 110104 w 591250"/>
                <a:gd name="connsiteY207" fmla="*/ 13021 h 81562"/>
                <a:gd name="connsiteX208" fmla="*/ 113958 w 591250"/>
                <a:gd name="connsiteY208" fmla="*/ 26146 h 81562"/>
                <a:gd name="connsiteX209" fmla="*/ 115000 w 591250"/>
                <a:gd name="connsiteY209" fmla="*/ 40729 h 81562"/>
                <a:gd name="connsiteX210" fmla="*/ 113958 w 591250"/>
                <a:gd name="connsiteY210" fmla="*/ 55313 h 81562"/>
                <a:gd name="connsiteX211" fmla="*/ 110104 w 591250"/>
                <a:gd name="connsiteY211" fmla="*/ 68334 h 81562"/>
                <a:gd name="connsiteX212" fmla="*/ 102344 w 591250"/>
                <a:gd name="connsiteY212" fmla="*/ 77604 h 81562"/>
                <a:gd name="connsiteX213" fmla="*/ 89583 w 591250"/>
                <a:gd name="connsiteY213" fmla="*/ 81146 h 81562"/>
                <a:gd name="connsiteX214" fmla="*/ 77031 w 591250"/>
                <a:gd name="connsiteY214" fmla="*/ 77604 h 81562"/>
                <a:gd name="connsiteX215" fmla="*/ 69583 w 591250"/>
                <a:gd name="connsiteY215" fmla="*/ 68334 h 81562"/>
                <a:gd name="connsiteX216" fmla="*/ 65937 w 591250"/>
                <a:gd name="connsiteY216" fmla="*/ 55313 h 81562"/>
                <a:gd name="connsiteX217" fmla="*/ 65000 w 591250"/>
                <a:gd name="connsiteY217" fmla="*/ 40729 h 81562"/>
                <a:gd name="connsiteX218" fmla="*/ 65937 w 591250"/>
                <a:gd name="connsiteY218" fmla="*/ 26146 h 81562"/>
                <a:gd name="connsiteX219" fmla="*/ 69583 w 591250"/>
                <a:gd name="connsiteY219" fmla="*/ 13021 h 81562"/>
                <a:gd name="connsiteX220" fmla="*/ 77031 w 591250"/>
                <a:gd name="connsiteY220" fmla="*/ 3646 h 81562"/>
                <a:gd name="connsiteX221" fmla="*/ 89583 w 591250"/>
                <a:gd name="connsiteY22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591250" h="81562">
                  <a:moveTo>
                    <a:pt x="434063" y="70833"/>
                  </a:moveTo>
                  <a:lnTo>
                    <a:pt x="444792" y="70833"/>
                  </a:lnTo>
                  <a:lnTo>
                    <a:pt x="444792" y="81563"/>
                  </a:lnTo>
                  <a:lnTo>
                    <a:pt x="434063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8" y="55313"/>
                  </a:lnTo>
                  <a:lnTo>
                    <a:pt x="213958" y="20833"/>
                  </a:lnTo>
                  <a:close/>
                  <a:moveTo>
                    <a:pt x="89583" y="7188"/>
                  </a:moveTo>
                  <a:cubicBezTo>
                    <a:pt x="85833" y="7188"/>
                    <a:pt x="82891" y="8399"/>
                    <a:pt x="80781" y="10833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22" y="23047"/>
                    <a:pt x="74245" y="26719"/>
                    <a:pt x="74010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6992"/>
                    <a:pt x="74010" y="50782"/>
                  </a:cubicBezTo>
                  <a:cubicBezTo>
                    <a:pt x="74245" y="54557"/>
                    <a:pt x="74922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891" y="72670"/>
                    <a:pt x="85833" y="73855"/>
                    <a:pt x="89583" y="73855"/>
                  </a:cubicBezTo>
                  <a:cubicBezTo>
                    <a:pt x="93333" y="73855"/>
                    <a:pt x="96315" y="72670"/>
                    <a:pt x="98542" y="70313"/>
                  </a:cubicBezTo>
                  <a:cubicBezTo>
                    <a:pt x="100755" y="67943"/>
                    <a:pt x="102422" y="65065"/>
                    <a:pt x="103542" y="61667"/>
                  </a:cubicBezTo>
                  <a:cubicBezTo>
                    <a:pt x="104713" y="58190"/>
                    <a:pt x="105482" y="54557"/>
                    <a:pt x="105833" y="50782"/>
                  </a:cubicBezTo>
                  <a:cubicBezTo>
                    <a:pt x="106172" y="46992"/>
                    <a:pt x="106354" y="43646"/>
                    <a:pt x="106354" y="40729"/>
                  </a:cubicBezTo>
                  <a:cubicBezTo>
                    <a:pt x="106354" y="37813"/>
                    <a:pt x="106172" y="34427"/>
                    <a:pt x="105833" y="30573"/>
                  </a:cubicBezTo>
                  <a:cubicBezTo>
                    <a:pt x="105482" y="26719"/>
                    <a:pt x="104713" y="23047"/>
                    <a:pt x="103542" y="19584"/>
                  </a:cubicBezTo>
                  <a:cubicBezTo>
                    <a:pt x="102422" y="16172"/>
                    <a:pt x="100755" y="13255"/>
                    <a:pt x="98542" y="10833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583334" y="3125"/>
                  </a:moveTo>
                  <a:lnTo>
                    <a:pt x="589271" y="3125"/>
                  </a:lnTo>
                  <a:cubicBezTo>
                    <a:pt x="590026" y="3125"/>
                    <a:pt x="590547" y="3255"/>
                    <a:pt x="590834" y="3542"/>
                  </a:cubicBezTo>
                  <a:cubicBezTo>
                    <a:pt x="591107" y="3815"/>
                    <a:pt x="591250" y="4336"/>
                    <a:pt x="591250" y="5105"/>
                  </a:cubicBezTo>
                  <a:lnTo>
                    <a:pt x="591250" y="79167"/>
                  </a:lnTo>
                  <a:lnTo>
                    <a:pt x="583021" y="79167"/>
                  </a:lnTo>
                  <a:lnTo>
                    <a:pt x="583021" y="12083"/>
                  </a:lnTo>
                  <a:cubicBezTo>
                    <a:pt x="581146" y="14089"/>
                    <a:pt x="578802" y="16016"/>
                    <a:pt x="575990" y="17865"/>
                  </a:cubicBezTo>
                  <a:cubicBezTo>
                    <a:pt x="573177" y="19701"/>
                    <a:pt x="570104" y="21458"/>
                    <a:pt x="566771" y="23125"/>
                  </a:cubicBezTo>
                  <a:lnTo>
                    <a:pt x="566771" y="15208"/>
                  </a:lnTo>
                  <a:cubicBezTo>
                    <a:pt x="569753" y="13880"/>
                    <a:pt x="572630" y="12188"/>
                    <a:pt x="575417" y="10104"/>
                  </a:cubicBezTo>
                  <a:cubicBezTo>
                    <a:pt x="578190" y="8021"/>
                    <a:pt x="580834" y="5690"/>
                    <a:pt x="583334" y="3125"/>
                  </a:cubicBezTo>
                  <a:close/>
                  <a:moveTo>
                    <a:pt x="335938" y="3125"/>
                  </a:moveTo>
                  <a:lnTo>
                    <a:pt x="341875" y="3125"/>
                  </a:lnTo>
                  <a:cubicBezTo>
                    <a:pt x="342630" y="3125"/>
                    <a:pt x="343151" y="3255"/>
                    <a:pt x="343438" y="3542"/>
                  </a:cubicBezTo>
                  <a:cubicBezTo>
                    <a:pt x="343711" y="3815"/>
                    <a:pt x="343854" y="4336"/>
                    <a:pt x="343854" y="5105"/>
                  </a:cubicBezTo>
                  <a:lnTo>
                    <a:pt x="343854" y="79167"/>
                  </a:lnTo>
                  <a:lnTo>
                    <a:pt x="335625" y="79167"/>
                  </a:lnTo>
                  <a:lnTo>
                    <a:pt x="335625" y="12083"/>
                  </a:lnTo>
                  <a:cubicBezTo>
                    <a:pt x="333750" y="14089"/>
                    <a:pt x="331406" y="16016"/>
                    <a:pt x="328594" y="17865"/>
                  </a:cubicBezTo>
                  <a:cubicBezTo>
                    <a:pt x="325781" y="19701"/>
                    <a:pt x="322708" y="21458"/>
                    <a:pt x="319375" y="23125"/>
                  </a:cubicBezTo>
                  <a:lnTo>
                    <a:pt x="319375" y="15208"/>
                  </a:lnTo>
                  <a:cubicBezTo>
                    <a:pt x="322357" y="13880"/>
                    <a:pt x="325235" y="12188"/>
                    <a:pt x="328021" y="10104"/>
                  </a:cubicBezTo>
                  <a:cubicBezTo>
                    <a:pt x="330794" y="8021"/>
                    <a:pt x="333438" y="5690"/>
                    <a:pt x="335938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51" y="1979"/>
                    <a:pt x="221172" y="2110"/>
                    <a:pt x="221458" y="2396"/>
                  </a:cubicBezTo>
                  <a:cubicBezTo>
                    <a:pt x="221732" y="2669"/>
                    <a:pt x="221875" y="3190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86" y="62500"/>
                    <a:pt x="180065" y="62357"/>
                    <a:pt x="179792" y="62083"/>
                  </a:cubicBezTo>
                  <a:cubicBezTo>
                    <a:pt x="179505" y="61797"/>
                    <a:pt x="179375" y="61276"/>
                    <a:pt x="179375" y="60521"/>
                  </a:cubicBezTo>
                  <a:lnTo>
                    <a:pt x="179375" y="56146"/>
                  </a:lnTo>
                  <a:cubicBezTo>
                    <a:pt x="179375" y="55651"/>
                    <a:pt x="179453" y="55157"/>
                    <a:pt x="179635" y="54636"/>
                  </a:cubicBezTo>
                  <a:cubicBezTo>
                    <a:pt x="179805" y="54115"/>
                    <a:pt x="180026" y="53646"/>
                    <a:pt x="180312" y="53229"/>
                  </a:cubicBezTo>
                  <a:lnTo>
                    <a:pt x="210729" y="3333"/>
                  </a:lnTo>
                  <a:cubicBezTo>
                    <a:pt x="210938" y="2917"/>
                    <a:pt x="211211" y="2578"/>
                    <a:pt x="211563" y="2344"/>
                  </a:cubicBezTo>
                  <a:cubicBezTo>
                    <a:pt x="211901" y="2096"/>
                    <a:pt x="212318" y="1979"/>
                    <a:pt x="212813" y="1979"/>
                  </a:cubicBezTo>
                  <a:close/>
                  <a:moveTo>
                    <a:pt x="517917" y="1354"/>
                  </a:moveTo>
                  <a:cubicBezTo>
                    <a:pt x="520964" y="1354"/>
                    <a:pt x="523906" y="1745"/>
                    <a:pt x="526719" y="2552"/>
                  </a:cubicBezTo>
                  <a:cubicBezTo>
                    <a:pt x="529532" y="3347"/>
                    <a:pt x="532006" y="4584"/>
                    <a:pt x="534167" y="6250"/>
                  </a:cubicBezTo>
                  <a:cubicBezTo>
                    <a:pt x="536250" y="7917"/>
                    <a:pt x="537930" y="10026"/>
                    <a:pt x="539219" y="12604"/>
                  </a:cubicBezTo>
                  <a:cubicBezTo>
                    <a:pt x="540495" y="15169"/>
                    <a:pt x="541146" y="18229"/>
                    <a:pt x="541146" y="21771"/>
                  </a:cubicBezTo>
                  <a:cubicBezTo>
                    <a:pt x="541146" y="26146"/>
                    <a:pt x="539714" y="30026"/>
                    <a:pt x="536875" y="33438"/>
                  </a:cubicBezTo>
                  <a:cubicBezTo>
                    <a:pt x="534024" y="36836"/>
                    <a:pt x="530313" y="38958"/>
                    <a:pt x="525729" y="39792"/>
                  </a:cubicBezTo>
                  <a:cubicBezTo>
                    <a:pt x="530795" y="40482"/>
                    <a:pt x="534909" y="42617"/>
                    <a:pt x="538073" y="46198"/>
                  </a:cubicBezTo>
                  <a:cubicBezTo>
                    <a:pt x="541224" y="49766"/>
                    <a:pt x="542813" y="54063"/>
                    <a:pt x="542813" y="59063"/>
                  </a:cubicBezTo>
                  <a:cubicBezTo>
                    <a:pt x="542813" y="62943"/>
                    <a:pt x="542097" y="66263"/>
                    <a:pt x="540677" y="69011"/>
                  </a:cubicBezTo>
                  <a:cubicBezTo>
                    <a:pt x="539245" y="71745"/>
                    <a:pt x="537357" y="74024"/>
                    <a:pt x="535000" y="75833"/>
                  </a:cubicBezTo>
                  <a:cubicBezTo>
                    <a:pt x="532630" y="77565"/>
                    <a:pt x="529922" y="78854"/>
                    <a:pt x="526875" y="79688"/>
                  </a:cubicBezTo>
                  <a:cubicBezTo>
                    <a:pt x="523815" y="80521"/>
                    <a:pt x="520690" y="80938"/>
                    <a:pt x="517500" y="80938"/>
                  </a:cubicBezTo>
                  <a:cubicBezTo>
                    <a:pt x="510000" y="80938"/>
                    <a:pt x="504076" y="78959"/>
                    <a:pt x="499740" y="75000"/>
                  </a:cubicBezTo>
                  <a:cubicBezTo>
                    <a:pt x="495391" y="71042"/>
                    <a:pt x="493151" y="65547"/>
                    <a:pt x="493021" y="58542"/>
                  </a:cubicBezTo>
                  <a:lnTo>
                    <a:pt x="501250" y="58542"/>
                  </a:lnTo>
                  <a:cubicBezTo>
                    <a:pt x="501732" y="63542"/>
                    <a:pt x="503386" y="67318"/>
                    <a:pt x="506198" y="69896"/>
                  </a:cubicBezTo>
                  <a:cubicBezTo>
                    <a:pt x="509011" y="72461"/>
                    <a:pt x="512878" y="73750"/>
                    <a:pt x="517813" y="73750"/>
                  </a:cubicBezTo>
                  <a:cubicBezTo>
                    <a:pt x="522943" y="73750"/>
                    <a:pt x="527005" y="72396"/>
                    <a:pt x="530000" y="69688"/>
                  </a:cubicBezTo>
                  <a:cubicBezTo>
                    <a:pt x="532982" y="66979"/>
                    <a:pt x="534479" y="63125"/>
                    <a:pt x="534479" y="58125"/>
                  </a:cubicBezTo>
                  <a:cubicBezTo>
                    <a:pt x="534479" y="55547"/>
                    <a:pt x="533985" y="53347"/>
                    <a:pt x="533021" y="51511"/>
                  </a:cubicBezTo>
                  <a:cubicBezTo>
                    <a:pt x="532044" y="49662"/>
                    <a:pt x="530755" y="48151"/>
                    <a:pt x="529167" y="46979"/>
                  </a:cubicBezTo>
                  <a:cubicBezTo>
                    <a:pt x="527500" y="45795"/>
                    <a:pt x="525638" y="44922"/>
                    <a:pt x="523594" y="44375"/>
                  </a:cubicBezTo>
                  <a:cubicBezTo>
                    <a:pt x="521537" y="43815"/>
                    <a:pt x="519440" y="43464"/>
                    <a:pt x="517292" y="43333"/>
                  </a:cubicBezTo>
                  <a:lnTo>
                    <a:pt x="513125" y="43333"/>
                  </a:lnTo>
                  <a:cubicBezTo>
                    <a:pt x="512292" y="43333"/>
                    <a:pt x="511797" y="43242"/>
                    <a:pt x="511667" y="43073"/>
                  </a:cubicBezTo>
                  <a:cubicBezTo>
                    <a:pt x="511524" y="42891"/>
                    <a:pt x="511459" y="42422"/>
                    <a:pt x="511459" y="41667"/>
                  </a:cubicBezTo>
                  <a:lnTo>
                    <a:pt x="511459" y="37813"/>
                  </a:lnTo>
                  <a:cubicBezTo>
                    <a:pt x="511459" y="36980"/>
                    <a:pt x="511524" y="36420"/>
                    <a:pt x="511667" y="36146"/>
                  </a:cubicBezTo>
                  <a:cubicBezTo>
                    <a:pt x="511797" y="35860"/>
                    <a:pt x="512292" y="35729"/>
                    <a:pt x="513125" y="35729"/>
                  </a:cubicBezTo>
                  <a:lnTo>
                    <a:pt x="516563" y="35729"/>
                  </a:lnTo>
                  <a:cubicBezTo>
                    <a:pt x="518646" y="35729"/>
                    <a:pt x="520677" y="35469"/>
                    <a:pt x="522657" y="34948"/>
                  </a:cubicBezTo>
                  <a:cubicBezTo>
                    <a:pt x="524636" y="34427"/>
                    <a:pt x="526354" y="33607"/>
                    <a:pt x="527813" y="32500"/>
                  </a:cubicBezTo>
                  <a:cubicBezTo>
                    <a:pt x="529336" y="31459"/>
                    <a:pt x="530547" y="30079"/>
                    <a:pt x="531459" y="28386"/>
                  </a:cubicBezTo>
                  <a:cubicBezTo>
                    <a:pt x="532357" y="26680"/>
                    <a:pt x="532813" y="24610"/>
                    <a:pt x="532813" y="22188"/>
                  </a:cubicBezTo>
                  <a:cubicBezTo>
                    <a:pt x="532813" y="17813"/>
                    <a:pt x="531367" y="14440"/>
                    <a:pt x="528490" y="12083"/>
                  </a:cubicBezTo>
                  <a:cubicBezTo>
                    <a:pt x="525599" y="9714"/>
                    <a:pt x="521979" y="8542"/>
                    <a:pt x="517604" y="8542"/>
                  </a:cubicBezTo>
                  <a:cubicBezTo>
                    <a:pt x="513086" y="8542"/>
                    <a:pt x="509531" y="9714"/>
                    <a:pt x="506927" y="12083"/>
                  </a:cubicBezTo>
                  <a:cubicBezTo>
                    <a:pt x="504323" y="14440"/>
                    <a:pt x="502813" y="17839"/>
                    <a:pt x="502396" y="22292"/>
                  </a:cubicBezTo>
                  <a:lnTo>
                    <a:pt x="494063" y="22292"/>
                  </a:lnTo>
                  <a:cubicBezTo>
                    <a:pt x="494128" y="15833"/>
                    <a:pt x="496354" y="10729"/>
                    <a:pt x="500729" y="6979"/>
                  </a:cubicBezTo>
                  <a:cubicBezTo>
                    <a:pt x="505104" y="3229"/>
                    <a:pt x="510834" y="1354"/>
                    <a:pt x="517917" y="1354"/>
                  </a:cubicBezTo>
                  <a:close/>
                  <a:moveTo>
                    <a:pt x="387604" y="1354"/>
                  </a:moveTo>
                  <a:cubicBezTo>
                    <a:pt x="393985" y="1354"/>
                    <a:pt x="399336" y="3047"/>
                    <a:pt x="403646" y="6458"/>
                  </a:cubicBezTo>
                  <a:cubicBezTo>
                    <a:pt x="407943" y="9857"/>
                    <a:pt x="410104" y="14857"/>
                    <a:pt x="410104" y="21458"/>
                  </a:cubicBezTo>
                  <a:cubicBezTo>
                    <a:pt x="410104" y="25899"/>
                    <a:pt x="408724" y="30521"/>
                    <a:pt x="405990" y="35313"/>
                  </a:cubicBezTo>
                  <a:cubicBezTo>
                    <a:pt x="403242" y="40104"/>
                    <a:pt x="399961" y="44753"/>
                    <a:pt x="396146" y="49271"/>
                  </a:cubicBezTo>
                  <a:cubicBezTo>
                    <a:pt x="392318" y="53776"/>
                    <a:pt x="388359" y="58021"/>
                    <a:pt x="384271" y="61979"/>
                  </a:cubicBezTo>
                  <a:cubicBezTo>
                    <a:pt x="380169" y="65938"/>
                    <a:pt x="376771" y="69271"/>
                    <a:pt x="374063" y="71979"/>
                  </a:cubicBezTo>
                  <a:lnTo>
                    <a:pt x="411771" y="71979"/>
                  </a:lnTo>
                  <a:lnTo>
                    <a:pt x="411771" y="79167"/>
                  </a:lnTo>
                  <a:lnTo>
                    <a:pt x="366042" y="79167"/>
                  </a:lnTo>
                  <a:cubicBezTo>
                    <a:pt x="365417" y="79167"/>
                    <a:pt x="365013" y="79063"/>
                    <a:pt x="364844" y="78854"/>
                  </a:cubicBezTo>
                  <a:cubicBezTo>
                    <a:pt x="364662" y="78646"/>
                    <a:pt x="364584" y="78230"/>
                    <a:pt x="364584" y="77604"/>
                  </a:cubicBezTo>
                  <a:lnTo>
                    <a:pt x="364584" y="71354"/>
                  </a:lnTo>
                  <a:cubicBezTo>
                    <a:pt x="365755" y="70235"/>
                    <a:pt x="367201" y="68855"/>
                    <a:pt x="368906" y="67188"/>
                  </a:cubicBezTo>
                  <a:cubicBezTo>
                    <a:pt x="370599" y="65521"/>
                    <a:pt x="372461" y="63672"/>
                    <a:pt x="374479" y="61667"/>
                  </a:cubicBezTo>
                  <a:cubicBezTo>
                    <a:pt x="376419" y="59649"/>
                    <a:pt x="378438" y="57500"/>
                    <a:pt x="380521" y="55209"/>
                  </a:cubicBezTo>
                  <a:cubicBezTo>
                    <a:pt x="382604" y="52917"/>
                    <a:pt x="384649" y="50547"/>
                    <a:pt x="386667" y="48125"/>
                  </a:cubicBezTo>
                  <a:cubicBezTo>
                    <a:pt x="388672" y="45755"/>
                    <a:pt x="390586" y="43385"/>
                    <a:pt x="392396" y="40990"/>
                  </a:cubicBezTo>
                  <a:cubicBezTo>
                    <a:pt x="394193" y="38594"/>
                    <a:pt x="395755" y="36276"/>
                    <a:pt x="397084" y="34063"/>
                  </a:cubicBezTo>
                  <a:cubicBezTo>
                    <a:pt x="398464" y="31771"/>
                    <a:pt x="399557" y="29610"/>
                    <a:pt x="400365" y="27605"/>
                  </a:cubicBezTo>
                  <a:cubicBezTo>
                    <a:pt x="401159" y="25586"/>
                    <a:pt x="401563" y="23750"/>
                    <a:pt x="401563" y="22084"/>
                  </a:cubicBezTo>
                  <a:cubicBezTo>
                    <a:pt x="401563" y="17565"/>
                    <a:pt x="400234" y="14180"/>
                    <a:pt x="397604" y="11927"/>
                  </a:cubicBezTo>
                  <a:cubicBezTo>
                    <a:pt x="394961" y="9662"/>
                    <a:pt x="391563" y="8542"/>
                    <a:pt x="387396" y="8542"/>
                  </a:cubicBezTo>
                  <a:cubicBezTo>
                    <a:pt x="383360" y="8542"/>
                    <a:pt x="380078" y="9922"/>
                    <a:pt x="377552" y="12709"/>
                  </a:cubicBezTo>
                  <a:cubicBezTo>
                    <a:pt x="375013" y="15482"/>
                    <a:pt x="373750" y="19089"/>
                    <a:pt x="373750" y="23542"/>
                  </a:cubicBezTo>
                  <a:lnTo>
                    <a:pt x="365208" y="23542"/>
                  </a:lnTo>
                  <a:cubicBezTo>
                    <a:pt x="365208" y="20208"/>
                    <a:pt x="365755" y="17162"/>
                    <a:pt x="366875" y="14427"/>
                  </a:cubicBezTo>
                  <a:cubicBezTo>
                    <a:pt x="367982" y="11680"/>
                    <a:pt x="369544" y="9336"/>
                    <a:pt x="371563" y="7396"/>
                  </a:cubicBezTo>
                  <a:cubicBezTo>
                    <a:pt x="373568" y="5443"/>
                    <a:pt x="375951" y="3959"/>
                    <a:pt x="378698" y="2917"/>
                  </a:cubicBezTo>
                  <a:cubicBezTo>
                    <a:pt x="381432" y="1875"/>
                    <a:pt x="384401" y="1354"/>
                    <a:pt x="387604" y="1354"/>
                  </a:cubicBezTo>
                  <a:close/>
                  <a:moveTo>
                    <a:pt x="140208" y="1354"/>
                  </a:moveTo>
                  <a:cubicBezTo>
                    <a:pt x="146589" y="1354"/>
                    <a:pt x="151940" y="3047"/>
                    <a:pt x="156250" y="6458"/>
                  </a:cubicBezTo>
                  <a:cubicBezTo>
                    <a:pt x="160547" y="9857"/>
                    <a:pt x="162708" y="14857"/>
                    <a:pt x="162708" y="21458"/>
                  </a:cubicBezTo>
                  <a:cubicBezTo>
                    <a:pt x="162708" y="25899"/>
                    <a:pt x="161328" y="30521"/>
                    <a:pt x="158594" y="35313"/>
                  </a:cubicBezTo>
                  <a:cubicBezTo>
                    <a:pt x="155846" y="40104"/>
                    <a:pt x="152565" y="44753"/>
                    <a:pt x="148750" y="49271"/>
                  </a:cubicBezTo>
                  <a:cubicBezTo>
                    <a:pt x="144922" y="53776"/>
                    <a:pt x="140963" y="58021"/>
                    <a:pt x="136875" y="61979"/>
                  </a:cubicBezTo>
                  <a:cubicBezTo>
                    <a:pt x="132773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66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59" y="70235"/>
                    <a:pt x="119805" y="68855"/>
                    <a:pt x="121510" y="67188"/>
                  </a:cubicBezTo>
                  <a:cubicBezTo>
                    <a:pt x="123203" y="65521"/>
                    <a:pt x="125065" y="63672"/>
                    <a:pt x="127083" y="61667"/>
                  </a:cubicBezTo>
                  <a:cubicBezTo>
                    <a:pt x="129023" y="59649"/>
                    <a:pt x="131042" y="57500"/>
                    <a:pt x="133125" y="55209"/>
                  </a:cubicBezTo>
                  <a:cubicBezTo>
                    <a:pt x="135208" y="52917"/>
                    <a:pt x="137253" y="50547"/>
                    <a:pt x="139271" y="48125"/>
                  </a:cubicBezTo>
                  <a:cubicBezTo>
                    <a:pt x="141276" y="45755"/>
                    <a:pt x="143190" y="43385"/>
                    <a:pt x="145000" y="40990"/>
                  </a:cubicBezTo>
                  <a:cubicBezTo>
                    <a:pt x="146797" y="38594"/>
                    <a:pt x="148359" y="36276"/>
                    <a:pt x="149688" y="34063"/>
                  </a:cubicBezTo>
                  <a:cubicBezTo>
                    <a:pt x="151068" y="31771"/>
                    <a:pt x="152161" y="29610"/>
                    <a:pt x="152969" y="27605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39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64" y="8542"/>
                    <a:pt x="132682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2" y="23542"/>
                  </a:lnTo>
                  <a:cubicBezTo>
                    <a:pt x="117812" y="20208"/>
                    <a:pt x="118359" y="17162"/>
                    <a:pt x="119479" y="14427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72" y="5443"/>
                    <a:pt x="128555" y="3959"/>
                    <a:pt x="131302" y="2917"/>
                  </a:cubicBezTo>
                  <a:cubicBezTo>
                    <a:pt x="134036" y="1875"/>
                    <a:pt x="137005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01" y="1354"/>
                    <a:pt x="34753" y="3047"/>
                    <a:pt x="39063" y="6458"/>
                  </a:cubicBezTo>
                  <a:cubicBezTo>
                    <a:pt x="43359" y="9857"/>
                    <a:pt x="45521" y="14857"/>
                    <a:pt x="45521" y="21458"/>
                  </a:cubicBezTo>
                  <a:cubicBezTo>
                    <a:pt x="45521" y="25899"/>
                    <a:pt x="44141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34" y="53776"/>
                    <a:pt x="23776" y="58021"/>
                    <a:pt x="19687" y="61979"/>
                  </a:cubicBezTo>
                  <a:cubicBezTo>
                    <a:pt x="15586" y="65938"/>
                    <a:pt x="12187" y="69271"/>
                    <a:pt x="9479" y="71979"/>
                  </a:cubicBezTo>
                  <a:lnTo>
                    <a:pt x="47187" y="71979"/>
                  </a:lnTo>
                  <a:lnTo>
                    <a:pt x="47187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78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72" y="70235"/>
                    <a:pt x="2617" y="68855"/>
                    <a:pt x="4323" y="67188"/>
                  </a:cubicBezTo>
                  <a:cubicBezTo>
                    <a:pt x="6016" y="65521"/>
                    <a:pt x="7878" y="63672"/>
                    <a:pt x="9896" y="61667"/>
                  </a:cubicBezTo>
                  <a:cubicBezTo>
                    <a:pt x="11836" y="59649"/>
                    <a:pt x="13854" y="57500"/>
                    <a:pt x="15937" y="55209"/>
                  </a:cubicBezTo>
                  <a:cubicBezTo>
                    <a:pt x="18021" y="52917"/>
                    <a:pt x="20065" y="50547"/>
                    <a:pt x="22083" y="48125"/>
                  </a:cubicBezTo>
                  <a:cubicBezTo>
                    <a:pt x="24088" y="45755"/>
                    <a:pt x="26003" y="43385"/>
                    <a:pt x="27813" y="40990"/>
                  </a:cubicBezTo>
                  <a:cubicBezTo>
                    <a:pt x="29609" y="38594"/>
                    <a:pt x="31172" y="36276"/>
                    <a:pt x="32500" y="34063"/>
                  </a:cubicBezTo>
                  <a:cubicBezTo>
                    <a:pt x="33880" y="31771"/>
                    <a:pt x="34974" y="29610"/>
                    <a:pt x="35781" y="27605"/>
                  </a:cubicBezTo>
                  <a:cubicBezTo>
                    <a:pt x="36575" y="25586"/>
                    <a:pt x="36979" y="23750"/>
                    <a:pt x="36979" y="22084"/>
                  </a:cubicBezTo>
                  <a:cubicBezTo>
                    <a:pt x="36979" y="17565"/>
                    <a:pt x="35651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76" y="8542"/>
                    <a:pt x="15495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72" y="17162"/>
                    <a:pt x="2292" y="14427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84" y="5443"/>
                    <a:pt x="11367" y="3959"/>
                    <a:pt x="14115" y="2917"/>
                  </a:cubicBezTo>
                  <a:cubicBezTo>
                    <a:pt x="16849" y="1875"/>
                    <a:pt x="19818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37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1"/>
                    <a:pt x="113255" y="21276"/>
                    <a:pt x="113958" y="26146"/>
                  </a:cubicBezTo>
                  <a:cubicBezTo>
                    <a:pt x="114648" y="31003"/>
                    <a:pt x="115000" y="35860"/>
                    <a:pt x="115000" y="40729"/>
                  </a:cubicBezTo>
                  <a:cubicBezTo>
                    <a:pt x="115000" y="45651"/>
                    <a:pt x="114648" y="50521"/>
                    <a:pt x="113958" y="55313"/>
                  </a:cubicBezTo>
                  <a:cubicBezTo>
                    <a:pt x="113255" y="60105"/>
                    <a:pt x="111979" y="64440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37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0"/>
                    <a:pt x="66563" y="60105"/>
                    <a:pt x="65937" y="55313"/>
                  </a:cubicBezTo>
                  <a:cubicBezTo>
                    <a:pt x="65312" y="50521"/>
                    <a:pt x="65000" y="45651"/>
                    <a:pt x="65000" y="40729"/>
                  </a:cubicBezTo>
                  <a:cubicBezTo>
                    <a:pt x="65000" y="35860"/>
                    <a:pt x="65312" y="31003"/>
                    <a:pt x="65937" y="26146"/>
                  </a:cubicBezTo>
                  <a:cubicBezTo>
                    <a:pt x="66563" y="21276"/>
                    <a:pt x="67773" y="16901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4" name="TextBox 543">
              <a:extLst>
                <a:ext uri="{FF2B5EF4-FFF2-40B4-BE49-F238E27FC236}">
                  <a16:creationId xmlns:a16="http://schemas.microsoft.com/office/drawing/2014/main" id="{C4B2BF95-6366-470A-B636-F24E00C82266}"/>
                </a:ext>
              </a:extLst>
            </p:cNvPr>
            <p:cNvSpPr txBox="1"/>
            <p:nvPr/>
          </p:nvSpPr>
          <p:spPr>
            <a:xfrm>
              <a:off x="2939474" y="5232884"/>
              <a:ext cx="599546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2024. 12. 31</a:t>
              </a:r>
            </a:p>
          </p:txBody>
        </p:sp>
        <p:sp>
          <p:nvSpPr>
            <p:cNvPr id="545" name="TextBox 544">
              <a:extLst>
                <a:ext uri="{FF2B5EF4-FFF2-40B4-BE49-F238E27FC236}">
                  <a16:creationId xmlns:a16="http://schemas.microsoft.com/office/drawing/2014/main" id="{05A0EB18-BFFF-4E21-BC1D-E1ED055BC190}"/>
                </a:ext>
              </a:extLst>
            </p:cNvPr>
            <p:cNvSpPr txBox="1"/>
            <p:nvPr/>
          </p:nvSpPr>
          <p:spPr>
            <a:xfrm>
              <a:off x="3868811" y="5146895"/>
              <a:ext cx="820901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404040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802,000,000</a:t>
              </a:r>
            </a:p>
          </p:txBody>
        </p:sp>
        <p:sp>
          <p:nvSpPr>
            <p:cNvPr id="546" name="자유형: 도형 545">
              <a:extLst>
                <a:ext uri="{FF2B5EF4-FFF2-40B4-BE49-F238E27FC236}">
                  <a16:creationId xmlns:a16="http://schemas.microsoft.com/office/drawing/2014/main" id="{C74F64D5-6356-4211-A8E6-71AD2BE3C1AA}"/>
                </a:ext>
              </a:extLst>
            </p:cNvPr>
            <p:cNvSpPr/>
            <p:nvPr/>
          </p:nvSpPr>
          <p:spPr>
            <a:xfrm>
              <a:off x="4708988" y="5204112"/>
              <a:ext cx="742604" cy="94270"/>
            </a:xfrm>
            <a:custGeom>
              <a:avLst/>
              <a:gdLst>
                <a:gd name="connsiteX0" fmla="*/ 212604 w 742604"/>
                <a:gd name="connsiteY0" fmla="*/ 71875 h 94270"/>
                <a:gd name="connsiteX1" fmla="*/ 212604 w 742604"/>
                <a:gd name="connsiteY1" fmla="*/ 84896 h 94270"/>
                <a:gd name="connsiteX2" fmla="*/ 256562 w 742604"/>
                <a:gd name="connsiteY2" fmla="*/ 84896 h 94270"/>
                <a:gd name="connsiteX3" fmla="*/ 256562 w 742604"/>
                <a:gd name="connsiteY3" fmla="*/ 71875 h 94270"/>
                <a:gd name="connsiteX4" fmla="*/ 100312 w 742604"/>
                <a:gd name="connsiteY4" fmla="*/ 64896 h 94270"/>
                <a:gd name="connsiteX5" fmla="*/ 108750 w 742604"/>
                <a:gd name="connsiteY5" fmla="*/ 64896 h 94270"/>
                <a:gd name="connsiteX6" fmla="*/ 108750 w 742604"/>
                <a:gd name="connsiteY6" fmla="*/ 83646 h 94270"/>
                <a:gd name="connsiteX7" fmla="*/ 161250 w 742604"/>
                <a:gd name="connsiteY7" fmla="*/ 83646 h 94270"/>
                <a:gd name="connsiteX8" fmla="*/ 161250 w 742604"/>
                <a:gd name="connsiteY8" fmla="*/ 90625 h 94270"/>
                <a:gd name="connsiteX9" fmla="*/ 102500 w 742604"/>
                <a:gd name="connsiteY9" fmla="*/ 90625 h 94270"/>
                <a:gd name="connsiteX10" fmla="*/ 100781 w 742604"/>
                <a:gd name="connsiteY10" fmla="*/ 90156 h 94270"/>
                <a:gd name="connsiteX11" fmla="*/ 100312 w 742604"/>
                <a:gd name="connsiteY11" fmla="*/ 88437 h 94270"/>
                <a:gd name="connsiteX12" fmla="*/ 607396 w 742604"/>
                <a:gd name="connsiteY12" fmla="*/ 63854 h 94270"/>
                <a:gd name="connsiteX13" fmla="*/ 589844 w 742604"/>
                <a:gd name="connsiteY13" fmla="*/ 66927 h 94270"/>
                <a:gd name="connsiteX14" fmla="*/ 583229 w 742604"/>
                <a:gd name="connsiteY14" fmla="*/ 75625 h 94270"/>
                <a:gd name="connsiteX15" fmla="*/ 589844 w 742604"/>
                <a:gd name="connsiteY15" fmla="*/ 84635 h 94270"/>
                <a:gd name="connsiteX16" fmla="*/ 607396 w 742604"/>
                <a:gd name="connsiteY16" fmla="*/ 87708 h 94270"/>
                <a:gd name="connsiteX17" fmla="*/ 624844 w 742604"/>
                <a:gd name="connsiteY17" fmla="*/ 84635 h 94270"/>
                <a:gd name="connsiteX18" fmla="*/ 631667 w 742604"/>
                <a:gd name="connsiteY18" fmla="*/ 75625 h 94270"/>
                <a:gd name="connsiteX19" fmla="*/ 624844 w 742604"/>
                <a:gd name="connsiteY19" fmla="*/ 66927 h 94270"/>
                <a:gd name="connsiteX20" fmla="*/ 607396 w 742604"/>
                <a:gd name="connsiteY20" fmla="*/ 63854 h 94270"/>
                <a:gd name="connsiteX21" fmla="*/ 671980 w 742604"/>
                <a:gd name="connsiteY21" fmla="*/ 60313 h 94270"/>
                <a:gd name="connsiteX22" fmla="*/ 680313 w 742604"/>
                <a:gd name="connsiteY22" fmla="*/ 60313 h 94270"/>
                <a:gd name="connsiteX23" fmla="*/ 680313 w 742604"/>
                <a:gd name="connsiteY23" fmla="*/ 83542 h 94270"/>
                <a:gd name="connsiteX24" fmla="*/ 733333 w 742604"/>
                <a:gd name="connsiteY24" fmla="*/ 83542 h 94270"/>
                <a:gd name="connsiteX25" fmla="*/ 733333 w 742604"/>
                <a:gd name="connsiteY25" fmla="*/ 90625 h 94270"/>
                <a:gd name="connsiteX26" fmla="*/ 674167 w 742604"/>
                <a:gd name="connsiteY26" fmla="*/ 90625 h 94270"/>
                <a:gd name="connsiteX27" fmla="*/ 672448 w 742604"/>
                <a:gd name="connsiteY27" fmla="*/ 90156 h 94270"/>
                <a:gd name="connsiteX28" fmla="*/ 671980 w 742604"/>
                <a:gd name="connsiteY28" fmla="*/ 88437 h 94270"/>
                <a:gd name="connsiteX29" fmla="*/ 607396 w 742604"/>
                <a:gd name="connsiteY29" fmla="*/ 57188 h 94270"/>
                <a:gd name="connsiteX30" fmla="*/ 631979 w 742604"/>
                <a:gd name="connsiteY30" fmla="*/ 62500 h 94270"/>
                <a:gd name="connsiteX31" fmla="*/ 640625 w 742604"/>
                <a:gd name="connsiteY31" fmla="*/ 75729 h 94270"/>
                <a:gd name="connsiteX32" fmla="*/ 632031 w 742604"/>
                <a:gd name="connsiteY32" fmla="*/ 89010 h 94270"/>
                <a:gd name="connsiteX33" fmla="*/ 607396 w 742604"/>
                <a:gd name="connsiteY33" fmla="*/ 94271 h 94270"/>
                <a:gd name="connsiteX34" fmla="*/ 582708 w 742604"/>
                <a:gd name="connsiteY34" fmla="*/ 89010 h 94270"/>
                <a:gd name="connsiteX35" fmla="*/ 574063 w 742604"/>
                <a:gd name="connsiteY35" fmla="*/ 75729 h 94270"/>
                <a:gd name="connsiteX36" fmla="*/ 582708 w 742604"/>
                <a:gd name="connsiteY36" fmla="*/ 62500 h 94270"/>
                <a:gd name="connsiteX37" fmla="*/ 607396 w 742604"/>
                <a:gd name="connsiteY37" fmla="*/ 57188 h 94270"/>
                <a:gd name="connsiteX38" fmla="*/ 204583 w 742604"/>
                <a:gd name="connsiteY38" fmla="*/ 54375 h 94270"/>
                <a:gd name="connsiteX39" fmla="*/ 212708 w 742604"/>
                <a:gd name="connsiteY39" fmla="*/ 54375 h 94270"/>
                <a:gd name="connsiteX40" fmla="*/ 212708 w 742604"/>
                <a:gd name="connsiteY40" fmla="*/ 65208 h 94270"/>
                <a:gd name="connsiteX41" fmla="*/ 256354 w 742604"/>
                <a:gd name="connsiteY41" fmla="*/ 65208 h 94270"/>
                <a:gd name="connsiteX42" fmla="*/ 256354 w 742604"/>
                <a:gd name="connsiteY42" fmla="*/ 54375 h 94270"/>
                <a:gd name="connsiteX43" fmla="*/ 264479 w 742604"/>
                <a:gd name="connsiteY43" fmla="*/ 54375 h 94270"/>
                <a:gd name="connsiteX44" fmla="*/ 264479 w 742604"/>
                <a:gd name="connsiteY44" fmla="*/ 89375 h 94270"/>
                <a:gd name="connsiteX45" fmla="*/ 264011 w 742604"/>
                <a:gd name="connsiteY45" fmla="*/ 91094 h 94270"/>
                <a:gd name="connsiteX46" fmla="*/ 262292 w 742604"/>
                <a:gd name="connsiteY46" fmla="*/ 91563 h 94270"/>
                <a:gd name="connsiteX47" fmla="*/ 206771 w 742604"/>
                <a:gd name="connsiteY47" fmla="*/ 91563 h 94270"/>
                <a:gd name="connsiteX48" fmla="*/ 205052 w 742604"/>
                <a:gd name="connsiteY48" fmla="*/ 91094 h 94270"/>
                <a:gd name="connsiteX49" fmla="*/ 204583 w 742604"/>
                <a:gd name="connsiteY49" fmla="*/ 89375 h 94270"/>
                <a:gd name="connsiteX50" fmla="*/ 498958 w 742604"/>
                <a:gd name="connsiteY50" fmla="*/ 51146 h 94270"/>
                <a:gd name="connsiteX51" fmla="*/ 507396 w 742604"/>
                <a:gd name="connsiteY51" fmla="*/ 51146 h 94270"/>
                <a:gd name="connsiteX52" fmla="*/ 507396 w 742604"/>
                <a:gd name="connsiteY52" fmla="*/ 73854 h 94270"/>
                <a:gd name="connsiteX53" fmla="*/ 545625 w 742604"/>
                <a:gd name="connsiteY53" fmla="*/ 73854 h 94270"/>
                <a:gd name="connsiteX54" fmla="*/ 545625 w 742604"/>
                <a:gd name="connsiteY54" fmla="*/ 80833 h 94270"/>
                <a:gd name="connsiteX55" fmla="*/ 460834 w 742604"/>
                <a:gd name="connsiteY55" fmla="*/ 80833 h 94270"/>
                <a:gd name="connsiteX56" fmla="*/ 460834 w 742604"/>
                <a:gd name="connsiteY56" fmla="*/ 73854 h 94270"/>
                <a:gd name="connsiteX57" fmla="*/ 498958 w 742604"/>
                <a:gd name="connsiteY57" fmla="*/ 73854 h 94270"/>
                <a:gd name="connsiteX58" fmla="*/ 310000 w 742604"/>
                <a:gd name="connsiteY58" fmla="*/ 48646 h 94270"/>
                <a:gd name="connsiteX59" fmla="*/ 310000 w 742604"/>
                <a:gd name="connsiteY59" fmla="*/ 57396 h 94270"/>
                <a:gd name="connsiteX60" fmla="*/ 332292 w 742604"/>
                <a:gd name="connsiteY60" fmla="*/ 57396 h 94270"/>
                <a:gd name="connsiteX61" fmla="*/ 332292 w 742604"/>
                <a:gd name="connsiteY61" fmla="*/ 48646 h 94270"/>
                <a:gd name="connsiteX62" fmla="*/ 278750 w 742604"/>
                <a:gd name="connsiteY62" fmla="*/ 42500 h 94270"/>
                <a:gd name="connsiteX63" fmla="*/ 363229 w 742604"/>
                <a:gd name="connsiteY63" fmla="*/ 42500 h 94270"/>
                <a:gd name="connsiteX64" fmla="*/ 363229 w 742604"/>
                <a:gd name="connsiteY64" fmla="*/ 48646 h 94270"/>
                <a:gd name="connsiteX65" fmla="*/ 340521 w 742604"/>
                <a:gd name="connsiteY65" fmla="*/ 48646 h 94270"/>
                <a:gd name="connsiteX66" fmla="*/ 340521 w 742604"/>
                <a:gd name="connsiteY66" fmla="*/ 57396 h 94270"/>
                <a:gd name="connsiteX67" fmla="*/ 349583 w 742604"/>
                <a:gd name="connsiteY67" fmla="*/ 57396 h 94270"/>
                <a:gd name="connsiteX68" fmla="*/ 351302 w 742604"/>
                <a:gd name="connsiteY68" fmla="*/ 57865 h 94270"/>
                <a:gd name="connsiteX69" fmla="*/ 351771 w 742604"/>
                <a:gd name="connsiteY69" fmla="*/ 59584 h 94270"/>
                <a:gd name="connsiteX70" fmla="*/ 351771 w 742604"/>
                <a:gd name="connsiteY70" fmla="*/ 75208 h 94270"/>
                <a:gd name="connsiteX71" fmla="*/ 351302 w 742604"/>
                <a:gd name="connsiteY71" fmla="*/ 76927 h 94270"/>
                <a:gd name="connsiteX72" fmla="*/ 349583 w 742604"/>
                <a:gd name="connsiteY72" fmla="*/ 77396 h 94270"/>
                <a:gd name="connsiteX73" fmla="*/ 298750 w 742604"/>
                <a:gd name="connsiteY73" fmla="*/ 77396 h 94270"/>
                <a:gd name="connsiteX74" fmla="*/ 298750 w 742604"/>
                <a:gd name="connsiteY74" fmla="*/ 85625 h 94270"/>
                <a:gd name="connsiteX75" fmla="*/ 354063 w 742604"/>
                <a:gd name="connsiteY75" fmla="*/ 85625 h 94270"/>
                <a:gd name="connsiteX76" fmla="*/ 354063 w 742604"/>
                <a:gd name="connsiteY76" fmla="*/ 91667 h 94270"/>
                <a:gd name="connsiteX77" fmla="*/ 292188 w 742604"/>
                <a:gd name="connsiteY77" fmla="*/ 91667 h 94270"/>
                <a:gd name="connsiteX78" fmla="*/ 290469 w 742604"/>
                <a:gd name="connsiteY78" fmla="*/ 91198 h 94270"/>
                <a:gd name="connsiteX79" fmla="*/ 290000 w 742604"/>
                <a:gd name="connsiteY79" fmla="*/ 89479 h 94270"/>
                <a:gd name="connsiteX80" fmla="*/ 290000 w 742604"/>
                <a:gd name="connsiteY80" fmla="*/ 73750 h 94270"/>
                <a:gd name="connsiteX81" fmla="*/ 290469 w 742604"/>
                <a:gd name="connsiteY81" fmla="*/ 72031 h 94270"/>
                <a:gd name="connsiteX82" fmla="*/ 292188 w 742604"/>
                <a:gd name="connsiteY82" fmla="*/ 71563 h 94270"/>
                <a:gd name="connsiteX83" fmla="*/ 343021 w 742604"/>
                <a:gd name="connsiteY83" fmla="*/ 71563 h 94270"/>
                <a:gd name="connsiteX84" fmla="*/ 343021 w 742604"/>
                <a:gd name="connsiteY84" fmla="*/ 63438 h 94270"/>
                <a:gd name="connsiteX85" fmla="*/ 290000 w 742604"/>
                <a:gd name="connsiteY85" fmla="*/ 63438 h 94270"/>
                <a:gd name="connsiteX86" fmla="*/ 290000 w 742604"/>
                <a:gd name="connsiteY86" fmla="*/ 57396 h 94270"/>
                <a:gd name="connsiteX87" fmla="*/ 301875 w 742604"/>
                <a:gd name="connsiteY87" fmla="*/ 57396 h 94270"/>
                <a:gd name="connsiteX88" fmla="*/ 301875 w 742604"/>
                <a:gd name="connsiteY88" fmla="*/ 48646 h 94270"/>
                <a:gd name="connsiteX89" fmla="*/ 278750 w 742604"/>
                <a:gd name="connsiteY89" fmla="*/ 48646 h 94270"/>
                <a:gd name="connsiteX90" fmla="*/ 113333 w 742604"/>
                <a:gd name="connsiteY90" fmla="*/ 30938 h 94270"/>
                <a:gd name="connsiteX91" fmla="*/ 102760 w 742604"/>
                <a:gd name="connsiteY91" fmla="*/ 33750 h 94270"/>
                <a:gd name="connsiteX92" fmla="*/ 98854 w 742604"/>
                <a:gd name="connsiteY92" fmla="*/ 41563 h 94270"/>
                <a:gd name="connsiteX93" fmla="*/ 102760 w 742604"/>
                <a:gd name="connsiteY93" fmla="*/ 49427 h 94270"/>
                <a:gd name="connsiteX94" fmla="*/ 113333 w 742604"/>
                <a:gd name="connsiteY94" fmla="*/ 52187 h 94270"/>
                <a:gd name="connsiteX95" fmla="*/ 123593 w 742604"/>
                <a:gd name="connsiteY95" fmla="*/ 49427 h 94270"/>
                <a:gd name="connsiteX96" fmla="*/ 127500 w 742604"/>
                <a:gd name="connsiteY96" fmla="*/ 41563 h 94270"/>
                <a:gd name="connsiteX97" fmla="*/ 123593 w 742604"/>
                <a:gd name="connsiteY97" fmla="*/ 33750 h 94270"/>
                <a:gd name="connsiteX98" fmla="*/ 113333 w 742604"/>
                <a:gd name="connsiteY98" fmla="*/ 30938 h 94270"/>
                <a:gd name="connsiteX99" fmla="*/ 113229 w 742604"/>
                <a:gd name="connsiteY99" fmla="*/ 24687 h 94270"/>
                <a:gd name="connsiteX100" fmla="*/ 129635 w 742604"/>
                <a:gd name="connsiteY100" fmla="*/ 29323 h 94270"/>
                <a:gd name="connsiteX101" fmla="*/ 136042 w 742604"/>
                <a:gd name="connsiteY101" fmla="*/ 41563 h 94270"/>
                <a:gd name="connsiteX102" fmla="*/ 129687 w 742604"/>
                <a:gd name="connsiteY102" fmla="*/ 53854 h 94270"/>
                <a:gd name="connsiteX103" fmla="*/ 113229 w 742604"/>
                <a:gd name="connsiteY103" fmla="*/ 58438 h 94270"/>
                <a:gd name="connsiteX104" fmla="*/ 96666 w 742604"/>
                <a:gd name="connsiteY104" fmla="*/ 53854 h 94270"/>
                <a:gd name="connsiteX105" fmla="*/ 90417 w 742604"/>
                <a:gd name="connsiteY105" fmla="*/ 41563 h 94270"/>
                <a:gd name="connsiteX106" fmla="*/ 96666 w 742604"/>
                <a:gd name="connsiteY106" fmla="*/ 29323 h 94270"/>
                <a:gd name="connsiteX107" fmla="*/ 113229 w 742604"/>
                <a:gd name="connsiteY107" fmla="*/ 24687 h 94270"/>
                <a:gd name="connsiteX108" fmla="*/ 202812 w 742604"/>
                <a:gd name="connsiteY108" fmla="*/ 24167 h 94270"/>
                <a:gd name="connsiteX109" fmla="*/ 202812 w 742604"/>
                <a:gd name="connsiteY109" fmla="*/ 38646 h 94270"/>
                <a:gd name="connsiteX110" fmla="*/ 228542 w 742604"/>
                <a:gd name="connsiteY110" fmla="*/ 38646 h 94270"/>
                <a:gd name="connsiteX111" fmla="*/ 228542 w 742604"/>
                <a:gd name="connsiteY111" fmla="*/ 24167 h 94270"/>
                <a:gd name="connsiteX112" fmla="*/ 598854 w 742604"/>
                <a:gd name="connsiteY112" fmla="*/ 22084 h 94270"/>
                <a:gd name="connsiteX113" fmla="*/ 607188 w 742604"/>
                <a:gd name="connsiteY113" fmla="*/ 22084 h 94270"/>
                <a:gd name="connsiteX114" fmla="*/ 607188 w 742604"/>
                <a:gd name="connsiteY114" fmla="*/ 41563 h 94270"/>
                <a:gd name="connsiteX115" fmla="*/ 649688 w 742604"/>
                <a:gd name="connsiteY115" fmla="*/ 41563 h 94270"/>
                <a:gd name="connsiteX116" fmla="*/ 649688 w 742604"/>
                <a:gd name="connsiteY116" fmla="*/ 48750 h 94270"/>
                <a:gd name="connsiteX117" fmla="*/ 565104 w 742604"/>
                <a:gd name="connsiteY117" fmla="*/ 48750 h 94270"/>
                <a:gd name="connsiteX118" fmla="*/ 565104 w 742604"/>
                <a:gd name="connsiteY118" fmla="*/ 41563 h 94270"/>
                <a:gd name="connsiteX119" fmla="*/ 598854 w 742604"/>
                <a:gd name="connsiteY119" fmla="*/ 41563 h 94270"/>
                <a:gd name="connsiteX120" fmla="*/ 86875 w 742604"/>
                <a:gd name="connsiteY120" fmla="*/ 13334 h 94270"/>
                <a:gd name="connsiteX121" fmla="*/ 139792 w 742604"/>
                <a:gd name="connsiteY121" fmla="*/ 13334 h 94270"/>
                <a:gd name="connsiteX122" fmla="*/ 139792 w 742604"/>
                <a:gd name="connsiteY122" fmla="*/ 19896 h 94270"/>
                <a:gd name="connsiteX123" fmla="*/ 86875 w 742604"/>
                <a:gd name="connsiteY123" fmla="*/ 19896 h 94270"/>
                <a:gd name="connsiteX124" fmla="*/ 2187 w 742604"/>
                <a:gd name="connsiteY124" fmla="*/ 6042 h 94270"/>
                <a:gd name="connsiteX125" fmla="*/ 31354 w 742604"/>
                <a:gd name="connsiteY125" fmla="*/ 6042 h 94270"/>
                <a:gd name="connsiteX126" fmla="*/ 31354 w 742604"/>
                <a:gd name="connsiteY126" fmla="*/ 13021 h 94270"/>
                <a:gd name="connsiteX127" fmla="*/ 8125 w 742604"/>
                <a:gd name="connsiteY127" fmla="*/ 13021 h 94270"/>
                <a:gd name="connsiteX128" fmla="*/ 8125 w 742604"/>
                <a:gd name="connsiteY128" fmla="*/ 61458 h 94270"/>
                <a:gd name="connsiteX129" fmla="*/ 10104 w 742604"/>
                <a:gd name="connsiteY129" fmla="*/ 61458 h 94270"/>
                <a:gd name="connsiteX130" fmla="*/ 16563 w 742604"/>
                <a:gd name="connsiteY130" fmla="*/ 61354 h 94270"/>
                <a:gd name="connsiteX131" fmla="*/ 23958 w 742604"/>
                <a:gd name="connsiteY131" fmla="*/ 60937 h 94270"/>
                <a:gd name="connsiteX132" fmla="*/ 31198 w 742604"/>
                <a:gd name="connsiteY132" fmla="*/ 60260 h 94270"/>
                <a:gd name="connsiteX133" fmla="*/ 37396 w 742604"/>
                <a:gd name="connsiteY133" fmla="*/ 59375 h 94270"/>
                <a:gd name="connsiteX134" fmla="*/ 37396 w 742604"/>
                <a:gd name="connsiteY134" fmla="*/ 66563 h 94270"/>
                <a:gd name="connsiteX135" fmla="*/ 23125 w 742604"/>
                <a:gd name="connsiteY135" fmla="*/ 68282 h 94270"/>
                <a:gd name="connsiteX136" fmla="*/ 7083 w 742604"/>
                <a:gd name="connsiteY136" fmla="*/ 68958 h 94270"/>
                <a:gd name="connsiteX137" fmla="*/ 2187 w 742604"/>
                <a:gd name="connsiteY137" fmla="*/ 68958 h 94270"/>
                <a:gd name="connsiteX138" fmla="*/ 416 w 742604"/>
                <a:gd name="connsiteY138" fmla="*/ 68542 h 94270"/>
                <a:gd name="connsiteX139" fmla="*/ 0 w 742604"/>
                <a:gd name="connsiteY139" fmla="*/ 66875 h 94270"/>
                <a:gd name="connsiteX140" fmla="*/ 0 w 742604"/>
                <a:gd name="connsiteY140" fmla="*/ 8229 h 94270"/>
                <a:gd name="connsiteX141" fmla="*/ 468 w 742604"/>
                <a:gd name="connsiteY141" fmla="*/ 6510 h 94270"/>
                <a:gd name="connsiteX142" fmla="*/ 2187 w 742604"/>
                <a:gd name="connsiteY142" fmla="*/ 6042 h 94270"/>
                <a:gd name="connsiteX143" fmla="*/ 471146 w 742604"/>
                <a:gd name="connsiteY143" fmla="*/ 5208 h 94270"/>
                <a:gd name="connsiteX144" fmla="*/ 535208 w 742604"/>
                <a:gd name="connsiteY144" fmla="*/ 5208 h 94270"/>
                <a:gd name="connsiteX145" fmla="*/ 535208 w 742604"/>
                <a:gd name="connsiteY145" fmla="*/ 12188 h 94270"/>
                <a:gd name="connsiteX146" fmla="*/ 507813 w 742604"/>
                <a:gd name="connsiteY146" fmla="*/ 12188 h 94270"/>
                <a:gd name="connsiteX147" fmla="*/ 507813 w 742604"/>
                <a:gd name="connsiteY147" fmla="*/ 15104 h 94270"/>
                <a:gd name="connsiteX148" fmla="*/ 510886 w 742604"/>
                <a:gd name="connsiteY148" fmla="*/ 26719 h 94270"/>
                <a:gd name="connsiteX149" fmla="*/ 518854 w 742604"/>
                <a:gd name="connsiteY149" fmla="*/ 36042 h 94270"/>
                <a:gd name="connsiteX150" fmla="*/ 529948 w 742604"/>
                <a:gd name="connsiteY150" fmla="*/ 43073 h 94270"/>
                <a:gd name="connsiteX151" fmla="*/ 542083 w 742604"/>
                <a:gd name="connsiteY151" fmla="*/ 47292 h 94270"/>
                <a:gd name="connsiteX152" fmla="*/ 536250 w 742604"/>
                <a:gd name="connsiteY152" fmla="*/ 53542 h 94270"/>
                <a:gd name="connsiteX153" fmla="*/ 526875 w 742604"/>
                <a:gd name="connsiteY153" fmla="*/ 49948 h 94270"/>
                <a:gd name="connsiteX154" fmla="*/ 517292 w 742604"/>
                <a:gd name="connsiteY154" fmla="*/ 44375 h 94270"/>
                <a:gd name="connsiteX155" fmla="*/ 508958 w 742604"/>
                <a:gd name="connsiteY155" fmla="*/ 37135 h 94270"/>
                <a:gd name="connsiteX156" fmla="*/ 503333 w 742604"/>
                <a:gd name="connsiteY156" fmla="*/ 28542 h 94270"/>
                <a:gd name="connsiteX157" fmla="*/ 497604 w 742604"/>
                <a:gd name="connsiteY157" fmla="*/ 37292 h 94270"/>
                <a:gd name="connsiteX158" fmla="*/ 489479 w 742604"/>
                <a:gd name="connsiteY158" fmla="*/ 44167 h 94270"/>
                <a:gd name="connsiteX159" fmla="*/ 480000 w 742604"/>
                <a:gd name="connsiteY159" fmla="*/ 49531 h 94270"/>
                <a:gd name="connsiteX160" fmla="*/ 470209 w 742604"/>
                <a:gd name="connsiteY160" fmla="*/ 53646 h 94270"/>
                <a:gd name="connsiteX161" fmla="*/ 463958 w 742604"/>
                <a:gd name="connsiteY161" fmla="*/ 47292 h 94270"/>
                <a:gd name="connsiteX162" fmla="*/ 477083 w 742604"/>
                <a:gd name="connsiteY162" fmla="*/ 42604 h 94270"/>
                <a:gd name="connsiteX163" fmla="*/ 488125 w 742604"/>
                <a:gd name="connsiteY163" fmla="*/ 35834 h 94270"/>
                <a:gd name="connsiteX164" fmla="*/ 495729 w 742604"/>
                <a:gd name="connsiteY164" fmla="*/ 26771 h 94270"/>
                <a:gd name="connsiteX165" fmla="*/ 498542 w 742604"/>
                <a:gd name="connsiteY165" fmla="*/ 15104 h 94270"/>
                <a:gd name="connsiteX166" fmla="*/ 498542 w 742604"/>
                <a:gd name="connsiteY166" fmla="*/ 12188 h 94270"/>
                <a:gd name="connsiteX167" fmla="*/ 471146 w 742604"/>
                <a:gd name="connsiteY167" fmla="*/ 12188 h 94270"/>
                <a:gd name="connsiteX168" fmla="*/ 664792 w 742604"/>
                <a:gd name="connsiteY168" fmla="*/ 4479 h 94270"/>
                <a:gd name="connsiteX169" fmla="*/ 704896 w 742604"/>
                <a:gd name="connsiteY169" fmla="*/ 4479 h 94270"/>
                <a:gd name="connsiteX170" fmla="*/ 704896 w 742604"/>
                <a:gd name="connsiteY170" fmla="*/ 11667 h 94270"/>
                <a:gd name="connsiteX171" fmla="*/ 670729 w 742604"/>
                <a:gd name="connsiteY171" fmla="*/ 11667 h 94270"/>
                <a:gd name="connsiteX172" fmla="*/ 670729 w 742604"/>
                <a:gd name="connsiteY172" fmla="*/ 41250 h 94270"/>
                <a:gd name="connsiteX173" fmla="*/ 675834 w 742604"/>
                <a:gd name="connsiteY173" fmla="*/ 41250 h 94270"/>
                <a:gd name="connsiteX174" fmla="*/ 697188 w 742604"/>
                <a:gd name="connsiteY174" fmla="*/ 40469 h 94270"/>
                <a:gd name="connsiteX175" fmla="*/ 717605 w 742604"/>
                <a:gd name="connsiteY175" fmla="*/ 37812 h 94270"/>
                <a:gd name="connsiteX176" fmla="*/ 717605 w 742604"/>
                <a:gd name="connsiteY176" fmla="*/ 45000 h 94270"/>
                <a:gd name="connsiteX177" fmla="*/ 707604 w 742604"/>
                <a:gd name="connsiteY177" fmla="*/ 46615 h 94270"/>
                <a:gd name="connsiteX178" fmla="*/ 696250 w 742604"/>
                <a:gd name="connsiteY178" fmla="*/ 47812 h 94270"/>
                <a:gd name="connsiteX179" fmla="*/ 684115 w 742604"/>
                <a:gd name="connsiteY179" fmla="*/ 48438 h 94270"/>
                <a:gd name="connsiteX180" fmla="*/ 671980 w 742604"/>
                <a:gd name="connsiteY180" fmla="*/ 48646 h 94270"/>
                <a:gd name="connsiteX181" fmla="*/ 664792 w 742604"/>
                <a:gd name="connsiteY181" fmla="*/ 48646 h 94270"/>
                <a:gd name="connsiteX182" fmla="*/ 663021 w 742604"/>
                <a:gd name="connsiteY182" fmla="*/ 48229 h 94270"/>
                <a:gd name="connsiteX183" fmla="*/ 662605 w 742604"/>
                <a:gd name="connsiteY183" fmla="*/ 46563 h 94270"/>
                <a:gd name="connsiteX184" fmla="*/ 662605 w 742604"/>
                <a:gd name="connsiteY184" fmla="*/ 6667 h 94270"/>
                <a:gd name="connsiteX185" fmla="*/ 663073 w 742604"/>
                <a:gd name="connsiteY185" fmla="*/ 4948 h 94270"/>
                <a:gd name="connsiteX186" fmla="*/ 664792 w 742604"/>
                <a:gd name="connsiteY186" fmla="*/ 4479 h 94270"/>
                <a:gd name="connsiteX187" fmla="*/ 379583 w 742604"/>
                <a:gd name="connsiteY187" fmla="*/ 3542 h 94270"/>
                <a:gd name="connsiteX188" fmla="*/ 442188 w 742604"/>
                <a:gd name="connsiteY188" fmla="*/ 3542 h 94270"/>
                <a:gd name="connsiteX189" fmla="*/ 443906 w 742604"/>
                <a:gd name="connsiteY189" fmla="*/ 4011 h 94270"/>
                <a:gd name="connsiteX190" fmla="*/ 444375 w 742604"/>
                <a:gd name="connsiteY190" fmla="*/ 5729 h 94270"/>
                <a:gd name="connsiteX191" fmla="*/ 443542 w 742604"/>
                <a:gd name="connsiteY191" fmla="*/ 15260 h 94270"/>
                <a:gd name="connsiteX192" fmla="*/ 442396 w 742604"/>
                <a:gd name="connsiteY192" fmla="*/ 25729 h 94270"/>
                <a:gd name="connsiteX193" fmla="*/ 440990 w 742604"/>
                <a:gd name="connsiteY193" fmla="*/ 35886 h 94270"/>
                <a:gd name="connsiteX194" fmla="*/ 439479 w 742604"/>
                <a:gd name="connsiteY194" fmla="*/ 44583 h 94270"/>
                <a:gd name="connsiteX195" fmla="*/ 454479 w 742604"/>
                <a:gd name="connsiteY195" fmla="*/ 44583 h 94270"/>
                <a:gd name="connsiteX196" fmla="*/ 454479 w 742604"/>
                <a:gd name="connsiteY196" fmla="*/ 51667 h 94270"/>
                <a:gd name="connsiteX197" fmla="*/ 415417 w 742604"/>
                <a:gd name="connsiteY197" fmla="*/ 51667 h 94270"/>
                <a:gd name="connsiteX198" fmla="*/ 415417 w 742604"/>
                <a:gd name="connsiteY198" fmla="*/ 92604 h 94270"/>
                <a:gd name="connsiteX199" fmla="*/ 407083 w 742604"/>
                <a:gd name="connsiteY199" fmla="*/ 92604 h 94270"/>
                <a:gd name="connsiteX200" fmla="*/ 407083 w 742604"/>
                <a:gd name="connsiteY200" fmla="*/ 51667 h 94270"/>
                <a:gd name="connsiteX201" fmla="*/ 369688 w 742604"/>
                <a:gd name="connsiteY201" fmla="*/ 51667 h 94270"/>
                <a:gd name="connsiteX202" fmla="*/ 369688 w 742604"/>
                <a:gd name="connsiteY202" fmla="*/ 44583 h 94270"/>
                <a:gd name="connsiteX203" fmla="*/ 431250 w 742604"/>
                <a:gd name="connsiteY203" fmla="*/ 44583 h 94270"/>
                <a:gd name="connsiteX204" fmla="*/ 432709 w 742604"/>
                <a:gd name="connsiteY204" fmla="*/ 36511 h 94270"/>
                <a:gd name="connsiteX205" fmla="*/ 434063 w 742604"/>
                <a:gd name="connsiteY205" fmla="*/ 27708 h 94270"/>
                <a:gd name="connsiteX206" fmla="*/ 435052 w 742604"/>
                <a:gd name="connsiteY206" fmla="*/ 18854 h 94270"/>
                <a:gd name="connsiteX207" fmla="*/ 435729 w 742604"/>
                <a:gd name="connsiteY207" fmla="*/ 10625 h 94270"/>
                <a:gd name="connsiteX208" fmla="*/ 379583 w 742604"/>
                <a:gd name="connsiteY208" fmla="*/ 10625 h 94270"/>
                <a:gd name="connsiteX209" fmla="*/ 574896 w 742604"/>
                <a:gd name="connsiteY209" fmla="*/ 2917 h 94270"/>
                <a:gd name="connsiteX210" fmla="*/ 637813 w 742604"/>
                <a:gd name="connsiteY210" fmla="*/ 2917 h 94270"/>
                <a:gd name="connsiteX211" fmla="*/ 639532 w 742604"/>
                <a:gd name="connsiteY211" fmla="*/ 3386 h 94270"/>
                <a:gd name="connsiteX212" fmla="*/ 640000 w 742604"/>
                <a:gd name="connsiteY212" fmla="*/ 5104 h 94270"/>
                <a:gd name="connsiteX213" fmla="*/ 638646 w 742604"/>
                <a:gd name="connsiteY213" fmla="*/ 21302 h 94270"/>
                <a:gd name="connsiteX214" fmla="*/ 636458 w 742604"/>
                <a:gd name="connsiteY214" fmla="*/ 34583 h 94270"/>
                <a:gd name="connsiteX215" fmla="*/ 628542 w 742604"/>
                <a:gd name="connsiteY215" fmla="*/ 34583 h 94270"/>
                <a:gd name="connsiteX216" fmla="*/ 630521 w 742604"/>
                <a:gd name="connsiteY216" fmla="*/ 22500 h 94270"/>
                <a:gd name="connsiteX217" fmla="*/ 631563 w 742604"/>
                <a:gd name="connsiteY217" fmla="*/ 10000 h 94270"/>
                <a:gd name="connsiteX218" fmla="*/ 574896 w 742604"/>
                <a:gd name="connsiteY218" fmla="*/ 10000 h 94270"/>
                <a:gd name="connsiteX219" fmla="*/ 290000 w 742604"/>
                <a:gd name="connsiteY219" fmla="*/ 2187 h 94270"/>
                <a:gd name="connsiteX220" fmla="*/ 349167 w 742604"/>
                <a:gd name="connsiteY220" fmla="*/ 2187 h 94270"/>
                <a:gd name="connsiteX221" fmla="*/ 350886 w 742604"/>
                <a:gd name="connsiteY221" fmla="*/ 2656 h 94270"/>
                <a:gd name="connsiteX222" fmla="*/ 351354 w 742604"/>
                <a:gd name="connsiteY222" fmla="*/ 4375 h 94270"/>
                <a:gd name="connsiteX223" fmla="*/ 351354 w 742604"/>
                <a:gd name="connsiteY223" fmla="*/ 19583 h 94270"/>
                <a:gd name="connsiteX224" fmla="*/ 350886 w 742604"/>
                <a:gd name="connsiteY224" fmla="*/ 21302 h 94270"/>
                <a:gd name="connsiteX225" fmla="*/ 349167 w 742604"/>
                <a:gd name="connsiteY225" fmla="*/ 21771 h 94270"/>
                <a:gd name="connsiteX226" fmla="*/ 298750 w 742604"/>
                <a:gd name="connsiteY226" fmla="*/ 21771 h 94270"/>
                <a:gd name="connsiteX227" fmla="*/ 298750 w 742604"/>
                <a:gd name="connsiteY227" fmla="*/ 29687 h 94270"/>
                <a:gd name="connsiteX228" fmla="*/ 353333 w 742604"/>
                <a:gd name="connsiteY228" fmla="*/ 29687 h 94270"/>
                <a:gd name="connsiteX229" fmla="*/ 353333 w 742604"/>
                <a:gd name="connsiteY229" fmla="*/ 35625 h 94270"/>
                <a:gd name="connsiteX230" fmla="*/ 292188 w 742604"/>
                <a:gd name="connsiteY230" fmla="*/ 35625 h 94270"/>
                <a:gd name="connsiteX231" fmla="*/ 290469 w 742604"/>
                <a:gd name="connsiteY231" fmla="*/ 35156 h 94270"/>
                <a:gd name="connsiteX232" fmla="*/ 290000 w 742604"/>
                <a:gd name="connsiteY232" fmla="*/ 33437 h 94270"/>
                <a:gd name="connsiteX233" fmla="*/ 290000 w 742604"/>
                <a:gd name="connsiteY233" fmla="*/ 18229 h 94270"/>
                <a:gd name="connsiteX234" fmla="*/ 290469 w 742604"/>
                <a:gd name="connsiteY234" fmla="*/ 16510 h 94270"/>
                <a:gd name="connsiteX235" fmla="*/ 292188 w 742604"/>
                <a:gd name="connsiteY235" fmla="*/ 16042 h 94270"/>
                <a:gd name="connsiteX236" fmla="*/ 342500 w 742604"/>
                <a:gd name="connsiteY236" fmla="*/ 16042 h 94270"/>
                <a:gd name="connsiteX237" fmla="*/ 342500 w 742604"/>
                <a:gd name="connsiteY237" fmla="*/ 8229 h 94270"/>
                <a:gd name="connsiteX238" fmla="*/ 290000 w 742604"/>
                <a:gd name="connsiteY238" fmla="*/ 8229 h 94270"/>
                <a:gd name="connsiteX239" fmla="*/ 721875 w 742604"/>
                <a:gd name="connsiteY239" fmla="*/ 208 h 94270"/>
                <a:gd name="connsiteX240" fmla="*/ 730104 w 742604"/>
                <a:gd name="connsiteY240" fmla="*/ 208 h 94270"/>
                <a:gd name="connsiteX241" fmla="*/ 730104 w 742604"/>
                <a:gd name="connsiteY241" fmla="*/ 23021 h 94270"/>
                <a:gd name="connsiteX242" fmla="*/ 742604 w 742604"/>
                <a:gd name="connsiteY242" fmla="*/ 23021 h 94270"/>
                <a:gd name="connsiteX243" fmla="*/ 742604 w 742604"/>
                <a:gd name="connsiteY243" fmla="*/ 30313 h 94270"/>
                <a:gd name="connsiteX244" fmla="*/ 730104 w 742604"/>
                <a:gd name="connsiteY244" fmla="*/ 30313 h 94270"/>
                <a:gd name="connsiteX245" fmla="*/ 730104 w 742604"/>
                <a:gd name="connsiteY245" fmla="*/ 67917 h 94270"/>
                <a:gd name="connsiteX246" fmla="*/ 721875 w 742604"/>
                <a:gd name="connsiteY246" fmla="*/ 67917 h 94270"/>
                <a:gd name="connsiteX247" fmla="*/ 256458 w 742604"/>
                <a:gd name="connsiteY247" fmla="*/ 208 h 94270"/>
                <a:gd name="connsiteX248" fmla="*/ 264583 w 742604"/>
                <a:gd name="connsiteY248" fmla="*/ 208 h 94270"/>
                <a:gd name="connsiteX249" fmla="*/ 264583 w 742604"/>
                <a:gd name="connsiteY249" fmla="*/ 49896 h 94270"/>
                <a:gd name="connsiteX250" fmla="*/ 256458 w 742604"/>
                <a:gd name="connsiteY250" fmla="*/ 49896 h 94270"/>
                <a:gd name="connsiteX251" fmla="*/ 256458 w 742604"/>
                <a:gd name="connsiteY251" fmla="*/ 25729 h 94270"/>
                <a:gd name="connsiteX252" fmla="*/ 236563 w 742604"/>
                <a:gd name="connsiteY252" fmla="*/ 25729 h 94270"/>
                <a:gd name="connsiteX253" fmla="*/ 236563 w 742604"/>
                <a:gd name="connsiteY253" fmla="*/ 43437 h 94270"/>
                <a:gd name="connsiteX254" fmla="*/ 236094 w 742604"/>
                <a:gd name="connsiteY254" fmla="*/ 45156 h 94270"/>
                <a:gd name="connsiteX255" fmla="*/ 234375 w 742604"/>
                <a:gd name="connsiteY255" fmla="*/ 45625 h 94270"/>
                <a:gd name="connsiteX256" fmla="*/ 196875 w 742604"/>
                <a:gd name="connsiteY256" fmla="*/ 45625 h 94270"/>
                <a:gd name="connsiteX257" fmla="*/ 195156 w 742604"/>
                <a:gd name="connsiteY257" fmla="*/ 45156 h 94270"/>
                <a:gd name="connsiteX258" fmla="*/ 194688 w 742604"/>
                <a:gd name="connsiteY258" fmla="*/ 43437 h 94270"/>
                <a:gd name="connsiteX259" fmla="*/ 194688 w 742604"/>
                <a:gd name="connsiteY259" fmla="*/ 3333 h 94270"/>
                <a:gd name="connsiteX260" fmla="*/ 202812 w 742604"/>
                <a:gd name="connsiteY260" fmla="*/ 3333 h 94270"/>
                <a:gd name="connsiteX261" fmla="*/ 202812 w 742604"/>
                <a:gd name="connsiteY261" fmla="*/ 17188 h 94270"/>
                <a:gd name="connsiteX262" fmla="*/ 228542 w 742604"/>
                <a:gd name="connsiteY262" fmla="*/ 17188 h 94270"/>
                <a:gd name="connsiteX263" fmla="*/ 228542 w 742604"/>
                <a:gd name="connsiteY263" fmla="*/ 3333 h 94270"/>
                <a:gd name="connsiteX264" fmla="*/ 236563 w 742604"/>
                <a:gd name="connsiteY264" fmla="*/ 3333 h 94270"/>
                <a:gd name="connsiteX265" fmla="*/ 236563 w 742604"/>
                <a:gd name="connsiteY265" fmla="*/ 18646 h 94270"/>
                <a:gd name="connsiteX266" fmla="*/ 256458 w 742604"/>
                <a:gd name="connsiteY266" fmla="*/ 18646 h 94270"/>
                <a:gd name="connsiteX267" fmla="*/ 150104 w 742604"/>
                <a:gd name="connsiteY267" fmla="*/ 208 h 94270"/>
                <a:gd name="connsiteX268" fmla="*/ 158229 w 742604"/>
                <a:gd name="connsiteY268" fmla="*/ 208 h 94270"/>
                <a:gd name="connsiteX269" fmla="*/ 158229 w 742604"/>
                <a:gd name="connsiteY269" fmla="*/ 28333 h 94270"/>
                <a:gd name="connsiteX270" fmla="*/ 171146 w 742604"/>
                <a:gd name="connsiteY270" fmla="*/ 28333 h 94270"/>
                <a:gd name="connsiteX271" fmla="*/ 171146 w 742604"/>
                <a:gd name="connsiteY271" fmla="*/ 35625 h 94270"/>
                <a:gd name="connsiteX272" fmla="*/ 158229 w 742604"/>
                <a:gd name="connsiteY272" fmla="*/ 35625 h 94270"/>
                <a:gd name="connsiteX273" fmla="*/ 158229 w 742604"/>
                <a:gd name="connsiteY273" fmla="*/ 68229 h 94270"/>
                <a:gd name="connsiteX274" fmla="*/ 150104 w 742604"/>
                <a:gd name="connsiteY274" fmla="*/ 68229 h 94270"/>
                <a:gd name="connsiteX275" fmla="*/ 62292 w 742604"/>
                <a:gd name="connsiteY275" fmla="*/ 208 h 94270"/>
                <a:gd name="connsiteX276" fmla="*/ 70312 w 742604"/>
                <a:gd name="connsiteY276" fmla="*/ 208 h 94270"/>
                <a:gd name="connsiteX277" fmla="*/ 70312 w 742604"/>
                <a:gd name="connsiteY277" fmla="*/ 92500 h 94270"/>
                <a:gd name="connsiteX278" fmla="*/ 62292 w 742604"/>
                <a:gd name="connsiteY278" fmla="*/ 92500 h 94270"/>
                <a:gd name="connsiteX279" fmla="*/ 62292 w 742604"/>
                <a:gd name="connsiteY279" fmla="*/ 41146 h 94270"/>
                <a:gd name="connsiteX280" fmla="*/ 50000 w 742604"/>
                <a:gd name="connsiteY280" fmla="*/ 41146 h 94270"/>
                <a:gd name="connsiteX281" fmla="*/ 50000 w 742604"/>
                <a:gd name="connsiteY281" fmla="*/ 88125 h 94270"/>
                <a:gd name="connsiteX282" fmla="*/ 42083 w 742604"/>
                <a:gd name="connsiteY282" fmla="*/ 88125 h 94270"/>
                <a:gd name="connsiteX283" fmla="*/ 42083 w 742604"/>
                <a:gd name="connsiteY283" fmla="*/ 1771 h 94270"/>
                <a:gd name="connsiteX284" fmla="*/ 50000 w 742604"/>
                <a:gd name="connsiteY284" fmla="*/ 1771 h 94270"/>
                <a:gd name="connsiteX285" fmla="*/ 50000 w 742604"/>
                <a:gd name="connsiteY285" fmla="*/ 33229 h 94270"/>
                <a:gd name="connsiteX286" fmla="*/ 62292 w 742604"/>
                <a:gd name="connsiteY286" fmla="*/ 33229 h 94270"/>
                <a:gd name="connsiteX287" fmla="*/ 99479 w 742604"/>
                <a:gd name="connsiteY287" fmla="*/ 0 h 94270"/>
                <a:gd name="connsiteX288" fmla="*/ 126771 w 742604"/>
                <a:gd name="connsiteY288" fmla="*/ 0 h 94270"/>
                <a:gd name="connsiteX289" fmla="*/ 126771 w 742604"/>
                <a:gd name="connsiteY289" fmla="*/ 6667 h 94270"/>
                <a:gd name="connsiteX290" fmla="*/ 99479 w 742604"/>
                <a:gd name="connsiteY290" fmla="*/ 6667 h 94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</a:cxnLst>
              <a:rect l="l" t="t" r="r" b="b"/>
              <a:pathLst>
                <a:path w="742604" h="94270">
                  <a:moveTo>
                    <a:pt x="212604" y="71875"/>
                  </a:moveTo>
                  <a:lnTo>
                    <a:pt x="212604" y="84896"/>
                  </a:lnTo>
                  <a:lnTo>
                    <a:pt x="256562" y="84896"/>
                  </a:lnTo>
                  <a:lnTo>
                    <a:pt x="256562" y="71875"/>
                  </a:lnTo>
                  <a:close/>
                  <a:moveTo>
                    <a:pt x="100312" y="64896"/>
                  </a:moveTo>
                  <a:lnTo>
                    <a:pt x="108750" y="64896"/>
                  </a:lnTo>
                  <a:lnTo>
                    <a:pt x="108750" y="83646"/>
                  </a:lnTo>
                  <a:lnTo>
                    <a:pt x="161250" y="83646"/>
                  </a:lnTo>
                  <a:lnTo>
                    <a:pt x="161250" y="90625"/>
                  </a:lnTo>
                  <a:lnTo>
                    <a:pt x="102500" y="90625"/>
                  </a:lnTo>
                  <a:cubicBezTo>
                    <a:pt x="101667" y="90625"/>
                    <a:pt x="101094" y="90469"/>
                    <a:pt x="100781" y="90156"/>
                  </a:cubicBezTo>
                  <a:cubicBezTo>
                    <a:pt x="100469" y="89844"/>
                    <a:pt x="100312" y="89271"/>
                    <a:pt x="100312" y="88437"/>
                  </a:cubicBezTo>
                  <a:close/>
                  <a:moveTo>
                    <a:pt x="607396" y="63854"/>
                  </a:moveTo>
                  <a:cubicBezTo>
                    <a:pt x="600104" y="63854"/>
                    <a:pt x="594258" y="64870"/>
                    <a:pt x="589844" y="66927"/>
                  </a:cubicBezTo>
                  <a:cubicBezTo>
                    <a:pt x="585430" y="68971"/>
                    <a:pt x="583229" y="71875"/>
                    <a:pt x="583229" y="75625"/>
                  </a:cubicBezTo>
                  <a:cubicBezTo>
                    <a:pt x="583229" y="79583"/>
                    <a:pt x="585430" y="82578"/>
                    <a:pt x="589844" y="84635"/>
                  </a:cubicBezTo>
                  <a:cubicBezTo>
                    <a:pt x="594258" y="86680"/>
                    <a:pt x="600104" y="87708"/>
                    <a:pt x="607396" y="87708"/>
                  </a:cubicBezTo>
                  <a:cubicBezTo>
                    <a:pt x="614479" y="87708"/>
                    <a:pt x="620300" y="86680"/>
                    <a:pt x="624844" y="84635"/>
                  </a:cubicBezTo>
                  <a:cubicBezTo>
                    <a:pt x="629388" y="82578"/>
                    <a:pt x="631667" y="79583"/>
                    <a:pt x="631667" y="75625"/>
                  </a:cubicBezTo>
                  <a:cubicBezTo>
                    <a:pt x="631667" y="71875"/>
                    <a:pt x="629388" y="68971"/>
                    <a:pt x="624844" y="66927"/>
                  </a:cubicBezTo>
                  <a:cubicBezTo>
                    <a:pt x="620300" y="64870"/>
                    <a:pt x="614479" y="63854"/>
                    <a:pt x="607396" y="63854"/>
                  </a:cubicBezTo>
                  <a:close/>
                  <a:moveTo>
                    <a:pt x="671980" y="60313"/>
                  </a:moveTo>
                  <a:lnTo>
                    <a:pt x="680313" y="60313"/>
                  </a:lnTo>
                  <a:lnTo>
                    <a:pt x="680313" y="83542"/>
                  </a:lnTo>
                  <a:lnTo>
                    <a:pt x="733333" y="83542"/>
                  </a:lnTo>
                  <a:lnTo>
                    <a:pt x="733333" y="90625"/>
                  </a:lnTo>
                  <a:lnTo>
                    <a:pt x="674167" y="90625"/>
                  </a:lnTo>
                  <a:cubicBezTo>
                    <a:pt x="673333" y="90625"/>
                    <a:pt x="672761" y="90469"/>
                    <a:pt x="672448" y="90156"/>
                  </a:cubicBezTo>
                  <a:cubicBezTo>
                    <a:pt x="672136" y="89844"/>
                    <a:pt x="671980" y="89271"/>
                    <a:pt x="671980" y="88437"/>
                  </a:cubicBezTo>
                  <a:close/>
                  <a:moveTo>
                    <a:pt x="607396" y="57188"/>
                  </a:moveTo>
                  <a:cubicBezTo>
                    <a:pt x="618021" y="57188"/>
                    <a:pt x="626211" y="58959"/>
                    <a:pt x="631979" y="62500"/>
                  </a:cubicBezTo>
                  <a:cubicBezTo>
                    <a:pt x="637735" y="66042"/>
                    <a:pt x="640625" y="70443"/>
                    <a:pt x="640625" y="75729"/>
                  </a:cubicBezTo>
                  <a:cubicBezTo>
                    <a:pt x="640625" y="81068"/>
                    <a:pt x="637761" y="85495"/>
                    <a:pt x="632031" y="89010"/>
                  </a:cubicBezTo>
                  <a:cubicBezTo>
                    <a:pt x="626302" y="92513"/>
                    <a:pt x="618086" y="94271"/>
                    <a:pt x="607396" y="94271"/>
                  </a:cubicBezTo>
                  <a:cubicBezTo>
                    <a:pt x="596693" y="94271"/>
                    <a:pt x="588477" y="92513"/>
                    <a:pt x="582708" y="89010"/>
                  </a:cubicBezTo>
                  <a:cubicBezTo>
                    <a:pt x="576940" y="85495"/>
                    <a:pt x="574063" y="81068"/>
                    <a:pt x="574063" y="75729"/>
                  </a:cubicBezTo>
                  <a:cubicBezTo>
                    <a:pt x="574063" y="70443"/>
                    <a:pt x="576940" y="66042"/>
                    <a:pt x="582708" y="62500"/>
                  </a:cubicBezTo>
                  <a:cubicBezTo>
                    <a:pt x="588477" y="58959"/>
                    <a:pt x="596693" y="57188"/>
                    <a:pt x="607396" y="57188"/>
                  </a:cubicBezTo>
                  <a:close/>
                  <a:moveTo>
                    <a:pt x="204583" y="54375"/>
                  </a:moveTo>
                  <a:lnTo>
                    <a:pt x="212708" y="54375"/>
                  </a:lnTo>
                  <a:lnTo>
                    <a:pt x="212708" y="65208"/>
                  </a:lnTo>
                  <a:lnTo>
                    <a:pt x="256354" y="65208"/>
                  </a:lnTo>
                  <a:lnTo>
                    <a:pt x="256354" y="54375"/>
                  </a:lnTo>
                  <a:lnTo>
                    <a:pt x="264479" y="54375"/>
                  </a:lnTo>
                  <a:lnTo>
                    <a:pt x="264479" y="89375"/>
                  </a:lnTo>
                  <a:cubicBezTo>
                    <a:pt x="264479" y="90208"/>
                    <a:pt x="264323" y="90781"/>
                    <a:pt x="264011" y="91094"/>
                  </a:cubicBezTo>
                  <a:cubicBezTo>
                    <a:pt x="263698" y="91407"/>
                    <a:pt x="263125" y="91563"/>
                    <a:pt x="262292" y="91563"/>
                  </a:cubicBezTo>
                  <a:lnTo>
                    <a:pt x="206771" y="91563"/>
                  </a:lnTo>
                  <a:cubicBezTo>
                    <a:pt x="205937" y="91563"/>
                    <a:pt x="205365" y="91407"/>
                    <a:pt x="205052" y="91094"/>
                  </a:cubicBezTo>
                  <a:cubicBezTo>
                    <a:pt x="204740" y="90781"/>
                    <a:pt x="204583" y="90208"/>
                    <a:pt x="204583" y="89375"/>
                  </a:cubicBezTo>
                  <a:close/>
                  <a:moveTo>
                    <a:pt x="498958" y="51146"/>
                  </a:moveTo>
                  <a:lnTo>
                    <a:pt x="507396" y="51146"/>
                  </a:lnTo>
                  <a:lnTo>
                    <a:pt x="507396" y="73854"/>
                  </a:lnTo>
                  <a:lnTo>
                    <a:pt x="545625" y="73854"/>
                  </a:lnTo>
                  <a:lnTo>
                    <a:pt x="545625" y="80833"/>
                  </a:lnTo>
                  <a:lnTo>
                    <a:pt x="460834" y="80833"/>
                  </a:lnTo>
                  <a:lnTo>
                    <a:pt x="460834" y="73854"/>
                  </a:lnTo>
                  <a:lnTo>
                    <a:pt x="498958" y="73854"/>
                  </a:lnTo>
                  <a:close/>
                  <a:moveTo>
                    <a:pt x="310000" y="48646"/>
                  </a:moveTo>
                  <a:lnTo>
                    <a:pt x="310000" y="57396"/>
                  </a:lnTo>
                  <a:lnTo>
                    <a:pt x="332292" y="57396"/>
                  </a:lnTo>
                  <a:lnTo>
                    <a:pt x="332292" y="48646"/>
                  </a:lnTo>
                  <a:close/>
                  <a:moveTo>
                    <a:pt x="278750" y="42500"/>
                  </a:moveTo>
                  <a:lnTo>
                    <a:pt x="363229" y="42500"/>
                  </a:lnTo>
                  <a:lnTo>
                    <a:pt x="363229" y="48646"/>
                  </a:lnTo>
                  <a:lnTo>
                    <a:pt x="340521" y="48646"/>
                  </a:lnTo>
                  <a:lnTo>
                    <a:pt x="340521" y="57396"/>
                  </a:lnTo>
                  <a:lnTo>
                    <a:pt x="349583" y="57396"/>
                  </a:lnTo>
                  <a:cubicBezTo>
                    <a:pt x="350417" y="57396"/>
                    <a:pt x="350990" y="57552"/>
                    <a:pt x="351302" y="57865"/>
                  </a:cubicBezTo>
                  <a:cubicBezTo>
                    <a:pt x="351615" y="58177"/>
                    <a:pt x="351771" y="58750"/>
                    <a:pt x="351771" y="59584"/>
                  </a:cubicBezTo>
                  <a:lnTo>
                    <a:pt x="351771" y="75208"/>
                  </a:lnTo>
                  <a:cubicBezTo>
                    <a:pt x="351771" y="76042"/>
                    <a:pt x="351615" y="76615"/>
                    <a:pt x="351302" y="76927"/>
                  </a:cubicBezTo>
                  <a:cubicBezTo>
                    <a:pt x="350990" y="77240"/>
                    <a:pt x="350417" y="77396"/>
                    <a:pt x="349583" y="77396"/>
                  </a:cubicBezTo>
                  <a:lnTo>
                    <a:pt x="298750" y="77396"/>
                  </a:lnTo>
                  <a:lnTo>
                    <a:pt x="298750" y="85625"/>
                  </a:lnTo>
                  <a:lnTo>
                    <a:pt x="354063" y="85625"/>
                  </a:lnTo>
                  <a:lnTo>
                    <a:pt x="354063" y="91667"/>
                  </a:lnTo>
                  <a:lnTo>
                    <a:pt x="292188" y="91667"/>
                  </a:lnTo>
                  <a:cubicBezTo>
                    <a:pt x="291354" y="91667"/>
                    <a:pt x="290781" y="91511"/>
                    <a:pt x="290469" y="91198"/>
                  </a:cubicBezTo>
                  <a:cubicBezTo>
                    <a:pt x="290156" y="90886"/>
                    <a:pt x="290000" y="90313"/>
                    <a:pt x="290000" y="89479"/>
                  </a:cubicBezTo>
                  <a:lnTo>
                    <a:pt x="290000" y="73750"/>
                  </a:lnTo>
                  <a:cubicBezTo>
                    <a:pt x="290000" y="72917"/>
                    <a:pt x="290156" y="72344"/>
                    <a:pt x="290469" y="72031"/>
                  </a:cubicBezTo>
                  <a:cubicBezTo>
                    <a:pt x="290781" y="71719"/>
                    <a:pt x="291354" y="71563"/>
                    <a:pt x="292188" y="71563"/>
                  </a:cubicBezTo>
                  <a:lnTo>
                    <a:pt x="343021" y="71563"/>
                  </a:lnTo>
                  <a:lnTo>
                    <a:pt x="343021" y="63438"/>
                  </a:lnTo>
                  <a:lnTo>
                    <a:pt x="290000" y="63438"/>
                  </a:lnTo>
                  <a:lnTo>
                    <a:pt x="290000" y="57396"/>
                  </a:lnTo>
                  <a:lnTo>
                    <a:pt x="301875" y="57396"/>
                  </a:lnTo>
                  <a:lnTo>
                    <a:pt x="301875" y="48646"/>
                  </a:lnTo>
                  <a:lnTo>
                    <a:pt x="278750" y="48646"/>
                  </a:lnTo>
                  <a:close/>
                  <a:moveTo>
                    <a:pt x="113333" y="30938"/>
                  </a:moveTo>
                  <a:cubicBezTo>
                    <a:pt x="108880" y="30938"/>
                    <a:pt x="105364" y="31875"/>
                    <a:pt x="102760" y="33750"/>
                  </a:cubicBezTo>
                  <a:cubicBezTo>
                    <a:pt x="100156" y="35625"/>
                    <a:pt x="98854" y="38229"/>
                    <a:pt x="98854" y="41563"/>
                  </a:cubicBezTo>
                  <a:cubicBezTo>
                    <a:pt x="98854" y="44961"/>
                    <a:pt x="100156" y="47578"/>
                    <a:pt x="102760" y="49427"/>
                  </a:cubicBezTo>
                  <a:cubicBezTo>
                    <a:pt x="105364" y="51263"/>
                    <a:pt x="108880" y="52187"/>
                    <a:pt x="113333" y="52187"/>
                  </a:cubicBezTo>
                  <a:cubicBezTo>
                    <a:pt x="117565" y="52187"/>
                    <a:pt x="120990" y="51263"/>
                    <a:pt x="123593" y="49427"/>
                  </a:cubicBezTo>
                  <a:cubicBezTo>
                    <a:pt x="126198" y="47578"/>
                    <a:pt x="127500" y="44961"/>
                    <a:pt x="127500" y="41563"/>
                  </a:cubicBezTo>
                  <a:cubicBezTo>
                    <a:pt x="127500" y="38229"/>
                    <a:pt x="126198" y="35625"/>
                    <a:pt x="123593" y="33750"/>
                  </a:cubicBezTo>
                  <a:cubicBezTo>
                    <a:pt x="120990" y="31875"/>
                    <a:pt x="117565" y="30938"/>
                    <a:pt x="113333" y="30938"/>
                  </a:cubicBezTo>
                  <a:close/>
                  <a:moveTo>
                    <a:pt x="113229" y="24687"/>
                  </a:moveTo>
                  <a:cubicBezTo>
                    <a:pt x="119896" y="24687"/>
                    <a:pt x="125365" y="26224"/>
                    <a:pt x="129635" y="29323"/>
                  </a:cubicBezTo>
                  <a:cubicBezTo>
                    <a:pt x="133906" y="32409"/>
                    <a:pt x="136042" y="36484"/>
                    <a:pt x="136042" y="41563"/>
                  </a:cubicBezTo>
                  <a:cubicBezTo>
                    <a:pt x="136042" y="46693"/>
                    <a:pt x="133919" y="50794"/>
                    <a:pt x="129687" y="53854"/>
                  </a:cubicBezTo>
                  <a:cubicBezTo>
                    <a:pt x="125456" y="56901"/>
                    <a:pt x="119961" y="58438"/>
                    <a:pt x="113229" y="58438"/>
                  </a:cubicBezTo>
                  <a:cubicBezTo>
                    <a:pt x="106354" y="58438"/>
                    <a:pt x="100833" y="56901"/>
                    <a:pt x="96666" y="53854"/>
                  </a:cubicBezTo>
                  <a:cubicBezTo>
                    <a:pt x="92500" y="50794"/>
                    <a:pt x="90417" y="46693"/>
                    <a:pt x="90417" y="41563"/>
                  </a:cubicBezTo>
                  <a:cubicBezTo>
                    <a:pt x="90417" y="36484"/>
                    <a:pt x="92500" y="32409"/>
                    <a:pt x="96666" y="29323"/>
                  </a:cubicBezTo>
                  <a:cubicBezTo>
                    <a:pt x="100833" y="26224"/>
                    <a:pt x="106354" y="24687"/>
                    <a:pt x="113229" y="24687"/>
                  </a:cubicBezTo>
                  <a:close/>
                  <a:moveTo>
                    <a:pt x="202812" y="24167"/>
                  </a:moveTo>
                  <a:lnTo>
                    <a:pt x="202812" y="38646"/>
                  </a:lnTo>
                  <a:lnTo>
                    <a:pt x="228542" y="38646"/>
                  </a:lnTo>
                  <a:lnTo>
                    <a:pt x="228542" y="24167"/>
                  </a:lnTo>
                  <a:close/>
                  <a:moveTo>
                    <a:pt x="598854" y="22084"/>
                  </a:moveTo>
                  <a:lnTo>
                    <a:pt x="607188" y="22084"/>
                  </a:lnTo>
                  <a:lnTo>
                    <a:pt x="607188" y="41563"/>
                  </a:lnTo>
                  <a:lnTo>
                    <a:pt x="649688" y="41563"/>
                  </a:lnTo>
                  <a:lnTo>
                    <a:pt x="649688" y="48750"/>
                  </a:lnTo>
                  <a:lnTo>
                    <a:pt x="565104" y="48750"/>
                  </a:lnTo>
                  <a:lnTo>
                    <a:pt x="565104" y="41563"/>
                  </a:lnTo>
                  <a:lnTo>
                    <a:pt x="598854" y="41563"/>
                  </a:lnTo>
                  <a:close/>
                  <a:moveTo>
                    <a:pt x="86875" y="13334"/>
                  </a:moveTo>
                  <a:lnTo>
                    <a:pt x="139792" y="13334"/>
                  </a:lnTo>
                  <a:lnTo>
                    <a:pt x="139792" y="19896"/>
                  </a:lnTo>
                  <a:lnTo>
                    <a:pt x="86875" y="19896"/>
                  </a:lnTo>
                  <a:close/>
                  <a:moveTo>
                    <a:pt x="2187" y="6042"/>
                  </a:moveTo>
                  <a:lnTo>
                    <a:pt x="31354" y="6042"/>
                  </a:lnTo>
                  <a:lnTo>
                    <a:pt x="31354" y="13021"/>
                  </a:lnTo>
                  <a:lnTo>
                    <a:pt x="8125" y="13021"/>
                  </a:lnTo>
                  <a:lnTo>
                    <a:pt x="8125" y="61458"/>
                  </a:lnTo>
                  <a:lnTo>
                    <a:pt x="10104" y="61458"/>
                  </a:lnTo>
                  <a:cubicBezTo>
                    <a:pt x="11979" y="61458"/>
                    <a:pt x="14128" y="61419"/>
                    <a:pt x="16563" y="61354"/>
                  </a:cubicBezTo>
                  <a:cubicBezTo>
                    <a:pt x="18984" y="61276"/>
                    <a:pt x="21458" y="61146"/>
                    <a:pt x="23958" y="60937"/>
                  </a:cubicBezTo>
                  <a:cubicBezTo>
                    <a:pt x="26458" y="60729"/>
                    <a:pt x="28867" y="60495"/>
                    <a:pt x="31198" y="60260"/>
                  </a:cubicBezTo>
                  <a:cubicBezTo>
                    <a:pt x="33528" y="60013"/>
                    <a:pt x="35586" y="59714"/>
                    <a:pt x="37396" y="59375"/>
                  </a:cubicBezTo>
                  <a:lnTo>
                    <a:pt x="37396" y="66563"/>
                  </a:lnTo>
                  <a:cubicBezTo>
                    <a:pt x="33229" y="67253"/>
                    <a:pt x="28476" y="67826"/>
                    <a:pt x="23125" y="68282"/>
                  </a:cubicBezTo>
                  <a:cubicBezTo>
                    <a:pt x="17773" y="68724"/>
                    <a:pt x="12422" y="68958"/>
                    <a:pt x="7083" y="68958"/>
                  </a:cubicBezTo>
                  <a:lnTo>
                    <a:pt x="2187" y="68958"/>
                  </a:lnTo>
                  <a:cubicBezTo>
                    <a:pt x="1276" y="68958"/>
                    <a:pt x="690" y="68815"/>
                    <a:pt x="416" y="68542"/>
                  </a:cubicBezTo>
                  <a:cubicBezTo>
                    <a:pt x="130" y="68255"/>
                    <a:pt x="0" y="67709"/>
                    <a:pt x="0" y="66875"/>
                  </a:cubicBezTo>
                  <a:lnTo>
                    <a:pt x="0" y="8229"/>
                  </a:lnTo>
                  <a:cubicBezTo>
                    <a:pt x="0" y="7396"/>
                    <a:pt x="156" y="6823"/>
                    <a:pt x="468" y="6510"/>
                  </a:cubicBezTo>
                  <a:cubicBezTo>
                    <a:pt x="781" y="6198"/>
                    <a:pt x="1354" y="6042"/>
                    <a:pt x="2187" y="6042"/>
                  </a:cubicBezTo>
                  <a:close/>
                  <a:moveTo>
                    <a:pt x="471146" y="5208"/>
                  </a:moveTo>
                  <a:lnTo>
                    <a:pt x="535208" y="5208"/>
                  </a:lnTo>
                  <a:lnTo>
                    <a:pt x="535208" y="12188"/>
                  </a:lnTo>
                  <a:lnTo>
                    <a:pt x="507813" y="12188"/>
                  </a:lnTo>
                  <a:lnTo>
                    <a:pt x="507813" y="15104"/>
                  </a:lnTo>
                  <a:cubicBezTo>
                    <a:pt x="507813" y="19336"/>
                    <a:pt x="508841" y="23203"/>
                    <a:pt x="510886" y="26719"/>
                  </a:cubicBezTo>
                  <a:cubicBezTo>
                    <a:pt x="512930" y="30222"/>
                    <a:pt x="515586" y="33333"/>
                    <a:pt x="518854" y="36042"/>
                  </a:cubicBezTo>
                  <a:cubicBezTo>
                    <a:pt x="522187" y="38815"/>
                    <a:pt x="525886" y="41159"/>
                    <a:pt x="529948" y="43073"/>
                  </a:cubicBezTo>
                  <a:cubicBezTo>
                    <a:pt x="534011" y="44974"/>
                    <a:pt x="538047" y="46380"/>
                    <a:pt x="542083" y="47292"/>
                  </a:cubicBezTo>
                  <a:lnTo>
                    <a:pt x="536250" y="53542"/>
                  </a:lnTo>
                  <a:cubicBezTo>
                    <a:pt x="533334" y="52708"/>
                    <a:pt x="530209" y="51510"/>
                    <a:pt x="526875" y="49948"/>
                  </a:cubicBezTo>
                  <a:cubicBezTo>
                    <a:pt x="523542" y="48385"/>
                    <a:pt x="520352" y="46523"/>
                    <a:pt x="517292" y="44375"/>
                  </a:cubicBezTo>
                  <a:cubicBezTo>
                    <a:pt x="514232" y="42214"/>
                    <a:pt x="511459" y="39805"/>
                    <a:pt x="508958" y="37135"/>
                  </a:cubicBezTo>
                  <a:cubicBezTo>
                    <a:pt x="506459" y="34453"/>
                    <a:pt x="504583" y="31588"/>
                    <a:pt x="503333" y="28542"/>
                  </a:cubicBezTo>
                  <a:cubicBezTo>
                    <a:pt x="501940" y="31797"/>
                    <a:pt x="500039" y="34714"/>
                    <a:pt x="497604" y="37292"/>
                  </a:cubicBezTo>
                  <a:cubicBezTo>
                    <a:pt x="495169" y="39857"/>
                    <a:pt x="492461" y="42148"/>
                    <a:pt x="489479" y="44167"/>
                  </a:cubicBezTo>
                  <a:cubicBezTo>
                    <a:pt x="486485" y="46172"/>
                    <a:pt x="483334" y="47969"/>
                    <a:pt x="480000" y="49531"/>
                  </a:cubicBezTo>
                  <a:cubicBezTo>
                    <a:pt x="476667" y="51094"/>
                    <a:pt x="473399" y="52461"/>
                    <a:pt x="470209" y="53646"/>
                  </a:cubicBezTo>
                  <a:lnTo>
                    <a:pt x="463958" y="47292"/>
                  </a:lnTo>
                  <a:cubicBezTo>
                    <a:pt x="468542" y="46042"/>
                    <a:pt x="472917" y="44479"/>
                    <a:pt x="477083" y="42604"/>
                  </a:cubicBezTo>
                  <a:cubicBezTo>
                    <a:pt x="481250" y="40729"/>
                    <a:pt x="484935" y="38464"/>
                    <a:pt x="488125" y="35834"/>
                  </a:cubicBezTo>
                  <a:cubicBezTo>
                    <a:pt x="491315" y="33190"/>
                    <a:pt x="493854" y="30169"/>
                    <a:pt x="495729" y="26771"/>
                  </a:cubicBezTo>
                  <a:cubicBezTo>
                    <a:pt x="497604" y="23359"/>
                    <a:pt x="498542" y="19479"/>
                    <a:pt x="498542" y="15104"/>
                  </a:cubicBezTo>
                  <a:lnTo>
                    <a:pt x="498542" y="12188"/>
                  </a:lnTo>
                  <a:lnTo>
                    <a:pt x="471146" y="12188"/>
                  </a:lnTo>
                  <a:close/>
                  <a:moveTo>
                    <a:pt x="664792" y="4479"/>
                  </a:moveTo>
                  <a:lnTo>
                    <a:pt x="704896" y="4479"/>
                  </a:lnTo>
                  <a:lnTo>
                    <a:pt x="704896" y="11667"/>
                  </a:lnTo>
                  <a:lnTo>
                    <a:pt x="670729" y="11667"/>
                  </a:lnTo>
                  <a:lnTo>
                    <a:pt x="670729" y="41250"/>
                  </a:lnTo>
                  <a:lnTo>
                    <a:pt x="675834" y="41250"/>
                  </a:lnTo>
                  <a:cubicBezTo>
                    <a:pt x="682708" y="41250"/>
                    <a:pt x="689818" y="40990"/>
                    <a:pt x="697188" y="40469"/>
                  </a:cubicBezTo>
                  <a:cubicBezTo>
                    <a:pt x="704544" y="39948"/>
                    <a:pt x="711354" y="39063"/>
                    <a:pt x="717605" y="37812"/>
                  </a:cubicBezTo>
                  <a:lnTo>
                    <a:pt x="717605" y="45000"/>
                  </a:lnTo>
                  <a:cubicBezTo>
                    <a:pt x="714544" y="45625"/>
                    <a:pt x="711211" y="46159"/>
                    <a:pt x="707604" y="46615"/>
                  </a:cubicBezTo>
                  <a:cubicBezTo>
                    <a:pt x="703998" y="47057"/>
                    <a:pt x="700209" y="47461"/>
                    <a:pt x="696250" y="47812"/>
                  </a:cubicBezTo>
                  <a:cubicBezTo>
                    <a:pt x="692292" y="48086"/>
                    <a:pt x="688243" y="48294"/>
                    <a:pt x="684115" y="48438"/>
                  </a:cubicBezTo>
                  <a:cubicBezTo>
                    <a:pt x="679987" y="48568"/>
                    <a:pt x="675938" y="48646"/>
                    <a:pt x="671980" y="48646"/>
                  </a:cubicBezTo>
                  <a:lnTo>
                    <a:pt x="664792" y="48646"/>
                  </a:lnTo>
                  <a:cubicBezTo>
                    <a:pt x="663880" y="48646"/>
                    <a:pt x="663294" y="48503"/>
                    <a:pt x="663021" y="48229"/>
                  </a:cubicBezTo>
                  <a:cubicBezTo>
                    <a:pt x="662748" y="47943"/>
                    <a:pt x="662605" y="47396"/>
                    <a:pt x="662605" y="46563"/>
                  </a:cubicBezTo>
                  <a:lnTo>
                    <a:pt x="662605" y="6667"/>
                  </a:lnTo>
                  <a:cubicBezTo>
                    <a:pt x="662605" y="5833"/>
                    <a:pt x="662761" y="5260"/>
                    <a:pt x="663073" y="4948"/>
                  </a:cubicBezTo>
                  <a:cubicBezTo>
                    <a:pt x="663386" y="4636"/>
                    <a:pt x="663958" y="4479"/>
                    <a:pt x="664792" y="4479"/>
                  </a:cubicBezTo>
                  <a:close/>
                  <a:moveTo>
                    <a:pt x="379583" y="3542"/>
                  </a:moveTo>
                  <a:lnTo>
                    <a:pt x="442188" y="3542"/>
                  </a:lnTo>
                  <a:cubicBezTo>
                    <a:pt x="443021" y="3542"/>
                    <a:pt x="443594" y="3698"/>
                    <a:pt x="443906" y="4011"/>
                  </a:cubicBezTo>
                  <a:cubicBezTo>
                    <a:pt x="444219" y="4323"/>
                    <a:pt x="444375" y="4896"/>
                    <a:pt x="444375" y="5729"/>
                  </a:cubicBezTo>
                  <a:cubicBezTo>
                    <a:pt x="444167" y="8646"/>
                    <a:pt x="443880" y="11823"/>
                    <a:pt x="443542" y="15260"/>
                  </a:cubicBezTo>
                  <a:cubicBezTo>
                    <a:pt x="443190" y="18698"/>
                    <a:pt x="442813" y="22188"/>
                    <a:pt x="442396" y="25729"/>
                  </a:cubicBezTo>
                  <a:cubicBezTo>
                    <a:pt x="441979" y="29193"/>
                    <a:pt x="441511" y="32578"/>
                    <a:pt x="440990" y="35886"/>
                  </a:cubicBezTo>
                  <a:cubicBezTo>
                    <a:pt x="440469" y="39180"/>
                    <a:pt x="439961" y="42083"/>
                    <a:pt x="439479" y="44583"/>
                  </a:cubicBezTo>
                  <a:lnTo>
                    <a:pt x="454479" y="44583"/>
                  </a:lnTo>
                  <a:lnTo>
                    <a:pt x="454479" y="51667"/>
                  </a:lnTo>
                  <a:lnTo>
                    <a:pt x="415417" y="51667"/>
                  </a:lnTo>
                  <a:lnTo>
                    <a:pt x="415417" y="92604"/>
                  </a:lnTo>
                  <a:lnTo>
                    <a:pt x="407083" y="92604"/>
                  </a:lnTo>
                  <a:lnTo>
                    <a:pt x="407083" y="51667"/>
                  </a:lnTo>
                  <a:lnTo>
                    <a:pt x="369688" y="51667"/>
                  </a:lnTo>
                  <a:lnTo>
                    <a:pt x="369688" y="44583"/>
                  </a:lnTo>
                  <a:lnTo>
                    <a:pt x="431250" y="44583"/>
                  </a:lnTo>
                  <a:cubicBezTo>
                    <a:pt x="431732" y="42083"/>
                    <a:pt x="432226" y="39388"/>
                    <a:pt x="432709" y="36511"/>
                  </a:cubicBezTo>
                  <a:cubicBezTo>
                    <a:pt x="433190" y="33620"/>
                    <a:pt x="433646" y="30690"/>
                    <a:pt x="434063" y="27708"/>
                  </a:cubicBezTo>
                  <a:cubicBezTo>
                    <a:pt x="434401" y="24714"/>
                    <a:pt x="434740" y="21771"/>
                    <a:pt x="435052" y="18854"/>
                  </a:cubicBezTo>
                  <a:cubicBezTo>
                    <a:pt x="435364" y="15937"/>
                    <a:pt x="435586" y="13190"/>
                    <a:pt x="435729" y="10625"/>
                  </a:cubicBezTo>
                  <a:lnTo>
                    <a:pt x="379583" y="10625"/>
                  </a:lnTo>
                  <a:close/>
                  <a:moveTo>
                    <a:pt x="574896" y="2917"/>
                  </a:moveTo>
                  <a:lnTo>
                    <a:pt x="637813" y="2917"/>
                  </a:lnTo>
                  <a:cubicBezTo>
                    <a:pt x="638646" y="2917"/>
                    <a:pt x="639219" y="3073"/>
                    <a:pt x="639532" y="3386"/>
                  </a:cubicBezTo>
                  <a:cubicBezTo>
                    <a:pt x="639844" y="3698"/>
                    <a:pt x="640000" y="4271"/>
                    <a:pt x="640000" y="5104"/>
                  </a:cubicBezTo>
                  <a:cubicBezTo>
                    <a:pt x="639792" y="11146"/>
                    <a:pt x="639336" y="16537"/>
                    <a:pt x="638646" y="21302"/>
                  </a:cubicBezTo>
                  <a:cubicBezTo>
                    <a:pt x="637943" y="26055"/>
                    <a:pt x="637214" y="30482"/>
                    <a:pt x="636458" y="34583"/>
                  </a:cubicBezTo>
                  <a:lnTo>
                    <a:pt x="628542" y="34583"/>
                  </a:lnTo>
                  <a:cubicBezTo>
                    <a:pt x="629375" y="30417"/>
                    <a:pt x="630026" y="26380"/>
                    <a:pt x="630521" y="22500"/>
                  </a:cubicBezTo>
                  <a:cubicBezTo>
                    <a:pt x="631003" y="18607"/>
                    <a:pt x="631354" y="14440"/>
                    <a:pt x="631563" y="10000"/>
                  </a:cubicBezTo>
                  <a:lnTo>
                    <a:pt x="574896" y="10000"/>
                  </a:lnTo>
                  <a:close/>
                  <a:moveTo>
                    <a:pt x="290000" y="2187"/>
                  </a:moveTo>
                  <a:lnTo>
                    <a:pt x="349167" y="2187"/>
                  </a:lnTo>
                  <a:cubicBezTo>
                    <a:pt x="350000" y="2187"/>
                    <a:pt x="350573" y="2344"/>
                    <a:pt x="350886" y="2656"/>
                  </a:cubicBezTo>
                  <a:cubicBezTo>
                    <a:pt x="351198" y="2969"/>
                    <a:pt x="351354" y="3542"/>
                    <a:pt x="351354" y="4375"/>
                  </a:cubicBezTo>
                  <a:lnTo>
                    <a:pt x="351354" y="19583"/>
                  </a:lnTo>
                  <a:cubicBezTo>
                    <a:pt x="351354" y="20417"/>
                    <a:pt x="351198" y="20990"/>
                    <a:pt x="350886" y="21302"/>
                  </a:cubicBezTo>
                  <a:cubicBezTo>
                    <a:pt x="350573" y="21615"/>
                    <a:pt x="350000" y="21771"/>
                    <a:pt x="349167" y="21771"/>
                  </a:cubicBezTo>
                  <a:lnTo>
                    <a:pt x="298750" y="21771"/>
                  </a:lnTo>
                  <a:lnTo>
                    <a:pt x="298750" y="29687"/>
                  </a:lnTo>
                  <a:lnTo>
                    <a:pt x="353333" y="29687"/>
                  </a:lnTo>
                  <a:lnTo>
                    <a:pt x="353333" y="35625"/>
                  </a:lnTo>
                  <a:lnTo>
                    <a:pt x="292188" y="35625"/>
                  </a:lnTo>
                  <a:cubicBezTo>
                    <a:pt x="291354" y="35625"/>
                    <a:pt x="290781" y="35469"/>
                    <a:pt x="290469" y="35156"/>
                  </a:cubicBezTo>
                  <a:cubicBezTo>
                    <a:pt x="290156" y="34844"/>
                    <a:pt x="290000" y="34271"/>
                    <a:pt x="290000" y="33437"/>
                  </a:cubicBezTo>
                  <a:lnTo>
                    <a:pt x="290000" y="18229"/>
                  </a:lnTo>
                  <a:cubicBezTo>
                    <a:pt x="290000" y="17396"/>
                    <a:pt x="290156" y="16823"/>
                    <a:pt x="290469" y="16510"/>
                  </a:cubicBezTo>
                  <a:cubicBezTo>
                    <a:pt x="290781" y="16198"/>
                    <a:pt x="291354" y="16042"/>
                    <a:pt x="292188" y="16042"/>
                  </a:cubicBezTo>
                  <a:lnTo>
                    <a:pt x="342500" y="16042"/>
                  </a:lnTo>
                  <a:lnTo>
                    <a:pt x="342500" y="8229"/>
                  </a:lnTo>
                  <a:lnTo>
                    <a:pt x="290000" y="8229"/>
                  </a:lnTo>
                  <a:close/>
                  <a:moveTo>
                    <a:pt x="721875" y="208"/>
                  </a:moveTo>
                  <a:lnTo>
                    <a:pt x="730104" y="208"/>
                  </a:lnTo>
                  <a:lnTo>
                    <a:pt x="730104" y="23021"/>
                  </a:lnTo>
                  <a:lnTo>
                    <a:pt x="742604" y="23021"/>
                  </a:lnTo>
                  <a:lnTo>
                    <a:pt x="742604" y="30313"/>
                  </a:lnTo>
                  <a:lnTo>
                    <a:pt x="730104" y="30313"/>
                  </a:lnTo>
                  <a:lnTo>
                    <a:pt x="730104" y="67917"/>
                  </a:lnTo>
                  <a:lnTo>
                    <a:pt x="721875" y="67917"/>
                  </a:lnTo>
                  <a:close/>
                  <a:moveTo>
                    <a:pt x="256458" y="208"/>
                  </a:moveTo>
                  <a:lnTo>
                    <a:pt x="264583" y="208"/>
                  </a:lnTo>
                  <a:lnTo>
                    <a:pt x="264583" y="49896"/>
                  </a:lnTo>
                  <a:lnTo>
                    <a:pt x="256458" y="49896"/>
                  </a:lnTo>
                  <a:lnTo>
                    <a:pt x="256458" y="25729"/>
                  </a:lnTo>
                  <a:lnTo>
                    <a:pt x="236563" y="25729"/>
                  </a:lnTo>
                  <a:lnTo>
                    <a:pt x="236563" y="43437"/>
                  </a:lnTo>
                  <a:cubicBezTo>
                    <a:pt x="236563" y="44271"/>
                    <a:pt x="236406" y="44844"/>
                    <a:pt x="236094" y="45156"/>
                  </a:cubicBezTo>
                  <a:cubicBezTo>
                    <a:pt x="235781" y="45469"/>
                    <a:pt x="235208" y="45625"/>
                    <a:pt x="234375" y="45625"/>
                  </a:cubicBezTo>
                  <a:lnTo>
                    <a:pt x="196875" y="45625"/>
                  </a:lnTo>
                  <a:cubicBezTo>
                    <a:pt x="196042" y="45625"/>
                    <a:pt x="195469" y="45469"/>
                    <a:pt x="195156" y="45156"/>
                  </a:cubicBezTo>
                  <a:cubicBezTo>
                    <a:pt x="194844" y="44844"/>
                    <a:pt x="194688" y="44271"/>
                    <a:pt x="194688" y="43437"/>
                  </a:cubicBezTo>
                  <a:lnTo>
                    <a:pt x="194688" y="3333"/>
                  </a:lnTo>
                  <a:lnTo>
                    <a:pt x="202812" y="3333"/>
                  </a:lnTo>
                  <a:lnTo>
                    <a:pt x="202812" y="17188"/>
                  </a:lnTo>
                  <a:lnTo>
                    <a:pt x="228542" y="17188"/>
                  </a:lnTo>
                  <a:lnTo>
                    <a:pt x="228542" y="3333"/>
                  </a:lnTo>
                  <a:lnTo>
                    <a:pt x="236563" y="3333"/>
                  </a:lnTo>
                  <a:lnTo>
                    <a:pt x="236563" y="18646"/>
                  </a:lnTo>
                  <a:lnTo>
                    <a:pt x="256458" y="18646"/>
                  </a:lnTo>
                  <a:close/>
                  <a:moveTo>
                    <a:pt x="150104" y="208"/>
                  </a:moveTo>
                  <a:lnTo>
                    <a:pt x="158229" y="208"/>
                  </a:lnTo>
                  <a:lnTo>
                    <a:pt x="158229" y="28333"/>
                  </a:lnTo>
                  <a:lnTo>
                    <a:pt x="171146" y="28333"/>
                  </a:lnTo>
                  <a:lnTo>
                    <a:pt x="171146" y="35625"/>
                  </a:lnTo>
                  <a:lnTo>
                    <a:pt x="158229" y="35625"/>
                  </a:lnTo>
                  <a:lnTo>
                    <a:pt x="158229" y="68229"/>
                  </a:lnTo>
                  <a:lnTo>
                    <a:pt x="150104" y="68229"/>
                  </a:lnTo>
                  <a:close/>
                  <a:moveTo>
                    <a:pt x="62292" y="208"/>
                  </a:moveTo>
                  <a:lnTo>
                    <a:pt x="70312" y="208"/>
                  </a:lnTo>
                  <a:lnTo>
                    <a:pt x="70312" y="92500"/>
                  </a:lnTo>
                  <a:lnTo>
                    <a:pt x="62292" y="92500"/>
                  </a:lnTo>
                  <a:lnTo>
                    <a:pt x="62292" y="41146"/>
                  </a:lnTo>
                  <a:lnTo>
                    <a:pt x="50000" y="41146"/>
                  </a:lnTo>
                  <a:lnTo>
                    <a:pt x="50000" y="88125"/>
                  </a:lnTo>
                  <a:lnTo>
                    <a:pt x="42083" y="88125"/>
                  </a:lnTo>
                  <a:lnTo>
                    <a:pt x="42083" y="1771"/>
                  </a:lnTo>
                  <a:lnTo>
                    <a:pt x="50000" y="1771"/>
                  </a:lnTo>
                  <a:lnTo>
                    <a:pt x="50000" y="33229"/>
                  </a:lnTo>
                  <a:lnTo>
                    <a:pt x="62292" y="33229"/>
                  </a:lnTo>
                  <a:close/>
                  <a:moveTo>
                    <a:pt x="99479" y="0"/>
                  </a:moveTo>
                  <a:lnTo>
                    <a:pt x="126771" y="0"/>
                  </a:lnTo>
                  <a:lnTo>
                    <a:pt x="126771" y="6667"/>
                  </a:lnTo>
                  <a:lnTo>
                    <a:pt x="99479" y="6667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7" name="TextBox 546">
              <a:extLst>
                <a:ext uri="{FF2B5EF4-FFF2-40B4-BE49-F238E27FC236}">
                  <a16:creationId xmlns:a16="http://schemas.microsoft.com/office/drawing/2014/main" id="{AD316BAD-FFF3-4EE1-99FD-F9C5704648C9}"/>
                </a:ext>
              </a:extLst>
            </p:cNvPr>
            <p:cNvSpPr txBox="1"/>
            <p:nvPr/>
          </p:nvSpPr>
          <p:spPr>
            <a:xfrm>
              <a:off x="4617548" y="5136712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대한법률구조공단</a:t>
              </a:r>
            </a:p>
          </p:txBody>
        </p:sp>
        <p:grpSp>
          <p:nvGrpSpPr>
            <p:cNvPr id="548" name="그래픽 5">
              <a:extLst>
                <a:ext uri="{FF2B5EF4-FFF2-40B4-BE49-F238E27FC236}">
                  <a16:creationId xmlns:a16="http://schemas.microsoft.com/office/drawing/2014/main" id="{8556FC26-FD89-43AD-889C-DB25180C091C}"/>
                </a:ext>
              </a:extLst>
            </p:cNvPr>
            <p:cNvGrpSpPr/>
            <p:nvPr/>
          </p:nvGrpSpPr>
          <p:grpSpPr>
            <a:xfrm>
              <a:off x="5611515" y="5142133"/>
              <a:ext cx="125377" cy="80481"/>
              <a:chOff x="5611515" y="5142133"/>
              <a:chExt cx="125377" cy="80481"/>
            </a:xfrm>
          </p:grpSpPr>
          <p:sp>
            <p:nvSpPr>
              <p:cNvPr id="549" name="자유형: 도형 548">
                <a:extLst>
                  <a:ext uri="{FF2B5EF4-FFF2-40B4-BE49-F238E27FC236}">
                    <a16:creationId xmlns:a16="http://schemas.microsoft.com/office/drawing/2014/main" id="{D4D3B096-D8C7-44D6-A8E5-7DCC2192DC8A}"/>
                  </a:ext>
                </a:extLst>
              </p:cNvPr>
              <p:cNvSpPr/>
              <p:nvPr/>
            </p:nvSpPr>
            <p:spPr>
              <a:xfrm>
                <a:off x="5611515" y="5142133"/>
                <a:ext cx="125377" cy="77096"/>
              </a:xfrm>
              <a:custGeom>
                <a:avLst/>
                <a:gdLst>
                  <a:gd name="connsiteX0" fmla="*/ 84792 w 125377"/>
                  <a:gd name="connsiteY0" fmla="*/ 2279 h 77096"/>
                  <a:gd name="connsiteX1" fmla="*/ 121875 w 125377"/>
                  <a:gd name="connsiteY1" fmla="*/ 2279 h 77096"/>
                  <a:gd name="connsiteX2" fmla="*/ 121875 w 125377"/>
                  <a:gd name="connsiteY2" fmla="*/ 11029 h 77096"/>
                  <a:gd name="connsiteX3" fmla="*/ 92122 w 125377"/>
                  <a:gd name="connsiteY3" fmla="*/ 11029 h 77096"/>
                  <a:gd name="connsiteX4" fmla="*/ 88099 w 125377"/>
                  <a:gd name="connsiteY4" fmla="*/ 31068 h 77096"/>
                  <a:gd name="connsiteX5" fmla="*/ 102187 w 125377"/>
                  <a:gd name="connsiteY5" fmla="*/ 26393 h 77096"/>
                  <a:gd name="connsiteX6" fmla="*/ 118672 w 125377"/>
                  <a:gd name="connsiteY6" fmla="*/ 33151 h 77096"/>
                  <a:gd name="connsiteX7" fmla="*/ 125378 w 125377"/>
                  <a:gd name="connsiteY7" fmla="*/ 50547 h 77096"/>
                  <a:gd name="connsiteX8" fmla="*/ 119479 w 125377"/>
                  <a:gd name="connsiteY8" fmla="*/ 68047 h 77096"/>
                  <a:gd name="connsiteX9" fmla="*/ 99896 w 125377"/>
                  <a:gd name="connsiteY9" fmla="*/ 77097 h 77096"/>
                  <a:gd name="connsiteX10" fmla="*/ 83294 w 125377"/>
                  <a:gd name="connsiteY10" fmla="*/ 71406 h 77096"/>
                  <a:gd name="connsiteX11" fmla="*/ 75938 w 125377"/>
                  <a:gd name="connsiteY11" fmla="*/ 56302 h 77096"/>
                  <a:gd name="connsiteX12" fmla="*/ 85560 w 125377"/>
                  <a:gd name="connsiteY12" fmla="*/ 55482 h 77096"/>
                  <a:gd name="connsiteX13" fmla="*/ 90521 w 125377"/>
                  <a:gd name="connsiteY13" fmla="*/ 66042 h 77096"/>
                  <a:gd name="connsiteX14" fmla="*/ 99896 w 125377"/>
                  <a:gd name="connsiteY14" fmla="*/ 69571 h 77096"/>
                  <a:gd name="connsiteX15" fmla="*/ 111094 w 125377"/>
                  <a:gd name="connsiteY15" fmla="*/ 64584 h 77096"/>
                  <a:gd name="connsiteX16" fmla="*/ 115664 w 125377"/>
                  <a:gd name="connsiteY16" fmla="*/ 51367 h 77096"/>
                  <a:gd name="connsiteX17" fmla="*/ 111263 w 125377"/>
                  <a:gd name="connsiteY17" fmla="*/ 39010 h 77096"/>
                  <a:gd name="connsiteX18" fmla="*/ 99752 w 125377"/>
                  <a:gd name="connsiteY18" fmla="*/ 34479 h 77096"/>
                  <a:gd name="connsiteX19" fmla="*/ 91758 w 125377"/>
                  <a:gd name="connsiteY19" fmla="*/ 36484 h 77096"/>
                  <a:gd name="connsiteX20" fmla="*/ 86172 w 125377"/>
                  <a:gd name="connsiteY20" fmla="*/ 41706 h 77096"/>
                  <a:gd name="connsiteX21" fmla="*/ 77565 w 125377"/>
                  <a:gd name="connsiteY21" fmla="*/ 40586 h 77096"/>
                  <a:gd name="connsiteX22" fmla="*/ 48633 w 125377"/>
                  <a:gd name="connsiteY22" fmla="*/ 964 h 77096"/>
                  <a:gd name="connsiteX23" fmla="*/ 65612 w 125377"/>
                  <a:gd name="connsiteY23" fmla="*/ 6914 h 77096"/>
                  <a:gd name="connsiteX24" fmla="*/ 71875 w 125377"/>
                  <a:gd name="connsiteY24" fmla="*/ 21667 h 77096"/>
                  <a:gd name="connsiteX25" fmla="*/ 70039 w 125377"/>
                  <a:gd name="connsiteY25" fmla="*/ 30456 h 77096"/>
                  <a:gd name="connsiteX26" fmla="*/ 63971 w 125377"/>
                  <a:gd name="connsiteY26" fmla="*/ 39570 h 77096"/>
                  <a:gd name="connsiteX27" fmla="*/ 49857 w 125377"/>
                  <a:gd name="connsiteY27" fmla="*/ 52683 h 77096"/>
                  <a:gd name="connsiteX28" fmla="*/ 39271 w 125377"/>
                  <a:gd name="connsiteY28" fmla="*/ 62071 h 77096"/>
                  <a:gd name="connsiteX29" fmla="*/ 35404 w 125377"/>
                  <a:gd name="connsiteY29" fmla="*/ 67031 h 77096"/>
                  <a:gd name="connsiteX30" fmla="*/ 71979 w 125377"/>
                  <a:gd name="connsiteY30" fmla="*/ 67031 h 77096"/>
                  <a:gd name="connsiteX31" fmla="*/ 71979 w 125377"/>
                  <a:gd name="connsiteY31" fmla="*/ 75833 h 77096"/>
                  <a:gd name="connsiteX32" fmla="*/ 22695 w 125377"/>
                  <a:gd name="connsiteY32" fmla="*/ 75833 h 77096"/>
                  <a:gd name="connsiteX33" fmla="*/ 23763 w 125377"/>
                  <a:gd name="connsiteY33" fmla="*/ 69466 h 77096"/>
                  <a:gd name="connsiteX34" fmla="*/ 29792 w 125377"/>
                  <a:gd name="connsiteY34" fmla="*/ 59557 h 77096"/>
                  <a:gd name="connsiteX35" fmla="*/ 41758 w 125377"/>
                  <a:gd name="connsiteY35" fmla="*/ 48268 h 77096"/>
                  <a:gd name="connsiteX36" fmla="*/ 58190 w 125377"/>
                  <a:gd name="connsiteY36" fmla="*/ 32474 h 77096"/>
                  <a:gd name="connsiteX37" fmla="*/ 62461 w 125377"/>
                  <a:gd name="connsiteY37" fmla="*/ 21458 h 77096"/>
                  <a:gd name="connsiteX38" fmla="*/ 58568 w 125377"/>
                  <a:gd name="connsiteY38" fmla="*/ 12279 h 77096"/>
                  <a:gd name="connsiteX39" fmla="*/ 48424 w 125377"/>
                  <a:gd name="connsiteY39" fmla="*/ 8542 h 77096"/>
                  <a:gd name="connsiteX40" fmla="*/ 37851 w 125377"/>
                  <a:gd name="connsiteY40" fmla="*/ 12500 h 77096"/>
                  <a:gd name="connsiteX41" fmla="*/ 33828 w 125377"/>
                  <a:gd name="connsiteY41" fmla="*/ 23490 h 77096"/>
                  <a:gd name="connsiteX42" fmla="*/ 24414 w 125377"/>
                  <a:gd name="connsiteY42" fmla="*/ 22526 h 77096"/>
                  <a:gd name="connsiteX43" fmla="*/ 31693 w 125377"/>
                  <a:gd name="connsiteY43" fmla="*/ 6485 h 77096"/>
                  <a:gd name="connsiteX44" fmla="*/ 48633 w 125377"/>
                  <a:gd name="connsiteY44" fmla="*/ 964 h 77096"/>
                  <a:gd name="connsiteX45" fmla="*/ 8398 w 125377"/>
                  <a:gd name="connsiteY45" fmla="*/ 0 h 77096"/>
                  <a:gd name="connsiteX46" fmla="*/ 10638 w 125377"/>
                  <a:gd name="connsiteY46" fmla="*/ 3555 h 77096"/>
                  <a:gd name="connsiteX47" fmla="*/ 6510 w 125377"/>
                  <a:gd name="connsiteY47" fmla="*/ 7044 h 77096"/>
                  <a:gd name="connsiteX48" fmla="*/ 5039 w 125377"/>
                  <a:gd name="connsiteY48" fmla="*/ 13776 h 77096"/>
                  <a:gd name="connsiteX49" fmla="*/ 9818 w 125377"/>
                  <a:gd name="connsiteY49" fmla="*/ 13776 h 77096"/>
                  <a:gd name="connsiteX50" fmla="*/ 9818 w 125377"/>
                  <a:gd name="connsiteY50" fmla="*/ 24414 h 77096"/>
                  <a:gd name="connsiteX51" fmla="*/ 0 w 125377"/>
                  <a:gd name="connsiteY51" fmla="*/ 24414 h 77096"/>
                  <a:gd name="connsiteX52" fmla="*/ 0 w 125377"/>
                  <a:gd name="connsiteY52" fmla="*/ 16016 h 77096"/>
                  <a:gd name="connsiteX53" fmla="*/ 1628 w 125377"/>
                  <a:gd name="connsiteY53" fmla="*/ 6146 h 77096"/>
                  <a:gd name="connsiteX54" fmla="*/ 8398 w 125377"/>
                  <a:gd name="connsiteY54" fmla="*/ 0 h 77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125377" h="77096">
                    <a:moveTo>
                      <a:pt x="84792" y="2279"/>
                    </a:moveTo>
                    <a:lnTo>
                      <a:pt x="121875" y="2279"/>
                    </a:lnTo>
                    <a:lnTo>
                      <a:pt x="121875" y="11029"/>
                    </a:lnTo>
                    <a:lnTo>
                      <a:pt x="92122" y="11029"/>
                    </a:lnTo>
                    <a:lnTo>
                      <a:pt x="88099" y="31068"/>
                    </a:lnTo>
                    <a:cubicBezTo>
                      <a:pt x="92578" y="27956"/>
                      <a:pt x="97266" y="26393"/>
                      <a:pt x="102187" y="26393"/>
                    </a:cubicBezTo>
                    <a:cubicBezTo>
                      <a:pt x="108698" y="26393"/>
                      <a:pt x="114193" y="28646"/>
                      <a:pt x="118672" y="33151"/>
                    </a:cubicBezTo>
                    <a:cubicBezTo>
                      <a:pt x="123138" y="37669"/>
                      <a:pt x="125378" y="43464"/>
                      <a:pt x="125378" y="50547"/>
                    </a:cubicBezTo>
                    <a:cubicBezTo>
                      <a:pt x="125378" y="57305"/>
                      <a:pt x="123411" y="63125"/>
                      <a:pt x="119479" y="68047"/>
                    </a:cubicBezTo>
                    <a:cubicBezTo>
                      <a:pt x="114700" y="74089"/>
                      <a:pt x="108177" y="77097"/>
                      <a:pt x="99896" y="77097"/>
                    </a:cubicBezTo>
                    <a:cubicBezTo>
                      <a:pt x="93112" y="77097"/>
                      <a:pt x="87578" y="75208"/>
                      <a:pt x="83294" y="71406"/>
                    </a:cubicBezTo>
                    <a:cubicBezTo>
                      <a:pt x="78997" y="67604"/>
                      <a:pt x="76549" y="62578"/>
                      <a:pt x="75938" y="56302"/>
                    </a:cubicBezTo>
                    <a:lnTo>
                      <a:pt x="85560" y="55482"/>
                    </a:lnTo>
                    <a:cubicBezTo>
                      <a:pt x="86263" y="60169"/>
                      <a:pt x="87917" y="63685"/>
                      <a:pt x="90521" y="66042"/>
                    </a:cubicBezTo>
                    <a:cubicBezTo>
                      <a:pt x="93112" y="68399"/>
                      <a:pt x="96237" y="69571"/>
                      <a:pt x="99896" y="69571"/>
                    </a:cubicBezTo>
                    <a:cubicBezTo>
                      <a:pt x="104310" y="69571"/>
                      <a:pt x="108034" y="67917"/>
                      <a:pt x="111094" y="64584"/>
                    </a:cubicBezTo>
                    <a:cubicBezTo>
                      <a:pt x="114141" y="61263"/>
                      <a:pt x="115664" y="56862"/>
                      <a:pt x="115664" y="51367"/>
                    </a:cubicBezTo>
                    <a:cubicBezTo>
                      <a:pt x="115664" y="46146"/>
                      <a:pt x="114206" y="42019"/>
                      <a:pt x="111263" y="39010"/>
                    </a:cubicBezTo>
                    <a:cubicBezTo>
                      <a:pt x="108333" y="35990"/>
                      <a:pt x="104492" y="34479"/>
                      <a:pt x="99752" y="34479"/>
                    </a:cubicBezTo>
                    <a:cubicBezTo>
                      <a:pt x="96797" y="34479"/>
                      <a:pt x="94140" y="35143"/>
                      <a:pt x="91758" y="36484"/>
                    </a:cubicBezTo>
                    <a:cubicBezTo>
                      <a:pt x="89388" y="37826"/>
                      <a:pt x="87526" y="39570"/>
                      <a:pt x="86172" y="41706"/>
                    </a:cubicBezTo>
                    <a:lnTo>
                      <a:pt x="77565" y="40586"/>
                    </a:lnTo>
                    <a:close/>
                    <a:moveTo>
                      <a:pt x="48633" y="964"/>
                    </a:moveTo>
                    <a:cubicBezTo>
                      <a:pt x="55781" y="964"/>
                      <a:pt x="61445" y="2943"/>
                      <a:pt x="65612" y="6914"/>
                    </a:cubicBezTo>
                    <a:cubicBezTo>
                      <a:pt x="69792" y="10873"/>
                      <a:pt x="71875" y="15794"/>
                      <a:pt x="71875" y="21667"/>
                    </a:cubicBezTo>
                    <a:cubicBezTo>
                      <a:pt x="71875" y="24649"/>
                      <a:pt x="71263" y="27578"/>
                      <a:pt x="70039" y="30456"/>
                    </a:cubicBezTo>
                    <a:cubicBezTo>
                      <a:pt x="68828" y="33346"/>
                      <a:pt x="66797" y="36380"/>
                      <a:pt x="63971" y="39570"/>
                    </a:cubicBezTo>
                    <a:cubicBezTo>
                      <a:pt x="61133" y="42748"/>
                      <a:pt x="56432" y="47123"/>
                      <a:pt x="49857" y="52683"/>
                    </a:cubicBezTo>
                    <a:cubicBezTo>
                      <a:pt x="44362" y="57305"/>
                      <a:pt x="40833" y="60430"/>
                      <a:pt x="39271" y="62071"/>
                    </a:cubicBezTo>
                    <a:cubicBezTo>
                      <a:pt x="37708" y="63711"/>
                      <a:pt x="36419" y="65365"/>
                      <a:pt x="35404" y="67031"/>
                    </a:cubicBezTo>
                    <a:lnTo>
                      <a:pt x="71979" y="67031"/>
                    </a:lnTo>
                    <a:lnTo>
                      <a:pt x="71979" y="75833"/>
                    </a:lnTo>
                    <a:lnTo>
                      <a:pt x="22695" y="75833"/>
                    </a:lnTo>
                    <a:cubicBezTo>
                      <a:pt x="22617" y="73620"/>
                      <a:pt x="22982" y="71511"/>
                      <a:pt x="23763" y="69466"/>
                    </a:cubicBezTo>
                    <a:cubicBezTo>
                      <a:pt x="25013" y="66120"/>
                      <a:pt x="27018" y="62813"/>
                      <a:pt x="29792" y="59557"/>
                    </a:cubicBezTo>
                    <a:cubicBezTo>
                      <a:pt x="32552" y="56302"/>
                      <a:pt x="36536" y="52539"/>
                      <a:pt x="41758" y="48268"/>
                    </a:cubicBezTo>
                    <a:cubicBezTo>
                      <a:pt x="49870" y="41615"/>
                      <a:pt x="55339" y="36354"/>
                      <a:pt x="58190" y="32474"/>
                    </a:cubicBezTo>
                    <a:cubicBezTo>
                      <a:pt x="61042" y="28581"/>
                      <a:pt x="62461" y="24922"/>
                      <a:pt x="62461" y="21458"/>
                    </a:cubicBezTo>
                    <a:cubicBezTo>
                      <a:pt x="62461" y="17826"/>
                      <a:pt x="61172" y="14766"/>
                      <a:pt x="58568" y="12279"/>
                    </a:cubicBezTo>
                    <a:cubicBezTo>
                      <a:pt x="55976" y="9779"/>
                      <a:pt x="52591" y="8542"/>
                      <a:pt x="48424" y="8542"/>
                    </a:cubicBezTo>
                    <a:cubicBezTo>
                      <a:pt x="44023" y="8542"/>
                      <a:pt x="40495" y="9857"/>
                      <a:pt x="37851" y="12500"/>
                    </a:cubicBezTo>
                    <a:cubicBezTo>
                      <a:pt x="35208" y="15156"/>
                      <a:pt x="33867" y="18815"/>
                      <a:pt x="33828" y="23490"/>
                    </a:cubicBezTo>
                    <a:lnTo>
                      <a:pt x="24414" y="22526"/>
                    </a:lnTo>
                    <a:cubicBezTo>
                      <a:pt x="25065" y="15508"/>
                      <a:pt x="27487" y="10157"/>
                      <a:pt x="31693" y="6485"/>
                    </a:cubicBezTo>
                    <a:cubicBezTo>
                      <a:pt x="35898" y="2800"/>
                      <a:pt x="41537" y="964"/>
                      <a:pt x="48633" y="964"/>
                    </a:cubicBezTo>
                    <a:close/>
                    <a:moveTo>
                      <a:pt x="8398" y="0"/>
                    </a:moveTo>
                    <a:lnTo>
                      <a:pt x="10638" y="3555"/>
                    </a:lnTo>
                    <a:cubicBezTo>
                      <a:pt x="8776" y="4336"/>
                      <a:pt x="7396" y="5495"/>
                      <a:pt x="6510" y="7044"/>
                    </a:cubicBezTo>
                    <a:cubicBezTo>
                      <a:pt x="5638" y="8581"/>
                      <a:pt x="5143" y="10833"/>
                      <a:pt x="5039" y="13776"/>
                    </a:cubicBezTo>
                    <a:lnTo>
                      <a:pt x="9818" y="13776"/>
                    </a:lnTo>
                    <a:lnTo>
                      <a:pt x="9818" y="24414"/>
                    </a:lnTo>
                    <a:lnTo>
                      <a:pt x="0" y="24414"/>
                    </a:lnTo>
                    <a:lnTo>
                      <a:pt x="0" y="16016"/>
                    </a:lnTo>
                    <a:cubicBezTo>
                      <a:pt x="0" y="11472"/>
                      <a:pt x="547" y="8177"/>
                      <a:pt x="1628" y="6146"/>
                    </a:cubicBezTo>
                    <a:cubicBezTo>
                      <a:pt x="3060" y="3438"/>
                      <a:pt x="5312" y="1380"/>
                      <a:pt x="8398" y="0"/>
                    </a:cubicBez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BEA2EFCA-EB71-4185-A2F6-B8DD52F68671}"/>
                  </a:ext>
                </a:extLst>
              </p:cNvPr>
              <p:cNvSpPr txBox="1"/>
              <p:nvPr/>
            </p:nvSpPr>
            <p:spPr>
              <a:xfrm>
                <a:off x="5520075" y="5098770"/>
                <a:ext cx="274025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‘25</a:t>
                </a:r>
              </a:p>
            </p:txBody>
          </p:sp>
        </p:grpSp>
        <p:sp>
          <p:nvSpPr>
            <p:cNvPr id="551" name="자유형: 도형 550">
              <a:extLst>
                <a:ext uri="{FF2B5EF4-FFF2-40B4-BE49-F238E27FC236}">
                  <a16:creationId xmlns:a16="http://schemas.microsoft.com/office/drawing/2014/main" id="{1B1FA1DE-2E3A-47E5-8D42-A416789FB333}"/>
                </a:ext>
              </a:extLst>
            </p:cNvPr>
            <p:cNvSpPr/>
            <p:nvPr/>
          </p:nvSpPr>
          <p:spPr>
            <a:xfrm>
              <a:off x="5758468" y="5139216"/>
              <a:ext cx="71562" cy="90416"/>
            </a:xfrm>
            <a:custGeom>
              <a:avLst/>
              <a:gdLst>
                <a:gd name="connsiteX0" fmla="*/ 9584 w 71562"/>
                <a:gd name="connsiteY0" fmla="*/ 62188 h 90416"/>
                <a:gd name="connsiteX1" fmla="*/ 17917 w 71562"/>
                <a:gd name="connsiteY1" fmla="*/ 62188 h 90416"/>
                <a:gd name="connsiteX2" fmla="*/ 17917 w 71562"/>
                <a:gd name="connsiteY2" fmla="*/ 83334 h 90416"/>
                <a:gd name="connsiteX3" fmla="*/ 71563 w 71562"/>
                <a:gd name="connsiteY3" fmla="*/ 83334 h 90416"/>
                <a:gd name="connsiteX4" fmla="*/ 71563 w 71562"/>
                <a:gd name="connsiteY4" fmla="*/ 90417 h 90416"/>
                <a:gd name="connsiteX5" fmla="*/ 11771 w 71562"/>
                <a:gd name="connsiteY5" fmla="*/ 90417 h 90416"/>
                <a:gd name="connsiteX6" fmla="*/ 10052 w 71562"/>
                <a:gd name="connsiteY6" fmla="*/ 89948 h 90416"/>
                <a:gd name="connsiteX7" fmla="*/ 9584 w 71562"/>
                <a:gd name="connsiteY7" fmla="*/ 88229 h 90416"/>
                <a:gd name="connsiteX8" fmla="*/ 0 w 71562"/>
                <a:gd name="connsiteY8" fmla="*/ 2604 h 90416"/>
                <a:gd name="connsiteX9" fmla="*/ 8125 w 71562"/>
                <a:gd name="connsiteY9" fmla="*/ 2604 h 90416"/>
                <a:gd name="connsiteX10" fmla="*/ 8125 w 71562"/>
                <a:gd name="connsiteY10" fmla="*/ 43854 h 90416"/>
                <a:gd name="connsiteX11" fmla="*/ 15208 w 71562"/>
                <a:gd name="connsiteY11" fmla="*/ 43854 h 90416"/>
                <a:gd name="connsiteX12" fmla="*/ 25990 w 71562"/>
                <a:gd name="connsiteY12" fmla="*/ 43542 h 90416"/>
                <a:gd name="connsiteX13" fmla="*/ 36875 w 71562"/>
                <a:gd name="connsiteY13" fmla="*/ 42708 h 90416"/>
                <a:gd name="connsiteX14" fmla="*/ 46302 w 71562"/>
                <a:gd name="connsiteY14" fmla="*/ 41615 h 90416"/>
                <a:gd name="connsiteX15" fmla="*/ 52708 w 71562"/>
                <a:gd name="connsiteY15" fmla="*/ 40417 h 90416"/>
                <a:gd name="connsiteX16" fmla="*/ 52708 w 71562"/>
                <a:gd name="connsiteY16" fmla="*/ 47396 h 90416"/>
                <a:gd name="connsiteX17" fmla="*/ 46042 w 71562"/>
                <a:gd name="connsiteY17" fmla="*/ 48750 h 90416"/>
                <a:gd name="connsiteX18" fmla="*/ 36667 w 71562"/>
                <a:gd name="connsiteY18" fmla="*/ 50000 h 90416"/>
                <a:gd name="connsiteX19" fmla="*/ 25573 w 71562"/>
                <a:gd name="connsiteY19" fmla="*/ 50886 h 90416"/>
                <a:gd name="connsiteX20" fmla="*/ 13750 w 71562"/>
                <a:gd name="connsiteY20" fmla="*/ 51250 h 90416"/>
                <a:gd name="connsiteX21" fmla="*/ 2187 w 71562"/>
                <a:gd name="connsiteY21" fmla="*/ 51250 h 90416"/>
                <a:gd name="connsiteX22" fmla="*/ 469 w 71562"/>
                <a:gd name="connsiteY22" fmla="*/ 50782 h 90416"/>
                <a:gd name="connsiteX23" fmla="*/ 0 w 71562"/>
                <a:gd name="connsiteY23" fmla="*/ 49063 h 90416"/>
                <a:gd name="connsiteX24" fmla="*/ 61146 w 71562"/>
                <a:gd name="connsiteY24" fmla="*/ 0 h 90416"/>
                <a:gd name="connsiteX25" fmla="*/ 69271 w 71562"/>
                <a:gd name="connsiteY25" fmla="*/ 0 h 90416"/>
                <a:gd name="connsiteX26" fmla="*/ 69271 w 71562"/>
                <a:gd name="connsiteY26" fmla="*/ 67709 h 90416"/>
                <a:gd name="connsiteX27" fmla="*/ 61250 w 71562"/>
                <a:gd name="connsiteY27" fmla="*/ 67709 h 90416"/>
                <a:gd name="connsiteX28" fmla="*/ 61250 w 71562"/>
                <a:gd name="connsiteY28" fmla="*/ 32084 h 90416"/>
                <a:gd name="connsiteX29" fmla="*/ 36250 w 71562"/>
                <a:gd name="connsiteY29" fmla="*/ 32084 h 90416"/>
                <a:gd name="connsiteX30" fmla="*/ 36250 w 71562"/>
                <a:gd name="connsiteY30" fmla="*/ 25417 h 90416"/>
                <a:gd name="connsiteX31" fmla="*/ 61250 w 71562"/>
                <a:gd name="connsiteY31" fmla="*/ 25417 h 90416"/>
                <a:gd name="connsiteX32" fmla="*/ 61250 w 71562"/>
                <a:gd name="connsiteY32" fmla="*/ 15417 h 90416"/>
                <a:gd name="connsiteX33" fmla="*/ 36250 w 71562"/>
                <a:gd name="connsiteY33" fmla="*/ 15417 h 90416"/>
                <a:gd name="connsiteX34" fmla="*/ 36250 w 71562"/>
                <a:gd name="connsiteY34" fmla="*/ 8750 h 90416"/>
                <a:gd name="connsiteX35" fmla="*/ 61146 w 71562"/>
                <a:gd name="connsiteY35" fmla="*/ 8750 h 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1562" h="90416">
                  <a:moveTo>
                    <a:pt x="9584" y="62188"/>
                  </a:moveTo>
                  <a:lnTo>
                    <a:pt x="17917" y="62188"/>
                  </a:lnTo>
                  <a:lnTo>
                    <a:pt x="17917" y="83334"/>
                  </a:lnTo>
                  <a:lnTo>
                    <a:pt x="71563" y="83334"/>
                  </a:lnTo>
                  <a:lnTo>
                    <a:pt x="71563" y="90417"/>
                  </a:lnTo>
                  <a:lnTo>
                    <a:pt x="11771" y="90417"/>
                  </a:lnTo>
                  <a:cubicBezTo>
                    <a:pt x="10938" y="90417"/>
                    <a:pt x="10365" y="90261"/>
                    <a:pt x="10052" y="89948"/>
                  </a:cubicBezTo>
                  <a:cubicBezTo>
                    <a:pt x="9740" y="89635"/>
                    <a:pt x="9584" y="89063"/>
                    <a:pt x="9584" y="88229"/>
                  </a:cubicBez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43854"/>
                  </a:lnTo>
                  <a:lnTo>
                    <a:pt x="15208" y="43854"/>
                  </a:lnTo>
                  <a:cubicBezTo>
                    <a:pt x="18607" y="43854"/>
                    <a:pt x="22201" y="43750"/>
                    <a:pt x="25990" y="43542"/>
                  </a:cubicBezTo>
                  <a:cubicBezTo>
                    <a:pt x="29779" y="43333"/>
                    <a:pt x="33398" y="43047"/>
                    <a:pt x="36875" y="42708"/>
                  </a:cubicBezTo>
                  <a:cubicBezTo>
                    <a:pt x="40352" y="42357"/>
                    <a:pt x="43490" y="41992"/>
                    <a:pt x="46302" y="41615"/>
                  </a:cubicBezTo>
                  <a:cubicBezTo>
                    <a:pt x="49115" y="41224"/>
                    <a:pt x="51250" y="40834"/>
                    <a:pt x="52708" y="40417"/>
                  </a:cubicBezTo>
                  <a:lnTo>
                    <a:pt x="52708" y="47396"/>
                  </a:lnTo>
                  <a:cubicBezTo>
                    <a:pt x="51042" y="47813"/>
                    <a:pt x="48815" y="48256"/>
                    <a:pt x="46042" y="48750"/>
                  </a:cubicBezTo>
                  <a:cubicBezTo>
                    <a:pt x="43268" y="49232"/>
                    <a:pt x="40143" y="49649"/>
                    <a:pt x="36667" y="50000"/>
                  </a:cubicBezTo>
                  <a:cubicBezTo>
                    <a:pt x="33190" y="50339"/>
                    <a:pt x="29492" y="50638"/>
                    <a:pt x="25573" y="50886"/>
                  </a:cubicBezTo>
                  <a:cubicBezTo>
                    <a:pt x="21654" y="51120"/>
                    <a:pt x="17709" y="51250"/>
                    <a:pt x="13750" y="51250"/>
                  </a:cubicBezTo>
                  <a:lnTo>
                    <a:pt x="2187" y="51250"/>
                  </a:lnTo>
                  <a:cubicBezTo>
                    <a:pt x="1354" y="51250"/>
                    <a:pt x="782" y="51094"/>
                    <a:pt x="469" y="50782"/>
                  </a:cubicBezTo>
                  <a:cubicBezTo>
                    <a:pt x="157" y="50469"/>
                    <a:pt x="0" y="49896"/>
                    <a:pt x="0" y="49063"/>
                  </a:cubicBezTo>
                  <a:close/>
                  <a:moveTo>
                    <a:pt x="61146" y="0"/>
                  </a:moveTo>
                  <a:lnTo>
                    <a:pt x="69271" y="0"/>
                  </a:lnTo>
                  <a:lnTo>
                    <a:pt x="69271" y="67709"/>
                  </a:lnTo>
                  <a:lnTo>
                    <a:pt x="61250" y="67709"/>
                  </a:lnTo>
                  <a:lnTo>
                    <a:pt x="61250" y="32084"/>
                  </a:lnTo>
                  <a:lnTo>
                    <a:pt x="36250" y="32084"/>
                  </a:lnTo>
                  <a:lnTo>
                    <a:pt x="36250" y="25417"/>
                  </a:lnTo>
                  <a:lnTo>
                    <a:pt x="61250" y="25417"/>
                  </a:lnTo>
                  <a:lnTo>
                    <a:pt x="61250" y="15417"/>
                  </a:lnTo>
                  <a:lnTo>
                    <a:pt x="36250" y="15417"/>
                  </a:lnTo>
                  <a:lnTo>
                    <a:pt x="36250" y="8750"/>
                  </a:lnTo>
                  <a:lnTo>
                    <a:pt x="61146" y="8750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CD7D9FF-3AE9-4913-9996-C250FAC31294}"/>
                </a:ext>
              </a:extLst>
            </p:cNvPr>
            <p:cNvSpPr txBox="1"/>
            <p:nvPr/>
          </p:nvSpPr>
          <p:spPr>
            <a:xfrm>
              <a:off x="5667028" y="5068444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년</a:t>
              </a:r>
            </a:p>
          </p:txBody>
        </p:sp>
        <p:sp>
          <p:nvSpPr>
            <p:cNvPr id="553" name="자유형: 도형 552">
              <a:extLst>
                <a:ext uri="{FF2B5EF4-FFF2-40B4-BE49-F238E27FC236}">
                  <a16:creationId xmlns:a16="http://schemas.microsoft.com/office/drawing/2014/main" id="{E34E25B5-D240-4FC5-9B86-D703BF765D6B}"/>
                </a:ext>
              </a:extLst>
            </p:cNvPr>
            <p:cNvSpPr/>
            <p:nvPr/>
          </p:nvSpPr>
          <p:spPr>
            <a:xfrm>
              <a:off x="5876713" y="5143096"/>
              <a:ext cx="49294" cy="74869"/>
            </a:xfrm>
            <a:custGeom>
              <a:avLst/>
              <a:gdLst>
                <a:gd name="connsiteX0" fmla="*/ 25948 w 49294"/>
                <a:gd name="connsiteY0" fmla="*/ 0 h 74869"/>
                <a:gd name="connsiteX1" fmla="*/ 42927 w 49294"/>
                <a:gd name="connsiteY1" fmla="*/ 5951 h 74869"/>
                <a:gd name="connsiteX2" fmla="*/ 49190 w 49294"/>
                <a:gd name="connsiteY2" fmla="*/ 20703 h 74869"/>
                <a:gd name="connsiteX3" fmla="*/ 47354 w 49294"/>
                <a:gd name="connsiteY3" fmla="*/ 29492 h 74869"/>
                <a:gd name="connsiteX4" fmla="*/ 41287 w 49294"/>
                <a:gd name="connsiteY4" fmla="*/ 38607 h 74869"/>
                <a:gd name="connsiteX5" fmla="*/ 27172 w 49294"/>
                <a:gd name="connsiteY5" fmla="*/ 51719 h 74869"/>
                <a:gd name="connsiteX6" fmla="*/ 16586 w 49294"/>
                <a:gd name="connsiteY6" fmla="*/ 61107 h 74869"/>
                <a:gd name="connsiteX7" fmla="*/ 12719 w 49294"/>
                <a:gd name="connsiteY7" fmla="*/ 66068 h 74869"/>
                <a:gd name="connsiteX8" fmla="*/ 49294 w 49294"/>
                <a:gd name="connsiteY8" fmla="*/ 66068 h 74869"/>
                <a:gd name="connsiteX9" fmla="*/ 49294 w 49294"/>
                <a:gd name="connsiteY9" fmla="*/ 74870 h 74869"/>
                <a:gd name="connsiteX10" fmla="*/ 10 w 49294"/>
                <a:gd name="connsiteY10" fmla="*/ 74870 h 74869"/>
                <a:gd name="connsiteX11" fmla="*/ 1078 w 49294"/>
                <a:gd name="connsiteY11" fmla="*/ 68503 h 74869"/>
                <a:gd name="connsiteX12" fmla="*/ 7107 w 49294"/>
                <a:gd name="connsiteY12" fmla="*/ 58594 h 74869"/>
                <a:gd name="connsiteX13" fmla="*/ 19073 w 49294"/>
                <a:gd name="connsiteY13" fmla="*/ 47305 h 74869"/>
                <a:gd name="connsiteX14" fmla="*/ 35505 w 49294"/>
                <a:gd name="connsiteY14" fmla="*/ 31511 h 74869"/>
                <a:gd name="connsiteX15" fmla="*/ 39776 w 49294"/>
                <a:gd name="connsiteY15" fmla="*/ 20495 h 74869"/>
                <a:gd name="connsiteX16" fmla="*/ 35883 w 49294"/>
                <a:gd name="connsiteY16" fmla="*/ 11315 h 74869"/>
                <a:gd name="connsiteX17" fmla="*/ 25740 w 49294"/>
                <a:gd name="connsiteY17" fmla="*/ 7578 h 74869"/>
                <a:gd name="connsiteX18" fmla="*/ 15167 w 49294"/>
                <a:gd name="connsiteY18" fmla="*/ 11537 h 74869"/>
                <a:gd name="connsiteX19" fmla="*/ 11143 w 49294"/>
                <a:gd name="connsiteY19" fmla="*/ 22526 h 74869"/>
                <a:gd name="connsiteX20" fmla="*/ 1729 w 49294"/>
                <a:gd name="connsiteY20" fmla="*/ 21563 h 74869"/>
                <a:gd name="connsiteX21" fmla="*/ 9008 w 49294"/>
                <a:gd name="connsiteY21" fmla="*/ 5521 h 74869"/>
                <a:gd name="connsiteX22" fmla="*/ 25948 w 49294"/>
                <a:gd name="connsiteY22" fmla="*/ 0 h 74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294" h="74869">
                  <a:moveTo>
                    <a:pt x="25948" y="0"/>
                  </a:moveTo>
                  <a:cubicBezTo>
                    <a:pt x="33096" y="0"/>
                    <a:pt x="38760" y="1979"/>
                    <a:pt x="42927" y="5951"/>
                  </a:cubicBezTo>
                  <a:cubicBezTo>
                    <a:pt x="47107" y="9909"/>
                    <a:pt x="49190" y="14831"/>
                    <a:pt x="49190" y="20703"/>
                  </a:cubicBezTo>
                  <a:cubicBezTo>
                    <a:pt x="49190" y="23685"/>
                    <a:pt x="48578" y="26615"/>
                    <a:pt x="47354" y="29492"/>
                  </a:cubicBezTo>
                  <a:cubicBezTo>
                    <a:pt x="46143" y="32383"/>
                    <a:pt x="44112" y="35417"/>
                    <a:pt x="41287" y="38607"/>
                  </a:cubicBezTo>
                  <a:cubicBezTo>
                    <a:pt x="38448" y="41784"/>
                    <a:pt x="33747" y="46159"/>
                    <a:pt x="27172" y="51719"/>
                  </a:cubicBezTo>
                  <a:cubicBezTo>
                    <a:pt x="21677" y="56341"/>
                    <a:pt x="18148" y="59466"/>
                    <a:pt x="16586" y="61107"/>
                  </a:cubicBezTo>
                  <a:cubicBezTo>
                    <a:pt x="15024" y="62747"/>
                    <a:pt x="13734" y="64401"/>
                    <a:pt x="12719" y="66068"/>
                  </a:cubicBezTo>
                  <a:lnTo>
                    <a:pt x="49294" y="66068"/>
                  </a:lnTo>
                  <a:lnTo>
                    <a:pt x="49294" y="74870"/>
                  </a:lnTo>
                  <a:lnTo>
                    <a:pt x="10" y="74870"/>
                  </a:lnTo>
                  <a:cubicBezTo>
                    <a:pt x="-68" y="72657"/>
                    <a:pt x="297" y="70547"/>
                    <a:pt x="1078" y="68503"/>
                  </a:cubicBezTo>
                  <a:cubicBezTo>
                    <a:pt x="2328" y="65156"/>
                    <a:pt x="4333" y="61849"/>
                    <a:pt x="7107" y="58594"/>
                  </a:cubicBezTo>
                  <a:cubicBezTo>
                    <a:pt x="9867" y="55339"/>
                    <a:pt x="13852" y="51576"/>
                    <a:pt x="19073" y="47305"/>
                  </a:cubicBezTo>
                  <a:cubicBezTo>
                    <a:pt x="27185" y="40651"/>
                    <a:pt x="32654" y="35391"/>
                    <a:pt x="35505" y="31511"/>
                  </a:cubicBezTo>
                  <a:cubicBezTo>
                    <a:pt x="38357" y="27617"/>
                    <a:pt x="39776" y="23958"/>
                    <a:pt x="39776" y="20495"/>
                  </a:cubicBezTo>
                  <a:cubicBezTo>
                    <a:pt x="39776" y="16862"/>
                    <a:pt x="38487" y="13802"/>
                    <a:pt x="35883" y="11315"/>
                  </a:cubicBezTo>
                  <a:cubicBezTo>
                    <a:pt x="33292" y="8815"/>
                    <a:pt x="29906" y="7578"/>
                    <a:pt x="25740" y="7578"/>
                  </a:cubicBezTo>
                  <a:cubicBezTo>
                    <a:pt x="21338" y="7578"/>
                    <a:pt x="17810" y="8893"/>
                    <a:pt x="15167" y="11537"/>
                  </a:cubicBezTo>
                  <a:cubicBezTo>
                    <a:pt x="12523" y="14193"/>
                    <a:pt x="11182" y="17852"/>
                    <a:pt x="11143" y="22526"/>
                  </a:cubicBezTo>
                  <a:lnTo>
                    <a:pt x="1729" y="21563"/>
                  </a:lnTo>
                  <a:cubicBezTo>
                    <a:pt x="2380" y="14544"/>
                    <a:pt x="4802" y="9193"/>
                    <a:pt x="9008" y="5521"/>
                  </a:cubicBezTo>
                  <a:cubicBezTo>
                    <a:pt x="13214" y="1836"/>
                    <a:pt x="18852" y="0"/>
                    <a:pt x="25948" y="0"/>
                  </a:cubicBez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4" name="TextBox 553">
              <a:extLst>
                <a:ext uri="{FF2B5EF4-FFF2-40B4-BE49-F238E27FC236}">
                  <a16:creationId xmlns:a16="http://schemas.microsoft.com/office/drawing/2014/main" id="{6513637D-003B-4B90-923E-D93BD88B6BD6}"/>
                </a:ext>
              </a:extLst>
            </p:cNvPr>
            <p:cNvSpPr txBox="1"/>
            <p:nvPr/>
          </p:nvSpPr>
          <p:spPr>
            <a:xfrm>
              <a:off x="5785270" y="5097780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grpSp>
          <p:nvGrpSpPr>
            <p:cNvPr id="555" name="그래픽 5">
              <a:extLst>
                <a:ext uri="{FF2B5EF4-FFF2-40B4-BE49-F238E27FC236}">
                  <a16:creationId xmlns:a16="http://schemas.microsoft.com/office/drawing/2014/main" id="{E2071A0C-5A25-4B87-983E-E459C51847EA}"/>
                </a:ext>
              </a:extLst>
            </p:cNvPr>
            <p:cNvGrpSpPr/>
            <p:nvPr/>
          </p:nvGrpSpPr>
          <p:grpSpPr>
            <a:xfrm>
              <a:off x="5936059" y="5115896"/>
              <a:ext cx="91145" cy="130208"/>
              <a:chOff x="5936059" y="5115896"/>
              <a:chExt cx="91145" cy="130208"/>
            </a:xfrm>
          </p:grpSpPr>
          <p:sp>
            <p:nvSpPr>
              <p:cNvPr id="556" name="자유형: 도형 555">
                <a:extLst>
                  <a:ext uri="{FF2B5EF4-FFF2-40B4-BE49-F238E27FC236}">
                    <a16:creationId xmlns:a16="http://schemas.microsoft.com/office/drawing/2014/main" id="{DEFB0F56-C408-475C-BB03-B5208AAA4E88}"/>
                  </a:ext>
                </a:extLst>
              </p:cNvPr>
              <p:cNvSpPr/>
              <p:nvPr/>
            </p:nvSpPr>
            <p:spPr>
              <a:xfrm>
                <a:off x="5936059" y="5139216"/>
                <a:ext cx="88021" cy="92395"/>
              </a:xfrm>
              <a:custGeom>
                <a:avLst/>
                <a:gdLst>
                  <a:gd name="connsiteX0" fmla="*/ 5000 w 88021"/>
                  <a:gd name="connsiteY0" fmla="*/ 18959 h 92395"/>
                  <a:gd name="connsiteX1" fmla="*/ 53959 w 88021"/>
                  <a:gd name="connsiteY1" fmla="*/ 18959 h 92395"/>
                  <a:gd name="connsiteX2" fmla="*/ 53959 w 88021"/>
                  <a:gd name="connsiteY2" fmla="*/ 26146 h 92395"/>
                  <a:gd name="connsiteX3" fmla="*/ 33854 w 88021"/>
                  <a:gd name="connsiteY3" fmla="*/ 26146 h 92395"/>
                  <a:gd name="connsiteX4" fmla="*/ 33854 w 88021"/>
                  <a:gd name="connsiteY4" fmla="*/ 30417 h 92395"/>
                  <a:gd name="connsiteX5" fmla="*/ 40156 w 88021"/>
                  <a:gd name="connsiteY5" fmla="*/ 51250 h 92395"/>
                  <a:gd name="connsiteX6" fmla="*/ 57188 w 88021"/>
                  <a:gd name="connsiteY6" fmla="*/ 66563 h 92395"/>
                  <a:gd name="connsiteX7" fmla="*/ 51354 w 88021"/>
                  <a:gd name="connsiteY7" fmla="*/ 72500 h 92395"/>
                  <a:gd name="connsiteX8" fmla="*/ 38437 w 88021"/>
                  <a:gd name="connsiteY8" fmla="*/ 61615 h 92395"/>
                  <a:gd name="connsiteX9" fmla="*/ 29583 w 88021"/>
                  <a:gd name="connsiteY9" fmla="*/ 46875 h 92395"/>
                  <a:gd name="connsiteX10" fmla="*/ 20469 w 88021"/>
                  <a:gd name="connsiteY10" fmla="*/ 62396 h 92395"/>
                  <a:gd name="connsiteX11" fmla="*/ 7083 w 88021"/>
                  <a:gd name="connsiteY11" fmla="*/ 74584 h 92395"/>
                  <a:gd name="connsiteX12" fmla="*/ 0 w 88021"/>
                  <a:gd name="connsiteY12" fmla="*/ 68646 h 92395"/>
                  <a:gd name="connsiteX13" fmla="*/ 18646 w 88021"/>
                  <a:gd name="connsiteY13" fmla="*/ 51875 h 92395"/>
                  <a:gd name="connsiteX14" fmla="*/ 25208 w 88021"/>
                  <a:gd name="connsiteY14" fmla="*/ 30417 h 92395"/>
                  <a:gd name="connsiteX15" fmla="*/ 25208 w 88021"/>
                  <a:gd name="connsiteY15" fmla="*/ 26146 h 92395"/>
                  <a:gd name="connsiteX16" fmla="*/ 5000 w 88021"/>
                  <a:gd name="connsiteY16" fmla="*/ 26146 h 92395"/>
                  <a:gd name="connsiteX17" fmla="*/ 15625 w 88021"/>
                  <a:gd name="connsiteY17" fmla="*/ 1563 h 92395"/>
                  <a:gd name="connsiteX18" fmla="*/ 43229 w 88021"/>
                  <a:gd name="connsiteY18" fmla="*/ 1563 h 92395"/>
                  <a:gd name="connsiteX19" fmla="*/ 43229 w 88021"/>
                  <a:gd name="connsiteY19" fmla="*/ 8542 h 92395"/>
                  <a:gd name="connsiteX20" fmla="*/ 15625 w 88021"/>
                  <a:gd name="connsiteY20" fmla="*/ 8542 h 92395"/>
                  <a:gd name="connsiteX21" fmla="*/ 66146 w 88021"/>
                  <a:gd name="connsiteY21" fmla="*/ 0 h 92395"/>
                  <a:gd name="connsiteX22" fmla="*/ 74271 w 88021"/>
                  <a:gd name="connsiteY22" fmla="*/ 0 h 92395"/>
                  <a:gd name="connsiteX23" fmla="*/ 74271 w 88021"/>
                  <a:gd name="connsiteY23" fmla="*/ 35729 h 92395"/>
                  <a:gd name="connsiteX24" fmla="*/ 88021 w 88021"/>
                  <a:gd name="connsiteY24" fmla="*/ 35729 h 92395"/>
                  <a:gd name="connsiteX25" fmla="*/ 88021 w 88021"/>
                  <a:gd name="connsiteY25" fmla="*/ 43333 h 92395"/>
                  <a:gd name="connsiteX26" fmla="*/ 74271 w 88021"/>
                  <a:gd name="connsiteY26" fmla="*/ 43333 h 92395"/>
                  <a:gd name="connsiteX27" fmla="*/ 74271 w 88021"/>
                  <a:gd name="connsiteY27" fmla="*/ 92396 h 92395"/>
                  <a:gd name="connsiteX28" fmla="*/ 66146 w 88021"/>
                  <a:gd name="connsiteY28" fmla="*/ 92292 h 92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88021" h="92395">
                    <a:moveTo>
                      <a:pt x="5000" y="18959"/>
                    </a:moveTo>
                    <a:lnTo>
                      <a:pt x="53959" y="18959"/>
                    </a:lnTo>
                    <a:lnTo>
                      <a:pt x="53959" y="26146"/>
                    </a:lnTo>
                    <a:lnTo>
                      <a:pt x="33854" y="26146"/>
                    </a:lnTo>
                    <a:lnTo>
                      <a:pt x="33854" y="30417"/>
                    </a:lnTo>
                    <a:cubicBezTo>
                      <a:pt x="34128" y="38255"/>
                      <a:pt x="36224" y="45209"/>
                      <a:pt x="40156" y="51250"/>
                    </a:cubicBezTo>
                    <a:cubicBezTo>
                      <a:pt x="44076" y="57292"/>
                      <a:pt x="49753" y="62396"/>
                      <a:pt x="57188" y="66563"/>
                    </a:cubicBezTo>
                    <a:lnTo>
                      <a:pt x="51354" y="72500"/>
                    </a:lnTo>
                    <a:cubicBezTo>
                      <a:pt x="46354" y="69440"/>
                      <a:pt x="42044" y="65808"/>
                      <a:pt x="38437" y="61615"/>
                    </a:cubicBezTo>
                    <a:cubicBezTo>
                      <a:pt x="34818" y="57409"/>
                      <a:pt x="31875" y="52500"/>
                      <a:pt x="29583" y="46875"/>
                    </a:cubicBezTo>
                    <a:cubicBezTo>
                      <a:pt x="27214" y="52631"/>
                      <a:pt x="24180" y="57813"/>
                      <a:pt x="20469" y="62396"/>
                    </a:cubicBezTo>
                    <a:cubicBezTo>
                      <a:pt x="16745" y="66979"/>
                      <a:pt x="12292" y="71042"/>
                      <a:pt x="7083" y="74584"/>
                    </a:cubicBezTo>
                    <a:lnTo>
                      <a:pt x="0" y="68646"/>
                    </a:lnTo>
                    <a:cubicBezTo>
                      <a:pt x="8190" y="63854"/>
                      <a:pt x="14401" y="58255"/>
                      <a:pt x="18646" y="51875"/>
                    </a:cubicBezTo>
                    <a:cubicBezTo>
                      <a:pt x="22878" y="45482"/>
                      <a:pt x="25065" y="38333"/>
                      <a:pt x="25208" y="30417"/>
                    </a:cubicBezTo>
                    <a:lnTo>
                      <a:pt x="25208" y="26146"/>
                    </a:lnTo>
                    <a:lnTo>
                      <a:pt x="5000" y="26146"/>
                    </a:lnTo>
                    <a:close/>
                    <a:moveTo>
                      <a:pt x="15625" y="1563"/>
                    </a:moveTo>
                    <a:lnTo>
                      <a:pt x="43229" y="1563"/>
                    </a:lnTo>
                    <a:lnTo>
                      <a:pt x="43229" y="8542"/>
                    </a:lnTo>
                    <a:lnTo>
                      <a:pt x="15625" y="8542"/>
                    </a:lnTo>
                    <a:close/>
                    <a:moveTo>
                      <a:pt x="66146" y="0"/>
                    </a:moveTo>
                    <a:lnTo>
                      <a:pt x="74271" y="0"/>
                    </a:lnTo>
                    <a:lnTo>
                      <a:pt x="74271" y="35729"/>
                    </a:lnTo>
                    <a:lnTo>
                      <a:pt x="88021" y="35729"/>
                    </a:lnTo>
                    <a:lnTo>
                      <a:pt x="88021" y="43333"/>
                    </a:lnTo>
                    <a:lnTo>
                      <a:pt x="74271" y="43333"/>
                    </a:lnTo>
                    <a:lnTo>
                      <a:pt x="74271" y="92396"/>
                    </a:lnTo>
                    <a:lnTo>
                      <a:pt x="66146" y="92292"/>
                    </a:lnTo>
                    <a:close/>
                  </a:path>
                </a:pathLst>
              </a:custGeom>
              <a:solidFill>
                <a:srgbClr val="404040"/>
              </a:solidFill>
              <a:ln w="13018" cap="flat">
                <a:solidFill>
                  <a:srgbClr val="005A9E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57" name="TextBox 556">
                <a:extLst>
                  <a:ext uri="{FF2B5EF4-FFF2-40B4-BE49-F238E27FC236}">
                    <a16:creationId xmlns:a16="http://schemas.microsoft.com/office/drawing/2014/main" id="{A3165294-424D-4681-BBD7-21F19B1A4110}"/>
                  </a:ext>
                </a:extLst>
              </p:cNvPr>
              <p:cNvSpPr txBox="1"/>
              <p:nvPr/>
            </p:nvSpPr>
            <p:spPr>
              <a:xfrm>
                <a:off x="5844619" y="5070176"/>
                <a:ext cx="274025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차</a:t>
                </a:r>
              </a:p>
            </p:txBody>
          </p:sp>
        </p:grpSp>
        <p:sp>
          <p:nvSpPr>
            <p:cNvPr id="558" name="자유형: 도형 557">
              <a:extLst>
                <a:ext uri="{FF2B5EF4-FFF2-40B4-BE49-F238E27FC236}">
                  <a16:creationId xmlns:a16="http://schemas.microsoft.com/office/drawing/2014/main" id="{5395A69D-E9D0-4CB0-963F-312DEE4495F5}"/>
                </a:ext>
              </a:extLst>
            </p:cNvPr>
            <p:cNvSpPr/>
            <p:nvPr/>
          </p:nvSpPr>
          <p:spPr>
            <a:xfrm>
              <a:off x="5677621" y="5269425"/>
              <a:ext cx="279375" cy="94271"/>
            </a:xfrm>
            <a:custGeom>
              <a:avLst/>
              <a:gdLst>
                <a:gd name="connsiteX0" fmla="*/ 237084 w 279375"/>
                <a:gd name="connsiteY0" fmla="*/ 66042 h 94271"/>
                <a:gd name="connsiteX1" fmla="*/ 219688 w 279375"/>
                <a:gd name="connsiteY1" fmla="*/ 68802 h 94271"/>
                <a:gd name="connsiteX2" fmla="*/ 213229 w 279375"/>
                <a:gd name="connsiteY2" fmla="*/ 76875 h 94271"/>
                <a:gd name="connsiteX3" fmla="*/ 219688 w 279375"/>
                <a:gd name="connsiteY3" fmla="*/ 84844 h 94271"/>
                <a:gd name="connsiteX4" fmla="*/ 237084 w 279375"/>
                <a:gd name="connsiteY4" fmla="*/ 87813 h 94271"/>
                <a:gd name="connsiteX5" fmla="*/ 254219 w 279375"/>
                <a:gd name="connsiteY5" fmla="*/ 84844 h 94271"/>
                <a:gd name="connsiteX6" fmla="*/ 260833 w 279375"/>
                <a:gd name="connsiteY6" fmla="*/ 76875 h 94271"/>
                <a:gd name="connsiteX7" fmla="*/ 254219 w 279375"/>
                <a:gd name="connsiteY7" fmla="*/ 68855 h 94271"/>
                <a:gd name="connsiteX8" fmla="*/ 237084 w 279375"/>
                <a:gd name="connsiteY8" fmla="*/ 66042 h 94271"/>
                <a:gd name="connsiteX9" fmla="*/ 138646 w 279375"/>
                <a:gd name="connsiteY9" fmla="*/ 65938 h 94271"/>
                <a:gd name="connsiteX10" fmla="*/ 121354 w 279375"/>
                <a:gd name="connsiteY10" fmla="*/ 68750 h 94271"/>
                <a:gd name="connsiteX11" fmla="*/ 114792 w 279375"/>
                <a:gd name="connsiteY11" fmla="*/ 76771 h 94271"/>
                <a:gd name="connsiteX12" fmla="*/ 121354 w 279375"/>
                <a:gd name="connsiteY12" fmla="*/ 84844 h 94271"/>
                <a:gd name="connsiteX13" fmla="*/ 138646 w 279375"/>
                <a:gd name="connsiteY13" fmla="*/ 87813 h 94271"/>
                <a:gd name="connsiteX14" fmla="*/ 155573 w 279375"/>
                <a:gd name="connsiteY14" fmla="*/ 84844 h 94271"/>
                <a:gd name="connsiteX15" fmla="*/ 162083 w 279375"/>
                <a:gd name="connsiteY15" fmla="*/ 76875 h 94271"/>
                <a:gd name="connsiteX16" fmla="*/ 155573 w 279375"/>
                <a:gd name="connsiteY16" fmla="*/ 68750 h 94271"/>
                <a:gd name="connsiteX17" fmla="*/ 138646 w 279375"/>
                <a:gd name="connsiteY17" fmla="*/ 65938 h 94271"/>
                <a:gd name="connsiteX18" fmla="*/ 18125 w 279375"/>
                <a:gd name="connsiteY18" fmla="*/ 60834 h 94271"/>
                <a:gd name="connsiteX19" fmla="*/ 26563 w 279375"/>
                <a:gd name="connsiteY19" fmla="*/ 60834 h 94271"/>
                <a:gd name="connsiteX20" fmla="*/ 26563 w 279375"/>
                <a:gd name="connsiteY20" fmla="*/ 83334 h 94271"/>
                <a:gd name="connsiteX21" fmla="*/ 80521 w 279375"/>
                <a:gd name="connsiteY21" fmla="*/ 83334 h 94271"/>
                <a:gd name="connsiteX22" fmla="*/ 80521 w 279375"/>
                <a:gd name="connsiteY22" fmla="*/ 90417 h 94271"/>
                <a:gd name="connsiteX23" fmla="*/ 20312 w 279375"/>
                <a:gd name="connsiteY23" fmla="*/ 90417 h 94271"/>
                <a:gd name="connsiteX24" fmla="*/ 18594 w 279375"/>
                <a:gd name="connsiteY24" fmla="*/ 89948 h 94271"/>
                <a:gd name="connsiteX25" fmla="*/ 18125 w 279375"/>
                <a:gd name="connsiteY25" fmla="*/ 88229 h 94271"/>
                <a:gd name="connsiteX26" fmla="*/ 138646 w 279375"/>
                <a:gd name="connsiteY26" fmla="*/ 59375 h 94271"/>
                <a:gd name="connsiteX27" fmla="*/ 162708 w 279375"/>
                <a:gd name="connsiteY27" fmla="*/ 64323 h 94271"/>
                <a:gd name="connsiteX28" fmla="*/ 170833 w 279375"/>
                <a:gd name="connsiteY28" fmla="*/ 76771 h 94271"/>
                <a:gd name="connsiteX29" fmla="*/ 162708 w 279375"/>
                <a:gd name="connsiteY29" fmla="*/ 89323 h 94271"/>
                <a:gd name="connsiteX30" fmla="*/ 138646 w 279375"/>
                <a:gd name="connsiteY30" fmla="*/ 94271 h 94271"/>
                <a:gd name="connsiteX31" fmla="*/ 114115 w 279375"/>
                <a:gd name="connsiteY31" fmla="*/ 89323 h 94271"/>
                <a:gd name="connsiteX32" fmla="*/ 105937 w 279375"/>
                <a:gd name="connsiteY32" fmla="*/ 76771 h 94271"/>
                <a:gd name="connsiteX33" fmla="*/ 114219 w 279375"/>
                <a:gd name="connsiteY33" fmla="*/ 64323 h 94271"/>
                <a:gd name="connsiteX34" fmla="*/ 138646 w 279375"/>
                <a:gd name="connsiteY34" fmla="*/ 59375 h 94271"/>
                <a:gd name="connsiteX35" fmla="*/ 194792 w 279375"/>
                <a:gd name="connsiteY35" fmla="*/ 41563 h 94271"/>
                <a:gd name="connsiteX36" fmla="*/ 279375 w 279375"/>
                <a:gd name="connsiteY36" fmla="*/ 41563 h 94271"/>
                <a:gd name="connsiteX37" fmla="*/ 279375 w 279375"/>
                <a:gd name="connsiteY37" fmla="*/ 48438 h 94271"/>
                <a:gd name="connsiteX38" fmla="*/ 241459 w 279375"/>
                <a:gd name="connsiteY38" fmla="*/ 48438 h 94271"/>
                <a:gd name="connsiteX39" fmla="*/ 241459 w 279375"/>
                <a:gd name="connsiteY39" fmla="*/ 59792 h 94271"/>
                <a:gd name="connsiteX40" fmla="*/ 262760 w 279375"/>
                <a:gd name="connsiteY40" fmla="*/ 65313 h 94271"/>
                <a:gd name="connsiteX41" fmla="*/ 270104 w 279375"/>
                <a:gd name="connsiteY41" fmla="*/ 76979 h 94271"/>
                <a:gd name="connsiteX42" fmla="*/ 261615 w 279375"/>
                <a:gd name="connsiteY42" fmla="*/ 89323 h 94271"/>
                <a:gd name="connsiteX43" fmla="*/ 237084 w 279375"/>
                <a:gd name="connsiteY43" fmla="*/ 94167 h 94271"/>
                <a:gd name="connsiteX44" fmla="*/ 212552 w 279375"/>
                <a:gd name="connsiteY44" fmla="*/ 89323 h 94271"/>
                <a:gd name="connsiteX45" fmla="*/ 204063 w 279375"/>
                <a:gd name="connsiteY45" fmla="*/ 76979 h 94271"/>
                <a:gd name="connsiteX46" fmla="*/ 211406 w 279375"/>
                <a:gd name="connsiteY46" fmla="*/ 65313 h 94271"/>
                <a:gd name="connsiteX47" fmla="*/ 232709 w 279375"/>
                <a:gd name="connsiteY47" fmla="*/ 59792 h 94271"/>
                <a:gd name="connsiteX48" fmla="*/ 232709 w 279375"/>
                <a:gd name="connsiteY48" fmla="*/ 48438 h 94271"/>
                <a:gd name="connsiteX49" fmla="*/ 194792 w 279375"/>
                <a:gd name="connsiteY49" fmla="*/ 48438 h 94271"/>
                <a:gd name="connsiteX50" fmla="*/ 115208 w 279375"/>
                <a:gd name="connsiteY50" fmla="*/ 29479 h 94271"/>
                <a:gd name="connsiteX51" fmla="*/ 106250 w 279375"/>
                <a:gd name="connsiteY51" fmla="*/ 32188 h 94271"/>
                <a:gd name="connsiteX52" fmla="*/ 103125 w 279375"/>
                <a:gd name="connsiteY52" fmla="*/ 39479 h 94271"/>
                <a:gd name="connsiteX53" fmla="*/ 106250 w 279375"/>
                <a:gd name="connsiteY53" fmla="*/ 46719 h 94271"/>
                <a:gd name="connsiteX54" fmla="*/ 115208 w 279375"/>
                <a:gd name="connsiteY54" fmla="*/ 49479 h 94271"/>
                <a:gd name="connsiteX55" fmla="*/ 123906 w 279375"/>
                <a:gd name="connsiteY55" fmla="*/ 46719 h 94271"/>
                <a:gd name="connsiteX56" fmla="*/ 127084 w 279375"/>
                <a:gd name="connsiteY56" fmla="*/ 39479 h 94271"/>
                <a:gd name="connsiteX57" fmla="*/ 123906 w 279375"/>
                <a:gd name="connsiteY57" fmla="*/ 32188 h 94271"/>
                <a:gd name="connsiteX58" fmla="*/ 115208 w 279375"/>
                <a:gd name="connsiteY58" fmla="*/ 29479 h 94271"/>
                <a:gd name="connsiteX59" fmla="*/ 115208 w 279375"/>
                <a:gd name="connsiteY59" fmla="*/ 23646 h 94271"/>
                <a:gd name="connsiteX60" fmla="*/ 129375 w 279375"/>
                <a:gd name="connsiteY60" fmla="*/ 27917 h 94271"/>
                <a:gd name="connsiteX61" fmla="*/ 134792 w 279375"/>
                <a:gd name="connsiteY61" fmla="*/ 39375 h 94271"/>
                <a:gd name="connsiteX62" fmla="*/ 129219 w 279375"/>
                <a:gd name="connsiteY62" fmla="*/ 50782 h 94271"/>
                <a:gd name="connsiteX63" fmla="*/ 115208 w 279375"/>
                <a:gd name="connsiteY63" fmla="*/ 55209 h 94271"/>
                <a:gd name="connsiteX64" fmla="*/ 101094 w 279375"/>
                <a:gd name="connsiteY64" fmla="*/ 50782 h 94271"/>
                <a:gd name="connsiteX65" fmla="*/ 95521 w 279375"/>
                <a:gd name="connsiteY65" fmla="*/ 39375 h 94271"/>
                <a:gd name="connsiteX66" fmla="*/ 100990 w 279375"/>
                <a:gd name="connsiteY66" fmla="*/ 27917 h 94271"/>
                <a:gd name="connsiteX67" fmla="*/ 115208 w 279375"/>
                <a:gd name="connsiteY67" fmla="*/ 23646 h 94271"/>
                <a:gd name="connsiteX68" fmla="*/ 93854 w 279375"/>
                <a:gd name="connsiteY68" fmla="*/ 13334 h 94271"/>
                <a:gd name="connsiteX69" fmla="*/ 136771 w 279375"/>
                <a:gd name="connsiteY69" fmla="*/ 13334 h 94271"/>
                <a:gd name="connsiteX70" fmla="*/ 136771 w 279375"/>
                <a:gd name="connsiteY70" fmla="*/ 19792 h 94271"/>
                <a:gd name="connsiteX71" fmla="*/ 93854 w 279375"/>
                <a:gd name="connsiteY71" fmla="*/ 19792 h 94271"/>
                <a:gd name="connsiteX72" fmla="*/ 6667 w 279375"/>
                <a:gd name="connsiteY72" fmla="*/ 4271 h 94271"/>
                <a:gd name="connsiteX73" fmla="*/ 53333 w 279375"/>
                <a:gd name="connsiteY73" fmla="*/ 4271 h 94271"/>
                <a:gd name="connsiteX74" fmla="*/ 53333 w 279375"/>
                <a:gd name="connsiteY74" fmla="*/ 11250 h 94271"/>
                <a:gd name="connsiteX75" fmla="*/ 34479 w 279375"/>
                <a:gd name="connsiteY75" fmla="*/ 11250 h 94271"/>
                <a:gd name="connsiteX76" fmla="*/ 34479 w 279375"/>
                <a:gd name="connsiteY76" fmla="*/ 15833 h 94271"/>
                <a:gd name="connsiteX77" fmla="*/ 36667 w 279375"/>
                <a:gd name="connsiteY77" fmla="*/ 26302 h 94271"/>
                <a:gd name="connsiteX78" fmla="*/ 42396 w 279375"/>
                <a:gd name="connsiteY78" fmla="*/ 34896 h 94271"/>
                <a:gd name="connsiteX79" fmla="*/ 50365 w 279375"/>
                <a:gd name="connsiteY79" fmla="*/ 41511 h 94271"/>
                <a:gd name="connsiteX80" fmla="*/ 59271 w 279375"/>
                <a:gd name="connsiteY80" fmla="*/ 45729 h 94271"/>
                <a:gd name="connsiteX81" fmla="*/ 53854 w 279375"/>
                <a:gd name="connsiteY81" fmla="*/ 51875 h 94271"/>
                <a:gd name="connsiteX82" fmla="*/ 47865 w 279375"/>
                <a:gd name="connsiteY82" fmla="*/ 48802 h 94271"/>
                <a:gd name="connsiteX83" fmla="*/ 41354 w 279375"/>
                <a:gd name="connsiteY83" fmla="*/ 44271 h 94271"/>
                <a:gd name="connsiteX84" fmla="*/ 35104 w 279375"/>
                <a:gd name="connsiteY84" fmla="*/ 38385 h 94271"/>
                <a:gd name="connsiteX85" fmla="*/ 30208 w 279375"/>
                <a:gd name="connsiteY85" fmla="*/ 31146 h 94271"/>
                <a:gd name="connsiteX86" fmla="*/ 26094 w 279375"/>
                <a:gd name="connsiteY86" fmla="*/ 38698 h 94271"/>
                <a:gd name="connsiteX87" fmla="*/ 20312 w 279375"/>
                <a:gd name="connsiteY87" fmla="*/ 45104 h 94271"/>
                <a:gd name="connsiteX88" fmla="*/ 13385 w 279375"/>
                <a:gd name="connsiteY88" fmla="*/ 50469 h 94271"/>
                <a:gd name="connsiteX89" fmla="*/ 6146 w 279375"/>
                <a:gd name="connsiteY89" fmla="*/ 54584 h 94271"/>
                <a:gd name="connsiteX90" fmla="*/ 0 w 279375"/>
                <a:gd name="connsiteY90" fmla="*/ 48958 h 94271"/>
                <a:gd name="connsiteX91" fmla="*/ 9896 w 279375"/>
                <a:gd name="connsiteY91" fmla="*/ 43594 h 94271"/>
                <a:gd name="connsiteX92" fmla="*/ 18125 w 279375"/>
                <a:gd name="connsiteY92" fmla="*/ 36250 h 94271"/>
                <a:gd name="connsiteX93" fmla="*/ 23802 w 279375"/>
                <a:gd name="connsiteY93" fmla="*/ 26927 h 94271"/>
                <a:gd name="connsiteX94" fmla="*/ 25938 w 279375"/>
                <a:gd name="connsiteY94" fmla="*/ 15625 h 94271"/>
                <a:gd name="connsiteX95" fmla="*/ 25938 w 279375"/>
                <a:gd name="connsiteY95" fmla="*/ 11250 h 94271"/>
                <a:gd name="connsiteX96" fmla="*/ 6667 w 279375"/>
                <a:gd name="connsiteY96" fmla="*/ 11250 h 94271"/>
                <a:gd name="connsiteX97" fmla="*/ 205209 w 279375"/>
                <a:gd name="connsiteY97" fmla="*/ 2708 h 94271"/>
                <a:gd name="connsiteX98" fmla="*/ 268854 w 279375"/>
                <a:gd name="connsiteY98" fmla="*/ 2708 h 94271"/>
                <a:gd name="connsiteX99" fmla="*/ 268854 w 279375"/>
                <a:gd name="connsiteY99" fmla="*/ 9584 h 94271"/>
                <a:gd name="connsiteX100" fmla="*/ 241875 w 279375"/>
                <a:gd name="connsiteY100" fmla="*/ 9584 h 94271"/>
                <a:gd name="connsiteX101" fmla="*/ 246302 w 279375"/>
                <a:gd name="connsiteY101" fmla="*/ 16875 h 94271"/>
                <a:gd name="connsiteX102" fmla="*/ 254375 w 279375"/>
                <a:gd name="connsiteY102" fmla="*/ 22292 h 94271"/>
                <a:gd name="connsiteX103" fmla="*/ 264271 w 279375"/>
                <a:gd name="connsiteY103" fmla="*/ 25938 h 94271"/>
                <a:gd name="connsiteX104" fmla="*/ 274583 w 279375"/>
                <a:gd name="connsiteY104" fmla="*/ 28125 h 94271"/>
                <a:gd name="connsiteX105" fmla="*/ 269584 w 279375"/>
                <a:gd name="connsiteY105" fmla="*/ 34479 h 94271"/>
                <a:gd name="connsiteX106" fmla="*/ 260990 w 279375"/>
                <a:gd name="connsiteY106" fmla="*/ 32448 h 94271"/>
                <a:gd name="connsiteX107" fmla="*/ 251771 w 279375"/>
                <a:gd name="connsiteY107" fmla="*/ 29063 h 94271"/>
                <a:gd name="connsiteX108" fmla="*/ 243229 w 279375"/>
                <a:gd name="connsiteY108" fmla="*/ 24219 h 94271"/>
                <a:gd name="connsiteX109" fmla="*/ 237084 w 279375"/>
                <a:gd name="connsiteY109" fmla="*/ 17396 h 94271"/>
                <a:gd name="connsiteX110" fmla="*/ 230938 w 279375"/>
                <a:gd name="connsiteY110" fmla="*/ 23854 h 94271"/>
                <a:gd name="connsiteX111" fmla="*/ 223021 w 279375"/>
                <a:gd name="connsiteY111" fmla="*/ 28750 h 94271"/>
                <a:gd name="connsiteX112" fmla="*/ 213959 w 279375"/>
                <a:gd name="connsiteY112" fmla="*/ 32240 h 94271"/>
                <a:gd name="connsiteX113" fmla="*/ 204375 w 279375"/>
                <a:gd name="connsiteY113" fmla="*/ 34479 h 94271"/>
                <a:gd name="connsiteX114" fmla="*/ 199375 w 279375"/>
                <a:gd name="connsiteY114" fmla="*/ 28021 h 94271"/>
                <a:gd name="connsiteX115" fmla="*/ 210261 w 279375"/>
                <a:gd name="connsiteY115" fmla="*/ 25781 h 94271"/>
                <a:gd name="connsiteX116" fmla="*/ 220208 w 279375"/>
                <a:gd name="connsiteY116" fmla="*/ 22084 h 94271"/>
                <a:gd name="connsiteX117" fmla="*/ 227969 w 279375"/>
                <a:gd name="connsiteY117" fmla="*/ 16823 h 94271"/>
                <a:gd name="connsiteX118" fmla="*/ 232188 w 279375"/>
                <a:gd name="connsiteY118" fmla="*/ 9584 h 94271"/>
                <a:gd name="connsiteX119" fmla="*/ 205209 w 279375"/>
                <a:gd name="connsiteY119" fmla="*/ 9584 h 94271"/>
                <a:gd name="connsiteX120" fmla="*/ 104167 w 279375"/>
                <a:gd name="connsiteY120" fmla="*/ 1146 h 94271"/>
                <a:gd name="connsiteX121" fmla="*/ 126250 w 279375"/>
                <a:gd name="connsiteY121" fmla="*/ 1146 h 94271"/>
                <a:gd name="connsiteX122" fmla="*/ 126250 w 279375"/>
                <a:gd name="connsiteY122" fmla="*/ 7604 h 94271"/>
                <a:gd name="connsiteX123" fmla="*/ 104167 w 279375"/>
                <a:gd name="connsiteY123" fmla="*/ 7604 h 94271"/>
                <a:gd name="connsiteX124" fmla="*/ 162708 w 279375"/>
                <a:gd name="connsiteY124" fmla="*/ 0 h 94271"/>
                <a:gd name="connsiteX125" fmla="*/ 170625 w 279375"/>
                <a:gd name="connsiteY125" fmla="*/ 0 h 94271"/>
                <a:gd name="connsiteX126" fmla="*/ 170625 w 279375"/>
                <a:gd name="connsiteY126" fmla="*/ 59584 h 94271"/>
                <a:gd name="connsiteX127" fmla="*/ 162708 w 279375"/>
                <a:gd name="connsiteY127" fmla="*/ 59584 h 94271"/>
                <a:gd name="connsiteX128" fmla="*/ 162708 w 279375"/>
                <a:gd name="connsiteY128" fmla="*/ 32605 h 94271"/>
                <a:gd name="connsiteX129" fmla="*/ 151250 w 279375"/>
                <a:gd name="connsiteY129" fmla="*/ 32605 h 94271"/>
                <a:gd name="connsiteX130" fmla="*/ 151250 w 279375"/>
                <a:gd name="connsiteY130" fmla="*/ 56563 h 94271"/>
                <a:gd name="connsiteX131" fmla="*/ 143333 w 279375"/>
                <a:gd name="connsiteY131" fmla="*/ 56563 h 94271"/>
                <a:gd name="connsiteX132" fmla="*/ 143333 w 279375"/>
                <a:gd name="connsiteY132" fmla="*/ 1667 h 94271"/>
                <a:gd name="connsiteX133" fmla="*/ 151250 w 279375"/>
                <a:gd name="connsiteY133" fmla="*/ 1667 h 94271"/>
                <a:gd name="connsiteX134" fmla="*/ 151250 w 279375"/>
                <a:gd name="connsiteY134" fmla="*/ 25313 h 94271"/>
                <a:gd name="connsiteX135" fmla="*/ 162708 w 279375"/>
                <a:gd name="connsiteY135" fmla="*/ 25313 h 94271"/>
                <a:gd name="connsiteX136" fmla="*/ 69792 w 279375"/>
                <a:gd name="connsiteY136" fmla="*/ 0 h 94271"/>
                <a:gd name="connsiteX137" fmla="*/ 77917 w 279375"/>
                <a:gd name="connsiteY137" fmla="*/ 0 h 94271"/>
                <a:gd name="connsiteX138" fmla="*/ 77917 w 279375"/>
                <a:gd name="connsiteY138" fmla="*/ 67709 h 94271"/>
                <a:gd name="connsiteX139" fmla="*/ 69792 w 279375"/>
                <a:gd name="connsiteY139" fmla="*/ 67709 h 94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</a:cxnLst>
              <a:rect l="l" t="t" r="r" b="b"/>
              <a:pathLst>
                <a:path w="279375" h="94271">
                  <a:moveTo>
                    <a:pt x="237084" y="66042"/>
                  </a:moveTo>
                  <a:cubicBezTo>
                    <a:pt x="229792" y="66042"/>
                    <a:pt x="223998" y="66953"/>
                    <a:pt x="219688" y="68802"/>
                  </a:cubicBezTo>
                  <a:cubicBezTo>
                    <a:pt x="215378" y="70638"/>
                    <a:pt x="213229" y="73334"/>
                    <a:pt x="213229" y="76875"/>
                  </a:cubicBezTo>
                  <a:cubicBezTo>
                    <a:pt x="213229" y="80208"/>
                    <a:pt x="215378" y="82865"/>
                    <a:pt x="219688" y="84844"/>
                  </a:cubicBezTo>
                  <a:cubicBezTo>
                    <a:pt x="223998" y="86823"/>
                    <a:pt x="229792" y="87813"/>
                    <a:pt x="237084" y="87813"/>
                  </a:cubicBezTo>
                  <a:cubicBezTo>
                    <a:pt x="244102" y="87813"/>
                    <a:pt x="249805" y="86823"/>
                    <a:pt x="254219" y="84844"/>
                  </a:cubicBezTo>
                  <a:cubicBezTo>
                    <a:pt x="258633" y="82865"/>
                    <a:pt x="260833" y="80208"/>
                    <a:pt x="260833" y="76875"/>
                  </a:cubicBezTo>
                  <a:cubicBezTo>
                    <a:pt x="260833" y="73399"/>
                    <a:pt x="258633" y="70729"/>
                    <a:pt x="254219" y="68855"/>
                  </a:cubicBezTo>
                  <a:cubicBezTo>
                    <a:pt x="249805" y="66979"/>
                    <a:pt x="244102" y="66042"/>
                    <a:pt x="237084" y="66042"/>
                  </a:cubicBezTo>
                  <a:close/>
                  <a:moveTo>
                    <a:pt x="138646" y="65938"/>
                  </a:moveTo>
                  <a:cubicBezTo>
                    <a:pt x="131497" y="65938"/>
                    <a:pt x="125729" y="66875"/>
                    <a:pt x="121354" y="68750"/>
                  </a:cubicBezTo>
                  <a:cubicBezTo>
                    <a:pt x="116979" y="70625"/>
                    <a:pt x="114792" y="73295"/>
                    <a:pt x="114792" y="76771"/>
                  </a:cubicBezTo>
                  <a:cubicBezTo>
                    <a:pt x="114792" y="80169"/>
                    <a:pt x="116979" y="82865"/>
                    <a:pt x="121354" y="84844"/>
                  </a:cubicBezTo>
                  <a:cubicBezTo>
                    <a:pt x="125729" y="86823"/>
                    <a:pt x="131497" y="87813"/>
                    <a:pt x="138646" y="87813"/>
                  </a:cubicBezTo>
                  <a:cubicBezTo>
                    <a:pt x="145586" y="87813"/>
                    <a:pt x="151237" y="86823"/>
                    <a:pt x="155573" y="84844"/>
                  </a:cubicBezTo>
                  <a:cubicBezTo>
                    <a:pt x="159909" y="82865"/>
                    <a:pt x="162083" y="80208"/>
                    <a:pt x="162083" y="76875"/>
                  </a:cubicBezTo>
                  <a:cubicBezTo>
                    <a:pt x="162083" y="73334"/>
                    <a:pt x="159909" y="70625"/>
                    <a:pt x="155573" y="68750"/>
                  </a:cubicBezTo>
                  <a:cubicBezTo>
                    <a:pt x="151237" y="66875"/>
                    <a:pt x="145586" y="65938"/>
                    <a:pt x="138646" y="65938"/>
                  </a:cubicBezTo>
                  <a:close/>
                  <a:moveTo>
                    <a:pt x="18125" y="60834"/>
                  </a:moveTo>
                  <a:lnTo>
                    <a:pt x="26563" y="60834"/>
                  </a:lnTo>
                  <a:lnTo>
                    <a:pt x="26563" y="83334"/>
                  </a:lnTo>
                  <a:lnTo>
                    <a:pt x="80521" y="83334"/>
                  </a:lnTo>
                  <a:lnTo>
                    <a:pt x="80521" y="90417"/>
                  </a:lnTo>
                  <a:lnTo>
                    <a:pt x="20312" y="90417"/>
                  </a:lnTo>
                  <a:cubicBezTo>
                    <a:pt x="19479" y="90417"/>
                    <a:pt x="18906" y="90261"/>
                    <a:pt x="18594" y="89948"/>
                  </a:cubicBezTo>
                  <a:cubicBezTo>
                    <a:pt x="18281" y="89635"/>
                    <a:pt x="18125" y="89063"/>
                    <a:pt x="18125" y="88229"/>
                  </a:cubicBezTo>
                  <a:close/>
                  <a:moveTo>
                    <a:pt x="138646" y="59375"/>
                  </a:moveTo>
                  <a:cubicBezTo>
                    <a:pt x="149271" y="59375"/>
                    <a:pt x="157292" y="61016"/>
                    <a:pt x="162708" y="64323"/>
                  </a:cubicBezTo>
                  <a:cubicBezTo>
                    <a:pt x="168125" y="67618"/>
                    <a:pt x="170833" y="71771"/>
                    <a:pt x="170833" y="76771"/>
                  </a:cubicBezTo>
                  <a:cubicBezTo>
                    <a:pt x="170833" y="81836"/>
                    <a:pt x="168125" y="86016"/>
                    <a:pt x="162708" y="89323"/>
                  </a:cubicBezTo>
                  <a:cubicBezTo>
                    <a:pt x="157292" y="92617"/>
                    <a:pt x="149271" y="94271"/>
                    <a:pt x="138646" y="94271"/>
                  </a:cubicBezTo>
                  <a:cubicBezTo>
                    <a:pt x="127748" y="94271"/>
                    <a:pt x="119570" y="92617"/>
                    <a:pt x="114115" y="89323"/>
                  </a:cubicBezTo>
                  <a:cubicBezTo>
                    <a:pt x="108659" y="86016"/>
                    <a:pt x="105937" y="81836"/>
                    <a:pt x="105937" y="76771"/>
                  </a:cubicBezTo>
                  <a:cubicBezTo>
                    <a:pt x="105937" y="71771"/>
                    <a:pt x="108698" y="67618"/>
                    <a:pt x="114219" y="64323"/>
                  </a:cubicBezTo>
                  <a:cubicBezTo>
                    <a:pt x="119739" y="61016"/>
                    <a:pt x="127877" y="59375"/>
                    <a:pt x="138646" y="59375"/>
                  </a:cubicBezTo>
                  <a:close/>
                  <a:moveTo>
                    <a:pt x="194792" y="41563"/>
                  </a:moveTo>
                  <a:lnTo>
                    <a:pt x="279375" y="41563"/>
                  </a:lnTo>
                  <a:lnTo>
                    <a:pt x="279375" y="48438"/>
                  </a:lnTo>
                  <a:lnTo>
                    <a:pt x="241459" y="48438"/>
                  </a:lnTo>
                  <a:lnTo>
                    <a:pt x="241459" y="59792"/>
                  </a:lnTo>
                  <a:cubicBezTo>
                    <a:pt x="250768" y="60274"/>
                    <a:pt x="257865" y="62110"/>
                    <a:pt x="262760" y="65313"/>
                  </a:cubicBezTo>
                  <a:cubicBezTo>
                    <a:pt x="267656" y="68503"/>
                    <a:pt x="270104" y="72396"/>
                    <a:pt x="270104" y="76979"/>
                  </a:cubicBezTo>
                  <a:cubicBezTo>
                    <a:pt x="270104" y="81979"/>
                    <a:pt x="267279" y="86094"/>
                    <a:pt x="261615" y="89323"/>
                  </a:cubicBezTo>
                  <a:cubicBezTo>
                    <a:pt x="255950" y="92552"/>
                    <a:pt x="247773" y="94167"/>
                    <a:pt x="237084" y="94167"/>
                  </a:cubicBezTo>
                  <a:cubicBezTo>
                    <a:pt x="226393" y="94167"/>
                    <a:pt x="218216" y="92552"/>
                    <a:pt x="212552" y="89323"/>
                  </a:cubicBezTo>
                  <a:cubicBezTo>
                    <a:pt x="206888" y="86094"/>
                    <a:pt x="204063" y="81979"/>
                    <a:pt x="204063" y="76979"/>
                  </a:cubicBezTo>
                  <a:cubicBezTo>
                    <a:pt x="204063" y="72396"/>
                    <a:pt x="206510" y="68503"/>
                    <a:pt x="211406" y="65313"/>
                  </a:cubicBezTo>
                  <a:cubicBezTo>
                    <a:pt x="216302" y="62110"/>
                    <a:pt x="223398" y="60274"/>
                    <a:pt x="232709" y="59792"/>
                  </a:cubicBezTo>
                  <a:lnTo>
                    <a:pt x="232709" y="48438"/>
                  </a:lnTo>
                  <a:lnTo>
                    <a:pt x="194792" y="48438"/>
                  </a:lnTo>
                  <a:close/>
                  <a:moveTo>
                    <a:pt x="115208" y="29479"/>
                  </a:moveTo>
                  <a:cubicBezTo>
                    <a:pt x="111315" y="29479"/>
                    <a:pt x="108333" y="30378"/>
                    <a:pt x="106250" y="32188"/>
                  </a:cubicBezTo>
                  <a:cubicBezTo>
                    <a:pt x="104167" y="33985"/>
                    <a:pt x="103125" y="36420"/>
                    <a:pt x="103125" y="39479"/>
                  </a:cubicBezTo>
                  <a:cubicBezTo>
                    <a:pt x="103125" y="42461"/>
                    <a:pt x="104167" y="44870"/>
                    <a:pt x="106250" y="46719"/>
                  </a:cubicBezTo>
                  <a:cubicBezTo>
                    <a:pt x="108333" y="48555"/>
                    <a:pt x="111315" y="49479"/>
                    <a:pt x="115208" y="49479"/>
                  </a:cubicBezTo>
                  <a:cubicBezTo>
                    <a:pt x="118893" y="49479"/>
                    <a:pt x="121784" y="48555"/>
                    <a:pt x="123906" y="46719"/>
                  </a:cubicBezTo>
                  <a:cubicBezTo>
                    <a:pt x="126029" y="44870"/>
                    <a:pt x="127084" y="42461"/>
                    <a:pt x="127084" y="39479"/>
                  </a:cubicBezTo>
                  <a:cubicBezTo>
                    <a:pt x="127084" y="36420"/>
                    <a:pt x="126029" y="33985"/>
                    <a:pt x="123906" y="32188"/>
                  </a:cubicBezTo>
                  <a:cubicBezTo>
                    <a:pt x="121784" y="30378"/>
                    <a:pt x="118893" y="29479"/>
                    <a:pt x="115208" y="29479"/>
                  </a:cubicBezTo>
                  <a:close/>
                  <a:moveTo>
                    <a:pt x="115208" y="23646"/>
                  </a:moveTo>
                  <a:cubicBezTo>
                    <a:pt x="121042" y="23646"/>
                    <a:pt x="125768" y="25065"/>
                    <a:pt x="129375" y="27917"/>
                  </a:cubicBezTo>
                  <a:cubicBezTo>
                    <a:pt x="132982" y="30755"/>
                    <a:pt x="134792" y="34583"/>
                    <a:pt x="134792" y="39375"/>
                  </a:cubicBezTo>
                  <a:cubicBezTo>
                    <a:pt x="134792" y="44024"/>
                    <a:pt x="132930" y="47826"/>
                    <a:pt x="129219" y="50782"/>
                  </a:cubicBezTo>
                  <a:cubicBezTo>
                    <a:pt x="125508" y="53724"/>
                    <a:pt x="120833" y="55209"/>
                    <a:pt x="115208" y="55209"/>
                  </a:cubicBezTo>
                  <a:cubicBezTo>
                    <a:pt x="109518" y="55209"/>
                    <a:pt x="104805" y="53724"/>
                    <a:pt x="101094" y="50782"/>
                  </a:cubicBezTo>
                  <a:cubicBezTo>
                    <a:pt x="97383" y="47826"/>
                    <a:pt x="95521" y="44024"/>
                    <a:pt x="95521" y="39375"/>
                  </a:cubicBezTo>
                  <a:cubicBezTo>
                    <a:pt x="95521" y="34583"/>
                    <a:pt x="97344" y="30755"/>
                    <a:pt x="100990" y="27917"/>
                  </a:cubicBezTo>
                  <a:cubicBezTo>
                    <a:pt x="104636" y="25065"/>
                    <a:pt x="109375" y="23646"/>
                    <a:pt x="115208" y="23646"/>
                  </a:cubicBezTo>
                  <a:close/>
                  <a:moveTo>
                    <a:pt x="93854" y="13334"/>
                  </a:moveTo>
                  <a:lnTo>
                    <a:pt x="136771" y="13334"/>
                  </a:lnTo>
                  <a:lnTo>
                    <a:pt x="136771" y="19792"/>
                  </a:lnTo>
                  <a:lnTo>
                    <a:pt x="93854" y="19792"/>
                  </a:lnTo>
                  <a:close/>
                  <a:moveTo>
                    <a:pt x="6667" y="4271"/>
                  </a:moveTo>
                  <a:lnTo>
                    <a:pt x="53333" y="4271"/>
                  </a:lnTo>
                  <a:lnTo>
                    <a:pt x="53333" y="11250"/>
                  </a:lnTo>
                  <a:lnTo>
                    <a:pt x="34479" y="11250"/>
                  </a:lnTo>
                  <a:lnTo>
                    <a:pt x="34479" y="15833"/>
                  </a:lnTo>
                  <a:cubicBezTo>
                    <a:pt x="34479" y="19584"/>
                    <a:pt x="35208" y="23073"/>
                    <a:pt x="36667" y="26302"/>
                  </a:cubicBezTo>
                  <a:cubicBezTo>
                    <a:pt x="38125" y="29531"/>
                    <a:pt x="40039" y="32396"/>
                    <a:pt x="42396" y="34896"/>
                  </a:cubicBezTo>
                  <a:cubicBezTo>
                    <a:pt x="44753" y="37461"/>
                    <a:pt x="47409" y="39662"/>
                    <a:pt x="50365" y="41511"/>
                  </a:cubicBezTo>
                  <a:cubicBezTo>
                    <a:pt x="53320" y="43347"/>
                    <a:pt x="56289" y="44753"/>
                    <a:pt x="59271" y="45729"/>
                  </a:cubicBezTo>
                  <a:lnTo>
                    <a:pt x="53854" y="51875"/>
                  </a:lnTo>
                  <a:cubicBezTo>
                    <a:pt x="52044" y="51107"/>
                    <a:pt x="50052" y="50078"/>
                    <a:pt x="47865" y="48802"/>
                  </a:cubicBezTo>
                  <a:cubicBezTo>
                    <a:pt x="45677" y="47513"/>
                    <a:pt x="43503" y="46003"/>
                    <a:pt x="41354" y="44271"/>
                  </a:cubicBezTo>
                  <a:cubicBezTo>
                    <a:pt x="39128" y="42526"/>
                    <a:pt x="37044" y="40573"/>
                    <a:pt x="35104" y="38385"/>
                  </a:cubicBezTo>
                  <a:cubicBezTo>
                    <a:pt x="33164" y="36198"/>
                    <a:pt x="31523" y="33776"/>
                    <a:pt x="30208" y="31146"/>
                  </a:cubicBezTo>
                  <a:cubicBezTo>
                    <a:pt x="29167" y="33854"/>
                    <a:pt x="27800" y="36367"/>
                    <a:pt x="26094" y="38698"/>
                  </a:cubicBezTo>
                  <a:cubicBezTo>
                    <a:pt x="24388" y="41016"/>
                    <a:pt x="22461" y="43151"/>
                    <a:pt x="20312" y="45104"/>
                  </a:cubicBezTo>
                  <a:cubicBezTo>
                    <a:pt x="18164" y="47110"/>
                    <a:pt x="15846" y="48906"/>
                    <a:pt x="13385" y="50469"/>
                  </a:cubicBezTo>
                  <a:cubicBezTo>
                    <a:pt x="10924" y="52031"/>
                    <a:pt x="8502" y="53399"/>
                    <a:pt x="6146" y="54584"/>
                  </a:cubicBezTo>
                  <a:lnTo>
                    <a:pt x="0" y="48958"/>
                  </a:lnTo>
                  <a:cubicBezTo>
                    <a:pt x="3477" y="47500"/>
                    <a:pt x="6771" y="45703"/>
                    <a:pt x="9896" y="43594"/>
                  </a:cubicBezTo>
                  <a:cubicBezTo>
                    <a:pt x="13021" y="41472"/>
                    <a:pt x="15768" y="39024"/>
                    <a:pt x="18125" y="36250"/>
                  </a:cubicBezTo>
                  <a:cubicBezTo>
                    <a:pt x="20482" y="33464"/>
                    <a:pt x="22383" y="30365"/>
                    <a:pt x="23802" y="26927"/>
                  </a:cubicBezTo>
                  <a:cubicBezTo>
                    <a:pt x="25222" y="23490"/>
                    <a:pt x="25938" y="19714"/>
                    <a:pt x="25938" y="15625"/>
                  </a:cubicBezTo>
                  <a:lnTo>
                    <a:pt x="25938" y="11250"/>
                  </a:lnTo>
                  <a:lnTo>
                    <a:pt x="6667" y="11250"/>
                  </a:lnTo>
                  <a:close/>
                  <a:moveTo>
                    <a:pt x="205209" y="2708"/>
                  </a:moveTo>
                  <a:lnTo>
                    <a:pt x="268854" y="2708"/>
                  </a:lnTo>
                  <a:lnTo>
                    <a:pt x="268854" y="9584"/>
                  </a:lnTo>
                  <a:lnTo>
                    <a:pt x="241875" y="9584"/>
                  </a:lnTo>
                  <a:cubicBezTo>
                    <a:pt x="242565" y="12357"/>
                    <a:pt x="244050" y="14792"/>
                    <a:pt x="246302" y="16875"/>
                  </a:cubicBezTo>
                  <a:cubicBezTo>
                    <a:pt x="248555" y="18959"/>
                    <a:pt x="251250" y="20756"/>
                    <a:pt x="254375" y="22292"/>
                  </a:cubicBezTo>
                  <a:cubicBezTo>
                    <a:pt x="257435" y="23750"/>
                    <a:pt x="260729" y="24961"/>
                    <a:pt x="264271" y="25938"/>
                  </a:cubicBezTo>
                  <a:cubicBezTo>
                    <a:pt x="267813" y="26901"/>
                    <a:pt x="271250" y="27630"/>
                    <a:pt x="274583" y="28125"/>
                  </a:cubicBezTo>
                  <a:lnTo>
                    <a:pt x="269584" y="34479"/>
                  </a:lnTo>
                  <a:cubicBezTo>
                    <a:pt x="267018" y="33985"/>
                    <a:pt x="264154" y="33307"/>
                    <a:pt x="260990" y="32448"/>
                  </a:cubicBezTo>
                  <a:cubicBezTo>
                    <a:pt x="257826" y="31576"/>
                    <a:pt x="254753" y="30443"/>
                    <a:pt x="251771" y="29063"/>
                  </a:cubicBezTo>
                  <a:cubicBezTo>
                    <a:pt x="248711" y="27734"/>
                    <a:pt x="245872" y="26120"/>
                    <a:pt x="243229" y="24219"/>
                  </a:cubicBezTo>
                  <a:cubicBezTo>
                    <a:pt x="240586" y="22305"/>
                    <a:pt x="238542" y="20026"/>
                    <a:pt x="237084" y="17396"/>
                  </a:cubicBezTo>
                  <a:cubicBezTo>
                    <a:pt x="235417" y="19818"/>
                    <a:pt x="233373" y="21979"/>
                    <a:pt x="230938" y="23854"/>
                  </a:cubicBezTo>
                  <a:cubicBezTo>
                    <a:pt x="228503" y="25729"/>
                    <a:pt x="225872" y="27357"/>
                    <a:pt x="223021" y="28750"/>
                  </a:cubicBezTo>
                  <a:cubicBezTo>
                    <a:pt x="220169" y="30131"/>
                    <a:pt x="217149" y="31302"/>
                    <a:pt x="213959" y="32240"/>
                  </a:cubicBezTo>
                  <a:cubicBezTo>
                    <a:pt x="210768" y="33177"/>
                    <a:pt x="207565" y="33919"/>
                    <a:pt x="204375" y="34479"/>
                  </a:cubicBezTo>
                  <a:lnTo>
                    <a:pt x="199375" y="28021"/>
                  </a:lnTo>
                  <a:cubicBezTo>
                    <a:pt x="202982" y="27461"/>
                    <a:pt x="206615" y="26719"/>
                    <a:pt x="210261" y="25781"/>
                  </a:cubicBezTo>
                  <a:cubicBezTo>
                    <a:pt x="213906" y="24844"/>
                    <a:pt x="217226" y="23607"/>
                    <a:pt x="220208" y="22084"/>
                  </a:cubicBezTo>
                  <a:cubicBezTo>
                    <a:pt x="223268" y="20625"/>
                    <a:pt x="225846" y="18867"/>
                    <a:pt x="227969" y="16823"/>
                  </a:cubicBezTo>
                  <a:cubicBezTo>
                    <a:pt x="230091" y="14766"/>
                    <a:pt x="231497" y="12357"/>
                    <a:pt x="232188" y="9584"/>
                  </a:cubicBezTo>
                  <a:lnTo>
                    <a:pt x="205209" y="9584"/>
                  </a:lnTo>
                  <a:close/>
                  <a:moveTo>
                    <a:pt x="104167" y="1146"/>
                  </a:moveTo>
                  <a:lnTo>
                    <a:pt x="126250" y="1146"/>
                  </a:lnTo>
                  <a:lnTo>
                    <a:pt x="126250" y="7604"/>
                  </a:lnTo>
                  <a:lnTo>
                    <a:pt x="104167" y="7604"/>
                  </a:lnTo>
                  <a:close/>
                  <a:moveTo>
                    <a:pt x="162708" y="0"/>
                  </a:moveTo>
                  <a:lnTo>
                    <a:pt x="170625" y="0"/>
                  </a:lnTo>
                  <a:lnTo>
                    <a:pt x="170625" y="59584"/>
                  </a:lnTo>
                  <a:lnTo>
                    <a:pt x="162708" y="59584"/>
                  </a:lnTo>
                  <a:lnTo>
                    <a:pt x="162708" y="32605"/>
                  </a:lnTo>
                  <a:lnTo>
                    <a:pt x="151250" y="32605"/>
                  </a:lnTo>
                  <a:lnTo>
                    <a:pt x="151250" y="56563"/>
                  </a:lnTo>
                  <a:lnTo>
                    <a:pt x="143333" y="56563"/>
                  </a:lnTo>
                  <a:lnTo>
                    <a:pt x="143333" y="1667"/>
                  </a:lnTo>
                  <a:lnTo>
                    <a:pt x="151250" y="1667"/>
                  </a:lnTo>
                  <a:lnTo>
                    <a:pt x="151250" y="25313"/>
                  </a:lnTo>
                  <a:lnTo>
                    <a:pt x="162708" y="25313"/>
                  </a:lnTo>
                  <a:close/>
                  <a:moveTo>
                    <a:pt x="69792" y="0"/>
                  </a:moveTo>
                  <a:lnTo>
                    <a:pt x="77917" y="0"/>
                  </a:lnTo>
                  <a:lnTo>
                    <a:pt x="77917" y="67709"/>
                  </a:lnTo>
                  <a:lnTo>
                    <a:pt x="69792" y="67709"/>
                  </a:lnTo>
                  <a:close/>
                </a:path>
              </a:pathLst>
            </a:custGeom>
            <a:solidFill>
              <a:srgbClr val="404040"/>
            </a:solidFill>
            <a:ln w="13018" cap="flat">
              <a:solidFill>
                <a:srgbClr val="005A9E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9" name="TextBox 558">
              <a:extLst>
                <a:ext uri="{FF2B5EF4-FFF2-40B4-BE49-F238E27FC236}">
                  <a16:creationId xmlns:a16="http://schemas.microsoft.com/office/drawing/2014/main" id="{5700CD4D-171A-4853-BF64-2770A7CC95D2}"/>
                </a:ext>
              </a:extLst>
            </p:cNvPr>
            <p:cNvSpPr txBox="1"/>
            <p:nvPr/>
          </p:nvSpPr>
          <p:spPr>
            <a:xfrm>
              <a:off x="5586181" y="5202025"/>
              <a:ext cx="45631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진행중</a:t>
              </a:r>
            </a:p>
          </p:txBody>
        </p:sp>
        <p:sp>
          <p:nvSpPr>
            <p:cNvPr id="560" name="자유형: 도형 559">
              <a:extLst>
                <a:ext uri="{FF2B5EF4-FFF2-40B4-BE49-F238E27FC236}">
                  <a16:creationId xmlns:a16="http://schemas.microsoft.com/office/drawing/2014/main" id="{C073E1EA-EF24-43D6-92CA-BAAD50772B67}"/>
                </a:ext>
              </a:extLst>
            </p:cNvPr>
            <p:cNvSpPr/>
            <p:nvPr/>
          </p:nvSpPr>
          <p:spPr>
            <a:xfrm>
              <a:off x="975330" y="5592315"/>
              <a:ext cx="49583" cy="79479"/>
            </a:xfrm>
            <a:custGeom>
              <a:avLst/>
              <a:gdLst>
                <a:gd name="connsiteX0" fmla="*/ 24479 w 49583"/>
                <a:gd name="connsiteY0" fmla="*/ 6979 h 79479"/>
                <a:gd name="connsiteX1" fmla="*/ 12448 w 49583"/>
                <a:gd name="connsiteY1" fmla="*/ 12500 h 79479"/>
                <a:gd name="connsiteX2" fmla="*/ 8229 w 49583"/>
                <a:gd name="connsiteY2" fmla="*/ 25938 h 79479"/>
                <a:gd name="connsiteX3" fmla="*/ 9219 w 49583"/>
                <a:gd name="connsiteY3" fmla="*/ 33229 h 79479"/>
                <a:gd name="connsiteX4" fmla="*/ 12292 w 49583"/>
                <a:gd name="connsiteY4" fmla="*/ 39167 h 79479"/>
                <a:gd name="connsiteX5" fmla="*/ 17292 w 49583"/>
                <a:gd name="connsiteY5" fmla="*/ 43281 h 79479"/>
                <a:gd name="connsiteX6" fmla="*/ 24375 w 49583"/>
                <a:gd name="connsiteY6" fmla="*/ 44792 h 79479"/>
                <a:gd name="connsiteX7" fmla="*/ 30781 w 49583"/>
                <a:gd name="connsiteY7" fmla="*/ 43333 h 79479"/>
                <a:gd name="connsiteX8" fmla="*/ 35833 w 49583"/>
                <a:gd name="connsiteY8" fmla="*/ 39479 h 79479"/>
                <a:gd name="connsiteX9" fmla="*/ 39219 w 49583"/>
                <a:gd name="connsiteY9" fmla="*/ 33750 h 79479"/>
                <a:gd name="connsiteX10" fmla="*/ 40417 w 49583"/>
                <a:gd name="connsiteY10" fmla="*/ 26875 h 79479"/>
                <a:gd name="connsiteX11" fmla="*/ 39219 w 49583"/>
                <a:gd name="connsiteY11" fmla="*/ 19063 h 79479"/>
                <a:gd name="connsiteX12" fmla="*/ 35938 w 49583"/>
                <a:gd name="connsiteY12" fmla="*/ 12709 h 79479"/>
                <a:gd name="connsiteX13" fmla="*/ 30938 w 49583"/>
                <a:gd name="connsiteY13" fmla="*/ 8542 h 79479"/>
                <a:gd name="connsiteX14" fmla="*/ 24479 w 49583"/>
                <a:gd name="connsiteY14" fmla="*/ 6979 h 79479"/>
                <a:gd name="connsiteX15" fmla="*/ 23958 w 49583"/>
                <a:gd name="connsiteY15" fmla="*/ 0 h 79479"/>
                <a:gd name="connsiteX16" fmla="*/ 33542 w 49583"/>
                <a:gd name="connsiteY16" fmla="*/ 1562 h 79479"/>
                <a:gd name="connsiteX17" fmla="*/ 41771 w 49583"/>
                <a:gd name="connsiteY17" fmla="*/ 7292 h 79479"/>
                <a:gd name="connsiteX18" fmla="*/ 47448 w 49583"/>
                <a:gd name="connsiteY18" fmla="*/ 18802 h 79479"/>
                <a:gd name="connsiteX19" fmla="*/ 49583 w 49583"/>
                <a:gd name="connsiteY19" fmla="*/ 37604 h 79479"/>
                <a:gd name="connsiteX20" fmla="*/ 42604 w 49583"/>
                <a:gd name="connsiteY20" fmla="*/ 69011 h 79479"/>
                <a:gd name="connsiteX21" fmla="*/ 23646 w 49583"/>
                <a:gd name="connsiteY21" fmla="*/ 79479 h 79479"/>
                <a:gd name="connsiteX22" fmla="*/ 8177 w 49583"/>
                <a:gd name="connsiteY22" fmla="*/ 74167 h 79479"/>
                <a:gd name="connsiteX23" fmla="*/ 1354 w 49583"/>
                <a:gd name="connsiteY23" fmla="*/ 59688 h 79479"/>
                <a:gd name="connsiteX24" fmla="*/ 9583 w 49583"/>
                <a:gd name="connsiteY24" fmla="*/ 59688 h 79479"/>
                <a:gd name="connsiteX25" fmla="*/ 14115 w 49583"/>
                <a:gd name="connsiteY25" fmla="*/ 69063 h 79479"/>
                <a:gd name="connsiteX26" fmla="*/ 24063 w 49583"/>
                <a:gd name="connsiteY26" fmla="*/ 72500 h 79479"/>
                <a:gd name="connsiteX27" fmla="*/ 33073 w 49583"/>
                <a:gd name="connsiteY27" fmla="*/ 69375 h 79479"/>
                <a:gd name="connsiteX28" fmla="*/ 38750 w 49583"/>
                <a:gd name="connsiteY28" fmla="*/ 61250 h 79479"/>
                <a:gd name="connsiteX29" fmla="*/ 41615 w 49583"/>
                <a:gd name="connsiteY29" fmla="*/ 50209 h 79479"/>
                <a:gd name="connsiteX30" fmla="*/ 42396 w 49583"/>
                <a:gd name="connsiteY30" fmla="*/ 38021 h 79479"/>
                <a:gd name="connsiteX31" fmla="*/ 34792 w 49583"/>
                <a:gd name="connsiteY31" fmla="*/ 48021 h 79479"/>
                <a:gd name="connsiteX32" fmla="*/ 22708 w 49583"/>
                <a:gd name="connsiteY32" fmla="*/ 51250 h 79479"/>
                <a:gd name="connsiteX33" fmla="*/ 6198 w 49583"/>
                <a:gd name="connsiteY33" fmla="*/ 44271 h 79479"/>
                <a:gd name="connsiteX34" fmla="*/ 0 w 49583"/>
                <a:gd name="connsiteY34" fmla="*/ 25729 h 79479"/>
                <a:gd name="connsiteX35" fmla="*/ 1615 w 49583"/>
                <a:gd name="connsiteY35" fmla="*/ 15729 h 79479"/>
                <a:gd name="connsiteX36" fmla="*/ 6354 w 49583"/>
                <a:gd name="connsiteY36" fmla="*/ 7500 h 79479"/>
                <a:gd name="connsiteX37" fmla="*/ 13906 w 49583"/>
                <a:gd name="connsiteY37" fmla="*/ 2031 h 79479"/>
                <a:gd name="connsiteX38" fmla="*/ 23958 w 49583"/>
                <a:gd name="connsiteY38" fmla="*/ 0 h 7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583" h="79479">
                  <a:moveTo>
                    <a:pt x="24479" y="6979"/>
                  </a:moveTo>
                  <a:cubicBezTo>
                    <a:pt x="19271" y="6979"/>
                    <a:pt x="15260" y="8815"/>
                    <a:pt x="12448" y="12500"/>
                  </a:cubicBezTo>
                  <a:cubicBezTo>
                    <a:pt x="9635" y="16185"/>
                    <a:pt x="8229" y="20664"/>
                    <a:pt x="8229" y="25938"/>
                  </a:cubicBezTo>
                  <a:cubicBezTo>
                    <a:pt x="8229" y="28503"/>
                    <a:pt x="8559" y="30938"/>
                    <a:pt x="9219" y="33229"/>
                  </a:cubicBezTo>
                  <a:cubicBezTo>
                    <a:pt x="9879" y="35521"/>
                    <a:pt x="10902" y="37500"/>
                    <a:pt x="12292" y="39167"/>
                  </a:cubicBezTo>
                  <a:cubicBezTo>
                    <a:pt x="13611" y="40899"/>
                    <a:pt x="15277" y="42279"/>
                    <a:pt x="17292" y="43281"/>
                  </a:cubicBezTo>
                  <a:cubicBezTo>
                    <a:pt x="19306" y="44284"/>
                    <a:pt x="21667" y="44792"/>
                    <a:pt x="24375" y="44792"/>
                  </a:cubicBezTo>
                  <a:cubicBezTo>
                    <a:pt x="26667" y="44792"/>
                    <a:pt x="28802" y="44310"/>
                    <a:pt x="30781" y="43333"/>
                  </a:cubicBezTo>
                  <a:cubicBezTo>
                    <a:pt x="32760" y="42357"/>
                    <a:pt x="34444" y="41081"/>
                    <a:pt x="35833" y="39479"/>
                  </a:cubicBezTo>
                  <a:cubicBezTo>
                    <a:pt x="37292" y="37813"/>
                    <a:pt x="38421" y="35899"/>
                    <a:pt x="39219" y="33750"/>
                  </a:cubicBezTo>
                  <a:cubicBezTo>
                    <a:pt x="40017" y="31602"/>
                    <a:pt x="40417" y="29310"/>
                    <a:pt x="40417" y="26875"/>
                  </a:cubicBezTo>
                  <a:cubicBezTo>
                    <a:pt x="40417" y="24102"/>
                    <a:pt x="40017" y="21497"/>
                    <a:pt x="39219" y="19063"/>
                  </a:cubicBezTo>
                  <a:cubicBezTo>
                    <a:pt x="38421" y="16628"/>
                    <a:pt x="37327" y="14519"/>
                    <a:pt x="35938" y="12709"/>
                  </a:cubicBezTo>
                  <a:cubicBezTo>
                    <a:pt x="34548" y="10977"/>
                    <a:pt x="32882" y="9584"/>
                    <a:pt x="30938" y="8542"/>
                  </a:cubicBezTo>
                  <a:cubicBezTo>
                    <a:pt x="28994" y="7500"/>
                    <a:pt x="26840" y="6979"/>
                    <a:pt x="24479" y="6979"/>
                  </a:cubicBezTo>
                  <a:close/>
                  <a:moveTo>
                    <a:pt x="23958" y="0"/>
                  </a:moveTo>
                  <a:cubicBezTo>
                    <a:pt x="27292" y="0"/>
                    <a:pt x="30486" y="521"/>
                    <a:pt x="33542" y="1562"/>
                  </a:cubicBezTo>
                  <a:cubicBezTo>
                    <a:pt x="36598" y="2604"/>
                    <a:pt x="39340" y="4518"/>
                    <a:pt x="41771" y="7292"/>
                  </a:cubicBezTo>
                  <a:cubicBezTo>
                    <a:pt x="44132" y="10065"/>
                    <a:pt x="46025" y="13907"/>
                    <a:pt x="47448" y="18802"/>
                  </a:cubicBezTo>
                  <a:cubicBezTo>
                    <a:pt x="48871" y="23698"/>
                    <a:pt x="49583" y="29961"/>
                    <a:pt x="49583" y="37604"/>
                  </a:cubicBezTo>
                  <a:cubicBezTo>
                    <a:pt x="49583" y="51563"/>
                    <a:pt x="47257" y="62031"/>
                    <a:pt x="42604" y="69011"/>
                  </a:cubicBezTo>
                  <a:cubicBezTo>
                    <a:pt x="37952" y="75990"/>
                    <a:pt x="31632" y="79479"/>
                    <a:pt x="23646" y="79479"/>
                  </a:cubicBezTo>
                  <a:cubicBezTo>
                    <a:pt x="17257" y="79479"/>
                    <a:pt x="12100" y="77709"/>
                    <a:pt x="8177" y="74167"/>
                  </a:cubicBezTo>
                  <a:cubicBezTo>
                    <a:pt x="4254" y="70625"/>
                    <a:pt x="1979" y="65794"/>
                    <a:pt x="1354" y="59688"/>
                  </a:cubicBezTo>
                  <a:lnTo>
                    <a:pt x="9583" y="59688"/>
                  </a:lnTo>
                  <a:cubicBezTo>
                    <a:pt x="9723" y="63646"/>
                    <a:pt x="11233" y="66771"/>
                    <a:pt x="14115" y="69063"/>
                  </a:cubicBezTo>
                  <a:cubicBezTo>
                    <a:pt x="16996" y="71354"/>
                    <a:pt x="20313" y="72500"/>
                    <a:pt x="24063" y="72500"/>
                  </a:cubicBezTo>
                  <a:cubicBezTo>
                    <a:pt x="27673" y="72500"/>
                    <a:pt x="30677" y="71458"/>
                    <a:pt x="33073" y="69375"/>
                  </a:cubicBezTo>
                  <a:cubicBezTo>
                    <a:pt x="35469" y="67292"/>
                    <a:pt x="37361" y="64584"/>
                    <a:pt x="38750" y="61250"/>
                  </a:cubicBezTo>
                  <a:cubicBezTo>
                    <a:pt x="40139" y="57982"/>
                    <a:pt x="41094" y="54310"/>
                    <a:pt x="41615" y="50209"/>
                  </a:cubicBezTo>
                  <a:cubicBezTo>
                    <a:pt x="42135" y="46107"/>
                    <a:pt x="42396" y="42044"/>
                    <a:pt x="42396" y="38021"/>
                  </a:cubicBezTo>
                  <a:cubicBezTo>
                    <a:pt x="40798" y="42539"/>
                    <a:pt x="38264" y="45873"/>
                    <a:pt x="34792" y="48021"/>
                  </a:cubicBezTo>
                  <a:cubicBezTo>
                    <a:pt x="31319" y="50169"/>
                    <a:pt x="27292" y="51250"/>
                    <a:pt x="22708" y="51250"/>
                  </a:cubicBezTo>
                  <a:cubicBezTo>
                    <a:pt x="15833" y="51250"/>
                    <a:pt x="10329" y="48920"/>
                    <a:pt x="6198" y="44271"/>
                  </a:cubicBezTo>
                  <a:cubicBezTo>
                    <a:pt x="2066" y="39622"/>
                    <a:pt x="0" y="33438"/>
                    <a:pt x="0" y="25729"/>
                  </a:cubicBezTo>
                  <a:cubicBezTo>
                    <a:pt x="0" y="22188"/>
                    <a:pt x="538" y="18854"/>
                    <a:pt x="1615" y="15729"/>
                  </a:cubicBezTo>
                  <a:cubicBezTo>
                    <a:pt x="2691" y="12604"/>
                    <a:pt x="4271" y="9857"/>
                    <a:pt x="6354" y="7500"/>
                  </a:cubicBezTo>
                  <a:cubicBezTo>
                    <a:pt x="8437" y="5208"/>
                    <a:pt x="10954" y="3386"/>
                    <a:pt x="13906" y="2031"/>
                  </a:cubicBezTo>
                  <a:cubicBezTo>
                    <a:pt x="16858" y="677"/>
                    <a:pt x="20208" y="0"/>
                    <a:pt x="23958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1" name="TextBox 560">
              <a:extLst>
                <a:ext uri="{FF2B5EF4-FFF2-40B4-BE49-F238E27FC236}">
                  <a16:creationId xmlns:a16="http://schemas.microsoft.com/office/drawing/2014/main" id="{B5FFBBD9-BE58-418D-9A5E-0870599AA60A}"/>
                </a:ext>
              </a:extLst>
            </p:cNvPr>
            <p:cNvSpPr txBox="1"/>
            <p:nvPr/>
          </p:nvSpPr>
          <p:spPr>
            <a:xfrm>
              <a:off x="883890" y="5551035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9</a:t>
              </a:r>
            </a:p>
          </p:txBody>
        </p:sp>
        <p:grpSp>
          <p:nvGrpSpPr>
            <p:cNvPr id="562" name="그래픽 5">
              <a:extLst>
                <a:ext uri="{FF2B5EF4-FFF2-40B4-BE49-F238E27FC236}">
                  <a16:creationId xmlns:a16="http://schemas.microsoft.com/office/drawing/2014/main" id="{B5846DDC-518C-4506-BAF2-B740BF165A8D}"/>
                </a:ext>
              </a:extLst>
            </p:cNvPr>
            <p:cNvGrpSpPr/>
            <p:nvPr/>
          </p:nvGrpSpPr>
          <p:grpSpPr>
            <a:xfrm>
              <a:off x="1213821" y="5525857"/>
              <a:ext cx="230312" cy="84023"/>
              <a:chOff x="1213821" y="5525857"/>
              <a:chExt cx="230312" cy="84023"/>
            </a:xfrm>
          </p:grpSpPr>
          <p:sp>
            <p:nvSpPr>
              <p:cNvPr id="563" name="자유형: 도형 562">
                <a:extLst>
                  <a:ext uri="{FF2B5EF4-FFF2-40B4-BE49-F238E27FC236}">
                    <a16:creationId xmlns:a16="http://schemas.microsoft.com/office/drawing/2014/main" id="{1475EF65-4CCC-4DAC-A6A4-AF4021023F11}"/>
                  </a:ext>
                </a:extLst>
              </p:cNvPr>
              <p:cNvSpPr/>
              <p:nvPr/>
            </p:nvSpPr>
            <p:spPr>
              <a:xfrm>
                <a:off x="1213821" y="5525857"/>
                <a:ext cx="230312" cy="81146"/>
              </a:xfrm>
              <a:custGeom>
                <a:avLst/>
                <a:gdLst>
                  <a:gd name="connsiteX0" fmla="*/ 89583 w 230312"/>
                  <a:gd name="connsiteY0" fmla="*/ 7188 h 81146"/>
                  <a:gd name="connsiteX1" fmla="*/ 80781 w 230312"/>
                  <a:gd name="connsiteY1" fmla="*/ 10833 h 81146"/>
                  <a:gd name="connsiteX2" fmla="*/ 76042 w 230312"/>
                  <a:gd name="connsiteY2" fmla="*/ 19583 h 81146"/>
                  <a:gd name="connsiteX3" fmla="*/ 74010 w 230312"/>
                  <a:gd name="connsiteY3" fmla="*/ 30573 h 81146"/>
                  <a:gd name="connsiteX4" fmla="*/ 73646 w 230312"/>
                  <a:gd name="connsiteY4" fmla="*/ 40729 h 81146"/>
                  <a:gd name="connsiteX5" fmla="*/ 74010 w 230312"/>
                  <a:gd name="connsiteY5" fmla="*/ 50782 h 81146"/>
                  <a:gd name="connsiteX6" fmla="*/ 76042 w 230312"/>
                  <a:gd name="connsiteY6" fmla="*/ 61667 h 81146"/>
                  <a:gd name="connsiteX7" fmla="*/ 80781 w 230312"/>
                  <a:gd name="connsiteY7" fmla="*/ 70313 h 81146"/>
                  <a:gd name="connsiteX8" fmla="*/ 89583 w 230312"/>
                  <a:gd name="connsiteY8" fmla="*/ 73855 h 81146"/>
                  <a:gd name="connsiteX9" fmla="*/ 98542 w 230312"/>
                  <a:gd name="connsiteY9" fmla="*/ 70313 h 81146"/>
                  <a:gd name="connsiteX10" fmla="*/ 103542 w 230312"/>
                  <a:gd name="connsiteY10" fmla="*/ 61667 h 81146"/>
                  <a:gd name="connsiteX11" fmla="*/ 105833 w 230312"/>
                  <a:gd name="connsiteY11" fmla="*/ 50782 h 81146"/>
                  <a:gd name="connsiteX12" fmla="*/ 106354 w 230312"/>
                  <a:gd name="connsiteY12" fmla="*/ 40729 h 81146"/>
                  <a:gd name="connsiteX13" fmla="*/ 105833 w 230312"/>
                  <a:gd name="connsiteY13" fmla="*/ 30573 h 81146"/>
                  <a:gd name="connsiteX14" fmla="*/ 103542 w 230312"/>
                  <a:gd name="connsiteY14" fmla="*/ 19583 h 81146"/>
                  <a:gd name="connsiteX15" fmla="*/ 98542 w 230312"/>
                  <a:gd name="connsiteY15" fmla="*/ 10833 h 81146"/>
                  <a:gd name="connsiteX16" fmla="*/ 89583 w 230312"/>
                  <a:gd name="connsiteY16" fmla="*/ 7188 h 81146"/>
                  <a:gd name="connsiteX17" fmla="*/ 205417 w 230312"/>
                  <a:gd name="connsiteY17" fmla="*/ 1354 h 81146"/>
                  <a:gd name="connsiteX18" fmla="*/ 214219 w 230312"/>
                  <a:gd name="connsiteY18" fmla="*/ 2552 h 81146"/>
                  <a:gd name="connsiteX19" fmla="*/ 221667 w 230312"/>
                  <a:gd name="connsiteY19" fmla="*/ 6250 h 81146"/>
                  <a:gd name="connsiteX20" fmla="*/ 226719 w 230312"/>
                  <a:gd name="connsiteY20" fmla="*/ 12604 h 81146"/>
                  <a:gd name="connsiteX21" fmla="*/ 228646 w 230312"/>
                  <a:gd name="connsiteY21" fmla="*/ 21771 h 81146"/>
                  <a:gd name="connsiteX22" fmla="*/ 224375 w 230312"/>
                  <a:gd name="connsiteY22" fmla="*/ 33438 h 81146"/>
                  <a:gd name="connsiteX23" fmla="*/ 213229 w 230312"/>
                  <a:gd name="connsiteY23" fmla="*/ 39792 h 81146"/>
                  <a:gd name="connsiteX24" fmla="*/ 225573 w 230312"/>
                  <a:gd name="connsiteY24" fmla="*/ 46198 h 81146"/>
                  <a:gd name="connsiteX25" fmla="*/ 230313 w 230312"/>
                  <a:gd name="connsiteY25" fmla="*/ 59063 h 81146"/>
                  <a:gd name="connsiteX26" fmla="*/ 228177 w 230312"/>
                  <a:gd name="connsiteY26" fmla="*/ 69011 h 81146"/>
                  <a:gd name="connsiteX27" fmla="*/ 222500 w 230312"/>
                  <a:gd name="connsiteY27" fmla="*/ 75833 h 81146"/>
                  <a:gd name="connsiteX28" fmla="*/ 214375 w 230312"/>
                  <a:gd name="connsiteY28" fmla="*/ 79688 h 81146"/>
                  <a:gd name="connsiteX29" fmla="*/ 205000 w 230312"/>
                  <a:gd name="connsiteY29" fmla="*/ 80938 h 81146"/>
                  <a:gd name="connsiteX30" fmla="*/ 187240 w 230312"/>
                  <a:gd name="connsiteY30" fmla="*/ 75000 h 81146"/>
                  <a:gd name="connsiteX31" fmla="*/ 180521 w 230312"/>
                  <a:gd name="connsiteY31" fmla="*/ 58542 h 81146"/>
                  <a:gd name="connsiteX32" fmla="*/ 188750 w 230312"/>
                  <a:gd name="connsiteY32" fmla="*/ 58542 h 81146"/>
                  <a:gd name="connsiteX33" fmla="*/ 193698 w 230312"/>
                  <a:gd name="connsiteY33" fmla="*/ 69896 h 81146"/>
                  <a:gd name="connsiteX34" fmla="*/ 205313 w 230312"/>
                  <a:gd name="connsiteY34" fmla="*/ 73750 h 81146"/>
                  <a:gd name="connsiteX35" fmla="*/ 217500 w 230312"/>
                  <a:gd name="connsiteY35" fmla="*/ 69688 h 81146"/>
                  <a:gd name="connsiteX36" fmla="*/ 221979 w 230312"/>
                  <a:gd name="connsiteY36" fmla="*/ 58125 h 81146"/>
                  <a:gd name="connsiteX37" fmla="*/ 220521 w 230312"/>
                  <a:gd name="connsiteY37" fmla="*/ 51511 h 81146"/>
                  <a:gd name="connsiteX38" fmla="*/ 216667 w 230312"/>
                  <a:gd name="connsiteY38" fmla="*/ 46979 h 81146"/>
                  <a:gd name="connsiteX39" fmla="*/ 211094 w 230312"/>
                  <a:gd name="connsiteY39" fmla="*/ 44375 h 81146"/>
                  <a:gd name="connsiteX40" fmla="*/ 204792 w 230312"/>
                  <a:gd name="connsiteY40" fmla="*/ 43333 h 81146"/>
                  <a:gd name="connsiteX41" fmla="*/ 200625 w 230312"/>
                  <a:gd name="connsiteY41" fmla="*/ 43333 h 81146"/>
                  <a:gd name="connsiteX42" fmla="*/ 199167 w 230312"/>
                  <a:gd name="connsiteY42" fmla="*/ 43073 h 81146"/>
                  <a:gd name="connsiteX43" fmla="*/ 198958 w 230312"/>
                  <a:gd name="connsiteY43" fmla="*/ 41667 h 81146"/>
                  <a:gd name="connsiteX44" fmla="*/ 198958 w 230312"/>
                  <a:gd name="connsiteY44" fmla="*/ 37813 h 81146"/>
                  <a:gd name="connsiteX45" fmla="*/ 199167 w 230312"/>
                  <a:gd name="connsiteY45" fmla="*/ 36146 h 81146"/>
                  <a:gd name="connsiteX46" fmla="*/ 200625 w 230312"/>
                  <a:gd name="connsiteY46" fmla="*/ 35729 h 81146"/>
                  <a:gd name="connsiteX47" fmla="*/ 204063 w 230312"/>
                  <a:gd name="connsiteY47" fmla="*/ 35729 h 81146"/>
                  <a:gd name="connsiteX48" fmla="*/ 210156 w 230312"/>
                  <a:gd name="connsiteY48" fmla="*/ 34948 h 81146"/>
                  <a:gd name="connsiteX49" fmla="*/ 215313 w 230312"/>
                  <a:gd name="connsiteY49" fmla="*/ 32500 h 81146"/>
                  <a:gd name="connsiteX50" fmla="*/ 218958 w 230312"/>
                  <a:gd name="connsiteY50" fmla="*/ 28386 h 81146"/>
                  <a:gd name="connsiteX51" fmla="*/ 220313 w 230312"/>
                  <a:gd name="connsiteY51" fmla="*/ 22188 h 81146"/>
                  <a:gd name="connsiteX52" fmla="*/ 215990 w 230312"/>
                  <a:gd name="connsiteY52" fmla="*/ 12083 h 81146"/>
                  <a:gd name="connsiteX53" fmla="*/ 205104 w 230312"/>
                  <a:gd name="connsiteY53" fmla="*/ 8542 h 81146"/>
                  <a:gd name="connsiteX54" fmla="*/ 194427 w 230312"/>
                  <a:gd name="connsiteY54" fmla="*/ 12083 h 81146"/>
                  <a:gd name="connsiteX55" fmla="*/ 189896 w 230312"/>
                  <a:gd name="connsiteY55" fmla="*/ 22292 h 81146"/>
                  <a:gd name="connsiteX56" fmla="*/ 181563 w 230312"/>
                  <a:gd name="connsiteY56" fmla="*/ 22292 h 81146"/>
                  <a:gd name="connsiteX57" fmla="*/ 188229 w 230312"/>
                  <a:gd name="connsiteY57" fmla="*/ 6979 h 81146"/>
                  <a:gd name="connsiteX58" fmla="*/ 205417 w 230312"/>
                  <a:gd name="connsiteY58" fmla="*/ 1354 h 81146"/>
                  <a:gd name="connsiteX59" fmla="*/ 140208 w 230312"/>
                  <a:gd name="connsiteY59" fmla="*/ 1354 h 81146"/>
                  <a:gd name="connsiteX60" fmla="*/ 156250 w 230312"/>
                  <a:gd name="connsiteY60" fmla="*/ 6458 h 81146"/>
                  <a:gd name="connsiteX61" fmla="*/ 162708 w 230312"/>
                  <a:gd name="connsiteY61" fmla="*/ 21458 h 81146"/>
                  <a:gd name="connsiteX62" fmla="*/ 158594 w 230312"/>
                  <a:gd name="connsiteY62" fmla="*/ 35313 h 81146"/>
                  <a:gd name="connsiteX63" fmla="*/ 148750 w 230312"/>
                  <a:gd name="connsiteY63" fmla="*/ 49271 h 81146"/>
                  <a:gd name="connsiteX64" fmla="*/ 136875 w 230312"/>
                  <a:gd name="connsiteY64" fmla="*/ 61979 h 81146"/>
                  <a:gd name="connsiteX65" fmla="*/ 126667 w 230312"/>
                  <a:gd name="connsiteY65" fmla="*/ 71979 h 81146"/>
                  <a:gd name="connsiteX66" fmla="*/ 164375 w 230312"/>
                  <a:gd name="connsiteY66" fmla="*/ 71979 h 81146"/>
                  <a:gd name="connsiteX67" fmla="*/ 164375 w 230312"/>
                  <a:gd name="connsiteY67" fmla="*/ 79167 h 81146"/>
                  <a:gd name="connsiteX68" fmla="*/ 118646 w 230312"/>
                  <a:gd name="connsiteY68" fmla="*/ 79167 h 81146"/>
                  <a:gd name="connsiteX69" fmla="*/ 117448 w 230312"/>
                  <a:gd name="connsiteY69" fmla="*/ 78854 h 81146"/>
                  <a:gd name="connsiteX70" fmla="*/ 117188 w 230312"/>
                  <a:gd name="connsiteY70" fmla="*/ 77604 h 81146"/>
                  <a:gd name="connsiteX71" fmla="*/ 117188 w 230312"/>
                  <a:gd name="connsiteY71" fmla="*/ 71354 h 81146"/>
                  <a:gd name="connsiteX72" fmla="*/ 121510 w 230312"/>
                  <a:gd name="connsiteY72" fmla="*/ 67188 h 81146"/>
                  <a:gd name="connsiteX73" fmla="*/ 127083 w 230312"/>
                  <a:gd name="connsiteY73" fmla="*/ 61667 h 81146"/>
                  <a:gd name="connsiteX74" fmla="*/ 133125 w 230312"/>
                  <a:gd name="connsiteY74" fmla="*/ 55209 h 81146"/>
                  <a:gd name="connsiteX75" fmla="*/ 139271 w 230312"/>
                  <a:gd name="connsiteY75" fmla="*/ 48125 h 81146"/>
                  <a:gd name="connsiteX76" fmla="*/ 145000 w 230312"/>
                  <a:gd name="connsiteY76" fmla="*/ 40990 h 81146"/>
                  <a:gd name="connsiteX77" fmla="*/ 149688 w 230312"/>
                  <a:gd name="connsiteY77" fmla="*/ 34063 h 81146"/>
                  <a:gd name="connsiteX78" fmla="*/ 152969 w 230312"/>
                  <a:gd name="connsiteY78" fmla="*/ 27605 h 81146"/>
                  <a:gd name="connsiteX79" fmla="*/ 154167 w 230312"/>
                  <a:gd name="connsiteY79" fmla="*/ 22084 h 81146"/>
                  <a:gd name="connsiteX80" fmla="*/ 150208 w 230312"/>
                  <a:gd name="connsiteY80" fmla="*/ 11927 h 81146"/>
                  <a:gd name="connsiteX81" fmla="*/ 140000 w 230312"/>
                  <a:gd name="connsiteY81" fmla="*/ 8542 h 81146"/>
                  <a:gd name="connsiteX82" fmla="*/ 130156 w 230312"/>
                  <a:gd name="connsiteY82" fmla="*/ 12709 h 81146"/>
                  <a:gd name="connsiteX83" fmla="*/ 126354 w 230312"/>
                  <a:gd name="connsiteY83" fmla="*/ 23542 h 81146"/>
                  <a:gd name="connsiteX84" fmla="*/ 117813 w 230312"/>
                  <a:gd name="connsiteY84" fmla="*/ 23542 h 81146"/>
                  <a:gd name="connsiteX85" fmla="*/ 119479 w 230312"/>
                  <a:gd name="connsiteY85" fmla="*/ 14427 h 81146"/>
                  <a:gd name="connsiteX86" fmla="*/ 124167 w 230312"/>
                  <a:gd name="connsiteY86" fmla="*/ 7396 h 81146"/>
                  <a:gd name="connsiteX87" fmla="*/ 131302 w 230312"/>
                  <a:gd name="connsiteY87" fmla="*/ 2917 h 81146"/>
                  <a:gd name="connsiteX88" fmla="*/ 140208 w 230312"/>
                  <a:gd name="connsiteY88" fmla="*/ 1354 h 81146"/>
                  <a:gd name="connsiteX89" fmla="*/ 23021 w 230312"/>
                  <a:gd name="connsiteY89" fmla="*/ 1354 h 81146"/>
                  <a:gd name="connsiteX90" fmla="*/ 39063 w 230312"/>
                  <a:gd name="connsiteY90" fmla="*/ 6458 h 81146"/>
                  <a:gd name="connsiteX91" fmla="*/ 45521 w 230312"/>
                  <a:gd name="connsiteY91" fmla="*/ 21458 h 81146"/>
                  <a:gd name="connsiteX92" fmla="*/ 41406 w 230312"/>
                  <a:gd name="connsiteY92" fmla="*/ 35313 h 81146"/>
                  <a:gd name="connsiteX93" fmla="*/ 31563 w 230312"/>
                  <a:gd name="connsiteY93" fmla="*/ 49271 h 81146"/>
                  <a:gd name="connsiteX94" fmla="*/ 19688 w 230312"/>
                  <a:gd name="connsiteY94" fmla="*/ 61979 h 81146"/>
                  <a:gd name="connsiteX95" fmla="*/ 9479 w 230312"/>
                  <a:gd name="connsiteY95" fmla="*/ 71979 h 81146"/>
                  <a:gd name="connsiteX96" fmla="*/ 47188 w 230312"/>
                  <a:gd name="connsiteY96" fmla="*/ 71979 h 81146"/>
                  <a:gd name="connsiteX97" fmla="*/ 47188 w 230312"/>
                  <a:gd name="connsiteY97" fmla="*/ 79167 h 81146"/>
                  <a:gd name="connsiteX98" fmla="*/ 1458 w 230312"/>
                  <a:gd name="connsiteY98" fmla="*/ 79167 h 81146"/>
                  <a:gd name="connsiteX99" fmla="*/ 260 w 230312"/>
                  <a:gd name="connsiteY99" fmla="*/ 78854 h 81146"/>
                  <a:gd name="connsiteX100" fmla="*/ 0 w 230312"/>
                  <a:gd name="connsiteY100" fmla="*/ 77604 h 81146"/>
                  <a:gd name="connsiteX101" fmla="*/ 0 w 230312"/>
                  <a:gd name="connsiteY101" fmla="*/ 71354 h 81146"/>
                  <a:gd name="connsiteX102" fmla="*/ 4323 w 230312"/>
                  <a:gd name="connsiteY102" fmla="*/ 67188 h 81146"/>
                  <a:gd name="connsiteX103" fmla="*/ 9896 w 230312"/>
                  <a:gd name="connsiteY103" fmla="*/ 61667 h 81146"/>
                  <a:gd name="connsiteX104" fmla="*/ 15937 w 230312"/>
                  <a:gd name="connsiteY104" fmla="*/ 55209 h 81146"/>
                  <a:gd name="connsiteX105" fmla="*/ 22083 w 230312"/>
                  <a:gd name="connsiteY105" fmla="*/ 48125 h 81146"/>
                  <a:gd name="connsiteX106" fmla="*/ 27812 w 230312"/>
                  <a:gd name="connsiteY106" fmla="*/ 40990 h 81146"/>
                  <a:gd name="connsiteX107" fmla="*/ 32500 w 230312"/>
                  <a:gd name="connsiteY107" fmla="*/ 34063 h 81146"/>
                  <a:gd name="connsiteX108" fmla="*/ 35781 w 230312"/>
                  <a:gd name="connsiteY108" fmla="*/ 27605 h 81146"/>
                  <a:gd name="connsiteX109" fmla="*/ 36979 w 230312"/>
                  <a:gd name="connsiteY109" fmla="*/ 22084 h 81146"/>
                  <a:gd name="connsiteX110" fmla="*/ 33021 w 230312"/>
                  <a:gd name="connsiteY110" fmla="*/ 11927 h 81146"/>
                  <a:gd name="connsiteX111" fmla="*/ 22812 w 230312"/>
                  <a:gd name="connsiteY111" fmla="*/ 8542 h 81146"/>
                  <a:gd name="connsiteX112" fmla="*/ 12969 w 230312"/>
                  <a:gd name="connsiteY112" fmla="*/ 12709 h 81146"/>
                  <a:gd name="connsiteX113" fmla="*/ 9167 w 230312"/>
                  <a:gd name="connsiteY113" fmla="*/ 23542 h 81146"/>
                  <a:gd name="connsiteX114" fmla="*/ 625 w 230312"/>
                  <a:gd name="connsiteY114" fmla="*/ 23542 h 81146"/>
                  <a:gd name="connsiteX115" fmla="*/ 2292 w 230312"/>
                  <a:gd name="connsiteY115" fmla="*/ 14427 h 81146"/>
                  <a:gd name="connsiteX116" fmla="*/ 6979 w 230312"/>
                  <a:gd name="connsiteY116" fmla="*/ 7396 h 81146"/>
                  <a:gd name="connsiteX117" fmla="*/ 14115 w 230312"/>
                  <a:gd name="connsiteY117" fmla="*/ 2917 h 81146"/>
                  <a:gd name="connsiteX118" fmla="*/ 23021 w 230312"/>
                  <a:gd name="connsiteY118" fmla="*/ 1354 h 81146"/>
                  <a:gd name="connsiteX119" fmla="*/ 89583 w 230312"/>
                  <a:gd name="connsiteY119" fmla="*/ 0 h 81146"/>
                  <a:gd name="connsiteX120" fmla="*/ 102344 w 230312"/>
                  <a:gd name="connsiteY120" fmla="*/ 3646 h 81146"/>
                  <a:gd name="connsiteX121" fmla="*/ 110104 w 230312"/>
                  <a:gd name="connsiteY121" fmla="*/ 13021 h 81146"/>
                  <a:gd name="connsiteX122" fmla="*/ 113958 w 230312"/>
                  <a:gd name="connsiteY122" fmla="*/ 26146 h 81146"/>
                  <a:gd name="connsiteX123" fmla="*/ 115000 w 230312"/>
                  <a:gd name="connsiteY123" fmla="*/ 40729 h 81146"/>
                  <a:gd name="connsiteX124" fmla="*/ 113958 w 230312"/>
                  <a:gd name="connsiteY124" fmla="*/ 55313 h 81146"/>
                  <a:gd name="connsiteX125" fmla="*/ 110104 w 230312"/>
                  <a:gd name="connsiteY125" fmla="*/ 68334 h 81146"/>
                  <a:gd name="connsiteX126" fmla="*/ 102344 w 230312"/>
                  <a:gd name="connsiteY126" fmla="*/ 77604 h 81146"/>
                  <a:gd name="connsiteX127" fmla="*/ 89583 w 230312"/>
                  <a:gd name="connsiteY127" fmla="*/ 81146 h 81146"/>
                  <a:gd name="connsiteX128" fmla="*/ 77031 w 230312"/>
                  <a:gd name="connsiteY128" fmla="*/ 77604 h 81146"/>
                  <a:gd name="connsiteX129" fmla="*/ 69583 w 230312"/>
                  <a:gd name="connsiteY129" fmla="*/ 68334 h 81146"/>
                  <a:gd name="connsiteX130" fmla="*/ 65938 w 230312"/>
                  <a:gd name="connsiteY130" fmla="*/ 55313 h 81146"/>
                  <a:gd name="connsiteX131" fmla="*/ 65000 w 230312"/>
                  <a:gd name="connsiteY131" fmla="*/ 40729 h 81146"/>
                  <a:gd name="connsiteX132" fmla="*/ 65938 w 230312"/>
                  <a:gd name="connsiteY132" fmla="*/ 26146 h 81146"/>
                  <a:gd name="connsiteX133" fmla="*/ 69583 w 230312"/>
                  <a:gd name="connsiteY133" fmla="*/ 13021 h 81146"/>
                  <a:gd name="connsiteX134" fmla="*/ 77031 w 230312"/>
                  <a:gd name="connsiteY134" fmla="*/ 3646 h 81146"/>
                  <a:gd name="connsiteX135" fmla="*/ 89583 w 230312"/>
                  <a:gd name="connsiteY135" fmla="*/ 0 h 81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230312" h="81146">
                    <a:moveTo>
                      <a:pt x="89583" y="7188"/>
                    </a:moveTo>
                    <a:cubicBezTo>
                      <a:pt x="85833" y="7188"/>
                      <a:pt x="82900" y="8399"/>
                      <a:pt x="80781" y="10833"/>
                    </a:cubicBezTo>
                    <a:cubicBezTo>
                      <a:pt x="78664" y="13268"/>
                      <a:pt x="77083" y="16185"/>
                      <a:pt x="76042" y="19583"/>
                    </a:cubicBezTo>
                    <a:cubicBezTo>
                      <a:pt x="74931" y="23060"/>
                      <a:pt x="74254" y="26719"/>
                      <a:pt x="74010" y="30573"/>
                    </a:cubicBezTo>
                    <a:cubicBezTo>
                      <a:pt x="73768" y="34427"/>
                      <a:pt x="73646" y="37813"/>
                      <a:pt x="73646" y="40729"/>
                    </a:cubicBezTo>
                    <a:cubicBezTo>
                      <a:pt x="73646" y="43646"/>
                      <a:pt x="73768" y="46992"/>
                      <a:pt x="74010" y="50782"/>
                    </a:cubicBezTo>
                    <a:cubicBezTo>
                      <a:pt x="74254" y="54570"/>
                      <a:pt x="74931" y="58190"/>
                      <a:pt x="76042" y="61667"/>
                    </a:cubicBezTo>
                    <a:cubicBezTo>
                      <a:pt x="77083" y="65065"/>
                      <a:pt x="78664" y="67956"/>
                      <a:pt x="80781" y="70313"/>
                    </a:cubicBezTo>
                    <a:cubicBezTo>
                      <a:pt x="82900" y="72670"/>
                      <a:pt x="85833" y="73855"/>
                      <a:pt x="89583" y="73855"/>
                    </a:cubicBezTo>
                    <a:cubicBezTo>
                      <a:pt x="93333" y="73855"/>
                      <a:pt x="96320" y="72670"/>
                      <a:pt x="98542" y="70313"/>
                    </a:cubicBezTo>
                    <a:cubicBezTo>
                      <a:pt x="100764" y="67956"/>
                      <a:pt x="102431" y="65065"/>
                      <a:pt x="103542" y="61667"/>
                    </a:cubicBezTo>
                    <a:cubicBezTo>
                      <a:pt x="104723" y="58190"/>
                      <a:pt x="105487" y="54570"/>
                      <a:pt x="105833" y="50782"/>
                    </a:cubicBezTo>
                    <a:cubicBezTo>
                      <a:pt x="106181" y="46992"/>
                      <a:pt x="106354" y="43646"/>
                      <a:pt x="106354" y="40729"/>
                    </a:cubicBezTo>
                    <a:cubicBezTo>
                      <a:pt x="106354" y="37813"/>
                      <a:pt x="106181" y="34427"/>
                      <a:pt x="105833" y="30573"/>
                    </a:cubicBezTo>
                    <a:cubicBezTo>
                      <a:pt x="105487" y="26719"/>
                      <a:pt x="104723" y="23060"/>
                      <a:pt x="103542" y="19583"/>
                    </a:cubicBezTo>
                    <a:cubicBezTo>
                      <a:pt x="102431" y="16185"/>
                      <a:pt x="100764" y="13268"/>
                      <a:pt x="98542" y="10833"/>
                    </a:cubicBezTo>
                    <a:cubicBezTo>
                      <a:pt x="96320" y="8399"/>
                      <a:pt x="93333" y="7188"/>
                      <a:pt x="89583" y="7188"/>
                    </a:cubicBezTo>
                    <a:close/>
                    <a:moveTo>
                      <a:pt x="205417" y="1354"/>
                    </a:moveTo>
                    <a:cubicBezTo>
                      <a:pt x="208473" y="1354"/>
                      <a:pt x="211406" y="1758"/>
                      <a:pt x="214219" y="2552"/>
                    </a:cubicBezTo>
                    <a:cubicBezTo>
                      <a:pt x="217031" y="3347"/>
                      <a:pt x="219514" y="4584"/>
                      <a:pt x="221667" y="6250"/>
                    </a:cubicBezTo>
                    <a:cubicBezTo>
                      <a:pt x="223750" y="7917"/>
                      <a:pt x="225435" y="10039"/>
                      <a:pt x="226719" y="12604"/>
                    </a:cubicBezTo>
                    <a:cubicBezTo>
                      <a:pt x="228004" y="15169"/>
                      <a:pt x="228646" y="18229"/>
                      <a:pt x="228646" y="21771"/>
                    </a:cubicBezTo>
                    <a:cubicBezTo>
                      <a:pt x="228646" y="26146"/>
                      <a:pt x="227223" y="30039"/>
                      <a:pt x="224375" y="33438"/>
                    </a:cubicBezTo>
                    <a:cubicBezTo>
                      <a:pt x="221529" y="36836"/>
                      <a:pt x="217813" y="38958"/>
                      <a:pt x="213229" y="39792"/>
                    </a:cubicBezTo>
                    <a:cubicBezTo>
                      <a:pt x="218300" y="40482"/>
                      <a:pt x="222414" y="42617"/>
                      <a:pt x="225573" y="46198"/>
                    </a:cubicBezTo>
                    <a:cubicBezTo>
                      <a:pt x="228733" y="49779"/>
                      <a:pt x="230313" y="54063"/>
                      <a:pt x="230313" y="59063"/>
                    </a:cubicBezTo>
                    <a:cubicBezTo>
                      <a:pt x="230313" y="62956"/>
                      <a:pt x="229602" y="66263"/>
                      <a:pt x="228177" y="69011"/>
                    </a:cubicBezTo>
                    <a:cubicBezTo>
                      <a:pt x="226754" y="71758"/>
                      <a:pt x="224862" y="74024"/>
                      <a:pt x="222500" y="75833"/>
                    </a:cubicBezTo>
                    <a:cubicBezTo>
                      <a:pt x="220139" y="77565"/>
                      <a:pt x="217431" y="78854"/>
                      <a:pt x="214375" y="79688"/>
                    </a:cubicBezTo>
                    <a:cubicBezTo>
                      <a:pt x="211320" y="80521"/>
                      <a:pt x="208195" y="80938"/>
                      <a:pt x="205000" y="80938"/>
                    </a:cubicBezTo>
                    <a:cubicBezTo>
                      <a:pt x="197500" y="80938"/>
                      <a:pt x="191581" y="78959"/>
                      <a:pt x="187240" y="75000"/>
                    </a:cubicBezTo>
                    <a:cubicBezTo>
                      <a:pt x="182900" y="71042"/>
                      <a:pt x="180660" y="65560"/>
                      <a:pt x="180521" y="58542"/>
                    </a:cubicBezTo>
                    <a:lnTo>
                      <a:pt x="188750" y="58542"/>
                    </a:lnTo>
                    <a:cubicBezTo>
                      <a:pt x="189237" y="63542"/>
                      <a:pt x="190885" y="67331"/>
                      <a:pt x="193698" y="69896"/>
                    </a:cubicBezTo>
                    <a:cubicBezTo>
                      <a:pt x="196511" y="72461"/>
                      <a:pt x="200383" y="73750"/>
                      <a:pt x="205313" y="73750"/>
                    </a:cubicBezTo>
                    <a:cubicBezTo>
                      <a:pt x="210452" y="73750"/>
                      <a:pt x="214514" y="72396"/>
                      <a:pt x="217500" y="69688"/>
                    </a:cubicBezTo>
                    <a:cubicBezTo>
                      <a:pt x="220487" y="66979"/>
                      <a:pt x="221979" y="63125"/>
                      <a:pt x="221979" y="58125"/>
                    </a:cubicBezTo>
                    <a:cubicBezTo>
                      <a:pt x="221979" y="55560"/>
                      <a:pt x="221494" y="53347"/>
                      <a:pt x="220521" y="51511"/>
                    </a:cubicBezTo>
                    <a:cubicBezTo>
                      <a:pt x="219550" y="49675"/>
                      <a:pt x="218264" y="48164"/>
                      <a:pt x="216667" y="46979"/>
                    </a:cubicBezTo>
                    <a:cubicBezTo>
                      <a:pt x="215000" y="45794"/>
                      <a:pt x="213143" y="44935"/>
                      <a:pt x="211094" y="44375"/>
                    </a:cubicBezTo>
                    <a:cubicBezTo>
                      <a:pt x="209046" y="43815"/>
                      <a:pt x="206945" y="43477"/>
                      <a:pt x="204792" y="43333"/>
                    </a:cubicBezTo>
                    <a:lnTo>
                      <a:pt x="200625" y="43333"/>
                    </a:lnTo>
                    <a:cubicBezTo>
                      <a:pt x="199792" y="43333"/>
                      <a:pt x="199306" y="43242"/>
                      <a:pt x="199167" y="43073"/>
                    </a:cubicBezTo>
                    <a:cubicBezTo>
                      <a:pt x="199029" y="42904"/>
                      <a:pt x="198958" y="42435"/>
                      <a:pt x="198958" y="41667"/>
                    </a:cubicBezTo>
                    <a:lnTo>
                      <a:pt x="198958" y="37813"/>
                    </a:lnTo>
                    <a:cubicBezTo>
                      <a:pt x="198958" y="36980"/>
                      <a:pt x="199029" y="36420"/>
                      <a:pt x="199167" y="36146"/>
                    </a:cubicBezTo>
                    <a:cubicBezTo>
                      <a:pt x="199306" y="35872"/>
                      <a:pt x="199792" y="35729"/>
                      <a:pt x="200625" y="35729"/>
                    </a:cubicBezTo>
                    <a:lnTo>
                      <a:pt x="204063" y="35729"/>
                    </a:lnTo>
                    <a:cubicBezTo>
                      <a:pt x="206146" y="35729"/>
                      <a:pt x="208177" y="35469"/>
                      <a:pt x="210156" y="34948"/>
                    </a:cubicBezTo>
                    <a:cubicBezTo>
                      <a:pt x="212136" y="34427"/>
                      <a:pt x="213854" y="33607"/>
                      <a:pt x="215313" y="32500"/>
                    </a:cubicBezTo>
                    <a:cubicBezTo>
                      <a:pt x="216841" y="31459"/>
                      <a:pt x="218056" y="30091"/>
                      <a:pt x="218958" y="28386"/>
                    </a:cubicBezTo>
                    <a:cubicBezTo>
                      <a:pt x="219862" y="26680"/>
                      <a:pt x="220313" y="24623"/>
                      <a:pt x="220313" y="22188"/>
                    </a:cubicBezTo>
                    <a:cubicBezTo>
                      <a:pt x="220313" y="17813"/>
                      <a:pt x="218873" y="14440"/>
                      <a:pt x="215990" y="12083"/>
                    </a:cubicBezTo>
                    <a:cubicBezTo>
                      <a:pt x="213108" y="9727"/>
                      <a:pt x="209479" y="8542"/>
                      <a:pt x="205104" y="8542"/>
                    </a:cubicBezTo>
                    <a:cubicBezTo>
                      <a:pt x="200591" y="8542"/>
                      <a:pt x="197031" y="9727"/>
                      <a:pt x="194427" y="12083"/>
                    </a:cubicBezTo>
                    <a:cubicBezTo>
                      <a:pt x="191823" y="14440"/>
                      <a:pt x="190313" y="17852"/>
                      <a:pt x="189896" y="22292"/>
                    </a:cubicBezTo>
                    <a:lnTo>
                      <a:pt x="181563" y="22292"/>
                    </a:lnTo>
                    <a:cubicBezTo>
                      <a:pt x="181633" y="15833"/>
                      <a:pt x="183854" y="10729"/>
                      <a:pt x="188229" y="6979"/>
                    </a:cubicBezTo>
                    <a:cubicBezTo>
                      <a:pt x="192604" y="3229"/>
                      <a:pt x="198333" y="1354"/>
                      <a:pt x="205417" y="1354"/>
                    </a:cubicBezTo>
                    <a:close/>
                    <a:moveTo>
                      <a:pt x="140208" y="1354"/>
                    </a:moveTo>
                    <a:cubicBezTo>
                      <a:pt x="146598" y="1354"/>
                      <a:pt x="151945" y="3060"/>
                      <a:pt x="156250" y="6458"/>
                    </a:cubicBezTo>
                    <a:cubicBezTo>
                      <a:pt x="160556" y="9857"/>
                      <a:pt x="162708" y="14857"/>
                      <a:pt x="162708" y="21458"/>
                    </a:cubicBezTo>
                    <a:cubicBezTo>
                      <a:pt x="162708" y="25899"/>
                      <a:pt x="161337" y="30521"/>
                      <a:pt x="158594" y="35313"/>
                    </a:cubicBezTo>
                    <a:cubicBezTo>
                      <a:pt x="155852" y="40104"/>
                      <a:pt x="152570" y="44753"/>
                      <a:pt x="148750" y="49271"/>
                    </a:cubicBezTo>
                    <a:cubicBezTo>
                      <a:pt x="144931" y="53789"/>
                      <a:pt x="140973" y="58021"/>
                      <a:pt x="136875" y="61979"/>
                    </a:cubicBezTo>
                    <a:cubicBezTo>
                      <a:pt x="132779" y="65938"/>
                      <a:pt x="129375" y="69271"/>
                      <a:pt x="126667" y="71979"/>
                    </a:cubicBezTo>
                    <a:lnTo>
                      <a:pt x="164375" y="71979"/>
                    </a:lnTo>
                    <a:lnTo>
                      <a:pt x="164375" y="79167"/>
                    </a:lnTo>
                    <a:lnTo>
                      <a:pt x="118646" y="79167"/>
                    </a:lnTo>
                    <a:cubicBezTo>
                      <a:pt x="118021" y="79167"/>
                      <a:pt x="117622" y="79063"/>
                      <a:pt x="117448" y="78854"/>
                    </a:cubicBezTo>
                    <a:cubicBezTo>
                      <a:pt x="117275" y="78646"/>
                      <a:pt x="117188" y="78230"/>
                      <a:pt x="117188" y="77604"/>
                    </a:cubicBezTo>
                    <a:lnTo>
                      <a:pt x="117188" y="71354"/>
                    </a:lnTo>
                    <a:cubicBezTo>
                      <a:pt x="118369" y="70248"/>
                      <a:pt x="119810" y="68855"/>
                      <a:pt x="121510" y="67188"/>
                    </a:cubicBezTo>
                    <a:cubicBezTo>
                      <a:pt x="123212" y="65521"/>
                      <a:pt x="125070" y="63685"/>
                      <a:pt x="127083" y="61667"/>
                    </a:cubicBezTo>
                    <a:cubicBezTo>
                      <a:pt x="129029" y="59649"/>
                      <a:pt x="131042" y="57500"/>
                      <a:pt x="133125" y="55209"/>
                    </a:cubicBezTo>
                    <a:cubicBezTo>
                      <a:pt x="135208" y="52917"/>
                      <a:pt x="137258" y="50560"/>
                      <a:pt x="139271" y="48125"/>
                    </a:cubicBezTo>
                    <a:cubicBezTo>
                      <a:pt x="141285" y="45768"/>
                      <a:pt x="143195" y="43385"/>
                      <a:pt x="145000" y="40990"/>
                    </a:cubicBezTo>
                    <a:cubicBezTo>
                      <a:pt x="146806" y="38594"/>
                      <a:pt x="148369" y="36289"/>
                      <a:pt x="149688" y="34063"/>
                    </a:cubicBezTo>
                    <a:cubicBezTo>
                      <a:pt x="151077" y="31771"/>
                      <a:pt x="152171" y="29623"/>
                      <a:pt x="152969" y="27605"/>
                    </a:cubicBezTo>
                    <a:cubicBezTo>
                      <a:pt x="153768" y="25586"/>
                      <a:pt x="154167" y="23750"/>
                      <a:pt x="154167" y="22084"/>
                    </a:cubicBezTo>
                    <a:cubicBezTo>
                      <a:pt x="154167" y="17565"/>
                      <a:pt x="152848" y="14180"/>
                      <a:pt x="150208" y="11927"/>
                    </a:cubicBezTo>
                    <a:cubicBezTo>
                      <a:pt x="147570" y="9675"/>
                      <a:pt x="144167" y="8542"/>
                      <a:pt x="140000" y="8542"/>
                    </a:cubicBezTo>
                    <a:cubicBezTo>
                      <a:pt x="135973" y="8542"/>
                      <a:pt x="132691" y="9935"/>
                      <a:pt x="130156" y="12709"/>
                    </a:cubicBezTo>
                    <a:cubicBezTo>
                      <a:pt x="127622" y="15482"/>
                      <a:pt x="126354" y="19102"/>
                      <a:pt x="126354" y="23542"/>
                    </a:cubicBezTo>
                    <a:lnTo>
                      <a:pt x="117813" y="23542"/>
                    </a:lnTo>
                    <a:cubicBezTo>
                      <a:pt x="117813" y="20208"/>
                      <a:pt x="118369" y="17174"/>
                      <a:pt x="119479" y="14427"/>
                    </a:cubicBezTo>
                    <a:cubicBezTo>
                      <a:pt x="120591" y="11680"/>
                      <a:pt x="122154" y="9336"/>
                      <a:pt x="124167" y="7396"/>
                    </a:cubicBezTo>
                    <a:cubicBezTo>
                      <a:pt x="126181" y="5456"/>
                      <a:pt x="128560" y="3959"/>
                      <a:pt x="131302" y="2917"/>
                    </a:cubicBezTo>
                    <a:cubicBezTo>
                      <a:pt x="134046" y="1875"/>
                      <a:pt x="137014" y="1354"/>
                      <a:pt x="140208" y="1354"/>
                    </a:cubicBezTo>
                    <a:close/>
                    <a:moveTo>
                      <a:pt x="23021" y="1354"/>
                    </a:moveTo>
                    <a:cubicBezTo>
                      <a:pt x="29410" y="1354"/>
                      <a:pt x="34758" y="3060"/>
                      <a:pt x="39063" y="6458"/>
                    </a:cubicBezTo>
                    <a:cubicBezTo>
                      <a:pt x="43369" y="9857"/>
                      <a:pt x="45521" y="14857"/>
                      <a:pt x="45521" y="21458"/>
                    </a:cubicBezTo>
                    <a:cubicBezTo>
                      <a:pt x="45521" y="25899"/>
                      <a:pt x="44150" y="30521"/>
                      <a:pt x="41406" y="35313"/>
                    </a:cubicBezTo>
                    <a:cubicBezTo>
                      <a:pt x="38664" y="40104"/>
                      <a:pt x="35383" y="44753"/>
                      <a:pt x="31563" y="49271"/>
                    </a:cubicBezTo>
                    <a:cubicBezTo>
                      <a:pt x="27743" y="53789"/>
                      <a:pt x="23785" y="58021"/>
                      <a:pt x="19688" y="61979"/>
                    </a:cubicBezTo>
                    <a:cubicBezTo>
                      <a:pt x="15591" y="65938"/>
                      <a:pt x="12188" y="69271"/>
                      <a:pt x="9479" y="71979"/>
                    </a:cubicBezTo>
                    <a:lnTo>
                      <a:pt x="47188" y="71979"/>
                    </a:lnTo>
                    <a:lnTo>
                      <a:pt x="47188" y="79167"/>
                    </a:lnTo>
                    <a:lnTo>
                      <a:pt x="1458" y="79167"/>
                    </a:lnTo>
                    <a:cubicBezTo>
                      <a:pt x="833" y="79167"/>
                      <a:pt x="435" y="79063"/>
                      <a:pt x="260" y="78854"/>
                    </a:cubicBezTo>
                    <a:cubicBezTo>
                      <a:pt x="87" y="78646"/>
                      <a:pt x="0" y="78230"/>
                      <a:pt x="0" y="77604"/>
                    </a:cubicBezTo>
                    <a:lnTo>
                      <a:pt x="0" y="71354"/>
                    </a:lnTo>
                    <a:cubicBezTo>
                      <a:pt x="1181" y="70248"/>
                      <a:pt x="2622" y="68855"/>
                      <a:pt x="4323" y="67188"/>
                    </a:cubicBezTo>
                    <a:cubicBezTo>
                      <a:pt x="6025" y="65521"/>
                      <a:pt x="7883" y="63685"/>
                      <a:pt x="9896" y="61667"/>
                    </a:cubicBezTo>
                    <a:cubicBezTo>
                      <a:pt x="11841" y="59649"/>
                      <a:pt x="13854" y="57500"/>
                      <a:pt x="15937" y="55209"/>
                    </a:cubicBezTo>
                    <a:cubicBezTo>
                      <a:pt x="18021" y="52917"/>
                      <a:pt x="20070" y="50560"/>
                      <a:pt x="22083" y="48125"/>
                    </a:cubicBezTo>
                    <a:cubicBezTo>
                      <a:pt x="24098" y="45768"/>
                      <a:pt x="26008" y="43385"/>
                      <a:pt x="27812" y="40990"/>
                    </a:cubicBezTo>
                    <a:cubicBezTo>
                      <a:pt x="29619" y="38594"/>
                      <a:pt x="31181" y="36289"/>
                      <a:pt x="32500" y="34063"/>
                    </a:cubicBezTo>
                    <a:cubicBezTo>
                      <a:pt x="33889" y="31771"/>
                      <a:pt x="34983" y="29623"/>
                      <a:pt x="35781" y="27605"/>
                    </a:cubicBezTo>
                    <a:cubicBezTo>
                      <a:pt x="36581" y="25586"/>
                      <a:pt x="36979" y="23750"/>
                      <a:pt x="36979" y="22084"/>
                    </a:cubicBezTo>
                    <a:cubicBezTo>
                      <a:pt x="36979" y="17565"/>
                      <a:pt x="35660" y="14180"/>
                      <a:pt x="33021" y="11927"/>
                    </a:cubicBezTo>
                    <a:cubicBezTo>
                      <a:pt x="30383" y="9675"/>
                      <a:pt x="26979" y="8542"/>
                      <a:pt x="22812" y="8542"/>
                    </a:cubicBezTo>
                    <a:cubicBezTo>
                      <a:pt x="18785" y="8542"/>
                      <a:pt x="15504" y="9935"/>
                      <a:pt x="12969" y="12709"/>
                    </a:cubicBezTo>
                    <a:cubicBezTo>
                      <a:pt x="10435" y="15482"/>
                      <a:pt x="9167" y="19102"/>
                      <a:pt x="9167" y="23542"/>
                    </a:cubicBezTo>
                    <a:lnTo>
                      <a:pt x="625" y="23542"/>
                    </a:lnTo>
                    <a:cubicBezTo>
                      <a:pt x="625" y="20208"/>
                      <a:pt x="1181" y="17174"/>
                      <a:pt x="2292" y="14427"/>
                    </a:cubicBezTo>
                    <a:cubicBezTo>
                      <a:pt x="3404" y="11680"/>
                      <a:pt x="4966" y="9336"/>
                      <a:pt x="6979" y="7396"/>
                    </a:cubicBezTo>
                    <a:cubicBezTo>
                      <a:pt x="8994" y="5456"/>
                      <a:pt x="11372" y="3959"/>
                      <a:pt x="14115" y="2917"/>
                    </a:cubicBezTo>
                    <a:cubicBezTo>
                      <a:pt x="16858" y="1875"/>
                      <a:pt x="19827" y="1354"/>
                      <a:pt x="23021" y="1354"/>
                    </a:cubicBezTo>
                    <a:close/>
                    <a:moveTo>
                      <a:pt x="89583" y="0"/>
                    </a:moveTo>
                    <a:cubicBezTo>
                      <a:pt x="94792" y="0"/>
                      <a:pt x="99046" y="1211"/>
                      <a:pt x="102344" y="3646"/>
                    </a:cubicBezTo>
                    <a:cubicBezTo>
                      <a:pt x="105643" y="6081"/>
                      <a:pt x="108229" y="9206"/>
                      <a:pt x="110104" y="13021"/>
                    </a:cubicBezTo>
                    <a:cubicBezTo>
                      <a:pt x="111979" y="16914"/>
                      <a:pt x="113264" y="21289"/>
                      <a:pt x="113958" y="26146"/>
                    </a:cubicBezTo>
                    <a:cubicBezTo>
                      <a:pt x="114654" y="31003"/>
                      <a:pt x="115000" y="35872"/>
                      <a:pt x="115000" y="40729"/>
                    </a:cubicBezTo>
                    <a:cubicBezTo>
                      <a:pt x="115000" y="45664"/>
                      <a:pt x="114654" y="50521"/>
                      <a:pt x="113958" y="55313"/>
                    </a:cubicBezTo>
                    <a:cubicBezTo>
                      <a:pt x="113264" y="60105"/>
                      <a:pt x="111979" y="64440"/>
                      <a:pt x="110104" y="68334"/>
                    </a:cubicBezTo>
                    <a:cubicBezTo>
                      <a:pt x="108229" y="72149"/>
                      <a:pt x="105643" y="75248"/>
                      <a:pt x="102344" y="77604"/>
                    </a:cubicBezTo>
                    <a:cubicBezTo>
                      <a:pt x="99046" y="79961"/>
                      <a:pt x="94792" y="81146"/>
                      <a:pt x="89583" y="81146"/>
                    </a:cubicBezTo>
                    <a:cubicBezTo>
                      <a:pt x="84445" y="81146"/>
                      <a:pt x="80260" y="79961"/>
                      <a:pt x="77031" y="77604"/>
                    </a:cubicBezTo>
                    <a:cubicBezTo>
                      <a:pt x="73802" y="75248"/>
                      <a:pt x="71320" y="72149"/>
                      <a:pt x="69583" y="68334"/>
                    </a:cubicBezTo>
                    <a:cubicBezTo>
                      <a:pt x="67779" y="64440"/>
                      <a:pt x="66563" y="60105"/>
                      <a:pt x="65938" y="55313"/>
                    </a:cubicBezTo>
                    <a:cubicBezTo>
                      <a:pt x="65313" y="50521"/>
                      <a:pt x="65000" y="45664"/>
                      <a:pt x="65000" y="40729"/>
                    </a:cubicBezTo>
                    <a:cubicBezTo>
                      <a:pt x="65000" y="35872"/>
                      <a:pt x="65313" y="31003"/>
                      <a:pt x="65938" y="26146"/>
                    </a:cubicBezTo>
                    <a:cubicBezTo>
                      <a:pt x="66563" y="21289"/>
                      <a:pt x="67779" y="16914"/>
                      <a:pt x="69583" y="13021"/>
                    </a:cubicBezTo>
                    <a:cubicBezTo>
                      <a:pt x="71320" y="9206"/>
                      <a:pt x="73802" y="6081"/>
                      <a:pt x="77031" y="3646"/>
                    </a:cubicBezTo>
                    <a:cubicBezTo>
                      <a:pt x="80260" y="1211"/>
                      <a:pt x="84445" y="0"/>
                      <a:pt x="8958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64" name="TextBox 563">
                <a:extLst>
                  <a:ext uri="{FF2B5EF4-FFF2-40B4-BE49-F238E27FC236}">
                    <a16:creationId xmlns:a16="http://schemas.microsoft.com/office/drawing/2014/main" id="{5D103ED5-B410-40BA-AF2F-744B25C2FE21}"/>
                  </a:ext>
                </a:extLst>
              </p:cNvPr>
              <p:cNvSpPr txBox="1"/>
              <p:nvPr/>
            </p:nvSpPr>
            <p:spPr>
              <a:xfrm>
                <a:off x="1122381" y="5486035"/>
                <a:ext cx="339130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2023</a:t>
                </a:r>
              </a:p>
            </p:txBody>
          </p:sp>
        </p:grpSp>
        <p:sp>
          <p:nvSpPr>
            <p:cNvPr id="565" name="자유형: 도형 564">
              <a:extLst>
                <a:ext uri="{FF2B5EF4-FFF2-40B4-BE49-F238E27FC236}">
                  <a16:creationId xmlns:a16="http://schemas.microsoft.com/office/drawing/2014/main" id="{A945E74C-BC04-408C-AAD3-CD5DFFAD77DC}"/>
                </a:ext>
              </a:extLst>
            </p:cNvPr>
            <p:cNvSpPr/>
            <p:nvPr/>
          </p:nvSpPr>
          <p:spPr>
            <a:xfrm>
              <a:off x="1462753" y="5522940"/>
              <a:ext cx="71562" cy="90416"/>
            </a:xfrm>
            <a:custGeom>
              <a:avLst/>
              <a:gdLst>
                <a:gd name="connsiteX0" fmla="*/ 9583 w 71562"/>
                <a:gd name="connsiteY0" fmla="*/ 62188 h 90416"/>
                <a:gd name="connsiteX1" fmla="*/ 17917 w 71562"/>
                <a:gd name="connsiteY1" fmla="*/ 62188 h 90416"/>
                <a:gd name="connsiteX2" fmla="*/ 17917 w 71562"/>
                <a:gd name="connsiteY2" fmla="*/ 83334 h 90416"/>
                <a:gd name="connsiteX3" fmla="*/ 71563 w 71562"/>
                <a:gd name="connsiteY3" fmla="*/ 83334 h 90416"/>
                <a:gd name="connsiteX4" fmla="*/ 71563 w 71562"/>
                <a:gd name="connsiteY4" fmla="*/ 90417 h 90416"/>
                <a:gd name="connsiteX5" fmla="*/ 11771 w 71562"/>
                <a:gd name="connsiteY5" fmla="*/ 90417 h 90416"/>
                <a:gd name="connsiteX6" fmla="*/ 10052 w 71562"/>
                <a:gd name="connsiteY6" fmla="*/ 89948 h 90416"/>
                <a:gd name="connsiteX7" fmla="*/ 9583 w 71562"/>
                <a:gd name="connsiteY7" fmla="*/ 88229 h 90416"/>
                <a:gd name="connsiteX8" fmla="*/ 0 w 71562"/>
                <a:gd name="connsiteY8" fmla="*/ 2604 h 90416"/>
                <a:gd name="connsiteX9" fmla="*/ 8125 w 71562"/>
                <a:gd name="connsiteY9" fmla="*/ 2604 h 90416"/>
                <a:gd name="connsiteX10" fmla="*/ 8125 w 71562"/>
                <a:gd name="connsiteY10" fmla="*/ 43854 h 90416"/>
                <a:gd name="connsiteX11" fmla="*/ 15208 w 71562"/>
                <a:gd name="connsiteY11" fmla="*/ 43854 h 90416"/>
                <a:gd name="connsiteX12" fmla="*/ 25990 w 71562"/>
                <a:gd name="connsiteY12" fmla="*/ 43542 h 90416"/>
                <a:gd name="connsiteX13" fmla="*/ 36875 w 71562"/>
                <a:gd name="connsiteY13" fmla="*/ 42708 h 90416"/>
                <a:gd name="connsiteX14" fmla="*/ 46302 w 71562"/>
                <a:gd name="connsiteY14" fmla="*/ 41615 h 90416"/>
                <a:gd name="connsiteX15" fmla="*/ 52708 w 71562"/>
                <a:gd name="connsiteY15" fmla="*/ 40417 h 90416"/>
                <a:gd name="connsiteX16" fmla="*/ 52708 w 71562"/>
                <a:gd name="connsiteY16" fmla="*/ 47396 h 90416"/>
                <a:gd name="connsiteX17" fmla="*/ 46042 w 71562"/>
                <a:gd name="connsiteY17" fmla="*/ 48750 h 90416"/>
                <a:gd name="connsiteX18" fmla="*/ 36667 w 71562"/>
                <a:gd name="connsiteY18" fmla="*/ 50000 h 90416"/>
                <a:gd name="connsiteX19" fmla="*/ 25573 w 71562"/>
                <a:gd name="connsiteY19" fmla="*/ 50886 h 90416"/>
                <a:gd name="connsiteX20" fmla="*/ 13750 w 71562"/>
                <a:gd name="connsiteY20" fmla="*/ 51250 h 90416"/>
                <a:gd name="connsiteX21" fmla="*/ 2188 w 71562"/>
                <a:gd name="connsiteY21" fmla="*/ 51250 h 90416"/>
                <a:gd name="connsiteX22" fmla="*/ 469 w 71562"/>
                <a:gd name="connsiteY22" fmla="*/ 50782 h 90416"/>
                <a:gd name="connsiteX23" fmla="*/ 0 w 71562"/>
                <a:gd name="connsiteY23" fmla="*/ 49063 h 90416"/>
                <a:gd name="connsiteX24" fmla="*/ 61146 w 71562"/>
                <a:gd name="connsiteY24" fmla="*/ 0 h 90416"/>
                <a:gd name="connsiteX25" fmla="*/ 69271 w 71562"/>
                <a:gd name="connsiteY25" fmla="*/ 0 h 90416"/>
                <a:gd name="connsiteX26" fmla="*/ 69271 w 71562"/>
                <a:gd name="connsiteY26" fmla="*/ 67709 h 90416"/>
                <a:gd name="connsiteX27" fmla="*/ 61250 w 71562"/>
                <a:gd name="connsiteY27" fmla="*/ 67709 h 90416"/>
                <a:gd name="connsiteX28" fmla="*/ 61250 w 71562"/>
                <a:gd name="connsiteY28" fmla="*/ 32084 h 90416"/>
                <a:gd name="connsiteX29" fmla="*/ 36250 w 71562"/>
                <a:gd name="connsiteY29" fmla="*/ 32084 h 90416"/>
                <a:gd name="connsiteX30" fmla="*/ 36250 w 71562"/>
                <a:gd name="connsiteY30" fmla="*/ 25417 h 90416"/>
                <a:gd name="connsiteX31" fmla="*/ 61250 w 71562"/>
                <a:gd name="connsiteY31" fmla="*/ 25417 h 90416"/>
                <a:gd name="connsiteX32" fmla="*/ 61250 w 71562"/>
                <a:gd name="connsiteY32" fmla="*/ 15417 h 90416"/>
                <a:gd name="connsiteX33" fmla="*/ 36250 w 71562"/>
                <a:gd name="connsiteY33" fmla="*/ 15417 h 90416"/>
                <a:gd name="connsiteX34" fmla="*/ 36250 w 71562"/>
                <a:gd name="connsiteY34" fmla="*/ 8750 h 90416"/>
                <a:gd name="connsiteX35" fmla="*/ 61146 w 71562"/>
                <a:gd name="connsiteY35" fmla="*/ 8750 h 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1562" h="90416">
                  <a:moveTo>
                    <a:pt x="9583" y="62188"/>
                  </a:moveTo>
                  <a:lnTo>
                    <a:pt x="17917" y="62188"/>
                  </a:lnTo>
                  <a:lnTo>
                    <a:pt x="17917" y="83334"/>
                  </a:lnTo>
                  <a:lnTo>
                    <a:pt x="71563" y="83334"/>
                  </a:lnTo>
                  <a:lnTo>
                    <a:pt x="71563" y="90417"/>
                  </a:lnTo>
                  <a:lnTo>
                    <a:pt x="11771" y="90417"/>
                  </a:lnTo>
                  <a:cubicBezTo>
                    <a:pt x="10938" y="90417"/>
                    <a:pt x="10365" y="90261"/>
                    <a:pt x="10052" y="89948"/>
                  </a:cubicBezTo>
                  <a:cubicBezTo>
                    <a:pt x="9740" y="89635"/>
                    <a:pt x="9583" y="89063"/>
                    <a:pt x="9583" y="88229"/>
                  </a:cubicBez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43854"/>
                  </a:lnTo>
                  <a:lnTo>
                    <a:pt x="15208" y="43854"/>
                  </a:lnTo>
                  <a:cubicBezTo>
                    <a:pt x="18612" y="43854"/>
                    <a:pt x="22206" y="43750"/>
                    <a:pt x="25990" y="43542"/>
                  </a:cubicBezTo>
                  <a:cubicBezTo>
                    <a:pt x="29775" y="43333"/>
                    <a:pt x="33404" y="43060"/>
                    <a:pt x="36875" y="42708"/>
                  </a:cubicBezTo>
                  <a:cubicBezTo>
                    <a:pt x="40348" y="42357"/>
                    <a:pt x="43490" y="41992"/>
                    <a:pt x="46302" y="41615"/>
                  </a:cubicBezTo>
                  <a:cubicBezTo>
                    <a:pt x="49115" y="41237"/>
                    <a:pt x="51250" y="40834"/>
                    <a:pt x="52708" y="40417"/>
                  </a:cubicBezTo>
                  <a:lnTo>
                    <a:pt x="52708" y="47396"/>
                  </a:lnTo>
                  <a:cubicBezTo>
                    <a:pt x="51042" y="47812"/>
                    <a:pt x="48820" y="48268"/>
                    <a:pt x="46042" y="48750"/>
                  </a:cubicBezTo>
                  <a:cubicBezTo>
                    <a:pt x="43264" y="49232"/>
                    <a:pt x="40139" y="49649"/>
                    <a:pt x="36667" y="50000"/>
                  </a:cubicBezTo>
                  <a:cubicBezTo>
                    <a:pt x="33195" y="50352"/>
                    <a:pt x="29497" y="50638"/>
                    <a:pt x="25573" y="50886"/>
                  </a:cubicBezTo>
                  <a:cubicBezTo>
                    <a:pt x="21650" y="51133"/>
                    <a:pt x="17708" y="51250"/>
                    <a:pt x="13750" y="51250"/>
                  </a:cubicBezTo>
                  <a:lnTo>
                    <a:pt x="2188" y="51250"/>
                  </a:lnTo>
                  <a:cubicBezTo>
                    <a:pt x="1354" y="51250"/>
                    <a:pt x="781" y="51094"/>
                    <a:pt x="469" y="50782"/>
                  </a:cubicBezTo>
                  <a:cubicBezTo>
                    <a:pt x="156" y="50469"/>
                    <a:pt x="0" y="49896"/>
                    <a:pt x="0" y="49063"/>
                  </a:cubicBezTo>
                  <a:close/>
                  <a:moveTo>
                    <a:pt x="61146" y="0"/>
                  </a:moveTo>
                  <a:lnTo>
                    <a:pt x="69271" y="0"/>
                  </a:lnTo>
                  <a:lnTo>
                    <a:pt x="69271" y="67709"/>
                  </a:lnTo>
                  <a:lnTo>
                    <a:pt x="61250" y="67709"/>
                  </a:lnTo>
                  <a:lnTo>
                    <a:pt x="61250" y="32084"/>
                  </a:lnTo>
                  <a:lnTo>
                    <a:pt x="36250" y="32084"/>
                  </a:lnTo>
                  <a:lnTo>
                    <a:pt x="36250" y="25417"/>
                  </a:lnTo>
                  <a:lnTo>
                    <a:pt x="61250" y="25417"/>
                  </a:lnTo>
                  <a:lnTo>
                    <a:pt x="61250" y="15417"/>
                  </a:lnTo>
                  <a:lnTo>
                    <a:pt x="36250" y="15417"/>
                  </a:lnTo>
                  <a:lnTo>
                    <a:pt x="36250" y="8750"/>
                  </a:lnTo>
                  <a:lnTo>
                    <a:pt x="61146" y="8750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6" name="TextBox 565">
              <a:extLst>
                <a:ext uri="{FF2B5EF4-FFF2-40B4-BE49-F238E27FC236}">
                  <a16:creationId xmlns:a16="http://schemas.microsoft.com/office/drawing/2014/main" id="{25CAE8CD-7CB5-4B6F-B37B-0DEADC3C82BA}"/>
                </a:ext>
              </a:extLst>
            </p:cNvPr>
            <p:cNvSpPr txBox="1"/>
            <p:nvPr/>
          </p:nvSpPr>
          <p:spPr>
            <a:xfrm>
              <a:off x="1371313" y="5452168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년</a:t>
              </a:r>
            </a:p>
          </p:txBody>
        </p:sp>
        <p:sp>
          <p:nvSpPr>
            <p:cNvPr id="567" name="자유형: 도형 566">
              <a:extLst>
                <a:ext uri="{FF2B5EF4-FFF2-40B4-BE49-F238E27FC236}">
                  <a16:creationId xmlns:a16="http://schemas.microsoft.com/office/drawing/2014/main" id="{F57385D9-BC48-44D8-83BC-5BE340B26792}"/>
                </a:ext>
              </a:extLst>
            </p:cNvPr>
            <p:cNvSpPr/>
            <p:nvPr/>
          </p:nvSpPr>
          <p:spPr>
            <a:xfrm>
              <a:off x="1552385" y="5525857"/>
              <a:ext cx="285833" cy="81146"/>
            </a:xfrm>
            <a:custGeom>
              <a:avLst/>
              <a:gdLst>
                <a:gd name="connsiteX0" fmla="*/ 13437 w 285833"/>
                <a:gd name="connsiteY0" fmla="*/ 33958 h 81146"/>
                <a:gd name="connsiteX1" fmla="*/ 18802 w 285833"/>
                <a:gd name="connsiteY1" fmla="*/ 34948 h 81146"/>
                <a:gd name="connsiteX2" fmla="*/ 23646 w 285833"/>
                <a:gd name="connsiteY2" fmla="*/ 37917 h 81146"/>
                <a:gd name="connsiteX3" fmla="*/ 28437 w 285833"/>
                <a:gd name="connsiteY3" fmla="*/ 41407 h 81146"/>
                <a:gd name="connsiteX4" fmla="*/ 32708 w 285833"/>
                <a:gd name="connsiteY4" fmla="*/ 42604 h 81146"/>
                <a:gd name="connsiteX5" fmla="*/ 37969 w 285833"/>
                <a:gd name="connsiteY5" fmla="*/ 40313 h 81146"/>
                <a:gd name="connsiteX6" fmla="*/ 41563 w 285833"/>
                <a:gd name="connsiteY6" fmla="*/ 33958 h 81146"/>
                <a:gd name="connsiteX7" fmla="*/ 46250 w 285833"/>
                <a:gd name="connsiteY7" fmla="*/ 36771 h 81146"/>
                <a:gd name="connsiteX8" fmla="*/ 41302 w 285833"/>
                <a:gd name="connsiteY8" fmla="*/ 45834 h 81146"/>
                <a:gd name="connsiteX9" fmla="*/ 32604 w 285833"/>
                <a:gd name="connsiteY9" fmla="*/ 49271 h 81146"/>
                <a:gd name="connsiteX10" fmla="*/ 27187 w 285833"/>
                <a:gd name="connsiteY10" fmla="*/ 48333 h 81146"/>
                <a:gd name="connsiteX11" fmla="*/ 22396 w 285833"/>
                <a:gd name="connsiteY11" fmla="*/ 45313 h 81146"/>
                <a:gd name="connsiteX12" fmla="*/ 17552 w 285833"/>
                <a:gd name="connsiteY12" fmla="*/ 41875 h 81146"/>
                <a:gd name="connsiteX13" fmla="*/ 13333 w 285833"/>
                <a:gd name="connsiteY13" fmla="*/ 40625 h 81146"/>
                <a:gd name="connsiteX14" fmla="*/ 8229 w 285833"/>
                <a:gd name="connsiteY14" fmla="*/ 42656 h 81146"/>
                <a:gd name="connsiteX15" fmla="*/ 4688 w 285833"/>
                <a:gd name="connsiteY15" fmla="*/ 48438 h 81146"/>
                <a:gd name="connsiteX16" fmla="*/ 0 w 285833"/>
                <a:gd name="connsiteY16" fmla="*/ 45625 h 81146"/>
                <a:gd name="connsiteX17" fmla="*/ 4896 w 285833"/>
                <a:gd name="connsiteY17" fmla="*/ 37396 h 81146"/>
                <a:gd name="connsiteX18" fmla="*/ 13437 w 285833"/>
                <a:gd name="connsiteY18" fmla="*/ 33958 h 81146"/>
                <a:gd name="connsiteX19" fmla="*/ 266771 w 285833"/>
                <a:gd name="connsiteY19" fmla="*/ 11250 h 81146"/>
                <a:gd name="connsiteX20" fmla="*/ 239896 w 285833"/>
                <a:gd name="connsiteY20" fmla="*/ 55313 h 81146"/>
                <a:gd name="connsiteX21" fmla="*/ 266563 w 285833"/>
                <a:gd name="connsiteY21" fmla="*/ 55313 h 81146"/>
                <a:gd name="connsiteX22" fmla="*/ 266563 w 285833"/>
                <a:gd name="connsiteY22" fmla="*/ 20833 h 81146"/>
                <a:gd name="connsiteX23" fmla="*/ 142188 w 285833"/>
                <a:gd name="connsiteY23" fmla="*/ 7188 h 81146"/>
                <a:gd name="connsiteX24" fmla="*/ 133385 w 285833"/>
                <a:gd name="connsiteY24" fmla="*/ 10833 h 81146"/>
                <a:gd name="connsiteX25" fmla="*/ 128646 w 285833"/>
                <a:gd name="connsiteY25" fmla="*/ 19583 h 81146"/>
                <a:gd name="connsiteX26" fmla="*/ 126615 w 285833"/>
                <a:gd name="connsiteY26" fmla="*/ 30573 h 81146"/>
                <a:gd name="connsiteX27" fmla="*/ 126250 w 285833"/>
                <a:gd name="connsiteY27" fmla="*/ 40729 h 81146"/>
                <a:gd name="connsiteX28" fmla="*/ 126615 w 285833"/>
                <a:gd name="connsiteY28" fmla="*/ 50782 h 81146"/>
                <a:gd name="connsiteX29" fmla="*/ 128646 w 285833"/>
                <a:gd name="connsiteY29" fmla="*/ 61667 h 81146"/>
                <a:gd name="connsiteX30" fmla="*/ 133385 w 285833"/>
                <a:gd name="connsiteY30" fmla="*/ 70313 h 81146"/>
                <a:gd name="connsiteX31" fmla="*/ 142188 w 285833"/>
                <a:gd name="connsiteY31" fmla="*/ 73855 h 81146"/>
                <a:gd name="connsiteX32" fmla="*/ 151146 w 285833"/>
                <a:gd name="connsiteY32" fmla="*/ 70313 h 81146"/>
                <a:gd name="connsiteX33" fmla="*/ 156146 w 285833"/>
                <a:gd name="connsiteY33" fmla="*/ 61667 h 81146"/>
                <a:gd name="connsiteX34" fmla="*/ 158438 w 285833"/>
                <a:gd name="connsiteY34" fmla="*/ 50782 h 81146"/>
                <a:gd name="connsiteX35" fmla="*/ 158958 w 285833"/>
                <a:gd name="connsiteY35" fmla="*/ 40729 h 81146"/>
                <a:gd name="connsiteX36" fmla="*/ 158438 w 285833"/>
                <a:gd name="connsiteY36" fmla="*/ 30573 h 81146"/>
                <a:gd name="connsiteX37" fmla="*/ 156146 w 285833"/>
                <a:gd name="connsiteY37" fmla="*/ 19583 h 81146"/>
                <a:gd name="connsiteX38" fmla="*/ 151146 w 285833"/>
                <a:gd name="connsiteY38" fmla="*/ 10833 h 81146"/>
                <a:gd name="connsiteX39" fmla="*/ 142188 w 285833"/>
                <a:gd name="connsiteY39" fmla="*/ 7188 h 81146"/>
                <a:gd name="connsiteX40" fmla="*/ 265417 w 285833"/>
                <a:gd name="connsiteY40" fmla="*/ 1979 h 81146"/>
                <a:gd name="connsiteX41" fmla="*/ 272500 w 285833"/>
                <a:gd name="connsiteY41" fmla="*/ 1979 h 81146"/>
                <a:gd name="connsiteX42" fmla="*/ 274063 w 285833"/>
                <a:gd name="connsiteY42" fmla="*/ 2396 h 81146"/>
                <a:gd name="connsiteX43" fmla="*/ 274479 w 285833"/>
                <a:gd name="connsiteY43" fmla="*/ 3959 h 81146"/>
                <a:gd name="connsiteX44" fmla="*/ 274479 w 285833"/>
                <a:gd name="connsiteY44" fmla="*/ 55313 h 81146"/>
                <a:gd name="connsiteX45" fmla="*/ 285833 w 285833"/>
                <a:gd name="connsiteY45" fmla="*/ 55313 h 81146"/>
                <a:gd name="connsiteX46" fmla="*/ 285833 w 285833"/>
                <a:gd name="connsiteY46" fmla="*/ 62500 h 81146"/>
                <a:gd name="connsiteX47" fmla="*/ 274479 w 285833"/>
                <a:gd name="connsiteY47" fmla="*/ 62500 h 81146"/>
                <a:gd name="connsiteX48" fmla="*/ 274479 w 285833"/>
                <a:gd name="connsiteY48" fmla="*/ 79167 h 81146"/>
                <a:gd name="connsiteX49" fmla="*/ 266354 w 285833"/>
                <a:gd name="connsiteY49" fmla="*/ 79167 h 81146"/>
                <a:gd name="connsiteX50" fmla="*/ 266354 w 285833"/>
                <a:gd name="connsiteY50" fmla="*/ 62500 h 81146"/>
                <a:gd name="connsiteX51" fmla="*/ 233958 w 285833"/>
                <a:gd name="connsiteY51" fmla="*/ 62500 h 81146"/>
                <a:gd name="connsiteX52" fmla="*/ 232396 w 285833"/>
                <a:gd name="connsiteY52" fmla="*/ 62083 h 81146"/>
                <a:gd name="connsiteX53" fmla="*/ 231979 w 285833"/>
                <a:gd name="connsiteY53" fmla="*/ 60521 h 81146"/>
                <a:gd name="connsiteX54" fmla="*/ 231979 w 285833"/>
                <a:gd name="connsiteY54" fmla="*/ 56146 h 81146"/>
                <a:gd name="connsiteX55" fmla="*/ 232240 w 285833"/>
                <a:gd name="connsiteY55" fmla="*/ 54636 h 81146"/>
                <a:gd name="connsiteX56" fmla="*/ 232917 w 285833"/>
                <a:gd name="connsiteY56" fmla="*/ 53229 h 81146"/>
                <a:gd name="connsiteX57" fmla="*/ 263333 w 285833"/>
                <a:gd name="connsiteY57" fmla="*/ 3333 h 81146"/>
                <a:gd name="connsiteX58" fmla="*/ 264167 w 285833"/>
                <a:gd name="connsiteY58" fmla="*/ 2344 h 81146"/>
                <a:gd name="connsiteX59" fmla="*/ 265417 w 285833"/>
                <a:gd name="connsiteY59" fmla="*/ 1979 h 81146"/>
                <a:gd name="connsiteX60" fmla="*/ 205833 w 285833"/>
                <a:gd name="connsiteY60" fmla="*/ 1354 h 81146"/>
                <a:gd name="connsiteX61" fmla="*/ 221875 w 285833"/>
                <a:gd name="connsiteY61" fmla="*/ 6458 h 81146"/>
                <a:gd name="connsiteX62" fmla="*/ 228333 w 285833"/>
                <a:gd name="connsiteY62" fmla="*/ 21458 h 81146"/>
                <a:gd name="connsiteX63" fmla="*/ 224219 w 285833"/>
                <a:gd name="connsiteY63" fmla="*/ 35313 h 81146"/>
                <a:gd name="connsiteX64" fmla="*/ 214375 w 285833"/>
                <a:gd name="connsiteY64" fmla="*/ 49271 h 81146"/>
                <a:gd name="connsiteX65" fmla="*/ 202500 w 285833"/>
                <a:gd name="connsiteY65" fmla="*/ 61979 h 81146"/>
                <a:gd name="connsiteX66" fmla="*/ 192292 w 285833"/>
                <a:gd name="connsiteY66" fmla="*/ 71979 h 81146"/>
                <a:gd name="connsiteX67" fmla="*/ 230000 w 285833"/>
                <a:gd name="connsiteY67" fmla="*/ 71979 h 81146"/>
                <a:gd name="connsiteX68" fmla="*/ 230000 w 285833"/>
                <a:gd name="connsiteY68" fmla="*/ 79167 h 81146"/>
                <a:gd name="connsiteX69" fmla="*/ 184271 w 285833"/>
                <a:gd name="connsiteY69" fmla="*/ 79167 h 81146"/>
                <a:gd name="connsiteX70" fmla="*/ 183073 w 285833"/>
                <a:gd name="connsiteY70" fmla="*/ 78854 h 81146"/>
                <a:gd name="connsiteX71" fmla="*/ 182813 w 285833"/>
                <a:gd name="connsiteY71" fmla="*/ 77604 h 81146"/>
                <a:gd name="connsiteX72" fmla="*/ 182813 w 285833"/>
                <a:gd name="connsiteY72" fmla="*/ 71354 h 81146"/>
                <a:gd name="connsiteX73" fmla="*/ 187136 w 285833"/>
                <a:gd name="connsiteY73" fmla="*/ 67188 h 81146"/>
                <a:gd name="connsiteX74" fmla="*/ 192708 w 285833"/>
                <a:gd name="connsiteY74" fmla="*/ 61667 h 81146"/>
                <a:gd name="connsiteX75" fmla="*/ 198750 w 285833"/>
                <a:gd name="connsiteY75" fmla="*/ 55209 h 81146"/>
                <a:gd name="connsiteX76" fmla="*/ 204896 w 285833"/>
                <a:gd name="connsiteY76" fmla="*/ 48125 h 81146"/>
                <a:gd name="connsiteX77" fmla="*/ 210625 w 285833"/>
                <a:gd name="connsiteY77" fmla="*/ 40990 h 81146"/>
                <a:gd name="connsiteX78" fmla="*/ 215313 w 285833"/>
                <a:gd name="connsiteY78" fmla="*/ 34063 h 81146"/>
                <a:gd name="connsiteX79" fmla="*/ 218594 w 285833"/>
                <a:gd name="connsiteY79" fmla="*/ 27605 h 81146"/>
                <a:gd name="connsiteX80" fmla="*/ 219792 w 285833"/>
                <a:gd name="connsiteY80" fmla="*/ 22084 h 81146"/>
                <a:gd name="connsiteX81" fmla="*/ 215833 w 285833"/>
                <a:gd name="connsiteY81" fmla="*/ 11927 h 81146"/>
                <a:gd name="connsiteX82" fmla="*/ 205625 w 285833"/>
                <a:gd name="connsiteY82" fmla="*/ 8542 h 81146"/>
                <a:gd name="connsiteX83" fmla="*/ 195781 w 285833"/>
                <a:gd name="connsiteY83" fmla="*/ 12709 h 81146"/>
                <a:gd name="connsiteX84" fmla="*/ 191979 w 285833"/>
                <a:gd name="connsiteY84" fmla="*/ 23542 h 81146"/>
                <a:gd name="connsiteX85" fmla="*/ 183438 w 285833"/>
                <a:gd name="connsiteY85" fmla="*/ 23542 h 81146"/>
                <a:gd name="connsiteX86" fmla="*/ 185104 w 285833"/>
                <a:gd name="connsiteY86" fmla="*/ 14427 h 81146"/>
                <a:gd name="connsiteX87" fmla="*/ 189792 w 285833"/>
                <a:gd name="connsiteY87" fmla="*/ 7396 h 81146"/>
                <a:gd name="connsiteX88" fmla="*/ 196927 w 285833"/>
                <a:gd name="connsiteY88" fmla="*/ 2917 h 81146"/>
                <a:gd name="connsiteX89" fmla="*/ 205833 w 285833"/>
                <a:gd name="connsiteY89" fmla="*/ 1354 h 81146"/>
                <a:gd name="connsiteX90" fmla="*/ 75625 w 285833"/>
                <a:gd name="connsiteY90" fmla="*/ 1354 h 81146"/>
                <a:gd name="connsiteX91" fmla="*/ 91667 w 285833"/>
                <a:gd name="connsiteY91" fmla="*/ 6458 h 81146"/>
                <a:gd name="connsiteX92" fmla="*/ 98125 w 285833"/>
                <a:gd name="connsiteY92" fmla="*/ 21458 h 81146"/>
                <a:gd name="connsiteX93" fmla="*/ 94010 w 285833"/>
                <a:gd name="connsiteY93" fmla="*/ 35313 h 81146"/>
                <a:gd name="connsiteX94" fmla="*/ 84167 w 285833"/>
                <a:gd name="connsiteY94" fmla="*/ 49271 h 81146"/>
                <a:gd name="connsiteX95" fmla="*/ 72292 w 285833"/>
                <a:gd name="connsiteY95" fmla="*/ 61979 h 81146"/>
                <a:gd name="connsiteX96" fmla="*/ 62083 w 285833"/>
                <a:gd name="connsiteY96" fmla="*/ 71979 h 81146"/>
                <a:gd name="connsiteX97" fmla="*/ 99792 w 285833"/>
                <a:gd name="connsiteY97" fmla="*/ 71979 h 81146"/>
                <a:gd name="connsiteX98" fmla="*/ 99792 w 285833"/>
                <a:gd name="connsiteY98" fmla="*/ 79167 h 81146"/>
                <a:gd name="connsiteX99" fmla="*/ 54063 w 285833"/>
                <a:gd name="connsiteY99" fmla="*/ 79167 h 81146"/>
                <a:gd name="connsiteX100" fmla="*/ 52865 w 285833"/>
                <a:gd name="connsiteY100" fmla="*/ 78854 h 81146"/>
                <a:gd name="connsiteX101" fmla="*/ 52604 w 285833"/>
                <a:gd name="connsiteY101" fmla="*/ 77604 h 81146"/>
                <a:gd name="connsiteX102" fmla="*/ 52604 w 285833"/>
                <a:gd name="connsiteY102" fmla="*/ 71354 h 81146"/>
                <a:gd name="connsiteX103" fmla="*/ 56927 w 285833"/>
                <a:gd name="connsiteY103" fmla="*/ 67188 h 81146"/>
                <a:gd name="connsiteX104" fmla="*/ 62500 w 285833"/>
                <a:gd name="connsiteY104" fmla="*/ 61667 h 81146"/>
                <a:gd name="connsiteX105" fmla="*/ 68542 w 285833"/>
                <a:gd name="connsiteY105" fmla="*/ 55209 h 81146"/>
                <a:gd name="connsiteX106" fmla="*/ 74688 w 285833"/>
                <a:gd name="connsiteY106" fmla="*/ 48125 h 81146"/>
                <a:gd name="connsiteX107" fmla="*/ 80417 w 285833"/>
                <a:gd name="connsiteY107" fmla="*/ 40990 h 81146"/>
                <a:gd name="connsiteX108" fmla="*/ 85104 w 285833"/>
                <a:gd name="connsiteY108" fmla="*/ 34063 h 81146"/>
                <a:gd name="connsiteX109" fmla="*/ 88385 w 285833"/>
                <a:gd name="connsiteY109" fmla="*/ 27605 h 81146"/>
                <a:gd name="connsiteX110" fmla="*/ 89583 w 285833"/>
                <a:gd name="connsiteY110" fmla="*/ 22084 h 81146"/>
                <a:gd name="connsiteX111" fmla="*/ 85625 w 285833"/>
                <a:gd name="connsiteY111" fmla="*/ 11927 h 81146"/>
                <a:gd name="connsiteX112" fmla="*/ 75417 w 285833"/>
                <a:gd name="connsiteY112" fmla="*/ 8542 h 81146"/>
                <a:gd name="connsiteX113" fmla="*/ 65573 w 285833"/>
                <a:gd name="connsiteY113" fmla="*/ 12709 h 81146"/>
                <a:gd name="connsiteX114" fmla="*/ 61771 w 285833"/>
                <a:gd name="connsiteY114" fmla="*/ 23542 h 81146"/>
                <a:gd name="connsiteX115" fmla="*/ 53229 w 285833"/>
                <a:gd name="connsiteY115" fmla="*/ 23542 h 81146"/>
                <a:gd name="connsiteX116" fmla="*/ 54896 w 285833"/>
                <a:gd name="connsiteY116" fmla="*/ 14427 h 81146"/>
                <a:gd name="connsiteX117" fmla="*/ 59583 w 285833"/>
                <a:gd name="connsiteY117" fmla="*/ 7396 h 81146"/>
                <a:gd name="connsiteX118" fmla="*/ 66719 w 285833"/>
                <a:gd name="connsiteY118" fmla="*/ 2917 h 81146"/>
                <a:gd name="connsiteX119" fmla="*/ 75625 w 285833"/>
                <a:gd name="connsiteY119" fmla="*/ 1354 h 81146"/>
                <a:gd name="connsiteX120" fmla="*/ 142188 w 285833"/>
                <a:gd name="connsiteY120" fmla="*/ 0 h 81146"/>
                <a:gd name="connsiteX121" fmla="*/ 154948 w 285833"/>
                <a:gd name="connsiteY121" fmla="*/ 3646 h 81146"/>
                <a:gd name="connsiteX122" fmla="*/ 162708 w 285833"/>
                <a:gd name="connsiteY122" fmla="*/ 13021 h 81146"/>
                <a:gd name="connsiteX123" fmla="*/ 166563 w 285833"/>
                <a:gd name="connsiteY123" fmla="*/ 26146 h 81146"/>
                <a:gd name="connsiteX124" fmla="*/ 167604 w 285833"/>
                <a:gd name="connsiteY124" fmla="*/ 40729 h 81146"/>
                <a:gd name="connsiteX125" fmla="*/ 166563 w 285833"/>
                <a:gd name="connsiteY125" fmla="*/ 55313 h 81146"/>
                <a:gd name="connsiteX126" fmla="*/ 162708 w 285833"/>
                <a:gd name="connsiteY126" fmla="*/ 68334 h 81146"/>
                <a:gd name="connsiteX127" fmla="*/ 154948 w 285833"/>
                <a:gd name="connsiteY127" fmla="*/ 77604 h 81146"/>
                <a:gd name="connsiteX128" fmla="*/ 142188 w 285833"/>
                <a:gd name="connsiteY128" fmla="*/ 81146 h 81146"/>
                <a:gd name="connsiteX129" fmla="*/ 129636 w 285833"/>
                <a:gd name="connsiteY129" fmla="*/ 77604 h 81146"/>
                <a:gd name="connsiteX130" fmla="*/ 122188 w 285833"/>
                <a:gd name="connsiteY130" fmla="*/ 68334 h 81146"/>
                <a:gd name="connsiteX131" fmla="*/ 118542 w 285833"/>
                <a:gd name="connsiteY131" fmla="*/ 55313 h 81146"/>
                <a:gd name="connsiteX132" fmla="*/ 117604 w 285833"/>
                <a:gd name="connsiteY132" fmla="*/ 40729 h 81146"/>
                <a:gd name="connsiteX133" fmla="*/ 118542 w 285833"/>
                <a:gd name="connsiteY133" fmla="*/ 26146 h 81146"/>
                <a:gd name="connsiteX134" fmla="*/ 122188 w 285833"/>
                <a:gd name="connsiteY134" fmla="*/ 13021 h 81146"/>
                <a:gd name="connsiteX135" fmla="*/ 129636 w 285833"/>
                <a:gd name="connsiteY135" fmla="*/ 3646 h 81146"/>
                <a:gd name="connsiteX136" fmla="*/ 142188 w 285833"/>
                <a:gd name="connsiteY136" fmla="*/ 0 h 8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285833" h="81146">
                  <a:moveTo>
                    <a:pt x="13437" y="33958"/>
                  </a:moveTo>
                  <a:cubicBezTo>
                    <a:pt x="15452" y="33958"/>
                    <a:pt x="17240" y="34284"/>
                    <a:pt x="18802" y="34948"/>
                  </a:cubicBezTo>
                  <a:cubicBezTo>
                    <a:pt x="20365" y="35612"/>
                    <a:pt x="21979" y="36602"/>
                    <a:pt x="23646" y="37917"/>
                  </a:cubicBezTo>
                  <a:cubicBezTo>
                    <a:pt x="25521" y="39440"/>
                    <a:pt x="27118" y="40612"/>
                    <a:pt x="28437" y="41407"/>
                  </a:cubicBezTo>
                  <a:cubicBezTo>
                    <a:pt x="29757" y="42201"/>
                    <a:pt x="31181" y="42604"/>
                    <a:pt x="32708" y="42604"/>
                  </a:cubicBezTo>
                  <a:cubicBezTo>
                    <a:pt x="34931" y="42604"/>
                    <a:pt x="36684" y="41836"/>
                    <a:pt x="37969" y="40313"/>
                  </a:cubicBezTo>
                  <a:cubicBezTo>
                    <a:pt x="39254" y="38789"/>
                    <a:pt x="40452" y="36667"/>
                    <a:pt x="41563" y="33958"/>
                  </a:cubicBezTo>
                  <a:lnTo>
                    <a:pt x="46250" y="36771"/>
                  </a:lnTo>
                  <a:cubicBezTo>
                    <a:pt x="45277" y="40521"/>
                    <a:pt x="43629" y="43542"/>
                    <a:pt x="41302" y="45834"/>
                  </a:cubicBezTo>
                  <a:cubicBezTo>
                    <a:pt x="38975" y="48125"/>
                    <a:pt x="36077" y="49271"/>
                    <a:pt x="32604" y="49271"/>
                  </a:cubicBezTo>
                  <a:cubicBezTo>
                    <a:pt x="30521" y="49271"/>
                    <a:pt x="28715" y="48958"/>
                    <a:pt x="27187" y="48333"/>
                  </a:cubicBezTo>
                  <a:cubicBezTo>
                    <a:pt x="25660" y="47708"/>
                    <a:pt x="24063" y="46706"/>
                    <a:pt x="22396" y="45313"/>
                  </a:cubicBezTo>
                  <a:cubicBezTo>
                    <a:pt x="20521" y="43854"/>
                    <a:pt x="18906" y="42708"/>
                    <a:pt x="17552" y="41875"/>
                  </a:cubicBezTo>
                  <a:cubicBezTo>
                    <a:pt x="16198" y="41042"/>
                    <a:pt x="14792" y="40625"/>
                    <a:pt x="13333" y="40625"/>
                  </a:cubicBezTo>
                  <a:cubicBezTo>
                    <a:pt x="11250" y="40625"/>
                    <a:pt x="9548" y="41302"/>
                    <a:pt x="8229" y="42656"/>
                  </a:cubicBezTo>
                  <a:cubicBezTo>
                    <a:pt x="6910" y="44010"/>
                    <a:pt x="5729" y="45938"/>
                    <a:pt x="4688" y="48438"/>
                  </a:cubicBezTo>
                  <a:lnTo>
                    <a:pt x="0" y="45625"/>
                  </a:lnTo>
                  <a:cubicBezTo>
                    <a:pt x="902" y="42435"/>
                    <a:pt x="2535" y="39688"/>
                    <a:pt x="4896" y="37396"/>
                  </a:cubicBezTo>
                  <a:cubicBezTo>
                    <a:pt x="7256" y="35104"/>
                    <a:pt x="10104" y="33958"/>
                    <a:pt x="13437" y="33958"/>
                  </a:cubicBezTo>
                  <a:close/>
                  <a:moveTo>
                    <a:pt x="266771" y="11250"/>
                  </a:moveTo>
                  <a:lnTo>
                    <a:pt x="239896" y="55313"/>
                  </a:lnTo>
                  <a:lnTo>
                    <a:pt x="266563" y="55313"/>
                  </a:lnTo>
                  <a:lnTo>
                    <a:pt x="266563" y="20833"/>
                  </a:lnTo>
                  <a:close/>
                  <a:moveTo>
                    <a:pt x="142188" y="7188"/>
                  </a:moveTo>
                  <a:cubicBezTo>
                    <a:pt x="138438" y="7188"/>
                    <a:pt x="135504" y="8399"/>
                    <a:pt x="133385" y="10833"/>
                  </a:cubicBezTo>
                  <a:cubicBezTo>
                    <a:pt x="131267" y="13268"/>
                    <a:pt x="129688" y="16185"/>
                    <a:pt x="128646" y="19583"/>
                  </a:cubicBezTo>
                  <a:cubicBezTo>
                    <a:pt x="127535" y="23060"/>
                    <a:pt x="126858" y="26719"/>
                    <a:pt x="126615" y="30573"/>
                  </a:cubicBezTo>
                  <a:cubicBezTo>
                    <a:pt x="126371" y="34427"/>
                    <a:pt x="126250" y="37813"/>
                    <a:pt x="126250" y="40729"/>
                  </a:cubicBezTo>
                  <a:cubicBezTo>
                    <a:pt x="126250" y="43646"/>
                    <a:pt x="126371" y="46992"/>
                    <a:pt x="126615" y="50782"/>
                  </a:cubicBezTo>
                  <a:cubicBezTo>
                    <a:pt x="126858" y="54570"/>
                    <a:pt x="127535" y="58190"/>
                    <a:pt x="128646" y="61667"/>
                  </a:cubicBezTo>
                  <a:cubicBezTo>
                    <a:pt x="129688" y="65065"/>
                    <a:pt x="131267" y="67956"/>
                    <a:pt x="133385" y="70313"/>
                  </a:cubicBezTo>
                  <a:cubicBezTo>
                    <a:pt x="135504" y="72670"/>
                    <a:pt x="138438" y="73855"/>
                    <a:pt x="142188" y="73855"/>
                  </a:cubicBezTo>
                  <a:cubicBezTo>
                    <a:pt x="145938" y="73855"/>
                    <a:pt x="148923" y="72670"/>
                    <a:pt x="151146" y="70313"/>
                  </a:cubicBezTo>
                  <a:cubicBezTo>
                    <a:pt x="153369" y="67956"/>
                    <a:pt x="155035" y="65065"/>
                    <a:pt x="156146" y="61667"/>
                  </a:cubicBezTo>
                  <a:cubicBezTo>
                    <a:pt x="157327" y="58190"/>
                    <a:pt x="158090" y="54570"/>
                    <a:pt x="158438" y="50782"/>
                  </a:cubicBezTo>
                  <a:cubicBezTo>
                    <a:pt x="158785" y="46992"/>
                    <a:pt x="158958" y="43646"/>
                    <a:pt x="158958" y="40729"/>
                  </a:cubicBezTo>
                  <a:cubicBezTo>
                    <a:pt x="158958" y="37813"/>
                    <a:pt x="158785" y="34427"/>
                    <a:pt x="158438" y="30573"/>
                  </a:cubicBezTo>
                  <a:cubicBezTo>
                    <a:pt x="158090" y="26719"/>
                    <a:pt x="157327" y="23060"/>
                    <a:pt x="156146" y="19583"/>
                  </a:cubicBezTo>
                  <a:cubicBezTo>
                    <a:pt x="155035" y="16185"/>
                    <a:pt x="153369" y="13268"/>
                    <a:pt x="151146" y="10833"/>
                  </a:cubicBezTo>
                  <a:cubicBezTo>
                    <a:pt x="148923" y="8399"/>
                    <a:pt x="145938" y="7188"/>
                    <a:pt x="142188" y="7188"/>
                  </a:cubicBezTo>
                  <a:close/>
                  <a:moveTo>
                    <a:pt x="265417" y="1979"/>
                  </a:moveTo>
                  <a:lnTo>
                    <a:pt x="272500" y="1979"/>
                  </a:lnTo>
                  <a:cubicBezTo>
                    <a:pt x="273264" y="1979"/>
                    <a:pt x="273785" y="2123"/>
                    <a:pt x="274063" y="2396"/>
                  </a:cubicBezTo>
                  <a:cubicBezTo>
                    <a:pt x="274340" y="2669"/>
                    <a:pt x="274479" y="3190"/>
                    <a:pt x="274479" y="3959"/>
                  </a:cubicBezTo>
                  <a:lnTo>
                    <a:pt x="274479" y="55313"/>
                  </a:lnTo>
                  <a:lnTo>
                    <a:pt x="285833" y="55313"/>
                  </a:lnTo>
                  <a:lnTo>
                    <a:pt x="285833" y="62500"/>
                  </a:lnTo>
                  <a:lnTo>
                    <a:pt x="274479" y="62500"/>
                  </a:lnTo>
                  <a:lnTo>
                    <a:pt x="274479" y="79167"/>
                  </a:lnTo>
                  <a:lnTo>
                    <a:pt x="266354" y="79167"/>
                  </a:lnTo>
                  <a:lnTo>
                    <a:pt x="266354" y="62500"/>
                  </a:lnTo>
                  <a:lnTo>
                    <a:pt x="233958" y="62500"/>
                  </a:lnTo>
                  <a:cubicBezTo>
                    <a:pt x="233194" y="62500"/>
                    <a:pt x="232673" y="62357"/>
                    <a:pt x="232396" y="62083"/>
                  </a:cubicBezTo>
                  <a:cubicBezTo>
                    <a:pt x="232119" y="61810"/>
                    <a:pt x="231979" y="61289"/>
                    <a:pt x="231979" y="60521"/>
                  </a:cubicBezTo>
                  <a:lnTo>
                    <a:pt x="231979" y="56146"/>
                  </a:lnTo>
                  <a:cubicBezTo>
                    <a:pt x="231979" y="55664"/>
                    <a:pt x="232067" y="55157"/>
                    <a:pt x="232240" y="54636"/>
                  </a:cubicBezTo>
                  <a:cubicBezTo>
                    <a:pt x="232413" y="54115"/>
                    <a:pt x="232639" y="53646"/>
                    <a:pt x="232917" y="53229"/>
                  </a:cubicBezTo>
                  <a:lnTo>
                    <a:pt x="263333" y="3333"/>
                  </a:lnTo>
                  <a:cubicBezTo>
                    <a:pt x="263542" y="2917"/>
                    <a:pt x="263819" y="2591"/>
                    <a:pt x="264167" y="2344"/>
                  </a:cubicBezTo>
                  <a:cubicBezTo>
                    <a:pt x="264514" y="2096"/>
                    <a:pt x="264931" y="1979"/>
                    <a:pt x="265417" y="1979"/>
                  </a:cubicBezTo>
                  <a:close/>
                  <a:moveTo>
                    <a:pt x="205833" y="1354"/>
                  </a:moveTo>
                  <a:cubicBezTo>
                    <a:pt x="212223" y="1354"/>
                    <a:pt x="217569" y="3060"/>
                    <a:pt x="221875" y="6458"/>
                  </a:cubicBezTo>
                  <a:cubicBezTo>
                    <a:pt x="226181" y="9857"/>
                    <a:pt x="228333" y="14857"/>
                    <a:pt x="228333" y="21458"/>
                  </a:cubicBezTo>
                  <a:cubicBezTo>
                    <a:pt x="228333" y="25899"/>
                    <a:pt x="226962" y="30521"/>
                    <a:pt x="224219" y="35313"/>
                  </a:cubicBezTo>
                  <a:cubicBezTo>
                    <a:pt x="221475" y="40104"/>
                    <a:pt x="218194" y="44753"/>
                    <a:pt x="214375" y="49271"/>
                  </a:cubicBezTo>
                  <a:cubicBezTo>
                    <a:pt x="210556" y="53789"/>
                    <a:pt x="206598" y="58021"/>
                    <a:pt x="202500" y="61979"/>
                  </a:cubicBezTo>
                  <a:cubicBezTo>
                    <a:pt x="198402" y="65938"/>
                    <a:pt x="195000" y="69271"/>
                    <a:pt x="192292" y="71979"/>
                  </a:cubicBezTo>
                  <a:lnTo>
                    <a:pt x="230000" y="71979"/>
                  </a:lnTo>
                  <a:lnTo>
                    <a:pt x="230000" y="79167"/>
                  </a:lnTo>
                  <a:lnTo>
                    <a:pt x="184271" y="79167"/>
                  </a:lnTo>
                  <a:cubicBezTo>
                    <a:pt x="183646" y="79167"/>
                    <a:pt x="183246" y="79063"/>
                    <a:pt x="183073" y="78854"/>
                  </a:cubicBezTo>
                  <a:cubicBezTo>
                    <a:pt x="182900" y="78646"/>
                    <a:pt x="182813" y="78230"/>
                    <a:pt x="182813" y="77604"/>
                  </a:cubicBezTo>
                  <a:lnTo>
                    <a:pt x="182813" y="71354"/>
                  </a:lnTo>
                  <a:cubicBezTo>
                    <a:pt x="183994" y="70248"/>
                    <a:pt x="185434" y="68855"/>
                    <a:pt x="187136" y="67188"/>
                  </a:cubicBezTo>
                  <a:cubicBezTo>
                    <a:pt x="188837" y="65521"/>
                    <a:pt x="190694" y="63685"/>
                    <a:pt x="192708" y="61667"/>
                  </a:cubicBezTo>
                  <a:cubicBezTo>
                    <a:pt x="194652" y="59649"/>
                    <a:pt x="196667" y="57500"/>
                    <a:pt x="198750" y="55209"/>
                  </a:cubicBezTo>
                  <a:cubicBezTo>
                    <a:pt x="200833" y="52917"/>
                    <a:pt x="202882" y="50560"/>
                    <a:pt x="204896" y="48125"/>
                  </a:cubicBezTo>
                  <a:cubicBezTo>
                    <a:pt x="206910" y="45768"/>
                    <a:pt x="208819" y="43385"/>
                    <a:pt x="210625" y="40990"/>
                  </a:cubicBezTo>
                  <a:cubicBezTo>
                    <a:pt x="212431" y="38594"/>
                    <a:pt x="213994" y="36289"/>
                    <a:pt x="215313" y="34063"/>
                  </a:cubicBezTo>
                  <a:cubicBezTo>
                    <a:pt x="216702" y="31771"/>
                    <a:pt x="217796" y="29623"/>
                    <a:pt x="218594" y="27605"/>
                  </a:cubicBezTo>
                  <a:cubicBezTo>
                    <a:pt x="219392" y="25586"/>
                    <a:pt x="219792" y="23750"/>
                    <a:pt x="219792" y="22084"/>
                  </a:cubicBezTo>
                  <a:cubicBezTo>
                    <a:pt x="219792" y="17565"/>
                    <a:pt x="218473" y="14180"/>
                    <a:pt x="215833" y="11927"/>
                  </a:cubicBezTo>
                  <a:cubicBezTo>
                    <a:pt x="213194" y="9675"/>
                    <a:pt x="209792" y="8542"/>
                    <a:pt x="205625" y="8542"/>
                  </a:cubicBezTo>
                  <a:cubicBezTo>
                    <a:pt x="201598" y="8542"/>
                    <a:pt x="198316" y="9935"/>
                    <a:pt x="195781" y="12709"/>
                  </a:cubicBezTo>
                  <a:cubicBezTo>
                    <a:pt x="193246" y="15482"/>
                    <a:pt x="191979" y="19102"/>
                    <a:pt x="191979" y="23542"/>
                  </a:cubicBezTo>
                  <a:lnTo>
                    <a:pt x="183438" y="23542"/>
                  </a:lnTo>
                  <a:cubicBezTo>
                    <a:pt x="183438" y="20208"/>
                    <a:pt x="183994" y="17174"/>
                    <a:pt x="185104" y="14427"/>
                  </a:cubicBezTo>
                  <a:cubicBezTo>
                    <a:pt x="186215" y="11680"/>
                    <a:pt x="187777" y="9336"/>
                    <a:pt x="189792" y="7396"/>
                  </a:cubicBezTo>
                  <a:cubicBezTo>
                    <a:pt x="191806" y="5456"/>
                    <a:pt x="194184" y="3959"/>
                    <a:pt x="196927" y="2917"/>
                  </a:cubicBezTo>
                  <a:cubicBezTo>
                    <a:pt x="199671" y="1875"/>
                    <a:pt x="202639" y="1354"/>
                    <a:pt x="205833" y="1354"/>
                  </a:cubicBezTo>
                  <a:close/>
                  <a:moveTo>
                    <a:pt x="75625" y="1354"/>
                  </a:moveTo>
                  <a:cubicBezTo>
                    <a:pt x="82014" y="1354"/>
                    <a:pt x="87361" y="3060"/>
                    <a:pt x="91667" y="6458"/>
                  </a:cubicBezTo>
                  <a:cubicBezTo>
                    <a:pt x="95973" y="9857"/>
                    <a:pt x="98125" y="14857"/>
                    <a:pt x="98125" y="21458"/>
                  </a:cubicBezTo>
                  <a:cubicBezTo>
                    <a:pt x="98125" y="25899"/>
                    <a:pt x="96754" y="30521"/>
                    <a:pt x="94010" y="35313"/>
                  </a:cubicBezTo>
                  <a:cubicBezTo>
                    <a:pt x="91267" y="40104"/>
                    <a:pt x="87986" y="44753"/>
                    <a:pt x="84167" y="49271"/>
                  </a:cubicBezTo>
                  <a:cubicBezTo>
                    <a:pt x="80348" y="53789"/>
                    <a:pt x="76389" y="58021"/>
                    <a:pt x="72292" y="61979"/>
                  </a:cubicBezTo>
                  <a:cubicBezTo>
                    <a:pt x="68194" y="65938"/>
                    <a:pt x="64792" y="69271"/>
                    <a:pt x="62083" y="71979"/>
                  </a:cubicBezTo>
                  <a:lnTo>
                    <a:pt x="99792" y="71979"/>
                  </a:lnTo>
                  <a:lnTo>
                    <a:pt x="99792" y="79167"/>
                  </a:lnTo>
                  <a:lnTo>
                    <a:pt x="54063" y="79167"/>
                  </a:lnTo>
                  <a:cubicBezTo>
                    <a:pt x="53437" y="79167"/>
                    <a:pt x="53038" y="79063"/>
                    <a:pt x="52865" y="78854"/>
                  </a:cubicBezTo>
                  <a:cubicBezTo>
                    <a:pt x="52691" y="78646"/>
                    <a:pt x="52604" y="78230"/>
                    <a:pt x="52604" y="77604"/>
                  </a:cubicBezTo>
                  <a:lnTo>
                    <a:pt x="52604" y="71354"/>
                  </a:lnTo>
                  <a:cubicBezTo>
                    <a:pt x="53785" y="70248"/>
                    <a:pt x="55225" y="68855"/>
                    <a:pt x="56927" y="67188"/>
                  </a:cubicBezTo>
                  <a:cubicBezTo>
                    <a:pt x="58629" y="65521"/>
                    <a:pt x="60486" y="63685"/>
                    <a:pt x="62500" y="61667"/>
                  </a:cubicBezTo>
                  <a:cubicBezTo>
                    <a:pt x="64444" y="59649"/>
                    <a:pt x="66458" y="57500"/>
                    <a:pt x="68542" y="55209"/>
                  </a:cubicBezTo>
                  <a:cubicBezTo>
                    <a:pt x="70625" y="52917"/>
                    <a:pt x="72673" y="50560"/>
                    <a:pt x="74688" y="48125"/>
                  </a:cubicBezTo>
                  <a:cubicBezTo>
                    <a:pt x="76702" y="45768"/>
                    <a:pt x="78611" y="43385"/>
                    <a:pt x="80417" y="40990"/>
                  </a:cubicBezTo>
                  <a:cubicBezTo>
                    <a:pt x="82223" y="38594"/>
                    <a:pt x="83785" y="36289"/>
                    <a:pt x="85104" y="34063"/>
                  </a:cubicBezTo>
                  <a:cubicBezTo>
                    <a:pt x="86494" y="31771"/>
                    <a:pt x="87587" y="29623"/>
                    <a:pt x="88385" y="27605"/>
                  </a:cubicBezTo>
                  <a:cubicBezTo>
                    <a:pt x="89184" y="25586"/>
                    <a:pt x="89583" y="23750"/>
                    <a:pt x="89583" y="22084"/>
                  </a:cubicBezTo>
                  <a:cubicBezTo>
                    <a:pt x="89583" y="17565"/>
                    <a:pt x="88264" y="14180"/>
                    <a:pt x="85625" y="11927"/>
                  </a:cubicBezTo>
                  <a:cubicBezTo>
                    <a:pt x="82986" y="9675"/>
                    <a:pt x="79583" y="8542"/>
                    <a:pt x="75417" y="8542"/>
                  </a:cubicBezTo>
                  <a:cubicBezTo>
                    <a:pt x="71389" y="8542"/>
                    <a:pt x="68108" y="9935"/>
                    <a:pt x="65573" y="12709"/>
                  </a:cubicBezTo>
                  <a:cubicBezTo>
                    <a:pt x="63038" y="15482"/>
                    <a:pt x="61771" y="19102"/>
                    <a:pt x="61771" y="23542"/>
                  </a:cubicBezTo>
                  <a:lnTo>
                    <a:pt x="53229" y="23542"/>
                  </a:lnTo>
                  <a:cubicBezTo>
                    <a:pt x="53229" y="20208"/>
                    <a:pt x="53785" y="17174"/>
                    <a:pt x="54896" y="14427"/>
                  </a:cubicBezTo>
                  <a:cubicBezTo>
                    <a:pt x="56007" y="11680"/>
                    <a:pt x="57569" y="9336"/>
                    <a:pt x="59583" y="7396"/>
                  </a:cubicBezTo>
                  <a:cubicBezTo>
                    <a:pt x="61598" y="5456"/>
                    <a:pt x="63975" y="3959"/>
                    <a:pt x="66719" y="2917"/>
                  </a:cubicBezTo>
                  <a:cubicBezTo>
                    <a:pt x="69462" y="1875"/>
                    <a:pt x="72431" y="1354"/>
                    <a:pt x="75625" y="1354"/>
                  </a:cubicBezTo>
                  <a:close/>
                  <a:moveTo>
                    <a:pt x="142188" y="0"/>
                  </a:moveTo>
                  <a:cubicBezTo>
                    <a:pt x="147396" y="0"/>
                    <a:pt x="151650" y="1211"/>
                    <a:pt x="154948" y="3646"/>
                  </a:cubicBezTo>
                  <a:cubicBezTo>
                    <a:pt x="158246" y="6081"/>
                    <a:pt x="160833" y="9206"/>
                    <a:pt x="162708" y="13021"/>
                  </a:cubicBezTo>
                  <a:cubicBezTo>
                    <a:pt x="164583" y="16914"/>
                    <a:pt x="165869" y="21289"/>
                    <a:pt x="166563" y="26146"/>
                  </a:cubicBezTo>
                  <a:cubicBezTo>
                    <a:pt x="167257" y="31003"/>
                    <a:pt x="167604" y="35872"/>
                    <a:pt x="167604" y="40729"/>
                  </a:cubicBezTo>
                  <a:cubicBezTo>
                    <a:pt x="167604" y="45664"/>
                    <a:pt x="167257" y="50521"/>
                    <a:pt x="166563" y="55313"/>
                  </a:cubicBezTo>
                  <a:cubicBezTo>
                    <a:pt x="165869" y="60105"/>
                    <a:pt x="164583" y="64440"/>
                    <a:pt x="162708" y="68334"/>
                  </a:cubicBezTo>
                  <a:cubicBezTo>
                    <a:pt x="160833" y="72149"/>
                    <a:pt x="158246" y="75248"/>
                    <a:pt x="154948" y="77604"/>
                  </a:cubicBezTo>
                  <a:cubicBezTo>
                    <a:pt x="151650" y="79961"/>
                    <a:pt x="147396" y="81146"/>
                    <a:pt x="142188" y="81146"/>
                  </a:cubicBezTo>
                  <a:cubicBezTo>
                    <a:pt x="137048" y="81146"/>
                    <a:pt x="132865" y="79961"/>
                    <a:pt x="129636" y="77604"/>
                  </a:cubicBezTo>
                  <a:cubicBezTo>
                    <a:pt x="126406" y="75248"/>
                    <a:pt x="123923" y="72149"/>
                    <a:pt x="122188" y="68334"/>
                  </a:cubicBezTo>
                  <a:cubicBezTo>
                    <a:pt x="120382" y="64440"/>
                    <a:pt x="119167" y="60105"/>
                    <a:pt x="118542" y="55313"/>
                  </a:cubicBezTo>
                  <a:cubicBezTo>
                    <a:pt x="117917" y="50521"/>
                    <a:pt x="117604" y="45664"/>
                    <a:pt x="117604" y="40729"/>
                  </a:cubicBezTo>
                  <a:cubicBezTo>
                    <a:pt x="117604" y="35872"/>
                    <a:pt x="117917" y="31003"/>
                    <a:pt x="118542" y="26146"/>
                  </a:cubicBezTo>
                  <a:cubicBezTo>
                    <a:pt x="119167" y="21289"/>
                    <a:pt x="120382" y="16914"/>
                    <a:pt x="122188" y="13021"/>
                  </a:cubicBezTo>
                  <a:cubicBezTo>
                    <a:pt x="123923" y="9206"/>
                    <a:pt x="126406" y="6081"/>
                    <a:pt x="129636" y="3646"/>
                  </a:cubicBezTo>
                  <a:cubicBezTo>
                    <a:pt x="132865" y="1211"/>
                    <a:pt x="137048" y="0"/>
                    <a:pt x="142188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8" name="TextBox 567">
              <a:extLst>
                <a:ext uri="{FF2B5EF4-FFF2-40B4-BE49-F238E27FC236}">
                  <a16:creationId xmlns:a16="http://schemas.microsoft.com/office/drawing/2014/main" id="{7069419F-90A2-4B70-A12E-ECCEC79ABA85}"/>
                </a:ext>
              </a:extLst>
            </p:cNvPr>
            <p:cNvSpPr txBox="1"/>
            <p:nvPr/>
          </p:nvSpPr>
          <p:spPr>
            <a:xfrm>
              <a:off x="1460945" y="5486035"/>
              <a:ext cx="39121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~2024</a:t>
              </a:r>
            </a:p>
          </p:txBody>
        </p:sp>
        <p:sp>
          <p:nvSpPr>
            <p:cNvPr id="569" name="자유형: 도형 568">
              <a:extLst>
                <a:ext uri="{FF2B5EF4-FFF2-40B4-BE49-F238E27FC236}">
                  <a16:creationId xmlns:a16="http://schemas.microsoft.com/office/drawing/2014/main" id="{78B95CF8-3C77-41AA-8C05-4D99ECB99006}"/>
                </a:ext>
              </a:extLst>
            </p:cNvPr>
            <p:cNvSpPr/>
            <p:nvPr/>
          </p:nvSpPr>
          <p:spPr>
            <a:xfrm>
              <a:off x="1858804" y="5522940"/>
              <a:ext cx="71562" cy="90416"/>
            </a:xfrm>
            <a:custGeom>
              <a:avLst/>
              <a:gdLst>
                <a:gd name="connsiteX0" fmla="*/ 9583 w 71562"/>
                <a:gd name="connsiteY0" fmla="*/ 62188 h 90416"/>
                <a:gd name="connsiteX1" fmla="*/ 17917 w 71562"/>
                <a:gd name="connsiteY1" fmla="*/ 62188 h 90416"/>
                <a:gd name="connsiteX2" fmla="*/ 17917 w 71562"/>
                <a:gd name="connsiteY2" fmla="*/ 83334 h 90416"/>
                <a:gd name="connsiteX3" fmla="*/ 71563 w 71562"/>
                <a:gd name="connsiteY3" fmla="*/ 83334 h 90416"/>
                <a:gd name="connsiteX4" fmla="*/ 71563 w 71562"/>
                <a:gd name="connsiteY4" fmla="*/ 90417 h 90416"/>
                <a:gd name="connsiteX5" fmla="*/ 11771 w 71562"/>
                <a:gd name="connsiteY5" fmla="*/ 90417 h 90416"/>
                <a:gd name="connsiteX6" fmla="*/ 10052 w 71562"/>
                <a:gd name="connsiteY6" fmla="*/ 89948 h 90416"/>
                <a:gd name="connsiteX7" fmla="*/ 9583 w 71562"/>
                <a:gd name="connsiteY7" fmla="*/ 88229 h 90416"/>
                <a:gd name="connsiteX8" fmla="*/ 0 w 71562"/>
                <a:gd name="connsiteY8" fmla="*/ 2604 h 90416"/>
                <a:gd name="connsiteX9" fmla="*/ 8125 w 71562"/>
                <a:gd name="connsiteY9" fmla="*/ 2604 h 90416"/>
                <a:gd name="connsiteX10" fmla="*/ 8125 w 71562"/>
                <a:gd name="connsiteY10" fmla="*/ 43854 h 90416"/>
                <a:gd name="connsiteX11" fmla="*/ 15208 w 71562"/>
                <a:gd name="connsiteY11" fmla="*/ 43854 h 90416"/>
                <a:gd name="connsiteX12" fmla="*/ 25990 w 71562"/>
                <a:gd name="connsiteY12" fmla="*/ 43542 h 90416"/>
                <a:gd name="connsiteX13" fmla="*/ 36875 w 71562"/>
                <a:gd name="connsiteY13" fmla="*/ 42708 h 90416"/>
                <a:gd name="connsiteX14" fmla="*/ 46302 w 71562"/>
                <a:gd name="connsiteY14" fmla="*/ 41615 h 90416"/>
                <a:gd name="connsiteX15" fmla="*/ 52708 w 71562"/>
                <a:gd name="connsiteY15" fmla="*/ 40417 h 90416"/>
                <a:gd name="connsiteX16" fmla="*/ 52708 w 71562"/>
                <a:gd name="connsiteY16" fmla="*/ 47396 h 90416"/>
                <a:gd name="connsiteX17" fmla="*/ 46042 w 71562"/>
                <a:gd name="connsiteY17" fmla="*/ 48750 h 90416"/>
                <a:gd name="connsiteX18" fmla="*/ 36667 w 71562"/>
                <a:gd name="connsiteY18" fmla="*/ 50000 h 90416"/>
                <a:gd name="connsiteX19" fmla="*/ 25573 w 71562"/>
                <a:gd name="connsiteY19" fmla="*/ 50886 h 90416"/>
                <a:gd name="connsiteX20" fmla="*/ 13750 w 71562"/>
                <a:gd name="connsiteY20" fmla="*/ 51250 h 90416"/>
                <a:gd name="connsiteX21" fmla="*/ 2187 w 71562"/>
                <a:gd name="connsiteY21" fmla="*/ 51250 h 90416"/>
                <a:gd name="connsiteX22" fmla="*/ 469 w 71562"/>
                <a:gd name="connsiteY22" fmla="*/ 50782 h 90416"/>
                <a:gd name="connsiteX23" fmla="*/ 0 w 71562"/>
                <a:gd name="connsiteY23" fmla="*/ 49063 h 90416"/>
                <a:gd name="connsiteX24" fmla="*/ 61146 w 71562"/>
                <a:gd name="connsiteY24" fmla="*/ 0 h 90416"/>
                <a:gd name="connsiteX25" fmla="*/ 69271 w 71562"/>
                <a:gd name="connsiteY25" fmla="*/ 0 h 90416"/>
                <a:gd name="connsiteX26" fmla="*/ 69271 w 71562"/>
                <a:gd name="connsiteY26" fmla="*/ 67709 h 90416"/>
                <a:gd name="connsiteX27" fmla="*/ 61250 w 71562"/>
                <a:gd name="connsiteY27" fmla="*/ 67709 h 90416"/>
                <a:gd name="connsiteX28" fmla="*/ 61250 w 71562"/>
                <a:gd name="connsiteY28" fmla="*/ 32084 h 90416"/>
                <a:gd name="connsiteX29" fmla="*/ 36250 w 71562"/>
                <a:gd name="connsiteY29" fmla="*/ 32084 h 90416"/>
                <a:gd name="connsiteX30" fmla="*/ 36250 w 71562"/>
                <a:gd name="connsiteY30" fmla="*/ 25417 h 90416"/>
                <a:gd name="connsiteX31" fmla="*/ 61250 w 71562"/>
                <a:gd name="connsiteY31" fmla="*/ 25417 h 90416"/>
                <a:gd name="connsiteX32" fmla="*/ 61250 w 71562"/>
                <a:gd name="connsiteY32" fmla="*/ 15417 h 90416"/>
                <a:gd name="connsiteX33" fmla="*/ 36250 w 71562"/>
                <a:gd name="connsiteY33" fmla="*/ 15417 h 90416"/>
                <a:gd name="connsiteX34" fmla="*/ 36250 w 71562"/>
                <a:gd name="connsiteY34" fmla="*/ 8750 h 90416"/>
                <a:gd name="connsiteX35" fmla="*/ 61146 w 71562"/>
                <a:gd name="connsiteY35" fmla="*/ 8750 h 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71562" h="90416">
                  <a:moveTo>
                    <a:pt x="9583" y="62188"/>
                  </a:moveTo>
                  <a:lnTo>
                    <a:pt x="17917" y="62188"/>
                  </a:lnTo>
                  <a:lnTo>
                    <a:pt x="17917" y="83334"/>
                  </a:lnTo>
                  <a:lnTo>
                    <a:pt x="71563" y="83334"/>
                  </a:lnTo>
                  <a:lnTo>
                    <a:pt x="71563" y="90417"/>
                  </a:lnTo>
                  <a:lnTo>
                    <a:pt x="11771" y="90417"/>
                  </a:lnTo>
                  <a:cubicBezTo>
                    <a:pt x="10938" y="90417"/>
                    <a:pt x="10365" y="90261"/>
                    <a:pt x="10052" y="89948"/>
                  </a:cubicBezTo>
                  <a:cubicBezTo>
                    <a:pt x="9740" y="89635"/>
                    <a:pt x="9583" y="89063"/>
                    <a:pt x="9583" y="88229"/>
                  </a:cubicBez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43854"/>
                  </a:lnTo>
                  <a:lnTo>
                    <a:pt x="15208" y="43854"/>
                  </a:lnTo>
                  <a:cubicBezTo>
                    <a:pt x="18607" y="43854"/>
                    <a:pt x="22201" y="43750"/>
                    <a:pt x="25990" y="43542"/>
                  </a:cubicBezTo>
                  <a:cubicBezTo>
                    <a:pt x="29779" y="43333"/>
                    <a:pt x="33398" y="43060"/>
                    <a:pt x="36875" y="42708"/>
                  </a:cubicBezTo>
                  <a:cubicBezTo>
                    <a:pt x="40352" y="42357"/>
                    <a:pt x="43490" y="41992"/>
                    <a:pt x="46302" y="41615"/>
                  </a:cubicBezTo>
                  <a:cubicBezTo>
                    <a:pt x="49115" y="41237"/>
                    <a:pt x="51250" y="40834"/>
                    <a:pt x="52708" y="40417"/>
                  </a:cubicBezTo>
                  <a:lnTo>
                    <a:pt x="52708" y="47396"/>
                  </a:lnTo>
                  <a:cubicBezTo>
                    <a:pt x="51042" y="47812"/>
                    <a:pt x="48815" y="48268"/>
                    <a:pt x="46042" y="48750"/>
                  </a:cubicBezTo>
                  <a:cubicBezTo>
                    <a:pt x="43268" y="49232"/>
                    <a:pt x="40143" y="49649"/>
                    <a:pt x="36667" y="50000"/>
                  </a:cubicBezTo>
                  <a:cubicBezTo>
                    <a:pt x="33190" y="50352"/>
                    <a:pt x="29492" y="50638"/>
                    <a:pt x="25573" y="50886"/>
                  </a:cubicBezTo>
                  <a:cubicBezTo>
                    <a:pt x="21654" y="51133"/>
                    <a:pt x="17708" y="51250"/>
                    <a:pt x="13750" y="51250"/>
                  </a:cubicBezTo>
                  <a:lnTo>
                    <a:pt x="2187" y="51250"/>
                  </a:lnTo>
                  <a:cubicBezTo>
                    <a:pt x="1354" y="51250"/>
                    <a:pt x="781" y="51094"/>
                    <a:pt x="469" y="50782"/>
                  </a:cubicBezTo>
                  <a:cubicBezTo>
                    <a:pt x="156" y="50469"/>
                    <a:pt x="0" y="49896"/>
                    <a:pt x="0" y="49063"/>
                  </a:cubicBezTo>
                  <a:close/>
                  <a:moveTo>
                    <a:pt x="61146" y="0"/>
                  </a:moveTo>
                  <a:lnTo>
                    <a:pt x="69271" y="0"/>
                  </a:lnTo>
                  <a:lnTo>
                    <a:pt x="69271" y="67709"/>
                  </a:lnTo>
                  <a:lnTo>
                    <a:pt x="61250" y="67709"/>
                  </a:lnTo>
                  <a:lnTo>
                    <a:pt x="61250" y="32084"/>
                  </a:lnTo>
                  <a:lnTo>
                    <a:pt x="36250" y="32084"/>
                  </a:lnTo>
                  <a:lnTo>
                    <a:pt x="36250" y="25417"/>
                  </a:lnTo>
                  <a:lnTo>
                    <a:pt x="61250" y="25417"/>
                  </a:lnTo>
                  <a:lnTo>
                    <a:pt x="61250" y="15417"/>
                  </a:lnTo>
                  <a:lnTo>
                    <a:pt x="36250" y="15417"/>
                  </a:lnTo>
                  <a:lnTo>
                    <a:pt x="36250" y="8750"/>
                  </a:lnTo>
                  <a:lnTo>
                    <a:pt x="61146" y="8750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0" name="TextBox 569">
              <a:extLst>
                <a:ext uri="{FF2B5EF4-FFF2-40B4-BE49-F238E27FC236}">
                  <a16:creationId xmlns:a16="http://schemas.microsoft.com/office/drawing/2014/main" id="{0F74CD98-5210-41EE-AE4F-0D7DFD30BAEB}"/>
                </a:ext>
              </a:extLst>
            </p:cNvPr>
            <p:cNvSpPr txBox="1"/>
            <p:nvPr/>
          </p:nvSpPr>
          <p:spPr>
            <a:xfrm>
              <a:off x="1767364" y="5452168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년</a:t>
              </a:r>
            </a:p>
          </p:txBody>
        </p:sp>
        <p:grpSp>
          <p:nvGrpSpPr>
            <p:cNvPr id="571" name="그래픽 5">
              <a:extLst>
                <a:ext uri="{FF2B5EF4-FFF2-40B4-BE49-F238E27FC236}">
                  <a16:creationId xmlns:a16="http://schemas.microsoft.com/office/drawing/2014/main" id="{119A95AF-70D3-4D2B-A3CC-E650974C9002}"/>
                </a:ext>
              </a:extLst>
            </p:cNvPr>
            <p:cNvGrpSpPr/>
            <p:nvPr/>
          </p:nvGrpSpPr>
          <p:grpSpPr>
            <a:xfrm>
              <a:off x="1978270" y="5500011"/>
              <a:ext cx="835430" cy="130208"/>
              <a:chOff x="1978270" y="5500011"/>
              <a:chExt cx="835430" cy="130208"/>
            </a:xfrm>
          </p:grpSpPr>
          <p:sp>
            <p:nvSpPr>
              <p:cNvPr id="572" name="자유형: 도형 571">
                <a:extLst>
                  <a:ext uri="{FF2B5EF4-FFF2-40B4-BE49-F238E27FC236}">
                    <a16:creationId xmlns:a16="http://schemas.microsoft.com/office/drawing/2014/main" id="{BAA2550B-0BFE-4DE3-9C61-D3F4E657D824}"/>
                  </a:ext>
                </a:extLst>
              </p:cNvPr>
              <p:cNvSpPr/>
              <p:nvPr/>
            </p:nvSpPr>
            <p:spPr>
              <a:xfrm>
                <a:off x="1978270" y="5522420"/>
                <a:ext cx="835430" cy="93437"/>
              </a:xfrm>
              <a:custGeom>
                <a:avLst/>
                <a:gdLst>
                  <a:gd name="connsiteX0" fmla="*/ 116146 w 835430"/>
                  <a:gd name="connsiteY0" fmla="*/ 72500 h 93437"/>
                  <a:gd name="connsiteX1" fmla="*/ 116146 w 835430"/>
                  <a:gd name="connsiteY1" fmla="*/ 85104 h 93437"/>
                  <a:gd name="connsiteX2" fmla="*/ 159375 w 835430"/>
                  <a:gd name="connsiteY2" fmla="*/ 85104 h 93437"/>
                  <a:gd name="connsiteX3" fmla="*/ 159375 w 835430"/>
                  <a:gd name="connsiteY3" fmla="*/ 72500 h 93437"/>
                  <a:gd name="connsiteX4" fmla="*/ 773034 w 835430"/>
                  <a:gd name="connsiteY4" fmla="*/ 67708 h 93437"/>
                  <a:gd name="connsiteX5" fmla="*/ 781576 w 835430"/>
                  <a:gd name="connsiteY5" fmla="*/ 67708 h 93437"/>
                  <a:gd name="connsiteX6" fmla="*/ 781576 w 835430"/>
                  <a:gd name="connsiteY6" fmla="*/ 83854 h 93437"/>
                  <a:gd name="connsiteX7" fmla="*/ 835430 w 835430"/>
                  <a:gd name="connsiteY7" fmla="*/ 83854 h 93437"/>
                  <a:gd name="connsiteX8" fmla="*/ 835430 w 835430"/>
                  <a:gd name="connsiteY8" fmla="*/ 90937 h 93437"/>
                  <a:gd name="connsiteX9" fmla="*/ 775222 w 835430"/>
                  <a:gd name="connsiteY9" fmla="*/ 90937 h 93437"/>
                  <a:gd name="connsiteX10" fmla="*/ 773490 w 835430"/>
                  <a:gd name="connsiteY10" fmla="*/ 90469 h 93437"/>
                  <a:gd name="connsiteX11" fmla="*/ 773034 w 835430"/>
                  <a:gd name="connsiteY11" fmla="*/ 88750 h 93437"/>
                  <a:gd name="connsiteX12" fmla="*/ 487396 w 835430"/>
                  <a:gd name="connsiteY12" fmla="*/ 61354 h 93437"/>
                  <a:gd name="connsiteX13" fmla="*/ 495834 w 835430"/>
                  <a:gd name="connsiteY13" fmla="*/ 61354 h 93437"/>
                  <a:gd name="connsiteX14" fmla="*/ 495834 w 835430"/>
                  <a:gd name="connsiteY14" fmla="*/ 83854 h 93437"/>
                  <a:gd name="connsiteX15" fmla="*/ 549701 w 835430"/>
                  <a:gd name="connsiteY15" fmla="*/ 83854 h 93437"/>
                  <a:gd name="connsiteX16" fmla="*/ 549701 w 835430"/>
                  <a:gd name="connsiteY16" fmla="*/ 90937 h 93437"/>
                  <a:gd name="connsiteX17" fmla="*/ 489583 w 835430"/>
                  <a:gd name="connsiteY17" fmla="*/ 90937 h 93437"/>
                  <a:gd name="connsiteX18" fmla="*/ 487865 w 835430"/>
                  <a:gd name="connsiteY18" fmla="*/ 90469 h 93437"/>
                  <a:gd name="connsiteX19" fmla="*/ 487396 w 835430"/>
                  <a:gd name="connsiteY19" fmla="*/ 88750 h 93437"/>
                  <a:gd name="connsiteX20" fmla="*/ 393242 w 835430"/>
                  <a:gd name="connsiteY20" fmla="*/ 60937 h 93437"/>
                  <a:gd name="connsiteX21" fmla="*/ 401576 w 835430"/>
                  <a:gd name="connsiteY21" fmla="*/ 60937 h 93437"/>
                  <a:gd name="connsiteX22" fmla="*/ 401576 w 835430"/>
                  <a:gd name="connsiteY22" fmla="*/ 83854 h 93437"/>
                  <a:gd name="connsiteX23" fmla="*/ 454284 w 835430"/>
                  <a:gd name="connsiteY23" fmla="*/ 83854 h 93437"/>
                  <a:gd name="connsiteX24" fmla="*/ 454284 w 835430"/>
                  <a:gd name="connsiteY24" fmla="*/ 90937 h 93437"/>
                  <a:gd name="connsiteX25" fmla="*/ 395430 w 835430"/>
                  <a:gd name="connsiteY25" fmla="*/ 90937 h 93437"/>
                  <a:gd name="connsiteX26" fmla="*/ 393698 w 835430"/>
                  <a:gd name="connsiteY26" fmla="*/ 90469 h 93437"/>
                  <a:gd name="connsiteX27" fmla="*/ 393242 w 835430"/>
                  <a:gd name="connsiteY27" fmla="*/ 88750 h 93437"/>
                  <a:gd name="connsiteX28" fmla="*/ 590013 w 835430"/>
                  <a:gd name="connsiteY28" fmla="*/ 60833 h 93437"/>
                  <a:gd name="connsiteX29" fmla="*/ 598438 w 835430"/>
                  <a:gd name="connsiteY29" fmla="*/ 60833 h 93437"/>
                  <a:gd name="connsiteX30" fmla="*/ 598438 w 835430"/>
                  <a:gd name="connsiteY30" fmla="*/ 83854 h 93437"/>
                  <a:gd name="connsiteX31" fmla="*/ 652409 w 835430"/>
                  <a:gd name="connsiteY31" fmla="*/ 83854 h 93437"/>
                  <a:gd name="connsiteX32" fmla="*/ 652409 w 835430"/>
                  <a:gd name="connsiteY32" fmla="*/ 90937 h 93437"/>
                  <a:gd name="connsiteX33" fmla="*/ 592201 w 835430"/>
                  <a:gd name="connsiteY33" fmla="*/ 90937 h 93437"/>
                  <a:gd name="connsiteX34" fmla="*/ 590469 w 835430"/>
                  <a:gd name="connsiteY34" fmla="*/ 90469 h 93437"/>
                  <a:gd name="connsiteX35" fmla="*/ 590013 w 835430"/>
                  <a:gd name="connsiteY35" fmla="*/ 88750 h 93437"/>
                  <a:gd name="connsiteX36" fmla="*/ 302292 w 835430"/>
                  <a:gd name="connsiteY36" fmla="*/ 59583 h 93437"/>
                  <a:gd name="connsiteX37" fmla="*/ 310625 w 835430"/>
                  <a:gd name="connsiteY37" fmla="*/ 59583 h 93437"/>
                  <a:gd name="connsiteX38" fmla="*/ 310625 w 835430"/>
                  <a:gd name="connsiteY38" fmla="*/ 83854 h 93437"/>
                  <a:gd name="connsiteX39" fmla="*/ 363438 w 835430"/>
                  <a:gd name="connsiteY39" fmla="*/ 83854 h 93437"/>
                  <a:gd name="connsiteX40" fmla="*/ 363438 w 835430"/>
                  <a:gd name="connsiteY40" fmla="*/ 90937 h 93437"/>
                  <a:gd name="connsiteX41" fmla="*/ 304479 w 835430"/>
                  <a:gd name="connsiteY41" fmla="*/ 90937 h 93437"/>
                  <a:gd name="connsiteX42" fmla="*/ 302761 w 835430"/>
                  <a:gd name="connsiteY42" fmla="*/ 90469 h 93437"/>
                  <a:gd name="connsiteX43" fmla="*/ 302292 w 835430"/>
                  <a:gd name="connsiteY43" fmla="*/ 88750 h 93437"/>
                  <a:gd name="connsiteX44" fmla="*/ 159375 w 835430"/>
                  <a:gd name="connsiteY44" fmla="*/ 55625 h 93437"/>
                  <a:gd name="connsiteX45" fmla="*/ 167604 w 835430"/>
                  <a:gd name="connsiteY45" fmla="*/ 55625 h 93437"/>
                  <a:gd name="connsiteX46" fmla="*/ 167604 w 835430"/>
                  <a:gd name="connsiteY46" fmla="*/ 89688 h 93437"/>
                  <a:gd name="connsiteX47" fmla="*/ 167135 w 835430"/>
                  <a:gd name="connsiteY47" fmla="*/ 91406 h 93437"/>
                  <a:gd name="connsiteX48" fmla="*/ 165430 w 835430"/>
                  <a:gd name="connsiteY48" fmla="*/ 91875 h 93437"/>
                  <a:gd name="connsiteX49" fmla="*/ 110000 w 835430"/>
                  <a:gd name="connsiteY49" fmla="*/ 91875 h 93437"/>
                  <a:gd name="connsiteX50" fmla="*/ 108281 w 835430"/>
                  <a:gd name="connsiteY50" fmla="*/ 91406 h 93437"/>
                  <a:gd name="connsiteX51" fmla="*/ 107813 w 835430"/>
                  <a:gd name="connsiteY51" fmla="*/ 89688 h 93437"/>
                  <a:gd name="connsiteX52" fmla="*/ 107813 w 835430"/>
                  <a:gd name="connsiteY52" fmla="*/ 56146 h 93437"/>
                  <a:gd name="connsiteX53" fmla="*/ 116146 w 835430"/>
                  <a:gd name="connsiteY53" fmla="*/ 56146 h 93437"/>
                  <a:gd name="connsiteX54" fmla="*/ 116146 w 835430"/>
                  <a:gd name="connsiteY54" fmla="*/ 65833 h 93437"/>
                  <a:gd name="connsiteX55" fmla="*/ 159375 w 835430"/>
                  <a:gd name="connsiteY55" fmla="*/ 65833 h 93437"/>
                  <a:gd name="connsiteX56" fmla="*/ 821563 w 835430"/>
                  <a:gd name="connsiteY56" fmla="*/ 38542 h 93437"/>
                  <a:gd name="connsiteX57" fmla="*/ 821563 w 835430"/>
                  <a:gd name="connsiteY57" fmla="*/ 45521 h 93437"/>
                  <a:gd name="connsiteX58" fmla="*/ 814740 w 835430"/>
                  <a:gd name="connsiteY58" fmla="*/ 46458 h 93437"/>
                  <a:gd name="connsiteX59" fmla="*/ 806159 w 835430"/>
                  <a:gd name="connsiteY59" fmla="*/ 47187 h 93437"/>
                  <a:gd name="connsiteX60" fmla="*/ 796667 w 835430"/>
                  <a:gd name="connsiteY60" fmla="*/ 47708 h 93437"/>
                  <a:gd name="connsiteX61" fmla="*/ 787292 w 835430"/>
                  <a:gd name="connsiteY61" fmla="*/ 47917 h 93437"/>
                  <a:gd name="connsiteX62" fmla="*/ 787292 w 835430"/>
                  <a:gd name="connsiteY62" fmla="*/ 62813 h 93437"/>
                  <a:gd name="connsiteX63" fmla="*/ 779076 w 835430"/>
                  <a:gd name="connsiteY63" fmla="*/ 62813 h 93437"/>
                  <a:gd name="connsiteX64" fmla="*/ 779076 w 835430"/>
                  <a:gd name="connsiteY64" fmla="*/ 48125 h 93437"/>
                  <a:gd name="connsiteX65" fmla="*/ 758034 w 835430"/>
                  <a:gd name="connsiteY65" fmla="*/ 48125 h 93437"/>
                  <a:gd name="connsiteX66" fmla="*/ 758034 w 835430"/>
                  <a:gd name="connsiteY66" fmla="*/ 41146 h 93437"/>
                  <a:gd name="connsiteX67" fmla="*/ 785730 w 835430"/>
                  <a:gd name="connsiteY67" fmla="*/ 41146 h 93437"/>
                  <a:gd name="connsiteX68" fmla="*/ 794597 w 835430"/>
                  <a:gd name="connsiteY68" fmla="*/ 40937 h 93437"/>
                  <a:gd name="connsiteX69" fmla="*/ 804896 w 835430"/>
                  <a:gd name="connsiteY69" fmla="*/ 40312 h 93437"/>
                  <a:gd name="connsiteX70" fmla="*/ 814545 w 835430"/>
                  <a:gd name="connsiteY70" fmla="*/ 39479 h 93437"/>
                  <a:gd name="connsiteX71" fmla="*/ 821563 w 835430"/>
                  <a:gd name="connsiteY71" fmla="*/ 38542 h 93437"/>
                  <a:gd name="connsiteX72" fmla="*/ 623750 w 835430"/>
                  <a:gd name="connsiteY72" fmla="*/ 18333 h 93437"/>
                  <a:gd name="connsiteX73" fmla="*/ 624597 w 835430"/>
                  <a:gd name="connsiteY73" fmla="*/ 22187 h 93437"/>
                  <a:gd name="connsiteX74" fmla="*/ 624909 w 835430"/>
                  <a:gd name="connsiteY74" fmla="*/ 26250 h 93437"/>
                  <a:gd name="connsiteX75" fmla="*/ 624649 w 835430"/>
                  <a:gd name="connsiteY75" fmla="*/ 29531 h 93437"/>
                  <a:gd name="connsiteX76" fmla="*/ 624063 w 835430"/>
                  <a:gd name="connsiteY76" fmla="*/ 32708 h 93437"/>
                  <a:gd name="connsiteX77" fmla="*/ 641771 w 835430"/>
                  <a:gd name="connsiteY77" fmla="*/ 32708 h 93437"/>
                  <a:gd name="connsiteX78" fmla="*/ 641771 w 835430"/>
                  <a:gd name="connsiteY78" fmla="*/ 18333 h 93437"/>
                  <a:gd name="connsiteX79" fmla="*/ 404492 w 835430"/>
                  <a:gd name="connsiteY79" fmla="*/ 9062 h 93437"/>
                  <a:gd name="connsiteX80" fmla="*/ 392826 w 835430"/>
                  <a:gd name="connsiteY80" fmla="*/ 14166 h 93437"/>
                  <a:gd name="connsiteX81" fmla="*/ 388646 w 835430"/>
                  <a:gd name="connsiteY81" fmla="*/ 26458 h 93437"/>
                  <a:gd name="connsiteX82" fmla="*/ 392826 w 835430"/>
                  <a:gd name="connsiteY82" fmla="*/ 38646 h 93437"/>
                  <a:gd name="connsiteX83" fmla="*/ 404492 w 835430"/>
                  <a:gd name="connsiteY83" fmla="*/ 43646 h 93437"/>
                  <a:gd name="connsiteX84" fmla="*/ 416094 w 835430"/>
                  <a:gd name="connsiteY84" fmla="*/ 38646 h 93437"/>
                  <a:gd name="connsiteX85" fmla="*/ 420222 w 835430"/>
                  <a:gd name="connsiteY85" fmla="*/ 26458 h 93437"/>
                  <a:gd name="connsiteX86" fmla="*/ 416094 w 835430"/>
                  <a:gd name="connsiteY86" fmla="*/ 14166 h 93437"/>
                  <a:gd name="connsiteX87" fmla="*/ 404492 w 835430"/>
                  <a:gd name="connsiteY87" fmla="*/ 9062 h 93437"/>
                  <a:gd name="connsiteX88" fmla="*/ 600534 w 835430"/>
                  <a:gd name="connsiteY88" fmla="*/ 8854 h 93437"/>
                  <a:gd name="connsiteX89" fmla="*/ 588867 w 835430"/>
                  <a:gd name="connsiteY89" fmla="*/ 13958 h 93437"/>
                  <a:gd name="connsiteX90" fmla="*/ 584688 w 835430"/>
                  <a:gd name="connsiteY90" fmla="*/ 26250 h 93437"/>
                  <a:gd name="connsiteX91" fmla="*/ 588867 w 835430"/>
                  <a:gd name="connsiteY91" fmla="*/ 38437 h 93437"/>
                  <a:gd name="connsiteX92" fmla="*/ 600534 w 835430"/>
                  <a:gd name="connsiteY92" fmla="*/ 43437 h 93437"/>
                  <a:gd name="connsiteX93" fmla="*/ 612188 w 835430"/>
                  <a:gd name="connsiteY93" fmla="*/ 38437 h 93437"/>
                  <a:gd name="connsiteX94" fmla="*/ 616367 w 835430"/>
                  <a:gd name="connsiteY94" fmla="*/ 26250 h 93437"/>
                  <a:gd name="connsiteX95" fmla="*/ 612188 w 835430"/>
                  <a:gd name="connsiteY95" fmla="*/ 13958 h 93437"/>
                  <a:gd name="connsiteX96" fmla="*/ 600534 w 835430"/>
                  <a:gd name="connsiteY96" fmla="*/ 8854 h 93437"/>
                  <a:gd name="connsiteX97" fmla="*/ 787917 w 835430"/>
                  <a:gd name="connsiteY97" fmla="*/ 7083 h 93437"/>
                  <a:gd name="connsiteX98" fmla="*/ 776407 w 835430"/>
                  <a:gd name="connsiteY98" fmla="*/ 10208 h 93437"/>
                  <a:gd name="connsiteX99" fmla="*/ 773243 w 835430"/>
                  <a:gd name="connsiteY99" fmla="*/ 17708 h 93437"/>
                  <a:gd name="connsiteX100" fmla="*/ 776459 w 835430"/>
                  <a:gd name="connsiteY100" fmla="*/ 25052 h 93437"/>
                  <a:gd name="connsiteX101" fmla="*/ 787917 w 835430"/>
                  <a:gd name="connsiteY101" fmla="*/ 27916 h 93437"/>
                  <a:gd name="connsiteX102" fmla="*/ 799336 w 835430"/>
                  <a:gd name="connsiteY102" fmla="*/ 25052 h 93437"/>
                  <a:gd name="connsiteX103" fmla="*/ 802618 w 835430"/>
                  <a:gd name="connsiteY103" fmla="*/ 17708 h 93437"/>
                  <a:gd name="connsiteX104" fmla="*/ 799389 w 835430"/>
                  <a:gd name="connsiteY104" fmla="*/ 10156 h 93437"/>
                  <a:gd name="connsiteX105" fmla="*/ 787917 w 835430"/>
                  <a:gd name="connsiteY105" fmla="*/ 7083 h 93437"/>
                  <a:gd name="connsiteX106" fmla="*/ 201146 w 835430"/>
                  <a:gd name="connsiteY106" fmla="*/ 6667 h 93437"/>
                  <a:gd name="connsiteX107" fmla="*/ 239583 w 835430"/>
                  <a:gd name="connsiteY107" fmla="*/ 6667 h 93437"/>
                  <a:gd name="connsiteX108" fmla="*/ 239583 w 835430"/>
                  <a:gd name="connsiteY108" fmla="*/ 13646 h 93437"/>
                  <a:gd name="connsiteX109" fmla="*/ 224701 w 835430"/>
                  <a:gd name="connsiteY109" fmla="*/ 13646 h 93437"/>
                  <a:gd name="connsiteX110" fmla="*/ 224701 w 835430"/>
                  <a:gd name="connsiteY110" fmla="*/ 21354 h 93437"/>
                  <a:gd name="connsiteX111" fmla="*/ 228906 w 835430"/>
                  <a:gd name="connsiteY111" fmla="*/ 48073 h 93437"/>
                  <a:gd name="connsiteX112" fmla="*/ 244063 w 835430"/>
                  <a:gd name="connsiteY112" fmla="*/ 65625 h 93437"/>
                  <a:gd name="connsiteX113" fmla="*/ 237917 w 835430"/>
                  <a:gd name="connsiteY113" fmla="*/ 71250 h 93437"/>
                  <a:gd name="connsiteX114" fmla="*/ 227878 w 835430"/>
                  <a:gd name="connsiteY114" fmla="*/ 61510 h 93437"/>
                  <a:gd name="connsiteX115" fmla="*/ 220326 w 835430"/>
                  <a:gd name="connsiteY115" fmla="*/ 46771 h 93437"/>
                  <a:gd name="connsiteX116" fmla="*/ 217240 w 835430"/>
                  <a:gd name="connsiteY116" fmla="*/ 54896 h 93437"/>
                  <a:gd name="connsiteX117" fmla="*/ 212813 w 835430"/>
                  <a:gd name="connsiteY117" fmla="*/ 62604 h 93437"/>
                  <a:gd name="connsiteX118" fmla="*/ 207240 w 835430"/>
                  <a:gd name="connsiteY118" fmla="*/ 69427 h 93437"/>
                  <a:gd name="connsiteX119" fmla="*/ 201250 w 835430"/>
                  <a:gd name="connsiteY119" fmla="*/ 74792 h 93437"/>
                  <a:gd name="connsiteX120" fmla="*/ 194063 w 835430"/>
                  <a:gd name="connsiteY120" fmla="*/ 69583 h 93437"/>
                  <a:gd name="connsiteX121" fmla="*/ 210938 w 835430"/>
                  <a:gd name="connsiteY121" fmla="*/ 50468 h 93437"/>
                  <a:gd name="connsiteX122" fmla="*/ 216367 w 835430"/>
                  <a:gd name="connsiteY122" fmla="*/ 21562 h 93437"/>
                  <a:gd name="connsiteX123" fmla="*/ 216367 w 835430"/>
                  <a:gd name="connsiteY123" fmla="*/ 13646 h 93437"/>
                  <a:gd name="connsiteX124" fmla="*/ 201146 w 835430"/>
                  <a:gd name="connsiteY124" fmla="*/ 13646 h 93437"/>
                  <a:gd name="connsiteX125" fmla="*/ 475742 w 835430"/>
                  <a:gd name="connsiteY125" fmla="*/ 4791 h 93437"/>
                  <a:gd name="connsiteX126" fmla="*/ 520730 w 835430"/>
                  <a:gd name="connsiteY126" fmla="*/ 4791 h 93437"/>
                  <a:gd name="connsiteX127" fmla="*/ 520730 w 835430"/>
                  <a:gd name="connsiteY127" fmla="*/ 11771 h 93437"/>
                  <a:gd name="connsiteX128" fmla="*/ 502513 w 835430"/>
                  <a:gd name="connsiteY128" fmla="*/ 11771 h 93437"/>
                  <a:gd name="connsiteX129" fmla="*/ 502513 w 835430"/>
                  <a:gd name="connsiteY129" fmla="*/ 17500 h 93437"/>
                  <a:gd name="connsiteX130" fmla="*/ 504232 w 835430"/>
                  <a:gd name="connsiteY130" fmla="*/ 27135 h 93437"/>
                  <a:gd name="connsiteX131" fmla="*/ 508750 w 835430"/>
                  <a:gd name="connsiteY131" fmla="*/ 35104 h 93437"/>
                  <a:gd name="connsiteX132" fmla="*/ 516992 w 835430"/>
                  <a:gd name="connsiteY132" fmla="*/ 43021 h 93437"/>
                  <a:gd name="connsiteX133" fmla="*/ 526459 w 835430"/>
                  <a:gd name="connsiteY133" fmla="*/ 47812 h 93437"/>
                  <a:gd name="connsiteX134" fmla="*/ 523451 w 835430"/>
                  <a:gd name="connsiteY134" fmla="*/ 51041 h 93437"/>
                  <a:gd name="connsiteX135" fmla="*/ 521042 w 835430"/>
                  <a:gd name="connsiteY135" fmla="*/ 54062 h 93437"/>
                  <a:gd name="connsiteX136" fmla="*/ 514948 w 835430"/>
                  <a:gd name="connsiteY136" fmla="*/ 50677 h 93437"/>
                  <a:gd name="connsiteX137" fmla="*/ 508555 w 835430"/>
                  <a:gd name="connsiteY137" fmla="*/ 45729 h 93437"/>
                  <a:gd name="connsiteX138" fmla="*/ 502878 w 835430"/>
                  <a:gd name="connsiteY138" fmla="*/ 40052 h 93437"/>
                  <a:gd name="connsiteX139" fmla="*/ 498347 w 835430"/>
                  <a:gd name="connsiteY139" fmla="*/ 33125 h 93437"/>
                  <a:gd name="connsiteX140" fmla="*/ 494636 w 835430"/>
                  <a:gd name="connsiteY140" fmla="*/ 40469 h 93437"/>
                  <a:gd name="connsiteX141" fmla="*/ 489583 w 835430"/>
                  <a:gd name="connsiteY141" fmla="*/ 46771 h 93437"/>
                  <a:gd name="connsiteX142" fmla="*/ 482878 w 835430"/>
                  <a:gd name="connsiteY142" fmla="*/ 52344 h 93437"/>
                  <a:gd name="connsiteX143" fmla="*/ 475521 w 835430"/>
                  <a:gd name="connsiteY143" fmla="*/ 56771 h 93437"/>
                  <a:gd name="connsiteX144" fmla="*/ 472552 w 835430"/>
                  <a:gd name="connsiteY144" fmla="*/ 53958 h 93437"/>
                  <a:gd name="connsiteX145" fmla="*/ 469180 w 835430"/>
                  <a:gd name="connsiteY145" fmla="*/ 51041 h 93437"/>
                  <a:gd name="connsiteX146" fmla="*/ 479740 w 835430"/>
                  <a:gd name="connsiteY146" fmla="*/ 44896 h 93437"/>
                  <a:gd name="connsiteX147" fmla="*/ 488242 w 835430"/>
                  <a:gd name="connsiteY147" fmla="*/ 36146 h 93437"/>
                  <a:gd name="connsiteX148" fmla="*/ 492565 w 835430"/>
                  <a:gd name="connsiteY148" fmla="*/ 27604 h 93437"/>
                  <a:gd name="connsiteX149" fmla="*/ 494180 w 835430"/>
                  <a:gd name="connsiteY149" fmla="*/ 17396 h 93437"/>
                  <a:gd name="connsiteX150" fmla="*/ 494180 w 835430"/>
                  <a:gd name="connsiteY150" fmla="*/ 11771 h 93437"/>
                  <a:gd name="connsiteX151" fmla="*/ 475742 w 835430"/>
                  <a:gd name="connsiteY151" fmla="*/ 11771 h 93437"/>
                  <a:gd name="connsiteX152" fmla="*/ 97813 w 835430"/>
                  <a:gd name="connsiteY152" fmla="*/ 4062 h 93437"/>
                  <a:gd name="connsiteX153" fmla="*/ 137708 w 835430"/>
                  <a:gd name="connsiteY153" fmla="*/ 4062 h 93437"/>
                  <a:gd name="connsiteX154" fmla="*/ 139427 w 835430"/>
                  <a:gd name="connsiteY154" fmla="*/ 4531 h 93437"/>
                  <a:gd name="connsiteX155" fmla="*/ 139896 w 835430"/>
                  <a:gd name="connsiteY155" fmla="*/ 6250 h 93437"/>
                  <a:gd name="connsiteX156" fmla="*/ 139896 w 835430"/>
                  <a:gd name="connsiteY156" fmla="*/ 27187 h 93437"/>
                  <a:gd name="connsiteX157" fmla="*/ 139427 w 835430"/>
                  <a:gd name="connsiteY157" fmla="*/ 28906 h 93437"/>
                  <a:gd name="connsiteX158" fmla="*/ 137708 w 835430"/>
                  <a:gd name="connsiteY158" fmla="*/ 29375 h 93437"/>
                  <a:gd name="connsiteX159" fmla="*/ 105833 w 835430"/>
                  <a:gd name="connsiteY159" fmla="*/ 29375 h 93437"/>
                  <a:gd name="connsiteX160" fmla="*/ 105833 w 835430"/>
                  <a:gd name="connsiteY160" fmla="*/ 41041 h 93437"/>
                  <a:gd name="connsiteX161" fmla="*/ 115938 w 835430"/>
                  <a:gd name="connsiteY161" fmla="*/ 41041 h 93437"/>
                  <a:gd name="connsiteX162" fmla="*/ 127240 w 835430"/>
                  <a:gd name="connsiteY162" fmla="*/ 40781 h 93437"/>
                  <a:gd name="connsiteX163" fmla="*/ 138125 w 835430"/>
                  <a:gd name="connsiteY163" fmla="*/ 40104 h 93437"/>
                  <a:gd name="connsiteX164" fmla="*/ 147448 w 835430"/>
                  <a:gd name="connsiteY164" fmla="*/ 39063 h 93437"/>
                  <a:gd name="connsiteX165" fmla="*/ 154479 w 835430"/>
                  <a:gd name="connsiteY165" fmla="*/ 37917 h 93437"/>
                  <a:gd name="connsiteX166" fmla="*/ 154479 w 835430"/>
                  <a:gd name="connsiteY166" fmla="*/ 44687 h 93437"/>
                  <a:gd name="connsiteX167" fmla="*/ 146875 w 835430"/>
                  <a:gd name="connsiteY167" fmla="*/ 45937 h 93437"/>
                  <a:gd name="connsiteX168" fmla="*/ 136875 w 835430"/>
                  <a:gd name="connsiteY168" fmla="*/ 47083 h 93437"/>
                  <a:gd name="connsiteX169" fmla="*/ 125208 w 835430"/>
                  <a:gd name="connsiteY169" fmla="*/ 47917 h 93437"/>
                  <a:gd name="connsiteX170" fmla="*/ 113021 w 835430"/>
                  <a:gd name="connsiteY170" fmla="*/ 48229 h 93437"/>
                  <a:gd name="connsiteX171" fmla="*/ 100000 w 835430"/>
                  <a:gd name="connsiteY171" fmla="*/ 48229 h 93437"/>
                  <a:gd name="connsiteX172" fmla="*/ 98281 w 835430"/>
                  <a:gd name="connsiteY172" fmla="*/ 47760 h 93437"/>
                  <a:gd name="connsiteX173" fmla="*/ 97813 w 835430"/>
                  <a:gd name="connsiteY173" fmla="*/ 46041 h 93437"/>
                  <a:gd name="connsiteX174" fmla="*/ 97813 w 835430"/>
                  <a:gd name="connsiteY174" fmla="*/ 24792 h 93437"/>
                  <a:gd name="connsiteX175" fmla="*/ 98281 w 835430"/>
                  <a:gd name="connsiteY175" fmla="*/ 23073 h 93437"/>
                  <a:gd name="connsiteX176" fmla="*/ 100000 w 835430"/>
                  <a:gd name="connsiteY176" fmla="*/ 22604 h 93437"/>
                  <a:gd name="connsiteX177" fmla="*/ 131875 w 835430"/>
                  <a:gd name="connsiteY177" fmla="*/ 22604 h 93437"/>
                  <a:gd name="connsiteX178" fmla="*/ 131875 w 835430"/>
                  <a:gd name="connsiteY178" fmla="*/ 11042 h 93437"/>
                  <a:gd name="connsiteX179" fmla="*/ 97813 w 835430"/>
                  <a:gd name="connsiteY179" fmla="*/ 11042 h 93437"/>
                  <a:gd name="connsiteX180" fmla="*/ 673763 w 835430"/>
                  <a:gd name="connsiteY180" fmla="*/ 3854 h 93437"/>
                  <a:gd name="connsiteX181" fmla="*/ 736368 w 835430"/>
                  <a:gd name="connsiteY181" fmla="*/ 3854 h 93437"/>
                  <a:gd name="connsiteX182" fmla="*/ 738073 w 835430"/>
                  <a:gd name="connsiteY182" fmla="*/ 4323 h 93437"/>
                  <a:gd name="connsiteX183" fmla="*/ 738555 w 835430"/>
                  <a:gd name="connsiteY183" fmla="*/ 6042 h 93437"/>
                  <a:gd name="connsiteX184" fmla="*/ 737722 w 835430"/>
                  <a:gd name="connsiteY184" fmla="*/ 15573 h 93437"/>
                  <a:gd name="connsiteX185" fmla="*/ 736563 w 835430"/>
                  <a:gd name="connsiteY185" fmla="*/ 26042 h 93437"/>
                  <a:gd name="connsiteX186" fmla="*/ 735157 w 835430"/>
                  <a:gd name="connsiteY186" fmla="*/ 36198 h 93437"/>
                  <a:gd name="connsiteX187" fmla="*/ 733646 w 835430"/>
                  <a:gd name="connsiteY187" fmla="*/ 44896 h 93437"/>
                  <a:gd name="connsiteX188" fmla="*/ 748659 w 835430"/>
                  <a:gd name="connsiteY188" fmla="*/ 44896 h 93437"/>
                  <a:gd name="connsiteX189" fmla="*/ 748659 w 835430"/>
                  <a:gd name="connsiteY189" fmla="*/ 51979 h 93437"/>
                  <a:gd name="connsiteX190" fmla="*/ 709597 w 835430"/>
                  <a:gd name="connsiteY190" fmla="*/ 51979 h 93437"/>
                  <a:gd name="connsiteX191" fmla="*/ 709597 w 835430"/>
                  <a:gd name="connsiteY191" fmla="*/ 92917 h 93437"/>
                  <a:gd name="connsiteX192" fmla="*/ 701263 w 835430"/>
                  <a:gd name="connsiteY192" fmla="*/ 92917 h 93437"/>
                  <a:gd name="connsiteX193" fmla="*/ 701263 w 835430"/>
                  <a:gd name="connsiteY193" fmla="*/ 51979 h 93437"/>
                  <a:gd name="connsiteX194" fmla="*/ 663854 w 835430"/>
                  <a:gd name="connsiteY194" fmla="*/ 51979 h 93437"/>
                  <a:gd name="connsiteX195" fmla="*/ 663854 w 835430"/>
                  <a:gd name="connsiteY195" fmla="*/ 44896 h 93437"/>
                  <a:gd name="connsiteX196" fmla="*/ 725430 w 835430"/>
                  <a:gd name="connsiteY196" fmla="*/ 44896 h 93437"/>
                  <a:gd name="connsiteX197" fmla="*/ 726888 w 835430"/>
                  <a:gd name="connsiteY197" fmla="*/ 36823 h 93437"/>
                  <a:gd name="connsiteX198" fmla="*/ 728229 w 835430"/>
                  <a:gd name="connsiteY198" fmla="*/ 28021 h 93437"/>
                  <a:gd name="connsiteX199" fmla="*/ 729232 w 835430"/>
                  <a:gd name="connsiteY199" fmla="*/ 19166 h 93437"/>
                  <a:gd name="connsiteX200" fmla="*/ 729909 w 835430"/>
                  <a:gd name="connsiteY200" fmla="*/ 10937 h 93437"/>
                  <a:gd name="connsiteX201" fmla="*/ 673763 w 835430"/>
                  <a:gd name="connsiteY201" fmla="*/ 10937 h 93437"/>
                  <a:gd name="connsiteX202" fmla="*/ 9909 w 835430"/>
                  <a:gd name="connsiteY202" fmla="*/ 3229 h 93437"/>
                  <a:gd name="connsiteX203" fmla="*/ 72708 w 835430"/>
                  <a:gd name="connsiteY203" fmla="*/ 3229 h 93437"/>
                  <a:gd name="connsiteX204" fmla="*/ 74427 w 835430"/>
                  <a:gd name="connsiteY204" fmla="*/ 3698 h 93437"/>
                  <a:gd name="connsiteX205" fmla="*/ 74896 w 835430"/>
                  <a:gd name="connsiteY205" fmla="*/ 5416 h 93437"/>
                  <a:gd name="connsiteX206" fmla="*/ 74219 w 835430"/>
                  <a:gd name="connsiteY206" fmla="*/ 12760 h 93437"/>
                  <a:gd name="connsiteX207" fmla="*/ 73229 w 835430"/>
                  <a:gd name="connsiteY207" fmla="*/ 21042 h 93437"/>
                  <a:gd name="connsiteX208" fmla="*/ 71940 w 835430"/>
                  <a:gd name="connsiteY208" fmla="*/ 29323 h 93437"/>
                  <a:gd name="connsiteX209" fmla="*/ 70625 w 835430"/>
                  <a:gd name="connsiteY209" fmla="*/ 36771 h 93437"/>
                  <a:gd name="connsiteX210" fmla="*/ 84479 w 835430"/>
                  <a:gd name="connsiteY210" fmla="*/ 36771 h 93437"/>
                  <a:gd name="connsiteX211" fmla="*/ 84479 w 835430"/>
                  <a:gd name="connsiteY211" fmla="*/ 43854 h 93437"/>
                  <a:gd name="connsiteX212" fmla="*/ 45104 w 835430"/>
                  <a:gd name="connsiteY212" fmla="*/ 43854 h 93437"/>
                  <a:gd name="connsiteX213" fmla="*/ 45104 w 835430"/>
                  <a:gd name="connsiteY213" fmla="*/ 61146 h 93437"/>
                  <a:gd name="connsiteX214" fmla="*/ 71042 w 835430"/>
                  <a:gd name="connsiteY214" fmla="*/ 61146 h 93437"/>
                  <a:gd name="connsiteX215" fmla="*/ 72760 w 835430"/>
                  <a:gd name="connsiteY215" fmla="*/ 61615 h 93437"/>
                  <a:gd name="connsiteX216" fmla="*/ 73229 w 835430"/>
                  <a:gd name="connsiteY216" fmla="*/ 63333 h 93437"/>
                  <a:gd name="connsiteX217" fmla="*/ 73229 w 835430"/>
                  <a:gd name="connsiteY217" fmla="*/ 93437 h 93437"/>
                  <a:gd name="connsiteX218" fmla="*/ 64792 w 835430"/>
                  <a:gd name="connsiteY218" fmla="*/ 93437 h 93437"/>
                  <a:gd name="connsiteX219" fmla="*/ 64792 w 835430"/>
                  <a:gd name="connsiteY219" fmla="*/ 68333 h 93437"/>
                  <a:gd name="connsiteX220" fmla="*/ 10000 w 835430"/>
                  <a:gd name="connsiteY220" fmla="*/ 68333 h 93437"/>
                  <a:gd name="connsiteX221" fmla="*/ 10000 w 835430"/>
                  <a:gd name="connsiteY221" fmla="*/ 61146 h 93437"/>
                  <a:gd name="connsiteX222" fmla="*/ 36667 w 835430"/>
                  <a:gd name="connsiteY222" fmla="*/ 61146 h 93437"/>
                  <a:gd name="connsiteX223" fmla="*/ 36667 w 835430"/>
                  <a:gd name="connsiteY223" fmla="*/ 43854 h 93437"/>
                  <a:gd name="connsiteX224" fmla="*/ 0 w 835430"/>
                  <a:gd name="connsiteY224" fmla="*/ 43854 h 93437"/>
                  <a:gd name="connsiteX225" fmla="*/ 0 w 835430"/>
                  <a:gd name="connsiteY225" fmla="*/ 36771 h 93437"/>
                  <a:gd name="connsiteX226" fmla="*/ 62813 w 835430"/>
                  <a:gd name="connsiteY226" fmla="*/ 36771 h 93437"/>
                  <a:gd name="connsiteX227" fmla="*/ 63906 w 835430"/>
                  <a:gd name="connsiteY227" fmla="*/ 30365 h 93437"/>
                  <a:gd name="connsiteX228" fmla="*/ 65000 w 835430"/>
                  <a:gd name="connsiteY228" fmla="*/ 23125 h 93437"/>
                  <a:gd name="connsiteX229" fmla="*/ 65833 w 835430"/>
                  <a:gd name="connsiteY229" fmla="*/ 16198 h 93437"/>
                  <a:gd name="connsiteX230" fmla="*/ 66354 w 835430"/>
                  <a:gd name="connsiteY230" fmla="*/ 10312 h 93437"/>
                  <a:gd name="connsiteX231" fmla="*/ 9909 w 835430"/>
                  <a:gd name="connsiteY231" fmla="*/ 10312 h 93437"/>
                  <a:gd name="connsiteX232" fmla="*/ 292722 w 835430"/>
                  <a:gd name="connsiteY232" fmla="*/ 3125 h 93437"/>
                  <a:gd name="connsiteX233" fmla="*/ 300834 w 835430"/>
                  <a:gd name="connsiteY233" fmla="*/ 3125 h 93437"/>
                  <a:gd name="connsiteX234" fmla="*/ 300834 w 835430"/>
                  <a:gd name="connsiteY234" fmla="*/ 41354 h 93437"/>
                  <a:gd name="connsiteX235" fmla="*/ 310104 w 835430"/>
                  <a:gd name="connsiteY235" fmla="*/ 41354 h 93437"/>
                  <a:gd name="connsiteX236" fmla="*/ 320899 w 835430"/>
                  <a:gd name="connsiteY236" fmla="*/ 41041 h 93437"/>
                  <a:gd name="connsiteX237" fmla="*/ 331784 w 835430"/>
                  <a:gd name="connsiteY237" fmla="*/ 40208 h 93437"/>
                  <a:gd name="connsiteX238" fmla="*/ 341250 w 835430"/>
                  <a:gd name="connsiteY238" fmla="*/ 39115 h 93437"/>
                  <a:gd name="connsiteX239" fmla="*/ 347722 w 835430"/>
                  <a:gd name="connsiteY239" fmla="*/ 37917 h 93437"/>
                  <a:gd name="connsiteX240" fmla="*/ 347722 w 835430"/>
                  <a:gd name="connsiteY240" fmla="*/ 44896 h 93437"/>
                  <a:gd name="connsiteX241" fmla="*/ 341055 w 835430"/>
                  <a:gd name="connsiteY241" fmla="*/ 46250 h 93437"/>
                  <a:gd name="connsiteX242" fmla="*/ 331563 w 835430"/>
                  <a:gd name="connsiteY242" fmla="*/ 47500 h 93437"/>
                  <a:gd name="connsiteX243" fmla="*/ 320482 w 835430"/>
                  <a:gd name="connsiteY243" fmla="*/ 48385 h 93437"/>
                  <a:gd name="connsiteX244" fmla="*/ 308659 w 835430"/>
                  <a:gd name="connsiteY244" fmla="*/ 48750 h 93437"/>
                  <a:gd name="connsiteX245" fmla="*/ 294909 w 835430"/>
                  <a:gd name="connsiteY245" fmla="*/ 48750 h 93437"/>
                  <a:gd name="connsiteX246" fmla="*/ 293177 w 835430"/>
                  <a:gd name="connsiteY246" fmla="*/ 48281 h 93437"/>
                  <a:gd name="connsiteX247" fmla="*/ 292722 w 835430"/>
                  <a:gd name="connsiteY247" fmla="*/ 46562 h 93437"/>
                  <a:gd name="connsiteX248" fmla="*/ 404492 w 835430"/>
                  <a:gd name="connsiteY248" fmla="*/ 1667 h 93437"/>
                  <a:gd name="connsiteX249" fmla="*/ 414232 w 835430"/>
                  <a:gd name="connsiteY249" fmla="*/ 3646 h 93437"/>
                  <a:gd name="connsiteX250" fmla="*/ 421875 w 835430"/>
                  <a:gd name="connsiteY250" fmla="*/ 8958 h 93437"/>
                  <a:gd name="connsiteX251" fmla="*/ 426927 w 835430"/>
                  <a:gd name="connsiteY251" fmla="*/ 16875 h 93437"/>
                  <a:gd name="connsiteX252" fmla="*/ 428750 w 835430"/>
                  <a:gd name="connsiteY252" fmla="*/ 26458 h 93437"/>
                  <a:gd name="connsiteX253" fmla="*/ 426927 w 835430"/>
                  <a:gd name="connsiteY253" fmla="*/ 36041 h 93437"/>
                  <a:gd name="connsiteX254" fmla="*/ 421875 w 835430"/>
                  <a:gd name="connsiteY254" fmla="*/ 43854 h 93437"/>
                  <a:gd name="connsiteX255" fmla="*/ 414232 w 835430"/>
                  <a:gd name="connsiteY255" fmla="*/ 49219 h 93437"/>
                  <a:gd name="connsiteX256" fmla="*/ 404492 w 835430"/>
                  <a:gd name="connsiteY256" fmla="*/ 51146 h 93437"/>
                  <a:gd name="connsiteX257" fmla="*/ 394584 w 835430"/>
                  <a:gd name="connsiteY257" fmla="*/ 49219 h 93437"/>
                  <a:gd name="connsiteX258" fmla="*/ 386875 w 835430"/>
                  <a:gd name="connsiteY258" fmla="*/ 43854 h 93437"/>
                  <a:gd name="connsiteX259" fmla="*/ 381875 w 835430"/>
                  <a:gd name="connsiteY259" fmla="*/ 36041 h 93437"/>
                  <a:gd name="connsiteX260" fmla="*/ 380117 w 835430"/>
                  <a:gd name="connsiteY260" fmla="*/ 26458 h 93437"/>
                  <a:gd name="connsiteX261" fmla="*/ 381875 w 835430"/>
                  <a:gd name="connsiteY261" fmla="*/ 16875 h 93437"/>
                  <a:gd name="connsiteX262" fmla="*/ 386875 w 835430"/>
                  <a:gd name="connsiteY262" fmla="*/ 8958 h 93437"/>
                  <a:gd name="connsiteX263" fmla="*/ 394584 w 835430"/>
                  <a:gd name="connsiteY263" fmla="*/ 3646 h 93437"/>
                  <a:gd name="connsiteX264" fmla="*/ 404492 w 835430"/>
                  <a:gd name="connsiteY264" fmla="*/ 1667 h 93437"/>
                  <a:gd name="connsiteX265" fmla="*/ 825430 w 835430"/>
                  <a:gd name="connsiteY265" fmla="*/ 625 h 93437"/>
                  <a:gd name="connsiteX266" fmla="*/ 833451 w 835430"/>
                  <a:gd name="connsiteY266" fmla="*/ 625 h 93437"/>
                  <a:gd name="connsiteX267" fmla="*/ 833451 w 835430"/>
                  <a:gd name="connsiteY267" fmla="*/ 70938 h 93437"/>
                  <a:gd name="connsiteX268" fmla="*/ 825430 w 835430"/>
                  <a:gd name="connsiteY268" fmla="*/ 70938 h 93437"/>
                  <a:gd name="connsiteX269" fmla="*/ 825430 w 835430"/>
                  <a:gd name="connsiteY269" fmla="*/ 61979 h 93437"/>
                  <a:gd name="connsiteX270" fmla="*/ 803555 w 835430"/>
                  <a:gd name="connsiteY270" fmla="*/ 61979 h 93437"/>
                  <a:gd name="connsiteX271" fmla="*/ 803555 w 835430"/>
                  <a:gd name="connsiteY271" fmla="*/ 55312 h 93437"/>
                  <a:gd name="connsiteX272" fmla="*/ 825430 w 835430"/>
                  <a:gd name="connsiteY272" fmla="*/ 55312 h 93437"/>
                  <a:gd name="connsiteX273" fmla="*/ 641771 w 835430"/>
                  <a:gd name="connsiteY273" fmla="*/ 521 h 93437"/>
                  <a:gd name="connsiteX274" fmla="*/ 649909 w 835430"/>
                  <a:gd name="connsiteY274" fmla="*/ 521 h 93437"/>
                  <a:gd name="connsiteX275" fmla="*/ 649909 w 835430"/>
                  <a:gd name="connsiteY275" fmla="*/ 68333 h 93437"/>
                  <a:gd name="connsiteX276" fmla="*/ 641771 w 835430"/>
                  <a:gd name="connsiteY276" fmla="*/ 68333 h 93437"/>
                  <a:gd name="connsiteX277" fmla="*/ 641771 w 835430"/>
                  <a:gd name="connsiteY277" fmla="*/ 39688 h 93437"/>
                  <a:gd name="connsiteX278" fmla="*/ 621159 w 835430"/>
                  <a:gd name="connsiteY278" fmla="*/ 39688 h 93437"/>
                  <a:gd name="connsiteX279" fmla="*/ 612670 w 835430"/>
                  <a:gd name="connsiteY279" fmla="*/ 47865 h 93437"/>
                  <a:gd name="connsiteX280" fmla="*/ 600534 w 835430"/>
                  <a:gd name="connsiteY280" fmla="*/ 50937 h 93437"/>
                  <a:gd name="connsiteX281" fmla="*/ 590625 w 835430"/>
                  <a:gd name="connsiteY281" fmla="*/ 49010 h 93437"/>
                  <a:gd name="connsiteX282" fmla="*/ 583034 w 835430"/>
                  <a:gd name="connsiteY282" fmla="*/ 43646 h 93437"/>
                  <a:gd name="connsiteX283" fmla="*/ 578034 w 835430"/>
                  <a:gd name="connsiteY283" fmla="*/ 35833 h 93437"/>
                  <a:gd name="connsiteX284" fmla="*/ 576263 w 835430"/>
                  <a:gd name="connsiteY284" fmla="*/ 26250 h 93437"/>
                  <a:gd name="connsiteX285" fmla="*/ 578034 w 835430"/>
                  <a:gd name="connsiteY285" fmla="*/ 16667 h 93437"/>
                  <a:gd name="connsiteX286" fmla="*/ 583034 w 835430"/>
                  <a:gd name="connsiteY286" fmla="*/ 8750 h 93437"/>
                  <a:gd name="connsiteX287" fmla="*/ 590625 w 835430"/>
                  <a:gd name="connsiteY287" fmla="*/ 3437 h 93437"/>
                  <a:gd name="connsiteX288" fmla="*/ 600534 w 835430"/>
                  <a:gd name="connsiteY288" fmla="*/ 1458 h 93437"/>
                  <a:gd name="connsiteX289" fmla="*/ 611875 w 835430"/>
                  <a:gd name="connsiteY289" fmla="*/ 4166 h 93437"/>
                  <a:gd name="connsiteX290" fmla="*/ 620209 w 835430"/>
                  <a:gd name="connsiteY290" fmla="*/ 11354 h 93437"/>
                  <a:gd name="connsiteX291" fmla="*/ 641771 w 835430"/>
                  <a:gd name="connsiteY291" fmla="*/ 11354 h 93437"/>
                  <a:gd name="connsiteX292" fmla="*/ 538972 w 835430"/>
                  <a:gd name="connsiteY292" fmla="*/ 521 h 93437"/>
                  <a:gd name="connsiteX293" fmla="*/ 547084 w 835430"/>
                  <a:gd name="connsiteY293" fmla="*/ 521 h 93437"/>
                  <a:gd name="connsiteX294" fmla="*/ 547084 w 835430"/>
                  <a:gd name="connsiteY294" fmla="*/ 68229 h 93437"/>
                  <a:gd name="connsiteX295" fmla="*/ 538972 w 835430"/>
                  <a:gd name="connsiteY295" fmla="*/ 68229 h 93437"/>
                  <a:gd name="connsiteX296" fmla="*/ 538972 w 835430"/>
                  <a:gd name="connsiteY296" fmla="*/ 29583 h 93437"/>
                  <a:gd name="connsiteX297" fmla="*/ 519688 w 835430"/>
                  <a:gd name="connsiteY297" fmla="*/ 29583 h 93437"/>
                  <a:gd name="connsiteX298" fmla="*/ 519688 w 835430"/>
                  <a:gd name="connsiteY298" fmla="*/ 22291 h 93437"/>
                  <a:gd name="connsiteX299" fmla="*/ 538972 w 835430"/>
                  <a:gd name="connsiteY299" fmla="*/ 22291 h 93437"/>
                  <a:gd name="connsiteX300" fmla="*/ 443229 w 835430"/>
                  <a:gd name="connsiteY300" fmla="*/ 521 h 93437"/>
                  <a:gd name="connsiteX301" fmla="*/ 451250 w 835430"/>
                  <a:gd name="connsiteY301" fmla="*/ 521 h 93437"/>
                  <a:gd name="connsiteX302" fmla="*/ 451250 w 835430"/>
                  <a:gd name="connsiteY302" fmla="*/ 23333 h 93437"/>
                  <a:gd name="connsiteX303" fmla="*/ 463959 w 835430"/>
                  <a:gd name="connsiteY303" fmla="*/ 23333 h 93437"/>
                  <a:gd name="connsiteX304" fmla="*/ 463959 w 835430"/>
                  <a:gd name="connsiteY304" fmla="*/ 30625 h 93437"/>
                  <a:gd name="connsiteX305" fmla="*/ 451250 w 835430"/>
                  <a:gd name="connsiteY305" fmla="*/ 30625 h 93437"/>
                  <a:gd name="connsiteX306" fmla="*/ 451250 w 835430"/>
                  <a:gd name="connsiteY306" fmla="*/ 68437 h 93437"/>
                  <a:gd name="connsiteX307" fmla="*/ 443229 w 835430"/>
                  <a:gd name="connsiteY307" fmla="*/ 68437 h 93437"/>
                  <a:gd name="connsiteX308" fmla="*/ 352188 w 835430"/>
                  <a:gd name="connsiteY308" fmla="*/ 521 h 93437"/>
                  <a:gd name="connsiteX309" fmla="*/ 360326 w 835430"/>
                  <a:gd name="connsiteY309" fmla="*/ 521 h 93437"/>
                  <a:gd name="connsiteX310" fmla="*/ 360326 w 835430"/>
                  <a:gd name="connsiteY310" fmla="*/ 23333 h 93437"/>
                  <a:gd name="connsiteX311" fmla="*/ 372930 w 835430"/>
                  <a:gd name="connsiteY311" fmla="*/ 23333 h 93437"/>
                  <a:gd name="connsiteX312" fmla="*/ 372930 w 835430"/>
                  <a:gd name="connsiteY312" fmla="*/ 30521 h 93437"/>
                  <a:gd name="connsiteX313" fmla="*/ 360326 w 835430"/>
                  <a:gd name="connsiteY313" fmla="*/ 30521 h 93437"/>
                  <a:gd name="connsiteX314" fmla="*/ 360326 w 835430"/>
                  <a:gd name="connsiteY314" fmla="*/ 67917 h 93437"/>
                  <a:gd name="connsiteX315" fmla="*/ 352188 w 835430"/>
                  <a:gd name="connsiteY315" fmla="*/ 67917 h 93437"/>
                  <a:gd name="connsiteX316" fmla="*/ 267917 w 835430"/>
                  <a:gd name="connsiteY316" fmla="*/ 521 h 93437"/>
                  <a:gd name="connsiteX317" fmla="*/ 275833 w 835430"/>
                  <a:gd name="connsiteY317" fmla="*/ 521 h 93437"/>
                  <a:gd name="connsiteX318" fmla="*/ 275833 w 835430"/>
                  <a:gd name="connsiteY318" fmla="*/ 92812 h 93437"/>
                  <a:gd name="connsiteX319" fmla="*/ 267917 w 835430"/>
                  <a:gd name="connsiteY319" fmla="*/ 92812 h 93437"/>
                  <a:gd name="connsiteX320" fmla="*/ 267917 w 835430"/>
                  <a:gd name="connsiteY320" fmla="*/ 41979 h 93437"/>
                  <a:gd name="connsiteX321" fmla="*/ 256042 w 835430"/>
                  <a:gd name="connsiteY321" fmla="*/ 41979 h 93437"/>
                  <a:gd name="connsiteX322" fmla="*/ 256042 w 835430"/>
                  <a:gd name="connsiteY322" fmla="*/ 88437 h 93437"/>
                  <a:gd name="connsiteX323" fmla="*/ 248021 w 835430"/>
                  <a:gd name="connsiteY323" fmla="*/ 88437 h 93437"/>
                  <a:gd name="connsiteX324" fmla="*/ 248021 w 835430"/>
                  <a:gd name="connsiteY324" fmla="*/ 2083 h 93437"/>
                  <a:gd name="connsiteX325" fmla="*/ 256042 w 835430"/>
                  <a:gd name="connsiteY325" fmla="*/ 2083 h 93437"/>
                  <a:gd name="connsiteX326" fmla="*/ 256042 w 835430"/>
                  <a:gd name="connsiteY326" fmla="*/ 34062 h 93437"/>
                  <a:gd name="connsiteX327" fmla="*/ 267917 w 835430"/>
                  <a:gd name="connsiteY327" fmla="*/ 34062 h 93437"/>
                  <a:gd name="connsiteX328" fmla="*/ 159479 w 835430"/>
                  <a:gd name="connsiteY328" fmla="*/ 521 h 93437"/>
                  <a:gd name="connsiteX329" fmla="*/ 167604 w 835430"/>
                  <a:gd name="connsiteY329" fmla="*/ 521 h 93437"/>
                  <a:gd name="connsiteX330" fmla="*/ 167604 w 835430"/>
                  <a:gd name="connsiteY330" fmla="*/ 50729 h 93437"/>
                  <a:gd name="connsiteX331" fmla="*/ 159479 w 835430"/>
                  <a:gd name="connsiteY331" fmla="*/ 50729 h 93437"/>
                  <a:gd name="connsiteX332" fmla="*/ 787917 w 835430"/>
                  <a:gd name="connsiteY332" fmla="*/ 0 h 93437"/>
                  <a:gd name="connsiteX333" fmla="*/ 805013 w 835430"/>
                  <a:gd name="connsiteY333" fmla="*/ 5104 h 93437"/>
                  <a:gd name="connsiteX334" fmla="*/ 810951 w 835430"/>
                  <a:gd name="connsiteY334" fmla="*/ 17708 h 93437"/>
                  <a:gd name="connsiteX335" fmla="*/ 804948 w 835430"/>
                  <a:gd name="connsiteY335" fmla="*/ 30208 h 93437"/>
                  <a:gd name="connsiteX336" fmla="*/ 787917 w 835430"/>
                  <a:gd name="connsiteY336" fmla="*/ 34896 h 93437"/>
                  <a:gd name="connsiteX337" fmla="*/ 770938 w 835430"/>
                  <a:gd name="connsiteY337" fmla="*/ 30052 h 93437"/>
                  <a:gd name="connsiteX338" fmla="*/ 765118 w 835430"/>
                  <a:gd name="connsiteY338" fmla="*/ 17708 h 93437"/>
                  <a:gd name="connsiteX339" fmla="*/ 770899 w 835430"/>
                  <a:gd name="connsiteY339" fmla="*/ 5260 h 93437"/>
                  <a:gd name="connsiteX340" fmla="*/ 787917 w 835430"/>
                  <a:gd name="connsiteY340" fmla="*/ 0 h 9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</a:cxnLst>
                <a:rect l="l" t="t" r="r" b="b"/>
                <a:pathLst>
                  <a:path w="835430" h="93437">
                    <a:moveTo>
                      <a:pt x="116146" y="72500"/>
                    </a:moveTo>
                    <a:lnTo>
                      <a:pt x="116146" y="85104"/>
                    </a:lnTo>
                    <a:lnTo>
                      <a:pt x="159375" y="85104"/>
                    </a:lnTo>
                    <a:lnTo>
                      <a:pt x="159375" y="72500"/>
                    </a:lnTo>
                    <a:close/>
                    <a:moveTo>
                      <a:pt x="773034" y="67708"/>
                    </a:moveTo>
                    <a:lnTo>
                      <a:pt x="781576" y="67708"/>
                    </a:lnTo>
                    <a:lnTo>
                      <a:pt x="781576" y="83854"/>
                    </a:lnTo>
                    <a:lnTo>
                      <a:pt x="835430" y="83854"/>
                    </a:lnTo>
                    <a:lnTo>
                      <a:pt x="835430" y="90937"/>
                    </a:lnTo>
                    <a:lnTo>
                      <a:pt x="775222" y="90937"/>
                    </a:lnTo>
                    <a:cubicBezTo>
                      <a:pt x="774388" y="90937"/>
                      <a:pt x="773802" y="90781"/>
                      <a:pt x="773490" y="90469"/>
                    </a:cubicBezTo>
                    <a:cubicBezTo>
                      <a:pt x="773190" y="90156"/>
                      <a:pt x="773034" y="89583"/>
                      <a:pt x="773034" y="88750"/>
                    </a:cubicBezTo>
                    <a:close/>
                    <a:moveTo>
                      <a:pt x="487396" y="61354"/>
                    </a:moveTo>
                    <a:lnTo>
                      <a:pt x="495834" y="61354"/>
                    </a:lnTo>
                    <a:lnTo>
                      <a:pt x="495834" y="83854"/>
                    </a:lnTo>
                    <a:lnTo>
                      <a:pt x="549701" y="83854"/>
                    </a:lnTo>
                    <a:lnTo>
                      <a:pt x="549701" y="90937"/>
                    </a:lnTo>
                    <a:lnTo>
                      <a:pt x="489583" y="90937"/>
                    </a:lnTo>
                    <a:cubicBezTo>
                      <a:pt x="488763" y="90937"/>
                      <a:pt x="488177" y="90781"/>
                      <a:pt x="487865" y="90469"/>
                    </a:cubicBezTo>
                    <a:cubicBezTo>
                      <a:pt x="487565" y="90156"/>
                      <a:pt x="487396" y="89583"/>
                      <a:pt x="487396" y="88750"/>
                    </a:cubicBezTo>
                    <a:close/>
                    <a:moveTo>
                      <a:pt x="393242" y="60937"/>
                    </a:moveTo>
                    <a:lnTo>
                      <a:pt x="401576" y="60937"/>
                    </a:lnTo>
                    <a:lnTo>
                      <a:pt x="401576" y="83854"/>
                    </a:lnTo>
                    <a:lnTo>
                      <a:pt x="454284" y="83854"/>
                    </a:lnTo>
                    <a:lnTo>
                      <a:pt x="454284" y="90937"/>
                    </a:lnTo>
                    <a:lnTo>
                      <a:pt x="395430" y="90937"/>
                    </a:lnTo>
                    <a:cubicBezTo>
                      <a:pt x="394584" y="90937"/>
                      <a:pt x="394024" y="90781"/>
                      <a:pt x="393698" y="90469"/>
                    </a:cubicBezTo>
                    <a:cubicBezTo>
                      <a:pt x="393386" y="90156"/>
                      <a:pt x="393242" y="89583"/>
                      <a:pt x="393242" y="88750"/>
                    </a:cubicBezTo>
                    <a:close/>
                    <a:moveTo>
                      <a:pt x="590013" y="60833"/>
                    </a:moveTo>
                    <a:lnTo>
                      <a:pt x="598438" y="60833"/>
                    </a:lnTo>
                    <a:lnTo>
                      <a:pt x="598438" y="83854"/>
                    </a:lnTo>
                    <a:lnTo>
                      <a:pt x="652409" y="83854"/>
                    </a:lnTo>
                    <a:lnTo>
                      <a:pt x="652409" y="90937"/>
                    </a:lnTo>
                    <a:lnTo>
                      <a:pt x="592201" y="90937"/>
                    </a:lnTo>
                    <a:cubicBezTo>
                      <a:pt x="591355" y="90937"/>
                      <a:pt x="590782" y="90781"/>
                      <a:pt x="590469" y="90469"/>
                    </a:cubicBezTo>
                    <a:cubicBezTo>
                      <a:pt x="590157" y="90156"/>
                      <a:pt x="590013" y="89583"/>
                      <a:pt x="590013" y="88750"/>
                    </a:cubicBezTo>
                    <a:close/>
                    <a:moveTo>
                      <a:pt x="302292" y="59583"/>
                    </a:moveTo>
                    <a:lnTo>
                      <a:pt x="310625" y="59583"/>
                    </a:lnTo>
                    <a:lnTo>
                      <a:pt x="310625" y="83854"/>
                    </a:lnTo>
                    <a:lnTo>
                      <a:pt x="363438" y="83854"/>
                    </a:lnTo>
                    <a:lnTo>
                      <a:pt x="363438" y="90937"/>
                    </a:lnTo>
                    <a:lnTo>
                      <a:pt x="304479" y="90937"/>
                    </a:lnTo>
                    <a:cubicBezTo>
                      <a:pt x="303646" y="90937"/>
                      <a:pt x="303086" y="90781"/>
                      <a:pt x="302761" y="90469"/>
                    </a:cubicBezTo>
                    <a:cubicBezTo>
                      <a:pt x="302461" y="90156"/>
                      <a:pt x="302292" y="89583"/>
                      <a:pt x="302292" y="88750"/>
                    </a:cubicBezTo>
                    <a:close/>
                    <a:moveTo>
                      <a:pt x="159375" y="55625"/>
                    </a:moveTo>
                    <a:lnTo>
                      <a:pt x="167604" y="55625"/>
                    </a:lnTo>
                    <a:lnTo>
                      <a:pt x="167604" y="89688"/>
                    </a:lnTo>
                    <a:cubicBezTo>
                      <a:pt x="167604" y="90521"/>
                      <a:pt x="167448" y="91094"/>
                      <a:pt x="167135" y="91406"/>
                    </a:cubicBezTo>
                    <a:cubicBezTo>
                      <a:pt x="166836" y="91718"/>
                      <a:pt x="166250" y="91875"/>
                      <a:pt x="165430" y="91875"/>
                    </a:cubicBezTo>
                    <a:lnTo>
                      <a:pt x="110000" y="91875"/>
                    </a:lnTo>
                    <a:cubicBezTo>
                      <a:pt x="109180" y="91875"/>
                      <a:pt x="108594" y="91718"/>
                      <a:pt x="108281" y="91406"/>
                    </a:cubicBezTo>
                    <a:cubicBezTo>
                      <a:pt x="107969" y="91094"/>
                      <a:pt x="107813" y="90521"/>
                      <a:pt x="107813" y="89688"/>
                    </a:cubicBezTo>
                    <a:lnTo>
                      <a:pt x="107813" y="56146"/>
                    </a:lnTo>
                    <a:lnTo>
                      <a:pt x="116146" y="56146"/>
                    </a:lnTo>
                    <a:lnTo>
                      <a:pt x="116146" y="65833"/>
                    </a:lnTo>
                    <a:lnTo>
                      <a:pt x="159375" y="65833"/>
                    </a:lnTo>
                    <a:close/>
                    <a:moveTo>
                      <a:pt x="821563" y="38542"/>
                    </a:moveTo>
                    <a:lnTo>
                      <a:pt x="821563" y="45521"/>
                    </a:lnTo>
                    <a:cubicBezTo>
                      <a:pt x="819701" y="45872"/>
                      <a:pt x="817422" y="46185"/>
                      <a:pt x="814740" y="46458"/>
                    </a:cubicBezTo>
                    <a:cubicBezTo>
                      <a:pt x="812071" y="46732"/>
                      <a:pt x="809206" y="46979"/>
                      <a:pt x="806159" y="47187"/>
                    </a:cubicBezTo>
                    <a:cubicBezTo>
                      <a:pt x="803099" y="47396"/>
                      <a:pt x="799935" y="47565"/>
                      <a:pt x="796667" y="47708"/>
                    </a:cubicBezTo>
                    <a:cubicBezTo>
                      <a:pt x="793412" y="47851"/>
                      <a:pt x="790287" y="47917"/>
                      <a:pt x="787292" y="47917"/>
                    </a:cubicBezTo>
                    <a:lnTo>
                      <a:pt x="787292" y="62813"/>
                    </a:lnTo>
                    <a:lnTo>
                      <a:pt x="779076" y="62813"/>
                    </a:lnTo>
                    <a:lnTo>
                      <a:pt x="779076" y="48125"/>
                    </a:lnTo>
                    <a:lnTo>
                      <a:pt x="758034" y="48125"/>
                    </a:lnTo>
                    <a:lnTo>
                      <a:pt x="758034" y="41146"/>
                    </a:lnTo>
                    <a:lnTo>
                      <a:pt x="785730" y="41146"/>
                    </a:lnTo>
                    <a:cubicBezTo>
                      <a:pt x="788243" y="41146"/>
                      <a:pt x="791185" y="41081"/>
                      <a:pt x="794597" y="40937"/>
                    </a:cubicBezTo>
                    <a:cubicBezTo>
                      <a:pt x="797995" y="40794"/>
                      <a:pt x="801433" y="40586"/>
                      <a:pt x="804896" y="40312"/>
                    </a:cubicBezTo>
                    <a:cubicBezTo>
                      <a:pt x="808308" y="40039"/>
                      <a:pt x="811524" y="39752"/>
                      <a:pt x="814545" y="39479"/>
                    </a:cubicBezTo>
                    <a:cubicBezTo>
                      <a:pt x="817552" y="39206"/>
                      <a:pt x="819909" y="38893"/>
                      <a:pt x="821563" y="38542"/>
                    </a:cubicBezTo>
                    <a:close/>
                    <a:moveTo>
                      <a:pt x="623750" y="18333"/>
                    </a:moveTo>
                    <a:cubicBezTo>
                      <a:pt x="624102" y="19583"/>
                      <a:pt x="624388" y="20872"/>
                      <a:pt x="624597" y="22187"/>
                    </a:cubicBezTo>
                    <a:cubicBezTo>
                      <a:pt x="624792" y="23503"/>
                      <a:pt x="624909" y="24857"/>
                      <a:pt x="624909" y="26250"/>
                    </a:cubicBezTo>
                    <a:cubicBezTo>
                      <a:pt x="624909" y="27357"/>
                      <a:pt x="624818" y="28451"/>
                      <a:pt x="624649" y="29531"/>
                    </a:cubicBezTo>
                    <a:cubicBezTo>
                      <a:pt x="624466" y="30612"/>
                      <a:pt x="624284" y="31666"/>
                      <a:pt x="624063" y="32708"/>
                    </a:cubicBezTo>
                    <a:lnTo>
                      <a:pt x="641771" y="32708"/>
                    </a:lnTo>
                    <a:lnTo>
                      <a:pt x="641771" y="18333"/>
                    </a:lnTo>
                    <a:close/>
                    <a:moveTo>
                      <a:pt x="404492" y="9062"/>
                    </a:moveTo>
                    <a:cubicBezTo>
                      <a:pt x="399479" y="9062"/>
                      <a:pt x="395599" y="10768"/>
                      <a:pt x="392826" y="14166"/>
                    </a:cubicBezTo>
                    <a:cubicBezTo>
                      <a:pt x="390039" y="17565"/>
                      <a:pt x="388646" y="21667"/>
                      <a:pt x="388646" y="26458"/>
                    </a:cubicBezTo>
                    <a:cubicBezTo>
                      <a:pt x="388646" y="31250"/>
                      <a:pt x="390039" y="35312"/>
                      <a:pt x="392826" y="38646"/>
                    </a:cubicBezTo>
                    <a:cubicBezTo>
                      <a:pt x="395599" y="41979"/>
                      <a:pt x="399479" y="43646"/>
                      <a:pt x="404492" y="43646"/>
                    </a:cubicBezTo>
                    <a:cubicBezTo>
                      <a:pt x="409492" y="43646"/>
                      <a:pt x="413360" y="41979"/>
                      <a:pt x="416094" y="38646"/>
                    </a:cubicBezTo>
                    <a:cubicBezTo>
                      <a:pt x="418841" y="35312"/>
                      <a:pt x="420222" y="31250"/>
                      <a:pt x="420222" y="26458"/>
                    </a:cubicBezTo>
                    <a:cubicBezTo>
                      <a:pt x="420222" y="21667"/>
                      <a:pt x="418841" y="17565"/>
                      <a:pt x="416094" y="14166"/>
                    </a:cubicBezTo>
                    <a:cubicBezTo>
                      <a:pt x="413360" y="10768"/>
                      <a:pt x="409492" y="9062"/>
                      <a:pt x="404492" y="9062"/>
                    </a:cubicBezTo>
                    <a:close/>
                    <a:moveTo>
                      <a:pt x="600534" y="8854"/>
                    </a:moveTo>
                    <a:cubicBezTo>
                      <a:pt x="595521" y="8854"/>
                      <a:pt x="591641" y="10560"/>
                      <a:pt x="588867" y="13958"/>
                    </a:cubicBezTo>
                    <a:cubicBezTo>
                      <a:pt x="586081" y="17356"/>
                      <a:pt x="584688" y="21458"/>
                      <a:pt x="584688" y="26250"/>
                    </a:cubicBezTo>
                    <a:cubicBezTo>
                      <a:pt x="584688" y="31042"/>
                      <a:pt x="586081" y="35104"/>
                      <a:pt x="588867" y="38437"/>
                    </a:cubicBezTo>
                    <a:cubicBezTo>
                      <a:pt x="591641" y="41771"/>
                      <a:pt x="595521" y="43437"/>
                      <a:pt x="600534" y="43437"/>
                    </a:cubicBezTo>
                    <a:cubicBezTo>
                      <a:pt x="605534" y="43437"/>
                      <a:pt x="609414" y="41771"/>
                      <a:pt x="612188" y="38437"/>
                    </a:cubicBezTo>
                    <a:cubicBezTo>
                      <a:pt x="614974" y="35104"/>
                      <a:pt x="616367" y="31042"/>
                      <a:pt x="616367" y="26250"/>
                    </a:cubicBezTo>
                    <a:cubicBezTo>
                      <a:pt x="616367" y="21458"/>
                      <a:pt x="614974" y="17356"/>
                      <a:pt x="612188" y="13958"/>
                    </a:cubicBezTo>
                    <a:cubicBezTo>
                      <a:pt x="609414" y="10560"/>
                      <a:pt x="605534" y="8854"/>
                      <a:pt x="600534" y="8854"/>
                    </a:cubicBezTo>
                    <a:close/>
                    <a:moveTo>
                      <a:pt x="787917" y="7083"/>
                    </a:moveTo>
                    <a:cubicBezTo>
                      <a:pt x="782370" y="7083"/>
                      <a:pt x="778529" y="8125"/>
                      <a:pt x="776407" y="10208"/>
                    </a:cubicBezTo>
                    <a:cubicBezTo>
                      <a:pt x="774297" y="12292"/>
                      <a:pt x="773243" y="14791"/>
                      <a:pt x="773243" y="17708"/>
                    </a:cubicBezTo>
                    <a:cubicBezTo>
                      <a:pt x="773243" y="20690"/>
                      <a:pt x="774310" y="23138"/>
                      <a:pt x="776459" y="25052"/>
                    </a:cubicBezTo>
                    <a:cubicBezTo>
                      <a:pt x="778620" y="26966"/>
                      <a:pt x="782435" y="27916"/>
                      <a:pt x="787917" y="27916"/>
                    </a:cubicBezTo>
                    <a:cubicBezTo>
                      <a:pt x="793334" y="27916"/>
                      <a:pt x="797149" y="26966"/>
                      <a:pt x="799336" y="25052"/>
                    </a:cubicBezTo>
                    <a:cubicBezTo>
                      <a:pt x="801524" y="23138"/>
                      <a:pt x="802618" y="20690"/>
                      <a:pt x="802618" y="17708"/>
                    </a:cubicBezTo>
                    <a:cubicBezTo>
                      <a:pt x="802618" y="14726"/>
                      <a:pt x="801537" y="12200"/>
                      <a:pt x="799389" y="10156"/>
                    </a:cubicBezTo>
                    <a:cubicBezTo>
                      <a:pt x="797227" y="8112"/>
                      <a:pt x="793412" y="7083"/>
                      <a:pt x="787917" y="7083"/>
                    </a:cubicBezTo>
                    <a:close/>
                    <a:moveTo>
                      <a:pt x="201146" y="6667"/>
                    </a:moveTo>
                    <a:lnTo>
                      <a:pt x="239583" y="6667"/>
                    </a:lnTo>
                    <a:lnTo>
                      <a:pt x="239583" y="13646"/>
                    </a:lnTo>
                    <a:lnTo>
                      <a:pt x="224701" y="13646"/>
                    </a:lnTo>
                    <a:lnTo>
                      <a:pt x="224701" y="21354"/>
                    </a:lnTo>
                    <a:cubicBezTo>
                      <a:pt x="224701" y="31836"/>
                      <a:pt x="226107" y="40742"/>
                      <a:pt x="228906" y="48073"/>
                    </a:cubicBezTo>
                    <a:cubicBezTo>
                      <a:pt x="231719" y="55404"/>
                      <a:pt x="236771" y="61250"/>
                      <a:pt x="244063" y="65625"/>
                    </a:cubicBezTo>
                    <a:lnTo>
                      <a:pt x="237917" y="71250"/>
                    </a:lnTo>
                    <a:cubicBezTo>
                      <a:pt x="234583" y="69023"/>
                      <a:pt x="231237" y="65781"/>
                      <a:pt x="227878" y="61510"/>
                    </a:cubicBezTo>
                    <a:cubicBezTo>
                      <a:pt x="224505" y="57240"/>
                      <a:pt x="221979" y="52331"/>
                      <a:pt x="220326" y="46771"/>
                    </a:cubicBezTo>
                    <a:cubicBezTo>
                      <a:pt x="219557" y="49479"/>
                      <a:pt x="218529" y="52187"/>
                      <a:pt x="217240" y="54896"/>
                    </a:cubicBezTo>
                    <a:cubicBezTo>
                      <a:pt x="215964" y="57604"/>
                      <a:pt x="214479" y="60169"/>
                      <a:pt x="212813" y="62604"/>
                    </a:cubicBezTo>
                    <a:cubicBezTo>
                      <a:pt x="211081" y="65039"/>
                      <a:pt x="209219" y="67304"/>
                      <a:pt x="207240" y="69427"/>
                    </a:cubicBezTo>
                    <a:cubicBezTo>
                      <a:pt x="205261" y="71549"/>
                      <a:pt x="203268" y="73333"/>
                      <a:pt x="201250" y="74792"/>
                    </a:cubicBezTo>
                    <a:lnTo>
                      <a:pt x="194063" y="69583"/>
                    </a:lnTo>
                    <a:cubicBezTo>
                      <a:pt x="201706" y="64440"/>
                      <a:pt x="207331" y="58073"/>
                      <a:pt x="210938" y="50468"/>
                    </a:cubicBezTo>
                    <a:cubicBezTo>
                      <a:pt x="214557" y="42865"/>
                      <a:pt x="216367" y="33229"/>
                      <a:pt x="216367" y="21562"/>
                    </a:cubicBezTo>
                    <a:lnTo>
                      <a:pt x="216367" y="13646"/>
                    </a:lnTo>
                    <a:lnTo>
                      <a:pt x="201146" y="13646"/>
                    </a:lnTo>
                    <a:close/>
                    <a:moveTo>
                      <a:pt x="475742" y="4791"/>
                    </a:moveTo>
                    <a:lnTo>
                      <a:pt x="520730" y="4791"/>
                    </a:lnTo>
                    <a:lnTo>
                      <a:pt x="520730" y="11771"/>
                    </a:lnTo>
                    <a:lnTo>
                      <a:pt x="502513" y="11771"/>
                    </a:lnTo>
                    <a:lnTo>
                      <a:pt x="502513" y="17500"/>
                    </a:lnTo>
                    <a:cubicBezTo>
                      <a:pt x="502513" y="20976"/>
                      <a:pt x="503073" y="24180"/>
                      <a:pt x="504232" y="27135"/>
                    </a:cubicBezTo>
                    <a:cubicBezTo>
                      <a:pt x="505378" y="30091"/>
                      <a:pt x="506875" y="32747"/>
                      <a:pt x="508750" y="35104"/>
                    </a:cubicBezTo>
                    <a:cubicBezTo>
                      <a:pt x="511042" y="38229"/>
                      <a:pt x="513789" y="40872"/>
                      <a:pt x="516992" y="43021"/>
                    </a:cubicBezTo>
                    <a:cubicBezTo>
                      <a:pt x="520183" y="45169"/>
                      <a:pt x="523334" y="46771"/>
                      <a:pt x="526459" y="47812"/>
                    </a:cubicBezTo>
                    <a:cubicBezTo>
                      <a:pt x="525495" y="48789"/>
                      <a:pt x="524492" y="49857"/>
                      <a:pt x="523451" y="51041"/>
                    </a:cubicBezTo>
                    <a:cubicBezTo>
                      <a:pt x="522409" y="52226"/>
                      <a:pt x="521602" y="53229"/>
                      <a:pt x="521042" y="54062"/>
                    </a:cubicBezTo>
                    <a:cubicBezTo>
                      <a:pt x="519167" y="53229"/>
                      <a:pt x="517149" y="52096"/>
                      <a:pt x="514948" y="50677"/>
                    </a:cubicBezTo>
                    <a:cubicBezTo>
                      <a:pt x="512761" y="49258"/>
                      <a:pt x="510638" y="47604"/>
                      <a:pt x="508555" y="45729"/>
                    </a:cubicBezTo>
                    <a:cubicBezTo>
                      <a:pt x="506537" y="44063"/>
                      <a:pt x="504649" y="42174"/>
                      <a:pt x="502878" y="40052"/>
                    </a:cubicBezTo>
                    <a:cubicBezTo>
                      <a:pt x="501094" y="37930"/>
                      <a:pt x="499597" y="35625"/>
                      <a:pt x="498347" y="33125"/>
                    </a:cubicBezTo>
                    <a:cubicBezTo>
                      <a:pt x="497370" y="35768"/>
                      <a:pt x="496133" y="38216"/>
                      <a:pt x="494636" y="40469"/>
                    </a:cubicBezTo>
                    <a:cubicBezTo>
                      <a:pt x="493151" y="42721"/>
                      <a:pt x="491459" y="44831"/>
                      <a:pt x="489583" y="46771"/>
                    </a:cubicBezTo>
                    <a:cubicBezTo>
                      <a:pt x="487513" y="48789"/>
                      <a:pt x="485261" y="50638"/>
                      <a:pt x="482878" y="52344"/>
                    </a:cubicBezTo>
                    <a:cubicBezTo>
                      <a:pt x="480469" y="54050"/>
                      <a:pt x="478021" y="55521"/>
                      <a:pt x="475521" y="56771"/>
                    </a:cubicBezTo>
                    <a:cubicBezTo>
                      <a:pt x="474896" y="56080"/>
                      <a:pt x="473920" y="55143"/>
                      <a:pt x="472552" y="53958"/>
                    </a:cubicBezTo>
                    <a:cubicBezTo>
                      <a:pt x="471198" y="52773"/>
                      <a:pt x="470078" y="51810"/>
                      <a:pt x="469180" y="51041"/>
                    </a:cubicBezTo>
                    <a:cubicBezTo>
                      <a:pt x="472852" y="49440"/>
                      <a:pt x="476380" y="47396"/>
                      <a:pt x="479740" y="44896"/>
                    </a:cubicBezTo>
                    <a:cubicBezTo>
                      <a:pt x="483112" y="42396"/>
                      <a:pt x="485938" y="39479"/>
                      <a:pt x="488242" y="36146"/>
                    </a:cubicBezTo>
                    <a:cubicBezTo>
                      <a:pt x="490039" y="33580"/>
                      <a:pt x="491485" y="30729"/>
                      <a:pt x="492565" y="27604"/>
                    </a:cubicBezTo>
                    <a:cubicBezTo>
                      <a:pt x="493633" y="24479"/>
                      <a:pt x="494180" y="21081"/>
                      <a:pt x="494180" y="17396"/>
                    </a:cubicBezTo>
                    <a:lnTo>
                      <a:pt x="494180" y="11771"/>
                    </a:lnTo>
                    <a:lnTo>
                      <a:pt x="475742" y="11771"/>
                    </a:lnTo>
                    <a:close/>
                    <a:moveTo>
                      <a:pt x="97813" y="4062"/>
                    </a:moveTo>
                    <a:lnTo>
                      <a:pt x="137708" y="4062"/>
                    </a:lnTo>
                    <a:cubicBezTo>
                      <a:pt x="138542" y="4062"/>
                      <a:pt x="139115" y="4219"/>
                      <a:pt x="139427" y="4531"/>
                    </a:cubicBezTo>
                    <a:cubicBezTo>
                      <a:pt x="139753" y="4843"/>
                      <a:pt x="139896" y="5416"/>
                      <a:pt x="139896" y="6250"/>
                    </a:cubicBezTo>
                    <a:lnTo>
                      <a:pt x="139896" y="27187"/>
                    </a:lnTo>
                    <a:cubicBezTo>
                      <a:pt x="139896" y="28021"/>
                      <a:pt x="139753" y="28594"/>
                      <a:pt x="139427" y="28906"/>
                    </a:cubicBezTo>
                    <a:cubicBezTo>
                      <a:pt x="139115" y="29219"/>
                      <a:pt x="138542" y="29375"/>
                      <a:pt x="137708" y="29375"/>
                    </a:cubicBezTo>
                    <a:lnTo>
                      <a:pt x="105833" y="29375"/>
                    </a:lnTo>
                    <a:lnTo>
                      <a:pt x="105833" y="41041"/>
                    </a:lnTo>
                    <a:lnTo>
                      <a:pt x="115938" y="41041"/>
                    </a:lnTo>
                    <a:cubicBezTo>
                      <a:pt x="119688" y="41041"/>
                      <a:pt x="123464" y="40950"/>
                      <a:pt x="127240" y="40781"/>
                    </a:cubicBezTo>
                    <a:cubicBezTo>
                      <a:pt x="131029" y="40612"/>
                      <a:pt x="134661" y="40377"/>
                      <a:pt x="138125" y="40104"/>
                    </a:cubicBezTo>
                    <a:cubicBezTo>
                      <a:pt x="141536" y="39752"/>
                      <a:pt x="144636" y="39414"/>
                      <a:pt x="147448" y="39063"/>
                    </a:cubicBezTo>
                    <a:cubicBezTo>
                      <a:pt x="150261" y="38711"/>
                      <a:pt x="152604" y="38333"/>
                      <a:pt x="154479" y="37917"/>
                    </a:cubicBezTo>
                    <a:lnTo>
                      <a:pt x="154479" y="44687"/>
                    </a:lnTo>
                    <a:cubicBezTo>
                      <a:pt x="152474" y="45104"/>
                      <a:pt x="149935" y="45521"/>
                      <a:pt x="146875" y="45937"/>
                    </a:cubicBezTo>
                    <a:cubicBezTo>
                      <a:pt x="143828" y="46354"/>
                      <a:pt x="140495" y="46732"/>
                      <a:pt x="136875" y="47083"/>
                    </a:cubicBezTo>
                    <a:cubicBezTo>
                      <a:pt x="133203" y="47435"/>
                      <a:pt x="129310" y="47708"/>
                      <a:pt x="125208" y="47917"/>
                    </a:cubicBezTo>
                    <a:cubicBezTo>
                      <a:pt x="121120" y="48125"/>
                      <a:pt x="117057" y="48229"/>
                      <a:pt x="113021" y="48229"/>
                    </a:cubicBezTo>
                    <a:lnTo>
                      <a:pt x="100000" y="48229"/>
                    </a:lnTo>
                    <a:cubicBezTo>
                      <a:pt x="99167" y="48229"/>
                      <a:pt x="98594" y="48073"/>
                      <a:pt x="98281" y="47760"/>
                    </a:cubicBezTo>
                    <a:cubicBezTo>
                      <a:pt x="97982" y="47448"/>
                      <a:pt x="97813" y="46875"/>
                      <a:pt x="97813" y="46041"/>
                    </a:cubicBezTo>
                    <a:lnTo>
                      <a:pt x="97813" y="24792"/>
                    </a:lnTo>
                    <a:cubicBezTo>
                      <a:pt x="97813" y="23958"/>
                      <a:pt x="97982" y="23385"/>
                      <a:pt x="98281" y="23073"/>
                    </a:cubicBezTo>
                    <a:cubicBezTo>
                      <a:pt x="98594" y="22760"/>
                      <a:pt x="99167" y="22604"/>
                      <a:pt x="100000" y="22604"/>
                    </a:cubicBezTo>
                    <a:lnTo>
                      <a:pt x="131875" y="22604"/>
                    </a:lnTo>
                    <a:lnTo>
                      <a:pt x="131875" y="11042"/>
                    </a:lnTo>
                    <a:lnTo>
                      <a:pt x="97813" y="11042"/>
                    </a:lnTo>
                    <a:close/>
                    <a:moveTo>
                      <a:pt x="673763" y="3854"/>
                    </a:moveTo>
                    <a:lnTo>
                      <a:pt x="736368" y="3854"/>
                    </a:lnTo>
                    <a:cubicBezTo>
                      <a:pt x="737201" y="3854"/>
                      <a:pt x="737774" y="4010"/>
                      <a:pt x="738073" y="4323"/>
                    </a:cubicBezTo>
                    <a:cubicBezTo>
                      <a:pt x="738386" y="4635"/>
                      <a:pt x="738555" y="5208"/>
                      <a:pt x="738555" y="6042"/>
                    </a:cubicBezTo>
                    <a:cubicBezTo>
                      <a:pt x="738347" y="8958"/>
                      <a:pt x="738060" y="12135"/>
                      <a:pt x="737722" y="15573"/>
                    </a:cubicBezTo>
                    <a:cubicBezTo>
                      <a:pt x="737370" y="19010"/>
                      <a:pt x="736993" y="22500"/>
                      <a:pt x="736563" y="26042"/>
                    </a:cubicBezTo>
                    <a:cubicBezTo>
                      <a:pt x="736159" y="29518"/>
                      <a:pt x="735690" y="32903"/>
                      <a:pt x="735157" y="36198"/>
                    </a:cubicBezTo>
                    <a:cubicBezTo>
                      <a:pt x="734649" y="39492"/>
                      <a:pt x="734141" y="42396"/>
                      <a:pt x="733646" y="44896"/>
                    </a:cubicBezTo>
                    <a:lnTo>
                      <a:pt x="748659" y="44896"/>
                    </a:lnTo>
                    <a:lnTo>
                      <a:pt x="748659" y="51979"/>
                    </a:lnTo>
                    <a:lnTo>
                      <a:pt x="709597" y="51979"/>
                    </a:lnTo>
                    <a:lnTo>
                      <a:pt x="709597" y="92917"/>
                    </a:lnTo>
                    <a:lnTo>
                      <a:pt x="701263" y="92917"/>
                    </a:lnTo>
                    <a:lnTo>
                      <a:pt x="701263" y="51979"/>
                    </a:lnTo>
                    <a:lnTo>
                      <a:pt x="663854" y="51979"/>
                    </a:lnTo>
                    <a:lnTo>
                      <a:pt x="663854" y="44896"/>
                    </a:lnTo>
                    <a:lnTo>
                      <a:pt x="725430" y="44896"/>
                    </a:lnTo>
                    <a:cubicBezTo>
                      <a:pt x="725912" y="42396"/>
                      <a:pt x="726394" y="39700"/>
                      <a:pt x="726888" y="36823"/>
                    </a:cubicBezTo>
                    <a:cubicBezTo>
                      <a:pt x="727370" y="33945"/>
                      <a:pt x="727826" y="31002"/>
                      <a:pt x="728229" y="28021"/>
                    </a:cubicBezTo>
                    <a:cubicBezTo>
                      <a:pt x="728581" y="25039"/>
                      <a:pt x="728920" y="22083"/>
                      <a:pt x="729232" y="19166"/>
                    </a:cubicBezTo>
                    <a:cubicBezTo>
                      <a:pt x="729545" y="16250"/>
                      <a:pt x="729766" y="13502"/>
                      <a:pt x="729909" y="10937"/>
                    </a:cubicBezTo>
                    <a:lnTo>
                      <a:pt x="673763" y="10937"/>
                    </a:lnTo>
                    <a:close/>
                    <a:moveTo>
                      <a:pt x="9909" y="3229"/>
                    </a:moveTo>
                    <a:lnTo>
                      <a:pt x="72708" y="3229"/>
                    </a:lnTo>
                    <a:cubicBezTo>
                      <a:pt x="73555" y="3229"/>
                      <a:pt x="74115" y="3385"/>
                      <a:pt x="74427" y="3698"/>
                    </a:cubicBezTo>
                    <a:cubicBezTo>
                      <a:pt x="74740" y="4010"/>
                      <a:pt x="74896" y="4583"/>
                      <a:pt x="74896" y="5416"/>
                    </a:cubicBezTo>
                    <a:cubicBezTo>
                      <a:pt x="74766" y="7643"/>
                      <a:pt x="74531" y="10091"/>
                      <a:pt x="74219" y="12760"/>
                    </a:cubicBezTo>
                    <a:cubicBezTo>
                      <a:pt x="73919" y="15430"/>
                      <a:pt x="73581" y="18190"/>
                      <a:pt x="73229" y="21042"/>
                    </a:cubicBezTo>
                    <a:cubicBezTo>
                      <a:pt x="72812" y="23815"/>
                      <a:pt x="72383" y="26575"/>
                      <a:pt x="71940" y="29323"/>
                    </a:cubicBezTo>
                    <a:cubicBezTo>
                      <a:pt x="71484" y="32070"/>
                      <a:pt x="71042" y="34544"/>
                      <a:pt x="70625" y="36771"/>
                    </a:cubicBezTo>
                    <a:lnTo>
                      <a:pt x="84479" y="36771"/>
                    </a:lnTo>
                    <a:lnTo>
                      <a:pt x="84479" y="43854"/>
                    </a:lnTo>
                    <a:lnTo>
                      <a:pt x="45104" y="43854"/>
                    </a:lnTo>
                    <a:lnTo>
                      <a:pt x="45104" y="61146"/>
                    </a:lnTo>
                    <a:lnTo>
                      <a:pt x="71042" y="61146"/>
                    </a:lnTo>
                    <a:cubicBezTo>
                      <a:pt x="71875" y="61146"/>
                      <a:pt x="72461" y="61302"/>
                      <a:pt x="72760" y="61615"/>
                    </a:cubicBezTo>
                    <a:cubicBezTo>
                      <a:pt x="73073" y="61927"/>
                      <a:pt x="73229" y="62500"/>
                      <a:pt x="73229" y="63333"/>
                    </a:cubicBezTo>
                    <a:lnTo>
                      <a:pt x="73229" y="93437"/>
                    </a:lnTo>
                    <a:lnTo>
                      <a:pt x="64792" y="93437"/>
                    </a:lnTo>
                    <a:lnTo>
                      <a:pt x="64792" y="68333"/>
                    </a:lnTo>
                    <a:lnTo>
                      <a:pt x="10000" y="68333"/>
                    </a:lnTo>
                    <a:lnTo>
                      <a:pt x="10000" y="61146"/>
                    </a:lnTo>
                    <a:lnTo>
                      <a:pt x="36667" y="61146"/>
                    </a:lnTo>
                    <a:lnTo>
                      <a:pt x="36667" y="43854"/>
                    </a:lnTo>
                    <a:lnTo>
                      <a:pt x="0" y="43854"/>
                    </a:lnTo>
                    <a:lnTo>
                      <a:pt x="0" y="36771"/>
                    </a:lnTo>
                    <a:lnTo>
                      <a:pt x="62813" y="36771"/>
                    </a:lnTo>
                    <a:cubicBezTo>
                      <a:pt x="63164" y="34896"/>
                      <a:pt x="63529" y="32760"/>
                      <a:pt x="63906" y="30365"/>
                    </a:cubicBezTo>
                    <a:cubicBezTo>
                      <a:pt x="64297" y="27968"/>
                      <a:pt x="64661" y="25560"/>
                      <a:pt x="65000" y="23125"/>
                    </a:cubicBezTo>
                    <a:cubicBezTo>
                      <a:pt x="65352" y="20768"/>
                      <a:pt x="65625" y="18450"/>
                      <a:pt x="65833" y="16198"/>
                    </a:cubicBezTo>
                    <a:cubicBezTo>
                      <a:pt x="66042" y="13945"/>
                      <a:pt x="66224" y="11979"/>
                      <a:pt x="66354" y="10312"/>
                    </a:cubicBezTo>
                    <a:lnTo>
                      <a:pt x="9909" y="10312"/>
                    </a:lnTo>
                    <a:close/>
                    <a:moveTo>
                      <a:pt x="292722" y="3125"/>
                    </a:moveTo>
                    <a:lnTo>
                      <a:pt x="300834" y="3125"/>
                    </a:lnTo>
                    <a:lnTo>
                      <a:pt x="300834" y="41354"/>
                    </a:lnTo>
                    <a:lnTo>
                      <a:pt x="310104" y="41354"/>
                    </a:lnTo>
                    <a:cubicBezTo>
                      <a:pt x="313516" y="41354"/>
                      <a:pt x="317110" y="41250"/>
                      <a:pt x="320899" y="41041"/>
                    </a:cubicBezTo>
                    <a:cubicBezTo>
                      <a:pt x="324675" y="40833"/>
                      <a:pt x="328308" y="40560"/>
                      <a:pt x="331784" y="40208"/>
                    </a:cubicBezTo>
                    <a:cubicBezTo>
                      <a:pt x="335248" y="39857"/>
                      <a:pt x="338412" y="39492"/>
                      <a:pt x="341250" y="39115"/>
                    </a:cubicBezTo>
                    <a:cubicBezTo>
                      <a:pt x="344102" y="38737"/>
                      <a:pt x="346263" y="38333"/>
                      <a:pt x="347722" y="37917"/>
                    </a:cubicBezTo>
                    <a:lnTo>
                      <a:pt x="347722" y="44896"/>
                    </a:lnTo>
                    <a:cubicBezTo>
                      <a:pt x="346042" y="45312"/>
                      <a:pt x="343828" y="45768"/>
                      <a:pt x="341055" y="46250"/>
                    </a:cubicBezTo>
                    <a:cubicBezTo>
                      <a:pt x="338268" y="46732"/>
                      <a:pt x="335104" y="47148"/>
                      <a:pt x="331563" y="47500"/>
                    </a:cubicBezTo>
                    <a:cubicBezTo>
                      <a:pt x="328099" y="47851"/>
                      <a:pt x="324401" y="48138"/>
                      <a:pt x="320482" y="48385"/>
                    </a:cubicBezTo>
                    <a:cubicBezTo>
                      <a:pt x="316550" y="48633"/>
                      <a:pt x="312617" y="48750"/>
                      <a:pt x="308659" y="48750"/>
                    </a:cubicBezTo>
                    <a:lnTo>
                      <a:pt x="294909" y="48750"/>
                    </a:lnTo>
                    <a:cubicBezTo>
                      <a:pt x="294063" y="48750"/>
                      <a:pt x="293490" y="48594"/>
                      <a:pt x="293177" y="48281"/>
                    </a:cubicBezTo>
                    <a:cubicBezTo>
                      <a:pt x="292865" y="47969"/>
                      <a:pt x="292722" y="47396"/>
                      <a:pt x="292722" y="46562"/>
                    </a:cubicBezTo>
                    <a:close/>
                    <a:moveTo>
                      <a:pt x="404492" y="1667"/>
                    </a:moveTo>
                    <a:cubicBezTo>
                      <a:pt x="408034" y="1667"/>
                      <a:pt x="411276" y="2331"/>
                      <a:pt x="414232" y="3646"/>
                    </a:cubicBezTo>
                    <a:cubicBezTo>
                      <a:pt x="417175" y="4961"/>
                      <a:pt x="419727" y="6732"/>
                      <a:pt x="421875" y="8958"/>
                    </a:cubicBezTo>
                    <a:cubicBezTo>
                      <a:pt x="424037" y="11250"/>
                      <a:pt x="425716" y="13893"/>
                      <a:pt x="426927" y="16875"/>
                    </a:cubicBezTo>
                    <a:cubicBezTo>
                      <a:pt x="428151" y="19857"/>
                      <a:pt x="428750" y="23060"/>
                      <a:pt x="428750" y="26458"/>
                    </a:cubicBezTo>
                    <a:cubicBezTo>
                      <a:pt x="428750" y="29857"/>
                      <a:pt x="428151" y="33060"/>
                      <a:pt x="426927" y="36041"/>
                    </a:cubicBezTo>
                    <a:cubicBezTo>
                      <a:pt x="425716" y="39023"/>
                      <a:pt x="424037" y="41628"/>
                      <a:pt x="421875" y="43854"/>
                    </a:cubicBezTo>
                    <a:cubicBezTo>
                      <a:pt x="419727" y="46146"/>
                      <a:pt x="417175" y="47930"/>
                      <a:pt x="414232" y="49219"/>
                    </a:cubicBezTo>
                    <a:cubicBezTo>
                      <a:pt x="411276" y="50508"/>
                      <a:pt x="408034" y="51146"/>
                      <a:pt x="404492" y="51146"/>
                    </a:cubicBezTo>
                    <a:cubicBezTo>
                      <a:pt x="400873" y="51146"/>
                      <a:pt x="397578" y="50508"/>
                      <a:pt x="394584" y="49219"/>
                    </a:cubicBezTo>
                    <a:cubicBezTo>
                      <a:pt x="391602" y="47930"/>
                      <a:pt x="389037" y="46146"/>
                      <a:pt x="386875" y="43854"/>
                    </a:cubicBezTo>
                    <a:cubicBezTo>
                      <a:pt x="384727" y="41628"/>
                      <a:pt x="383060" y="39023"/>
                      <a:pt x="381875" y="36041"/>
                    </a:cubicBezTo>
                    <a:cubicBezTo>
                      <a:pt x="380703" y="33060"/>
                      <a:pt x="380117" y="29857"/>
                      <a:pt x="380117" y="26458"/>
                    </a:cubicBezTo>
                    <a:cubicBezTo>
                      <a:pt x="380117" y="23060"/>
                      <a:pt x="380703" y="19857"/>
                      <a:pt x="381875" y="16875"/>
                    </a:cubicBezTo>
                    <a:cubicBezTo>
                      <a:pt x="383060" y="13893"/>
                      <a:pt x="384727" y="11250"/>
                      <a:pt x="386875" y="8958"/>
                    </a:cubicBezTo>
                    <a:cubicBezTo>
                      <a:pt x="389037" y="6732"/>
                      <a:pt x="391602" y="4961"/>
                      <a:pt x="394584" y="3646"/>
                    </a:cubicBezTo>
                    <a:cubicBezTo>
                      <a:pt x="397578" y="2331"/>
                      <a:pt x="400873" y="1667"/>
                      <a:pt x="404492" y="1667"/>
                    </a:cubicBezTo>
                    <a:close/>
                    <a:moveTo>
                      <a:pt x="825430" y="625"/>
                    </a:moveTo>
                    <a:lnTo>
                      <a:pt x="833451" y="625"/>
                    </a:lnTo>
                    <a:lnTo>
                      <a:pt x="833451" y="70938"/>
                    </a:lnTo>
                    <a:lnTo>
                      <a:pt x="825430" y="70938"/>
                    </a:lnTo>
                    <a:lnTo>
                      <a:pt x="825430" y="61979"/>
                    </a:lnTo>
                    <a:lnTo>
                      <a:pt x="803555" y="61979"/>
                    </a:lnTo>
                    <a:lnTo>
                      <a:pt x="803555" y="55312"/>
                    </a:lnTo>
                    <a:lnTo>
                      <a:pt x="825430" y="55312"/>
                    </a:lnTo>
                    <a:close/>
                    <a:moveTo>
                      <a:pt x="641771" y="521"/>
                    </a:moveTo>
                    <a:lnTo>
                      <a:pt x="649909" y="521"/>
                    </a:lnTo>
                    <a:lnTo>
                      <a:pt x="649909" y="68333"/>
                    </a:lnTo>
                    <a:lnTo>
                      <a:pt x="641771" y="68333"/>
                    </a:lnTo>
                    <a:lnTo>
                      <a:pt x="641771" y="39688"/>
                    </a:lnTo>
                    <a:lnTo>
                      <a:pt x="621159" y="39688"/>
                    </a:lnTo>
                    <a:cubicBezTo>
                      <a:pt x="619063" y="43086"/>
                      <a:pt x="616237" y="45820"/>
                      <a:pt x="612670" y="47865"/>
                    </a:cubicBezTo>
                    <a:cubicBezTo>
                      <a:pt x="609089" y="49909"/>
                      <a:pt x="605039" y="50937"/>
                      <a:pt x="600534" y="50937"/>
                    </a:cubicBezTo>
                    <a:cubicBezTo>
                      <a:pt x="596914" y="50937"/>
                      <a:pt x="593620" y="50299"/>
                      <a:pt x="590625" y="49010"/>
                    </a:cubicBezTo>
                    <a:cubicBezTo>
                      <a:pt x="587644" y="47721"/>
                      <a:pt x="585105" y="45937"/>
                      <a:pt x="583034" y="43646"/>
                    </a:cubicBezTo>
                    <a:cubicBezTo>
                      <a:pt x="580873" y="41419"/>
                      <a:pt x="579206" y="38815"/>
                      <a:pt x="578034" y="35833"/>
                    </a:cubicBezTo>
                    <a:cubicBezTo>
                      <a:pt x="576849" y="32851"/>
                      <a:pt x="576263" y="29648"/>
                      <a:pt x="576263" y="26250"/>
                    </a:cubicBezTo>
                    <a:cubicBezTo>
                      <a:pt x="576263" y="22852"/>
                      <a:pt x="576849" y="19648"/>
                      <a:pt x="578034" y="16667"/>
                    </a:cubicBezTo>
                    <a:cubicBezTo>
                      <a:pt x="579206" y="13685"/>
                      <a:pt x="580873" y="11042"/>
                      <a:pt x="583034" y="8750"/>
                    </a:cubicBezTo>
                    <a:cubicBezTo>
                      <a:pt x="585105" y="6523"/>
                      <a:pt x="587644" y="4752"/>
                      <a:pt x="590625" y="3437"/>
                    </a:cubicBezTo>
                    <a:cubicBezTo>
                      <a:pt x="593620" y="2122"/>
                      <a:pt x="596914" y="1458"/>
                      <a:pt x="600534" y="1458"/>
                    </a:cubicBezTo>
                    <a:cubicBezTo>
                      <a:pt x="604701" y="1458"/>
                      <a:pt x="608477" y="2357"/>
                      <a:pt x="611875" y="4166"/>
                    </a:cubicBezTo>
                    <a:cubicBezTo>
                      <a:pt x="615287" y="5976"/>
                      <a:pt x="618060" y="8372"/>
                      <a:pt x="620209" y="11354"/>
                    </a:cubicBezTo>
                    <a:lnTo>
                      <a:pt x="641771" y="11354"/>
                    </a:lnTo>
                    <a:close/>
                    <a:moveTo>
                      <a:pt x="538972" y="521"/>
                    </a:moveTo>
                    <a:lnTo>
                      <a:pt x="547084" y="521"/>
                    </a:lnTo>
                    <a:lnTo>
                      <a:pt x="547084" y="68229"/>
                    </a:lnTo>
                    <a:lnTo>
                      <a:pt x="538972" y="68229"/>
                    </a:lnTo>
                    <a:lnTo>
                      <a:pt x="538972" y="29583"/>
                    </a:lnTo>
                    <a:lnTo>
                      <a:pt x="519688" y="29583"/>
                    </a:lnTo>
                    <a:lnTo>
                      <a:pt x="519688" y="22291"/>
                    </a:lnTo>
                    <a:lnTo>
                      <a:pt x="538972" y="22291"/>
                    </a:lnTo>
                    <a:close/>
                    <a:moveTo>
                      <a:pt x="443229" y="521"/>
                    </a:moveTo>
                    <a:lnTo>
                      <a:pt x="451250" y="521"/>
                    </a:lnTo>
                    <a:lnTo>
                      <a:pt x="451250" y="23333"/>
                    </a:lnTo>
                    <a:lnTo>
                      <a:pt x="463959" y="23333"/>
                    </a:lnTo>
                    <a:lnTo>
                      <a:pt x="463959" y="30625"/>
                    </a:lnTo>
                    <a:lnTo>
                      <a:pt x="451250" y="30625"/>
                    </a:lnTo>
                    <a:lnTo>
                      <a:pt x="451250" y="68437"/>
                    </a:lnTo>
                    <a:lnTo>
                      <a:pt x="443229" y="68437"/>
                    </a:lnTo>
                    <a:close/>
                    <a:moveTo>
                      <a:pt x="352188" y="521"/>
                    </a:moveTo>
                    <a:lnTo>
                      <a:pt x="360326" y="521"/>
                    </a:lnTo>
                    <a:lnTo>
                      <a:pt x="360326" y="23333"/>
                    </a:lnTo>
                    <a:lnTo>
                      <a:pt x="372930" y="23333"/>
                    </a:lnTo>
                    <a:lnTo>
                      <a:pt x="372930" y="30521"/>
                    </a:lnTo>
                    <a:lnTo>
                      <a:pt x="360326" y="30521"/>
                    </a:lnTo>
                    <a:lnTo>
                      <a:pt x="360326" y="67917"/>
                    </a:lnTo>
                    <a:lnTo>
                      <a:pt x="352188" y="67917"/>
                    </a:lnTo>
                    <a:close/>
                    <a:moveTo>
                      <a:pt x="267917" y="521"/>
                    </a:moveTo>
                    <a:lnTo>
                      <a:pt x="275833" y="521"/>
                    </a:lnTo>
                    <a:lnTo>
                      <a:pt x="275833" y="92812"/>
                    </a:lnTo>
                    <a:lnTo>
                      <a:pt x="267917" y="92812"/>
                    </a:lnTo>
                    <a:lnTo>
                      <a:pt x="267917" y="41979"/>
                    </a:lnTo>
                    <a:lnTo>
                      <a:pt x="256042" y="41979"/>
                    </a:lnTo>
                    <a:lnTo>
                      <a:pt x="256042" y="88437"/>
                    </a:lnTo>
                    <a:lnTo>
                      <a:pt x="248021" y="88437"/>
                    </a:lnTo>
                    <a:lnTo>
                      <a:pt x="248021" y="2083"/>
                    </a:lnTo>
                    <a:lnTo>
                      <a:pt x="256042" y="2083"/>
                    </a:lnTo>
                    <a:lnTo>
                      <a:pt x="256042" y="34062"/>
                    </a:lnTo>
                    <a:lnTo>
                      <a:pt x="267917" y="34062"/>
                    </a:lnTo>
                    <a:close/>
                    <a:moveTo>
                      <a:pt x="159479" y="521"/>
                    </a:moveTo>
                    <a:lnTo>
                      <a:pt x="167604" y="521"/>
                    </a:lnTo>
                    <a:lnTo>
                      <a:pt x="167604" y="50729"/>
                    </a:lnTo>
                    <a:lnTo>
                      <a:pt x="159479" y="50729"/>
                    </a:lnTo>
                    <a:close/>
                    <a:moveTo>
                      <a:pt x="787917" y="0"/>
                    </a:moveTo>
                    <a:cubicBezTo>
                      <a:pt x="795352" y="0"/>
                      <a:pt x="801042" y="1705"/>
                      <a:pt x="805013" y="5104"/>
                    </a:cubicBezTo>
                    <a:cubicBezTo>
                      <a:pt x="808959" y="8502"/>
                      <a:pt x="810951" y="12708"/>
                      <a:pt x="810951" y="17708"/>
                    </a:cubicBezTo>
                    <a:cubicBezTo>
                      <a:pt x="810951" y="22916"/>
                      <a:pt x="808946" y="27083"/>
                      <a:pt x="804948" y="30208"/>
                    </a:cubicBezTo>
                    <a:cubicBezTo>
                      <a:pt x="800964" y="33333"/>
                      <a:pt x="795287" y="34896"/>
                      <a:pt x="787917" y="34896"/>
                    </a:cubicBezTo>
                    <a:cubicBezTo>
                      <a:pt x="780495" y="34896"/>
                      <a:pt x="774831" y="33281"/>
                      <a:pt x="770938" y="30052"/>
                    </a:cubicBezTo>
                    <a:cubicBezTo>
                      <a:pt x="767058" y="26823"/>
                      <a:pt x="765118" y="22708"/>
                      <a:pt x="765118" y="17708"/>
                    </a:cubicBezTo>
                    <a:cubicBezTo>
                      <a:pt x="765118" y="12917"/>
                      <a:pt x="767032" y="8763"/>
                      <a:pt x="770899" y="5260"/>
                    </a:cubicBezTo>
                    <a:cubicBezTo>
                      <a:pt x="774753" y="1758"/>
                      <a:pt x="780430" y="0"/>
                      <a:pt x="787917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73" name="TextBox 572">
                <a:extLst>
                  <a:ext uri="{FF2B5EF4-FFF2-40B4-BE49-F238E27FC236}">
                    <a16:creationId xmlns:a16="http://schemas.microsoft.com/office/drawing/2014/main" id="{66CEAC64-45F7-4FA3-ADE3-45654D076BB9}"/>
                  </a:ext>
                </a:extLst>
              </p:cNvPr>
              <p:cNvSpPr txBox="1"/>
              <p:nvPr/>
            </p:nvSpPr>
            <p:spPr>
              <a:xfrm>
                <a:off x="1886830" y="5454291"/>
                <a:ext cx="1003192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국립재난안전연구원</a:t>
                </a:r>
              </a:p>
            </p:txBody>
          </p:sp>
        </p:grpSp>
        <p:grpSp>
          <p:nvGrpSpPr>
            <p:cNvPr id="574" name="그래픽 5">
              <a:extLst>
                <a:ext uri="{FF2B5EF4-FFF2-40B4-BE49-F238E27FC236}">
                  <a16:creationId xmlns:a16="http://schemas.microsoft.com/office/drawing/2014/main" id="{6EC365DA-D984-499D-9130-A5E42F263537}"/>
                </a:ext>
              </a:extLst>
            </p:cNvPr>
            <p:cNvGrpSpPr/>
            <p:nvPr/>
          </p:nvGrpSpPr>
          <p:grpSpPr>
            <a:xfrm>
              <a:off x="1210696" y="5631104"/>
              <a:ext cx="554583" cy="130208"/>
              <a:chOff x="1210696" y="5631104"/>
              <a:chExt cx="554583" cy="130208"/>
            </a:xfrm>
          </p:grpSpPr>
          <p:sp>
            <p:nvSpPr>
              <p:cNvPr id="575" name="자유형: 도형 574">
                <a:extLst>
                  <a:ext uri="{FF2B5EF4-FFF2-40B4-BE49-F238E27FC236}">
                    <a16:creationId xmlns:a16="http://schemas.microsoft.com/office/drawing/2014/main" id="{4D47C64E-D847-490F-87E7-1AC7565D1FC8}"/>
                  </a:ext>
                </a:extLst>
              </p:cNvPr>
              <p:cNvSpPr/>
              <p:nvPr/>
            </p:nvSpPr>
            <p:spPr>
              <a:xfrm>
                <a:off x="1210696" y="5653149"/>
                <a:ext cx="554583" cy="93854"/>
              </a:xfrm>
              <a:custGeom>
                <a:avLst/>
                <a:gdLst>
                  <a:gd name="connsiteX0" fmla="*/ 245000 w 554583"/>
                  <a:gd name="connsiteY0" fmla="*/ 63229 h 93854"/>
                  <a:gd name="connsiteX1" fmla="*/ 236094 w 554583"/>
                  <a:gd name="connsiteY1" fmla="*/ 64063 h 93854"/>
                  <a:gd name="connsiteX2" fmla="*/ 228854 w 554583"/>
                  <a:gd name="connsiteY2" fmla="*/ 66458 h 93854"/>
                  <a:gd name="connsiteX3" fmla="*/ 224115 w 554583"/>
                  <a:gd name="connsiteY3" fmla="*/ 70156 h 93854"/>
                  <a:gd name="connsiteX4" fmla="*/ 222396 w 554583"/>
                  <a:gd name="connsiteY4" fmla="*/ 75208 h 93854"/>
                  <a:gd name="connsiteX5" fmla="*/ 224115 w 554583"/>
                  <a:gd name="connsiteY5" fmla="*/ 80313 h 93854"/>
                  <a:gd name="connsiteX6" fmla="*/ 228959 w 554583"/>
                  <a:gd name="connsiteY6" fmla="*/ 84167 h 93854"/>
                  <a:gd name="connsiteX7" fmla="*/ 236094 w 554583"/>
                  <a:gd name="connsiteY7" fmla="*/ 86563 h 93854"/>
                  <a:gd name="connsiteX8" fmla="*/ 245000 w 554583"/>
                  <a:gd name="connsiteY8" fmla="*/ 87396 h 93854"/>
                  <a:gd name="connsiteX9" fmla="*/ 254063 w 554583"/>
                  <a:gd name="connsiteY9" fmla="*/ 86563 h 93854"/>
                  <a:gd name="connsiteX10" fmla="*/ 261354 w 554583"/>
                  <a:gd name="connsiteY10" fmla="*/ 84167 h 93854"/>
                  <a:gd name="connsiteX11" fmla="*/ 266146 w 554583"/>
                  <a:gd name="connsiteY11" fmla="*/ 80365 h 93854"/>
                  <a:gd name="connsiteX12" fmla="*/ 267917 w 554583"/>
                  <a:gd name="connsiteY12" fmla="*/ 75313 h 93854"/>
                  <a:gd name="connsiteX13" fmla="*/ 261406 w 554583"/>
                  <a:gd name="connsiteY13" fmla="*/ 66458 h 93854"/>
                  <a:gd name="connsiteX14" fmla="*/ 245000 w 554583"/>
                  <a:gd name="connsiteY14" fmla="*/ 63229 h 93854"/>
                  <a:gd name="connsiteX15" fmla="*/ 395938 w 554583"/>
                  <a:gd name="connsiteY15" fmla="*/ 60313 h 93854"/>
                  <a:gd name="connsiteX16" fmla="*/ 404375 w 554583"/>
                  <a:gd name="connsiteY16" fmla="*/ 60313 h 93854"/>
                  <a:gd name="connsiteX17" fmla="*/ 404375 w 554583"/>
                  <a:gd name="connsiteY17" fmla="*/ 83334 h 93854"/>
                  <a:gd name="connsiteX18" fmla="*/ 458334 w 554583"/>
                  <a:gd name="connsiteY18" fmla="*/ 83334 h 93854"/>
                  <a:gd name="connsiteX19" fmla="*/ 458334 w 554583"/>
                  <a:gd name="connsiteY19" fmla="*/ 90417 h 93854"/>
                  <a:gd name="connsiteX20" fmla="*/ 398125 w 554583"/>
                  <a:gd name="connsiteY20" fmla="*/ 90417 h 93854"/>
                  <a:gd name="connsiteX21" fmla="*/ 396407 w 554583"/>
                  <a:gd name="connsiteY21" fmla="*/ 89948 h 93854"/>
                  <a:gd name="connsiteX22" fmla="*/ 395938 w 554583"/>
                  <a:gd name="connsiteY22" fmla="*/ 88229 h 93854"/>
                  <a:gd name="connsiteX23" fmla="*/ 108229 w 554583"/>
                  <a:gd name="connsiteY23" fmla="*/ 59063 h 93854"/>
                  <a:gd name="connsiteX24" fmla="*/ 116563 w 554583"/>
                  <a:gd name="connsiteY24" fmla="*/ 59063 h 93854"/>
                  <a:gd name="connsiteX25" fmla="*/ 116563 w 554583"/>
                  <a:gd name="connsiteY25" fmla="*/ 83334 h 93854"/>
                  <a:gd name="connsiteX26" fmla="*/ 169375 w 554583"/>
                  <a:gd name="connsiteY26" fmla="*/ 83334 h 93854"/>
                  <a:gd name="connsiteX27" fmla="*/ 169375 w 554583"/>
                  <a:gd name="connsiteY27" fmla="*/ 90417 h 93854"/>
                  <a:gd name="connsiteX28" fmla="*/ 110417 w 554583"/>
                  <a:gd name="connsiteY28" fmla="*/ 90417 h 93854"/>
                  <a:gd name="connsiteX29" fmla="*/ 108698 w 554583"/>
                  <a:gd name="connsiteY29" fmla="*/ 89948 h 93854"/>
                  <a:gd name="connsiteX30" fmla="*/ 108229 w 554583"/>
                  <a:gd name="connsiteY30" fmla="*/ 88229 h 93854"/>
                  <a:gd name="connsiteX31" fmla="*/ 245000 w 554583"/>
                  <a:gd name="connsiteY31" fmla="*/ 56458 h 93854"/>
                  <a:gd name="connsiteX32" fmla="*/ 267969 w 554583"/>
                  <a:gd name="connsiteY32" fmla="*/ 61615 h 93854"/>
                  <a:gd name="connsiteX33" fmla="*/ 276563 w 554583"/>
                  <a:gd name="connsiteY33" fmla="*/ 75208 h 93854"/>
                  <a:gd name="connsiteX34" fmla="*/ 267969 w 554583"/>
                  <a:gd name="connsiteY34" fmla="*/ 88854 h 93854"/>
                  <a:gd name="connsiteX35" fmla="*/ 245000 w 554583"/>
                  <a:gd name="connsiteY35" fmla="*/ 93854 h 93854"/>
                  <a:gd name="connsiteX36" fmla="*/ 232031 w 554583"/>
                  <a:gd name="connsiteY36" fmla="*/ 92552 h 93854"/>
                  <a:gd name="connsiteX37" fmla="*/ 222188 w 554583"/>
                  <a:gd name="connsiteY37" fmla="*/ 88854 h 93854"/>
                  <a:gd name="connsiteX38" fmla="*/ 215833 w 554583"/>
                  <a:gd name="connsiteY38" fmla="*/ 82969 h 93854"/>
                  <a:gd name="connsiteX39" fmla="*/ 213646 w 554583"/>
                  <a:gd name="connsiteY39" fmla="*/ 75208 h 93854"/>
                  <a:gd name="connsiteX40" fmla="*/ 215886 w 554583"/>
                  <a:gd name="connsiteY40" fmla="*/ 67552 h 93854"/>
                  <a:gd name="connsiteX41" fmla="*/ 222292 w 554583"/>
                  <a:gd name="connsiteY41" fmla="*/ 61667 h 93854"/>
                  <a:gd name="connsiteX42" fmla="*/ 232188 w 554583"/>
                  <a:gd name="connsiteY42" fmla="*/ 57813 h 93854"/>
                  <a:gd name="connsiteX43" fmla="*/ 245000 w 554583"/>
                  <a:gd name="connsiteY43" fmla="*/ 56458 h 93854"/>
                  <a:gd name="connsiteX44" fmla="*/ 307292 w 554583"/>
                  <a:gd name="connsiteY44" fmla="*/ 26875 h 93854"/>
                  <a:gd name="connsiteX45" fmla="*/ 307292 w 554583"/>
                  <a:gd name="connsiteY45" fmla="*/ 45938 h 93854"/>
                  <a:gd name="connsiteX46" fmla="*/ 352500 w 554583"/>
                  <a:gd name="connsiteY46" fmla="*/ 45938 h 93854"/>
                  <a:gd name="connsiteX47" fmla="*/ 352500 w 554583"/>
                  <a:gd name="connsiteY47" fmla="*/ 26875 h 93854"/>
                  <a:gd name="connsiteX48" fmla="*/ 429688 w 554583"/>
                  <a:gd name="connsiteY48" fmla="*/ 17813 h 93854"/>
                  <a:gd name="connsiteX49" fmla="*/ 430521 w 554583"/>
                  <a:gd name="connsiteY49" fmla="*/ 21667 h 93854"/>
                  <a:gd name="connsiteX50" fmla="*/ 430834 w 554583"/>
                  <a:gd name="connsiteY50" fmla="*/ 25729 h 93854"/>
                  <a:gd name="connsiteX51" fmla="*/ 430573 w 554583"/>
                  <a:gd name="connsiteY51" fmla="*/ 29010 h 93854"/>
                  <a:gd name="connsiteX52" fmla="*/ 430000 w 554583"/>
                  <a:gd name="connsiteY52" fmla="*/ 32188 h 93854"/>
                  <a:gd name="connsiteX53" fmla="*/ 447709 w 554583"/>
                  <a:gd name="connsiteY53" fmla="*/ 32188 h 93854"/>
                  <a:gd name="connsiteX54" fmla="*/ 447709 w 554583"/>
                  <a:gd name="connsiteY54" fmla="*/ 17813 h 93854"/>
                  <a:gd name="connsiteX55" fmla="*/ 406459 w 554583"/>
                  <a:gd name="connsiteY55" fmla="*/ 8334 h 93854"/>
                  <a:gd name="connsiteX56" fmla="*/ 394792 w 554583"/>
                  <a:gd name="connsiteY56" fmla="*/ 13438 h 93854"/>
                  <a:gd name="connsiteX57" fmla="*/ 390625 w 554583"/>
                  <a:gd name="connsiteY57" fmla="*/ 25729 h 93854"/>
                  <a:gd name="connsiteX58" fmla="*/ 394792 w 554583"/>
                  <a:gd name="connsiteY58" fmla="*/ 37917 h 93854"/>
                  <a:gd name="connsiteX59" fmla="*/ 406459 w 554583"/>
                  <a:gd name="connsiteY59" fmla="*/ 42917 h 93854"/>
                  <a:gd name="connsiteX60" fmla="*/ 418125 w 554583"/>
                  <a:gd name="connsiteY60" fmla="*/ 37917 h 93854"/>
                  <a:gd name="connsiteX61" fmla="*/ 422292 w 554583"/>
                  <a:gd name="connsiteY61" fmla="*/ 25729 h 93854"/>
                  <a:gd name="connsiteX62" fmla="*/ 418125 w 554583"/>
                  <a:gd name="connsiteY62" fmla="*/ 13438 h 93854"/>
                  <a:gd name="connsiteX63" fmla="*/ 406459 w 554583"/>
                  <a:gd name="connsiteY63" fmla="*/ 8334 h 93854"/>
                  <a:gd name="connsiteX64" fmla="*/ 7083 w 554583"/>
                  <a:gd name="connsiteY64" fmla="*/ 6146 h 93854"/>
                  <a:gd name="connsiteX65" fmla="*/ 45521 w 554583"/>
                  <a:gd name="connsiteY65" fmla="*/ 6146 h 93854"/>
                  <a:gd name="connsiteX66" fmla="*/ 45521 w 554583"/>
                  <a:gd name="connsiteY66" fmla="*/ 13125 h 93854"/>
                  <a:gd name="connsiteX67" fmla="*/ 30625 w 554583"/>
                  <a:gd name="connsiteY67" fmla="*/ 13125 h 93854"/>
                  <a:gd name="connsiteX68" fmla="*/ 30625 w 554583"/>
                  <a:gd name="connsiteY68" fmla="*/ 20833 h 93854"/>
                  <a:gd name="connsiteX69" fmla="*/ 34844 w 554583"/>
                  <a:gd name="connsiteY69" fmla="*/ 47552 h 93854"/>
                  <a:gd name="connsiteX70" fmla="*/ 50000 w 554583"/>
                  <a:gd name="connsiteY70" fmla="*/ 65104 h 93854"/>
                  <a:gd name="connsiteX71" fmla="*/ 43854 w 554583"/>
                  <a:gd name="connsiteY71" fmla="*/ 70729 h 93854"/>
                  <a:gd name="connsiteX72" fmla="*/ 33802 w 554583"/>
                  <a:gd name="connsiteY72" fmla="*/ 60990 h 93854"/>
                  <a:gd name="connsiteX73" fmla="*/ 26250 w 554583"/>
                  <a:gd name="connsiteY73" fmla="*/ 46250 h 93854"/>
                  <a:gd name="connsiteX74" fmla="*/ 23177 w 554583"/>
                  <a:gd name="connsiteY74" fmla="*/ 54375 h 93854"/>
                  <a:gd name="connsiteX75" fmla="*/ 18750 w 554583"/>
                  <a:gd name="connsiteY75" fmla="*/ 62083 h 93854"/>
                  <a:gd name="connsiteX76" fmla="*/ 13177 w 554583"/>
                  <a:gd name="connsiteY76" fmla="*/ 68907 h 93854"/>
                  <a:gd name="connsiteX77" fmla="*/ 7188 w 554583"/>
                  <a:gd name="connsiteY77" fmla="*/ 74271 h 93854"/>
                  <a:gd name="connsiteX78" fmla="*/ 0 w 554583"/>
                  <a:gd name="connsiteY78" fmla="*/ 69063 h 93854"/>
                  <a:gd name="connsiteX79" fmla="*/ 16875 w 554583"/>
                  <a:gd name="connsiteY79" fmla="*/ 49948 h 93854"/>
                  <a:gd name="connsiteX80" fmla="*/ 22292 w 554583"/>
                  <a:gd name="connsiteY80" fmla="*/ 21042 h 93854"/>
                  <a:gd name="connsiteX81" fmla="*/ 22292 w 554583"/>
                  <a:gd name="connsiteY81" fmla="*/ 13125 h 93854"/>
                  <a:gd name="connsiteX82" fmla="*/ 7083 w 554583"/>
                  <a:gd name="connsiteY82" fmla="*/ 13125 h 93854"/>
                  <a:gd name="connsiteX83" fmla="*/ 203438 w 554583"/>
                  <a:gd name="connsiteY83" fmla="*/ 4271 h 93854"/>
                  <a:gd name="connsiteX84" fmla="*/ 248542 w 554583"/>
                  <a:gd name="connsiteY84" fmla="*/ 4271 h 93854"/>
                  <a:gd name="connsiteX85" fmla="*/ 248542 w 554583"/>
                  <a:gd name="connsiteY85" fmla="*/ 11250 h 93854"/>
                  <a:gd name="connsiteX86" fmla="*/ 230417 w 554583"/>
                  <a:gd name="connsiteY86" fmla="*/ 11250 h 93854"/>
                  <a:gd name="connsiteX87" fmla="*/ 230417 w 554583"/>
                  <a:gd name="connsiteY87" fmla="*/ 15000 h 93854"/>
                  <a:gd name="connsiteX88" fmla="*/ 232396 w 554583"/>
                  <a:gd name="connsiteY88" fmla="*/ 25417 h 93854"/>
                  <a:gd name="connsiteX89" fmla="*/ 237708 w 554583"/>
                  <a:gd name="connsiteY89" fmla="*/ 33854 h 93854"/>
                  <a:gd name="connsiteX90" fmla="*/ 245313 w 554583"/>
                  <a:gd name="connsiteY90" fmla="*/ 40156 h 93854"/>
                  <a:gd name="connsiteX91" fmla="*/ 254271 w 554583"/>
                  <a:gd name="connsiteY91" fmla="*/ 44271 h 93854"/>
                  <a:gd name="connsiteX92" fmla="*/ 249063 w 554583"/>
                  <a:gd name="connsiteY92" fmla="*/ 50313 h 93854"/>
                  <a:gd name="connsiteX93" fmla="*/ 243125 w 554583"/>
                  <a:gd name="connsiteY93" fmla="*/ 47240 h 93854"/>
                  <a:gd name="connsiteX94" fmla="*/ 236771 w 554583"/>
                  <a:gd name="connsiteY94" fmla="*/ 42813 h 93854"/>
                  <a:gd name="connsiteX95" fmla="*/ 230833 w 554583"/>
                  <a:gd name="connsiteY95" fmla="*/ 37188 h 93854"/>
                  <a:gd name="connsiteX96" fmla="*/ 226146 w 554583"/>
                  <a:gd name="connsiteY96" fmla="*/ 30313 h 93854"/>
                  <a:gd name="connsiteX97" fmla="*/ 217292 w 554583"/>
                  <a:gd name="connsiteY97" fmla="*/ 43490 h 93854"/>
                  <a:gd name="connsiteX98" fmla="*/ 203229 w 554583"/>
                  <a:gd name="connsiteY98" fmla="*/ 53125 h 93854"/>
                  <a:gd name="connsiteX99" fmla="*/ 197083 w 554583"/>
                  <a:gd name="connsiteY99" fmla="*/ 47604 h 93854"/>
                  <a:gd name="connsiteX100" fmla="*/ 206563 w 554583"/>
                  <a:gd name="connsiteY100" fmla="*/ 42552 h 93854"/>
                  <a:gd name="connsiteX101" fmla="*/ 214375 w 554583"/>
                  <a:gd name="connsiteY101" fmla="*/ 35313 h 93854"/>
                  <a:gd name="connsiteX102" fmla="*/ 219740 w 554583"/>
                  <a:gd name="connsiteY102" fmla="*/ 26146 h 93854"/>
                  <a:gd name="connsiteX103" fmla="*/ 221771 w 554583"/>
                  <a:gd name="connsiteY103" fmla="*/ 14792 h 93854"/>
                  <a:gd name="connsiteX104" fmla="*/ 221771 w 554583"/>
                  <a:gd name="connsiteY104" fmla="*/ 11250 h 93854"/>
                  <a:gd name="connsiteX105" fmla="*/ 203438 w 554583"/>
                  <a:gd name="connsiteY105" fmla="*/ 11250 h 93854"/>
                  <a:gd name="connsiteX106" fmla="*/ 299063 w 554583"/>
                  <a:gd name="connsiteY106" fmla="*/ 3750 h 93854"/>
                  <a:gd name="connsiteX107" fmla="*/ 307292 w 554583"/>
                  <a:gd name="connsiteY107" fmla="*/ 3750 h 93854"/>
                  <a:gd name="connsiteX108" fmla="*/ 307292 w 554583"/>
                  <a:gd name="connsiteY108" fmla="*/ 19896 h 93854"/>
                  <a:gd name="connsiteX109" fmla="*/ 352500 w 554583"/>
                  <a:gd name="connsiteY109" fmla="*/ 19896 h 93854"/>
                  <a:gd name="connsiteX110" fmla="*/ 352500 w 554583"/>
                  <a:gd name="connsiteY110" fmla="*/ 3750 h 93854"/>
                  <a:gd name="connsiteX111" fmla="*/ 360729 w 554583"/>
                  <a:gd name="connsiteY111" fmla="*/ 3750 h 93854"/>
                  <a:gd name="connsiteX112" fmla="*/ 360729 w 554583"/>
                  <a:gd name="connsiteY112" fmla="*/ 50938 h 93854"/>
                  <a:gd name="connsiteX113" fmla="*/ 360261 w 554583"/>
                  <a:gd name="connsiteY113" fmla="*/ 52656 h 93854"/>
                  <a:gd name="connsiteX114" fmla="*/ 358542 w 554583"/>
                  <a:gd name="connsiteY114" fmla="*/ 53125 h 93854"/>
                  <a:gd name="connsiteX115" fmla="*/ 334063 w 554583"/>
                  <a:gd name="connsiteY115" fmla="*/ 53125 h 93854"/>
                  <a:gd name="connsiteX116" fmla="*/ 334063 w 554583"/>
                  <a:gd name="connsiteY116" fmla="*/ 73542 h 93854"/>
                  <a:gd name="connsiteX117" fmla="*/ 372292 w 554583"/>
                  <a:gd name="connsiteY117" fmla="*/ 73542 h 93854"/>
                  <a:gd name="connsiteX118" fmla="*/ 372292 w 554583"/>
                  <a:gd name="connsiteY118" fmla="*/ 80729 h 93854"/>
                  <a:gd name="connsiteX119" fmla="*/ 287500 w 554583"/>
                  <a:gd name="connsiteY119" fmla="*/ 80729 h 93854"/>
                  <a:gd name="connsiteX120" fmla="*/ 287500 w 554583"/>
                  <a:gd name="connsiteY120" fmla="*/ 73542 h 93854"/>
                  <a:gd name="connsiteX121" fmla="*/ 325521 w 554583"/>
                  <a:gd name="connsiteY121" fmla="*/ 73542 h 93854"/>
                  <a:gd name="connsiteX122" fmla="*/ 325521 w 554583"/>
                  <a:gd name="connsiteY122" fmla="*/ 53125 h 93854"/>
                  <a:gd name="connsiteX123" fmla="*/ 301250 w 554583"/>
                  <a:gd name="connsiteY123" fmla="*/ 53125 h 93854"/>
                  <a:gd name="connsiteX124" fmla="*/ 299531 w 554583"/>
                  <a:gd name="connsiteY124" fmla="*/ 52656 h 93854"/>
                  <a:gd name="connsiteX125" fmla="*/ 299063 w 554583"/>
                  <a:gd name="connsiteY125" fmla="*/ 50938 h 93854"/>
                  <a:gd name="connsiteX126" fmla="*/ 479688 w 554583"/>
                  <a:gd name="connsiteY126" fmla="*/ 3333 h 93854"/>
                  <a:gd name="connsiteX127" fmla="*/ 542292 w 554583"/>
                  <a:gd name="connsiteY127" fmla="*/ 3333 h 93854"/>
                  <a:gd name="connsiteX128" fmla="*/ 544011 w 554583"/>
                  <a:gd name="connsiteY128" fmla="*/ 3802 h 93854"/>
                  <a:gd name="connsiteX129" fmla="*/ 544479 w 554583"/>
                  <a:gd name="connsiteY129" fmla="*/ 5521 h 93854"/>
                  <a:gd name="connsiteX130" fmla="*/ 543646 w 554583"/>
                  <a:gd name="connsiteY130" fmla="*/ 15052 h 93854"/>
                  <a:gd name="connsiteX131" fmla="*/ 542500 w 554583"/>
                  <a:gd name="connsiteY131" fmla="*/ 25521 h 93854"/>
                  <a:gd name="connsiteX132" fmla="*/ 541094 w 554583"/>
                  <a:gd name="connsiteY132" fmla="*/ 35677 h 93854"/>
                  <a:gd name="connsiteX133" fmla="*/ 539584 w 554583"/>
                  <a:gd name="connsiteY133" fmla="*/ 44375 h 93854"/>
                  <a:gd name="connsiteX134" fmla="*/ 554584 w 554583"/>
                  <a:gd name="connsiteY134" fmla="*/ 44375 h 93854"/>
                  <a:gd name="connsiteX135" fmla="*/ 554584 w 554583"/>
                  <a:gd name="connsiteY135" fmla="*/ 51459 h 93854"/>
                  <a:gd name="connsiteX136" fmla="*/ 515521 w 554583"/>
                  <a:gd name="connsiteY136" fmla="*/ 51459 h 93854"/>
                  <a:gd name="connsiteX137" fmla="*/ 515521 w 554583"/>
                  <a:gd name="connsiteY137" fmla="*/ 92396 h 93854"/>
                  <a:gd name="connsiteX138" fmla="*/ 507188 w 554583"/>
                  <a:gd name="connsiteY138" fmla="*/ 92396 h 93854"/>
                  <a:gd name="connsiteX139" fmla="*/ 507188 w 554583"/>
                  <a:gd name="connsiteY139" fmla="*/ 51459 h 93854"/>
                  <a:gd name="connsiteX140" fmla="*/ 469792 w 554583"/>
                  <a:gd name="connsiteY140" fmla="*/ 51459 h 93854"/>
                  <a:gd name="connsiteX141" fmla="*/ 469792 w 554583"/>
                  <a:gd name="connsiteY141" fmla="*/ 44375 h 93854"/>
                  <a:gd name="connsiteX142" fmla="*/ 531355 w 554583"/>
                  <a:gd name="connsiteY142" fmla="*/ 44375 h 93854"/>
                  <a:gd name="connsiteX143" fmla="*/ 532813 w 554583"/>
                  <a:gd name="connsiteY143" fmla="*/ 36302 h 93854"/>
                  <a:gd name="connsiteX144" fmla="*/ 534167 w 554583"/>
                  <a:gd name="connsiteY144" fmla="*/ 27500 h 93854"/>
                  <a:gd name="connsiteX145" fmla="*/ 535157 w 554583"/>
                  <a:gd name="connsiteY145" fmla="*/ 18646 h 93854"/>
                  <a:gd name="connsiteX146" fmla="*/ 535834 w 554583"/>
                  <a:gd name="connsiteY146" fmla="*/ 10417 h 93854"/>
                  <a:gd name="connsiteX147" fmla="*/ 479688 w 554583"/>
                  <a:gd name="connsiteY147" fmla="*/ 10417 h 93854"/>
                  <a:gd name="connsiteX148" fmla="*/ 98646 w 554583"/>
                  <a:gd name="connsiteY148" fmla="*/ 2604 h 93854"/>
                  <a:gd name="connsiteX149" fmla="*/ 106771 w 554583"/>
                  <a:gd name="connsiteY149" fmla="*/ 2604 h 93854"/>
                  <a:gd name="connsiteX150" fmla="*/ 106771 w 554583"/>
                  <a:gd name="connsiteY150" fmla="*/ 40834 h 93854"/>
                  <a:gd name="connsiteX151" fmla="*/ 116042 w 554583"/>
                  <a:gd name="connsiteY151" fmla="*/ 40834 h 93854"/>
                  <a:gd name="connsiteX152" fmla="*/ 126823 w 554583"/>
                  <a:gd name="connsiteY152" fmla="*/ 40521 h 93854"/>
                  <a:gd name="connsiteX153" fmla="*/ 137708 w 554583"/>
                  <a:gd name="connsiteY153" fmla="*/ 39688 h 93854"/>
                  <a:gd name="connsiteX154" fmla="*/ 147188 w 554583"/>
                  <a:gd name="connsiteY154" fmla="*/ 38594 h 93854"/>
                  <a:gd name="connsiteX155" fmla="*/ 153646 w 554583"/>
                  <a:gd name="connsiteY155" fmla="*/ 37396 h 93854"/>
                  <a:gd name="connsiteX156" fmla="*/ 153646 w 554583"/>
                  <a:gd name="connsiteY156" fmla="*/ 44375 h 93854"/>
                  <a:gd name="connsiteX157" fmla="*/ 146979 w 554583"/>
                  <a:gd name="connsiteY157" fmla="*/ 45729 h 93854"/>
                  <a:gd name="connsiteX158" fmla="*/ 137500 w 554583"/>
                  <a:gd name="connsiteY158" fmla="*/ 46979 h 93854"/>
                  <a:gd name="connsiteX159" fmla="*/ 126406 w 554583"/>
                  <a:gd name="connsiteY159" fmla="*/ 47865 h 93854"/>
                  <a:gd name="connsiteX160" fmla="*/ 114583 w 554583"/>
                  <a:gd name="connsiteY160" fmla="*/ 48229 h 93854"/>
                  <a:gd name="connsiteX161" fmla="*/ 100833 w 554583"/>
                  <a:gd name="connsiteY161" fmla="*/ 48229 h 93854"/>
                  <a:gd name="connsiteX162" fmla="*/ 99115 w 554583"/>
                  <a:gd name="connsiteY162" fmla="*/ 47760 h 93854"/>
                  <a:gd name="connsiteX163" fmla="*/ 98646 w 554583"/>
                  <a:gd name="connsiteY163" fmla="*/ 46042 h 93854"/>
                  <a:gd name="connsiteX164" fmla="*/ 447709 w 554583"/>
                  <a:gd name="connsiteY164" fmla="*/ 0 h 93854"/>
                  <a:gd name="connsiteX165" fmla="*/ 455834 w 554583"/>
                  <a:gd name="connsiteY165" fmla="*/ 0 h 93854"/>
                  <a:gd name="connsiteX166" fmla="*/ 455834 w 554583"/>
                  <a:gd name="connsiteY166" fmla="*/ 67813 h 93854"/>
                  <a:gd name="connsiteX167" fmla="*/ 447709 w 554583"/>
                  <a:gd name="connsiteY167" fmla="*/ 67813 h 93854"/>
                  <a:gd name="connsiteX168" fmla="*/ 447709 w 554583"/>
                  <a:gd name="connsiteY168" fmla="*/ 39167 h 93854"/>
                  <a:gd name="connsiteX169" fmla="*/ 427084 w 554583"/>
                  <a:gd name="connsiteY169" fmla="*/ 39167 h 93854"/>
                  <a:gd name="connsiteX170" fmla="*/ 418594 w 554583"/>
                  <a:gd name="connsiteY170" fmla="*/ 47344 h 93854"/>
                  <a:gd name="connsiteX171" fmla="*/ 406459 w 554583"/>
                  <a:gd name="connsiteY171" fmla="*/ 50417 h 93854"/>
                  <a:gd name="connsiteX172" fmla="*/ 396563 w 554583"/>
                  <a:gd name="connsiteY172" fmla="*/ 48490 h 93854"/>
                  <a:gd name="connsiteX173" fmla="*/ 388959 w 554583"/>
                  <a:gd name="connsiteY173" fmla="*/ 43125 h 93854"/>
                  <a:gd name="connsiteX174" fmla="*/ 383959 w 554583"/>
                  <a:gd name="connsiteY174" fmla="*/ 35313 h 93854"/>
                  <a:gd name="connsiteX175" fmla="*/ 382188 w 554583"/>
                  <a:gd name="connsiteY175" fmla="*/ 25729 h 93854"/>
                  <a:gd name="connsiteX176" fmla="*/ 383959 w 554583"/>
                  <a:gd name="connsiteY176" fmla="*/ 16146 h 93854"/>
                  <a:gd name="connsiteX177" fmla="*/ 388959 w 554583"/>
                  <a:gd name="connsiteY177" fmla="*/ 8229 h 93854"/>
                  <a:gd name="connsiteX178" fmla="*/ 396563 w 554583"/>
                  <a:gd name="connsiteY178" fmla="*/ 2917 h 93854"/>
                  <a:gd name="connsiteX179" fmla="*/ 406459 w 554583"/>
                  <a:gd name="connsiteY179" fmla="*/ 938 h 93854"/>
                  <a:gd name="connsiteX180" fmla="*/ 417813 w 554583"/>
                  <a:gd name="connsiteY180" fmla="*/ 3646 h 93854"/>
                  <a:gd name="connsiteX181" fmla="*/ 426146 w 554583"/>
                  <a:gd name="connsiteY181" fmla="*/ 10833 h 93854"/>
                  <a:gd name="connsiteX182" fmla="*/ 447709 w 554583"/>
                  <a:gd name="connsiteY182" fmla="*/ 10833 h 93854"/>
                  <a:gd name="connsiteX183" fmla="*/ 266771 w 554583"/>
                  <a:gd name="connsiteY183" fmla="*/ 0 h 93854"/>
                  <a:gd name="connsiteX184" fmla="*/ 274896 w 554583"/>
                  <a:gd name="connsiteY184" fmla="*/ 0 h 93854"/>
                  <a:gd name="connsiteX185" fmla="*/ 274896 w 554583"/>
                  <a:gd name="connsiteY185" fmla="*/ 55938 h 93854"/>
                  <a:gd name="connsiteX186" fmla="*/ 266771 w 554583"/>
                  <a:gd name="connsiteY186" fmla="*/ 55938 h 93854"/>
                  <a:gd name="connsiteX187" fmla="*/ 266771 w 554583"/>
                  <a:gd name="connsiteY187" fmla="*/ 27917 h 93854"/>
                  <a:gd name="connsiteX188" fmla="*/ 247604 w 554583"/>
                  <a:gd name="connsiteY188" fmla="*/ 27917 h 93854"/>
                  <a:gd name="connsiteX189" fmla="*/ 247604 w 554583"/>
                  <a:gd name="connsiteY189" fmla="*/ 21042 h 93854"/>
                  <a:gd name="connsiteX190" fmla="*/ 266771 w 554583"/>
                  <a:gd name="connsiteY190" fmla="*/ 21042 h 93854"/>
                  <a:gd name="connsiteX191" fmla="*/ 158125 w 554583"/>
                  <a:gd name="connsiteY191" fmla="*/ 0 h 93854"/>
                  <a:gd name="connsiteX192" fmla="*/ 166250 w 554583"/>
                  <a:gd name="connsiteY192" fmla="*/ 0 h 93854"/>
                  <a:gd name="connsiteX193" fmla="*/ 166250 w 554583"/>
                  <a:gd name="connsiteY193" fmla="*/ 22813 h 93854"/>
                  <a:gd name="connsiteX194" fmla="*/ 178854 w 554583"/>
                  <a:gd name="connsiteY194" fmla="*/ 22813 h 93854"/>
                  <a:gd name="connsiteX195" fmla="*/ 178854 w 554583"/>
                  <a:gd name="connsiteY195" fmla="*/ 30000 h 93854"/>
                  <a:gd name="connsiteX196" fmla="*/ 166250 w 554583"/>
                  <a:gd name="connsiteY196" fmla="*/ 30000 h 93854"/>
                  <a:gd name="connsiteX197" fmla="*/ 166250 w 554583"/>
                  <a:gd name="connsiteY197" fmla="*/ 67396 h 93854"/>
                  <a:gd name="connsiteX198" fmla="*/ 158125 w 554583"/>
                  <a:gd name="connsiteY198" fmla="*/ 67396 h 93854"/>
                  <a:gd name="connsiteX199" fmla="*/ 73854 w 554583"/>
                  <a:gd name="connsiteY199" fmla="*/ 0 h 93854"/>
                  <a:gd name="connsiteX200" fmla="*/ 81771 w 554583"/>
                  <a:gd name="connsiteY200" fmla="*/ 0 h 93854"/>
                  <a:gd name="connsiteX201" fmla="*/ 81771 w 554583"/>
                  <a:gd name="connsiteY201" fmla="*/ 92292 h 93854"/>
                  <a:gd name="connsiteX202" fmla="*/ 73854 w 554583"/>
                  <a:gd name="connsiteY202" fmla="*/ 92292 h 93854"/>
                  <a:gd name="connsiteX203" fmla="*/ 73854 w 554583"/>
                  <a:gd name="connsiteY203" fmla="*/ 41459 h 93854"/>
                  <a:gd name="connsiteX204" fmla="*/ 61979 w 554583"/>
                  <a:gd name="connsiteY204" fmla="*/ 41459 h 93854"/>
                  <a:gd name="connsiteX205" fmla="*/ 61979 w 554583"/>
                  <a:gd name="connsiteY205" fmla="*/ 87917 h 93854"/>
                  <a:gd name="connsiteX206" fmla="*/ 53958 w 554583"/>
                  <a:gd name="connsiteY206" fmla="*/ 87917 h 93854"/>
                  <a:gd name="connsiteX207" fmla="*/ 53958 w 554583"/>
                  <a:gd name="connsiteY207" fmla="*/ 1563 h 93854"/>
                  <a:gd name="connsiteX208" fmla="*/ 61979 w 554583"/>
                  <a:gd name="connsiteY208" fmla="*/ 1563 h 93854"/>
                  <a:gd name="connsiteX209" fmla="*/ 61979 w 554583"/>
                  <a:gd name="connsiteY209" fmla="*/ 33542 h 93854"/>
                  <a:gd name="connsiteX210" fmla="*/ 73854 w 554583"/>
                  <a:gd name="connsiteY210" fmla="*/ 33542 h 93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</a:cxnLst>
                <a:rect l="l" t="t" r="r" b="b"/>
                <a:pathLst>
                  <a:path w="554583" h="93854">
                    <a:moveTo>
                      <a:pt x="245000" y="63229"/>
                    </a:moveTo>
                    <a:cubicBezTo>
                      <a:pt x="241806" y="63229"/>
                      <a:pt x="238837" y="63503"/>
                      <a:pt x="236094" y="64063"/>
                    </a:cubicBezTo>
                    <a:cubicBezTo>
                      <a:pt x="233352" y="64623"/>
                      <a:pt x="230938" y="65417"/>
                      <a:pt x="228854" y="66458"/>
                    </a:cubicBezTo>
                    <a:cubicBezTo>
                      <a:pt x="226841" y="67435"/>
                      <a:pt x="225261" y="68659"/>
                      <a:pt x="224115" y="70156"/>
                    </a:cubicBezTo>
                    <a:cubicBezTo>
                      <a:pt x="222969" y="71654"/>
                      <a:pt x="222396" y="73334"/>
                      <a:pt x="222396" y="75208"/>
                    </a:cubicBezTo>
                    <a:cubicBezTo>
                      <a:pt x="222396" y="77084"/>
                      <a:pt x="222969" y="78789"/>
                      <a:pt x="224115" y="80313"/>
                    </a:cubicBezTo>
                    <a:cubicBezTo>
                      <a:pt x="225261" y="81836"/>
                      <a:pt x="226875" y="83125"/>
                      <a:pt x="228959" y="84167"/>
                    </a:cubicBezTo>
                    <a:cubicBezTo>
                      <a:pt x="230973" y="85208"/>
                      <a:pt x="233352" y="86003"/>
                      <a:pt x="236094" y="86563"/>
                    </a:cubicBezTo>
                    <a:cubicBezTo>
                      <a:pt x="238837" y="87123"/>
                      <a:pt x="241806" y="87396"/>
                      <a:pt x="245000" y="87396"/>
                    </a:cubicBezTo>
                    <a:cubicBezTo>
                      <a:pt x="248264" y="87396"/>
                      <a:pt x="251285" y="87123"/>
                      <a:pt x="254063" y="86563"/>
                    </a:cubicBezTo>
                    <a:cubicBezTo>
                      <a:pt x="256841" y="86003"/>
                      <a:pt x="259271" y="85208"/>
                      <a:pt x="261354" y="84167"/>
                    </a:cubicBezTo>
                    <a:cubicBezTo>
                      <a:pt x="263369" y="83125"/>
                      <a:pt x="264966" y="81862"/>
                      <a:pt x="266146" y="80365"/>
                    </a:cubicBezTo>
                    <a:cubicBezTo>
                      <a:pt x="267327" y="78867"/>
                      <a:pt x="267917" y="77188"/>
                      <a:pt x="267917" y="75313"/>
                    </a:cubicBezTo>
                    <a:cubicBezTo>
                      <a:pt x="267917" y="71563"/>
                      <a:pt x="265748" y="68607"/>
                      <a:pt x="261406" y="66458"/>
                    </a:cubicBezTo>
                    <a:cubicBezTo>
                      <a:pt x="257067" y="64310"/>
                      <a:pt x="251598" y="63229"/>
                      <a:pt x="245000" y="63229"/>
                    </a:cubicBezTo>
                    <a:close/>
                    <a:moveTo>
                      <a:pt x="395938" y="60313"/>
                    </a:moveTo>
                    <a:lnTo>
                      <a:pt x="404375" y="60313"/>
                    </a:lnTo>
                    <a:lnTo>
                      <a:pt x="404375" y="83334"/>
                    </a:lnTo>
                    <a:lnTo>
                      <a:pt x="458334" y="83334"/>
                    </a:lnTo>
                    <a:lnTo>
                      <a:pt x="458334" y="90417"/>
                    </a:lnTo>
                    <a:lnTo>
                      <a:pt x="398125" y="90417"/>
                    </a:lnTo>
                    <a:cubicBezTo>
                      <a:pt x="397292" y="90417"/>
                      <a:pt x="396719" y="90261"/>
                      <a:pt x="396407" y="89948"/>
                    </a:cubicBezTo>
                    <a:cubicBezTo>
                      <a:pt x="396094" y="89635"/>
                      <a:pt x="395938" y="89063"/>
                      <a:pt x="395938" y="88229"/>
                    </a:cubicBezTo>
                    <a:close/>
                    <a:moveTo>
                      <a:pt x="108229" y="59063"/>
                    </a:moveTo>
                    <a:lnTo>
                      <a:pt x="116563" y="59063"/>
                    </a:lnTo>
                    <a:lnTo>
                      <a:pt x="116563" y="83334"/>
                    </a:lnTo>
                    <a:lnTo>
                      <a:pt x="169375" y="83334"/>
                    </a:lnTo>
                    <a:lnTo>
                      <a:pt x="169375" y="90417"/>
                    </a:lnTo>
                    <a:lnTo>
                      <a:pt x="110417" y="90417"/>
                    </a:lnTo>
                    <a:cubicBezTo>
                      <a:pt x="109583" y="90417"/>
                      <a:pt x="109010" y="90261"/>
                      <a:pt x="108698" y="89948"/>
                    </a:cubicBezTo>
                    <a:cubicBezTo>
                      <a:pt x="108385" y="89635"/>
                      <a:pt x="108229" y="89063"/>
                      <a:pt x="108229" y="88229"/>
                    </a:cubicBezTo>
                    <a:close/>
                    <a:moveTo>
                      <a:pt x="245000" y="56458"/>
                    </a:moveTo>
                    <a:cubicBezTo>
                      <a:pt x="254583" y="56458"/>
                      <a:pt x="262240" y="58177"/>
                      <a:pt x="267969" y="61615"/>
                    </a:cubicBezTo>
                    <a:cubicBezTo>
                      <a:pt x="273698" y="65052"/>
                      <a:pt x="276563" y="69584"/>
                      <a:pt x="276563" y="75208"/>
                    </a:cubicBezTo>
                    <a:cubicBezTo>
                      <a:pt x="276563" y="80977"/>
                      <a:pt x="273698" y="85521"/>
                      <a:pt x="267969" y="88854"/>
                    </a:cubicBezTo>
                    <a:cubicBezTo>
                      <a:pt x="262240" y="92188"/>
                      <a:pt x="254583" y="93854"/>
                      <a:pt x="245000" y="93854"/>
                    </a:cubicBezTo>
                    <a:cubicBezTo>
                      <a:pt x="240208" y="93854"/>
                      <a:pt x="235886" y="93425"/>
                      <a:pt x="232031" y="92552"/>
                    </a:cubicBezTo>
                    <a:cubicBezTo>
                      <a:pt x="228177" y="91680"/>
                      <a:pt x="224896" y="90456"/>
                      <a:pt x="222188" y="88854"/>
                    </a:cubicBezTo>
                    <a:cubicBezTo>
                      <a:pt x="219410" y="87253"/>
                      <a:pt x="217292" y="85300"/>
                      <a:pt x="215833" y="82969"/>
                    </a:cubicBezTo>
                    <a:cubicBezTo>
                      <a:pt x="214375" y="80638"/>
                      <a:pt x="213646" y="78060"/>
                      <a:pt x="213646" y="75208"/>
                    </a:cubicBezTo>
                    <a:cubicBezTo>
                      <a:pt x="213646" y="72435"/>
                      <a:pt x="214393" y="69883"/>
                      <a:pt x="215886" y="67552"/>
                    </a:cubicBezTo>
                    <a:cubicBezTo>
                      <a:pt x="217379" y="65221"/>
                      <a:pt x="219514" y="63268"/>
                      <a:pt x="222292" y="61667"/>
                    </a:cubicBezTo>
                    <a:cubicBezTo>
                      <a:pt x="225070" y="60000"/>
                      <a:pt x="228369" y="58711"/>
                      <a:pt x="232188" y="57813"/>
                    </a:cubicBezTo>
                    <a:cubicBezTo>
                      <a:pt x="236008" y="56914"/>
                      <a:pt x="240279" y="56458"/>
                      <a:pt x="245000" y="56458"/>
                    </a:cubicBezTo>
                    <a:close/>
                    <a:moveTo>
                      <a:pt x="307292" y="26875"/>
                    </a:moveTo>
                    <a:lnTo>
                      <a:pt x="307292" y="45938"/>
                    </a:lnTo>
                    <a:lnTo>
                      <a:pt x="352500" y="45938"/>
                    </a:lnTo>
                    <a:lnTo>
                      <a:pt x="352500" y="26875"/>
                    </a:lnTo>
                    <a:close/>
                    <a:moveTo>
                      <a:pt x="429688" y="17813"/>
                    </a:moveTo>
                    <a:cubicBezTo>
                      <a:pt x="430035" y="19063"/>
                      <a:pt x="430313" y="20352"/>
                      <a:pt x="430521" y="21667"/>
                    </a:cubicBezTo>
                    <a:cubicBezTo>
                      <a:pt x="430729" y="22982"/>
                      <a:pt x="430834" y="24336"/>
                      <a:pt x="430834" y="25729"/>
                    </a:cubicBezTo>
                    <a:cubicBezTo>
                      <a:pt x="430834" y="26836"/>
                      <a:pt x="430748" y="27930"/>
                      <a:pt x="430573" y="29010"/>
                    </a:cubicBezTo>
                    <a:cubicBezTo>
                      <a:pt x="430400" y="30091"/>
                      <a:pt x="430209" y="31146"/>
                      <a:pt x="430000" y="32188"/>
                    </a:cubicBezTo>
                    <a:lnTo>
                      <a:pt x="447709" y="32188"/>
                    </a:lnTo>
                    <a:lnTo>
                      <a:pt x="447709" y="17813"/>
                    </a:lnTo>
                    <a:close/>
                    <a:moveTo>
                      <a:pt x="406459" y="8334"/>
                    </a:moveTo>
                    <a:cubicBezTo>
                      <a:pt x="401459" y="8334"/>
                      <a:pt x="397571" y="10039"/>
                      <a:pt x="394792" y="13438"/>
                    </a:cubicBezTo>
                    <a:cubicBezTo>
                      <a:pt x="392015" y="16836"/>
                      <a:pt x="390625" y="20938"/>
                      <a:pt x="390625" y="25729"/>
                    </a:cubicBezTo>
                    <a:cubicBezTo>
                      <a:pt x="390625" y="30521"/>
                      <a:pt x="392015" y="34583"/>
                      <a:pt x="394792" y="37917"/>
                    </a:cubicBezTo>
                    <a:cubicBezTo>
                      <a:pt x="397571" y="41250"/>
                      <a:pt x="401459" y="42917"/>
                      <a:pt x="406459" y="42917"/>
                    </a:cubicBezTo>
                    <a:cubicBezTo>
                      <a:pt x="411459" y="42917"/>
                      <a:pt x="415348" y="41250"/>
                      <a:pt x="418125" y="37917"/>
                    </a:cubicBezTo>
                    <a:cubicBezTo>
                      <a:pt x="420904" y="34583"/>
                      <a:pt x="422292" y="30521"/>
                      <a:pt x="422292" y="25729"/>
                    </a:cubicBezTo>
                    <a:cubicBezTo>
                      <a:pt x="422292" y="20938"/>
                      <a:pt x="420904" y="16836"/>
                      <a:pt x="418125" y="13438"/>
                    </a:cubicBezTo>
                    <a:cubicBezTo>
                      <a:pt x="415348" y="10039"/>
                      <a:pt x="411459" y="8334"/>
                      <a:pt x="406459" y="8334"/>
                    </a:cubicBezTo>
                    <a:close/>
                    <a:moveTo>
                      <a:pt x="7083" y="6146"/>
                    </a:moveTo>
                    <a:lnTo>
                      <a:pt x="45521" y="6146"/>
                    </a:lnTo>
                    <a:lnTo>
                      <a:pt x="45521" y="13125"/>
                    </a:lnTo>
                    <a:lnTo>
                      <a:pt x="30625" y="13125"/>
                    </a:lnTo>
                    <a:lnTo>
                      <a:pt x="30625" y="20833"/>
                    </a:lnTo>
                    <a:cubicBezTo>
                      <a:pt x="30625" y="31315"/>
                      <a:pt x="32031" y="40222"/>
                      <a:pt x="34844" y="47552"/>
                    </a:cubicBezTo>
                    <a:cubicBezTo>
                      <a:pt x="37656" y="54883"/>
                      <a:pt x="42708" y="60729"/>
                      <a:pt x="50000" y="65104"/>
                    </a:cubicBezTo>
                    <a:lnTo>
                      <a:pt x="43854" y="70729"/>
                    </a:lnTo>
                    <a:cubicBezTo>
                      <a:pt x="40521" y="68503"/>
                      <a:pt x="37171" y="65261"/>
                      <a:pt x="33802" y="60990"/>
                    </a:cubicBezTo>
                    <a:cubicBezTo>
                      <a:pt x="30435" y="56719"/>
                      <a:pt x="27917" y="51810"/>
                      <a:pt x="26250" y="46250"/>
                    </a:cubicBezTo>
                    <a:cubicBezTo>
                      <a:pt x="25487" y="48958"/>
                      <a:pt x="24462" y="51667"/>
                      <a:pt x="23177" y="54375"/>
                    </a:cubicBezTo>
                    <a:cubicBezTo>
                      <a:pt x="21893" y="57083"/>
                      <a:pt x="20417" y="59649"/>
                      <a:pt x="18750" y="62083"/>
                    </a:cubicBezTo>
                    <a:cubicBezTo>
                      <a:pt x="17014" y="64518"/>
                      <a:pt x="15156" y="66784"/>
                      <a:pt x="13177" y="68907"/>
                    </a:cubicBezTo>
                    <a:cubicBezTo>
                      <a:pt x="11198" y="71029"/>
                      <a:pt x="9202" y="72813"/>
                      <a:pt x="7188" y="74271"/>
                    </a:cubicBezTo>
                    <a:lnTo>
                      <a:pt x="0" y="69063"/>
                    </a:lnTo>
                    <a:cubicBezTo>
                      <a:pt x="7639" y="63920"/>
                      <a:pt x="13264" y="57552"/>
                      <a:pt x="16875" y="49948"/>
                    </a:cubicBezTo>
                    <a:cubicBezTo>
                      <a:pt x="20487" y="42344"/>
                      <a:pt x="22292" y="32709"/>
                      <a:pt x="22292" y="21042"/>
                    </a:cubicBezTo>
                    <a:lnTo>
                      <a:pt x="22292" y="13125"/>
                    </a:lnTo>
                    <a:lnTo>
                      <a:pt x="7083" y="13125"/>
                    </a:lnTo>
                    <a:close/>
                    <a:moveTo>
                      <a:pt x="203438" y="4271"/>
                    </a:moveTo>
                    <a:lnTo>
                      <a:pt x="248542" y="4271"/>
                    </a:lnTo>
                    <a:lnTo>
                      <a:pt x="248542" y="11250"/>
                    </a:lnTo>
                    <a:lnTo>
                      <a:pt x="230417" y="11250"/>
                    </a:lnTo>
                    <a:lnTo>
                      <a:pt x="230417" y="15000"/>
                    </a:lnTo>
                    <a:cubicBezTo>
                      <a:pt x="230417" y="18815"/>
                      <a:pt x="231077" y="22292"/>
                      <a:pt x="232396" y="25417"/>
                    </a:cubicBezTo>
                    <a:cubicBezTo>
                      <a:pt x="233716" y="28542"/>
                      <a:pt x="235487" y="31354"/>
                      <a:pt x="237708" y="33854"/>
                    </a:cubicBezTo>
                    <a:cubicBezTo>
                      <a:pt x="239931" y="36289"/>
                      <a:pt x="242466" y="38385"/>
                      <a:pt x="245313" y="40156"/>
                    </a:cubicBezTo>
                    <a:cubicBezTo>
                      <a:pt x="248160" y="41927"/>
                      <a:pt x="251146" y="43294"/>
                      <a:pt x="254271" y="44271"/>
                    </a:cubicBezTo>
                    <a:lnTo>
                      <a:pt x="249063" y="50313"/>
                    </a:lnTo>
                    <a:cubicBezTo>
                      <a:pt x="247258" y="49545"/>
                      <a:pt x="245279" y="48529"/>
                      <a:pt x="243125" y="47240"/>
                    </a:cubicBezTo>
                    <a:cubicBezTo>
                      <a:pt x="240973" y="45951"/>
                      <a:pt x="238854" y="44479"/>
                      <a:pt x="236771" y="42813"/>
                    </a:cubicBezTo>
                    <a:cubicBezTo>
                      <a:pt x="234688" y="41146"/>
                      <a:pt x="232708" y="39271"/>
                      <a:pt x="230833" y="37188"/>
                    </a:cubicBezTo>
                    <a:cubicBezTo>
                      <a:pt x="228959" y="35104"/>
                      <a:pt x="227396" y="32813"/>
                      <a:pt x="226146" y="30313"/>
                    </a:cubicBezTo>
                    <a:cubicBezTo>
                      <a:pt x="224410" y="35104"/>
                      <a:pt x="221458" y="39492"/>
                      <a:pt x="217292" y="43490"/>
                    </a:cubicBezTo>
                    <a:cubicBezTo>
                      <a:pt x="213125" y="47487"/>
                      <a:pt x="208438" y="50690"/>
                      <a:pt x="203229" y="53125"/>
                    </a:cubicBezTo>
                    <a:lnTo>
                      <a:pt x="197083" y="47604"/>
                    </a:lnTo>
                    <a:cubicBezTo>
                      <a:pt x="200417" y="46289"/>
                      <a:pt x="203577" y="44597"/>
                      <a:pt x="206563" y="42552"/>
                    </a:cubicBezTo>
                    <a:cubicBezTo>
                      <a:pt x="209550" y="40508"/>
                      <a:pt x="212154" y="38086"/>
                      <a:pt x="214375" y="35313"/>
                    </a:cubicBezTo>
                    <a:cubicBezTo>
                      <a:pt x="216598" y="32604"/>
                      <a:pt x="218386" y="29544"/>
                      <a:pt x="219740" y="26146"/>
                    </a:cubicBezTo>
                    <a:cubicBezTo>
                      <a:pt x="221094" y="22748"/>
                      <a:pt x="221771" y="18959"/>
                      <a:pt x="221771" y="14792"/>
                    </a:cubicBezTo>
                    <a:lnTo>
                      <a:pt x="221771" y="11250"/>
                    </a:lnTo>
                    <a:lnTo>
                      <a:pt x="203438" y="11250"/>
                    </a:lnTo>
                    <a:close/>
                    <a:moveTo>
                      <a:pt x="299063" y="3750"/>
                    </a:moveTo>
                    <a:lnTo>
                      <a:pt x="307292" y="3750"/>
                    </a:lnTo>
                    <a:lnTo>
                      <a:pt x="307292" y="19896"/>
                    </a:lnTo>
                    <a:lnTo>
                      <a:pt x="352500" y="19896"/>
                    </a:lnTo>
                    <a:lnTo>
                      <a:pt x="352500" y="3750"/>
                    </a:lnTo>
                    <a:lnTo>
                      <a:pt x="360729" y="3750"/>
                    </a:lnTo>
                    <a:lnTo>
                      <a:pt x="360729" y="50938"/>
                    </a:lnTo>
                    <a:cubicBezTo>
                      <a:pt x="360729" y="51771"/>
                      <a:pt x="360573" y="52344"/>
                      <a:pt x="360261" y="52656"/>
                    </a:cubicBezTo>
                    <a:cubicBezTo>
                      <a:pt x="359948" y="52969"/>
                      <a:pt x="359375" y="53125"/>
                      <a:pt x="358542" y="53125"/>
                    </a:cubicBezTo>
                    <a:lnTo>
                      <a:pt x="334063" y="53125"/>
                    </a:lnTo>
                    <a:lnTo>
                      <a:pt x="334063" y="73542"/>
                    </a:lnTo>
                    <a:lnTo>
                      <a:pt x="372292" y="73542"/>
                    </a:lnTo>
                    <a:lnTo>
                      <a:pt x="372292" y="80729"/>
                    </a:lnTo>
                    <a:lnTo>
                      <a:pt x="287500" y="80729"/>
                    </a:lnTo>
                    <a:lnTo>
                      <a:pt x="287500" y="73542"/>
                    </a:lnTo>
                    <a:lnTo>
                      <a:pt x="325521" y="73542"/>
                    </a:lnTo>
                    <a:lnTo>
                      <a:pt x="325521" y="53125"/>
                    </a:lnTo>
                    <a:lnTo>
                      <a:pt x="301250" y="53125"/>
                    </a:lnTo>
                    <a:cubicBezTo>
                      <a:pt x="300417" y="53125"/>
                      <a:pt x="299844" y="52969"/>
                      <a:pt x="299531" y="52656"/>
                    </a:cubicBezTo>
                    <a:cubicBezTo>
                      <a:pt x="299219" y="52344"/>
                      <a:pt x="299063" y="51771"/>
                      <a:pt x="299063" y="50938"/>
                    </a:cubicBezTo>
                    <a:close/>
                    <a:moveTo>
                      <a:pt x="479688" y="3333"/>
                    </a:moveTo>
                    <a:lnTo>
                      <a:pt x="542292" y="3333"/>
                    </a:lnTo>
                    <a:cubicBezTo>
                      <a:pt x="543125" y="3333"/>
                      <a:pt x="543698" y="3490"/>
                      <a:pt x="544011" y="3802"/>
                    </a:cubicBezTo>
                    <a:cubicBezTo>
                      <a:pt x="544323" y="4115"/>
                      <a:pt x="544479" y="4688"/>
                      <a:pt x="544479" y="5521"/>
                    </a:cubicBezTo>
                    <a:cubicBezTo>
                      <a:pt x="544271" y="8438"/>
                      <a:pt x="543994" y="11615"/>
                      <a:pt x="543646" y="15052"/>
                    </a:cubicBezTo>
                    <a:cubicBezTo>
                      <a:pt x="543300" y="18490"/>
                      <a:pt x="542917" y="21979"/>
                      <a:pt x="542500" y="25521"/>
                    </a:cubicBezTo>
                    <a:cubicBezTo>
                      <a:pt x="542084" y="28998"/>
                      <a:pt x="541615" y="32383"/>
                      <a:pt x="541094" y="35677"/>
                    </a:cubicBezTo>
                    <a:cubicBezTo>
                      <a:pt x="540573" y="38972"/>
                      <a:pt x="540071" y="41875"/>
                      <a:pt x="539584" y="44375"/>
                    </a:cubicBezTo>
                    <a:lnTo>
                      <a:pt x="554584" y="44375"/>
                    </a:lnTo>
                    <a:lnTo>
                      <a:pt x="554584" y="51459"/>
                    </a:lnTo>
                    <a:lnTo>
                      <a:pt x="515521" y="51459"/>
                    </a:lnTo>
                    <a:lnTo>
                      <a:pt x="515521" y="92396"/>
                    </a:lnTo>
                    <a:lnTo>
                      <a:pt x="507188" y="92396"/>
                    </a:lnTo>
                    <a:lnTo>
                      <a:pt x="507188" y="51459"/>
                    </a:lnTo>
                    <a:lnTo>
                      <a:pt x="469792" y="51459"/>
                    </a:lnTo>
                    <a:lnTo>
                      <a:pt x="469792" y="44375"/>
                    </a:lnTo>
                    <a:lnTo>
                      <a:pt x="531355" y="44375"/>
                    </a:lnTo>
                    <a:cubicBezTo>
                      <a:pt x="531841" y="41875"/>
                      <a:pt x="532327" y="39180"/>
                      <a:pt x="532813" y="36302"/>
                    </a:cubicBezTo>
                    <a:cubicBezTo>
                      <a:pt x="533300" y="33425"/>
                      <a:pt x="533750" y="30482"/>
                      <a:pt x="534167" y="27500"/>
                    </a:cubicBezTo>
                    <a:cubicBezTo>
                      <a:pt x="534515" y="24519"/>
                      <a:pt x="534844" y="21563"/>
                      <a:pt x="535157" y="18646"/>
                    </a:cubicBezTo>
                    <a:cubicBezTo>
                      <a:pt x="535469" y="15729"/>
                      <a:pt x="535696" y="12982"/>
                      <a:pt x="535834" y="10417"/>
                    </a:cubicBezTo>
                    <a:lnTo>
                      <a:pt x="479688" y="10417"/>
                    </a:lnTo>
                    <a:close/>
                    <a:moveTo>
                      <a:pt x="98646" y="2604"/>
                    </a:moveTo>
                    <a:lnTo>
                      <a:pt x="106771" y="2604"/>
                    </a:lnTo>
                    <a:lnTo>
                      <a:pt x="106771" y="40834"/>
                    </a:lnTo>
                    <a:lnTo>
                      <a:pt x="116042" y="40834"/>
                    </a:lnTo>
                    <a:cubicBezTo>
                      <a:pt x="119445" y="40834"/>
                      <a:pt x="123039" y="40729"/>
                      <a:pt x="126823" y="40521"/>
                    </a:cubicBezTo>
                    <a:cubicBezTo>
                      <a:pt x="130608" y="40313"/>
                      <a:pt x="134237" y="40039"/>
                      <a:pt x="137708" y="39688"/>
                    </a:cubicBezTo>
                    <a:cubicBezTo>
                      <a:pt x="141181" y="39336"/>
                      <a:pt x="144341" y="38972"/>
                      <a:pt x="147188" y="38594"/>
                    </a:cubicBezTo>
                    <a:cubicBezTo>
                      <a:pt x="150035" y="38216"/>
                      <a:pt x="152188" y="37813"/>
                      <a:pt x="153646" y="37396"/>
                    </a:cubicBezTo>
                    <a:lnTo>
                      <a:pt x="153646" y="44375"/>
                    </a:lnTo>
                    <a:cubicBezTo>
                      <a:pt x="151979" y="44792"/>
                      <a:pt x="149758" y="45247"/>
                      <a:pt x="146979" y="45729"/>
                    </a:cubicBezTo>
                    <a:cubicBezTo>
                      <a:pt x="144202" y="46211"/>
                      <a:pt x="141042" y="46628"/>
                      <a:pt x="137500" y="46979"/>
                    </a:cubicBezTo>
                    <a:cubicBezTo>
                      <a:pt x="134029" y="47331"/>
                      <a:pt x="130331" y="47617"/>
                      <a:pt x="126406" y="47865"/>
                    </a:cubicBezTo>
                    <a:cubicBezTo>
                      <a:pt x="122483" y="48112"/>
                      <a:pt x="118542" y="48229"/>
                      <a:pt x="114583" y="48229"/>
                    </a:cubicBezTo>
                    <a:lnTo>
                      <a:pt x="100833" y="48229"/>
                    </a:lnTo>
                    <a:cubicBezTo>
                      <a:pt x="100000" y="48229"/>
                      <a:pt x="99427" y="48073"/>
                      <a:pt x="99115" y="47760"/>
                    </a:cubicBezTo>
                    <a:cubicBezTo>
                      <a:pt x="98802" y="47448"/>
                      <a:pt x="98646" y="46875"/>
                      <a:pt x="98646" y="46042"/>
                    </a:cubicBezTo>
                    <a:close/>
                    <a:moveTo>
                      <a:pt x="447709" y="0"/>
                    </a:moveTo>
                    <a:lnTo>
                      <a:pt x="455834" y="0"/>
                    </a:lnTo>
                    <a:lnTo>
                      <a:pt x="455834" y="67813"/>
                    </a:lnTo>
                    <a:lnTo>
                      <a:pt x="447709" y="67813"/>
                    </a:lnTo>
                    <a:lnTo>
                      <a:pt x="447709" y="39167"/>
                    </a:lnTo>
                    <a:lnTo>
                      <a:pt x="427084" y="39167"/>
                    </a:lnTo>
                    <a:cubicBezTo>
                      <a:pt x="425000" y="42565"/>
                      <a:pt x="422171" y="45300"/>
                      <a:pt x="418594" y="47344"/>
                    </a:cubicBezTo>
                    <a:cubicBezTo>
                      <a:pt x="415018" y="49388"/>
                      <a:pt x="410973" y="50417"/>
                      <a:pt x="406459" y="50417"/>
                    </a:cubicBezTo>
                    <a:cubicBezTo>
                      <a:pt x="402848" y="50417"/>
                      <a:pt x="399550" y="49779"/>
                      <a:pt x="396563" y="48490"/>
                    </a:cubicBezTo>
                    <a:cubicBezTo>
                      <a:pt x="393577" y="47201"/>
                      <a:pt x="391042" y="45417"/>
                      <a:pt x="388959" y="43125"/>
                    </a:cubicBezTo>
                    <a:cubicBezTo>
                      <a:pt x="386806" y="40899"/>
                      <a:pt x="385140" y="38294"/>
                      <a:pt x="383959" y="35313"/>
                    </a:cubicBezTo>
                    <a:cubicBezTo>
                      <a:pt x="382779" y="32331"/>
                      <a:pt x="382188" y="29128"/>
                      <a:pt x="382188" y="25729"/>
                    </a:cubicBezTo>
                    <a:cubicBezTo>
                      <a:pt x="382188" y="22331"/>
                      <a:pt x="382779" y="19128"/>
                      <a:pt x="383959" y="16146"/>
                    </a:cubicBezTo>
                    <a:cubicBezTo>
                      <a:pt x="385140" y="13164"/>
                      <a:pt x="386806" y="10521"/>
                      <a:pt x="388959" y="8229"/>
                    </a:cubicBezTo>
                    <a:cubicBezTo>
                      <a:pt x="391042" y="6003"/>
                      <a:pt x="393577" y="4232"/>
                      <a:pt x="396563" y="2917"/>
                    </a:cubicBezTo>
                    <a:cubicBezTo>
                      <a:pt x="399550" y="1602"/>
                      <a:pt x="402848" y="938"/>
                      <a:pt x="406459" y="938"/>
                    </a:cubicBezTo>
                    <a:cubicBezTo>
                      <a:pt x="410625" y="938"/>
                      <a:pt x="414410" y="1836"/>
                      <a:pt x="417813" y="3646"/>
                    </a:cubicBezTo>
                    <a:cubicBezTo>
                      <a:pt x="421216" y="5456"/>
                      <a:pt x="423994" y="7852"/>
                      <a:pt x="426146" y="10833"/>
                    </a:cubicBezTo>
                    <a:lnTo>
                      <a:pt x="447709" y="10833"/>
                    </a:lnTo>
                    <a:close/>
                    <a:moveTo>
                      <a:pt x="266771" y="0"/>
                    </a:moveTo>
                    <a:lnTo>
                      <a:pt x="274896" y="0"/>
                    </a:lnTo>
                    <a:lnTo>
                      <a:pt x="274896" y="55938"/>
                    </a:lnTo>
                    <a:lnTo>
                      <a:pt x="266771" y="55938"/>
                    </a:lnTo>
                    <a:lnTo>
                      <a:pt x="266771" y="27917"/>
                    </a:lnTo>
                    <a:lnTo>
                      <a:pt x="247604" y="27917"/>
                    </a:lnTo>
                    <a:lnTo>
                      <a:pt x="247604" y="21042"/>
                    </a:lnTo>
                    <a:lnTo>
                      <a:pt x="266771" y="21042"/>
                    </a:lnTo>
                    <a:close/>
                    <a:moveTo>
                      <a:pt x="158125" y="0"/>
                    </a:moveTo>
                    <a:lnTo>
                      <a:pt x="166250" y="0"/>
                    </a:lnTo>
                    <a:lnTo>
                      <a:pt x="166250" y="22813"/>
                    </a:lnTo>
                    <a:lnTo>
                      <a:pt x="178854" y="22813"/>
                    </a:lnTo>
                    <a:lnTo>
                      <a:pt x="178854" y="30000"/>
                    </a:lnTo>
                    <a:lnTo>
                      <a:pt x="166250" y="30000"/>
                    </a:lnTo>
                    <a:lnTo>
                      <a:pt x="166250" y="67396"/>
                    </a:lnTo>
                    <a:lnTo>
                      <a:pt x="158125" y="67396"/>
                    </a:lnTo>
                    <a:close/>
                    <a:moveTo>
                      <a:pt x="73854" y="0"/>
                    </a:moveTo>
                    <a:lnTo>
                      <a:pt x="81771" y="0"/>
                    </a:lnTo>
                    <a:lnTo>
                      <a:pt x="81771" y="92292"/>
                    </a:lnTo>
                    <a:lnTo>
                      <a:pt x="73854" y="92292"/>
                    </a:lnTo>
                    <a:lnTo>
                      <a:pt x="73854" y="41459"/>
                    </a:lnTo>
                    <a:lnTo>
                      <a:pt x="61979" y="41459"/>
                    </a:lnTo>
                    <a:lnTo>
                      <a:pt x="61979" y="87917"/>
                    </a:lnTo>
                    <a:lnTo>
                      <a:pt x="53958" y="87917"/>
                    </a:lnTo>
                    <a:lnTo>
                      <a:pt x="53958" y="1563"/>
                    </a:lnTo>
                    <a:lnTo>
                      <a:pt x="61979" y="1563"/>
                    </a:lnTo>
                    <a:lnTo>
                      <a:pt x="61979" y="33542"/>
                    </a:lnTo>
                    <a:lnTo>
                      <a:pt x="73854" y="33542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76" name="TextBox 575">
                <a:extLst>
                  <a:ext uri="{FF2B5EF4-FFF2-40B4-BE49-F238E27FC236}">
                    <a16:creationId xmlns:a16="http://schemas.microsoft.com/office/drawing/2014/main" id="{74A94658-CDBE-4458-B77E-77B60EEFA007}"/>
                  </a:ext>
                </a:extLst>
              </p:cNvPr>
              <p:cNvSpPr txBox="1"/>
              <p:nvPr/>
            </p:nvSpPr>
            <p:spPr>
              <a:xfrm>
                <a:off x="1119256" y="5585384"/>
                <a:ext cx="729755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재난정보연구</a:t>
                </a:r>
              </a:p>
            </p:txBody>
          </p:sp>
        </p:grpSp>
        <p:sp>
          <p:nvSpPr>
            <p:cNvPr id="577" name="자유형: 도형 576">
              <a:extLst>
                <a:ext uri="{FF2B5EF4-FFF2-40B4-BE49-F238E27FC236}">
                  <a16:creationId xmlns:a16="http://schemas.microsoft.com/office/drawing/2014/main" id="{61309985-79F3-4CCC-B45D-F3F4DD7A83F8}"/>
                </a:ext>
              </a:extLst>
            </p:cNvPr>
            <p:cNvSpPr/>
            <p:nvPr/>
          </p:nvSpPr>
          <p:spPr>
            <a:xfrm>
              <a:off x="1811971" y="5652836"/>
              <a:ext cx="366456" cy="92604"/>
            </a:xfrm>
            <a:custGeom>
              <a:avLst/>
              <a:gdLst>
                <a:gd name="connsiteX0" fmla="*/ 118643 w 366456"/>
                <a:gd name="connsiteY0" fmla="*/ 68021 h 92604"/>
                <a:gd name="connsiteX1" fmla="*/ 118643 w 366456"/>
                <a:gd name="connsiteY1" fmla="*/ 84896 h 92604"/>
                <a:gd name="connsiteX2" fmla="*/ 162393 w 366456"/>
                <a:gd name="connsiteY2" fmla="*/ 84896 h 92604"/>
                <a:gd name="connsiteX3" fmla="*/ 162393 w 366456"/>
                <a:gd name="connsiteY3" fmla="*/ 68021 h 92604"/>
                <a:gd name="connsiteX4" fmla="*/ 112706 w 366456"/>
                <a:gd name="connsiteY4" fmla="*/ 61458 h 92604"/>
                <a:gd name="connsiteX5" fmla="*/ 168227 w 366456"/>
                <a:gd name="connsiteY5" fmla="*/ 61458 h 92604"/>
                <a:gd name="connsiteX6" fmla="*/ 169945 w 366456"/>
                <a:gd name="connsiteY6" fmla="*/ 61927 h 92604"/>
                <a:gd name="connsiteX7" fmla="*/ 170414 w 366456"/>
                <a:gd name="connsiteY7" fmla="*/ 63646 h 92604"/>
                <a:gd name="connsiteX8" fmla="*/ 170414 w 366456"/>
                <a:gd name="connsiteY8" fmla="*/ 89479 h 92604"/>
                <a:gd name="connsiteX9" fmla="*/ 169945 w 366456"/>
                <a:gd name="connsiteY9" fmla="*/ 91198 h 92604"/>
                <a:gd name="connsiteX10" fmla="*/ 168227 w 366456"/>
                <a:gd name="connsiteY10" fmla="*/ 91667 h 92604"/>
                <a:gd name="connsiteX11" fmla="*/ 112706 w 366456"/>
                <a:gd name="connsiteY11" fmla="*/ 91667 h 92604"/>
                <a:gd name="connsiteX12" fmla="*/ 110987 w 366456"/>
                <a:gd name="connsiteY12" fmla="*/ 91198 h 92604"/>
                <a:gd name="connsiteX13" fmla="*/ 110518 w 366456"/>
                <a:gd name="connsiteY13" fmla="*/ 89479 h 92604"/>
                <a:gd name="connsiteX14" fmla="*/ 110518 w 366456"/>
                <a:gd name="connsiteY14" fmla="*/ 63646 h 92604"/>
                <a:gd name="connsiteX15" fmla="*/ 110987 w 366456"/>
                <a:gd name="connsiteY15" fmla="*/ 61927 h 92604"/>
                <a:gd name="connsiteX16" fmla="*/ 112706 w 366456"/>
                <a:gd name="connsiteY16" fmla="*/ 61458 h 92604"/>
                <a:gd name="connsiteX17" fmla="*/ 304373 w 366456"/>
                <a:gd name="connsiteY17" fmla="*/ 53229 h 92604"/>
                <a:gd name="connsiteX18" fmla="*/ 362185 w 366456"/>
                <a:gd name="connsiteY18" fmla="*/ 53229 h 92604"/>
                <a:gd name="connsiteX19" fmla="*/ 363904 w 366456"/>
                <a:gd name="connsiteY19" fmla="*/ 53698 h 92604"/>
                <a:gd name="connsiteX20" fmla="*/ 364373 w 366456"/>
                <a:gd name="connsiteY20" fmla="*/ 55417 h 92604"/>
                <a:gd name="connsiteX21" fmla="*/ 364373 w 366456"/>
                <a:gd name="connsiteY21" fmla="*/ 73333 h 92604"/>
                <a:gd name="connsiteX22" fmla="*/ 363904 w 366456"/>
                <a:gd name="connsiteY22" fmla="*/ 75052 h 92604"/>
                <a:gd name="connsiteX23" fmla="*/ 362185 w 366456"/>
                <a:gd name="connsiteY23" fmla="*/ 75521 h 92604"/>
                <a:gd name="connsiteX24" fmla="*/ 313227 w 366456"/>
                <a:gd name="connsiteY24" fmla="*/ 75521 h 92604"/>
                <a:gd name="connsiteX25" fmla="*/ 313227 w 366456"/>
                <a:gd name="connsiteY25" fmla="*/ 85104 h 92604"/>
                <a:gd name="connsiteX26" fmla="*/ 366456 w 366456"/>
                <a:gd name="connsiteY26" fmla="*/ 85104 h 92604"/>
                <a:gd name="connsiteX27" fmla="*/ 366456 w 366456"/>
                <a:gd name="connsiteY27" fmla="*/ 91771 h 92604"/>
                <a:gd name="connsiteX28" fmla="*/ 306560 w 366456"/>
                <a:gd name="connsiteY28" fmla="*/ 91771 h 92604"/>
                <a:gd name="connsiteX29" fmla="*/ 304841 w 366456"/>
                <a:gd name="connsiteY29" fmla="*/ 91302 h 92604"/>
                <a:gd name="connsiteX30" fmla="*/ 304373 w 366456"/>
                <a:gd name="connsiteY30" fmla="*/ 89583 h 92604"/>
                <a:gd name="connsiteX31" fmla="*/ 304373 w 366456"/>
                <a:gd name="connsiteY31" fmla="*/ 71354 h 92604"/>
                <a:gd name="connsiteX32" fmla="*/ 304841 w 366456"/>
                <a:gd name="connsiteY32" fmla="*/ 69635 h 92604"/>
                <a:gd name="connsiteX33" fmla="*/ 306560 w 366456"/>
                <a:gd name="connsiteY33" fmla="*/ 69167 h 92604"/>
                <a:gd name="connsiteX34" fmla="*/ 355518 w 366456"/>
                <a:gd name="connsiteY34" fmla="*/ 69167 h 92604"/>
                <a:gd name="connsiteX35" fmla="*/ 355518 w 366456"/>
                <a:gd name="connsiteY35" fmla="*/ 60000 h 92604"/>
                <a:gd name="connsiteX36" fmla="*/ 304373 w 366456"/>
                <a:gd name="connsiteY36" fmla="*/ 60000 h 92604"/>
                <a:gd name="connsiteX37" fmla="*/ 17917 w 366456"/>
                <a:gd name="connsiteY37" fmla="*/ 53229 h 92604"/>
                <a:gd name="connsiteX38" fmla="*/ 75727 w 366456"/>
                <a:gd name="connsiteY38" fmla="*/ 53229 h 92604"/>
                <a:gd name="connsiteX39" fmla="*/ 77445 w 366456"/>
                <a:gd name="connsiteY39" fmla="*/ 53698 h 92604"/>
                <a:gd name="connsiteX40" fmla="*/ 77914 w 366456"/>
                <a:gd name="connsiteY40" fmla="*/ 55417 h 92604"/>
                <a:gd name="connsiteX41" fmla="*/ 77914 w 366456"/>
                <a:gd name="connsiteY41" fmla="*/ 73333 h 92604"/>
                <a:gd name="connsiteX42" fmla="*/ 77445 w 366456"/>
                <a:gd name="connsiteY42" fmla="*/ 75052 h 92604"/>
                <a:gd name="connsiteX43" fmla="*/ 75727 w 366456"/>
                <a:gd name="connsiteY43" fmla="*/ 75521 h 92604"/>
                <a:gd name="connsiteX44" fmla="*/ 26768 w 366456"/>
                <a:gd name="connsiteY44" fmla="*/ 75521 h 92604"/>
                <a:gd name="connsiteX45" fmla="*/ 26768 w 366456"/>
                <a:gd name="connsiteY45" fmla="*/ 85104 h 92604"/>
                <a:gd name="connsiteX46" fmla="*/ 79998 w 366456"/>
                <a:gd name="connsiteY46" fmla="*/ 85104 h 92604"/>
                <a:gd name="connsiteX47" fmla="*/ 79998 w 366456"/>
                <a:gd name="connsiteY47" fmla="*/ 91771 h 92604"/>
                <a:gd name="connsiteX48" fmla="*/ 20102 w 366456"/>
                <a:gd name="connsiteY48" fmla="*/ 91771 h 92604"/>
                <a:gd name="connsiteX49" fmla="*/ 18385 w 366456"/>
                <a:gd name="connsiteY49" fmla="*/ 91302 h 92604"/>
                <a:gd name="connsiteX50" fmla="*/ 17917 w 366456"/>
                <a:gd name="connsiteY50" fmla="*/ 89583 h 92604"/>
                <a:gd name="connsiteX51" fmla="*/ 17917 w 366456"/>
                <a:gd name="connsiteY51" fmla="*/ 71354 h 92604"/>
                <a:gd name="connsiteX52" fmla="*/ 18385 w 366456"/>
                <a:gd name="connsiteY52" fmla="*/ 69635 h 92604"/>
                <a:gd name="connsiteX53" fmla="*/ 20102 w 366456"/>
                <a:gd name="connsiteY53" fmla="*/ 69167 h 92604"/>
                <a:gd name="connsiteX54" fmla="*/ 69060 w 366456"/>
                <a:gd name="connsiteY54" fmla="*/ 69167 h 92604"/>
                <a:gd name="connsiteX55" fmla="*/ 69060 w 366456"/>
                <a:gd name="connsiteY55" fmla="*/ 60000 h 92604"/>
                <a:gd name="connsiteX56" fmla="*/ 17917 w 366456"/>
                <a:gd name="connsiteY56" fmla="*/ 60000 h 92604"/>
                <a:gd name="connsiteX57" fmla="*/ 121664 w 366456"/>
                <a:gd name="connsiteY57" fmla="*/ 28437 h 92604"/>
                <a:gd name="connsiteX58" fmla="*/ 110987 w 366456"/>
                <a:gd name="connsiteY58" fmla="*/ 31042 h 92604"/>
                <a:gd name="connsiteX59" fmla="*/ 107185 w 366456"/>
                <a:gd name="connsiteY59" fmla="*/ 37917 h 92604"/>
                <a:gd name="connsiteX60" fmla="*/ 110987 w 366456"/>
                <a:gd name="connsiteY60" fmla="*/ 44896 h 92604"/>
                <a:gd name="connsiteX61" fmla="*/ 121664 w 366456"/>
                <a:gd name="connsiteY61" fmla="*/ 47604 h 92604"/>
                <a:gd name="connsiteX62" fmla="*/ 132289 w 366456"/>
                <a:gd name="connsiteY62" fmla="*/ 44896 h 92604"/>
                <a:gd name="connsiteX63" fmla="*/ 136143 w 366456"/>
                <a:gd name="connsiteY63" fmla="*/ 37917 h 92604"/>
                <a:gd name="connsiteX64" fmla="*/ 132289 w 366456"/>
                <a:gd name="connsiteY64" fmla="*/ 31042 h 92604"/>
                <a:gd name="connsiteX65" fmla="*/ 121664 w 366456"/>
                <a:gd name="connsiteY65" fmla="*/ 28437 h 92604"/>
                <a:gd name="connsiteX66" fmla="*/ 121664 w 366456"/>
                <a:gd name="connsiteY66" fmla="*/ 22292 h 92604"/>
                <a:gd name="connsiteX67" fmla="*/ 138279 w 366456"/>
                <a:gd name="connsiteY67" fmla="*/ 26615 h 92604"/>
                <a:gd name="connsiteX68" fmla="*/ 144685 w 366456"/>
                <a:gd name="connsiteY68" fmla="*/ 37917 h 92604"/>
                <a:gd name="connsiteX69" fmla="*/ 142914 w 366456"/>
                <a:gd name="connsiteY69" fmla="*/ 44375 h 92604"/>
                <a:gd name="connsiteX70" fmla="*/ 138123 w 366456"/>
                <a:gd name="connsiteY70" fmla="*/ 49375 h 92604"/>
                <a:gd name="connsiteX71" fmla="*/ 130779 w 366456"/>
                <a:gd name="connsiteY71" fmla="*/ 52604 h 92604"/>
                <a:gd name="connsiteX72" fmla="*/ 121664 w 366456"/>
                <a:gd name="connsiteY72" fmla="*/ 53750 h 92604"/>
                <a:gd name="connsiteX73" fmla="*/ 112445 w 366456"/>
                <a:gd name="connsiteY73" fmla="*/ 52604 h 92604"/>
                <a:gd name="connsiteX74" fmla="*/ 105102 w 366456"/>
                <a:gd name="connsiteY74" fmla="*/ 49375 h 92604"/>
                <a:gd name="connsiteX75" fmla="*/ 100362 w 366456"/>
                <a:gd name="connsiteY75" fmla="*/ 44375 h 92604"/>
                <a:gd name="connsiteX76" fmla="*/ 98643 w 366456"/>
                <a:gd name="connsiteY76" fmla="*/ 37917 h 92604"/>
                <a:gd name="connsiteX77" fmla="*/ 105050 w 366456"/>
                <a:gd name="connsiteY77" fmla="*/ 26615 h 92604"/>
                <a:gd name="connsiteX78" fmla="*/ 121664 w 366456"/>
                <a:gd name="connsiteY78" fmla="*/ 22292 h 92604"/>
                <a:gd name="connsiteX79" fmla="*/ 95310 w 366456"/>
                <a:gd name="connsiteY79" fmla="*/ 11667 h 92604"/>
                <a:gd name="connsiteX80" fmla="*/ 148227 w 366456"/>
                <a:gd name="connsiteY80" fmla="*/ 11667 h 92604"/>
                <a:gd name="connsiteX81" fmla="*/ 148227 w 366456"/>
                <a:gd name="connsiteY81" fmla="*/ 18125 h 92604"/>
                <a:gd name="connsiteX82" fmla="*/ 95310 w 366456"/>
                <a:gd name="connsiteY82" fmla="*/ 18125 h 92604"/>
                <a:gd name="connsiteX83" fmla="*/ 220518 w 366456"/>
                <a:gd name="connsiteY83" fmla="*/ 4063 h 92604"/>
                <a:gd name="connsiteX84" fmla="*/ 229060 w 366456"/>
                <a:gd name="connsiteY84" fmla="*/ 4063 h 92604"/>
                <a:gd name="connsiteX85" fmla="*/ 229060 w 366456"/>
                <a:gd name="connsiteY85" fmla="*/ 22188 h 92604"/>
                <a:gd name="connsiteX86" fmla="*/ 235154 w 366456"/>
                <a:gd name="connsiteY86" fmla="*/ 47292 h 92604"/>
                <a:gd name="connsiteX87" fmla="*/ 254373 w 366456"/>
                <a:gd name="connsiteY87" fmla="*/ 65937 h 92604"/>
                <a:gd name="connsiteX88" fmla="*/ 248331 w 366456"/>
                <a:gd name="connsiteY88" fmla="*/ 71875 h 92604"/>
                <a:gd name="connsiteX89" fmla="*/ 234477 w 366456"/>
                <a:gd name="connsiteY89" fmla="*/ 59635 h 92604"/>
                <a:gd name="connsiteX90" fmla="*/ 224581 w 366456"/>
                <a:gd name="connsiteY90" fmla="*/ 43125 h 92604"/>
                <a:gd name="connsiteX91" fmla="*/ 215102 w 366456"/>
                <a:gd name="connsiteY91" fmla="*/ 60729 h 92604"/>
                <a:gd name="connsiteX92" fmla="*/ 200935 w 366456"/>
                <a:gd name="connsiteY92" fmla="*/ 74271 h 92604"/>
                <a:gd name="connsiteX93" fmla="*/ 194060 w 366456"/>
                <a:gd name="connsiteY93" fmla="*/ 68750 h 92604"/>
                <a:gd name="connsiteX94" fmla="*/ 213695 w 366456"/>
                <a:gd name="connsiteY94" fmla="*/ 48542 h 92604"/>
                <a:gd name="connsiteX95" fmla="*/ 220518 w 366456"/>
                <a:gd name="connsiteY95" fmla="*/ 21146 h 92604"/>
                <a:gd name="connsiteX96" fmla="*/ 311248 w 366456"/>
                <a:gd name="connsiteY96" fmla="*/ 2187 h 92604"/>
                <a:gd name="connsiteX97" fmla="*/ 319893 w 366456"/>
                <a:gd name="connsiteY97" fmla="*/ 2187 h 92604"/>
                <a:gd name="connsiteX98" fmla="*/ 319893 w 366456"/>
                <a:gd name="connsiteY98" fmla="*/ 10937 h 92604"/>
                <a:gd name="connsiteX99" fmla="*/ 321716 w 366456"/>
                <a:gd name="connsiteY99" fmla="*/ 19896 h 92604"/>
                <a:gd name="connsiteX100" fmla="*/ 326873 w 366456"/>
                <a:gd name="connsiteY100" fmla="*/ 27812 h 92604"/>
                <a:gd name="connsiteX101" fmla="*/ 334477 w 366456"/>
                <a:gd name="connsiteY101" fmla="*/ 34062 h 92604"/>
                <a:gd name="connsiteX102" fmla="*/ 343956 w 366456"/>
                <a:gd name="connsiteY102" fmla="*/ 38333 h 92604"/>
                <a:gd name="connsiteX103" fmla="*/ 338748 w 366456"/>
                <a:gd name="connsiteY103" fmla="*/ 44479 h 92604"/>
                <a:gd name="connsiteX104" fmla="*/ 325883 w 366456"/>
                <a:gd name="connsiteY104" fmla="*/ 37083 h 92604"/>
                <a:gd name="connsiteX105" fmla="*/ 315623 w 366456"/>
                <a:gd name="connsiteY105" fmla="*/ 25313 h 92604"/>
                <a:gd name="connsiteX106" fmla="*/ 306352 w 366456"/>
                <a:gd name="connsiteY106" fmla="*/ 38073 h 92604"/>
                <a:gd name="connsiteX107" fmla="*/ 292914 w 366456"/>
                <a:gd name="connsiteY107" fmla="*/ 47083 h 92604"/>
                <a:gd name="connsiteX108" fmla="*/ 286352 w 366456"/>
                <a:gd name="connsiteY108" fmla="*/ 41667 h 92604"/>
                <a:gd name="connsiteX109" fmla="*/ 296091 w 366456"/>
                <a:gd name="connsiteY109" fmla="*/ 36458 h 92604"/>
                <a:gd name="connsiteX110" fmla="*/ 303956 w 366456"/>
                <a:gd name="connsiteY110" fmla="*/ 29583 h 92604"/>
                <a:gd name="connsiteX111" fmla="*/ 309321 w 366456"/>
                <a:gd name="connsiteY111" fmla="*/ 21198 h 92604"/>
                <a:gd name="connsiteX112" fmla="*/ 311248 w 366456"/>
                <a:gd name="connsiteY112" fmla="*/ 10937 h 92604"/>
                <a:gd name="connsiteX113" fmla="*/ 24893 w 366456"/>
                <a:gd name="connsiteY113" fmla="*/ 2187 h 92604"/>
                <a:gd name="connsiteX114" fmla="*/ 33539 w 366456"/>
                <a:gd name="connsiteY114" fmla="*/ 2187 h 92604"/>
                <a:gd name="connsiteX115" fmla="*/ 33539 w 366456"/>
                <a:gd name="connsiteY115" fmla="*/ 10729 h 92604"/>
                <a:gd name="connsiteX116" fmla="*/ 35362 w 366456"/>
                <a:gd name="connsiteY116" fmla="*/ 19687 h 92604"/>
                <a:gd name="connsiteX117" fmla="*/ 40518 w 366456"/>
                <a:gd name="connsiteY117" fmla="*/ 27500 h 92604"/>
                <a:gd name="connsiteX118" fmla="*/ 48122 w 366456"/>
                <a:gd name="connsiteY118" fmla="*/ 33750 h 92604"/>
                <a:gd name="connsiteX119" fmla="*/ 57602 w 366456"/>
                <a:gd name="connsiteY119" fmla="*/ 38021 h 92604"/>
                <a:gd name="connsiteX120" fmla="*/ 52393 w 366456"/>
                <a:gd name="connsiteY120" fmla="*/ 44271 h 92604"/>
                <a:gd name="connsiteX121" fmla="*/ 39529 w 366456"/>
                <a:gd name="connsiteY121" fmla="*/ 36875 h 92604"/>
                <a:gd name="connsiteX122" fmla="*/ 29268 w 366456"/>
                <a:gd name="connsiteY122" fmla="*/ 25104 h 92604"/>
                <a:gd name="connsiteX123" fmla="*/ 19997 w 366456"/>
                <a:gd name="connsiteY123" fmla="*/ 37864 h 92604"/>
                <a:gd name="connsiteX124" fmla="*/ 6563 w 366456"/>
                <a:gd name="connsiteY124" fmla="*/ 46875 h 92604"/>
                <a:gd name="connsiteX125" fmla="*/ 0 w 366456"/>
                <a:gd name="connsiteY125" fmla="*/ 41354 h 92604"/>
                <a:gd name="connsiteX126" fmla="*/ 9740 w 366456"/>
                <a:gd name="connsiteY126" fmla="*/ 36146 h 92604"/>
                <a:gd name="connsiteX127" fmla="*/ 17604 w 366456"/>
                <a:gd name="connsiteY127" fmla="*/ 29375 h 92604"/>
                <a:gd name="connsiteX128" fmla="*/ 22966 w 366456"/>
                <a:gd name="connsiteY128" fmla="*/ 20990 h 92604"/>
                <a:gd name="connsiteX129" fmla="*/ 24893 w 366456"/>
                <a:gd name="connsiteY129" fmla="*/ 10729 h 92604"/>
                <a:gd name="connsiteX130" fmla="*/ 356143 w 366456"/>
                <a:gd name="connsiteY130" fmla="*/ 312 h 92604"/>
                <a:gd name="connsiteX131" fmla="*/ 364477 w 366456"/>
                <a:gd name="connsiteY131" fmla="*/ 312 h 92604"/>
                <a:gd name="connsiteX132" fmla="*/ 364477 w 366456"/>
                <a:gd name="connsiteY132" fmla="*/ 48542 h 92604"/>
                <a:gd name="connsiteX133" fmla="*/ 356143 w 366456"/>
                <a:gd name="connsiteY133" fmla="*/ 48542 h 92604"/>
                <a:gd name="connsiteX134" fmla="*/ 356143 w 366456"/>
                <a:gd name="connsiteY134" fmla="*/ 22292 h 92604"/>
                <a:gd name="connsiteX135" fmla="*/ 335831 w 366456"/>
                <a:gd name="connsiteY135" fmla="*/ 22292 h 92604"/>
                <a:gd name="connsiteX136" fmla="*/ 335831 w 366456"/>
                <a:gd name="connsiteY136" fmla="*/ 15208 h 92604"/>
                <a:gd name="connsiteX137" fmla="*/ 356143 w 366456"/>
                <a:gd name="connsiteY137" fmla="*/ 15208 h 92604"/>
                <a:gd name="connsiteX138" fmla="*/ 264998 w 366456"/>
                <a:gd name="connsiteY138" fmla="*/ 312 h 92604"/>
                <a:gd name="connsiteX139" fmla="*/ 273331 w 366456"/>
                <a:gd name="connsiteY139" fmla="*/ 312 h 92604"/>
                <a:gd name="connsiteX140" fmla="*/ 273331 w 366456"/>
                <a:gd name="connsiteY140" fmla="*/ 92604 h 92604"/>
                <a:gd name="connsiteX141" fmla="*/ 264998 w 366456"/>
                <a:gd name="connsiteY141" fmla="*/ 92604 h 92604"/>
                <a:gd name="connsiteX142" fmla="*/ 162498 w 366456"/>
                <a:gd name="connsiteY142" fmla="*/ 312 h 92604"/>
                <a:gd name="connsiteX143" fmla="*/ 170518 w 366456"/>
                <a:gd name="connsiteY143" fmla="*/ 312 h 92604"/>
                <a:gd name="connsiteX144" fmla="*/ 170518 w 366456"/>
                <a:gd name="connsiteY144" fmla="*/ 56354 h 92604"/>
                <a:gd name="connsiteX145" fmla="*/ 162498 w 366456"/>
                <a:gd name="connsiteY145" fmla="*/ 56354 h 92604"/>
                <a:gd name="connsiteX146" fmla="*/ 162498 w 366456"/>
                <a:gd name="connsiteY146" fmla="*/ 37396 h 92604"/>
                <a:gd name="connsiteX147" fmla="*/ 147810 w 366456"/>
                <a:gd name="connsiteY147" fmla="*/ 37396 h 92604"/>
                <a:gd name="connsiteX148" fmla="*/ 147810 w 366456"/>
                <a:gd name="connsiteY148" fmla="*/ 30313 h 92604"/>
                <a:gd name="connsiteX149" fmla="*/ 162498 w 366456"/>
                <a:gd name="connsiteY149" fmla="*/ 30313 h 92604"/>
                <a:gd name="connsiteX150" fmla="*/ 69685 w 366456"/>
                <a:gd name="connsiteY150" fmla="*/ 312 h 92604"/>
                <a:gd name="connsiteX151" fmla="*/ 78018 w 366456"/>
                <a:gd name="connsiteY151" fmla="*/ 312 h 92604"/>
                <a:gd name="connsiteX152" fmla="*/ 78018 w 366456"/>
                <a:gd name="connsiteY152" fmla="*/ 48542 h 92604"/>
                <a:gd name="connsiteX153" fmla="*/ 69685 w 366456"/>
                <a:gd name="connsiteY153" fmla="*/ 48542 h 92604"/>
                <a:gd name="connsiteX154" fmla="*/ 107810 w 366456"/>
                <a:gd name="connsiteY154" fmla="*/ 0 h 92604"/>
                <a:gd name="connsiteX155" fmla="*/ 135206 w 366456"/>
                <a:gd name="connsiteY155" fmla="*/ 0 h 92604"/>
                <a:gd name="connsiteX156" fmla="*/ 135206 w 366456"/>
                <a:gd name="connsiteY156" fmla="*/ 6458 h 92604"/>
                <a:gd name="connsiteX157" fmla="*/ 107810 w 366456"/>
                <a:gd name="connsiteY157" fmla="*/ 6458 h 9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366456" h="92604">
                  <a:moveTo>
                    <a:pt x="118643" y="68021"/>
                  </a:moveTo>
                  <a:lnTo>
                    <a:pt x="118643" y="84896"/>
                  </a:lnTo>
                  <a:lnTo>
                    <a:pt x="162393" y="84896"/>
                  </a:lnTo>
                  <a:lnTo>
                    <a:pt x="162393" y="68021"/>
                  </a:lnTo>
                  <a:close/>
                  <a:moveTo>
                    <a:pt x="112706" y="61458"/>
                  </a:moveTo>
                  <a:lnTo>
                    <a:pt x="168227" y="61458"/>
                  </a:lnTo>
                  <a:cubicBezTo>
                    <a:pt x="169060" y="61458"/>
                    <a:pt x="169633" y="61615"/>
                    <a:pt x="169945" y="61927"/>
                  </a:cubicBezTo>
                  <a:cubicBezTo>
                    <a:pt x="170258" y="62240"/>
                    <a:pt x="170414" y="62813"/>
                    <a:pt x="170414" y="63646"/>
                  </a:cubicBezTo>
                  <a:lnTo>
                    <a:pt x="170414" y="89479"/>
                  </a:lnTo>
                  <a:cubicBezTo>
                    <a:pt x="170414" y="90313"/>
                    <a:pt x="170258" y="90886"/>
                    <a:pt x="169945" y="91198"/>
                  </a:cubicBezTo>
                  <a:cubicBezTo>
                    <a:pt x="169633" y="91510"/>
                    <a:pt x="169060" y="91667"/>
                    <a:pt x="168227" y="91667"/>
                  </a:cubicBezTo>
                  <a:lnTo>
                    <a:pt x="112706" y="91667"/>
                  </a:lnTo>
                  <a:cubicBezTo>
                    <a:pt x="111873" y="91667"/>
                    <a:pt x="111300" y="91510"/>
                    <a:pt x="110987" y="91198"/>
                  </a:cubicBezTo>
                  <a:cubicBezTo>
                    <a:pt x="110675" y="90886"/>
                    <a:pt x="110518" y="90313"/>
                    <a:pt x="110518" y="89479"/>
                  </a:cubicBezTo>
                  <a:lnTo>
                    <a:pt x="110518" y="63646"/>
                  </a:lnTo>
                  <a:cubicBezTo>
                    <a:pt x="110518" y="62813"/>
                    <a:pt x="110675" y="62240"/>
                    <a:pt x="110987" y="61927"/>
                  </a:cubicBezTo>
                  <a:cubicBezTo>
                    <a:pt x="111300" y="61615"/>
                    <a:pt x="111873" y="61458"/>
                    <a:pt x="112706" y="61458"/>
                  </a:cubicBezTo>
                  <a:close/>
                  <a:moveTo>
                    <a:pt x="304373" y="53229"/>
                  </a:moveTo>
                  <a:lnTo>
                    <a:pt x="362185" y="53229"/>
                  </a:lnTo>
                  <a:cubicBezTo>
                    <a:pt x="363019" y="53229"/>
                    <a:pt x="363591" y="53386"/>
                    <a:pt x="363904" y="53698"/>
                  </a:cubicBezTo>
                  <a:cubicBezTo>
                    <a:pt x="364216" y="54011"/>
                    <a:pt x="364373" y="54583"/>
                    <a:pt x="364373" y="55417"/>
                  </a:cubicBezTo>
                  <a:lnTo>
                    <a:pt x="364373" y="73333"/>
                  </a:lnTo>
                  <a:cubicBezTo>
                    <a:pt x="364373" y="74166"/>
                    <a:pt x="364216" y="74739"/>
                    <a:pt x="363904" y="75052"/>
                  </a:cubicBezTo>
                  <a:cubicBezTo>
                    <a:pt x="363591" y="75365"/>
                    <a:pt x="363019" y="75521"/>
                    <a:pt x="362185" y="75521"/>
                  </a:cubicBezTo>
                  <a:lnTo>
                    <a:pt x="313227" y="75521"/>
                  </a:lnTo>
                  <a:lnTo>
                    <a:pt x="313227" y="85104"/>
                  </a:lnTo>
                  <a:lnTo>
                    <a:pt x="366456" y="85104"/>
                  </a:lnTo>
                  <a:lnTo>
                    <a:pt x="366456" y="91771"/>
                  </a:lnTo>
                  <a:lnTo>
                    <a:pt x="306560" y="91771"/>
                  </a:lnTo>
                  <a:cubicBezTo>
                    <a:pt x="305727" y="91771"/>
                    <a:pt x="305154" y="91615"/>
                    <a:pt x="304841" y="91302"/>
                  </a:cubicBezTo>
                  <a:cubicBezTo>
                    <a:pt x="304529" y="90990"/>
                    <a:pt x="304373" y="90417"/>
                    <a:pt x="304373" y="89583"/>
                  </a:cubicBezTo>
                  <a:lnTo>
                    <a:pt x="304373" y="71354"/>
                  </a:lnTo>
                  <a:cubicBezTo>
                    <a:pt x="304373" y="70521"/>
                    <a:pt x="304529" y="69948"/>
                    <a:pt x="304841" y="69635"/>
                  </a:cubicBezTo>
                  <a:cubicBezTo>
                    <a:pt x="305154" y="69323"/>
                    <a:pt x="305727" y="69167"/>
                    <a:pt x="306560" y="69167"/>
                  </a:cubicBezTo>
                  <a:lnTo>
                    <a:pt x="355518" y="69167"/>
                  </a:lnTo>
                  <a:lnTo>
                    <a:pt x="355518" y="60000"/>
                  </a:lnTo>
                  <a:lnTo>
                    <a:pt x="304373" y="60000"/>
                  </a:lnTo>
                  <a:close/>
                  <a:moveTo>
                    <a:pt x="17917" y="53229"/>
                  </a:moveTo>
                  <a:lnTo>
                    <a:pt x="75727" y="53229"/>
                  </a:lnTo>
                  <a:cubicBezTo>
                    <a:pt x="76560" y="53229"/>
                    <a:pt x="77133" y="53386"/>
                    <a:pt x="77445" y="53698"/>
                  </a:cubicBezTo>
                  <a:cubicBezTo>
                    <a:pt x="77758" y="54011"/>
                    <a:pt x="77914" y="54583"/>
                    <a:pt x="77914" y="55417"/>
                  </a:cubicBezTo>
                  <a:lnTo>
                    <a:pt x="77914" y="73333"/>
                  </a:lnTo>
                  <a:cubicBezTo>
                    <a:pt x="77914" y="74166"/>
                    <a:pt x="77758" y="74739"/>
                    <a:pt x="77445" y="75052"/>
                  </a:cubicBezTo>
                  <a:cubicBezTo>
                    <a:pt x="77133" y="75365"/>
                    <a:pt x="76560" y="75521"/>
                    <a:pt x="75727" y="75521"/>
                  </a:cubicBezTo>
                  <a:lnTo>
                    <a:pt x="26768" y="75521"/>
                  </a:lnTo>
                  <a:lnTo>
                    <a:pt x="26768" y="85104"/>
                  </a:lnTo>
                  <a:lnTo>
                    <a:pt x="79998" y="85104"/>
                  </a:lnTo>
                  <a:lnTo>
                    <a:pt x="79998" y="91771"/>
                  </a:lnTo>
                  <a:lnTo>
                    <a:pt x="20102" y="91771"/>
                  </a:lnTo>
                  <a:cubicBezTo>
                    <a:pt x="19271" y="91771"/>
                    <a:pt x="18698" y="91615"/>
                    <a:pt x="18385" y="91302"/>
                  </a:cubicBezTo>
                  <a:cubicBezTo>
                    <a:pt x="18073" y="90990"/>
                    <a:pt x="17917" y="90417"/>
                    <a:pt x="17917" y="89583"/>
                  </a:cubicBezTo>
                  <a:lnTo>
                    <a:pt x="17917" y="71354"/>
                  </a:lnTo>
                  <a:cubicBezTo>
                    <a:pt x="17917" y="70521"/>
                    <a:pt x="18073" y="69948"/>
                    <a:pt x="18385" y="69635"/>
                  </a:cubicBezTo>
                  <a:cubicBezTo>
                    <a:pt x="18698" y="69323"/>
                    <a:pt x="19271" y="69167"/>
                    <a:pt x="20102" y="69167"/>
                  </a:cubicBezTo>
                  <a:lnTo>
                    <a:pt x="69060" y="69167"/>
                  </a:lnTo>
                  <a:lnTo>
                    <a:pt x="69060" y="60000"/>
                  </a:lnTo>
                  <a:lnTo>
                    <a:pt x="17917" y="60000"/>
                  </a:lnTo>
                  <a:close/>
                  <a:moveTo>
                    <a:pt x="121664" y="28437"/>
                  </a:moveTo>
                  <a:cubicBezTo>
                    <a:pt x="117081" y="28437"/>
                    <a:pt x="113526" y="29310"/>
                    <a:pt x="110987" y="31042"/>
                  </a:cubicBezTo>
                  <a:cubicBezTo>
                    <a:pt x="108448" y="32773"/>
                    <a:pt x="107185" y="35065"/>
                    <a:pt x="107185" y="37917"/>
                  </a:cubicBezTo>
                  <a:cubicBezTo>
                    <a:pt x="107185" y="40768"/>
                    <a:pt x="108448" y="43086"/>
                    <a:pt x="110987" y="44896"/>
                  </a:cubicBezTo>
                  <a:cubicBezTo>
                    <a:pt x="113526" y="46706"/>
                    <a:pt x="117081" y="47604"/>
                    <a:pt x="121664" y="47604"/>
                  </a:cubicBezTo>
                  <a:cubicBezTo>
                    <a:pt x="126182" y="47604"/>
                    <a:pt x="129724" y="46706"/>
                    <a:pt x="132289" y="44896"/>
                  </a:cubicBezTo>
                  <a:cubicBezTo>
                    <a:pt x="134854" y="43086"/>
                    <a:pt x="136143" y="40768"/>
                    <a:pt x="136143" y="37917"/>
                  </a:cubicBezTo>
                  <a:cubicBezTo>
                    <a:pt x="136143" y="35065"/>
                    <a:pt x="134854" y="32773"/>
                    <a:pt x="132289" y="31042"/>
                  </a:cubicBezTo>
                  <a:cubicBezTo>
                    <a:pt x="129724" y="29310"/>
                    <a:pt x="126182" y="28437"/>
                    <a:pt x="121664" y="28437"/>
                  </a:cubicBezTo>
                  <a:close/>
                  <a:moveTo>
                    <a:pt x="121664" y="22292"/>
                  </a:moveTo>
                  <a:cubicBezTo>
                    <a:pt x="128474" y="22292"/>
                    <a:pt x="134008" y="23737"/>
                    <a:pt x="138279" y="26615"/>
                  </a:cubicBezTo>
                  <a:cubicBezTo>
                    <a:pt x="142550" y="29492"/>
                    <a:pt x="144685" y="33268"/>
                    <a:pt x="144685" y="37917"/>
                  </a:cubicBezTo>
                  <a:cubicBezTo>
                    <a:pt x="144685" y="40273"/>
                    <a:pt x="144099" y="42435"/>
                    <a:pt x="142914" y="44375"/>
                  </a:cubicBezTo>
                  <a:cubicBezTo>
                    <a:pt x="141729" y="46315"/>
                    <a:pt x="140141" y="47982"/>
                    <a:pt x="138123" y="49375"/>
                  </a:cubicBezTo>
                  <a:cubicBezTo>
                    <a:pt x="136039" y="50768"/>
                    <a:pt x="133591" y="51836"/>
                    <a:pt x="130779" y="52604"/>
                  </a:cubicBezTo>
                  <a:cubicBezTo>
                    <a:pt x="127966" y="53372"/>
                    <a:pt x="124932" y="53750"/>
                    <a:pt x="121664" y="53750"/>
                  </a:cubicBezTo>
                  <a:cubicBezTo>
                    <a:pt x="118331" y="53750"/>
                    <a:pt x="115258" y="53372"/>
                    <a:pt x="112445" y="52604"/>
                  </a:cubicBezTo>
                  <a:cubicBezTo>
                    <a:pt x="109633" y="51836"/>
                    <a:pt x="107185" y="50768"/>
                    <a:pt x="105102" y="49375"/>
                  </a:cubicBezTo>
                  <a:cubicBezTo>
                    <a:pt x="103083" y="47982"/>
                    <a:pt x="101508" y="46315"/>
                    <a:pt x="100362" y="44375"/>
                  </a:cubicBezTo>
                  <a:cubicBezTo>
                    <a:pt x="99216" y="42435"/>
                    <a:pt x="98643" y="40273"/>
                    <a:pt x="98643" y="37917"/>
                  </a:cubicBezTo>
                  <a:cubicBezTo>
                    <a:pt x="98643" y="33268"/>
                    <a:pt x="100779" y="29492"/>
                    <a:pt x="105050" y="26615"/>
                  </a:cubicBezTo>
                  <a:cubicBezTo>
                    <a:pt x="109320" y="23737"/>
                    <a:pt x="114854" y="22292"/>
                    <a:pt x="121664" y="22292"/>
                  </a:cubicBezTo>
                  <a:close/>
                  <a:moveTo>
                    <a:pt x="95310" y="11667"/>
                  </a:moveTo>
                  <a:lnTo>
                    <a:pt x="148227" y="11667"/>
                  </a:lnTo>
                  <a:lnTo>
                    <a:pt x="148227" y="18125"/>
                  </a:lnTo>
                  <a:lnTo>
                    <a:pt x="95310" y="18125"/>
                  </a:lnTo>
                  <a:close/>
                  <a:moveTo>
                    <a:pt x="220518" y="4063"/>
                  </a:moveTo>
                  <a:lnTo>
                    <a:pt x="229060" y="4063"/>
                  </a:lnTo>
                  <a:lnTo>
                    <a:pt x="229060" y="22188"/>
                  </a:lnTo>
                  <a:cubicBezTo>
                    <a:pt x="229060" y="31979"/>
                    <a:pt x="231091" y="40352"/>
                    <a:pt x="235154" y="47292"/>
                  </a:cubicBezTo>
                  <a:cubicBezTo>
                    <a:pt x="239216" y="54232"/>
                    <a:pt x="245623" y="60456"/>
                    <a:pt x="254373" y="65937"/>
                  </a:cubicBezTo>
                  <a:lnTo>
                    <a:pt x="248331" y="71875"/>
                  </a:lnTo>
                  <a:cubicBezTo>
                    <a:pt x="243396" y="68542"/>
                    <a:pt x="238787" y="64466"/>
                    <a:pt x="234477" y="59635"/>
                  </a:cubicBezTo>
                  <a:cubicBezTo>
                    <a:pt x="230167" y="54805"/>
                    <a:pt x="226873" y="49310"/>
                    <a:pt x="224581" y="43125"/>
                  </a:cubicBezTo>
                  <a:cubicBezTo>
                    <a:pt x="222706" y="49584"/>
                    <a:pt x="219542" y="55456"/>
                    <a:pt x="215102" y="60729"/>
                  </a:cubicBezTo>
                  <a:cubicBezTo>
                    <a:pt x="210662" y="66003"/>
                    <a:pt x="205935" y="70521"/>
                    <a:pt x="200935" y="74271"/>
                  </a:cubicBezTo>
                  <a:lnTo>
                    <a:pt x="194060" y="68750"/>
                  </a:lnTo>
                  <a:cubicBezTo>
                    <a:pt x="202602" y="63542"/>
                    <a:pt x="209151" y="56810"/>
                    <a:pt x="213695" y="48542"/>
                  </a:cubicBezTo>
                  <a:cubicBezTo>
                    <a:pt x="218240" y="40273"/>
                    <a:pt x="220518" y="31146"/>
                    <a:pt x="220518" y="21146"/>
                  </a:cubicBezTo>
                  <a:close/>
                  <a:moveTo>
                    <a:pt x="311248" y="2187"/>
                  </a:moveTo>
                  <a:lnTo>
                    <a:pt x="319893" y="2187"/>
                  </a:lnTo>
                  <a:lnTo>
                    <a:pt x="319893" y="10937"/>
                  </a:lnTo>
                  <a:cubicBezTo>
                    <a:pt x="319893" y="14062"/>
                    <a:pt x="320505" y="17044"/>
                    <a:pt x="321716" y="19896"/>
                  </a:cubicBezTo>
                  <a:cubicBezTo>
                    <a:pt x="322927" y="22748"/>
                    <a:pt x="324659" y="25378"/>
                    <a:pt x="326873" y="27812"/>
                  </a:cubicBezTo>
                  <a:cubicBezTo>
                    <a:pt x="329021" y="30169"/>
                    <a:pt x="331560" y="32252"/>
                    <a:pt x="334477" y="34062"/>
                  </a:cubicBezTo>
                  <a:cubicBezTo>
                    <a:pt x="337393" y="35872"/>
                    <a:pt x="340557" y="37292"/>
                    <a:pt x="343956" y="38333"/>
                  </a:cubicBezTo>
                  <a:lnTo>
                    <a:pt x="338748" y="44479"/>
                  </a:lnTo>
                  <a:cubicBezTo>
                    <a:pt x="334373" y="42604"/>
                    <a:pt x="330089" y="40143"/>
                    <a:pt x="325883" y="37083"/>
                  </a:cubicBezTo>
                  <a:cubicBezTo>
                    <a:pt x="321677" y="34024"/>
                    <a:pt x="318266" y="30104"/>
                    <a:pt x="315623" y="25313"/>
                  </a:cubicBezTo>
                  <a:cubicBezTo>
                    <a:pt x="313604" y="30104"/>
                    <a:pt x="310518" y="34362"/>
                    <a:pt x="306352" y="38073"/>
                  </a:cubicBezTo>
                  <a:cubicBezTo>
                    <a:pt x="302185" y="41784"/>
                    <a:pt x="297706" y="44792"/>
                    <a:pt x="292914" y="47083"/>
                  </a:cubicBezTo>
                  <a:lnTo>
                    <a:pt x="286352" y="41667"/>
                  </a:lnTo>
                  <a:cubicBezTo>
                    <a:pt x="289828" y="40209"/>
                    <a:pt x="293071" y="38476"/>
                    <a:pt x="296091" y="36458"/>
                  </a:cubicBezTo>
                  <a:cubicBezTo>
                    <a:pt x="299112" y="34440"/>
                    <a:pt x="301729" y="32148"/>
                    <a:pt x="303956" y="29583"/>
                  </a:cubicBezTo>
                  <a:cubicBezTo>
                    <a:pt x="306248" y="27083"/>
                    <a:pt x="308045" y="24284"/>
                    <a:pt x="309321" y="21198"/>
                  </a:cubicBezTo>
                  <a:cubicBezTo>
                    <a:pt x="310610" y="18112"/>
                    <a:pt x="311248" y="14687"/>
                    <a:pt x="311248" y="10937"/>
                  </a:cubicBezTo>
                  <a:close/>
                  <a:moveTo>
                    <a:pt x="24893" y="2187"/>
                  </a:moveTo>
                  <a:lnTo>
                    <a:pt x="33539" y="2187"/>
                  </a:lnTo>
                  <a:lnTo>
                    <a:pt x="33539" y="10729"/>
                  </a:lnTo>
                  <a:cubicBezTo>
                    <a:pt x="33539" y="13854"/>
                    <a:pt x="34151" y="16836"/>
                    <a:pt x="35362" y="19687"/>
                  </a:cubicBezTo>
                  <a:cubicBezTo>
                    <a:pt x="36573" y="22539"/>
                    <a:pt x="38292" y="25143"/>
                    <a:pt x="40518" y="27500"/>
                  </a:cubicBezTo>
                  <a:cubicBezTo>
                    <a:pt x="42667" y="29857"/>
                    <a:pt x="45206" y="31940"/>
                    <a:pt x="48122" y="33750"/>
                  </a:cubicBezTo>
                  <a:cubicBezTo>
                    <a:pt x="51039" y="35560"/>
                    <a:pt x="54203" y="36979"/>
                    <a:pt x="57602" y="38021"/>
                  </a:cubicBezTo>
                  <a:lnTo>
                    <a:pt x="52393" y="44271"/>
                  </a:lnTo>
                  <a:cubicBezTo>
                    <a:pt x="48018" y="42396"/>
                    <a:pt x="43734" y="39935"/>
                    <a:pt x="39529" y="36875"/>
                  </a:cubicBezTo>
                  <a:cubicBezTo>
                    <a:pt x="35323" y="33815"/>
                    <a:pt x="31912" y="29896"/>
                    <a:pt x="29268" y="25104"/>
                  </a:cubicBezTo>
                  <a:cubicBezTo>
                    <a:pt x="27250" y="29896"/>
                    <a:pt x="24164" y="34153"/>
                    <a:pt x="19997" y="37864"/>
                  </a:cubicBezTo>
                  <a:cubicBezTo>
                    <a:pt x="15833" y="41575"/>
                    <a:pt x="11354" y="44583"/>
                    <a:pt x="6563" y="46875"/>
                  </a:cubicBezTo>
                  <a:lnTo>
                    <a:pt x="0" y="41354"/>
                  </a:lnTo>
                  <a:cubicBezTo>
                    <a:pt x="3471" y="39896"/>
                    <a:pt x="6719" y="38164"/>
                    <a:pt x="9740" y="36146"/>
                  </a:cubicBezTo>
                  <a:cubicBezTo>
                    <a:pt x="12760" y="34128"/>
                    <a:pt x="15382" y="31875"/>
                    <a:pt x="17604" y="29375"/>
                  </a:cubicBezTo>
                  <a:cubicBezTo>
                    <a:pt x="19893" y="26875"/>
                    <a:pt x="21677" y="24076"/>
                    <a:pt x="22966" y="20990"/>
                  </a:cubicBezTo>
                  <a:cubicBezTo>
                    <a:pt x="24255" y="17904"/>
                    <a:pt x="24893" y="14479"/>
                    <a:pt x="24893" y="10729"/>
                  </a:cubicBezTo>
                  <a:close/>
                  <a:moveTo>
                    <a:pt x="356143" y="312"/>
                  </a:moveTo>
                  <a:lnTo>
                    <a:pt x="364477" y="312"/>
                  </a:lnTo>
                  <a:lnTo>
                    <a:pt x="364477" y="48542"/>
                  </a:lnTo>
                  <a:lnTo>
                    <a:pt x="356143" y="48542"/>
                  </a:lnTo>
                  <a:lnTo>
                    <a:pt x="356143" y="22292"/>
                  </a:lnTo>
                  <a:lnTo>
                    <a:pt x="335831" y="22292"/>
                  </a:lnTo>
                  <a:lnTo>
                    <a:pt x="335831" y="15208"/>
                  </a:lnTo>
                  <a:lnTo>
                    <a:pt x="356143" y="15208"/>
                  </a:lnTo>
                  <a:close/>
                  <a:moveTo>
                    <a:pt x="264998" y="312"/>
                  </a:moveTo>
                  <a:lnTo>
                    <a:pt x="273331" y="312"/>
                  </a:lnTo>
                  <a:lnTo>
                    <a:pt x="273331" y="92604"/>
                  </a:lnTo>
                  <a:lnTo>
                    <a:pt x="264998" y="92604"/>
                  </a:lnTo>
                  <a:close/>
                  <a:moveTo>
                    <a:pt x="162498" y="312"/>
                  </a:moveTo>
                  <a:lnTo>
                    <a:pt x="170518" y="312"/>
                  </a:lnTo>
                  <a:lnTo>
                    <a:pt x="170518" y="56354"/>
                  </a:lnTo>
                  <a:lnTo>
                    <a:pt x="162498" y="56354"/>
                  </a:lnTo>
                  <a:lnTo>
                    <a:pt x="162498" y="37396"/>
                  </a:lnTo>
                  <a:lnTo>
                    <a:pt x="147810" y="37396"/>
                  </a:lnTo>
                  <a:lnTo>
                    <a:pt x="147810" y="30313"/>
                  </a:lnTo>
                  <a:lnTo>
                    <a:pt x="162498" y="30313"/>
                  </a:lnTo>
                  <a:close/>
                  <a:moveTo>
                    <a:pt x="69685" y="312"/>
                  </a:moveTo>
                  <a:lnTo>
                    <a:pt x="78018" y="312"/>
                  </a:lnTo>
                  <a:lnTo>
                    <a:pt x="78018" y="48542"/>
                  </a:lnTo>
                  <a:lnTo>
                    <a:pt x="69685" y="48542"/>
                  </a:lnTo>
                  <a:close/>
                  <a:moveTo>
                    <a:pt x="107810" y="0"/>
                  </a:moveTo>
                  <a:lnTo>
                    <a:pt x="135206" y="0"/>
                  </a:lnTo>
                  <a:lnTo>
                    <a:pt x="135206" y="6458"/>
                  </a:lnTo>
                  <a:lnTo>
                    <a:pt x="107810" y="6458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8C510499-0884-4ADE-8DD2-FBC34B5D9386}"/>
                </a:ext>
              </a:extLst>
            </p:cNvPr>
            <p:cNvSpPr txBox="1"/>
            <p:nvPr/>
          </p:nvSpPr>
          <p:spPr>
            <a:xfrm>
              <a:off x="1720531" y="5583978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실험시설</a:t>
              </a:r>
            </a:p>
          </p:txBody>
        </p:sp>
        <p:sp>
          <p:nvSpPr>
            <p:cNvPr id="579" name="자유형: 도형 578">
              <a:extLst>
                <a:ext uri="{FF2B5EF4-FFF2-40B4-BE49-F238E27FC236}">
                  <a16:creationId xmlns:a16="http://schemas.microsoft.com/office/drawing/2014/main" id="{99C264C7-F82C-4287-AC12-7BAFE2EAD818}"/>
                </a:ext>
              </a:extLst>
            </p:cNvPr>
            <p:cNvSpPr/>
            <p:nvPr/>
          </p:nvSpPr>
          <p:spPr>
            <a:xfrm>
              <a:off x="2223674" y="5653149"/>
              <a:ext cx="363021" cy="92500"/>
            </a:xfrm>
            <a:custGeom>
              <a:avLst/>
              <a:gdLst>
                <a:gd name="connsiteX0" fmla="*/ 211354 w 363021"/>
                <a:gd name="connsiteY0" fmla="*/ 62917 h 92500"/>
                <a:gd name="connsiteX1" fmla="*/ 219583 w 363021"/>
                <a:gd name="connsiteY1" fmla="*/ 62917 h 92500"/>
                <a:gd name="connsiteX2" fmla="*/ 219583 w 363021"/>
                <a:gd name="connsiteY2" fmla="*/ 83334 h 92500"/>
                <a:gd name="connsiteX3" fmla="*/ 272500 w 363021"/>
                <a:gd name="connsiteY3" fmla="*/ 83334 h 92500"/>
                <a:gd name="connsiteX4" fmla="*/ 272500 w 363021"/>
                <a:gd name="connsiteY4" fmla="*/ 90417 h 92500"/>
                <a:gd name="connsiteX5" fmla="*/ 213542 w 363021"/>
                <a:gd name="connsiteY5" fmla="*/ 90417 h 92500"/>
                <a:gd name="connsiteX6" fmla="*/ 211823 w 363021"/>
                <a:gd name="connsiteY6" fmla="*/ 89948 h 92500"/>
                <a:gd name="connsiteX7" fmla="*/ 211354 w 363021"/>
                <a:gd name="connsiteY7" fmla="*/ 88229 h 92500"/>
                <a:gd name="connsiteX8" fmla="*/ 0 w 363021"/>
                <a:gd name="connsiteY8" fmla="*/ 52708 h 92500"/>
                <a:gd name="connsiteX9" fmla="*/ 84479 w 363021"/>
                <a:gd name="connsiteY9" fmla="*/ 52708 h 92500"/>
                <a:gd name="connsiteX10" fmla="*/ 84479 w 363021"/>
                <a:gd name="connsiteY10" fmla="*/ 59792 h 92500"/>
                <a:gd name="connsiteX11" fmla="*/ 62396 w 363021"/>
                <a:gd name="connsiteY11" fmla="*/ 59792 h 92500"/>
                <a:gd name="connsiteX12" fmla="*/ 62396 w 363021"/>
                <a:gd name="connsiteY12" fmla="*/ 92292 h 92500"/>
                <a:gd name="connsiteX13" fmla="*/ 54167 w 363021"/>
                <a:gd name="connsiteY13" fmla="*/ 92292 h 92500"/>
                <a:gd name="connsiteX14" fmla="*/ 54167 w 363021"/>
                <a:gd name="connsiteY14" fmla="*/ 59792 h 92500"/>
                <a:gd name="connsiteX15" fmla="*/ 30625 w 363021"/>
                <a:gd name="connsiteY15" fmla="*/ 59792 h 92500"/>
                <a:gd name="connsiteX16" fmla="*/ 30625 w 363021"/>
                <a:gd name="connsiteY16" fmla="*/ 91563 h 92500"/>
                <a:gd name="connsiteX17" fmla="*/ 22292 w 363021"/>
                <a:gd name="connsiteY17" fmla="*/ 91563 h 92500"/>
                <a:gd name="connsiteX18" fmla="*/ 22292 w 363021"/>
                <a:gd name="connsiteY18" fmla="*/ 59792 h 92500"/>
                <a:gd name="connsiteX19" fmla="*/ 0 w 363021"/>
                <a:gd name="connsiteY19" fmla="*/ 59792 h 92500"/>
                <a:gd name="connsiteX20" fmla="*/ 215729 w 363021"/>
                <a:gd name="connsiteY20" fmla="*/ 25208 h 92500"/>
                <a:gd name="connsiteX21" fmla="*/ 223646 w 363021"/>
                <a:gd name="connsiteY21" fmla="*/ 25208 h 92500"/>
                <a:gd name="connsiteX22" fmla="*/ 223646 w 363021"/>
                <a:gd name="connsiteY22" fmla="*/ 47188 h 92500"/>
                <a:gd name="connsiteX23" fmla="*/ 231042 w 363021"/>
                <a:gd name="connsiteY23" fmla="*/ 46979 h 92500"/>
                <a:gd name="connsiteX24" fmla="*/ 240313 w 363021"/>
                <a:gd name="connsiteY24" fmla="*/ 46354 h 92500"/>
                <a:gd name="connsiteX25" fmla="*/ 249896 w 363021"/>
                <a:gd name="connsiteY25" fmla="*/ 45521 h 92500"/>
                <a:gd name="connsiteX26" fmla="*/ 258021 w 363021"/>
                <a:gd name="connsiteY26" fmla="*/ 44375 h 92500"/>
                <a:gd name="connsiteX27" fmla="*/ 258021 w 363021"/>
                <a:gd name="connsiteY27" fmla="*/ 51354 h 92500"/>
                <a:gd name="connsiteX28" fmla="*/ 238386 w 363021"/>
                <a:gd name="connsiteY28" fmla="*/ 53386 h 92500"/>
                <a:gd name="connsiteX29" fmla="*/ 207604 w 363021"/>
                <a:gd name="connsiteY29" fmla="*/ 54375 h 92500"/>
                <a:gd name="connsiteX30" fmla="*/ 196250 w 363021"/>
                <a:gd name="connsiteY30" fmla="*/ 54375 h 92500"/>
                <a:gd name="connsiteX31" fmla="*/ 196250 w 363021"/>
                <a:gd name="connsiteY31" fmla="*/ 47188 h 92500"/>
                <a:gd name="connsiteX32" fmla="*/ 215729 w 363021"/>
                <a:gd name="connsiteY32" fmla="*/ 47188 h 92500"/>
                <a:gd name="connsiteX33" fmla="*/ 42292 w 363021"/>
                <a:gd name="connsiteY33" fmla="*/ 7604 h 92500"/>
                <a:gd name="connsiteX34" fmla="*/ 24844 w 363021"/>
                <a:gd name="connsiteY34" fmla="*/ 11406 h 92500"/>
                <a:gd name="connsiteX35" fmla="*/ 18229 w 363021"/>
                <a:gd name="connsiteY35" fmla="*/ 22396 h 92500"/>
                <a:gd name="connsiteX36" fmla="*/ 20052 w 363021"/>
                <a:gd name="connsiteY36" fmla="*/ 28646 h 92500"/>
                <a:gd name="connsiteX37" fmla="*/ 25104 w 363021"/>
                <a:gd name="connsiteY37" fmla="*/ 33229 h 92500"/>
                <a:gd name="connsiteX38" fmla="*/ 32760 w 363021"/>
                <a:gd name="connsiteY38" fmla="*/ 36042 h 92500"/>
                <a:gd name="connsiteX39" fmla="*/ 42292 w 363021"/>
                <a:gd name="connsiteY39" fmla="*/ 36980 h 92500"/>
                <a:gd name="connsiteX40" fmla="*/ 59427 w 363021"/>
                <a:gd name="connsiteY40" fmla="*/ 33177 h 92500"/>
                <a:gd name="connsiteX41" fmla="*/ 66250 w 363021"/>
                <a:gd name="connsiteY41" fmla="*/ 22396 h 92500"/>
                <a:gd name="connsiteX42" fmla="*/ 59479 w 363021"/>
                <a:gd name="connsiteY42" fmla="*/ 11406 h 92500"/>
                <a:gd name="connsiteX43" fmla="*/ 42292 w 363021"/>
                <a:gd name="connsiteY43" fmla="*/ 7604 h 92500"/>
                <a:gd name="connsiteX44" fmla="*/ 97917 w 363021"/>
                <a:gd name="connsiteY44" fmla="*/ 5313 h 92500"/>
                <a:gd name="connsiteX45" fmla="*/ 146458 w 363021"/>
                <a:gd name="connsiteY45" fmla="*/ 5313 h 92500"/>
                <a:gd name="connsiteX46" fmla="*/ 146458 w 363021"/>
                <a:gd name="connsiteY46" fmla="*/ 12292 h 92500"/>
                <a:gd name="connsiteX47" fmla="*/ 126354 w 363021"/>
                <a:gd name="connsiteY47" fmla="*/ 12292 h 92500"/>
                <a:gd name="connsiteX48" fmla="*/ 126354 w 363021"/>
                <a:gd name="connsiteY48" fmla="*/ 21563 h 92500"/>
                <a:gd name="connsiteX49" fmla="*/ 132604 w 363021"/>
                <a:gd name="connsiteY49" fmla="*/ 47240 h 92500"/>
                <a:gd name="connsiteX50" fmla="*/ 151667 w 363021"/>
                <a:gd name="connsiteY50" fmla="*/ 65521 h 92500"/>
                <a:gd name="connsiteX51" fmla="*/ 145729 w 363021"/>
                <a:gd name="connsiteY51" fmla="*/ 71458 h 92500"/>
                <a:gd name="connsiteX52" fmla="*/ 131875 w 363021"/>
                <a:gd name="connsiteY52" fmla="*/ 59375 h 92500"/>
                <a:gd name="connsiteX53" fmla="*/ 122083 w 363021"/>
                <a:gd name="connsiteY53" fmla="*/ 42604 h 92500"/>
                <a:gd name="connsiteX54" fmla="*/ 118021 w 363021"/>
                <a:gd name="connsiteY54" fmla="*/ 51823 h 92500"/>
                <a:gd name="connsiteX55" fmla="*/ 112083 w 363021"/>
                <a:gd name="connsiteY55" fmla="*/ 60521 h 92500"/>
                <a:gd name="connsiteX56" fmla="*/ 105156 w 363021"/>
                <a:gd name="connsiteY56" fmla="*/ 68021 h 92500"/>
                <a:gd name="connsiteX57" fmla="*/ 98021 w 363021"/>
                <a:gd name="connsiteY57" fmla="*/ 73959 h 92500"/>
                <a:gd name="connsiteX58" fmla="*/ 91250 w 363021"/>
                <a:gd name="connsiteY58" fmla="*/ 68229 h 92500"/>
                <a:gd name="connsiteX59" fmla="*/ 110781 w 363021"/>
                <a:gd name="connsiteY59" fmla="*/ 48438 h 92500"/>
                <a:gd name="connsiteX60" fmla="*/ 117813 w 363021"/>
                <a:gd name="connsiteY60" fmla="*/ 20208 h 92500"/>
                <a:gd name="connsiteX61" fmla="*/ 117813 w 363021"/>
                <a:gd name="connsiteY61" fmla="*/ 12292 h 92500"/>
                <a:gd name="connsiteX62" fmla="*/ 97917 w 363021"/>
                <a:gd name="connsiteY62" fmla="*/ 12292 h 92500"/>
                <a:gd name="connsiteX63" fmla="*/ 294479 w 363021"/>
                <a:gd name="connsiteY63" fmla="*/ 4479 h 92500"/>
                <a:gd name="connsiteX64" fmla="*/ 333646 w 363021"/>
                <a:gd name="connsiteY64" fmla="*/ 4479 h 92500"/>
                <a:gd name="connsiteX65" fmla="*/ 335365 w 363021"/>
                <a:gd name="connsiteY65" fmla="*/ 4948 h 92500"/>
                <a:gd name="connsiteX66" fmla="*/ 335833 w 363021"/>
                <a:gd name="connsiteY66" fmla="*/ 6667 h 92500"/>
                <a:gd name="connsiteX67" fmla="*/ 335833 w 363021"/>
                <a:gd name="connsiteY67" fmla="*/ 38125 h 92500"/>
                <a:gd name="connsiteX68" fmla="*/ 335365 w 363021"/>
                <a:gd name="connsiteY68" fmla="*/ 39844 h 92500"/>
                <a:gd name="connsiteX69" fmla="*/ 333646 w 363021"/>
                <a:gd name="connsiteY69" fmla="*/ 40313 h 92500"/>
                <a:gd name="connsiteX70" fmla="*/ 302709 w 363021"/>
                <a:gd name="connsiteY70" fmla="*/ 40313 h 92500"/>
                <a:gd name="connsiteX71" fmla="*/ 302709 w 363021"/>
                <a:gd name="connsiteY71" fmla="*/ 62292 h 92500"/>
                <a:gd name="connsiteX72" fmla="*/ 312813 w 363021"/>
                <a:gd name="connsiteY72" fmla="*/ 62292 h 92500"/>
                <a:gd name="connsiteX73" fmla="*/ 323906 w 363021"/>
                <a:gd name="connsiteY73" fmla="*/ 61979 h 92500"/>
                <a:gd name="connsiteX74" fmla="*/ 334271 w 363021"/>
                <a:gd name="connsiteY74" fmla="*/ 61250 h 92500"/>
                <a:gd name="connsiteX75" fmla="*/ 343229 w 363021"/>
                <a:gd name="connsiteY75" fmla="*/ 60157 h 92500"/>
                <a:gd name="connsiteX76" fmla="*/ 350104 w 363021"/>
                <a:gd name="connsiteY76" fmla="*/ 58959 h 92500"/>
                <a:gd name="connsiteX77" fmla="*/ 350104 w 363021"/>
                <a:gd name="connsiteY77" fmla="*/ 66146 h 92500"/>
                <a:gd name="connsiteX78" fmla="*/ 342708 w 363021"/>
                <a:gd name="connsiteY78" fmla="*/ 67396 h 92500"/>
                <a:gd name="connsiteX79" fmla="*/ 333125 w 363021"/>
                <a:gd name="connsiteY79" fmla="*/ 68542 h 92500"/>
                <a:gd name="connsiteX80" fmla="*/ 321979 w 363021"/>
                <a:gd name="connsiteY80" fmla="*/ 69375 h 92500"/>
                <a:gd name="connsiteX81" fmla="*/ 310000 w 363021"/>
                <a:gd name="connsiteY81" fmla="*/ 69688 h 92500"/>
                <a:gd name="connsiteX82" fmla="*/ 296667 w 363021"/>
                <a:gd name="connsiteY82" fmla="*/ 69688 h 92500"/>
                <a:gd name="connsiteX83" fmla="*/ 294948 w 363021"/>
                <a:gd name="connsiteY83" fmla="*/ 69219 h 92500"/>
                <a:gd name="connsiteX84" fmla="*/ 294479 w 363021"/>
                <a:gd name="connsiteY84" fmla="*/ 67500 h 92500"/>
                <a:gd name="connsiteX85" fmla="*/ 294479 w 363021"/>
                <a:gd name="connsiteY85" fmla="*/ 35417 h 92500"/>
                <a:gd name="connsiteX86" fmla="*/ 294948 w 363021"/>
                <a:gd name="connsiteY86" fmla="*/ 33698 h 92500"/>
                <a:gd name="connsiteX87" fmla="*/ 296667 w 363021"/>
                <a:gd name="connsiteY87" fmla="*/ 33229 h 92500"/>
                <a:gd name="connsiteX88" fmla="*/ 327709 w 363021"/>
                <a:gd name="connsiteY88" fmla="*/ 33229 h 92500"/>
                <a:gd name="connsiteX89" fmla="*/ 327709 w 363021"/>
                <a:gd name="connsiteY89" fmla="*/ 11667 h 92500"/>
                <a:gd name="connsiteX90" fmla="*/ 294479 w 363021"/>
                <a:gd name="connsiteY90" fmla="*/ 11667 h 92500"/>
                <a:gd name="connsiteX91" fmla="*/ 202084 w 363021"/>
                <a:gd name="connsiteY91" fmla="*/ 3750 h 92500"/>
                <a:gd name="connsiteX92" fmla="*/ 246146 w 363021"/>
                <a:gd name="connsiteY92" fmla="*/ 3750 h 92500"/>
                <a:gd name="connsiteX93" fmla="*/ 247865 w 363021"/>
                <a:gd name="connsiteY93" fmla="*/ 4219 h 92500"/>
                <a:gd name="connsiteX94" fmla="*/ 248333 w 363021"/>
                <a:gd name="connsiteY94" fmla="*/ 5938 h 92500"/>
                <a:gd name="connsiteX95" fmla="*/ 247708 w 363021"/>
                <a:gd name="connsiteY95" fmla="*/ 14636 h 92500"/>
                <a:gd name="connsiteX96" fmla="*/ 246771 w 363021"/>
                <a:gd name="connsiteY96" fmla="*/ 23230 h 92500"/>
                <a:gd name="connsiteX97" fmla="*/ 245677 w 363021"/>
                <a:gd name="connsiteY97" fmla="*/ 31198 h 92500"/>
                <a:gd name="connsiteX98" fmla="*/ 244479 w 363021"/>
                <a:gd name="connsiteY98" fmla="*/ 37709 h 92500"/>
                <a:gd name="connsiteX99" fmla="*/ 236354 w 363021"/>
                <a:gd name="connsiteY99" fmla="*/ 37709 h 92500"/>
                <a:gd name="connsiteX100" fmla="*/ 237396 w 363021"/>
                <a:gd name="connsiteY100" fmla="*/ 31823 h 92500"/>
                <a:gd name="connsiteX101" fmla="*/ 238333 w 363021"/>
                <a:gd name="connsiteY101" fmla="*/ 24792 h 92500"/>
                <a:gd name="connsiteX102" fmla="*/ 239167 w 363021"/>
                <a:gd name="connsiteY102" fmla="*/ 17604 h 92500"/>
                <a:gd name="connsiteX103" fmla="*/ 239792 w 363021"/>
                <a:gd name="connsiteY103" fmla="*/ 10938 h 92500"/>
                <a:gd name="connsiteX104" fmla="*/ 202084 w 363021"/>
                <a:gd name="connsiteY104" fmla="*/ 10938 h 92500"/>
                <a:gd name="connsiteX105" fmla="*/ 42292 w 363021"/>
                <a:gd name="connsiteY105" fmla="*/ 729 h 92500"/>
                <a:gd name="connsiteX106" fmla="*/ 66302 w 363021"/>
                <a:gd name="connsiteY106" fmla="*/ 6562 h 92500"/>
                <a:gd name="connsiteX107" fmla="*/ 75000 w 363021"/>
                <a:gd name="connsiteY107" fmla="*/ 22396 h 92500"/>
                <a:gd name="connsiteX108" fmla="*/ 66354 w 363021"/>
                <a:gd name="connsiteY108" fmla="*/ 37969 h 92500"/>
                <a:gd name="connsiteX109" fmla="*/ 42292 w 363021"/>
                <a:gd name="connsiteY109" fmla="*/ 43854 h 92500"/>
                <a:gd name="connsiteX110" fmla="*/ 28594 w 363021"/>
                <a:gd name="connsiteY110" fmla="*/ 42344 h 92500"/>
                <a:gd name="connsiteX111" fmla="*/ 18229 w 363021"/>
                <a:gd name="connsiteY111" fmla="*/ 38021 h 92500"/>
                <a:gd name="connsiteX112" fmla="*/ 11719 w 363021"/>
                <a:gd name="connsiteY112" fmla="*/ 31250 h 92500"/>
                <a:gd name="connsiteX113" fmla="*/ 9479 w 363021"/>
                <a:gd name="connsiteY113" fmla="*/ 22396 h 92500"/>
                <a:gd name="connsiteX114" fmla="*/ 18229 w 363021"/>
                <a:gd name="connsiteY114" fmla="*/ 6719 h 92500"/>
                <a:gd name="connsiteX115" fmla="*/ 42292 w 363021"/>
                <a:gd name="connsiteY115" fmla="*/ 729 h 92500"/>
                <a:gd name="connsiteX116" fmla="*/ 161771 w 363021"/>
                <a:gd name="connsiteY116" fmla="*/ 209 h 92500"/>
                <a:gd name="connsiteX117" fmla="*/ 170000 w 363021"/>
                <a:gd name="connsiteY117" fmla="*/ 209 h 92500"/>
                <a:gd name="connsiteX118" fmla="*/ 170000 w 363021"/>
                <a:gd name="connsiteY118" fmla="*/ 92500 h 92500"/>
                <a:gd name="connsiteX119" fmla="*/ 161771 w 363021"/>
                <a:gd name="connsiteY119" fmla="*/ 92500 h 92500"/>
                <a:gd name="connsiteX120" fmla="*/ 354792 w 363021"/>
                <a:gd name="connsiteY120" fmla="*/ 0 h 92500"/>
                <a:gd name="connsiteX121" fmla="*/ 363021 w 363021"/>
                <a:gd name="connsiteY121" fmla="*/ 0 h 92500"/>
                <a:gd name="connsiteX122" fmla="*/ 363021 w 363021"/>
                <a:gd name="connsiteY122" fmla="*/ 92292 h 92500"/>
                <a:gd name="connsiteX123" fmla="*/ 354792 w 363021"/>
                <a:gd name="connsiteY123" fmla="*/ 92292 h 92500"/>
                <a:gd name="connsiteX124" fmla="*/ 261354 w 363021"/>
                <a:gd name="connsiteY124" fmla="*/ 0 h 92500"/>
                <a:gd name="connsiteX125" fmla="*/ 269479 w 363021"/>
                <a:gd name="connsiteY125" fmla="*/ 0 h 92500"/>
                <a:gd name="connsiteX126" fmla="*/ 269479 w 363021"/>
                <a:gd name="connsiteY126" fmla="*/ 29687 h 92500"/>
                <a:gd name="connsiteX127" fmla="*/ 282188 w 363021"/>
                <a:gd name="connsiteY127" fmla="*/ 29687 h 92500"/>
                <a:gd name="connsiteX128" fmla="*/ 282188 w 363021"/>
                <a:gd name="connsiteY128" fmla="*/ 36980 h 92500"/>
                <a:gd name="connsiteX129" fmla="*/ 269479 w 363021"/>
                <a:gd name="connsiteY129" fmla="*/ 36980 h 92500"/>
                <a:gd name="connsiteX130" fmla="*/ 269479 w 363021"/>
                <a:gd name="connsiteY130" fmla="*/ 69792 h 92500"/>
                <a:gd name="connsiteX131" fmla="*/ 261354 w 363021"/>
                <a:gd name="connsiteY131" fmla="*/ 69792 h 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363021" h="92500">
                  <a:moveTo>
                    <a:pt x="211354" y="62917"/>
                  </a:moveTo>
                  <a:lnTo>
                    <a:pt x="219583" y="62917"/>
                  </a:lnTo>
                  <a:lnTo>
                    <a:pt x="219583" y="83334"/>
                  </a:lnTo>
                  <a:lnTo>
                    <a:pt x="272500" y="83334"/>
                  </a:lnTo>
                  <a:lnTo>
                    <a:pt x="272500" y="90417"/>
                  </a:lnTo>
                  <a:lnTo>
                    <a:pt x="213542" y="90417"/>
                  </a:lnTo>
                  <a:cubicBezTo>
                    <a:pt x="212708" y="90417"/>
                    <a:pt x="212135" y="90261"/>
                    <a:pt x="211823" y="89948"/>
                  </a:cubicBezTo>
                  <a:cubicBezTo>
                    <a:pt x="211511" y="89635"/>
                    <a:pt x="211354" y="89063"/>
                    <a:pt x="211354" y="88229"/>
                  </a:cubicBezTo>
                  <a:close/>
                  <a:moveTo>
                    <a:pt x="0" y="52708"/>
                  </a:moveTo>
                  <a:lnTo>
                    <a:pt x="84479" y="52708"/>
                  </a:lnTo>
                  <a:lnTo>
                    <a:pt x="84479" y="59792"/>
                  </a:lnTo>
                  <a:lnTo>
                    <a:pt x="62396" y="59792"/>
                  </a:lnTo>
                  <a:lnTo>
                    <a:pt x="62396" y="92292"/>
                  </a:lnTo>
                  <a:lnTo>
                    <a:pt x="54167" y="92292"/>
                  </a:lnTo>
                  <a:lnTo>
                    <a:pt x="54167" y="59792"/>
                  </a:lnTo>
                  <a:lnTo>
                    <a:pt x="30625" y="59792"/>
                  </a:lnTo>
                  <a:lnTo>
                    <a:pt x="30625" y="91563"/>
                  </a:lnTo>
                  <a:lnTo>
                    <a:pt x="22292" y="91563"/>
                  </a:lnTo>
                  <a:lnTo>
                    <a:pt x="22292" y="59792"/>
                  </a:lnTo>
                  <a:lnTo>
                    <a:pt x="0" y="59792"/>
                  </a:lnTo>
                  <a:close/>
                  <a:moveTo>
                    <a:pt x="215729" y="25208"/>
                  </a:moveTo>
                  <a:lnTo>
                    <a:pt x="223646" y="25208"/>
                  </a:lnTo>
                  <a:lnTo>
                    <a:pt x="223646" y="47188"/>
                  </a:lnTo>
                  <a:cubicBezTo>
                    <a:pt x="225586" y="47188"/>
                    <a:pt x="228047" y="47123"/>
                    <a:pt x="231042" y="46979"/>
                  </a:cubicBezTo>
                  <a:cubicBezTo>
                    <a:pt x="234023" y="46836"/>
                    <a:pt x="237109" y="46628"/>
                    <a:pt x="240313" y="46354"/>
                  </a:cubicBezTo>
                  <a:cubicBezTo>
                    <a:pt x="243568" y="46146"/>
                    <a:pt x="246771" y="45873"/>
                    <a:pt x="249896" y="45521"/>
                  </a:cubicBezTo>
                  <a:cubicBezTo>
                    <a:pt x="253021" y="45170"/>
                    <a:pt x="255729" y="44792"/>
                    <a:pt x="258021" y="44375"/>
                  </a:cubicBezTo>
                  <a:lnTo>
                    <a:pt x="258021" y="51354"/>
                  </a:lnTo>
                  <a:cubicBezTo>
                    <a:pt x="253568" y="52044"/>
                    <a:pt x="247031" y="52722"/>
                    <a:pt x="238386" y="53386"/>
                  </a:cubicBezTo>
                  <a:cubicBezTo>
                    <a:pt x="229740" y="54050"/>
                    <a:pt x="219479" y="54375"/>
                    <a:pt x="207604" y="54375"/>
                  </a:cubicBezTo>
                  <a:lnTo>
                    <a:pt x="196250" y="54375"/>
                  </a:lnTo>
                  <a:lnTo>
                    <a:pt x="196250" y="47188"/>
                  </a:lnTo>
                  <a:lnTo>
                    <a:pt x="215729" y="47188"/>
                  </a:lnTo>
                  <a:close/>
                  <a:moveTo>
                    <a:pt x="42292" y="7604"/>
                  </a:moveTo>
                  <a:cubicBezTo>
                    <a:pt x="35065" y="7604"/>
                    <a:pt x="29245" y="8867"/>
                    <a:pt x="24844" y="11406"/>
                  </a:cubicBezTo>
                  <a:cubicBezTo>
                    <a:pt x="20430" y="13946"/>
                    <a:pt x="18229" y="17604"/>
                    <a:pt x="18229" y="22396"/>
                  </a:cubicBezTo>
                  <a:cubicBezTo>
                    <a:pt x="18229" y="24753"/>
                    <a:pt x="18828" y="26836"/>
                    <a:pt x="20052" y="28646"/>
                  </a:cubicBezTo>
                  <a:cubicBezTo>
                    <a:pt x="21263" y="30456"/>
                    <a:pt x="22943" y="31979"/>
                    <a:pt x="25104" y="33229"/>
                  </a:cubicBezTo>
                  <a:cubicBezTo>
                    <a:pt x="27253" y="34479"/>
                    <a:pt x="29805" y="35417"/>
                    <a:pt x="32760" y="36042"/>
                  </a:cubicBezTo>
                  <a:cubicBezTo>
                    <a:pt x="35703" y="36667"/>
                    <a:pt x="38880" y="36980"/>
                    <a:pt x="42292" y="36980"/>
                  </a:cubicBezTo>
                  <a:cubicBezTo>
                    <a:pt x="49167" y="36980"/>
                    <a:pt x="54870" y="35716"/>
                    <a:pt x="59427" y="33177"/>
                  </a:cubicBezTo>
                  <a:cubicBezTo>
                    <a:pt x="63971" y="30638"/>
                    <a:pt x="66250" y="27045"/>
                    <a:pt x="66250" y="22396"/>
                  </a:cubicBezTo>
                  <a:cubicBezTo>
                    <a:pt x="66250" y="17604"/>
                    <a:pt x="63984" y="13946"/>
                    <a:pt x="59479" y="11406"/>
                  </a:cubicBezTo>
                  <a:cubicBezTo>
                    <a:pt x="54961" y="8867"/>
                    <a:pt x="49232" y="7604"/>
                    <a:pt x="42292" y="7604"/>
                  </a:cubicBezTo>
                  <a:close/>
                  <a:moveTo>
                    <a:pt x="97917" y="5313"/>
                  </a:moveTo>
                  <a:lnTo>
                    <a:pt x="146458" y="5313"/>
                  </a:lnTo>
                  <a:lnTo>
                    <a:pt x="146458" y="12292"/>
                  </a:lnTo>
                  <a:lnTo>
                    <a:pt x="126354" y="12292"/>
                  </a:lnTo>
                  <a:lnTo>
                    <a:pt x="126354" y="21563"/>
                  </a:lnTo>
                  <a:cubicBezTo>
                    <a:pt x="126354" y="31497"/>
                    <a:pt x="128438" y="40052"/>
                    <a:pt x="132604" y="47240"/>
                  </a:cubicBezTo>
                  <a:cubicBezTo>
                    <a:pt x="136771" y="54427"/>
                    <a:pt x="143125" y="60521"/>
                    <a:pt x="151667" y="65521"/>
                  </a:cubicBezTo>
                  <a:lnTo>
                    <a:pt x="145729" y="71458"/>
                  </a:lnTo>
                  <a:cubicBezTo>
                    <a:pt x="140938" y="68334"/>
                    <a:pt x="136315" y="64310"/>
                    <a:pt x="131875" y="59375"/>
                  </a:cubicBezTo>
                  <a:cubicBezTo>
                    <a:pt x="127422" y="54440"/>
                    <a:pt x="124167" y="48854"/>
                    <a:pt x="122083" y="42604"/>
                  </a:cubicBezTo>
                  <a:cubicBezTo>
                    <a:pt x="121107" y="45729"/>
                    <a:pt x="119753" y="48802"/>
                    <a:pt x="118021" y="51823"/>
                  </a:cubicBezTo>
                  <a:cubicBezTo>
                    <a:pt x="116276" y="54844"/>
                    <a:pt x="114297" y="57747"/>
                    <a:pt x="112083" y="60521"/>
                  </a:cubicBezTo>
                  <a:cubicBezTo>
                    <a:pt x="109922" y="63229"/>
                    <a:pt x="107617" y="65729"/>
                    <a:pt x="105156" y="68021"/>
                  </a:cubicBezTo>
                  <a:cubicBezTo>
                    <a:pt x="102682" y="70313"/>
                    <a:pt x="100312" y="72292"/>
                    <a:pt x="98021" y="73959"/>
                  </a:cubicBezTo>
                  <a:lnTo>
                    <a:pt x="91250" y="68229"/>
                  </a:lnTo>
                  <a:cubicBezTo>
                    <a:pt x="99583" y="63021"/>
                    <a:pt x="106094" y="56419"/>
                    <a:pt x="110781" y="48438"/>
                  </a:cubicBezTo>
                  <a:cubicBezTo>
                    <a:pt x="115469" y="40456"/>
                    <a:pt x="117813" y="31042"/>
                    <a:pt x="117813" y="20208"/>
                  </a:cubicBezTo>
                  <a:lnTo>
                    <a:pt x="117813" y="12292"/>
                  </a:lnTo>
                  <a:lnTo>
                    <a:pt x="97917" y="12292"/>
                  </a:lnTo>
                  <a:close/>
                  <a:moveTo>
                    <a:pt x="294479" y="4479"/>
                  </a:moveTo>
                  <a:lnTo>
                    <a:pt x="333646" y="4479"/>
                  </a:lnTo>
                  <a:cubicBezTo>
                    <a:pt x="334479" y="4479"/>
                    <a:pt x="335052" y="4636"/>
                    <a:pt x="335365" y="4948"/>
                  </a:cubicBezTo>
                  <a:cubicBezTo>
                    <a:pt x="335677" y="5261"/>
                    <a:pt x="335833" y="5833"/>
                    <a:pt x="335833" y="6667"/>
                  </a:cubicBezTo>
                  <a:lnTo>
                    <a:pt x="335833" y="38125"/>
                  </a:lnTo>
                  <a:cubicBezTo>
                    <a:pt x="335833" y="38958"/>
                    <a:pt x="335677" y="39531"/>
                    <a:pt x="335365" y="39844"/>
                  </a:cubicBezTo>
                  <a:cubicBezTo>
                    <a:pt x="335052" y="40156"/>
                    <a:pt x="334479" y="40313"/>
                    <a:pt x="333646" y="40313"/>
                  </a:cubicBezTo>
                  <a:lnTo>
                    <a:pt x="302709" y="40313"/>
                  </a:lnTo>
                  <a:lnTo>
                    <a:pt x="302709" y="62292"/>
                  </a:lnTo>
                  <a:lnTo>
                    <a:pt x="312813" y="62292"/>
                  </a:lnTo>
                  <a:cubicBezTo>
                    <a:pt x="316563" y="62292"/>
                    <a:pt x="320261" y="62188"/>
                    <a:pt x="323906" y="61979"/>
                  </a:cubicBezTo>
                  <a:cubicBezTo>
                    <a:pt x="327552" y="61771"/>
                    <a:pt x="331003" y="61524"/>
                    <a:pt x="334271" y="61250"/>
                  </a:cubicBezTo>
                  <a:cubicBezTo>
                    <a:pt x="337526" y="60898"/>
                    <a:pt x="340521" y="60534"/>
                    <a:pt x="343229" y="60157"/>
                  </a:cubicBezTo>
                  <a:cubicBezTo>
                    <a:pt x="345938" y="59779"/>
                    <a:pt x="348229" y="59375"/>
                    <a:pt x="350104" y="58959"/>
                  </a:cubicBezTo>
                  <a:lnTo>
                    <a:pt x="350104" y="66146"/>
                  </a:lnTo>
                  <a:cubicBezTo>
                    <a:pt x="348086" y="66563"/>
                    <a:pt x="345625" y="66979"/>
                    <a:pt x="342708" y="67396"/>
                  </a:cubicBezTo>
                  <a:cubicBezTo>
                    <a:pt x="339792" y="67813"/>
                    <a:pt x="336589" y="68190"/>
                    <a:pt x="333125" y="68542"/>
                  </a:cubicBezTo>
                  <a:cubicBezTo>
                    <a:pt x="329649" y="68893"/>
                    <a:pt x="325938" y="69167"/>
                    <a:pt x="321979" y="69375"/>
                  </a:cubicBezTo>
                  <a:cubicBezTo>
                    <a:pt x="318021" y="69584"/>
                    <a:pt x="314024" y="69688"/>
                    <a:pt x="310000" y="69688"/>
                  </a:cubicBezTo>
                  <a:lnTo>
                    <a:pt x="296667" y="69688"/>
                  </a:lnTo>
                  <a:cubicBezTo>
                    <a:pt x="295834" y="69688"/>
                    <a:pt x="295261" y="69532"/>
                    <a:pt x="294948" y="69219"/>
                  </a:cubicBezTo>
                  <a:cubicBezTo>
                    <a:pt x="294635" y="68907"/>
                    <a:pt x="294479" y="68334"/>
                    <a:pt x="294479" y="67500"/>
                  </a:cubicBezTo>
                  <a:lnTo>
                    <a:pt x="294479" y="35417"/>
                  </a:lnTo>
                  <a:cubicBezTo>
                    <a:pt x="294479" y="34583"/>
                    <a:pt x="294635" y="34010"/>
                    <a:pt x="294948" y="33698"/>
                  </a:cubicBezTo>
                  <a:cubicBezTo>
                    <a:pt x="295261" y="33386"/>
                    <a:pt x="295834" y="33229"/>
                    <a:pt x="296667" y="33229"/>
                  </a:cubicBezTo>
                  <a:lnTo>
                    <a:pt x="327709" y="33229"/>
                  </a:lnTo>
                  <a:lnTo>
                    <a:pt x="327709" y="11667"/>
                  </a:lnTo>
                  <a:lnTo>
                    <a:pt x="294479" y="11667"/>
                  </a:lnTo>
                  <a:close/>
                  <a:moveTo>
                    <a:pt x="202084" y="3750"/>
                  </a:moveTo>
                  <a:lnTo>
                    <a:pt x="246146" y="3750"/>
                  </a:lnTo>
                  <a:cubicBezTo>
                    <a:pt x="246979" y="3750"/>
                    <a:pt x="247552" y="3906"/>
                    <a:pt x="247865" y="4219"/>
                  </a:cubicBezTo>
                  <a:cubicBezTo>
                    <a:pt x="248177" y="4532"/>
                    <a:pt x="248333" y="5104"/>
                    <a:pt x="248333" y="5938"/>
                  </a:cubicBezTo>
                  <a:cubicBezTo>
                    <a:pt x="248190" y="8789"/>
                    <a:pt x="247982" y="11680"/>
                    <a:pt x="247708" y="14636"/>
                  </a:cubicBezTo>
                  <a:cubicBezTo>
                    <a:pt x="247422" y="17591"/>
                    <a:pt x="247109" y="20456"/>
                    <a:pt x="246771" y="23230"/>
                  </a:cubicBezTo>
                  <a:cubicBezTo>
                    <a:pt x="246419" y="26081"/>
                    <a:pt x="246055" y="28737"/>
                    <a:pt x="245677" y="31198"/>
                  </a:cubicBezTo>
                  <a:cubicBezTo>
                    <a:pt x="245287" y="33659"/>
                    <a:pt x="244896" y="35834"/>
                    <a:pt x="244479" y="37709"/>
                  </a:cubicBezTo>
                  <a:lnTo>
                    <a:pt x="236354" y="37709"/>
                  </a:lnTo>
                  <a:cubicBezTo>
                    <a:pt x="236693" y="36042"/>
                    <a:pt x="237044" y="34076"/>
                    <a:pt x="237396" y="31823"/>
                  </a:cubicBezTo>
                  <a:cubicBezTo>
                    <a:pt x="237734" y="29571"/>
                    <a:pt x="238047" y="27227"/>
                    <a:pt x="238333" y="24792"/>
                  </a:cubicBezTo>
                  <a:cubicBezTo>
                    <a:pt x="238672" y="22435"/>
                    <a:pt x="238959" y="20039"/>
                    <a:pt x="239167" y="17604"/>
                  </a:cubicBezTo>
                  <a:cubicBezTo>
                    <a:pt x="239375" y="15169"/>
                    <a:pt x="239583" y="12956"/>
                    <a:pt x="239792" y="10938"/>
                  </a:cubicBezTo>
                  <a:lnTo>
                    <a:pt x="202084" y="10938"/>
                  </a:lnTo>
                  <a:close/>
                  <a:moveTo>
                    <a:pt x="42292" y="729"/>
                  </a:moveTo>
                  <a:cubicBezTo>
                    <a:pt x="52500" y="729"/>
                    <a:pt x="60495" y="2669"/>
                    <a:pt x="66302" y="6562"/>
                  </a:cubicBezTo>
                  <a:cubicBezTo>
                    <a:pt x="72096" y="10456"/>
                    <a:pt x="75000" y="15729"/>
                    <a:pt x="75000" y="22396"/>
                  </a:cubicBezTo>
                  <a:cubicBezTo>
                    <a:pt x="75000" y="28854"/>
                    <a:pt x="72109" y="34050"/>
                    <a:pt x="66354" y="37969"/>
                  </a:cubicBezTo>
                  <a:cubicBezTo>
                    <a:pt x="60586" y="41888"/>
                    <a:pt x="52565" y="43854"/>
                    <a:pt x="42292" y="43854"/>
                  </a:cubicBezTo>
                  <a:cubicBezTo>
                    <a:pt x="37214" y="43854"/>
                    <a:pt x="32656" y="43347"/>
                    <a:pt x="28594" y="42344"/>
                  </a:cubicBezTo>
                  <a:cubicBezTo>
                    <a:pt x="24531" y="41341"/>
                    <a:pt x="21068" y="39896"/>
                    <a:pt x="18229" y="38021"/>
                  </a:cubicBezTo>
                  <a:cubicBezTo>
                    <a:pt x="15378" y="36146"/>
                    <a:pt x="13203" y="33893"/>
                    <a:pt x="11719" y="31250"/>
                  </a:cubicBezTo>
                  <a:cubicBezTo>
                    <a:pt x="10221" y="28607"/>
                    <a:pt x="9479" y="25664"/>
                    <a:pt x="9479" y="22396"/>
                  </a:cubicBezTo>
                  <a:cubicBezTo>
                    <a:pt x="9479" y="15937"/>
                    <a:pt x="12396" y="10716"/>
                    <a:pt x="18229" y="6719"/>
                  </a:cubicBezTo>
                  <a:cubicBezTo>
                    <a:pt x="24062" y="2722"/>
                    <a:pt x="32083" y="729"/>
                    <a:pt x="42292" y="729"/>
                  </a:cubicBezTo>
                  <a:close/>
                  <a:moveTo>
                    <a:pt x="161771" y="209"/>
                  </a:moveTo>
                  <a:lnTo>
                    <a:pt x="170000" y="209"/>
                  </a:lnTo>
                  <a:lnTo>
                    <a:pt x="170000" y="92500"/>
                  </a:lnTo>
                  <a:lnTo>
                    <a:pt x="161771" y="92500"/>
                  </a:lnTo>
                  <a:close/>
                  <a:moveTo>
                    <a:pt x="354792" y="0"/>
                  </a:moveTo>
                  <a:lnTo>
                    <a:pt x="363021" y="0"/>
                  </a:lnTo>
                  <a:lnTo>
                    <a:pt x="363021" y="92292"/>
                  </a:lnTo>
                  <a:lnTo>
                    <a:pt x="354792" y="92292"/>
                  </a:lnTo>
                  <a:close/>
                  <a:moveTo>
                    <a:pt x="261354" y="0"/>
                  </a:moveTo>
                  <a:lnTo>
                    <a:pt x="269479" y="0"/>
                  </a:lnTo>
                  <a:lnTo>
                    <a:pt x="269479" y="29687"/>
                  </a:lnTo>
                  <a:lnTo>
                    <a:pt x="282188" y="29687"/>
                  </a:lnTo>
                  <a:lnTo>
                    <a:pt x="282188" y="36980"/>
                  </a:lnTo>
                  <a:lnTo>
                    <a:pt x="269479" y="36980"/>
                  </a:lnTo>
                  <a:lnTo>
                    <a:pt x="269479" y="69792"/>
                  </a:lnTo>
                  <a:lnTo>
                    <a:pt x="261354" y="697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0" name="TextBox 579">
              <a:extLst>
                <a:ext uri="{FF2B5EF4-FFF2-40B4-BE49-F238E27FC236}">
                  <a16:creationId xmlns:a16="http://schemas.microsoft.com/office/drawing/2014/main" id="{B22E21E7-F08D-4457-ADF8-37312E04023F}"/>
                </a:ext>
              </a:extLst>
            </p:cNvPr>
            <p:cNvSpPr txBox="1"/>
            <p:nvPr/>
          </p:nvSpPr>
          <p:spPr>
            <a:xfrm>
              <a:off x="2132234" y="5584200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</a:t>
              </a:r>
            </a:p>
          </p:txBody>
        </p:sp>
        <p:sp>
          <p:nvSpPr>
            <p:cNvPr id="581" name="자유형: 도형 580">
              <a:extLst>
                <a:ext uri="{FF2B5EF4-FFF2-40B4-BE49-F238E27FC236}">
                  <a16:creationId xmlns:a16="http://schemas.microsoft.com/office/drawing/2014/main" id="{5029EB8B-A48D-4B80-B0BE-BEACC812704E}"/>
                </a:ext>
              </a:extLst>
            </p:cNvPr>
            <p:cNvSpPr/>
            <p:nvPr/>
          </p:nvSpPr>
          <p:spPr>
            <a:xfrm>
              <a:off x="2631721" y="5653149"/>
              <a:ext cx="170937" cy="92395"/>
            </a:xfrm>
            <a:custGeom>
              <a:avLst/>
              <a:gdLst>
                <a:gd name="connsiteX0" fmla="*/ 119167 w 170937"/>
                <a:gd name="connsiteY0" fmla="*/ 71667 h 92395"/>
                <a:gd name="connsiteX1" fmla="*/ 119167 w 170937"/>
                <a:gd name="connsiteY1" fmla="*/ 84583 h 92395"/>
                <a:gd name="connsiteX2" fmla="*/ 162813 w 170937"/>
                <a:gd name="connsiteY2" fmla="*/ 84583 h 92395"/>
                <a:gd name="connsiteX3" fmla="*/ 162813 w 170937"/>
                <a:gd name="connsiteY3" fmla="*/ 71667 h 92395"/>
                <a:gd name="connsiteX4" fmla="*/ 111042 w 170937"/>
                <a:gd name="connsiteY4" fmla="*/ 53438 h 92395"/>
                <a:gd name="connsiteX5" fmla="*/ 119167 w 170937"/>
                <a:gd name="connsiteY5" fmla="*/ 53438 h 92395"/>
                <a:gd name="connsiteX6" fmla="*/ 119167 w 170937"/>
                <a:gd name="connsiteY6" fmla="*/ 64896 h 92395"/>
                <a:gd name="connsiteX7" fmla="*/ 162813 w 170937"/>
                <a:gd name="connsiteY7" fmla="*/ 64896 h 92395"/>
                <a:gd name="connsiteX8" fmla="*/ 162813 w 170937"/>
                <a:gd name="connsiteY8" fmla="*/ 53438 h 92395"/>
                <a:gd name="connsiteX9" fmla="*/ 170833 w 170937"/>
                <a:gd name="connsiteY9" fmla="*/ 53438 h 92395"/>
                <a:gd name="connsiteX10" fmla="*/ 170833 w 170937"/>
                <a:gd name="connsiteY10" fmla="*/ 89167 h 92395"/>
                <a:gd name="connsiteX11" fmla="*/ 170365 w 170937"/>
                <a:gd name="connsiteY11" fmla="*/ 90886 h 92395"/>
                <a:gd name="connsiteX12" fmla="*/ 168646 w 170937"/>
                <a:gd name="connsiteY12" fmla="*/ 91354 h 92395"/>
                <a:gd name="connsiteX13" fmla="*/ 113229 w 170937"/>
                <a:gd name="connsiteY13" fmla="*/ 91354 h 92395"/>
                <a:gd name="connsiteX14" fmla="*/ 111510 w 170937"/>
                <a:gd name="connsiteY14" fmla="*/ 90886 h 92395"/>
                <a:gd name="connsiteX15" fmla="*/ 111042 w 170937"/>
                <a:gd name="connsiteY15" fmla="*/ 89167 h 92395"/>
                <a:gd name="connsiteX16" fmla="*/ 121250 w 170937"/>
                <a:gd name="connsiteY16" fmla="*/ 8438 h 92395"/>
                <a:gd name="connsiteX17" fmla="*/ 115104 w 170937"/>
                <a:gd name="connsiteY17" fmla="*/ 9688 h 92395"/>
                <a:gd name="connsiteX18" fmla="*/ 110208 w 170937"/>
                <a:gd name="connsiteY18" fmla="*/ 12917 h 92395"/>
                <a:gd name="connsiteX19" fmla="*/ 106875 w 170937"/>
                <a:gd name="connsiteY19" fmla="*/ 17761 h 92395"/>
                <a:gd name="connsiteX20" fmla="*/ 105729 w 170937"/>
                <a:gd name="connsiteY20" fmla="*/ 23646 h 92395"/>
                <a:gd name="connsiteX21" fmla="*/ 106875 w 170937"/>
                <a:gd name="connsiteY21" fmla="*/ 29531 h 92395"/>
                <a:gd name="connsiteX22" fmla="*/ 110208 w 170937"/>
                <a:gd name="connsiteY22" fmla="*/ 34271 h 92395"/>
                <a:gd name="connsiteX23" fmla="*/ 115104 w 170937"/>
                <a:gd name="connsiteY23" fmla="*/ 37500 h 92395"/>
                <a:gd name="connsiteX24" fmla="*/ 121250 w 170937"/>
                <a:gd name="connsiteY24" fmla="*/ 38646 h 92395"/>
                <a:gd name="connsiteX25" fmla="*/ 132448 w 170937"/>
                <a:gd name="connsiteY25" fmla="*/ 34271 h 92395"/>
                <a:gd name="connsiteX26" fmla="*/ 136771 w 170937"/>
                <a:gd name="connsiteY26" fmla="*/ 23646 h 92395"/>
                <a:gd name="connsiteX27" fmla="*/ 132344 w 170937"/>
                <a:gd name="connsiteY27" fmla="*/ 12865 h 92395"/>
                <a:gd name="connsiteX28" fmla="*/ 121250 w 170937"/>
                <a:gd name="connsiteY28" fmla="*/ 8438 h 92395"/>
                <a:gd name="connsiteX29" fmla="*/ 26250 w 170937"/>
                <a:gd name="connsiteY29" fmla="*/ 3542 h 92395"/>
                <a:gd name="connsiteX30" fmla="*/ 34792 w 170937"/>
                <a:gd name="connsiteY30" fmla="*/ 3542 h 92395"/>
                <a:gd name="connsiteX31" fmla="*/ 34792 w 170937"/>
                <a:gd name="connsiteY31" fmla="*/ 22292 h 92395"/>
                <a:gd name="connsiteX32" fmla="*/ 36250 w 170937"/>
                <a:gd name="connsiteY32" fmla="*/ 35677 h 92395"/>
                <a:gd name="connsiteX33" fmla="*/ 40729 w 170937"/>
                <a:gd name="connsiteY33" fmla="*/ 46979 h 92395"/>
                <a:gd name="connsiteX34" fmla="*/ 49011 w 170937"/>
                <a:gd name="connsiteY34" fmla="*/ 57552 h 92395"/>
                <a:gd name="connsiteX35" fmla="*/ 60104 w 170937"/>
                <a:gd name="connsiteY35" fmla="*/ 65938 h 92395"/>
                <a:gd name="connsiteX36" fmla="*/ 58385 w 170937"/>
                <a:gd name="connsiteY36" fmla="*/ 67396 h 92395"/>
                <a:gd name="connsiteX37" fmla="*/ 56667 w 170937"/>
                <a:gd name="connsiteY37" fmla="*/ 68959 h 92395"/>
                <a:gd name="connsiteX38" fmla="*/ 55104 w 170937"/>
                <a:gd name="connsiteY38" fmla="*/ 70573 h 92395"/>
                <a:gd name="connsiteX39" fmla="*/ 53854 w 170937"/>
                <a:gd name="connsiteY39" fmla="*/ 71875 h 92395"/>
                <a:gd name="connsiteX40" fmla="*/ 47344 w 170937"/>
                <a:gd name="connsiteY40" fmla="*/ 66823 h 92395"/>
                <a:gd name="connsiteX41" fmla="*/ 41042 w 170937"/>
                <a:gd name="connsiteY41" fmla="*/ 60521 h 92395"/>
                <a:gd name="connsiteX42" fmla="*/ 35104 w 170937"/>
                <a:gd name="connsiteY42" fmla="*/ 52396 h 92395"/>
                <a:gd name="connsiteX43" fmla="*/ 30521 w 170937"/>
                <a:gd name="connsiteY43" fmla="*/ 42917 h 92395"/>
                <a:gd name="connsiteX44" fmla="*/ 26771 w 170937"/>
                <a:gd name="connsiteY44" fmla="*/ 51979 h 92395"/>
                <a:gd name="connsiteX45" fmla="*/ 21146 w 170937"/>
                <a:gd name="connsiteY45" fmla="*/ 60521 h 92395"/>
                <a:gd name="connsiteX46" fmla="*/ 14271 w 170937"/>
                <a:gd name="connsiteY46" fmla="*/ 68334 h 92395"/>
                <a:gd name="connsiteX47" fmla="*/ 7188 w 170937"/>
                <a:gd name="connsiteY47" fmla="*/ 74167 h 92395"/>
                <a:gd name="connsiteX48" fmla="*/ 3854 w 170937"/>
                <a:gd name="connsiteY48" fmla="*/ 71406 h 92395"/>
                <a:gd name="connsiteX49" fmla="*/ 0 w 170937"/>
                <a:gd name="connsiteY49" fmla="*/ 68646 h 92395"/>
                <a:gd name="connsiteX50" fmla="*/ 11250 w 170937"/>
                <a:gd name="connsiteY50" fmla="*/ 59636 h 92395"/>
                <a:gd name="connsiteX51" fmla="*/ 19687 w 170937"/>
                <a:gd name="connsiteY51" fmla="*/ 48333 h 92395"/>
                <a:gd name="connsiteX52" fmla="*/ 24583 w 170937"/>
                <a:gd name="connsiteY52" fmla="*/ 35469 h 92395"/>
                <a:gd name="connsiteX53" fmla="*/ 26250 w 170937"/>
                <a:gd name="connsiteY53" fmla="*/ 20833 h 92395"/>
                <a:gd name="connsiteX54" fmla="*/ 162813 w 170937"/>
                <a:gd name="connsiteY54" fmla="*/ 0 h 92395"/>
                <a:gd name="connsiteX55" fmla="*/ 170938 w 170937"/>
                <a:gd name="connsiteY55" fmla="*/ 0 h 92395"/>
                <a:gd name="connsiteX56" fmla="*/ 170938 w 170937"/>
                <a:gd name="connsiteY56" fmla="*/ 48542 h 92395"/>
                <a:gd name="connsiteX57" fmla="*/ 162813 w 170937"/>
                <a:gd name="connsiteY57" fmla="*/ 48542 h 92395"/>
                <a:gd name="connsiteX58" fmla="*/ 162813 w 170937"/>
                <a:gd name="connsiteY58" fmla="*/ 27605 h 92395"/>
                <a:gd name="connsiteX59" fmla="*/ 144688 w 170937"/>
                <a:gd name="connsiteY59" fmla="*/ 27605 h 92395"/>
                <a:gd name="connsiteX60" fmla="*/ 141771 w 170937"/>
                <a:gd name="connsiteY60" fmla="*/ 35104 h 92395"/>
                <a:gd name="connsiteX61" fmla="*/ 136563 w 170937"/>
                <a:gd name="connsiteY61" fmla="*/ 40938 h 92395"/>
                <a:gd name="connsiteX62" fmla="*/ 129479 w 170937"/>
                <a:gd name="connsiteY62" fmla="*/ 44688 h 92395"/>
                <a:gd name="connsiteX63" fmla="*/ 121250 w 170937"/>
                <a:gd name="connsiteY63" fmla="*/ 46042 h 92395"/>
                <a:gd name="connsiteX64" fmla="*/ 112135 w 170937"/>
                <a:gd name="connsiteY64" fmla="*/ 44375 h 92395"/>
                <a:gd name="connsiteX65" fmla="*/ 104583 w 170937"/>
                <a:gd name="connsiteY65" fmla="*/ 39688 h 92395"/>
                <a:gd name="connsiteX66" fmla="*/ 99479 w 170937"/>
                <a:gd name="connsiteY66" fmla="*/ 32604 h 92395"/>
                <a:gd name="connsiteX67" fmla="*/ 97604 w 170937"/>
                <a:gd name="connsiteY67" fmla="*/ 23542 h 92395"/>
                <a:gd name="connsiteX68" fmla="*/ 99427 w 170937"/>
                <a:gd name="connsiteY68" fmla="*/ 14531 h 92395"/>
                <a:gd name="connsiteX69" fmla="*/ 104479 w 170937"/>
                <a:gd name="connsiteY69" fmla="*/ 7500 h 92395"/>
                <a:gd name="connsiteX70" fmla="*/ 112031 w 170937"/>
                <a:gd name="connsiteY70" fmla="*/ 2813 h 92395"/>
                <a:gd name="connsiteX71" fmla="*/ 121250 w 170937"/>
                <a:gd name="connsiteY71" fmla="*/ 1146 h 92395"/>
                <a:gd name="connsiteX72" fmla="*/ 129688 w 170937"/>
                <a:gd name="connsiteY72" fmla="*/ 2604 h 92395"/>
                <a:gd name="connsiteX73" fmla="*/ 136875 w 170937"/>
                <a:gd name="connsiteY73" fmla="*/ 6562 h 92395"/>
                <a:gd name="connsiteX74" fmla="*/ 142188 w 170937"/>
                <a:gd name="connsiteY74" fmla="*/ 12709 h 92395"/>
                <a:gd name="connsiteX75" fmla="*/ 144896 w 170937"/>
                <a:gd name="connsiteY75" fmla="*/ 20417 h 92395"/>
                <a:gd name="connsiteX76" fmla="*/ 162813 w 170937"/>
                <a:gd name="connsiteY76" fmla="*/ 20417 h 92395"/>
                <a:gd name="connsiteX77" fmla="*/ 67813 w 170937"/>
                <a:gd name="connsiteY77" fmla="*/ 0 h 92395"/>
                <a:gd name="connsiteX78" fmla="*/ 76042 w 170937"/>
                <a:gd name="connsiteY78" fmla="*/ 0 h 92395"/>
                <a:gd name="connsiteX79" fmla="*/ 76042 w 170937"/>
                <a:gd name="connsiteY79" fmla="*/ 35417 h 92395"/>
                <a:gd name="connsiteX80" fmla="*/ 89688 w 170937"/>
                <a:gd name="connsiteY80" fmla="*/ 35417 h 92395"/>
                <a:gd name="connsiteX81" fmla="*/ 89688 w 170937"/>
                <a:gd name="connsiteY81" fmla="*/ 42813 h 92395"/>
                <a:gd name="connsiteX82" fmla="*/ 76042 w 170937"/>
                <a:gd name="connsiteY82" fmla="*/ 42813 h 92395"/>
                <a:gd name="connsiteX83" fmla="*/ 76042 w 170937"/>
                <a:gd name="connsiteY83" fmla="*/ 92396 h 92395"/>
                <a:gd name="connsiteX84" fmla="*/ 67813 w 170937"/>
                <a:gd name="connsiteY84" fmla="*/ 92396 h 9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70937" h="92395">
                  <a:moveTo>
                    <a:pt x="119167" y="71667"/>
                  </a:moveTo>
                  <a:lnTo>
                    <a:pt x="119167" y="84583"/>
                  </a:lnTo>
                  <a:lnTo>
                    <a:pt x="162813" y="84583"/>
                  </a:lnTo>
                  <a:lnTo>
                    <a:pt x="162813" y="71667"/>
                  </a:lnTo>
                  <a:close/>
                  <a:moveTo>
                    <a:pt x="111042" y="53438"/>
                  </a:moveTo>
                  <a:lnTo>
                    <a:pt x="119167" y="53438"/>
                  </a:lnTo>
                  <a:lnTo>
                    <a:pt x="119167" y="64896"/>
                  </a:lnTo>
                  <a:lnTo>
                    <a:pt x="162813" y="64896"/>
                  </a:lnTo>
                  <a:lnTo>
                    <a:pt x="162813" y="53438"/>
                  </a:lnTo>
                  <a:lnTo>
                    <a:pt x="170833" y="53438"/>
                  </a:lnTo>
                  <a:lnTo>
                    <a:pt x="170833" y="89167"/>
                  </a:lnTo>
                  <a:cubicBezTo>
                    <a:pt x="170833" y="90000"/>
                    <a:pt x="170677" y="90573"/>
                    <a:pt x="170365" y="90886"/>
                  </a:cubicBezTo>
                  <a:cubicBezTo>
                    <a:pt x="170052" y="91198"/>
                    <a:pt x="169479" y="91354"/>
                    <a:pt x="168646" y="91354"/>
                  </a:cubicBezTo>
                  <a:lnTo>
                    <a:pt x="113229" y="91354"/>
                  </a:lnTo>
                  <a:cubicBezTo>
                    <a:pt x="112396" y="91354"/>
                    <a:pt x="111823" y="91198"/>
                    <a:pt x="111510" y="90886"/>
                  </a:cubicBezTo>
                  <a:cubicBezTo>
                    <a:pt x="111198" y="90573"/>
                    <a:pt x="111042" y="90000"/>
                    <a:pt x="111042" y="89167"/>
                  </a:cubicBezTo>
                  <a:close/>
                  <a:moveTo>
                    <a:pt x="121250" y="8438"/>
                  </a:moveTo>
                  <a:cubicBezTo>
                    <a:pt x="119024" y="8438"/>
                    <a:pt x="116979" y="8854"/>
                    <a:pt x="115104" y="9688"/>
                  </a:cubicBezTo>
                  <a:cubicBezTo>
                    <a:pt x="113229" y="10521"/>
                    <a:pt x="111602" y="11602"/>
                    <a:pt x="110208" y="12917"/>
                  </a:cubicBezTo>
                  <a:cubicBezTo>
                    <a:pt x="108750" y="14310"/>
                    <a:pt x="107643" y="15925"/>
                    <a:pt x="106875" y="17761"/>
                  </a:cubicBezTo>
                  <a:cubicBezTo>
                    <a:pt x="106120" y="19596"/>
                    <a:pt x="105729" y="21563"/>
                    <a:pt x="105729" y="23646"/>
                  </a:cubicBezTo>
                  <a:cubicBezTo>
                    <a:pt x="105729" y="25729"/>
                    <a:pt x="106120" y="27696"/>
                    <a:pt x="106875" y="29531"/>
                  </a:cubicBezTo>
                  <a:cubicBezTo>
                    <a:pt x="107643" y="31368"/>
                    <a:pt x="108750" y="32956"/>
                    <a:pt x="110208" y="34271"/>
                  </a:cubicBezTo>
                  <a:cubicBezTo>
                    <a:pt x="111602" y="35664"/>
                    <a:pt x="113229" y="36732"/>
                    <a:pt x="115104" y="37500"/>
                  </a:cubicBezTo>
                  <a:cubicBezTo>
                    <a:pt x="116979" y="38269"/>
                    <a:pt x="119024" y="38646"/>
                    <a:pt x="121250" y="38646"/>
                  </a:cubicBezTo>
                  <a:cubicBezTo>
                    <a:pt x="125833" y="38646"/>
                    <a:pt x="129570" y="37188"/>
                    <a:pt x="132448" y="34271"/>
                  </a:cubicBezTo>
                  <a:cubicBezTo>
                    <a:pt x="135339" y="31354"/>
                    <a:pt x="136771" y="27813"/>
                    <a:pt x="136771" y="23646"/>
                  </a:cubicBezTo>
                  <a:cubicBezTo>
                    <a:pt x="136771" y="19414"/>
                    <a:pt x="135300" y="15821"/>
                    <a:pt x="132344" y="12865"/>
                  </a:cubicBezTo>
                  <a:cubicBezTo>
                    <a:pt x="129388" y="9909"/>
                    <a:pt x="125703" y="8438"/>
                    <a:pt x="121250" y="8438"/>
                  </a:cubicBezTo>
                  <a:close/>
                  <a:moveTo>
                    <a:pt x="26250" y="3542"/>
                  </a:moveTo>
                  <a:lnTo>
                    <a:pt x="34792" y="3542"/>
                  </a:lnTo>
                  <a:lnTo>
                    <a:pt x="34792" y="22292"/>
                  </a:lnTo>
                  <a:cubicBezTo>
                    <a:pt x="34792" y="27084"/>
                    <a:pt x="35287" y="31550"/>
                    <a:pt x="36250" y="35677"/>
                  </a:cubicBezTo>
                  <a:cubicBezTo>
                    <a:pt x="37226" y="39805"/>
                    <a:pt x="38711" y="43581"/>
                    <a:pt x="40729" y="46979"/>
                  </a:cubicBezTo>
                  <a:cubicBezTo>
                    <a:pt x="43021" y="50873"/>
                    <a:pt x="45781" y="54388"/>
                    <a:pt x="49011" y="57552"/>
                  </a:cubicBezTo>
                  <a:cubicBezTo>
                    <a:pt x="52240" y="60716"/>
                    <a:pt x="55938" y="63503"/>
                    <a:pt x="60104" y="65938"/>
                  </a:cubicBezTo>
                  <a:cubicBezTo>
                    <a:pt x="59557" y="66354"/>
                    <a:pt x="58971" y="66836"/>
                    <a:pt x="58385" y="67396"/>
                  </a:cubicBezTo>
                  <a:cubicBezTo>
                    <a:pt x="57799" y="67956"/>
                    <a:pt x="57227" y="68477"/>
                    <a:pt x="56667" y="68959"/>
                  </a:cubicBezTo>
                  <a:cubicBezTo>
                    <a:pt x="56107" y="69519"/>
                    <a:pt x="55599" y="70052"/>
                    <a:pt x="55104" y="70573"/>
                  </a:cubicBezTo>
                  <a:cubicBezTo>
                    <a:pt x="54623" y="71094"/>
                    <a:pt x="54206" y="71524"/>
                    <a:pt x="53854" y="71875"/>
                  </a:cubicBezTo>
                  <a:cubicBezTo>
                    <a:pt x="51706" y="70417"/>
                    <a:pt x="49531" y="68737"/>
                    <a:pt x="47344" y="66823"/>
                  </a:cubicBezTo>
                  <a:cubicBezTo>
                    <a:pt x="45156" y="64909"/>
                    <a:pt x="43060" y="62813"/>
                    <a:pt x="41042" y="60521"/>
                  </a:cubicBezTo>
                  <a:cubicBezTo>
                    <a:pt x="38893" y="58021"/>
                    <a:pt x="36914" y="55313"/>
                    <a:pt x="35104" y="52396"/>
                  </a:cubicBezTo>
                  <a:cubicBezTo>
                    <a:pt x="33294" y="49479"/>
                    <a:pt x="31771" y="46315"/>
                    <a:pt x="30521" y="42917"/>
                  </a:cubicBezTo>
                  <a:cubicBezTo>
                    <a:pt x="29688" y="45977"/>
                    <a:pt x="28438" y="48997"/>
                    <a:pt x="26771" y="51979"/>
                  </a:cubicBezTo>
                  <a:cubicBezTo>
                    <a:pt x="25104" y="54961"/>
                    <a:pt x="23229" y="57813"/>
                    <a:pt x="21146" y="60521"/>
                  </a:cubicBezTo>
                  <a:cubicBezTo>
                    <a:pt x="18997" y="63372"/>
                    <a:pt x="16706" y="65977"/>
                    <a:pt x="14271" y="68334"/>
                  </a:cubicBezTo>
                  <a:cubicBezTo>
                    <a:pt x="11836" y="70690"/>
                    <a:pt x="9479" y="72643"/>
                    <a:pt x="7188" y="74167"/>
                  </a:cubicBezTo>
                  <a:cubicBezTo>
                    <a:pt x="6354" y="73399"/>
                    <a:pt x="5247" y="72487"/>
                    <a:pt x="3854" y="71406"/>
                  </a:cubicBezTo>
                  <a:cubicBezTo>
                    <a:pt x="2461" y="70326"/>
                    <a:pt x="1185" y="69414"/>
                    <a:pt x="0" y="68646"/>
                  </a:cubicBezTo>
                  <a:cubicBezTo>
                    <a:pt x="4167" y="66081"/>
                    <a:pt x="7917" y="63073"/>
                    <a:pt x="11250" y="59636"/>
                  </a:cubicBezTo>
                  <a:cubicBezTo>
                    <a:pt x="14583" y="56198"/>
                    <a:pt x="17396" y="52435"/>
                    <a:pt x="19687" y="48333"/>
                  </a:cubicBezTo>
                  <a:cubicBezTo>
                    <a:pt x="21849" y="44375"/>
                    <a:pt x="23476" y="40091"/>
                    <a:pt x="24583" y="35469"/>
                  </a:cubicBezTo>
                  <a:cubicBezTo>
                    <a:pt x="25690" y="30847"/>
                    <a:pt x="26250" y="25977"/>
                    <a:pt x="26250" y="20833"/>
                  </a:cubicBezTo>
                  <a:close/>
                  <a:moveTo>
                    <a:pt x="162813" y="0"/>
                  </a:moveTo>
                  <a:lnTo>
                    <a:pt x="170938" y="0"/>
                  </a:lnTo>
                  <a:lnTo>
                    <a:pt x="170938" y="48542"/>
                  </a:lnTo>
                  <a:lnTo>
                    <a:pt x="162813" y="48542"/>
                  </a:lnTo>
                  <a:lnTo>
                    <a:pt x="162813" y="27605"/>
                  </a:lnTo>
                  <a:lnTo>
                    <a:pt x="144688" y="27605"/>
                  </a:lnTo>
                  <a:cubicBezTo>
                    <a:pt x="144141" y="30313"/>
                    <a:pt x="143164" y="32813"/>
                    <a:pt x="141771" y="35104"/>
                  </a:cubicBezTo>
                  <a:cubicBezTo>
                    <a:pt x="140391" y="37396"/>
                    <a:pt x="138646" y="39336"/>
                    <a:pt x="136563" y="40938"/>
                  </a:cubicBezTo>
                  <a:cubicBezTo>
                    <a:pt x="134479" y="42539"/>
                    <a:pt x="132123" y="43789"/>
                    <a:pt x="129479" y="44688"/>
                  </a:cubicBezTo>
                  <a:cubicBezTo>
                    <a:pt x="126849" y="45586"/>
                    <a:pt x="124102" y="46042"/>
                    <a:pt x="121250" y="46042"/>
                  </a:cubicBezTo>
                  <a:cubicBezTo>
                    <a:pt x="118060" y="46042"/>
                    <a:pt x="115013" y="45482"/>
                    <a:pt x="112135" y="44375"/>
                  </a:cubicBezTo>
                  <a:cubicBezTo>
                    <a:pt x="109258" y="43268"/>
                    <a:pt x="106732" y="41706"/>
                    <a:pt x="104583" y="39688"/>
                  </a:cubicBezTo>
                  <a:cubicBezTo>
                    <a:pt x="102435" y="37748"/>
                    <a:pt x="100729" y="35378"/>
                    <a:pt x="99479" y="32604"/>
                  </a:cubicBezTo>
                  <a:cubicBezTo>
                    <a:pt x="98229" y="29831"/>
                    <a:pt x="97604" y="26810"/>
                    <a:pt x="97604" y="23542"/>
                  </a:cubicBezTo>
                  <a:cubicBezTo>
                    <a:pt x="97604" y="20274"/>
                    <a:pt x="98216" y="17279"/>
                    <a:pt x="99427" y="14531"/>
                  </a:cubicBezTo>
                  <a:cubicBezTo>
                    <a:pt x="100651" y="11784"/>
                    <a:pt x="102331" y="9440"/>
                    <a:pt x="104479" y="7500"/>
                  </a:cubicBezTo>
                  <a:cubicBezTo>
                    <a:pt x="106628" y="5482"/>
                    <a:pt x="109154" y="3920"/>
                    <a:pt x="112031" y="2813"/>
                  </a:cubicBezTo>
                  <a:cubicBezTo>
                    <a:pt x="114922" y="1706"/>
                    <a:pt x="117995" y="1146"/>
                    <a:pt x="121250" y="1146"/>
                  </a:cubicBezTo>
                  <a:cubicBezTo>
                    <a:pt x="124167" y="1146"/>
                    <a:pt x="126979" y="1628"/>
                    <a:pt x="129688" y="2604"/>
                  </a:cubicBezTo>
                  <a:cubicBezTo>
                    <a:pt x="132396" y="3581"/>
                    <a:pt x="134792" y="4896"/>
                    <a:pt x="136875" y="6562"/>
                  </a:cubicBezTo>
                  <a:cubicBezTo>
                    <a:pt x="139036" y="8295"/>
                    <a:pt x="140807" y="10352"/>
                    <a:pt x="142188" y="12709"/>
                  </a:cubicBezTo>
                  <a:cubicBezTo>
                    <a:pt x="143581" y="15065"/>
                    <a:pt x="144479" y="17643"/>
                    <a:pt x="144896" y="20417"/>
                  </a:cubicBezTo>
                  <a:lnTo>
                    <a:pt x="162813" y="20417"/>
                  </a:lnTo>
                  <a:close/>
                  <a:moveTo>
                    <a:pt x="67813" y="0"/>
                  </a:moveTo>
                  <a:lnTo>
                    <a:pt x="76042" y="0"/>
                  </a:lnTo>
                  <a:lnTo>
                    <a:pt x="76042" y="35417"/>
                  </a:lnTo>
                  <a:lnTo>
                    <a:pt x="89688" y="35417"/>
                  </a:lnTo>
                  <a:lnTo>
                    <a:pt x="89688" y="42813"/>
                  </a:lnTo>
                  <a:lnTo>
                    <a:pt x="76042" y="42813"/>
                  </a:lnTo>
                  <a:lnTo>
                    <a:pt x="76042" y="92396"/>
                  </a:lnTo>
                  <a:lnTo>
                    <a:pt x="67813" y="92396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597306A8-9468-4324-94FB-5F0CD299156C}"/>
                </a:ext>
              </a:extLst>
            </p:cNvPr>
            <p:cNvSpPr txBox="1"/>
            <p:nvPr/>
          </p:nvSpPr>
          <p:spPr>
            <a:xfrm>
              <a:off x="2540281" y="5584109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사업</a:t>
              </a:r>
            </a:p>
          </p:txBody>
        </p:sp>
        <p:sp>
          <p:nvSpPr>
            <p:cNvPr id="583" name="자유형: 도형 582">
              <a:extLst>
                <a:ext uri="{FF2B5EF4-FFF2-40B4-BE49-F238E27FC236}">
                  <a16:creationId xmlns:a16="http://schemas.microsoft.com/office/drawing/2014/main" id="{2D7F5E16-2AC5-4C5C-B028-D9634C27511D}"/>
                </a:ext>
              </a:extLst>
            </p:cNvPr>
            <p:cNvSpPr/>
            <p:nvPr/>
          </p:nvSpPr>
          <p:spPr>
            <a:xfrm>
              <a:off x="3018050" y="5525857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3 h 81562"/>
                <a:gd name="connsiteX3" fmla="*/ 408021 w 631667"/>
                <a:gd name="connsiteY3" fmla="*/ 81563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3 h 81562"/>
                <a:gd name="connsiteX7" fmla="*/ 251771 w 631667"/>
                <a:gd name="connsiteY7" fmla="*/ 81563 h 81562"/>
                <a:gd name="connsiteX8" fmla="*/ 598855 w 631667"/>
                <a:gd name="connsiteY8" fmla="*/ 33958 h 81562"/>
                <a:gd name="connsiteX9" fmla="*/ 604219 w 631667"/>
                <a:gd name="connsiteY9" fmla="*/ 34948 h 81562"/>
                <a:gd name="connsiteX10" fmla="*/ 609063 w 631667"/>
                <a:gd name="connsiteY10" fmla="*/ 37917 h 81562"/>
                <a:gd name="connsiteX11" fmla="*/ 613854 w 631667"/>
                <a:gd name="connsiteY11" fmla="*/ 41407 h 81562"/>
                <a:gd name="connsiteX12" fmla="*/ 618125 w 631667"/>
                <a:gd name="connsiteY12" fmla="*/ 42604 h 81562"/>
                <a:gd name="connsiteX13" fmla="*/ 623386 w 631667"/>
                <a:gd name="connsiteY13" fmla="*/ 40313 h 81562"/>
                <a:gd name="connsiteX14" fmla="*/ 626980 w 631667"/>
                <a:gd name="connsiteY14" fmla="*/ 33958 h 81562"/>
                <a:gd name="connsiteX15" fmla="*/ 631667 w 631667"/>
                <a:gd name="connsiteY15" fmla="*/ 36771 h 81562"/>
                <a:gd name="connsiteX16" fmla="*/ 626719 w 631667"/>
                <a:gd name="connsiteY16" fmla="*/ 45834 h 81562"/>
                <a:gd name="connsiteX17" fmla="*/ 618021 w 631667"/>
                <a:gd name="connsiteY17" fmla="*/ 49271 h 81562"/>
                <a:gd name="connsiteX18" fmla="*/ 612605 w 631667"/>
                <a:gd name="connsiteY18" fmla="*/ 48333 h 81562"/>
                <a:gd name="connsiteX19" fmla="*/ 607813 w 631667"/>
                <a:gd name="connsiteY19" fmla="*/ 45313 h 81562"/>
                <a:gd name="connsiteX20" fmla="*/ 602969 w 631667"/>
                <a:gd name="connsiteY20" fmla="*/ 41875 h 81562"/>
                <a:gd name="connsiteX21" fmla="*/ 598750 w 631667"/>
                <a:gd name="connsiteY21" fmla="*/ 40625 h 81562"/>
                <a:gd name="connsiteX22" fmla="*/ 593646 w 631667"/>
                <a:gd name="connsiteY22" fmla="*/ 42656 h 81562"/>
                <a:gd name="connsiteX23" fmla="*/ 590105 w 631667"/>
                <a:gd name="connsiteY23" fmla="*/ 48438 h 81562"/>
                <a:gd name="connsiteX24" fmla="*/ 585417 w 631667"/>
                <a:gd name="connsiteY24" fmla="*/ 45625 h 81562"/>
                <a:gd name="connsiteX25" fmla="*/ 590313 w 631667"/>
                <a:gd name="connsiteY25" fmla="*/ 37396 h 81562"/>
                <a:gd name="connsiteX26" fmla="*/ 598855 w 631667"/>
                <a:gd name="connsiteY26" fmla="*/ 33958 h 81562"/>
                <a:gd name="connsiteX27" fmla="*/ 89583 w 631667"/>
                <a:gd name="connsiteY27" fmla="*/ 7188 h 81562"/>
                <a:gd name="connsiteX28" fmla="*/ 80781 w 631667"/>
                <a:gd name="connsiteY28" fmla="*/ 10833 h 81562"/>
                <a:gd name="connsiteX29" fmla="*/ 76042 w 631667"/>
                <a:gd name="connsiteY29" fmla="*/ 19583 h 81562"/>
                <a:gd name="connsiteX30" fmla="*/ 74011 w 631667"/>
                <a:gd name="connsiteY30" fmla="*/ 30573 h 81562"/>
                <a:gd name="connsiteX31" fmla="*/ 73646 w 631667"/>
                <a:gd name="connsiteY31" fmla="*/ 40729 h 81562"/>
                <a:gd name="connsiteX32" fmla="*/ 74011 w 631667"/>
                <a:gd name="connsiteY32" fmla="*/ 50782 h 81562"/>
                <a:gd name="connsiteX33" fmla="*/ 76042 w 631667"/>
                <a:gd name="connsiteY33" fmla="*/ 61667 h 81562"/>
                <a:gd name="connsiteX34" fmla="*/ 80781 w 631667"/>
                <a:gd name="connsiteY34" fmla="*/ 70313 h 81562"/>
                <a:gd name="connsiteX35" fmla="*/ 89583 w 631667"/>
                <a:gd name="connsiteY35" fmla="*/ 73855 h 81562"/>
                <a:gd name="connsiteX36" fmla="*/ 98542 w 631667"/>
                <a:gd name="connsiteY36" fmla="*/ 70313 h 81562"/>
                <a:gd name="connsiteX37" fmla="*/ 103542 w 631667"/>
                <a:gd name="connsiteY37" fmla="*/ 61667 h 81562"/>
                <a:gd name="connsiteX38" fmla="*/ 105833 w 631667"/>
                <a:gd name="connsiteY38" fmla="*/ 50782 h 81562"/>
                <a:gd name="connsiteX39" fmla="*/ 106354 w 631667"/>
                <a:gd name="connsiteY39" fmla="*/ 40729 h 81562"/>
                <a:gd name="connsiteX40" fmla="*/ 105833 w 631667"/>
                <a:gd name="connsiteY40" fmla="*/ 30573 h 81562"/>
                <a:gd name="connsiteX41" fmla="*/ 103542 w 631667"/>
                <a:gd name="connsiteY41" fmla="*/ 19583 h 81562"/>
                <a:gd name="connsiteX42" fmla="*/ 98542 w 631667"/>
                <a:gd name="connsiteY42" fmla="*/ 10833 h 81562"/>
                <a:gd name="connsiteX43" fmla="*/ 89583 w 631667"/>
                <a:gd name="connsiteY43" fmla="*/ 7188 h 81562"/>
                <a:gd name="connsiteX44" fmla="*/ 453125 w 631667"/>
                <a:gd name="connsiteY44" fmla="*/ 3125 h 81562"/>
                <a:gd name="connsiteX45" fmla="*/ 459063 w 631667"/>
                <a:gd name="connsiteY45" fmla="*/ 3125 h 81562"/>
                <a:gd name="connsiteX46" fmla="*/ 460625 w 631667"/>
                <a:gd name="connsiteY46" fmla="*/ 3542 h 81562"/>
                <a:gd name="connsiteX47" fmla="*/ 461042 w 631667"/>
                <a:gd name="connsiteY47" fmla="*/ 5104 h 81562"/>
                <a:gd name="connsiteX48" fmla="*/ 461042 w 631667"/>
                <a:gd name="connsiteY48" fmla="*/ 79167 h 81562"/>
                <a:gd name="connsiteX49" fmla="*/ 452813 w 631667"/>
                <a:gd name="connsiteY49" fmla="*/ 79167 h 81562"/>
                <a:gd name="connsiteX50" fmla="*/ 452813 w 631667"/>
                <a:gd name="connsiteY50" fmla="*/ 12083 h 81562"/>
                <a:gd name="connsiteX51" fmla="*/ 445782 w 631667"/>
                <a:gd name="connsiteY51" fmla="*/ 17865 h 81562"/>
                <a:gd name="connsiteX52" fmla="*/ 436563 w 631667"/>
                <a:gd name="connsiteY52" fmla="*/ 23125 h 81562"/>
                <a:gd name="connsiteX53" fmla="*/ 436563 w 631667"/>
                <a:gd name="connsiteY53" fmla="*/ 15208 h 81562"/>
                <a:gd name="connsiteX54" fmla="*/ 445209 w 631667"/>
                <a:gd name="connsiteY54" fmla="*/ 10104 h 81562"/>
                <a:gd name="connsiteX55" fmla="*/ 453125 w 631667"/>
                <a:gd name="connsiteY55" fmla="*/ 3125 h 81562"/>
                <a:gd name="connsiteX56" fmla="*/ 361979 w 631667"/>
                <a:gd name="connsiteY56" fmla="*/ 3125 h 81562"/>
                <a:gd name="connsiteX57" fmla="*/ 367917 w 631667"/>
                <a:gd name="connsiteY57" fmla="*/ 3125 h 81562"/>
                <a:gd name="connsiteX58" fmla="*/ 369479 w 631667"/>
                <a:gd name="connsiteY58" fmla="*/ 3542 h 81562"/>
                <a:gd name="connsiteX59" fmla="*/ 369896 w 631667"/>
                <a:gd name="connsiteY59" fmla="*/ 5104 h 81562"/>
                <a:gd name="connsiteX60" fmla="*/ 369896 w 631667"/>
                <a:gd name="connsiteY60" fmla="*/ 79167 h 81562"/>
                <a:gd name="connsiteX61" fmla="*/ 361667 w 631667"/>
                <a:gd name="connsiteY61" fmla="*/ 79167 h 81562"/>
                <a:gd name="connsiteX62" fmla="*/ 361667 w 631667"/>
                <a:gd name="connsiteY62" fmla="*/ 12083 h 81562"/>
                <a:gd name="connsiteX63" fmla="*/ 354636 w 631667"/>
                <a:gd name="connsiteY63" fmla="*/ 17865 h 81562"/>
                <a:gd name="connsiteX64" fmla="*/ 345417 w 631667"/>
                <a:gd name="connsiteY64" fmla="*/ 23125 h 81562"/>
                <a:gd name="connsiteX65" fmla="*/ 345417 w 631667"/>
                <a:gd name="connsiteY65" fmla="*/ 15208 h 81562"/>
                <a:gd name="connsiteX66" fmla="*/ 354063 w 631667"/>
                <a:gd name="connsiteY66" fmla="*/ 10104 h 81562"/>
                <a:gd name="connsiteX67" fmla="*/ 361979 w 631667"/>
                <a:gd name="connsiteY67" fmla="*/ 3125 h 81562"/>
                <a:gd name="connsiteX68" fmla="*/ 296875 w 631667"/>
                <a:gd name="connsiteY68" fmla="*/ 3125 h 81562"/>
                <a:gd name="connsiteX69" fmla="*/ 302813 w 631667"/>
                <a:gd name="connsiteY69" fmla="*/ 3125 h 81562"/>
                <a:gd name="connsiteX70" fmla="*/ 304375 w 631667"/>
                <a:gd name="connsiteY70" fmla="*/ 3542 h 81562"/>
                <a:gd name="connsiteX71" fmla="*/ 304792 w 631667"/>
                <a:gd name="connsiteY71" fmla="*/ 5104 h 81562"/>
                <a:gd name="connsiteX72" fmla="*/ 304792 w 631667"/>
                <a:gd name="connsiteY72" fmla="*/ 79167 h 81562"/>
                <a:gd name="connsiteX73" fmla="*/ 296563 w 631667"/>
                <a:gd name="connsiteY73" fmla="*/ 79167 h 81562"/>
                <a:gd name="connsiteX74" fmla="*/ 296563 w 631667"/>
                <a:gd name="connsiteY74" fmla="*/ 12083 h 81562"/>
                <a:gd name="connsiteX75" fmla="*/ 289532 w 631667"/>
                <a:gd name="connsiteY75" fmla="*/ 17865 h 81562"/>
                <a:gd name="connsiteX76" fmla="*/ 280313 w 631667"/>
                <a:gd name="connsiteY76" fmla="*/ 23125 h 81562"/>
                <a:gd name="connsiteX77" fmla="*/ 280313 w 631667"/>
                <a:gd name="connsiteY77" fmla="*/ 15208 h 81562"/>
                <a:gd name="connsiteX78" fmla="*/ 288959 w 631667"/>
                <a:gd name="connsiteY78" fmla="*/ 10104 h 81562"/>
                <a:gd name="connsiteX79" fmla="*/ 296875 w 631667"/>
                <a:gd name="connsiteY79" fmla="*/ 3125 h 81562"/>
                <a:gd name="connsiteX80" fmla="*/ 517917 w 631667"/>
                <a:gd name="connsiteY80" fmla="*/ 1354 h 81562"/>
                <a:gd name="connsiteX81" fmla="*/ 526719 w 631667"/>
                <a:gd name="connsiteY81" fmla="*/ 2552 h 81562"/>
                <a:gd name="connsiteX82" fmla="*/ 534167 w 631667"/>
                <a:gd name="connsiteY82" fmla="*/ 6250 h 81562"/>
                <a:gd name="connsiteX83" fmla="*/ 539219 w 631667"/>
                <a:gd name="connsiteY83" fmla="*/ 12604 h 81562"/>
                <a:gd name="connsiteX84" fmla="*/ 541146 w 631667"/>
                <a:gd name="connsiteY84" fmla="*/ 21771 h 81562"/>
                <a:gd name="connsiteX85" fmla="*/ 536875 w 631667"/>
                <a:gd name="connsiteY85" fmla="*/ 33438 h 81562"/>
                <a:gd name="connsiteX86" fmla="*/ 525730 w 631667"/>
                <a:gd name="connsiteY86" fmla="*/ 39792 h 81562"/>
                <a:gd name="connsiteX87" fmla="*/ 538073 w 631667"/>
                <a:gd name="connsiteY87" fmla="*/ 46198 h 81562"/>
                <a:gd name="connsiteX88" fmla="*/ 542813 w 631667"/>
                <a:gd name="connsiteY88" fmla="*/ 59063 h 81562"/>
                <a:gd name="connsiteX89" fmla="*/ 540677 w 631667"/>
                <a:gd name="connsiteY89" fmla="*/ 69011 h 81562"/>
                <a:gd name="connsiteX90" fmla="*/ 535000 w 631667"/>
                <a:gd name="connsiteY90" fmla="*/ 75833 h 81562"/>
                <a:gd name="connsiteX91" fmla="*/ 526875 w 631667"/>
                <a:gd name="connsiteY91" fmla="*/ 79688 h 81562"/>
                <a:gd name="connsiteX92" fmla="*/ 517500 w 631667"/>
                <a:gd name="connsiteY92" fmla="*/ 80938 h 81562"/>
                <a:gd name="connsiteX93" fmla="*/ 499740 w 631667"/>
                <a:gd name="connsiteY93" fmla="*/ 75000 h 81562"/>
                <a:gd name="connsiteX94" fmla="*/ 493021 w 631667"/>
                <a:gd name="connsiteY94" fmla="*/ 58542 h 81562"/>
                <a:gd name="connsiteX95" fmla="*/ 501250 w 631667"/>
                <a:gd name="connsiteY95" fmla="*/ 58542 h 81562"/>
                <a:gd name="connsiteX96" fmla="*/ 506198 w 631667"/>
                <a:gd name="connsiteY96" fmla="*/ 69896 h 81562"/>
                <a:gd name="connsiteX97" fmla="*/ 517813 w 631667"/>
                <a:gd name="connsiteY97" fmla="*/ 73750 h 81562"/>
                <a:gd name="connsiteX98" fmla="*/ 530000 w 631667"/>
                <a:gd name="connsiteY98" fmla="*/ 69688 h 81562"/>
                <a:gd name="connsiteX99" fmla="*/ 534480 w 631667"/>
                <a:gd name="connsiteY99" fmla="*/ 58125 h 81562"/>
                <a:gd name="connsiteX100" fmla="*/ 533021 w 631667"/>
                <a:gd name="connsiteY100" fmla="*/ 51511 h 81562"/>
                <a:gd name="connsiteX101" fmla="*/ 529167 w 631667"/>
                <a:gd name="connsiteY101" fmla="*/ 46979 h 81562"/>
                <a:gd name="connsiteX102" fmla="*/ 523594 w 631667"/>
                <a:gd name="connsiteY102" fmla="*/ 44375 h 81562"/>
                <a:gd name="connsiteX103" fmla="*/ 517292 w 631667"/>
                <a:gd name="connsiteY103" fmla="*/ 43333 h 81562"/>
                <a:gd name="connsiteX104" fmla="*/ 513125 w 631667"/>
                <a:gd name="connsiteY104" fmla="*/ 43333 h 81562"/>
                <a:gd name="connsiteX105" fmla="*/ 511667 w 631667"/>
                <a:gd name="connsiteY105" fmla="*/ 43073 h 81562"/>
                <a:gd name="connsiteX106" fmla="*/ 511459 w 631667"/>
                <a:gd name="connsiteY106" fmla="*/ 41667 h 81562"/>
                <a:gd name="connsiteX107" fmla="*/ 511459 w 631667"/>
                <a:gd name="connsiteY107" fmla="*/ 37813 h 81562"/>
                <a:gd name="connsiteX108" fmla="*/ 511667 w 631667"/>
                <a:gd name="connsiteY108" fmla="*/ 36146 h 81562"/>
                <a:gd name="connsiteX109" fmla="*/ 513125 w 631667"/>
                <a:gd name="connsiteY109" fmla="*/ 35729 h 81562"/>
                <a:gd name="connsiteX110" fmla="*/ 516563 w 631667"/>
                <a:gd name="connsiteY110" fmla="*/ 35729 h 81562"/>
                <a:gd name="connsiteX111" fmla="*/ 522657 w 631667"/>
                <a:gd name="connsiteY111" fmla="*/ 34948 h 81562"/>
                <a:gd name="connsiteX112" fmla="*/ 527813 w 631667"/>
                <a:gd name="connsiteY112" fmla="*/ 32500 h 81562"/>
                <a:gd name="connsiteX113" fmla="*/ 531459 w 631667"/>
                <a:gd name="connsiteY113" fmla="*/ 28386 h 81562"/>
                <a:gd name="connsiteX114" fmla="*/ 532813 w 631667"/>
                <a:gd name="connsiteY114" fmla="*/ 22188 h 81562"/>
                <a:gd name="connsiteX115" fmla="*/ 528490 w 631667"/>
                <a:gd name="connsiteY115" fmla="*/ 12083 h 81562"/>
                <a:gd name="connsiteX116" fmla="*/ 517604 w 631667"/>
                <a:gd name="connsiteY116" fmla="*/ 8542 h 81562"/>
                <a:gd name="connsiteX117" fmla="*/ 506927 w 631667"/>
                <a:gd name="connsiteY117" fmla="*/ 12083 h 81562"/>
                <a:gd name="connsiteX118" fmla="*/ 502396 w 631667"/>
                <a:gd name="connsiteY118" fmla="*/ 22292 h 81562"/>
                <a:gd name="connsiteX119" fmla="*/ 494063 w 631667"/>
                <a:gd name="connsiteY119" fmla="*/ 22292 h 81562"/>
                <a:gd name="connsiteX120" fmla="*/ 500730 w 631667"/>
                <a:gd name="connsiteY120" fmla="*/ 6979 h 81562"/>
                <a:gd name="connsiteX121" fmla="*/ 517917 w 631667"/>
                <a:gd name="connsiteY121" fmla="*/ 1354 h 81562"/>
                <a:gd name="connsiteX122" fmla="*/ 205417 w 631667"/>
                <a:gd name="connsiteY122" fmla="*/ 1354 h 81562"/>
                <a:gd name="connsiteX123" fmla="*/ 214219 w 631667"/>
                <a:gd name="connsiteY123" fmla="*/ 2552 h 81562"/>
                <a:gd name="connsiteX124" fmla="*/ 221667 w 631667"/>
                <a:gd name="connsiteY124" fmla="*/ 6250 h 81562"/>
                <a:gd name="connsiteX125" fmla="*/ 226719 w 631667"/>
                <a:gd name="connsiteY125" fmla="*/ 12604 h 81562"/>
                <a:gd name="connsiteX126" fmla="*/ 228646 w 631667"/>
                <a:gd name="connsiteY126" fmla="*/ 21771 h 81562"/>
                <a:gd name="connsiteX127" fmla="*/ 224375 w 631667"/>
                <a:gd name="connsiteY127" fmla="*/ 33438 h 81562"/>
                <a:gd name="connsiteX128" fmla="*/ 213229 w 631667"/>
                <a:gd name="connsiteY128" fmla="*/ 39792 h 81562"/>
                <a:gd name="connsiteX129" fmla="*/ 225573 w 631667"/>
                <a:gd name="connsiteY129" fmla="*/ 46198 h 81562"/>
                <a:gd name="connsiteX130" fmla="*/ 230313 w 631667"/>
                <a:gd name="connsiteY130" fmla="*/ 59063 h 81562"/>
                <a:gd name="connsiteX131" fmla="*/ 228177 w 631667"/>
                <a:gd name="connsiteY131" fmla="*/ 69011 h 81562"/>
                <a:gd name="connsiteX132" fmla="*/ 222500 w 631667"/>
                <a:gd name="connsiteY132" fmla="*/ 75833 h 81562"/>
                <a:gd name="connsiteX133" fmla="*/ 214375 w 631667"/>
                <a:gd name="connsiteY133" fmla="*/ 79688 h 81562"/>
                <a:gd name="connsiteX134" fmla="*/ 205000 w 631667"/>
                <a:gd name="connsiteY134" fmla="*/ 80938 h 81562"/>
                <a:gd name="connsiteX135" fmla="*/ 187240 w 631667"/>
                <a:gd name="connsiteY135" fmla="*/ 75000 h 81562"/>
                <a:gd name="connsiteX136" fmla="*/ 180521 w 631667"/>
                <a:gd name="connsiteY136" fmla="*/ 58542 h 81562"/>
                <a:gd name="connsiteX137" fmla="*/ 188750 w 631667"/>
                <a:gd name="connsiteY137" fmla="*/ 58542 h 81562"/>
                <a:gd name="connsiteX138" fmla="*/ 193698 w 631667"/>
                <a:gd name="connsiteY138" fmla="*/ 69896 h 81562"/>
                <a:gd name="connsiteX139" fmla="*/ 205313 w 631667"/>
                <a:gd name="connsiteY139" fmla="*/ 73750 h 81562"/>
                <a:gd name="connsiteX140" fmla="*/ 217500 w 631667"/>
                <a:gd name="connsiteY140" fmla="*/ 69688 h 81562"/>
                <a:gd name="connsiteX141" fmla="*/ 221979 w 631667"/>
                <a:gd name="connsiteY141" fmla="*/ 58125 h 81562"/>
                <a:gd name="connsiteX142" fmla="*/ 220521 w 631667"/>
                <a:gd name="connsiteY142" fmla="*/ 51511 h 81562"/>
                <a:gd name="connsiteX143" fmla="*/ 216667 w 631667"/>
                <a:gd name="connsiteY143" fmla="*/ 46979 h 81562"/>
                <a:gd name="connsiteX144" fmla="*/ 211094 w 631667"/>
                <a:gd name="connsiteY144" fmla="*/ 44375 h 81562"/>
                <a:gd name="connsiteX145" fmla="*/ 204792 w 631667"/>
                <a:gd name="connsiteY145" fmla="*/ 43333 h 81562"/>
                <a:gd name="connsiteX146" fmla="*/ 200625 w 631667"/>
                <a:gd name="connsiteY146" fmla="*/ 43333 h 81562"/>
                <a:gd name="connsiteX147" fmla="*/ 199167 w 631667"/>
                <a:gd name="connsiteY147" fmla="*/ 43073 h 81562"/>
                <a:gd name="connsiteX148" fmla="*/ 198958 w 631667"/>
                <a:gd name="connsiteY148" fmla="*/ 41667 h 81562"/>
                <a:gd name="connsiteX149" fmla="*/ 198958 w 631667"/>
                <a:gd name="connsiteY149" fmla="*/ 37813 h 81562"/>
                <a:gd name="connsiteX150" fmla="*/ 199167 w 631667"/>
                <a:gd name="connsiteY150" fmla="*/ 36146 h 81562"/>
                <a:gd name="connsiteX151" fmla="*/ 200625 w 631667"/>
                <a:gd name="connsiteY151" fmla="*/ 35729 h 81562"/>
                <a:gd name="connsiteX152" fmla="*/ 204063 w 631667"/>
                <a:gd name="connsiteY152" fmla="*/ 35729 h 81562"/>
                <a:gd name="connsiteX153" fmla="*/ 210156 w 631667"/>
                <a:gd name="connsiteY153" fmla="*/ 34948 h 81562"/>
                <a:gd name="connsiteX154" fmla="*/ 215313 w 631667"/>
                <a:gd name="connsiteY154" fmla="*/ 32500 h 81562"/>
                <a:gd name="connsiteX155" fmla="*/ 218959 w 631667"/>
                <a:gd name="connsiteY155" fmla="*/ 28386 h 81562"/>
                <a:gd name="connsiteX156" fmla="*/ 220313 w 631667"/>
                <a:gd name="connsiteY156" fmla="*/ 22188 h 81562"/>
                <a:gd name="connsiteX157" fmla="*/ 215990 w 631667"/>
                <a:gd name="connsiteY157" fmla="*/ 12083 h 81562"/>
                <a:gd name="connsiteX158" fmla="*/ 205104 w 631667"/>
                <a:gd name="connsiteY158" fmla="*/ 8542 h 81562"/>
                <a:gd name="connsiteX159" fmla="*/ 194427 w 631667"/>
                <a:gd name="connsiteY159" fmla="*/ 12083 h 81562"/>
                <a:gd name="connsiteX160" fmla="*/ 189896 w 631667"/>
                <a:gd name="connsiteY160" fmla="*/ 22292 h 81562"/>
                <a:gd name="connsiteX161" fmla="*/ 181563 w 631667"/>
                <a:gd name="connsiteY161" fmla="*/ 22292 h 81562"/>
                <a:gd name="connsiteX162" fmla="*/ 188229 w 631667"/>
                <a:gd name="connsiteY162" fmla="*/ 6979 h 81562"/>
                <a:gd name="connsiteX163" fmla="*/ 205417 w 631667"/>
                <a:gd name="connsiteY163" fmla="*/ 1354 h 81562"/>
                <a:gd name="connsiteX164" fmla="*/ 140208 w 631667"/>
                <a:gd name="connsiteY164" fmla="*/ 1354 h 81562"/>
                <a:gd name="connsiteX165" fmla="*/ 156250 w 631667"/>
                <a:gd name="connsiteY165" fmla="*/ 6458 h 81562"/>
                <a:gd name="connsiteX166" fmla="*/ 162708 w 631667"/>
                <a:gd name="connsiteY166" fmla="*/ 21458 h 81562"/>
                <a:gd name="connsiteX167" fmla="*/ 158594 w 631667"/>
                <a:gd name="connsiteY167" fmla="*/ 35313 h 81562"/>
                <a:gd name="connsiteX168" fmla="*/ 148750 w 631667"/>
                <a:gd name="connsiteY168" fmla="*/ 49271 h 81562"/>
                <a:gd name="connsiteX169" fmla="*/ 136875 w 631667"/>
                <a:gd name="connsiteY169" fmla="*/ 61979 h 81562"/>
                <a:gd name="connsiteX170" fmla="*/ 126667 w 631667"/>
                <a:gd name="connsiteY170" fmla="*/ 71979 h 81562"/>
                <a:gd name="connsiteX171" fmla="*/ 164375 w 631667"/>
                <a:gd name="connsiteY171" fmla="*/ 71979 h 81562"/>
                <a:gd name="connsiteX172" fmla="*/ 164375 w 631667"/>
                <a:gd name="connsiteY172" fmla="*/ 79167 h 81562"/>
                <a:gd name="connsiteX173" fmla="*/ 118646 w 631667"/>
                <a:gd name="connsiteY173" fmla="*/ 79167 h 81562"/>
                <a:gd name="connsiteX174" fmla="*/ 117448 w 631667"/>
                <a:gd name="connsiteY174" fmla="*/ 78854 h 81562"/>
                <a:gd name="connsiteX175" fmla="*/ 117188 w 631667"/>
                <a:gd name="connsiteY175" fmla="*/ 77604 h 81562"/>
                <a:gd name="connsiteX176" fmla="*/ 117188 w 631667"/>
                <a:gd name="connsiteY176" fmla="*/ 71354 h 81562"/>
                <a:gd name="connsiteX177" fmla="*/ 121510 w 631667"/>
                <a:gd name="connsiteY177" fmla="*/ 67188 h 81562"/>
                <a:gd name="connsiteX178" fmla="*/ 127084 w 631667"/>
                <a:gd name="connsiteY178" fmla="*/ 61667 h 81562"/>
                <a:gd name="connsiteX179" fmla="*/ 133125 w 631667"/>
                <a:gd name="connsiteY179" fmla="*/ 55209 h 81562"/>
                <a:gd name="connsiteX180" fmla="*/ 139271 w 631667"/>
                <a:gd name="connsiteY180" fmla="*/ 48125 h 81562"/>
                <a:gd name="connsiteX181" fmla="*/ 145000 w 631667"/>
                <a:gd name="connsiteY181" fmla="*/ 40990 h 81562"/>
                <a:gd name="connsiteX182" fmla="*/ 149688 w 631667"/>
                <a:gd name="connsiteY182" fmla="*/ 34063 h 81562"/>
                <a:gd name="connsiteX183" fmla="*/ 152969 w 631667"/>
                <a:gd name="connsiteY183" fmla="*/ 27605 h 81562"/>
                <a:gd name="connsiteX184" fmla="*/ 154167 w 631667"/>
                <a:gd name="connsiteY184" fmla="*/ 22084 h 81562"/>
                <a:gd name="connsiteX185" fmla="*/ 150208 w 631667"/>
                <a:gd name="connsiteY185" fmla="*/ 11927 h 81562"/>
                <a:gd name="connsiteX186" fmla="*/ 140000 w 631667"/>
                <a:gd name="connsiteY186" fmla="*/ 8542 h 81562"/>
                <a:gd name="connsiteX187" fmla="*/ 130156 w 631667"/>
                <a:gd name="connsiteY187" fmla="*/ 12709 h 81562"/>
                <a:gd name="connsiteX188" fmla="*/ 126354 w 631667"/>
                <a:gd name="connsiteY188" fmla="*/ 23542 h 81562"/>
                <a:gd name="connsiteX189" fmla="*/ 117813 w 631667"/>
                <a:gd name="connsiteY189" fmla="*/ 23542 h 81562"/>
                <a:gd name="connsiteX190" fmla="*/ 119479 w 631667"/>
                <a:gd name="connsiteY190" fmla="*/ 14427 h 81562"/>
                <a:gd name="connsiteX191" fmla="*/ 124167 w 631667"/>
                <a:gd name="connsiteY191" fmla="*/ 7396 h 81562"/>
                <a:gd name="connsiteX192" fmla="*/ 131302 w 631667"/>
                <a:gd name="connsiteY192" fmla="*/ 2917 h 81562"/>
                <a:gd name="connsiteX193" fmla="*/ 140208 w 631667"/>
                <a:gd name="connsiteY193" fmla="*/ 1354 h 81562"/>
                <a:gd name="connsiteX194" fmla="*/ 23021 w 631667"/>
                <a:gd name="connsiteY194" fmla="*/ 1354 h 81562"/>
                <a:gd name="connsiteX195" fmla="*/ 39063 w 631667"/>
                <a:gd name="connsiteY195" fmla="*/ 6458 h 81562"/>
                <a:gd name="connsiteX196" fmla="*/ 45521 w 631667"/>
                <a:gd name="connsiteY196" fmla="*/ 21458 h 81562"/>
                <a:gd name="connsiteX197" fmla="*/ 41406 w 631667"/>
                <a:gd name="connsiteY197" fmla="*/ 35313 h 81562"/>
                <a:gd name="connsiteX198" fmla="*/ 31562 w 631667"/>
                <a:gd name="connsiteY198" fmla="*/ 49271 h 81562"/>
                <a:gd name="connsiteX199" fmla="*/ 19688 w 631667"/>
                <a:gd name="connsiteY199" fmla="*/ 61979 h 81562"/>
                <a:gd name="connsiteX200" fmla="*/ 9479 w 631667"/>
                <a:gd name="connsiteY200" fmla="*/ 71979 h 81562"/>
                <a:gd name="connsiteX201" fmla="*/ 47188 w 631667"/>
                <a:gd name="connsiteY201" fmla="*/ 71979 h 81562"/>
                <a:gd name="connsiteX202" fmla="*/ 47188 w 631667"/>
                <a:gd name="connsiteY202" fmla="*/ 79167 h 81562"/>
                <a:gd name="connsiteX203" fmla="*/ 1458 w 631667"/>
                <a:gd name="connsiteY203" fmla="*/ 79167 h 81562"/>
                <a:gd name="connsiteX204" fmla="*/ 260 w 631667"/>
                <a:gd name="connsiteY204" fmla="*/ 78854 h 81562"/>
                <a:gd name="connsiteX205" fmla="*/ 0 w 631667"/>
                <a:gd name="connsiteY205" fmla="*/ 77604 h 81562"/>
                <a:gd name="connsiteX206" fmla="*/ 0 w 631667"/>
                <a:gd name="connsiteY206" fmla="*/ 71354 h 81562"/>
                <a:gd name="connsiteX207" fmla="*/ 4323 w 631667"/>
                <a:gd name="connsiteY207" fmla="*/ 67188 h 81562"/>
                <a:gd name="connsiteX208" fmla="*/ 9896 w 631667"/>
                <a:gd name="connsiteY208" fmla="*/ 61667 h 81562"/>
                <a:gd name="connsiteX209" fmla="*/ 15937 w 631667"/>
                <a:gd name="connsiteY209" fmla="*/ 55209 h 81562"/>
                <a:gd name="connsiteX210" fmla="*/ 22083 w 631667"/>
                <a:gd name="connsiteY210" fmla="*/ 48125 h 81562"/>
                <a:gd name="connsiteX211" fmla="*/ 27813 w 631667"/>
                <a:gd name="connsiteY211" fmla="*/ 40990 h 81562"/>
                <a:gd name="connsiteX212" fmla="*/ 32500 w 631667"/>
                <a:gd name="connsiteY212" fmla="*/ 34063 h 81562"/>
                <a:gd name="connsiteX213" fmla="*/ 35781 w 631667"/>
                <a:gd name="connsiteY213" fmla="*/ 27605 h 81562"/>
                <a:gd name="connsiteX214" fmla="*/ 36979 w 631667"/>
                <a:gd name="connsiteY214" fmla="*/ 22084 h 81562"/>
                <a:gd name="connsiteX215" fmla="*/ 33021 w 631667"/>
                <a:gd name="connsiteY215" fmla="*/ 11927 h 81562"/>
                <a:gd name="connsiteX216" fmla="*/ 22812 w 631667"/>
                <a:gd name="connsiteY216" fmla="*/ 8542 h 81562"/>
                <a:gd name="connsiteX217" fmla="*/ 12969 w 631667"/>
                <a:gd name="connsiteY217" fmla="*/ 12709 h 81562"/>
                <a:gd name="connsiteX218" fmla="*/ 9167 w 631667"/>
                <a:gd name="connsiteY218" fmla="*/ 23542 h 81562"/>
                <a:gd name="connsiteX219" fmla="*/ 625 w 631667"/>
                <a:gd name="connsiteY219" fmla="*/ 23542 h 81562"/>
                <a:gd name="connsiteX220" fmla="*/ 2292 w 631667"/>
                <a:gd name="connsiteY220" fmla="*/ 14427 h 81562"/>
                <a:gd name="connsiteX221" fmla="*/ 6979 w 631667"/>
                <a:gd name="connsiteY221" fmla="*/ 7396 h 81562"/>
                <a:gd name="connsiteX222" fmla="*/ 14115 w 631667"/>
                <a:gd name="connsiteY222" fmla="*/ 2917 h 81562"/>
                <a:gd name="connsiteX223" fmla="*/ 23021 w 631667"/>
                <a:gd name="connsiteY223" fmla="*/ 1354 h 81562"/>
                <a:gd name="connsiteX224" fmla="*/ 89583 w 631667"/>
                <a:gd name="connsiteY224" fmla="*/ 0 h 81562"/>
                <a:gd name="connsiteX225" fmla="*/ 102344 w 631667"/>
                <a:gd name="connsiteY225" fmla="*/ 3646 h 81562"/>
                <a:gd name="connsiteX226" fmla="*/ 110104 w 631667"/>
                <a:gd name="connsiteY226" fmla="*/ 13021 h 81562"/>
                <a:gd name="connsiteX227" fmla="*/ 113958 w 631667"/>
                <a:gd name="connsiteY227" fmla="*/ 26146 h 81562"/>
                <a:gd name="connsiteX228" fmla="*/ 115000 w 631667"/>
                <a:gd name="connsiteY228" fmla="*/ 40729 h 81562"/>
                <a:gd name="connsiteX229" fmla="*/ 113958 w 631667"/>
                <a:gd name="connsiteY229" fmla="*/ 55313 h 81562"/>
                <a:gd name="connsiteX230" fmla="*/ 110104 w 631667"/>
                <a:gd name="connsiteY230" fmla="*/ 68334 h 81562"/>
                <a:gd name="connsiteX231" fmla="*/ 102344 w 631667"/>
                <a:gd name="connsiteY231" fmla="*/ 77604 h 81562"/>
                <a:gd name="connsiteX232" fmla="*/ 89583 w 631667"/>
                <a:gd name="connsiteY232" fmla="*/ 81146 h 81562"/>
                <a:gd name="connsiteX233" fmla="*/ 77031 w 631667"/>
                <a:gd name="connsiteY233" fmla="*/ 77604 h 81562"/>
                <a:gd name="connsiteX234" fmla="*/ 69583 w 631667"/>
                <a:gd name="connsiteY234" fmla="*/ 68334 h 81562"/>
                <a:gd name="connsiteX235" fmla="*/ 65937 w 631667"/>
                <a:gd name="connsiteY235" fmla="*/ 55313 h 81562"/>
                <a:gd name="connsiteX236" fmla="*/ 65000 w 631667"/>
                <a:gd name="connsiteY236" fmla="*/ 40729 h 81562"/>
                <a:gd name="connsiteX237" fmla="*/ 65937 w 631667"/>
                <a:gd name="connsiteY237" fmla="*/ 26146 h 81562"/>
                <a:gd name="connsiteX238" fmla="*/ 69583 w 631667"/>
                <a:gd name="connsiteY238" fmla="*/ 13021 h 81562"/>
                <a:gd name="connsiteX239" fmla="*/ 77031 w 631667"/>
                <a:gd name="connsiteY239" fmla="*/ 3646 h 81562"/>
                <a:gd name="connsiteX240" fmla="*/ 89583 w 631667"/>
                <a:gd name="connsiteY240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8"/>
                  </a:moveTo>
                  <a:cubicBezTo>
                    <a:pt x="600873" y="33958"/>
                    <a:pt x="602657" y="34284"/>
                    <a:pt x="604219" y="34948"/>
                  </a:cubicBezTo>
                  <a:cubicBezTo>
                    <a:pt x="605782" y="35612"/>
                    <a:pt x="607396" y="36602"/>
                    <a:pt x="609063" y="37917"/>
                  </a:cubicBezTo>
                  <a:cubicBezTo>
                    <a:pt x="610938" y="39440"/>
                    <a:pt x="612539" y="40612"/>
                    <a:pt x="613854" y="41407"/>
                  </a:cubicBezTo>
                  <a:cubicBezTo>
                    <a:pt x="615170" y="42201"/>
                    <a:pt x="616602" y="42604"/>
                    <a:pt x="618125" y="42604"/>
                  </a:cubicBezTo>
                  <a:cubicBezTo>
                    <a:pt x="620352" y="42604"/>
                    <a:pt x="622097" y="41836"/>
                    <a:pt x="623386" y="40313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3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35"/>
                    <a:pt x="587956" y="39688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70"/>
                    <a:pt x="74935" y="58190"/>
                    <a:pt x="76042" y="61667"/>
                  </a:cubicBezTo>
                  <a:cubicBezTo>
                    <a:pt x="77083" y="65065"/>
                    <a:pt x="78659" y="67956"/>
                    <a:pt x="80781" y="70313"/>
                  </a:cubicBezTo>
                  <a:cubicBezTo>
                    <a:pt x="82904" y="72670"/>
                    <a:pt x="85833" y="73855"/>
                    <a:pt x="89583" y="73855"/>
                  </a:cubicBezTo>
                  <a:cubicBezTo>
                    <a:pt x="93333" y="73855"/>
                    <a:pt x="96315" y="72670"/>
                    <a:pt x="98542" y="70313"/>
                  </a:cubicBezTo>
                  <a:cubicBezTo>
                    <a:pt x="100768" y="67956"/>
                    <a:pt x="102435" y="65065"/>
                    <a:pt x="103542" y="61667"/>
                  </a:cubicBezTo>
                  <a:cubicBezTo>
                    <a:pt x="104727" y="58190"/>
                    <a:pt x="105482" y="54570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68"/>
                    <a:pt x="460625" y="3542"/>
                  </a:cubicBezTo>
                  <a:cubicBezTo>
                    <a:pt x="460899" y="3815"/>
                    <a:pt x="461042" y="4336"/>
                    <a:pt x="461042" y="5104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102"/>
                    <a:pt x="448594" y="16029"/>
                    <a:pt x="445782" y="17865"/>
                  </a:cubicBezTo>
                  <a:cubicBezTo>
                    <a:pt x="442969" y="19701"/>
                    <a:pt x="439896" y="21458"/>
                    <a:pt x="436563" y="23125"/>
                  </a:cubicBezTo>
                  <a:lnTo>
                    <a:pt x="436563" y="15208"/>
                  </a:lnTo>
                  <a:cubicBezTo>
                    <a:pt x="439545" y="13893"/>
                    <a:pt x="442435" y="12188"/>
                    <a:pt x="445209" y="10104"/>
                  </a:cubicBezTo>
                  <a:cubicBezTo>
                    <a:pt x="447982" y="8021"/>
                    <a:pt x="450625" y="5690"/>
                    <a:pt x="453125" y="3125"/>
                  </a:cubicBezTo>
                  <a:close/>
                  <a:moveTo>
                    <a:pt x="361979" y="3125"/>
                  </a:moveTo>
                  <a:lnTo>
                    <a:pt x="367917" y="3125"/>
                  </a:lnTo>
                  <a:cubicBezTo>
                    <a:pt x="368685" y="3125"/>
                    <a:pt x="369206" y="3268"/>
                    <a:pt x="369479" y="3542"/>
                  </a:cubicBezTo>
                  <a:cubicBezTo>
                    <a:pt x="369753" y="3815"/>
                    <a:pt x="369896" y="4336"/>
                    <a:pt x="369896" y="5104"/>
                  </a:cubicBezTo>
                  <a:lnTo>
                    <a:pt x="369896" y="79167"/>
                  </a:lnTo>
                  <a:lnTo>
                    <a:pt x="361667" y="79167"/>
                  </a:lnTo>
                  <a:lnTo>
                    <a:pt x="361667" y="12083"/>
                  </a:lnTo>
                  <a:cubicBezTo>
                    <a:pt x="359792" y="14102"/>
                    <a:pt x="357448" y="16029"/>
                    <a:pt x="354636" y="17865"/>
                  </a:cubicBezTo>
                  <a:cubicBezTo>
                    <a:pt x="351823" y="19701"/>
                    <a:pt x="348750" y="21458"/>
                    <a:pt x="345417" y="23125"/>
                  </a:cubicBezTo>
                  <a:lnTo>
                    <a:pt x="345417" y="15208"/>
                  </a:lnTo>
                  <a:cubicBezTo>
                    <a:pt x="348399" y="13893"/>
                    <a:pt x="351289" y="12188"/>
                    <a:pt x="354063" y="10104"/>
                  </a:cubicBezTo>
                  <a:cubicBezTo>
                    <a:pt x="356836" y="8021"/>
                    <a:pt x="359479" y="5690"/>
                    <a:pt x="361979" y="3125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68"/>
                    <a:pt x="304375" y="3542"/>
                  </a:cubicBezTo>
                  <a:cubicBezTo>
                    <a:pt x="304649" y="3815"/>
                    <a:pt x="304792" y="4336"/>
                    <a:pt x="304792" y="5104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3"/>
                  </a:lnTo>
                  <a:cubicBezTo>
                    <a:pt x="294688" y="14102"/>
                    <a:pt x="292344" y="16029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8"/>
                  </a:lnTo>
                  <a:cubicBezTo>
                    <a:pt x="283294" y="13893"/>
                    <a:pt x="286185" y="12188"/>
                    <a:pt x="288959" y="10104"/>
                  </a:cubicBezTo>
                  <a:cubicBezTo>
                    <a:pt x="291732" y="8021"/>
                    <a:pt x="294375" y="5690"/>
                    <a:pt x="296875" y="3125"/>
                  </a:cubicBezTo>
                  <a:close/>
                  <a:moveTo>
                    <a:pt x="517917" y="1354"/>
                  </a:moveTo>
                  <a:cubicBezTo>
                    <a:pt x="520977" y="1354"/>
                    <a:pt x="523907" y="1758"/>
                    <a:pt x="526719" y="2552"/>
                  </a:cubicBezTo>
                  <a:cubicBezTo>
                    <a:pt x="529532" y="3347"/>
                    <a:pt x="532019" y="4584"/>
                    <a:pt x="534167" y="6250"/>
                  </a:cubicBezTo>
                  <a:cubicBezTo>
                    <a:pt x="536250" y="7917"/>
                    <a:pt x="537930" y="10039"/>
                    <a:pt x="539219" y="12604"/>
                  </a:cubicBezTo>
                  <a:cubicBezTo>
                    <a:pt x="540508" y="15169"/>
                    <a:pt x="541146" y="18229"/>
                    <a:pt x="541146" y="21771"/>
                  </a:cubicBezTo>
                  <a:cubicBezTo>
                    <a:pt x="541146" y="26146"/>
                    <a:pt x="539727" y="30039"/>
                    <a:pt x="536875" y="33438"/>
                  </a:cubicBezTo>
                  <a:cubicBezTo>
                    <a:pt x="534024" y="36836"/>
                    <a:pt x="530313" y="38958"/>
                    <a:pt x="525730" y="39792"/>
                  </a:cubicBezTo>
                  <a:cubicBezTo>
                    <a:pt x="530795" y="40482"/>
                    <a:pt x="534909" y="42617"/>
                    <a:pt x="538073" y="46198"/>
                  </a:cubicBezTo>
                  <a:cubicBezTo>
                    <a:pt x="541237" y="49779"/>
                    <a:pt x="542813" y="54063"/>
                    <a:pt x="542813" y="59063"/>
                  </a:cubicBezTo>
                  <a:cubicBezTo>
                    <a:pt x="542813" y="62956"/>
                    <a:pt x="542097" y="66263"/>
                    <a:pt x="540677" y="69011"/>
                  </a:cubicBezTo>
                  <a:cubicBezTo>
                    <a:pt x="539258" y="71758"/>
                    <a:pt x="537357" y="74024"/>
                    <a:pt x="535000" y="75833"/>
                  </a:cubicBezTo>
                  <a:cubicBezTo>
                    <a:pt x="532644" y="77565"/>
                    <a:pt x="529935" y="78854"/>
                    <a:pt x="526875" y="79688"/>
                  </a:cubicBezTo>
                  <a:cubicBezTo>
                    <a:pt x="523815" y="80521"/>
                    <a:pt x="520690" y="80938"/>
                    <a:pt x="517500" y="80938"/>
                  </a:cubicBezTo>
                  <a:cubicBezTo>
                    <a:pt x="510000" y="80938"/>
                    <a:pt x="504076" y="78959"/>
                    <a:pt x="499740" y="75000"/>
                  </a:cubicBezTo>
                  <a:cubicBezTo>
                    <a:pt x="495404" y="71042"/>
                    <a:pt x="493164" y="65560"/>
                    <a:pt x="493021" y="58542"/>
                  </a:cubicBezTo>
                  <a:lnTo>
                    <a:pt x="501250" y="58542"/>
                  </a:lnTo>
                  <a:cubicBezTo>
                    <a:pt x="501732" y="63542"/>
                    <a:pt x="503386" y="67331"/>
                    <a:pt x="506198" y="69896"/>
                  </a:cubicBezTo>
                  <a:cubicBezTo>
                    <a:pt x="509011" y="72461"/>
                    <a:pt x="512878" y="73750"/>
                    <a:pt x="517813" y="73750"/>
                  </a:cubicBezTo>
                  <a:cubicBezTo>
                    <a:pt x="522956" y="73750"/>
                    <a:pt x="527019" y="72396"/>
                    <a:pt x="530000" y="69688"/>
                  </a:cubicBezTo>
                  <a:cubicBezTo>
                    <a:pt x="532982" y="66979"/>
                    <a:pt x="534480" y="63125"/>
                    <a:pt x="534480" y="58125"/>
                  </a:cubicBezTo>
                  <a:cubicBezTo>
                    <a:pt x="534480" y="55560"/>
                    <a:pt x="533998" y="53347"/>
                    <a:pt x="533021" y="51511"/>
                  </a:cubicBezTo>
                  <a:cubicBezTo>
                    <a:pt x="532045" y="49675"/>
                    <a:pt x="530769" y="48164"/>
                    <a:pt x="529167" y="46979"/>
                  </a:cubicBezTo>
                  <a:cubicBezTo>
                    <a:pt x="527500" y="45794"/>
                    <a:pt x="525638" y="44935"/>
                    <a:pt x="523594" y="44375"/>
                  </a:cubicBezTo>
                  <a:cubicBezTo>
                    <a:pt x="521550" y="43815"/>
                    <a:pt x="519440" y="43477"/>
                    <a:pt x="517292" y="43333"/>
                  </a:cubicBezTo>
                  <a:lnTo>
                    <a:pt x="513125" y="43333"/>
                  </a:lnTo>
                  <a:cubicBezTo>
                    <a:pt x="512292" y="43333"/>
                    <a:pt x="511810" y="43242"/>
                    <a:pt x="511667" y="43073"/>
                  </a:cubicBezTo>
                  <a:cubicBezTo>
                    <a:pt x="511524" y="42904"/>
                    <a:pt x="511459" y="42435"/>
                    <a:pt x="511459" y="41667"/>
                  </a:cubicBezTo>
                  <a:lnTo>
                    <a:pt x="511459" y="37813"/>
                  </a:lnTo>
                  <a:cubicBezTo>
                    <a:pt x="511459" y="36980"/>
                    <a:pt x="511524" y="36420"/>
                    <a:pt x="511667" y="36146"/>
                  </a:cubicBezTo>
                  <a:cubicBezTo>
                    <a:pt x="511810" y="35872"/>
                    <a:pt x="512292" y="35729"/>
                    <a:pt x="513125" y="35729"/>
                  </a:cubicBezTo>
                  <a:lnTo>
                    <a:pt x="516563" y="35729"/>
                  </a:lnTo>
                  <a:cubicBezTo>
                    <a:pt x="518646" y="35729"/>
                    <a:pt x="520677" y="35469"/>
                    <a:pt x="522657" y="34948"/>
                  </a:cubicBezTo>
                  <a:cubicBezTo>
                    <a:pt x="524636" y="34427"/>
                    <a:pt x="526354" y="33607"/>
                    <a:pt x="527813" y="32500"/>
                  </a:cubicBezTo>
                  <a:cubicBezTo>
                    <a:pt x="529336" y="31459"/>
                    <a:pt x="530560" y="30091"/>
                    <a:pt x="531459" y="28386"/>
                  </a:cubicBezTo>
                  <a:cubicBezTo>
                    <a:pt x="532357" y="26680"/>
                    <a:pt x="532813" y="24623"/>
                    <a:pt x="532813" y="22188"/>
                  </a:cubicBezTo>
                  <a:cubicBezTo>
                    <a:pt x="532813" y="17813"/>
                    <a:pt x="531368" y="14440"/>
                    <a:pt x="528490" y="12083"/>
                  </a:cubicBezTo>
                  <a:cubicBezTo>
                    <a:pt x="525612" y="9727"/>
                    <a:pt x="521979" y="8542"/>
                    <a:pt x="517604" y="8542"/>
                  </a:cubicBezTo>
                  <a:cubicBezTo>
                    <a:pt x="513086" y="8542"/>
                    <a:pt x="509532" y="9727"/>
                    <a:pt x="506927" y="12083"/>
                  </a:cubicBezTo>
                  <a:cubicBezTo>
                    <a:pt x="504323" y="14440"/>
                    <a:pt x="502813" y="17852"/>
                    <a:pt x="502396" y="22292"/>
                  </a:cubicBezTo>
                  <a:lnTo>
                    <a:pt x="494063" y="22292"/>
                  </a:lnTo>
                  <a:cubicBezTo>
                    <a:pt x="494128" y="15833"/>
                    <a:pt x="496354" y="10729"/>
                    <a:pt x="500730" y="6979"/>
                  </a:cubicBezTo>
                  <a:cubicBezTo>
                    <a:pt x="505105" y="3229"/>
                    <a:pt x="510834" y="1354"/>
                    <a:pt x="517917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58"/>
                    <a:pt x="214219" y="2552"/>
                  </a:cubicBezTo>
                  <a:cubicBezTo>
                    <a:pt x="217031" y="3347"/>
                    <a:pt x="219518" y="4584"/>
                    <a:pt x="221667" y="6250"/>
                  </a:cubicBezTo>
                  <a:cubicBezTo>
                    <a:pt x="223750" y="7917"/>
                    <a:pt x="225430" y="10039"/>
                    <a:pt x="226719" y="12604"/>
                  </a:cubicBezTo>
                  <a:cubicBezTo>
                    <a:pt x="228008" y="15169"/>
                    <a:pt x="228646" y="18229"/>
                    <a:pt x="228646" y="21771"/>
                  </a:cubicBezTo>
                  <a:cubicBezTo>
                    <a:pt x="228646" y="26146"/>
                    <a:pt x="227227" y="30039"/>
                    <a:pt x="224375" y="33438"/>
                  </a:cubicBezTo>
                  <a:cubicBezTo>
                    <a:pt x="221524" y="36836"/>
                    <a:pt x="217813" y="38958"/>
                    <a:pt x="213229" y="39792"/>
                  </a:cubicBezTo>
                  <a:cubicBezTo>
                    <a:pt x="218294" y="40482"/>
                    <a:pt x="222409" y="42617"/>
                    <a:pt x="225573" y="46198"/>
                  </a:cubicBezTo>
                  <a:cubicBezTo>
                    <a:pt x="228737" y="49779"/>
                    <a:pt x="230313" y="54063"/>
                    <a:pt x="230313" y="59063"/>
                  </a:cubicBezTo>
                  <a:cubicBezTo>
                    <a:pt x="230313" y="62956"/>
                    <a:pt x="229596" y="66263"/>
                    <a:pt x="228177" y="69011"/>
                  </a:cubicBezTo>
                  <a:cubicBezTo>
                    <a:pt x="226758" y="71758"/>
                    <a:pt x="224857" y="74024"/>
                    <a:pt x="222500" y="75833"/>
                  </a:cubicBezTo>
                  <a:cubicBezTo>
                    <a:pt x="220143" y="77565"/>
                    <a:pt x="217435" y="78854"/>
                    <a:pt x="214375" y="79688"/>
                  </a:cubicBezTo>
                  <a:cubicBezTo>
                    <a:pt x="211315" y="80521"/>
                    <a:pt x="208190" y="80938"/>
                    <a:pt x="205000" y="80938"/>
                  </a:cubicBezTo>
                  <a:cubicBezTo>
                    <a:pt x="197500" y="80938"/>
                    <a:pt x="191576" y="78959"/>
                    <a:pt x="187240" y="75000"/>
                  </a:cubicBezTo>
                  <a:cubicBezTo>
                    <a:pt x="182904" y="71042"/>
                    <a:pt x="180664" y="65560"/>
                    <a:pt x="180521" y="58542"/>
                  </a:cubicBezTo>
                  <a:lnTo>
                    <a:pt x="188750" y="58542"/>
                  </a:lnTo>
                  <a:cubicBezTo>
                    <a:pt x="189232" y="63542"/>
                    <a:pt x="190886" y="67331"/>
                    <a:pt x="193698" y="69896"/>
                  </a:cubicBezTo>
                  <a:cubicBezTo>
                    <a:pt x="196510" y="72461"/>
                    <a:pt x="200378" y="73750"/>
                    <a:pt x="205313" y="73750"/>
                  </a:cubicBezTo>
                  <a:cubicBezTo>
                    <a:pt x="210456" y="73750"/>
                    <a:pt x="214518" y="72396"/>
                    <a:pt x="217500" y="69688"/>
                  </a:cubicBezTo>
                  <a:cubicBezTo>
                    <a:pt x="220482" y="66979"/>
                    <a:pt x="221979" y="63125"/>
                    <a:pt x="221979" y="58125"/>
                  </a:cubicBezTo>
                  <a:cubicBezTo>
                    <a:pt x="221979" y="55560"/>
                    <a:pt x="221498" y="53347"/>
                    <a:pt x="220521" y="51511"/>
                  </a:cubicBezTo>
                  <a:cubicBezTo>
                    <a:pt x="219544" y="49675"/>
                    <a:pt x="218268" y="48164"/>
                    <a:pt x="216667" y="46979"/>
                  </a:cubicBezTo>
                  <a:cubicBezTo>
                    <a:pt x="215000" y="45794"/>
                    <a:pt x="213138" y="44935"/>
                    <a:pt x="211094" y="44375"/>
                  </a:cubicBezTo>
                  <a:cubicBezTo>
                    <a:pt x="209050" y="43815"/>
                    <a:pt x="206940" y="43477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2"/>
                    <a:pt x="199167" y="43073"/>
                  </a:cubicBezTo>
                  <a:cubicBezTo>
                    <a:pt x="199024" y="42904"/>
                    <a:pt x="198958" y="42435"/>
                    <a:pt x="198958" y="41667"/>
                  </a:cubicBezTo>
                  <a:lnTo>
                    <a:pt x="198958" y="37813"/>
                  </a:lnTo>
                  <a:cubicBezTo>
                    <a:pt x="198958" y="36980"/>
                    <a:pt x="199024" y="36420"/>
                    <a:pt x="199167" y="36146"/>
                  </a:cubicBezTo>
                  <a:cubicBezTo>
                    <a:pt x="199310" y="35872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7"/>
                    <a:pt x="213854" y="33607"/>
                    <a:pt x="215313" y="32500"/>
                  </a:cubicBezTo>
                  <a:cubicBezTo>
                    <a:pt x="216836" y="31459"/>
                    <a:pt x="218060" y="30091"/>
                    <a:pt x="218959" y="28386"/>
                  </a:cubicBezTo>
                  <a:cubicBezTo>
                    <a:pt x="219857" y="26680"/>
                    <a:pt x="220313" y="24623"/>
                    <a:pt x="220313" y="22188"/>
                  </a:cubicBezTo>
                  <a:cubicBezTo>
                    <a:pt x="220313" y="17813"/>
                    <a:pt x="218867" y="14440"/>
                    <a:pt x="215990" y="12083"/>
                  </a:cubicBezTo>
                  <a:cubicBezTo>
                    <a:pt x="213112" y="9727"/>
                    <a:pt x="209479" y="8542"/>
                    <a:pt x="205104" y="8542"/>
                  </a:cubicBezTo>
                  <a:cubicBezTo>
                    <a:pt x="200586" y="8542"/>
                    <a:pt x="197031" y="9727"/>
                    <a:pt x="194427" y="12083"/>
                  </a:cubicBezTo>
                  <a:cubicBezTo>
                    <a:pt x="191823" y="14440"/>
                    <a:pt x="190313" y="17852"/>
                    <a:pt x="189896" y="22292"/>
                  </a:cubicBezTo>
                  <a:lnTo>
                    <a:pt x="181563" y="22292"/>
                  </a:lnTo>
                  <a:cubicBezTo>
                    <a:pt x="181628" y="15833"/>
                    <a:pt x="183854" y="10729"/>
                    <a:pt x="188229" y="6979"/>
                  </a:cubicBezTo>
                  <a:cubicBezTo>
                    <a:pt x="192604" y="3229"/>
                    <a:pt x="198333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05" y="68855"/>
                    <a:pt x="121510" y="67188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49"/>
                    <a:pt x="131042" y="57500"/>
                    <a:pt x="133125" y="55209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3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17" y="15482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56"/>
                    <a:pt x="128555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17" y="68855"/>
                    <a:pt x="4323" y="67188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49"/>
                    <a:pt x="13854" y="57500"/>
                    <a:pt x="15937" y="55209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3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75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30" y="15482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56"/>
                    <a:pt x="11367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03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3"/>
                  </a:cubicBezTo>
                  <a:cubicBezTo>
                    <a:pt x="113268" y="60105"/>
                    <a:pt x="111979" y="64440"/>
                    <a:pt x="110104" y="68334"/>
                  </a:cubicBezTo>
                  <a:cubicBezTo>
                    <a:pt x="108229" y="72149"/>
                    <a:pt x="105638" y="75248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48"/>
                    <a:pt x="71315" y="72149"/>
                    <a:pt x="69583" y="68334"/>
                  </a:cubicBezTo>
                  <a:cubicBezTo>
                    <a:pt x="67773" y="64440"/>
                    <a:pt x="66563" y="60105"/>
                    <a:pt x="65937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03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4" name="TextBox 583">
              <a:extLst>
                <a:ext uri="{FF2B5EF4-FFF2-40B4-BE49-F238E27FC236}">
                  <a16:creationId xmlns:a16="http://schemas.microsoft.com/office/drawing/2014/main" id="{A97DB24F-675B-46E0-B285-415861B20345}"/>
                </a:ext>
              </a:extLst>
            </p:cNvPr>
            <p:cNvSpPr txBox="1"/>
            <p:nvPr/>
          </p:nvSpPr>
          <p:spPr>
            <a:xfrm>
              <a:off x="2926610" y="5486400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2023.11.13 ~</a:t>
              </a:r>
            </a:p>
          </p:txBody>
        </p:sp>
        <p:sp>
          <p:nvSpPr>
            <p:cNvPr id="585" name="자유형: 도형 584">
              <a:extLst>
                <a:ext uri="{FF2B5EF4-FFF2-40B4-BE49-F238E27FC236}">
                  <a16:creationId xmlns:a16="http://schemas.microsoft.com/office/drawing/2014/main" id="{F78E7DDD-79A2-43FE-8702-796EBCB6EA3A}"/>
                </a:ext>
              </a:extLst>
            </p:cNvPr>
            <p:cNvSpPr/>
            <p:nvPr/>
          </p:nvSpPr>
          <p:spPr>
            <a:xfrm>
              <a:off x="3062099" y="5656065"/>
              <a:ext cx="526146" cy="81562"/>
            </a:xfrm>
            <a:custGeom>
              <a:avLst/>
              <a:gdLst>
                <a:gd name="connsiteX0" fmla="*/ 408021 w 526146"/>
                <a:gd name="connsiteY0" fmla="*/ 70833 h 81562"/>
                <a:gd name="connsiteX1" fmla="*/ 418750 w 526146"/>
                <a:gd name="connsiteY1" fmla="*/ 70833 h 81562"/>
                <a:gd name="connsiteX2" fmla="*/ 418750 w 526146"/>
                <a:gd name="connsiteY2" fmla="*/ 81563 h 81562"/>
                <a:gd name="connsiteX3" fmla="*/ 408021 w 526146"/>
                <a:gd name="connsiteY3" fmla="*/ 81563 h 81562"/>
                <a:gd name="connsiteX4" fmla="*/ 251771 w 526146"/>
                <a:gd name="connsiteY4" fmla="*/ 70833 h 81562"/>
                <a:gd name="connsiteX5" fmla="*/ 262500 w 526146"/>
                <a:gd name="connsiteY5" fmla="*/ 70833 h 81562"/>
                <a:gd name="connsiteX6" fmla="*/ 262500 w 526146"/>
                <a:gd name="connsiteY6" fmla="*/ 81563 h 81562"/>
                <a:gd name="connsiteX7" fmla="*/ 251771 w 526146"/>
                <a:gd name="connsiteY7" fmla="*/ 81563 h 81562"/>
                <a:gd name="connsiteX8" fmla="*/ 214167 w 526146"/>
                <a:gd name="connsiteY8" fmla="*/ 11250 h 81562"/>
                <a:gd name="connsiteX9" fmla="*/ 187292 w 526146"/>
                <a:gd name="connsiteY9" fmla="*/ 55313 h 81562"/>
                <a:gd name="connsiteX10" fmla="*/ 213959 w 526146"/>
                <a:gd name="connsiteY10" fmla="*/ 55313 h 81562"/>
                <a:gd name="connsiteX11" fmla="*/ 213959 w 526146"/>
                <a:gd name="connsiteY11" fmla="*/ 20833 h 81562"/>
                <a:gd name="connsiteX12" fmla="*/ 89583 w 526146"/>
                <a:gd name="connsiteY12" fmla="*/ 7188 h 81562"/>
                <a:gd name="connsiteX13" fmla="*/ 80781 w 526146"/>
                <a:gd name="connsiteY13" fmla="*/ 10833 h 81562"/>
                <a:gd name="connsiteX14" fmla="*/ 76042 w 526146"/>
                <a:gd name="connsiteY14" fmla="*/ 19583 h 81562"/>
                <a:gd name="connsiteX15" fmla="*/ 74011 w 526146"/>
                <a:gd name="connsiteY15" fmla="*/ 30573 h 81562"/>
                <a:gd name="connsiteX16" fmla="*/ 73646 w 526146"/>
                <a:gd name="connsiteY16" fmla="*/ 40729 h 81562"/>
                <a:gd name="connsiteX17" fmla="*/ 74011 w 526146"/>
                <a:gd name="connsiteY17" fmla="*/ 50782 h 81562"/>
                <a:gd name="connsiteX18" fmla="*/ 76042 w 526146"/>
                <a:gd name="connsiteY18" fmla="*/ 61667 h 81562"/>
                <a:gd name="connsiteX19" fmla="*/ 80781 w 526146"/>
                <a:gd name="connsiteY19" fmla="*/ 70313 h 81562"/>
                <a:gd name="connsiteX20" fmla="*/ 89583 w 526146"/>
                <a:gd name="connsiteY20" fmla="*/ 73855 h 81562"/>
                <a:gd name="connsiteX21" fmla="*/ 98542 w 526146"/>
                <a:gd name="connsiteY21" fmla="*/ 70313 h 81562"/>
                <a:gd name="connsiteX22" fmla="*/ 103542 w 526146"/>
                <a:gd name="connsiteY22" fmla="*/ 61667 h 81562"/>
                <a:gd name="connsiteX23" fmla="*/ 105833 w 526146"/>
                <a:gd name="connsiteY23" fmla="*/ 50782 h 81562"/>
                <a:gd name="connsiteX24" fmla="*/ 106354 w 526146"/>
                <a:gd name="connsiteY24" fmla="*/ 40729 h 81562"/>
                <a:gd name="connsiteX25" fmla="*/ 105833 w 526146"/>
                <a:gd name="connsiteY25" fmla="*/ 30573 h 81562"/>
                <a:gd name="connsiteX26" fmla="*/ 103542 w 526146"/>
                <a:gd name="connsiteY26" fmla="*/ 19583 h 81562"/>
                <a:gd name="connsiteX27" fmla="*/ 98542 w 526146"/>
                <a:gd name="connsiteY27" fmla="*/ 10833 h 81562"/>
                <a:gd name="connsiteX28" fmla="*/ 89583 w 526146"/>
                <a:gd name="connsiteY28" fmla="*/ 7188 h 81562"/>
                <a:gd name="connsiteX29" fmla="*/ 518229 w 526146"/>
                <a:gd name="connsiteY29" fmla="*/ 3125 h 81562"/>
                <a:gd name="connsiteX30" fmla="*/ 524167 w 526146"/>
                <a:gd name="connsiteY30" fmla="*/ 3125 h 81562"/>
                <a:gd name="connsiteX31" fmla="*/ 525730 w 526146"/>
                <a:gd name="connsiteY31" fmla="*/ 3542 h 81562"/>
                <a:gd name="connsiteX32" fmla="*/ 526146 w 526146"/>
                <a:gd name="connsiteY32" fmla="*/ 5104 h 81562"/>
                <a:gd name="connsiteX33" fmla="*/ 526146 w 526146"/>
                <a:gd name="connsiteY33" fmla="*/ 79167 h 81562"/>
                <a:gd name="connsiteX34" fmla="*/ 517917 w 526146"/>
                <a:gd name="connsiteY34" fmla="*/ 79167 h 81562"/>
                <a:gd name="connsiteX35" fmla="*/ 517917 w 526146"/>
                <a:gd name="connsiteY35" fmla="*/ 12083 h 81562"/>
                <a:gd name="connsiteX36" fmla="*/ 510886 w 526146"/>
                <a:gd name="connsiteY36" fmla="*/ 17865 h 81562"/>
                <a:gd name="connsiteX37" fmla="*/ 501667 w 526146"/>
                <a:gd name="connsiteY37" fmla="*/ 23125 h 81562"/>
                <a:gd name="connsiteX38" fmla="*/ 501667 w 526146"/>
                <a:gd name="connsiteY38" fmla="*/ 15208 h 81562"/>
                <a:gd name="connsiteX39" fmla="*/ 510313 w 526146"/>
                <a:gd name="connsiteY39" fmla="*/ 10104 h 81562"/>
                <a:gd name="connsiteX40" fmla="*/ 518229 w 526146"/>
                <a:gd name="connsiteY40" fmla="*/ 3125 h 81562"/>
                <a:gd name="connsiteX41" fmla="*/ 296875 w 526146"/>
                <a:gd name="connsiteY41" fmla="*/ 3125 h 81562"/>
                <a:gd name="connsiteX42" fmla="*/ 302813 w 526146"/>
                <a:gd name="connsiteY42" fmla="*/ 3125 h 81562"/>
                <a:gd name="connsiteX43" fmla="*/ 304375 w 526146"/>
                <a:gd name="connsiteY43" fmla="*/ 3542 h 81562"/>
                <a:gd name="connsiteX44" fmla="*/ 304792 w 526146"/>
                <a:gd name="connsiteY44" fmla="*/ 5104 h 81562"/>
                <a:gd name="connsiteX45" fmla="*/ 304792 w 526146"/>
                <a:gd name="connsiteY45" fmla="*/ 79167 h 81562"/>
                <a:gd name="connsiteX46" fmla="*/ 296563 w 526146"/>
                <a:gd name="connsiteY46" fmla="*/ 79167 h 81562"/>
                <a:gd name="connsiteX47" fmla="*/ 296563 w 526146"/>
                <a:gd name="connsiteY47" fmla="*/ 12083 h 81562"/>
                <a:gd name="connsiteX48" fmla="*/ 289532 w 526146"/>
                <a:gd name="connsiteY48" fmla="*/ 17865 h 81562"/>
                <a:gd name="connsiteX49" fmla="*/ 280313 w 526146"/>
                <a:gd name="connsiteY49" fmla="*/ 23125 h 81562"/>
                <a:gd name="connsiteX50" fmla="*/ 280313 w 526146"/>
                <a:gd name="connsiteY50" fmla="*/ 15208 h 81562"/>
                <a:gd name="connsiteX51" fmla="*/ 288959 w 526146"/>
                <a:gd name="connsiteY51" fmla="*/ 10104 h 81562"/>
                <a:gd name="connsiteX52" fmla="*/ 296875 w 526146"/>
                <a:gd name="connsiteY52" fmla="*/ 3125 h 81562"/>
                <a:gd name="connsiteX53" fmla="*/ 212813 w 526146"/>
                <a:gd name="connsiteY53" fmla="*/ 1979 h 81562"/>
                <a:gd name="connsiteX54" fmla="*/ 219896 w 526146"/>
                <a:gd name="connsiteY54" fmla="*/ 1979 h 81562"/>
                <a:gd name="connsiteX55" fmla="*/ 221459 w 526146"/>
                <a:gd name="connsiteY55" fmla="*/ 2396 h 81562"/>
                <a:gd name="connsiteX56" fmla="*/ 221875 w 526146"/>
                <a:gd name="connsiteY56" fmla="*/ 3959 h 81562"/>
                <a:gd name="connsiteX57" fmla="*/ 221875 w 526146"/>
                <a:gd name="connsiteY57" fmla="*/ 55313 h 81562"/>
                <a:gd name="connsiteX58" fmla="*/ 233229 w 526146"/>
                <a:gd name="connsiteY58" fmla="*/ 55313 h 81562"/>
                <a:gd name="connsiteX59" fmla="*/ 233229 w 526146"/>
                <a:gd name="connsiteY59" fmla="*/ 62500 h 81562"/>
                <a:gd name="connsiteX60" fmla="*/ 221875 w 526146"/>
                <a:gd name="connsiteY60" fmla="*/ 62500 h 81562"/>
                <a:gd name="connsiteX61" fmla="*/ 221875 w 526146"/>
                <a:gd name="connsiteY61" fmla="*/ 79167 h 81562"/>
                <a:gd name="connsiteX62" fmla="*/ 213750 w 526146"/>
                <a:gd name="connsiteY62" fmla="*/ 79167 h 81562"/>
                <a:gd name="connsiteX63" fmla="*/ 213750 w 526146"/>
                <a:gd name="connsiteY63" fmla="*/ 62500 h 81562"/>
                <a:gd name="connsiteX64" fmla="*/ 181354 w 526146"/>
                <a:gd name="connsiteY64" fmla="*/ 62500 h 81562"/>
                <a:gd name="connsiteX65" fmla="*/ 179792 w 526146"/>
                <a:gd name="connsiteY65" fmla="*/ 62083 h 81562"/>
                <a:gd name="connsiteX66" fmla="*/ 179375 w 526146"/>
                <a:gd name="connsiteY66" fmla="*/ 60521 h 81562"/>
                <a:gd name="connsiteX67" fmla="*/ 179375 w 526146"/>
                <a:gd name="connsiteY67" fmla="*/ 56146 h 81562"/>
                <a:gd name="connsiteX68" fmla="*/ 179636 w 526146"/>
                <a:gd name="connsiteY68" fmla="*/ 54636 h 81562"/>
                <a:gd name="connsiteX69" fmla="*/ 180313 w 526146"/>
                <a:gd name="connsiteY69" fmla="*/ 53229 h 81562"/>
                <a:gd name="connsiteX70" fmla="*/ 210729 w 526146"/>
                <a:gd name="connsiteY70" fmla="*/ 3333 h 81562"/>
                <a:gd name="connsiteX71" fmla="*/ 211563 w 526146"/>
                <a:gd name="connsiteY71" fmla="*/ 2344 h 81562"/>
                <a:gd name="connsiteX72" fmla="*/ 212813 w 526146"/>
                <a:gd name="connsiteY72" fmla="*/ 1979 h 81562"/>
                <a:gd name="connsiteX73" fmla="*/ 452813 w 526146"/>
                <a:gd name="connsiteY73" fmla="*/ 1354 h 81562"/>
                <a:gd name="connsiteX74" fmla="*/ 461615 w 526146"/>
                <a:gd name="connsiteY74" fmla="*/ 2552 h 81562"/>
                <a:gd name="connsiteX75" fmla="*/ 469063 w 526146"/>
                <a:gd name="connsiteY75" fmla="*/ 6250 h 81562"/>
                <a:gd name="connsiteX76" fmla="*/ 474115 w 526146"/>
                <a:gd name="connsiteY76" fmla="*/ 12604 h 81562"/>
                <a:gd name="connsiteX77" fmla="*/ 476042 w 526146"/>
                <a:gd name="connsiteY77" fmla="*/ 21771 h 81562"/>
                <a:gd name="connsiteX78" fmla="*/ 471771 w 526146"/>
                <a:gd name="connsiteY78" fmla="*/ 33438 h 81562"/>
                <a:gd name="connsiteX79" fmla="*/ 460625 w 526146"/>
                <a:gd name="connsiteY79" fmla="*/ 39792 h 81562"/>
                <a:gd name="connsiteX80" fmla="*/ 472969 w 526146"/>
                <a:gd name="connsiteY80" fmla="*/ 46198 h 81562"/>
                <a:gd name="connsiteX81" fmla="*/ 477709 w 526146"/>
                <a:gd name="connsiteY81" fmla="*/ 59063 h 81562"/>
                <a:gd name="connsiteX82" fmla="*/ 475573 w 526146"/>
                <a:gd name="connsiteY82" fmla="*/ 69011 h 81562"/>
                <a:gd name="connsiteX83" fmla="*/ 469896 w 526146"/>
                <a:gd name="connsiteY83" fmla="*/ 75833 h 81562"/>
                <a:gd name="connsiteX84" fmla="*/ 461771 w 526146"/>
                <a:gd name="connsiteY84" fmla="*/ 79688 h 81562"/>
                <a:gd name="connsiteX85" fmla="*/ 452396 w 526146"/>
                <a:gd name="connsiteY85" fmla="*/ 80938 h 81562"/>
                <a:gd name="connsiteX86" fmla="*/ 434636 w 526146"/>
                <a:gd name="connsiteY86" fmla="*/ 75000 h 81562"/>
                <a:gd name="connsiteX87" fmla="*/ 427917 w 526146"/>
                <a:gd name="connsiteY87" fmla="*/ 58542 h 81562"/>
                <a:gd name="connsiteX88" fmla="*/ 436146 w 526146"/>
                <a:gd name="connsiteY88" fmla="*/ 58542 h 81562"/>
                <a:gd name="connsiteX89" fmla="*/ 441094 w 526146"/>
                <a:gd name="connsiteY89" fmla="*/ 69896 h 81562"/>
                <a:gd name="connsiteX90" fmla="*/ 452709 w 526146"/>
                <a:gd name="connsiteY90" fmla="*/ 73750 h 81562"/>
                <a:gd name="connsiteX91" fmla="*/ 464896 w 526146"/>
                <a:gd name="connsiteY91" fmla="*/ 69688 h 81562"/>
                <a:gd name="connsiteX92" fmla="*/ 469375 w 526146"/>
                <a:gd name="connsiteY92" fmla="*/ 58125 h 81562"/>
                <a:gd name="connsiteX93" fmla="*/ 467917 w 526146"/>
                <a:gd name="connsiteY93" fmla="*/ 51511 h 81562"/>
                <a:gd name="connsiteX94" fmla="*/ 464063 w 526146"/>
                <a:gd name="connsiteY94" fmla="*/ 46979 h 81562"/>
                <a:gd name="connsiteX95" fmla="*/ 458490 w 526146"/>
                <a:gd name="connsiteY95" fmla="*/ 44375 h 81562"/>
                <a:gd name="connsiteX96" fmla="*/ 452188 w 526146"/>
                <a:gd name="connsiteY96" fmla="*/ 43333 h 81562"/>
                <a:gd name="connsiteX97" fmla="*/ 448021 w 526146"/>
                <a:gd name="connsiteY97" fmla="*/ 43333 h 81562"/>
                <a:gd name="connsiteX98" fmla="*/ 446563 w 526146"/>
                <a:gd name="connsiteY98" fmla="*/ 43073 h 81562"/>
                <a:gd name="connsiteX99" fmla="*/ 446355 w 526146"/>
                <a:gd name="connsiteY99" fmla="*/ 41667 h 81562"/>
                <a:gd name="connsiteX100" fmla="*/ 446355 w 526146"/>
                <a:gd name="connsiteY100" fmla="*/ 37813 h 81562"/>
                <a:gd name="connsiteX101" fmla="*/ 446563 w 526146"/>
                <a:gd name="connsiteY101" fmla="*/ 36146 h 81562"/>
                <a:gd name="connsiteX102" fmla="*/ 448021 w 526146"/>
                <a:gd name="connsiteY102" fmla="*/ 35729 h 81562"/>
                <a:gd name="connsiteX103" fmla="*/ 451459 w 526146"/>
                <a:gd name="connsiteY103" fmla="*/ 35729 h 81562"/>
                <a:gd name="connsiteX104" fmla="*/ 457552 w 526146"/>
                <a:gd name="connsiteY104" fmla="*/ 34948 h 81562"/>
                <a:gd name="connsiteX105" fmla="*/ 462709 w 526146"/>
                <a:gd name="connsiteY105" fmla="*/ 32500 h 81562"/>
                <a:gd name="connsiteX106" fmla="*/ 466355 w 526146"/>
                <a:gd name="connsiteY106" fmla="*/ 28386 h 81562"/>
                <a:gd name="connsiteX107" fmla="*/ 467709 w 526146"/>
                <a:gd name="connsiteY107" fmla="*/ 22188 h 81562"/>
                <a:gd name="connsiteX108" fmla="*/ 463386 w 526146"/>
                <a:gd name="connsiteY108" fmla="*/ 12083 h 81562"/>
                <a:gd name="connsiteX109" fmla="*/ 452500 w 526146"/>
                <a:gd name="connsiteY109" fmla="*/ 8542 h 81562"/>
                <a:gd name="connsiteX110" fmla="*/ 441823 w 526146"/>
                <a:gd name="connsiteY110" fmla="*/ 12083 h 81562"/>
                <a:gd name="connsiteX111" fmla="*/ 437292 w 526146"/>
                <a:gd name="connsiteY111" fmla="*/ 22292 h 81562"/>
                <a:gd name="connsiteX112" fmla="*/ 428959 w 526146"/>
                <a:gd name="connsiteY112" fmla="*/ 22292 h 81562"/>
                <a:gd name="connsiteX113" fmla="*/ 435625 w 526146"/>
                <a:gd name="connsiteY113" fmla="*/ 6979 h 81562"/>
                <a:gd name="connsiteX114" fmla="*/ 452813 w 526146"/>
                <a:gd name="connsiteY114" fmla="*/ 1354 h 81562"/>
                <a:gd name="connsiteX115" fmla="*/ 361563 w 526146"/>
                <a:gd name="connsiteY115" fmla="*/ 1354 h 81562"/>
                <a:gd name="connsiteX116" fmla="*/ 377604 w 526146"/>
                <a:gd name="connsiteY116" fmla="*/ 6458 h 81562"/>
                <a:gd name="connsiteX117" fmla="*/ 384063 w 526146"/>
                <a:gd name="connsiteY117" fmla="*/ 21458 h 81562"/>
                <a:gd name="connsiteX118" fmla="*/ 379948 w 526146"/>
                <a:gd name="connsiteY118" fmla="*/ 35313 h 81562"/>
                <a:gd name="connsiteX119" fmla="*/ 370105 w 526146"/>
                <a:gd name="connsiteY119" fmla="*/ 49271 h 81562"/>
                <a:gd name="connsiteX120" fmla="*/ 358229 w 526146"/>
                <a:gd name="connsiteY120" fmla="*/ 61979 h 81562"/>
                <a:gd name="connsiteX121" fmla="*/ 348021 w 526146"/>
                <a:gd name="connsiteY121" fmla="*/ 71979 h 81562"/>
                <a:gd name="connsiteX122" fmla="*/ 385729 w 526146"/>
                <a:gd name="connsiteY122" fmla="*/ 71979 h 81562"/>
                <a:gd name="connsiteX123" fmla="*/ 385729 w 526146"/>
                <a:gd name="connsiteY123" fmla="*/ 79167 h 81562"/>
                <a:gd name="connsiteX124" fmla="*/ 340000 w 526146"/>
                <a:gd name="connsiteY124" fmla="*/ 79167 h 81562"/>
                <a:gd name="connsiteX125" fmla="*/ 338802 w 526146"/>
                <a:gd name="connsiteY125" fmla="*/ 78854 h 81562"/>
                <a:gd name="connsiteX126" fmla="*/ 338542 w 526146"/>
                <a:gd name="connsiteY126" fmla="*/ 77604 h 81562"/>
                <a:gd name="connsiteX127" fmla="*/ 338542 w 526146"/>
                <a:gd name="connsiteY127" fmla="*/ 71354 h 81562"/>
                <a:gd name="connsiteX128" fmla="*/ 342865 w 526146"/>
                <a:gd name="connsiteY128" fmla="*/ 67188 h 81562"/>
                <a:gd name="connsiteX129" fmla="*/ 348438 w 526146"/>
                <a:gd name="connsiteY129" fmla="*/ 61667 h 81562"/>
                <a:gd name="connsiteX130" fmla="*/ 354479 w 526146"/>
                <a:gd name="connsiteY130" fmla="*/ 55209 h 81562"/>
                <a:gd name="connsiteX131" fmla="*/ 360625 w 526146"/>
                <a:gd name="connsiteY131" fmla="*/ 48125 h 81562"/>
                <a:gd name="connsiteX132" fmla="*/ 366354 w 526146"/>
                <a:gd name="connsiteY132" fmla="*/ 40990 h 81562"/>
                <a:gd name="connsiteX133" fmla="*/ 371042 w 526146"/>
                <a:gd name="connsiteY133" fmla="*/ 34063 h 81562"/>
                <a:gd name="connsiteX134" fmla="*/ 374323 w 526146"/>
                <a:gd name="connsiteY134" fmla="*/ 27605 h 81562"/>
                <a:gd name="connsiteX135" fmla="*/ 375521 w 526146"/>
                <a:gd name="connsiteY135" fmla="*/ 22084 h 81562"/>
                <a:gd name="connsiteX136" fmla="*/ 371563 w 526146"/>
                <a:gd name="connsiteY136" fmla="*/ 11927 h 81562"/>
                <a:gd name="connsiteX137" fmla="*/ 361355 w 526146"/>
                <a:gd name="connsiteY137" fmla="*/ 8542 h 81562"/>
                <a:gd name="connsiteX138" fmla="*/ 351511 w 526146"/>
                <a:gd name="connsiteY138" fmla="*/ 12709 h 81562"/>
                <a:gd name="connsiteX139" fmla="*/ 347709 w 526146"/>
                <a:gd name="connsiteY139" fmla="*/ 23542 h 81562"/>
                <a:gd name="connsiteX140" fmla="*/ 339167 w 526146"/>
                <a:gd name="connsiteY140" fmla="*/ 23542 h 81562"/>
                <a:gd name="connsiteX141" fmla="*/ 340834 w 526146"/>
                <a:gd name="connsiteY141" fmla="*/ 14427 h 81562"/>
                <a:gd name="connsiteX142" fmla="*/ 345521 w 526146"/>
                <a:gd name="connsiteY142" fmla="*/ 7396 h 81562"/>
                <a:gd name="connsiteX143" fmla="*/ 352656 w 526146"/>
                <a:gd name="connsiteY143" fmla="*/ 2917 h 81562"/>
                <a:gd name="connsiteX144" fmla="*/ 361563 w 526146"/>
                <a:gd name="connsiteY144" fmla="*/ 1354 h 81562"/>
                <a:gd name="connsiteX145" fmla="*/ 140208 w 526146"/>
                <a:gd name="connsiteY145" fmla="*/ 1354 h 81562"/>
                <a:gd name="connsiteX146" fmla="*/ 156250 w 526146"/>
                <a:gd name="connsiteY146" fmla="*/ 6458 h 81562"/>
                <a:gd name="connsiteX147" fmla="*/ 162708 w 526146"/>
                <a:gd name="connsiteY147" fmla="*/ 21458 h 81562"/>
                <a:gd name="connsiteX148" fmla="*/ 158594 w 526146"/>
                <a:gd name="connsiteY148" fmla="*/ 35313 h 81562"/>
                <a:gd name="connsiteX149" fmla="*/ 148750 w 526146"/>
                <a:gd name="connsiteY149" fmla="*/ 49271 h 81562"/>
                <a:gd name="connsiteX150" fmla="*/ 136875 w 526146"/>
                <a:gd name="connsiteY150" fmla="*/ 61979 h 81562"/>
                <a:gd name="connsiteX151" fmla="*/ 126667 w 526146"/>
                <a:gd name="connsiteY151" fmla="*/ 71979 h 81562"/>
                <a:gd name="connsiteX152" fmla="*/ 164375 w 526146"/>
                <a:gd name="connsiteY152" fmla="*/ 71979 h 81562"/>
                <a:gd name="connsiteX153" fmla="*/ 164375 w 526146"/>
                <a:gd name="connsiteY153" fmla="*/ 79167 h 81562"/>
                <a:gd name="connsiteX154" fmla="*/ 118646 w 526146"/>
                <a:gd name="connsiteY154" fmla="*/ 79167 h 81562"/>
                <a:gd name="connsiteX155" fmla="*/ 117448 w 526146"/>
                <a:gd name="connsiteY155" fmla="*/ 78854 h 81562"/>
                <a:gd name="connsiteX156" fmla="*/ 117188 w 526146"/>
                <a:gd name="connsiteY156" fmla="*/ 77604 h 81562"/>
                <a:gd name="connsiteX157" fmla="*/ 117188 w 526146"/>
                <a:gd name="connsiteY157" fmla="*/ 71354 h 81562"/>
                <a:gd name="connsiteX158" fmla="*/ 121510 w 526146"/>
                <a:gd name="connsiteY158" fmla="*/ 67188 h 81562"/>
                <a:gd name="connsiteX159" fmla="*/ 127084 w 526146"/>
                <a:gd name="connsiteY159" fmla="*/ 61667 h 81562"/>
                <a:gd name="connsiteX160" fmla="*/ 133125 w 526146"/>
                <a:gd name="connsiteY160" fmla="*/ 55209 h 81562"/>
                <a:gd name="connsiteX161" fmla="*/ 139271 w 526146"/>
                <a:gd name="connsiteY161" fmla="*/ 48125 h 81562"/>
                <a:gd name="connsiteX162" fmla="*/ 145000 w 526146"/>
                <a:gd name="connsiteY162" fmla="*/ 40990 h 81562"/>
                <a:gd name="connsiteX163" fmla="*/ 149688 w 526146"/>
                <a:gd name="connsiteY163" fmla="*/ 34063 h 81562"/>
                <a:gd name="connsiteX164" fmla="*/ 152969 w 526146"/>
                <a:gd name="connsiteY164" fmla="*/ 27605 h 81562"/>
                <a:gd name="connsiteX165" fmla="*/ 154167 w 526146"/>
                <a:gd name="connsiteY165" fmla="*/ 22084 h 81562"/>
                <a:gd name="connsiteX166" fmla="*/ 150209 w 526146"/>
                <a:gd name="connsiteY166" fmla="*/ 11927 h 81562"/>
                <a:gd name="connsiteX167" fmla="*/ 140000 w 526146"/>
                <a:gd name="connsiteY167" fmla="*/ 8542 h 81562"/>
                <a:gd name="connsiteX168" fmla="*/ 130156 w 526146"/>
                <a:gd name="connsiteY168" fmla="*/ 12709 h 81562"/>
                <a:gd name="connsiteX169" fmla="*/ 126354 w 526146"/>
                <a:gd name="connsiteY169" fmla="*/ 23542 h 81562"/>
                <a:gd name="connsiteX170" fmla="*/ 117813 w 526146"/>
                <a:gd name="connsiteY170" fmla="*/ 23542 h 81562"/>
                <a:gd name="connsiteX171" fmla="*/ 119479 w 526146"/>
                <a:gd name="connsiteY171" fmla="*/ 14427 h 81562"/>
                <a:gd name="connsiteX172" fmla="*/ 124167 w 526146"/>
                <a:gd name="connsiteY172" fmla="*/ 7396 h 81562"/>
                <a:gd name="connsiteX173" fmla="*/ 131302 w 526146"/>
                <a:gd name="connsiteY173" fmla="*/ 2917 h 81562"/>
                <a:gd name="connsiteX174" fmla="*/ 140208 w 526146"/>
                <a:gd name="connsiteY174" fmla="*/ 1354 h 81562"/>
                <a:gd name="connsiteX175" fmla="*/ 23021 w 526146"/>
                <a:gd name="connsiteY175" fmla="*/ 1354 h 81562"/>
                <a:gd name="connsiteX176" fmla="*/ 39063 w 526146"/>
                <a:gd name="connsiteY176" fmla="*/ 6458 h 81562"/>
                <a:gd name="connsiteX177" fmla="*/ 45521 w 526146"/>
                <a:gd name="connsiteY177" fmla="*/ 21458 h 81562"/>
                <a:gd name="connsiteX178" fmla="*/ 41406 w 526146"/>
                <a:gd name="connsiteY178" fmla="*/ 35313 h 81562"/>
                <a:gd name="connsiteX179" fmla="*/ 31563 w 526146"/>
                <a:gd name="connsiteY179" fmla="*/ 49271 h 81562"/>
                <a:gd name="connsiteX180" fmla="*/ 19688 w 526146"/>
                <a:gd name="connsiteY180" fmla="*/ 61979 h 81562"/>
                <a:gd name="connsiteX181" fmla="*/ 9479 w 526146"/>
                <a:gd name="connsiteY181" fmla="*/ 71979 h 81562"/>
                <a:gd name="connsiteX182" fmla="*/ 47188 w 526146"/>
                <a:gd name="connsiteY182" fmla="*/ 71979 h 81562"/>
                <a:gd name="connsiteX183" fmla="*/ 47188 w 526146"/>
                <a:gd name="connsiteY183" fmla="*/ 79167 h 81562"/>
                <a:gd name="connsiteX184" fmla="*/ 1458 w 526146"/>
                <a:gd name="connsiteY184" fmla="*/ 79167 h 81562"/>
                <a:gd name="connsiteX185" fmla="*/ 260 w 526146"/>
                <a:gd name="connsiteY185" fmla="*/ 78854 h 81562"/>
                <a:gd name="connsiteX186" fmla="*/ 0 w 526146"/>
                <a:gd name="connsiteY186" fmla="*/ 77604 h 81562"/>
                <a:gd name="connsiteX187" fmla="*/ 0 w 526146"/>
                <a:gd name="connsiteY187" fmla="*/ 71354 h 81562"/>
                <a:gd name="connsiteX188" fmla="*/ 4323 w 526146"/>
                <a:gd name="connsiteY188" fmla="*/ 67188 h 81562"/>
                <a:gd name="connsiteX189" fmla="*/ 9896 w 526146"/>
                <a:gd name="connsiteY189" fmla="*/ 61667 h 81562"/>
                <a:gd name="connsiteX190" fmla="*/ 15937 w 526146"/>
                <a:gd name="connsiteY190" fmla="*/ 55209 h 81562"/>
                <a:gd name="connsiteX191" fmla="*/ 22083 w 526146"/>
                <a:gd name="connsiteY191" fmla="*/ 48125 h 81562"/>
                <a:gd name="connsiteX192" fmla="*/ 27813 w 526146"/>
                <a:gd name="connsiteY192" fmla="*/ 40990 h 81562"/>
                <a:gd name="connsiteX193" fmla="*/ 32500 w 526146"/>
                <a:gd name="connsiteY193" fmla="*/ 34063 h 81562"/>
                <a:gd name="connsiteX194" fmla="*/ 35781 w 526146"/>
                <a:gd name="connsiteY194" fmla="*/ 27605 h 81562"/>
                <a:gd name="connsiteX195" fmla="*/ 36979 w 526146"/>
                <a:gd name="connsiteY195" fmla="*/ 22084 h 81562"/>
                <a:gd name="connsiteX196" fmla="*/ 33021 w 526146"/>
                <a:gd name="connsiteY196" fmla="*/ 11927 h 81562"/>
                <a:gd name="connsiteX197" fmla="*/ 22813 w 526146"/>
                <a:gd name="connsiteY197" fmla="*/ 8542 h 81562"/>
                <a:gd name="connsiteX198" fmla="*/ 12969 w 526146"/>
                <a:gd name="connsiteY198" fmla="*/ 12709 h 81562"/>
                <a:gd name="connsiteX199" fmla="*/ 9167 w 526146"/>
                <a:gd name="connsiteY199" fmla="*/ 23542 h 81562"/>
                <a:gd name="connsiteX200" fmla="*/ 625 w 526146"/>
                <a:gd name="connsiteY200" fmla="*/ 23542 h 81562"/>
                <a:gd name="connsiteX201" fmla="*/ 2292 w 526146"/>
                <a:gd name="connsiteY201" fmla="*/ 14427 h 81562"/>
                <a:gd name="connsiteX202" fmla="*/ 6979 w 526146"/>
                <a:gd name="connsiteY202" fmla="*/ 7396 h 81562"/>
                <a:gd name="connsiteX203" fmla="*/ 14115 w 526146"/>
                <a:gd name="connsiteY203" fmla="*/ 2917 h 81562"/>
                <a:gd name="connsiteX204" fmla="*/ 23021 w 526146"/>
                <a:gd name="connsiteY204" fmla="*/ 1354 h 81562"/>
                <a:gd name="connsiteX205" fmla="*/ 89583 w 526146"/>
                <a:gd name="connsiteY205" fmla="*/ 0 h 81562"/>
                <a:gd name="connsiteX206" fmla="*/ 102344 w 526146"/>
                <a:gd name="connsiteY206" fmla="*/ 3646 h 81562"/>
                <a:gd name="connsiteX207" fmla="*/ 110104 w 526146"/>
                <a:gd name="connsiteY207" fmla="*/ 13021 h 81562"/>
                <a:gd name="connsiteX208" fmla="*/ 113959 w 526146"/>
                <a:gd name="connsiteY208" fmla="*/ 26146 h 81562"/>
                <a:gd name="connsiteX209" fmla="*/ 115000 w 526146"/>
                <a:gd name="connsiteY209" fmla="*/ 40729 h 81562"/>
                <a:gd name="connsiteX210" fmla="*/ 113959 w 526146"/>
                <a:gd name="connsiteY210" fmla="*/ 55313 h 81562"/>
                <a:gd name="connsiteX211" fmla="*/ 110104 w 526146"/>
                <a:gd name="connsiteY211" fmla="*/ 68334 h 81562"/>
                <a:gd name="connsiteX212" fmla="*/ 102344 w 526146"/>
                <a:gd name="connsiteY212" fmla="*/ 77604 h 81562"/>
                <a:gd name="connsiteX213" fmla="*/ 89583 w 526146"/>
                <a:gd name="connsiteY213" fmla="*/ 81146 h 81562"/>
                <a:gd name="connsiteX214" fmla="*/ 77031 w 526146"/>
                <a:gd name="connsiteY214" fmla="*/ 77604 h 81562"/>
                <a:gd name="connsiteX215" fmla="*/ 69583 w 526146"/>
                <a:gd name="connsiteY215" fmla="*/ 68334 h 81562"/>
                <a:gd name="connsiteX216" fmla="*/ 65938 w 526146"/>
                <a:gd name="connsiteY216" fmla="*/ 55313 h 81562"/>
                <a:gd name="connsiteX217" fmla="*/ 65000 w 526146"/>
                <a:gd name="connsiteY217" fmla="*/ 40729 h 81562"/>
                <a:gd name="connsiteX218" fmla="*/ 65938 w 526146"/>
                <a:gd name="connsiteY218" fmla="*/ 26146 h 81562"/>
                <a:gd name="connsiteX219" fmla="*/ 69583 w 526146"/>
                <a:gd name="connsiteY219" fmla="*/ 13021 h 81562"/>
                <a:gd name="connsiteX220" fmla="*/ 77031 w 526146"/>
                <a:gd name="connsiteY220" fmla="*/ 3646 h 81562"/>
                <a:gd name="connsiteX221" fmla="*/ 89583 w 526146"/>
                <a:gd name="connsiteY22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526146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3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70"/>
                    <a:pt x="74935" y="58190"/>
                    <a:pt x="76042" y="61667"/>
                  </a:cubicBezTo>
                  <a:cubicBezTo>
                    <a:pt x="77084" y="65065"/>
                    <a:pt x="78672" y="67956"/>
                    <a:pt x="80781" y="70313"/>
                  </a:cubicBezTo>
                  <a:cubicBezTo>
                    <a:pt x="82904" y="72670"/>
                    <a:pt x="85834" y="73855"/>
                    <a:pt x="89583" y="73855"/>
                  </a:cubicBezTo>
                  <a:cubicBezTo>
                    <a:pt x="93333" y="73855"/>
                    <a:pt x="96328" y="72670"/>
                    <a:pt x="98542" y="70313"/>
                  </a:cubicBezTo>
                  <a:cubicBezTo>
                    <a:pt x="100768" y="67956"/>
                    <a:pt x="102435" y="65065"/>
                    <a:pt x="103542" y="61667"/>
                  </a:cubicBezTo>
                  <a:cubicBezTo>
                    <a:pt x="104727" y="58190"/>
                    <a:pt x="105495" y="54570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68"/>
                    <a:pt x="525730" y="3542"/>
                  </a:cubicBezTo>
                  <a:cubicBezTo>
                    <a:pt x="526016" y="3815"/>
                    <a:pt x="526146" y="4336"/>
                    <a:pt x="526146" y="5104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3"/>
                  </a:lnTo>
                  <a:cubicBezTo>
                    <a:pt x="516042" y="14102"/>
                    <a:pt x="513698" y="16029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8"/>
                  </a:lnTo>
                  <a:cubicBezTo>
                    <a:pt x="504662" y="13893"/>
                    <a:pt x="507539" y="12188"/>
                    <a:pt x="510313" y="10104"/>
                  </a:cubicBezTo>
                  <a:cubicBezTo>
                    <a:pt x="513099" y="8021"/>
                    <a:pt x="515729" y="5690"/>
                    <a:pt x="518229" y="3125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68"/>
                    <a:pt x="304375" y="3542"/>
                  </a:cubicBezTo>
                  <a:cubicBezTo>
                    <a:pt x="304662" y="3815"/>
                    <a:pt x="304792" y="4336"/>
                    <a:pt x="304792" y="5104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3"/>
                  </a:lnTo>
                  <a:cubicBezTo>
                    <a:pt x="294688" y="14102"/>
                    <a:pt x="292344" y="16029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8"/>
                  </a:lnTo>
                  <a:cubicBezTo>
                    <a:pt x="283308" y="13893"/>
                    <a:pt x="286185" y="12188"/>
                    <a:pt x="288959" y="10104"/>
                  </a:cubicBezTo>
                  <a:cubicBezTo>
                    <a:pt x="291745" y="8021"/>
                    <a:pt x="294375" y="5690"/>
                    <a:pt x="296875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3"/>
                    <a:pt x="221459" y="2396"/>
                  </a:cubicBezTo>
                  <a:cubicBezTo>
                    <a:pt x="221745" y="2669"/>
                    <a:pt x="221875" y="3190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99" y="62500"/>
                    <a:pt x="180078" y="62357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7"/>
                    <a:pt x="179636" y="54636"/>
                  </a:cubicBezTo>
                  <a:cubicBezTo>
                    <a:pt x="179818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24" y="2591"/>
                    <a:pt x="211563" y="2344"/>
                  </a:cubicBezTo>
                  <a:cubicBezTo>
                    <a:pt x="211914" y="2096"/>
                    <a:pt x="212331" y="1979"/>
                    <a:pt x="212813" y="1979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58"/>
                    <a:pt x="461615" y="2552"/>
                  </a:cubicBezTo>
                  <a:cubicBezTo>
                    <a:pt x="464427" y="3347"/>
                    <a:pt x="466914" y="4584"/>
                    <a:pt x="469063" y="6250"/>
                  </a:cubicBezTo>
                  <a:cubicBezTo>
                    <a:pt x="471146" y="7917"/>
                    <a:pt x="472839" y="10039"/>
                    <a:pt x="474115" y="12604"/>
                  </a:cubicBezTo>
                  <a:cubicBezTo>
                    <a:pt x="475404" y="15169"/>
                    <a:pt x="476042" y="18229"/>
                    <a:pt x="476042" y="21771"/>
                  </a:cubicBezTo>
                  <a:cubicBezTo>
                    <a:pt x="476042" y="26146"/>
                    <a:pt x="474623" y="30039"/>
                    <a:pt x="471771" y="33438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79"/>
                    <a:pt x="477709" y="54063"/>
                    <a:pt x="477709" y="59063"/>
                  </a:cubicBezTo>
                  <a:cubicBezTo>
                    <a:pt x="477709" y="62956"/>
                    <a:pt x="477006" y="66263"/>
                    <a:pt x="475573" y="69011"/>
                  </a:cubicBezTo>
                  <a:cubicBezTo>
                    <a:pt x="474154" y="71758"/>
                    <a:pt x="472266" y="74024"/>
                    <a:pt x="469896" y="75833"/>
                  </a:cubicBezTo>
                  <a:cubicBezTo>
                    <a:pt x="467539" y="77565"/>
                    <a:pt x="464831" y="78854"/>
                    <a:pt x="461771" y="79688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60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31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8"/>
                  </a:cubicBezTo>
                  <a:cubicBezTo>
                    <a:pt x="467891" y="66979"/>
                    <a:pt x="469375" y="63125"/>
                    <a:pt x="469375" y="58125"/>
                  </a:cubicBezTo>
                  <a:cubicBezTo>
                    <a:pt x="469375" y="55560"/>
                    <a:pt x="468894" y="53347"/>
                    <a:pt x="467917" y="51511"/>
                  </a:cubicBezTo>
                  <a:cubicBezTo>
                    <a:pt x="466953" y="49675"/>
                    <a:pt x="465664" y="48164"/>
                    <a:pt x="464063" y="46979"/>
                  </a:cubicBezTo>
                  <a:cubicBezTo>
                    <a:pt x="462396" y="45794"/>
                    <a:pt x="460547" y="44935"/>
                    <a:pt x="458490" y="44375"/>
                  </a:cubicBezTo>
                  <a:cubicBezTo>
                    <a:pt x="456446" y="43815"/>
                    <a:pt x="454349" y="43477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2"/>
                    <a:pt x="446563" y="43073"/>
                  </a:cubicBezTo>
                  <a:cubicBezTo>
                    <a:pt x="446433" y="42904"/>
                    <a:pt x="446355" y="42435"/>
                    <a:pt x="446355" y="41667"/>
                  </a:cubicBezTo>
                  <a:lnTo>
                    <a:pt x="446355" y="37813"/>
                  </a:lnTo>
                  <a:cubicBezTo>
                    <a:pt x="446355" y="36980"/>
                    <a:pt x="446433" y="36420"/>
                    <a:pt x="446563" y="36146"/>
                  </a:cubicBezTo>
                  <a:cubicBezTo>
                    <a:pt x="446706" y="35872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7"/>
                    <a:pt x="461250" y="33607"/>
                    <a:pt x="462709" y="32500"/>
                  </a:cubicBezTo>
                  <a:cubicBezTo>
                    <a:pt x="464245" y="31459"/>
                    <a:pt x="465456" y="30091"/>
                    <a:pt x="466355" y="28386"/>
                  </a:cubicBezTo>
                  <a:cubicBezTo>
                    <a:pt x="467266" y="26680"/>
                    <a:pt x="467709" y="24623"/>
                    <a:pt x="467709" y="22188"/>
                  </a:cubicBezTo>
                  <a:cubicBezTo>
                    <a:pt x="467709" y="17813"/>
                    <a:pt x="466276" y="14440"/>
                    <a:pt x="463386" y="12083"/>
                  </a:cubicBezTo>
                  <a:cubicBezTo>
                    <a:pt x="460508" y="9727"/>
                    <a:pt x="456875" y="8542"/>
                    <a:pt x="452500" y="8542"/>
                  </a:cubicBezTo>
                  <a:cubicBezTo>
                    <a:pt x="447995" y="8542"/>
                    <a:pt x="444427" y="9727"/>
                    <a:pt x="441823" y="12083"/>
                  </a:cubicBezTo>
                  <a:cubicBezTo>
                    <a:pt x="439219" y="14440"/>
                    <a:pt x="437709" y="17852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29"/>
                    <a:pt x="435625" y="6979"/>
                  </a:cubicBezTo>
                  <a:cubicBezTo>
                    <a:pt x="440000" y="3229"/>
                    <a:pt x="445730" y="1354"/>
                    <a:pt x="452813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308" y="3060"/>
                    <a:pt x="377604" y="6458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14" y="40104"/>
                    <a:pt x="373933" y="44753"/>
                    <a:pt x="370105" y="49271"/>
                  </a:cubicBezTo>
                  <a:cubicBezTo>
                    <a:pt x="366289" y="53789"/>
                    <a:pt x="362331" y="58021"/>
                    <a:pt x="358229" y="61979"/>
                  </a:cubicBezTo>
                  <a:cubicBezTo>
                    <a:pt x="354141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85" y="79063"/>
                    <a:pt x="338802" y="78854"/>
                  </a:cubicBezTo>
                  <a:cubicBezTo>
                    <a:pt x="338633" y="78646"/>
                    <a:pt x="338542" y="78230"/>
                    <a:pt x="338542" y="77604"/>
                  </a:cubicBezTo>
                  <a:lnTo>
                    <a:pt x="338542" y="71354"/>
                  </a:lnTo>
                  <a:cubicBezTo>
                    <a:pt x="339727" y="70248"/>
                    <a:pt x="341172" y="68855"/>
                    <a:pt x="342865" y="67188"/>
                  </a:cubicBezTo>
                  <a:cubicBezTo>
                    <a:pt x="344571" y="65521"/>
                    <a:pt x="346433" y="63685"/>
                    <a:pt x="348438" y="61667"/>
                  </a:cubicBezTo>
                  <a:cubicBezTo>
                    <a:pt x="350391" y="59649"/>
                    <a:pt x="352396" y="57500"/>
                    <a:pt x="354479" y="55209"/>
                  </a:cubicBezTo>
                  <a:cubicBezTo>
                    <a:pt x="356563" y="52917"/>
                    <a:pt x="358620" y="50560"/>
                    <a:pt x="360625" y="48125"/>
                  </a:cubicBezTo>
                  <a:cubicBezTo>
                    <a:pt x="362644" y="45768"/>
                    <a:pt x="364558" y="43385"/>
                    <a:pt x="366354" y="40990"/>
                  </a:cubicBezTo>
                  <a:cubicBezTo>
                    <a:pt x="368164" y="38594"/>
                    <a:pt x="369727" y="36289"/>
                    <a:pt x="371042" y="34063"/>
                  </a:cubicBezTo>
                  <a:cubicBezTo>
                    <a:pt x="372435" y="31771"/>
                    <a:pt x="373529" y="29623"/>
                    <a:pt x="374323" y="27605"/>
                  </a:cubicBezTo>
                  <a:cubicBezTo>
                    <a:pt x="375131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32" y="9675"/>
                    <a:pt x="365521" y="8542"/>
                    <a:pt x="361355" y="8542"/>
                  </a:cubicBezTo>
                  <a:cubicBezTo>
                    <a:pt x="357331" y="8542"/>
                    <a:pt x="354050" y="9935"/>
                    <a:pt x="351511" y="12709"/>
                  </a:cubicBezTo>
                  <a:cubicBezTo>
                    <a:pt x="348985" y="15482"/>
                    <a:pt x="347709" y="19102"/>
                    <a:pt x="347709" y="23542"/>
                  </a:cubicBezTo>
                  <a:lnTo>
                    <a:pt x="339167" y="23542"/>
                  </a:lnTo>
                  <a:cubicBezTo>
                    <a:pt x="339167" y="20208"/>
                    <a:pt x="339727" y="17174"/>
                    <a:pt x="340834" y="14427"/>
                  </a:cubicBezTo>
                  <a:cubicBezTo>
                    <a:pt x="341953" y="11680"/>
                    <a:pt x="343516" y="9336"/>
                    <a:pt x="345521" y="7396"/>
                  </a:cubicBezTo>
                  <a:cubicBezTo>
                    <a:pt x="347539" y="5456"/>
                    <a:pt x="349922" y="3959"/>
                    <a:pt x="352656" y="2917"/>
                  </a:cubicBezTo>
                  <a:cubicBezTo>
                    <a:pt x="355404" y="1875"/>
                    <a:pt x="358373" y="1354"/>
                    <a:pt x="36156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18" y="68855"/>
                    <a:pt x="121510" y="67188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49"/>
                    <a:pt x="131042" y="57500"/>
                    <a:pt x="133125" y="55209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3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30" y="15482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56"/>
                    <a:pt x="128568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30" y="68855"/>
                    <a:pt x="4323" y="67188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49"/>
                    <a:pt x="13854" y="57500"/>
                    <a:pt x="15937" y="55209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3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75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43" y="15482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56"/>
                    <a:pt x="11380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03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3"/>
                  </a:cubicBezTo>
                  <a:cubicBezTo>
                    <a:pt x="113268" y="60105"/>
                    <a:pt x="111979" y="64440"/>
                    <a:pt x="110104" y="68334"/>
                  </a:cubicBezTo>
                  <a:cubicBezTo>
                    <a:pt x="108229" y="72149"/>
                    <a:pt x="105651" y="75248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48"/>
                    <a:pt x="71328" y="72149"/>
                    <a:pt x="69583" y="68334"/>
                  </a:cubicBezTo>
                  <a:cubicBezTo>
                    <a:pt x="67787" y="64440"/>
                    <a:pt x="66563" y="60105"/>
                    <a:pt x="65938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03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462B1A74-F43B-4EDF-BE25-073FDAB2CAD9}"/>
                </a:ext>
              </a:extLst>
            </p:cNvPr>
            <p:cNvSpPr txBox="1"/>
            <p:nvPr/>
          </p:nvSpPr>
          <p:spPr>
            <a:xfrm>
              <a:off x="2970659" y="5616609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2024.12.31</a:t>
              </a:r>
            </a:p>
          </p:txBody>
        </p:sp>
        <p:grpSp>
          <p:nvGrpSpPr>
            <p:cNvPr id="587" name="그래픽 5">
              <a:extLst>
                <a:ext uri="{FF2B5EF4-FFF2-40B4-BE49-F238E27FC236}">
                  <a16:creationId xmlns:a16="http://schemas.microsoft.com/office/drawing/2014/main" id="{A37D0C25-9FAE-4404-A004-FA5C4FB03BF9}"/>
                </a:ext>
              </a:extLst>
            </p:cNvPr>
            <p:cNvGrpSpPr/>
            <p:nvPr/>
          </p:nvGrpSpPr>
          <p:grpSpPr>
            <a:xfrm>
              <a:off x="3964625" y="5590961"/>
              <a:ext cx="610312" cy="95690"/>
              <a:chOff x="3964625" y="5590961"/>
              <a:chExt cx="610312" cy="95690"/>
            </a:xfrm>
          </p:grpSpPr>
          <p:sp>
            <p:nvSpPr>
              <p:cNvPr id="588" name="자유형: 도형 587">
                <a:extLst>
                  <a:ext uri="{FF2B5EF4-FFF2-40B4-BE49-F238E27FC236}">
                    <a16:creationId xmlns:a16="http://schemas.microsoft.com/office/drawing/2014/main" id="{3EBDCEF7-3785-417E-B5F6-287E9D807BE0}"/>
                  </a:ext>
                </a:extLst>
              </p:cNvPr>
              <p:cNvSpPr/>
              <p:nvPr/>
            </p:nvSpPr>
            <p:spPr>
              <a:xfrm>
                <a:off x="3964625" y="5590961"/>
                <a:ext cx="610312" cy="94479"/>
              </a:xfrm>
              <a:custGeom>
                <a:avLst/>
                <a:gdLst>
                  <a:gd name="connsiteX0" fmla="*/ 408646 w 610312"/>
                  <a:gd name="connsiteY0" fmla="*/ 70833 h 94479"/>
                  <a:gd name="connsiteX1" fmla="*/ 419375 w 610312"/>
                  <a:gd name="connsiteY1" fmla="*/ 70833 h 94479"/>
                  <a:gd name="connsiteX2" fmla="*/ 420261 w 610312"/>
                  <a:gd name="connsiteY2" fmla="*/ 71146 h 94479"/>
                  <a:gd name="connsiteX3" fmla="*/ 420521 w 610312"/>
                  <a:gd name="connsiteY3" fmla="*/ 72084 h 94479"/>
                  <a:gd name="connsiteX4" fmla="*/ 420521 w 610312"/>
                  <a:gd name="connsiteY4" fmla="*/ 78750 h 94479"/>
                  <a:gd name="connsiteX5" fmla="*/ 417396 w 610312"/>
                  <a:gd name="connsiteY5" fmla="*/ 90000 h 94479"/>
                  <a:gd name="connsiteX6" fmla="*/ 409792 w 610312"/>
                  <a:gd name="connsiteY6" fmla="*/ 94479 h 94479"/>
                  <a:gd name="connsiteX7" fmla="*/ 409792 w 610312"/>
                  <a:gd name="connsiteY7" fmla="*/ 90834 h 94479"/>
                  <a:gd name="connsiteX8" fmla="*/ 413282 w 610312"/>
                  <a:gd name="connsiteY8" fmla="*/ 87344 h 94479"/>
                  <a:gd name="connsiteX9" fmla="*/ 414063 w 610312"/>
                  <a:gd name="connsiteY9" fmla="*/ 81563 h 94479"/>
                  <a:gd name="connsiteX10" fmla="*/ 408646 w 610312"/>
                  <a:gd name="connsiteY10" fmla="*/ 81563 h 94479"/>
                  <a:gd name="connsiteX11" fmla="*/ 187292 w 610312"/>
                  <a:gd name="connsiteY11" fmla="*/ 70833 h 94479"/>
                  <a:gd name="connsiteX12" fmla="*/ 198021 w 610312"/>
                  <a:gd name="connsiteY12" fmla="*/ 70833 h 94479"/>
                  <a:gd name="connsiteX13" fmla="*/ 198906 w 610312"/>
                  <a:gd name="connsiteY13" fmla="*/ 71146 h 94479"/>
                  <a:gd name="connsiteX14" fmla="*/ 199167 w 610312"/>
                  <a:gd name="connsiteY14" fmla="*/ 72084 h 94479"/>
                  <a:gd name="connsiteX15" fmla="*/ 199167 w 610312"/>
                  <a:gd name="connsiteY15" fmla="*/ 78750 h 94479"/>
                  <a:gd name="connsiteX16" fmla="*/ 196042 w 610312"/>
                  <a:gd name="connsiteY16" fmla="*/ 90000 h 94479"/>
                  <a:gd name="connsiteX17" fmla="*/ 188438 w 610312"/>
                  <a:gd name="connsiteY17" fmla="*/ 94479 h 94479"/>
                  <a:gd name="connsiteX18" fmla="*/ 188438 w 610312"/>
                  <a:gd name="connsiteY18" fmla="*/ 90834 h 94479"/>
                  <a:gd name="connsiteX19" fmla="*/ 191927 w 610312"/>
                  <a:gd name="connsiteY19" fmla="*/ 87344 h 94479"/>
                  <a:gd name="connsiteX20" fmla="*/ 192709 w 610312"/>
                  <a:gd name="connsiteY20" fmla="*/ 81563 h 94479"/>
                  <a:gd name="connsiteX21" fmla="*/ 187292 w 610312"/>
                  <a:gd name="connsiteY21" fmla="*/ 81563 h 94479"/>
                  <a:gd name="connsiteX22" fmla="*/ 90104 w 610312"/>
                  <a:gd name="connsiteY22" fmla="*/ 43437 h 94479"/>
                  <a:gd name="connsiteX23" fmla="*/ 83958 w 610312"/>
                  <a:gd name="connsiteY23" fmla="*/ 44427 h 94479"/>
                  <a:gd name="connsiteX24" fmla="*/ 78646 w 610312"/>
                  <a:gd name="connsiteY24" fmla="*/ 47292 h 94479"/>
                  <a:gd name="connsiteX25" fmla="*/ 74844 w 610312"/>
                  <a:gd name="connsiteY25" fmla="*/ 52031 h 94479"/>
                  <a:gd name="connsiteX26" fmla="*/ 73438 w 610312"/>
                  <a:gd name="connsiteY26" fmla="*/ 58646 h 94479"/>
                  <a:gd name="connsiteX27" fmla="*/ 77865 w 610312"/>
                  <a:gd name="connsiteY27" fmla="*/ 69688 h 94479"/>
                  <a:gd name="connsiteX28" fmla="*/ 90104 w 610312"/>
                  <a:gd name="connsiteY28" fmla="*/ 73855 h 94479"/>
                  <a:gd name="connsiteX29" fmla="*/ 102240 w 610312"/>
                  <a:gd name="connsiteY29" fmla="*/ 69688 h 94479"/>
                  <a:gd name="connsiteX30" fmla="*/ 106771 w 610312"/>
                  <a:gd name="connsiteY30" fmla="*/ 58646 h 94479"/>
                  <a:gd name="connsiteX31" fmla="*/ 105313 w 610312"/>
                  <a:gd name="connsiteY31" fmla="*/ 52031 h 94479"/>
                  <a:gd name="connsiteX32" fmla="*/ 101459 w 610312"/>
                  <a:gd name="connsiteY32" fmla="*/ 47292 h 94479"/>
                  <a:gd name="connsiteX33" fmla="*/ 96146 w 610312"/>
                  <a:gd name="connsiteY33" fmla="*/ 44427 h 94479"/>
                  <a:gd name="connsiteX34" fmla="*/ 90104 w 610312"/>
                  <a:gd name="connsiteY34" fmla="*/ 43437 h 94479"/>
                  <a:gd name="connsiteX35" fmla="*/ 25000 w 610312"/>
                  <a:gd name="connsiteY35" fmla="*/ 43437 h 94479"/>
                  <a:gd name="connsiteX36" fmla="*/ 18854 w 610312"/>
                  <a:gd name="connsiteY36" fmla="*/ 44427 h 94479"/>
                  <a:gd name="connsiteX37" fmla="*/ 13542 w 610312"/>
                  <a:gd name="connsiteY37" fmla="*/ 47292 h 94479"/>
                  <a:gd name="connsiteX38" fmla="*/ 9740 w 610312"/>
                  <a:gd name="connsiteY38" fmla="*/ 52031 h 94479"/>
                  <a:gd name="connsiteX39" fmla="*/ 8334 w 610312"/>
                  <a:gd name="connsiteY39" fmla="*/ 58646 h 94479"/>
                  <a:gd name="connsiteX40" fmla="*/ 12761 w 610312"/>
                  <a:gd name="connsiteY40" fmla="*/ 69688 h 94479"/>
                  <a:gd name="connsiteX41" fmla="*/ 25000 w 610312"/>
                  <a:gd name="connsiteY41" fmla="*/ 73855 h 94479"/>
                  <a:gd name="connsiteX42" fmla="*/ 37136 w 610312"/>
                  <a:gd name="connsiteY42" fmla="*/ 69688 h 94479"/>
                  <a:gd name="connsiteX43" fmla="*/ 41667 w 610312"/>
                  <a:gd name="connsiteY43" fmla="*/ 58646 h 94479"/>
                  <a:gd name="connsiteX44" fmla="*/ 40209 w 610312"/>
                  <a:gd name="connsiteY44" fmla="*/ 52031 h 94479"/>
                  <a:gd name="connsiteX45" fmla="*/ 36354 w 610312"/>
                  <a:gd name="connsiteY45" fmla="*/ 47292 h 94479"/>
                  <a:gd name="connsiteX46" fmla="*/ 31042 w 610312"/>
                  <a:gd name="connsiteY46" fmla="*/ 44427 h 94479"/>
                  <a:gd name="connsiteX47" fmla="*/ 25000 w 610312"/>
                  <a:gd name="connsiteY47" fmla="*/ 43437 h 94479"/>
                  <a:gd name="connsiteX48" fmla="*/ 90104 w 610312"/>
                  <a:gd name="connsiteY48" fmla="*/ 8334 h 94479"/>
                  <a:gd name="connsiteX49" fmla="*/ 78959 w 610312"/>
                  <a:gd name="connsiteY49" fmla="*/ 12083 h 94479"/>
                  <a:gd name="connsiteX50" fmla="*/ 74375 w 610312"/>
                  <a:gd name="connsiteY50" fmla="*/ 22084 h 94479"/>
                  <a:gd name="connsiteX51" fmla="*/ 78854 w 610312"/>
                  <a:gd name="connsiteY51" fmla="*/ 32240 h 94479"/>
                  <a:gd name="connsiteX52" fmla="*/ 90104 w 610312"/>
                  <a:gd name="connsiteY52" fmla="*/ 35834 h 94479"/>
                  <a:gd name="connsiteX53" fmla="*/ 101250 w 610312"/>
                  <a:gd name="connsiteY53" fmla="*/ 32240 h 94479"/>
                  <a:gd name="connsiteX54" fmla="*/ 105834 w 610312"/>
                  <a:gd name="connsiteY54" fmla="*/ 22084 h 94479"/>
                  <a:gd name="connsiteX55" fmla="*/ 101250 w 610312"/>
                  <a:gd name="connsiteY55" fmla="*/ 12083 h 94479"/>
                  <a:gd name="connsiteX56" fmla="*/ 90104 w 610312"/>
                  <a:gd name="connsiteY56" fmla="*/ 8334 h 94479"/>
                  <a:gd name="connsiteX57" fmla="*/ 25000 w 610312"/>
                  <a:gd name="connsiteY57" fmla="*/ 8334 h 94479"/>
                  <a:gd name="connsiteX58" fmla="*/ 13855 w 610312"/>
                  <a:gd name="connsiteY58" fmla="*/ 12083 h 94479"/>
                  <a:gd name="connsiteX59" fmla="*/ 9271 w 610312"/>
                  <a:gd name="connsiteY59" fmla="*/ 22084 h 94479"/>
                  <a:gd name="connsiteX60" fmla="*/ 13750 w 610312"/>
                  <a:gd name="connsiteY60" fmla="*/ 32240 h 94479"/>
                  <a:gd name="connsiteX61" fmla="*/ 25000 w 610312"/>
                  <a:gd name="connsiteY61" fmla="*/ 35834 h 94479"/>
                  <a:gd name="connsiteX62" fmla="*/ 36146 w 610312"/>
                  <a:gd name="connsiteY62" fmla="*/ 32240 h 94479"/>
                  <a:gd name="connsiteX63" fmla="*/ 40729 w 610312"/>
                  <a:gd name="connsiteY63" fmla="*/ 22084 h 94479"/>
                  <a:gd name="connsiteX64" fmla="*/ 36146 w 610312"/>
                  <a:gd name="connsiteY64" fmla="*/ 12083 h 94479"/>
                  <a:gd name="connsiteX65" fmla="*/ 25000 w 610312"/>
                  <a:gd name="connsiteY65" fmla="*/ 8334 h 94479"/>
                  <a:gd name="connsiteX66" fmla="*/ 584896 w 610312"/>
                  <a:gd name="connsiteY66" fmla="*/ 7188 h 94479"/>
                  <a:gd name="connsiteX67" fmla="*/ 576094 w 610312"/>
                  <a:gd name="connsiteY67" fmla="*/ 10833 h 94479"/>
                  <a:gd name="connsiteX68" fmla="*/ 571355 w 610312"/>
                  <a:gd name="connsiteY68" fmla="*/ 19583 h 94479"/>
                  <a:gd name="connsiteX69" fmla="*/ 569323 w 610312"/>
                  <a:gd name="connsiteY69" fmla="*/ 30573 h 94479"/>
                  <a:gd name="connsiteX70" fmla="*/ 568959 w 610312"/>
                  <a:gd name="connsiteY70" fmla="*/ 40729 h 94479"/>
                  <a:gd name="connsiteX71" fmla="*/ 569323 w 610312"/>
                  <a:gd name="connsiteY71" fmla="*/ 50782 h 94479"/>
                  <a:gd name="connsiteX72" fmla="*/ 571355 w 610312"/>
                  <a:gd name="connsiteY72" fmla="*/ 61667 h 94479"/>
                  <a:gd name="connsiteX73" fmla="*/ 576094 w 610312"/>
                  <a:gd name="connsiteY73" fmla="*/ 70313 h 94479"/>
                  <a:gd name="connsiteX74" fmla="*/ 584896 w 610312"/>
                  <a:gd name="connsiteY74" fmla="*/ 73855 h 94479"/>
                  <a:gd name="connsiteX75" fmla="*/ 593855 w 610312"/>
                  <a:gd name="connsiteY75" fmla="*/ 70313 h 94479"/>
                  <a:gd name="connsiteX76" fmla="*/ 598855 w 610312"/>
                  <a:gd name="connsiteY76" fmla="*/ 61667 h 94479"/>
                  <a:gd name="connsiteX77" fmla="*/ 601146 w 610312"/>
                  <a:gd name="connsiteY77" fmla="*/ 50782 h 94479"/>
                  <a:gd name="connsiteX78" fmla="*/ 601667 w 610312"/>
                  <a:gd name="connsiteY78" fmla="*/ 40729 h 94479"/>
                  <a:gd name="connsiteX79" fmla="*/ 601146 w 610312"/>
                  <a:gd name="connsiteY79" fmla="*/ 30573 h 94479"/>
                  <a:gd name="connsiteX80" fmla="*/ 598855 w 610312"/>
                  <a:gd name="connsiteY80" fmla="*/ 19583 h 94479"/>
                  <a:gd name="connsiteX81" fmla="*/ 593855 w 610312"/>
                  <a:gd name="connsiteY81" fmla="*/ 10833 h 94479"/>
                  <a:gd name="connsiteX82" fmla="*/ 584896 w 610312"/>
                  <a:gd name="connsiteY82" fmla="*/ 7188 h 94479"/>
                  <a:gd name="connsiteX83" fmla="*/ 519792 w 610312"/>
                  <a:gd name="connsiteY83" fmla="*/ 7188 h 94479"/>
                  <a:gd name="connsiteX84" fmla="*/ 510990 w 610312"/>
                  <a:gd name="connsiteY84" fmla="*/ 10833 h 94479"/>
                  <a:gd name="connsiteX85" fmla="*/ 506250 w 610312"/>
                  <a:gd name="connsiteY85" fmla="*/ 19583 h 94479"/>
                  <a:gd name="connsiteX86" fmla="*/ 504219 w 610312"/>
                  <a:gd name="connsiteY86" fmla="*/ 30573 h 94479"/>
                  <a:gd name="connsiteX87" fmla="*/ 503855 w 610312"/>
                  <a:gd name="connsiteY87" fmla="*/ 40729 h 94479"/>
                  <a:gd name="connsiteX88" fmla="*/ 504219 w 610312"/>
                  <a:gd name="connsiteY88" fmla="*/ 50782 h 94479"/>
                  <a:gd name="connsiteX89" fmla="*/ 506250 w 610312"/>
                  <a:gd name="connsiteY89" fmla="*/ 61667 h 94479"/>
                  <a:gd name="connsiteX90" fmla="*/ 510990 w 610312"/>
                  <a:gd name="connsiteY90" fmla="*/ 70313 h 94479"/>
                  <a:gd name="connsiteX91" fmla="*/ 519792 w 610312"/>
                  <a:gd name="connsiteY91" fmla="*/ 73855 h 94479"/>
                  <a:gd name="connsiteX92" fmla="*/ 528750 w 610312"/>
                  <a:gd name="connsiteY92" fmla="*/ 70313 h 94479"/>
                  <a:gd name="connsiteX93" fmla="*/ 533750 w 610312"/>
                  <a:gd name="connsiteY93" fmla="*/ 61667 h 94479"/>
                  <a:gd name="connsiteX94" fmla="*/ 536042 w 610312"/>
                  <a:gd name="connsiteY94" fmla="*/ 50782 h 94479"/>
                  <a:gd name="connsiteX95" fmla="*/ 536563 w 610312"/>
                  <a:gd name="connsiteY95" fmla="*/ 40729 h 94479"/>
                  <a:gd name="connsiteX96" fmla="*/ 536042 w 610312"/>
                  <a:gd name="connsiteY96" fmla="*/ 30573 h 94479"/>
                  <a:gd name="connsiteX97" fmla="*/ 533750 w 610312"/>
                  <a:gd name="connsiteY97" fmla="*/ 19583 h 94479"/>
                  <a:gd name="connsiteX98" fmla="*/ 528750 w 610312"/>
                  <a:gd name="connsiteY98" fmla="*/ 10833 h 94479"/>
                  <a:gd name="connsiteX99" fmla="*/ 519792 w 610312"/>
                  <a:gd name="connsiteY99" fmla="*/ 7188 h 94479"/>
                  <a:gd name="connsiteX100" fmla="*/ 454688 w 610312"/>
                  <a:gd name="connsiteY100" fmla="*/ 7188 h 94479"/>
                  <a:gd name="connsiteX101" fmla="*/ 445886 w 610312"/>
                  <a:gd name="connsiteY101" fmla="*/ 10833 h 94479"/>
                  <a:gd name="connsiteX102" fmla="*/ 441146 w 610312"/>
                  <a:gd name="connsiteY102" fmla="*/ 19583 h 94479"/>
                  <a:gd name="connsiteX103" fmla="*/ 439115 w 610312"/>
                  <a:gd name="connsiteY103" fmla="*/ 30573 h 94479"/>
                  <a:gd name="connsiteX104" fmla="*/ 438750 w 610312"/>
                  <a:gd name="connsiteY104" fmla="*/ 40729 h 94479"/>
                  <a:gd name="connsiteX105" fmla="*/ 439115 w 610312"/>
                  <a:gd name="connsiteY105" fmla="*/ 50782 h 94479"/>
                  <a:gd name="connsiteX106" fmla="*/ 441146 w 610312"/>
                  <a:gd name="connsiteY106" fmla="*/ 61667 h 94479"/>
                  <a:gd name="connsiteX107" fmla="*/ 445886 w 610312"/>
                  <a:gd name="connsiteY107" fmla="*/ 70313 h 94479"/>
                  <a:gd name="connsiteX108" fmla="*/ 454688 w 610312"/>
                  <a:gd name="connsiteY108" fmla="*/ 73855 h 94479"/>
                  <a:gd name="connsiteX109" fmla="*/ 463646 w 610312"/>
                  <a:gd name="connsiteY109" fmla="*/ 70313 h 94479"/>
                  <a:gd name="connsiteX110" fmla="*/ 468646 w 610312"/>
                  <a:gd name="connsiteY110" fmla="*/ 61667 h 94479"/>
                  <a:gd name="connsiteX111" fmla="*/ 470938 w 610312"/>
                  <a:gd name="connsiteY111" fmla="*/ 50782 h 94479"/>
                  <a:gd name="connsiteX112" fmla="*/ 471459 w 610312"/>
                  <a:gd name="connsiteY112" fmla="*/ 40729 h 94479"/>
                  <a:gd name="connsiteX113" fmla="*/ 470938 w 610312"/>
                  <a:gd name="connsiteY113" fmla="*/ 30573 h 94479"/>
                  <a:gd name="connsiteX114" fmla="*/ 468646 w 610312"/>
                  <a:gd name="connsiteY114" fmla="*/ 19583 h 94479"/>
                  <a:gd name="connsiteX115" fmla="*/ 463646 w 610312"/>
                  <a:gd name="connsiteY115" fmla="*/ 10833 h 94479"/>
                  <a:gd name="connsiteX116" fmla="*/ 454688 w 610312"/>
                  <a:gd name="connsiteY116" fmla="*/ 7188 h 94479"/>
                  <a:gd name="connsiteX117" fmla="*/ 363542 w 610312"/>
                  <a:gd name="connsiteY117" fmla="*/ 7188 h 94479"/>
                  <a:gd name="connsiteX118" fmla="*/ 354740 w 610312"/>
                  <a:gd name="connsiteY118" fmla="*/ 10833 h 94479"/>
                  <a:gd name="connsiteX119" fmla="*/ 350000 w 610312"/>
                  <a:gd name="connsiteY119" fmla="*/ 19583 h 94479"/>
                  <a:gd name="connsiteX120" fmla="*/ 347969 w 610312"/>
                  <a:gd name="connsiteY120" fmla="*/ 30573 h 94479"/>
                  <a:gd name="connsiteX121" fmla="*/ 347605 w 610312"/>
                  <a:gd name="connsiteY121" fmla="*/ 40729 h 94479"/>
                  <a:gd name="connsiteX122" fmla="*/ 347969 w 610312"/>
                  <a:gd name="connsiteY122" fmla="*/ 50782 h 94479"/>
                  <a:gd name="connsiteX123" fmla="*/ 350000 w 610312"/>
                  <a:gd name="connsiteY123" fmla="*/ 61667 h 94479"/>
                  <a:gd name="connsiteX124" fmla="*/ 354740 w 610312"/>
                  <a:gd name="connsiteY124" fmla="*/ 70313 h 94479"/>
                  <a:gd name="connsiteX125" fmla="*/ 363542 w 610312"/>
                  <a:gd name="connsiteY125" fmla="*/ 73855 h 94479"/>
                  <a:gd name="connsiteX126" fmla="*/ 372500 w 610312"/>
                  <a:gd name="connsiteY126" fmla="*/ 70313 h 94479"/>
                  <a:gd name="connsiteX127" fmla="*/ 377500 w 610312"/>
                  <a:gd name="connsiteY127" fmla="*/ 61667 h 94479"/>
                  <a:gd name="connsiteX128" fmla="*/ 379792 w 610312"/>
                  <a:gd name="connsiteY128" fmla="*/ 50782 h 94479"/>
                  <a:gd name="connsiteX129" fmla="*/ 380313 w 610312"/>
                  <a:gd name="connsiteY129" fmla="*/ 40729 h 94479"/>
                  <a:gd name="connsiteX130" fmla="*/ 379792 w 610312"/>
                  <a:gd name="connsiteY130" fmla="*/ 30573 h 94479"/>
                  <a:gd name="connsiteX131" fmla="*/ 377500 w 610312"/>
                  <a:gd name="connsiteY131" fmla="*/ 19583 h 94479"/>
                  <a:gd name="connsiteX132" fmla="*/ 372500 w 610312"/>
                  <a:gd name="connsiteY132" fmla="*/ 10833 h 94479"/>
                  <a:gd name="connsiteX133" fmla="*/ 363542 w 610312"/>
                  <a:gd name="connsiteY133" fmla="*/ 7188 h 94479"/>
                  <a:gd name="connsiteX134" fmla="*/ 298438 w 610312"/>
                  <a:gd name="connsiteY134" fmla="*/ 7188 h 94479"/>
                  <a:gd name="connsiteX135" fmla="*/ 289636 w 610312"/>
                  <a:gd name="connsiteY135" fmla="*/ 10833 h 94479"/>
                  <a:gd name="connsiteX136" fmla="*/ 284896 w 610312"/>
                  <a:gd name="connsiteY136" fmla="*/ 19583 h 94479"/>
                  <a:gd name="connsiteX137" fmla="*/ 282865 w 610312"/>
                  <a:gd name="connsiteY137" fmla="*/ 30573 h 94479"/>
                  <a:gd name="connsiteX138" fmla="*/ 282500 w 610312"/>
                  <a:gd name="connsiteY138" fmla="*/ 40729 h 94479"/>
                  <a:gd name="connsiteX139" fmla="*/ 282865 w 610312"/>
                  <a:gd name="connsiteY139" fmla="*/ 50782 h 94479"/>
                  <a:gd name="connsiteX140" fmla="*/ 284896 w 610312"/>
                  <a:gd name="connsiteY140" fmla="*/ 61667 h 94479"/>
                  <a:gd name="connsiteX141" fmla="*/ 289636 w 610312"/>
                  <a:gd name="connsiteY141" fmla="*/ 70313 h 94479"/>
                  <a:gd name="connsiteX142" fmla="*/ 298438 w 610312"/>
                  <a:gd name="connsiteY142" fmla="*/ 73855 h 94479"/>
                  <a:gd name="connsiteX143" fmla="*/ 307396 w 610312"/>
                  <a:gd name="connsiteY143" fmla="*/ 70313 h 94479"/>
                  <a:gd name="connsiteX144" fmla="*/ 312396 w 610312"/>
                  <a:gd name="connsiteY144" fmla="*/ 61667 h 94479"/>
                  <a:gd name="connsiteX145" fmla="*/ 314688 w 610312"/>
                  <a:gd name="connsiteY145" fmla="*/ 50782 h 94479"/>
                  <a:gd name="connsiteX146" fmla="*/ 315209 w 610312"/>
                  <a:gd name="connsiteY146" fmla="*/ 40729 h 94479"/>
                  <a:gd name="connsiteX147" fmla="*/ 314688 w 610312"/>
                  <a:gd name="connsiteY147" fmla="*/ 30573 h 94479"/>
                  <a:gd name="connsiteX148" fmla="*/ 312396 w 610312"/>
                  <a:gd name="connsiteY148" fmla="*/ 19583 h 94479"/>
                  <a:gd name="connsiteX149" fmla="*/ 307396 w 610312"/>
                  <a:gd name="connsiteY149" fmla="*/ 10833 h 94479"/>
                  <a:gd name="connsiteX150" fmla="*/ 298438 w 610312"/>
                  <a:gd name="connsiteY150" fmla="*/ 7188 h 94479"/>
                  <a:gd name="connsiteX151" fmla="*/ 246354 w 610312"/>
                  <a:gd name="connsiteY151" fmla="*/ 7188 h 94479"/>
                  <a:gd name="connsiteX152" fmla="*/ 237552 w 610312"/>
                  <a:gd name="connsiteY152" fmla="*/ 10833 h 94479"/>
                  <a:gd name="connsiteX153" fmla="*/ 232813 w 610312"/>
                  <a:gd name="connsiteY153" fmla="*/ 19583 h 94479"/>
                  <a:gd name="connsiteX154" fmla="*/ 230781 w 610312"/>
                  <a:gd name="connsiteY154" fmla="*/ 30573 h 94479"/>
                  <a:gd name="connsiteX155" fmla="*/ 230417 w 610312"/>
                  <a:gd name="connsiteY155" fmla="*/ 40729 h 94479"/>
                  <a:gd name="connsiteX156" fmla="*/ 230781 w 610312"/>
                  <a:gd name="connsiteY156" fmla="*/ 50782 h 94479"/>
                  <a:gd name="connsiteX157" fmla="*/ 232813 w 610312"/>
                  <a:gd name="connsiteY157" fmla="*/ 61667 h 94479"/>
                  <a:gd name="connsiteX158" fmla="*/ 237552 w 610312"/>
                  <a:gd name="connsiteY158" fmla="*/ 70313 h 94479"/>
                  <a:gd name="connsiteX159" fmla="*/ 246354 w 610312"/>
                  <a:gd name="connsiteY159" fmla="*/ 73855 h 94479"/>
                  <a:gd name="connsiteX160" fmla="*/ 255313 w 610312"/>
                  <a:gd name="connsiteY160" fmla="*/ 70313 h 94479"/>
                  <a:gd name="connsiteX161" fmla="*/ 260313 w 610312"/>
                  <a:gd name="connsiteY161" fmla="*/ 61667 h 94479"/>
                  <a:gd name="connsiteX162" fmla="*/ 262604 w 610312"/>
                  <a:gd name="connsiteY162" fmla="*/ 50782 h 94479"/>
                  <a:gd name="connsiteX163" fmla="*/ 263125 w 610312"/>
                  <a:gd name="connsiteY163" fmla="*/ 40729 h 94479"/>
                  <a:gd name="connsiteX164" fmla="*/ 262604 w 610312"/>
                  <a:gd name="connsiteY164" fmla="*/ 30573 h 94479"/>
                  <a:gd name="connsiteX165" fmla="*/ 260313 w 610312"/>
                  <a:gd name="connsiteY165" fmla="*/ 19583 h 94479"/>
                  <a:gd name="connsiteX166" fmla="*/ 255313 w 610312"/>
                  <a:gd name="connsiteY166" fmla="*/ 10833 h 94479"/>
                  <a:gd name="connsiteX167" fmla="*/ 246354 w 610312"/>
                  <a:gd name="connsiteY167" fmla="*/ 7188 h 94479"/>
                  <a:gd name="connsiteX168" fmla="*/ 142188 w 610312"/>
                  <a:gd name="connsiteY168" fmla="*/ 7188 h 94479"/>
                  <a:gd name="connsiteX169" fmla="*/ 133386 w 610312"/>
                  <a:gd name="connsiteY169" fmla="*/ 10833 h 94479"/>
                  <a:gd name="connsiteX170" fmla="*/ 128646 w 610312"/>
                  <a:gd name="connsiteY170" fmla="*/ 19583 h 94479"/>
                  <a:gd name="connsiteX171" fmla="*/ 126615 w 610312"/>
                  <a:gd name="connsiteY171" fmla="*/ 30573 h 94479"/>
                  <a:gd name="connsiteX172" fmla="*/ 126250 w 610312"/>
                  <a:gd name="connsiteY172" fmla="*/ 40729 h 94479"/>
                  <a:gd name="connsiteX173" fmla="*/ 126615 w 610312"/>
                  <a:gd name="connsiteY173" fmla="*/ 50782 h 94479"/>
                  <a:gd name="connsiteX174" fmla="*/ 128646 w 610312"/>
                  <a:gd name="connsiteY174" fmla="*/ 61667 h 94479"/>
                  <a:gd name="connsiteX175" fmla="*/ 133386 w 610312"/>
                  <a:gd name="connsiteY175" fmla="*/ 70313 h 94479"/>
                  <a:gd name="connsiteX176" fmla="*/ 142188 w 610312"/>
                  <a:gd name="connsiteY176" fmla="*/ 73855 h 94479"/>
                  <a:gd name="connsiteX177" fmla="*/ 151146 w 610312"/>
                  <a:gd name="connsiteY177" fmla="*/ 70313 h 94479"/>
                  <a:gd name="connsiteX178" fmla="*/ 156146 w 610312"/>
                  <a:gd name="connsiteY178" fmla="*/ 61667 h 94479"/>
                  <a:gd name="connsiteX179" fmla="*/ 158438 w 610312"/>
                  <a:gd name="connsiteY179" fmla="*/ 50782 h 94479"/>
                  <a:gd name="connsiteX180" fmla="*/ 158959 w 610312"/>
                  <a:gd name="connsiteY180" fmla="*/ 40729 h 94479"/>
                  <a:gd name="connsiteX181" fmla="*/ 158438 w 610312"/>
                  <a:gd name="connsiteY181" fmla="*/ 30573 h 94479"/>
                  <a:gd name="connsiteX182" fmla="*/ 156146 w 610312"/>
                  <a:gd name="connsiteY182" fmla="*/ 19583 h 94479"/>
                  <a:gd name="connsiteX183" fmla="*/ 151146 w 610312"/>
                  <a:gd name="connsiteY183" fmla="*/ 10833 h 94479"/>
                  <a:gd name="connsiteX184" fmla="*/ 142188 w 610312"/>
                  <a:gd name="connsiteY184" fmla="*/ 7188 h 94479"/>
                  <a:gd name="connsiteX185" fmla="*/ 90104 w 610312"/>
                  <a:gd name="connsiteY185" fmla="*/ 1354 h 94479"/>
                  <a:gd name="connsiteX186" fmla="*/ 107448 w 610312"/>
                  <a:gd name="connsiteY186" fmla="*/ 6771 h 94479"/>
                  <a:gd name="connsiteX187" fmla="*/ 114167 w 610312"/>
                  <a:gd name="connsiteY187" fmla="*/ 21979 h 94479"/>
                  <a:gd name="connsiteX188" fmla="*/ 113177 w 610312"/>
                  <a:gd name="connsiteY188" fmla="*/ 27605 h 94479"/>
                  <a:gd name="connsiteX189" fmla="*/ 110417 w 610312"/>
                  <a:gd name="connsiteY189" fmla="*/ 32917 h 94479"/>
                  <a:gd name="connsiteX190" fmla="*/ 106042 w 610312"/>
                  <a:gd name="connsiteY190" fmla="*/ 37344 h 94479"/>
                  <a:gd name="connsiteX191" fmla="*/ 100521 w 610312"/>
                  <a:gd name="connsiteY191" fmla="*/ 40104 h 94479"/>
                  <a:gd name="connsiteX192" fmla="*/ 111250 w 610312"/>
                  <a:gd name="connsiteY192" fmla="*/ 46927 h 94479"/>
                  <a:gd name="connsiteX193" fmla="*/ 115104 w 610312"/>
                  <a:gd name="connsiteY193" fmla="*/ 58542 h 94479"/>
                  <a:gd name="connsiteX194" fmla="*/ 108073 w 610312"/>
                  <a:gd name="connsiteY194" fmla="*/ 75052 h 94479"/>
                  <a:gd name="connsiteX195" fmla="*/ 90000 w 610312"/>
                  <a:gd name="connsiteY195" fmla="*/ 80833 h 94479"/>
                  <a:gd name="connsiteX196" fmla="*/ 71927 w 610312"/>
                  <a:gd name="connsiteY196" fmla="*/ 75052 h 94479"/>
                  <a:gd name="connsiteX197" fmla="*/ 65104 w 610312"/>
                  <a:gd name="connsiteY197" fmla="*/ 58542 h 94479"/>
                  <a:gd name="connsiteX198" fmla="*/ 68855 w 610312"/>
                  <a:gd name="connsiteY198" fmla="*/ 47448 h 94479"/>
                  <a:gd name="connsiteX199" fmla="*/ 79792 w 610312"/>
                  <a:gd name="connsiteY199" fmla="*/ 39688 h 94479"/>
                  <a:gd name="connsiteX200" fmla="*/ 69636 w 610312"/>
                  <a:gd name="connsiteY200" fmla="*/ 33334 h 94479"/>
                  <a:gd name="connsiteX201" fmla="*/ 66042 w 610312"/>
                  <a:gd name="connsiteY201" fmla="*/ 21979 h 94479"/>
                  <a:gd name="connsiteX202" fmla="*/ 72709 w 610312"/>
                  <a:gd name="connsiteY202" fmla="*/ 6771 h 94479"/>
                  <a:gd name="connsiteX203" fmla="*/ 90104 w 610312"/>
                  <a:gd name="connsiteY203" fmla="*/ 1354 h 94479"/>
                  <a:gd name="connsiteX204" fmla="*/ 25000 w 610312"/>
                  <a:gd name="connsiteY204" fmla="*/ 1354 h 94479"/>
                  <a:gd name="connsiteX205" fmla="*/ 42344 w 610312"/>
                  <a:gd name="connsiteY205" fmla="*/ 6771 h 94479"/>
                  <a:gd name="connsiteX206" fmla="*/ 49063 w 610312"/>
                  <a:gd name="connsiteY206" fmla="*/ 21979 h 94479"/>
                  <a:gd name="connsiteX207" fmla="*/ 48073 w 610312"/>
                  <a:gd name="connsiteY207" fmla="*/ 27605 h 94479"/>
                  <a:gd name="connsiteX208" fmla="*/ 45313 w 610312"/>
                  <a:gd name="connsiteY208" fmla="*/ 32917 h 94479"/>
                  <a:gd name="connsiteX209" fmla="*/ 40938 w 610312"/>
                  <a:gd name="connsiteY209" fmla="*/ 37344 h 94479"/>
                  <a:gd name="connsiteX210" fmla="*/ 35417 w 610312"/>
                  <a:gd name="connsiteY210" fmla="*/ 40104 h 94479"/>
                  <a:gd name="connsiteX211" fmla="*/ 46146 w 610312"/>
                  <a:gd name="connsiteY211" fmla="*/ 46927 h 94479"/>
                  <a:gd name="connsiteX212" fmla="*/ 50000 w 610312"/>
                  <a:gd name="connsiteY212" fmla="*/ 58542 h 94479"/>
                  <a:gd name="connsiteX213" fmla="*/ 42969 w 610312"/>
                  <a:gd name="connsiteY213" fmla="*/ 75052 h 94479"/>
                  <a:gd name="connsiteX214" fmla="*/ 24896 w 610312"/>
                  <a:gd name="connsiteY214" fmla="*/ 80833 h 94479"/>
                  <a:gd name="connsiteX215" fmla="*/ 6823 w 610312"/>
                  <a:gd name="connsiteY215" fmla="*/ 75052 h 94479"/>
                  <a:gd name="connsiteX216" fmla="*/ 0 w 610312"/>
                  <a:gd name="connsiteY216" fmla="*/ 58542 h 94479"/>
                  <a:gd name="connsiteX217" fmla="*/ 3750 w 610312"/>
                  <a:gd name="connsiteY217" fmla="*/ 47448 h 94479"/>
                  <a:gd name="connsiteX218" fmla="*/ 14688 w 610312"/>
                  <a:gd name="connsiteY218" fmla="*/ 39688 h 94479"/>
                  <a:gd name="connsiteX219" fmla="*/ 4532 w 610312"/>
                  <a:gd name="connsiteY219" fmla="*/ 33334 h 94479"/>
                  <a:gd name="connsiteX220" fmla="*/ 938 w 610312"/>
                  <a:gd name="connsiteY220" fmla="*/ 21979 h 94479"/>
                  <a:gd name="connsiteX221" fmla="*/ 7604 w 610312"/>
                  <a:gd name="connsiteY221" fmla="*/ 6771 h 94479"/>
                  <a:gd name="connsiteX222" fmla="*/ 25000 w 610312"/>
                  <a:gd name="connsiteY222" fmla="*/ 1354 h 94479"/>
                  <a:gd name="connsiteX223" fmla="*/ 584896 w 610312"/>
                  <a:gd name="connsiteY223" fmla="*/ 0 h 94479"/>
                  <a:gd name="connsiteX224" fmla="*/ 597657 w 610312"/>
                  <a:gd name="connsiteY224" fmla="*/ 3646 h 94479"/>
                  <a:gd name="connsiteX225" fmla="*/ 605417 w 610312"/>
                  <a:gd name="connsiteY225" fmla="*/ 13021 h 94479"/>
                  <a:gd name="connsiteX226" fmla="*/ 609271 w 610312"/>
                  <a:gd name="connsiteY226" fmla="*/ 26146 h 94479"/>
                  <a:gd name="connsiteX227" fmla="*/ 610313 w 610312"/>
                  <a:gd name="connsiteY227" fmla="*/ 40729 h 94479"/>
                  <a:gd name="connsiteX228" fmla="*/ 609271 w 610312"/>
                  <a:gd name="connsiteY228" fmla="*/ 55313 h 94479"/>
                  <a:gd name="connsiteX229" fmla="*/ 605417 w 610312"/>
                  <a:gd name="connsiteY229" fmla="*/ 68334 h 94479"/>
                  <a:gd name="connsiteX230" fmla="*/ 597657 w 610312"/>
                  <a:gd name="connsiteY230" fmla="*/ 77604 h 94479"/>
                  <a:gd name="connsiteX231" fmla="*/ 584896 w 610312"/>
                  <a:gd name="connsiteY231" fmla="*/ 81146 h 94479"/>
                  <a:gd name="connsiteX232" fmla="*/ 572344 w 610312"/>
                  <a:gd name="connsiteY232" fmla="*/ 77604 h 94479"/>
                  <a:gd name="connsiteX233" fmla="*/ 564896 w 610312"/>
                  <a:gd name="connsiteY233" fmla="*/ 68334 h 94479"/>
                  <a:gd name="connsiteX234" fmla="*/ 561250 w 610312"/>
                  <a:gd name="connsiteY234" fmla="*/ 55313 h 94479"/>
                  <a:gd name="connsiteX235" fmla="*/ 560313 w 610312"/>
                  <a:gd name="connsiteY235" fmla="*/ 40729 h 94479"/>
                  <a:gd name="connsiteX236" fmla="*/ 561250 w 610312"/>
                  <a:gd name="connsiteY236" fmla="*/ 26146 h 94479"/>
                  <a:gd name="connsiteX237" fmla="*/ 564896 w 610312"/>
                  <a:gd name="connsiteY237" fmla="*/ 13021 h 94479"/>
                  <a:gd name="connsiteX238" fmla="*/ 572344 w 610312"/>
                  <a:gd name="connsiteY238" fmla="*/ 3646 h 94479"/>
                  <a:gd name="connsiteX239" fmla="*/ 584896 w 610312"/>
                  <a:gd name="connsiteY239" fmla="*/ 0 h 94479"/>
                  <a:gd name="connsiteX240" fmla="*/ 519792 w 610312"/>
                  <a:gd name="connsiteY240" fmla="*/ 0 h 94479"/>
                  <a:gd name="connsiteX241" fmla="*/ 532553 w 610312"/>
                  <a:gd name="connsiteY241" fmla="*/ 3646 h 94479"/>
                  <a:gd name="connsiteX242" fmla="*/ 540313 w 610312"/>
                  <a:gd name="connsiteY242" fmla="*/ 13021 h 94479"/>
                  <a:gd name="connsiteX243" fmla="*/ 544167 w 610312"/>
                  <a:gd name="connsiteY243" fmla="*/ 26146 h 94479"/>
                  <a:gd name="connsiteX244" fmla="*/ 545209 w 610312"/>
                  <a:gd name="connsiteY244" fmla="*/ 40729 h 94479"/>
                  <a:gd name="connsiteX245" fmla="*/ 544167 w 610312"/>
                  <a:gd name="connsiteY245" fmla="*/ 55313 h 94479"/>
                  <a:gd name="connsiteX246" fmla="*/ 540313 w 610312"/>
                  <a:gd name="connsiteY246" fmla="*/ 68334 h 94479"/>
                  <a:gd name="connsiteX247" fmla="*/ 532553 w 610312"/>
                  <a:gd name="connsiteY247" fmla="*/ 77604 h 94479"/>
                  <a:gd name="connsiteX248" fmla="*/ 519792 w 610312"/>
                  <a:gd name="connsiteY248" fmla="*/ 81146 h 94479"/>
                  <a:gd name="connsiteX249" fmla="*/ 507240 w 610312"/>
                  <a:gd name="connsiteY249" fmla="*/ 77604 h 94479"/>
                  <a:gd name="connsiteX250" fmla="*/ 499792 w 610312"/>
                  <a:gd name="connsiteY250" fmla="*/ 68334 h 94479"/>
                  <a:gd name="connsiteX251" fmla="*/ 496146 w 610312"/>
                  <a:gd name="connsiteY251" fmla="*/ 55313 h 94479"/>
                  <a:gd name="connsiteX252" fmla="*/ 495209 w 610312"/>
                  <a:gd name="connsiteY252" fmla="*/ 40729 h 94479"/>
                  <a:gd name="connsiteX253" fmla="*/ 496146 w 610312"/>
                  <a:gd name="connsiteY253" fmla="*/ 26146 h 94479"/>
                  <a:gd name="connsiteX254" fmla="*/ 499792 w 610312"/>
                  <a:gd name="connsiteY254" fmla="*/ 13021 h 94479"/>
                  <a:gd name="connsiteX255" fmla="*/ 507240 w 610312"/>
                  <a:gd name="connsiteY255" fmla="*/ 3646 h 94479"/>
                  <a:gd name="connsiteX256" fmla="*/ 519792 w 610312"/>
                  <a:gd name="connsiteY256" fmla="*/ 0 h 94479"/>
                  <a:gd name="connsiteX257" fmla="*/ 454688 w 610312"/>
                  <a:gd name="connsiteY257" fmla="*/ 0 h 94479"/>
                  <a:gd name="connsiteX258" fmla="*/ 467448 w 610312"/>
                  <a:gd name="connsiteY258" fmla="*/ 3646 h 94479"/>
                  <a:gd name="connsiteX259" fmla="*/ 475209 w 610312"/>
                  <a:gd name="connsiteY259" fmla="*/ 13021 h 94479"/>
                  <a:gd name="connsiteX260" fmla="*/ 479063 w 610312"/>
                  <a:gd name="connsiteY260" fmla="*/ 26146 h 94479"/>
                  <a:gd name="connsiteX261" fmla="*/ 480105 w 610312"/>
                  <a:gd name="connsiteY261" fmla="*/ 40729 h 94479"/>
                  <a:gd name="connsiteX262" fmla="*/ 479063 w 610312"/>
                  <a:gd name="connsiteY262" fmla="*/ 55313 h 94479"/>
                  <a:gd name="connsiteX263" fmla="*/ 475209 w 610312"/>
                  <a:gd name="connsiteY263" fmla="*/ 68334 h 94479"/>
                  <a:gd name="connsiteX264" fmla="*/ 467448 w 610312"/>
                  <a:gd name="connsiteY264" fmla="*/ 77604 h 94479"/>
                  <a:gd name="connsiteX265" fmla="*/ 454688 w 610312"/>
                  <a:gd name="connsiteY265" fmla="*/ 81146 h 94479"/>
                  <a:gd name="connsiteX266" fmla="*/ 442136 w 610312"/>
                  <a:gd name="connsiteY266" fmla="*/ 77604 h 94479"/>
                  <a:gd name="connsiteX267" fmla="*/ 434688 w 610312"/>
                  <a:gd name="connsiteY267" fmla="*/ 68334 h 94479"/>
                  <a:gd name="connsiteX268" fmla="*/ 431042 w 610312"/>
                  <a:gd name="connsiteY268" fmla="*/ 55313 h 94479"/>
                  <a:gd name="connsiteX269" fmla="*/ 430105 w 610312"/>
                  <a:gd name="connsiteY269" fmla="*/ 40729 h 94479"/>
                  <a:gd name="connsiteX270" fmla="*/ 431042 w 610312"/>
                  <a:gd name="connsiteY270" fmla="*/ 26146 h 94479"/>
                  <a:gd name="connsiteX271" fmla="*/ 434688 w 610312"/>
                  <a:gd name="connsiteY271" fmla="*/ 13021 h 94479"/>
                  <a:gd name="connsiteX272" fmla="*/ 442136 w 610312"/>
                  <a:gd name="connsiteY272" fmla="*/ 3646 h 94479"/>
                  <a:gd name="connsiteX273" fmla="*/ 454688 w 610312"/>
                  <a:gd name="connsiteY273" fmla="*/ 0 h 94479"/>
                  <a:gd name="connsiteX274" fmla="*/ 363542 w 610312"/>
                  <a:gd name="connsiteY274" fmla="*/ 0 h 94479"/>
                  <a:gd name="connsiteX275" fmla="*/ 376303 w 610312"/>
                  <a:gd name="connsiteY275" fmla="*/ 3646 h 94479"/>
                  <a:gd name="connsiteX276" fmla="*/ 384063 w 610312"/>
                  <a:gd name="connsiteY276" fmla="*/ 13021 h 94479"/>
                  <a:gd name="connsiteX277" fmla="*/ 387917 w 610312"/>
                  <a:gd name="connsiteY277" fmla="*/ 26146 h 94479"/>
                  <a:gd name="connsiteX278" fmla="*/ 388959 w 610312"/>
                  <a:gd name="connsiteY278" fmla="*/ 40729 h 94479"/>
                  <a:gd name="connsiteX279" fmla="*/ 387917 w 610312"/>
                  <a:gd name="connsiteY279" fmla="*/ 55313 h 94479"/>
                  <a:gd name="connsiteX280" fmla="*/ 384063 w 610312"/>
                  <a:gd name="connsiteY280" fmla="*/ 68334 h 94479"/>
                  <a:gd name="connsiteX281" fmla="*/ 376303 w 610312"/>
                  <a:gd name="connsiteY281" fmla="*/ 77604 h 94479"/>
                  <a:gd name="connsiteX282" fmla="*/ 363542 w 610312"/>
                  <a:gd name="connsiteY282" fmla="*/ 81146 h 94479"/>
                  <a:gd name="connsiteX283" fmla="*/ 350990 w 610312"/>
                  <a:gd name="connsiteY283" fmla="*/ 77604 h 94479"/>
                  <a:gd name="connsiteX284" fmla="*/ 343542 w 610312"/>
                  <a:gd name="connsiteY284" fmla="*/ 68334 h 94479"/>
                  <a:gd name="connsiteX285" fmla="*/ 339896 w 610312"/>
                  <a:gd name="connsiteY285" fmla="*/ 55313 h 94479"/>
                  <a:gd name="connsiteX286" fmla="*/ 338959 w 610312"/>
                  <a:gd name="connsiteY286" fmla="*/ 40729 h 94479"/>
                  <a:gd name="connsiteX287" fmla="*/ 339896 w 610312"/>
                  <a:gd name="connsiteY287" fmla="*/ 26146 h 94479"/>
                  <a:gd name="connsiteX288" fmla="*/ 343542 w 610312"/>
                  <a:gd name="connsiteY288" fmla="*/ 13021 h 94479"/>
                  <a:gd name="connsiteX289" fmla="*/ 350990 w 610312"/>
                  <a:gd name="connsiteY289" fmla="*/ 3646 h 94479"/>
                  <a:gd name="connsiteX290" fmla="*/ 363542 w 610312"/>
                  <a:gd name="connsiteY290" fmla="*/ 0 h 94479"/>
                  <a:gd name="connsiteX291" fmla="*/ 298438 w 610312"/>
                  <a:gd name="connsiteY291" fmla="*/ 0 h 94479"/>
                  <a:gd name="connsiteX292" fmla="*/ 311198 w 610312"/>
                  <a:gd name="connsiteY292" fmla="*/ 3646 h 94479"/>
                  <a:gd name="connsiteX293" fmla="*/ 318959 w 610312"/>
                  <a:gd name="connsiteY293" fmla="*/ 13021 h 94479"/>
                  <a:gd name="connsiteX294" fmla="*/ 322813 w 610312"/>
                  <a:gd name="connsiteY294" fmla="*/ 26146 h 94479"/>
                  <a:gd name="connsiteX295" fmla="*/ 323854 w 610312"/>
                  <a:gd name="connsiteY295" fmla="*/ 40729 h 94479"/>
                  <a:gd name="connsiteX296" fmla="*/ 322813 w 610312"/>
                  <a:gd name="connsiteY296" fmla="*/ 55313 h 94479"/>
                  <a:gd name="connsiteX297" fmla="*/ 318959 w 610312"/>
                  <a:gd name="connsiteY297" fmla="*/ 68334 h 94479"/>
                  <a:gd name="connsiteX298" fmla="*/ 311198 w 610312"/>
                  <a:gd name="connsiteY298" fmla="*/ 77604 h 94479"/>
                  <a:gd name="connsiteX299" fmla="*/ 298438 w 610312"/>
                  <a:gd name="connsiteY299" fmla="*/ 81146 h 94479"/>
                  <a:gd name="connsiteX300" fmla="*/ 285886 w 610312"/>
                  <a:gd name="connsiteY300" fmla="*/ 77604 h 94479"/>
                  <a:gd name="connsiteX301" fmla="*/ 278438 w 610312"/>
                  <a:gd name="connsiteY301" fmla="*/ 68334 h 94479"/>
                  <a:gd name="connsiteX302" fmla="*/ 274792 w 610312"/>
                  <a:gd name="connsiteY302" fmla="*/ 55313 h 94479"/>
                  <a:gd name="connsiteX303" fmla="*/ 273854 w 610312"/>
                  <a:gd name="connsiteY303" fmla="*/ 40729 h 94479"/>
                  <a:gd name="connsiteX304" fmla="*/ 274792 w 610312"/>
                  <a:gd name="connsiteY304" fmla="*/ 26146 h 94479"/>
                  <a:gd name="connsiteX305" fmla="*/ 278438 w 610312"/>
                  <a:gd name="connsiteY305" fmla="*/ 13021 h 94479"/>
                  <a:gd name="connsiteX306" fmla="*/ 285886 w 610312"/>
                  <a:gd name="connsiteY306" fmla="*/ 3646 h 94479"/>
                  <a:gd name="connsiteX307" fmla="*/ 298438 w 610312"/>
                  <a:gd name="connsiteY307" fmla="*/ 0 h 94479"/>
                  <a:gd name="connsiteX308" fmla="*/ 246354 w 610312"/>
                  <a:gd name="connsiteY308" fmla="*/ 0 h 94479"/>
                  <a:gd name="connsiteX309" fmla="*/ 259115 w 610312"/>
                  <a:gd name="connsiteY309" fmla="*/ 3646 h 94479"/>
                  <a:gd name="connsiteX310" fmla="*/ 266875 w 610312"/>
                  <a:gd name="connsiteY310" fmla="*/ 13021 h 94479"/>
                  <a:gd name="connsiteX311" fmla="*/ 270730 w 610312"/>
                  <a:gd name="connsiteY311" fmla="*/ 26146 h 94479"/>
                  <a:gd name="connsiteX312" fmla="*/ 271771 w 610312"/>
                  <a:gd name="connsiteY312" fmla="*/ 40729 h 94479"/>
                  <a:gd name="connsiteX313" fmla="*/ 270730 w 610312"/>
                  <a:gd name="connsiteY313" fmla="*/ 55313 h 94479"/>
                  <a:gd name="connsiteX314" fmla="*/ 266875 w 610312"/>
                  <a:gd name="connsiteY314" fmla="*/ 68334 h 94479"/>
                  <a:gd name="connsiteX315" fmla="*/ 259115 w 610312"/>
                  <a:gd name="connsiteY315" fmla="*/ 77604 h 94479"/>
                  <a:gd name="connsiteX316" fmla="*/ 246354 w 610312"/>
                  <a:gd name="connsiteY316" fmla="*/ 81146 h 94479"/>
                  <a:gd name="connsiteX317" fmla="*/ 233803 w 610312"/>
                  <a:gd name="connsiteY317" fmla="*/ 77604 h 94479"/>
                  <a:gd name="connsiteX318" fmla="*/ 226354 w 610312"/>
                  <a:gd name="connsiteY318" fmla="*/ 68334 h 94479"/>
                  <a:gd name="connsiteX319" fmla="*/ 222709 w 610312"/>
                  <a:gd name="connsiteY319" fmla="*/ 55313 h 94479"/>
                  <a:gd name="connsiteX320" fmla="*/ 221771 w 610312"/>
                  <a:gd name="connsiteY320" fmla="*/ 40729 h 94479"/>
                  <a:gd name="connsiteX321" fmla="*/ 222709 w 610312"/>
                  <a:gd name="connsiteY321" fmla="*/ 26146 h 94479"/>
                  <a:gd name="connsiteX322" fmla="*/ 226354 w 610312"/>
                  <a:gd name="connsiteY322" fmla="*/ 13021 h 94479"/>
                  <a:gd name="connsiteX323" fmla="*/ 233803 w 610312"/>
                  <a:gd name="connsiteY323" fmla="*/ 3646 h 94479"/>
                  <a:gd name="connsiteX324" fmla="*/ 246354 w 610312"/>
                  <a:gd name="connsiteY324" fmla="*/ 0 h 94479"/>
                  <a:gd name="connsiteX325" fmla="*/ 142188 w 610312"/>
                  <a:gd name="connsiteY325" fmla="*/ 0 h 94479"/>
                  <a:gd name="connsiteX326" fmla="*/ 154948 w 610312"/>
                  <a:gd name="connsiteY326" fmla="*/ 3646 h 94479"/>
                  <a:gd name="connsiteX327" fmla="*/ 162708 w 610312"/>
                  <a:gd name="connsiteY327" fmla="*/ 13021 h 94479"/>
                  <a:gd name="connsiteX328" fmla="*/ 166563 w 610312"/>
                  <a:gd name="connsiteY328" fmla="*/ 26146 h 94479"/>
                  <a:gd name="connsiteX329" fmla="*/ 167604 w 610312"/>
                  <a:gd name="connsiteY329" fmla="*/ 40729 h 94479"/>
                  <a:gd name="connsiteX330" fmla="*/ 166563 w 610312"/>
                  <a:gd name="connsiteY330" fmla="*/ 55313 h 94479"/>
                  <a:gd name="connsiteX331" fmla="*/ 162708 w 610312"/>
                  <a:gd name="connsiteY331" fmla="*/ 68334 h 94479"/>
                  <a:gd name="connsiteX332" fmla="*/ 154948 w 610312"/>
                  <a:gd name="connsiteY332" fmla="*/ 77604 h 94479"/>
                  <a:gd name="connsiteX333" fmla="*/ 142188 w 610312"/>
                  <a:gd name="connsiteY333" fmla="*/ 81146 h 94479"/>
                  <a:gd name="connsiteX334" fmla="*/ 129636 w 610312"/>
                  <a:gd name="connsiteY334" fmla="*/ 77604 h 94479"/>
                  <a:gd name="connsiteX335" fmla="*/ 122188 w 610312"/>
                  <a:gd name="connsiteY335" fmla="*/ 68334 h 94479"/>
                  <a:gd name="connsiteX336" fmla="*/ 118542 w 610312"/>
                  <a:gd name="connsiteY336" fmla="*/ 55313 h 94479"/>
                  <a:gd name="connsiteX337" fmla="*/ 117604 w 610312"/>
                  <a:gd name="connsiteY337" fmla="*/ 40729 h 94479"/>
                  <a:gd name="connsiteX338" fmla="*/ 118542 w 610312"/>
                  <a:gd name="connsiteY338" fmla="*/ 26146 h 94479"/>
                  <a:gd name="connsiteX339" fmla="*/ 122188 w 610312"/>
                  <a:gd name="connsiteY339" fmla="*/ 13021 h 94479"/>
                  <a:gd name="connsiteX340" fmla="*/ 129636 w 610312"/>
                  <a:gd name="connsiteY340" fmla="*/ 3646 h 94479"/>
                  <a:gd name="connsiteX341" fmla="*/ 142188 w 610312"/>
                  <a:gd name="connsiteY341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</a:cxnLst>
                <a:rect l="l" t="t" r="r" b="b"/>
                <a:pathLst>
                  <a:path w="610312" h="94479">
                    <a:moveTo>
                      <a:pt x="408646" y="70833"/>
                    </a:moveTo>
                    <a:lnTo>
                      <a:pt x="419375" y="70833"/>
                    </a:lnTo>
                    <a:cubicBezTo>
                      <a:pt x="419792" y="70833"/>
                      <a:pt x="420079" y="70938"/>
                      <a:pt x="420261" y="71146"/>
                    </a:cubicBezTo>
                    <a:cubicBezTo>
                      <a:pt x="420430" y="71354"/>
                      <a:pt x="420521" y="71667"/>
                      <a:pt x="420521" y="72084"/>
                    </a:cubicBezTo>
                    <a:lnTo>
                      <a:pt x="420521" y="78750"/>
                    </a:lnTo>
                    <a:cubicBezTo>
                      <a:pt x="420521" y="83685"/>
                      <a:pt x="419479" y="87435"/>
                      <a:pt x="417396" y="90000"/>
                    </a:cubicBezTo>
                    <a:cubicBezTo>
                      <a:pt x="415313" y="92565"/>
                      <a:pt x="412774" y="94063"/>
                      <a:pt x="409792" y="94479"/>
                    </a:cubicBezTo>
                    <a:lnTo>
                      <a:pt x="409792" y="90834"/>
                    </a:lnTo>
                    <a:cubicBezTo>
                      <a:pt x="411381" y="90417"/>
                      <a:pt x="412553" y="89258"/>
                      <a:pt x="413282" y="87344"/>
                    </a:cubicBezTo>
                    <a:cubicBezTo>
                      <a:pt x="414011" y="85430"/>
                      <a:pt x="414271" y="83503"/>
                      <a:pt x="414063" y="81563"/>
                    </a:cubicBezTo>
                    <a:lnTo>
                      <a:pt x="408646" y="81563"/>
                    </a:lnTo>
                    <a:close/>
                    <a:moveTo>
                      <a:pt x="187292" y="70833"/>
                    </a:moveTo>
                    <a:lnTo>
                      <a:pt x="198021" y="70833"/>
                    </a:lnTo>
                    <a:cubicBezTo>
                      <a:pt x="198438" y="70833"/>
                      <a:pt x="198724" y="70938"/>
                      <a:pt x="198906" y="71146"/>
                    </a:cubicBezTo>
                    <a:cubicBezTo>
                      <a:pt x="199076" y="71354"/>
                      <a:pt x="199167" y="71667"/>
                      <a:pt x="199167" y="72084"/>
                    </a:cubicBezTo>
                    <a:lnTo>
                      <a:pt x="199167" y="78750"/>
                    </a:lnTo>
                    <a:cubicBezTo>
                      <a:pt x="199167" y="83685"/>
                      <a:pt x="198125" y="87435"/>
                      <a:pt x="196042" y="90000"/>
                    </a:cubicBezTo>
                    <a:cubicBezTo>
                      <a:pt x="193958" y="92565"/>
                      <a:pt x="191420" y="94063"/>
                      <a:pt x="188438" y="94479"/>
                    </a:cubicBezTo>
                    <a:lnTo>
                      <a:pt x="188438" y="90834"/>
                    </a:lnTo>
                    <a:cubicBezTo>
                      <a:pt x="190026" y="90417"/>
                      <a:pt x="191198" y="89258"/>
                      <a:pt x="191927" y="87344"/>
                    </a:cubicBezTo>
                    <a:cubicBezTo>
                      <a:pt x="192657" y="85430"/>
                      <a:pt x="192917" y="83503"/>
                      <a:pt x="192709" y="81563"/>
                    </a:cubicBezTo>
                    <a:lnTo>
                      <a:pt x="187292" y="81563"/>
                    </a:lnTo>
                    <a:close/>
                    <a:moveTo>
                      <a:pt x="90104" y="43437"/>
                    </a:moveTo>
                    <a:cubicBezTo>
                      <a:pt x="88021" y="43437"/>
                      <a:pt x="85964" y="43763"/>
                      <a:pt x="83958" y="44427"/>
                    </a:cubicBezTo>
                    <a:cubicBezTo>
                      <a:pt x="81940" y="45091"/>
                      <a:pt x="80169" y="46042"/>
                      <a:pt x="78646" y="47292"/>
                    </a:cubicBezTo>
                    <a:cubicBezTo>
                      <a:pt x="77045" y="48542"/>
                      <a:pt x="75781" y="50117"/>
                      <a:pt x="74844" y="52031"/>
                    </a:cubicBezTo>
                    <a:cubicBezTo>
                      <a:pt x="73907" y="53945"/>
                      <a:pt x="73438" y="56146"/>
                      <a:pt x="73438" y="58646"/>
                    </a:cubicBezTo>
                    <a:cubicBezTo>
                      <a:pt x="73438" y="63229"/>
                      <a:pt x="74909" y="66914"/>
                      <a:pt x="77865" y="69688"/>
                    </a:cubicBezTo>
                    <a:cubicBezTo>
                      <a:pt x="80808" y="72461"/>
                      <a:pt x="84896" y="73855"/>
                      <a:pt x="90104" y="73855"/>
                    </a:cubicBezTo>
                    <a:cubicBezTo>
                      <a:pt x="95170" y="73855"/>
                      <a:pt x="99219" y="72461"/>
                      <a:pt x="102240" y="69688"/>
                    </a:cubicBezTo>
                    <a:cubicBezTo>
                      <a:pt x="105261" y="66914"/>
                      <a:pt x="106771" y="63229"/>
                      <a:pt x="106771" y="58646"/>
                    </a:cubicBezTo>
                    <a:cubicBezTo>
                      <a:pt x="106771" y="56146"/>
                      <a:pt x="106276" y="53945"/>
                      <a:pt x="105313" y="52031"/>
                    </a:cubicBezTo>
                    <a:cubicBezTo>
                      <a:pt x="104336" y="50117"/>
                      <a:pt x="103047" y="48542"/>
                      <a:pt x="101459" y="47292"/>
                    </a:cubicBezTo>
                    <a:cubicBezTo>
                      <a:pt x="99922" y="46042"/>
                      <a:pt x="98151" y="45091"/>
                      <a:pt x="96146" y="44427"/>
                    </a:cubicBezTo>
                    <a:cubicBezTo>
                      <a:pt x="94128" y="43763"/>
                      <a:pt x="92109" y="43437"/>
                      <a:pt x="90104" y="43437"/>
                    </a:cubicBezTo>
                    <a:close/>
                    <a:moveTo>
                      <a:pt x="25000" y="43437"/>
                    </a:moveTo>
                    <a:cubicBezTo>
                      <a:pt x="22917" y="43437"/>
                      <a:pt x="20860" y="43763"/>
                      <a:pt x="18854" y="44427"/>
                    </a:cubicBezTo>
                    <a:cubicBezTo>
                      <a:pt x="16836" y="45091"/>
                      <a:pt x="15065" y="46042"/>
                      <a:pt x="13542" y="47292"/>
                    </a:cubicBezTo>
                    <a:cubicBezTo>
                      <a:pt x="11940" y="48542"/>
                      <a:pt x="10677" y="50117"/>
                      <a:pt x="9740" y="52031"/>
                    </a:cubicBezTo>
                    <a:cubicBezTo>
                      <a:pt x="8802" y="53945"/>
                      <a:pt x="8334" y="56146"/>
                      <a:pt x="8334" y="58646"/>
                    </a:cubicBezTo>
                    <a:cubicBezTo>
                      <a:pt x="8334" y="63229"/>
                      <a:pt x="9805" y="66914"/>
                      <a:pt x="12761" y="69688"/>
                    </a:cubicBezTo>
                    <a:cubicBezTo>
                      <a:pt x="15703" y="72461"/>
                      <a:pt x="19792" y="73855"/>
                      <a:pt x="25000" y="73855"/>
                    </a:cubicBezTo>
                    <a:cubicBezTo>
                      <a:pt x="30065" y="73855"/>
                      <a:pt x="34115" y="72461"/>
                      <a:pt x="37136" y="69688"/>
                    </a:cubicBezTo>
                    <a:cubicBezTo>
                      <a:pt x="40156" y="66914"/>
                      <a:pt x="41667" y="63229"/>
                      <a:pt x="41667" y="58646"/>
                    </a:cubicBezTo>
                    <a:cubicBezTo>
                      <a:pt x="41667" y="56146"/>
                      <a:pt x="41172" y="53945"/>
                      <a:pt x="40209" y="52031"/>
                    </a:cubicBezTo>
                    <a:cubicBezTo>
                      <a:pt x="39232" y="50117"/>
                      <a:pt x="37943" y="48542"/>
                      <a:pt x="36354" y="47292"/>
                    </a:cubicBezTo>
                    <a:cubicBezTo>
                      <a:pt x="34818" y="46042"/>
                      <a:pt x="33047" y="45091"/>
                      <a:pt x="31042" y="44427"/>
                    </a:cubicBezTo>
                    <a:cubicBezTo>
                      <a:pt x="29024" y="43763"/>
                      <a:pt x="27005" y="43437"/>
                      <a:pt x="25000" y="43437"/>
                    </a:cubicBezTo>
                    <a:close/>
                    <a:moveTo>
                      <a:pt x="90104" y="8334"/>
                    </a:moveTo>
                    <a:cubicBezTo>
                      <a:pt x="85729" y="8334"/>
                      <a:pt x="82005" y="9584"/>
                      <a:pt x="78959" y="12083"/>
                    </a:cubicBezTo>
                    <a:cubicBezTo>
                      <a:pt x="75899" y="14584"/>
                      <a:pt x="74375" y="17917"/>
                      <a:pt x="74375" y="22084"/>
                    </a:cubicBezTo>
                    <a:cubicBezTo>
                      <a:pt x="74375" y="26459"/>
                      <a:pt x="75860" y="29844"/>
                      <a:pt x="78854" y="32240"/>
                    </a:cubicBezTo>
                    <a:cubicBezTo>
                      <a:pt x="81836" y="34635"/>
                      <a:pt x="85586" y="35834"/>
                      <a:pt x="90104" y="35834"/>
                    </a:cubicBezTo>
                    <a:cubicBezTo>
                      <a:pt x="94479" y="35834"/>
                      <a:pt x="98190" y="34635"/>
                      <a:pt x="101250" y="32240"/>
                    </a:cubicBezTo>
                    <a:cubicBezTo>
                      <a:pt x="104297" y="29844"/>
                      <a:pt x="105834" y="26459"/>
                      <a:pt x="105834" y="22084"/>
                    </a:cubicBezTo>
                    <a:cubicBezTo>
                      <a:pt x="105834" y="17917"/>
                      <a:pt x="104297" y="14584"/>
                      <a:pt x="101250" y="12083"/>
                    </a:cubicBezTo>
                    <a:cubicBezTo>
                      <a:pt x="98190" y="9584"/>
                      <a:pt x="94479" y="8334"/>
                      <a:pt x="90104" y="8334"/>
                    </a:cubicBezTo>
                    <a:close/>
                    <a:moveTo>
                      <a:pt x="25000" y="8334"/>
                    </a:moveTo>
                    <a:cubicBezTo>
                      <a:pt x="20625" y="8334"/>
                      <a:pt x="16901" y="9584"/>
                      <a:pt x="13855" y="12083"/>
                    </a:cubicBezTo>
                    <a:cubicBezTo>
                      <a:pt x="10794" y="14584"/>
                      <a:pt x="9271" y="17917"/>
                      <a:pt x="9271" y="22084"/>
                    </a:cubicBezTo>
                    <a:cubicBezTo>
                      <a:pt x="9271" y="26459"/>
                      <a:pt x="10755" y="29844"/>
                      <a:pt x="13750" y="32240"/>
                    </a:cubicBezTo>
                    <a:cubicBezTo>
                      <a:pt x="16732" y="34635"/>
                      <a:pt x="20482" y="35834"/>
                      <a:pt x="25000" y="35834"/>
                    </a:cubicBezTo>
                    <a:cubicBezTo>
                      <a:pt x="29375" y="35834"/>
                      <a:pt x="33086" y="34635"/>
                      <a:pt x="36146" y="32240"/>
                    </a:cubicBezTo>
                    <a:cubicBezTo>
                      <a:pt x="39193" y="29844"/>
                      <a:pt x="40729" y="26459"/>
                      <a:pt x="40729" y="22084"/>
                    </a:cubicBezTo>
                    <a:cubicBezTo>
                      <a:pt x="40729" y="17917"/>
                      <a:pt x="39193" y="14584"/>
                      <a:pt x="36146" y="12083"/>
                    </a:cubicBezTo>
                    <a:cubicBezTo>
                      <a:pt x="33086" y="9584"/>
                      <a:pt x="29375" y="8334"/>
                      <a:pt x="25000" y="8334"/>
                    </a:cubicBezTo>
                    <a:close/>
                    <a:moveTo>
                      <a:pt x="584896" y="7188"/>
                    </a:moveTo>
                    <a:cubicBezTo>
                      <a:pt x="581146" y="7188"/>
                      <a:pt x="578204" y="8399"/>
                      <a:pt x="576094" y="10833"/>
                    </a:cubicBezTo>
                    <a:cubicBezTo>
                      <a:pt x="573972" y="13268"/>
                      <a:pt x="572396" y="16185"/>
                      <a:pt x="571355" y="19583"/>
                    </a:cubicBezTo>
                    <a:cubicBezTo>
                      <a:pt x="570235" y="23060"/>
                      <a:pt x="569558" y="26719"/>
                      <a:pt x="569323" y="30573"/>
                    </a:cubicBezTo>
                    <a:cubicBezTo>
                      <a:pt x="569076" y="34427"/>
                      <a:pt x="568959" y="37813"/>
                      <a:pt x="568959" y="40729"/>
                    </a:cubicBezTo>
                    <a:cubicBezTo>
                      <a:pt x="568959" y="43646"/>
                      <a:pt x="569076" y="46992"/>
                      <a:pt x="569323" y="50782"/>
                    </a:cubicBezTo>
                    <a:cubicBezTo>
                      <a:pt x="569558" y="54570"/>
                      <a:pt x="570235" y="58190"/>
                      <a:pt x="571355" y="61667"/>
                    </a:cubicBezTo>
                    <a:cubicBezTo>
                      <a:pt x="572396" y="65065"/>
                      <a:pt x="573972" y="67956"/>
                      <a:pt x="576094" y="70313"/>
                    </a:cubicBezTo>
                    <a:cubicBezTo>
                      <a:pt x="578204" y="72670"/>
                      <a:pt x="581146" y="73855"/>
                      <a:pt x="584896" y="73855"/>
                    </a:cubicBezTo>
                    <a:cubicBezTo>
                      <a:pt x="588646" y="73855"/>
                      <a:pt x="591628" y="72670"/>
                      <a:pt x="593855" y="70313"/>
                    </a:cubicBezTo>
                    <a:cubicBezTo>
                      <a:pt x="596068" y="67956"/>
                      <a:pt x="597735" y="65065"/>
                      <a:pt x="598855" y="61667"/>
                    </a:cubicBezTo>
                    <a:cubicBezTo>
                      <a:pt x="600026" y="58190"/>
                      <a:pt x="600795" y="54570"/>
                      <a:pt x="601146" y="50782"/>
                    </a:cubicBezTo>
                    <a:cubicBezTo>
                      <a:pt x="601485" y="46992"/>
                      <a:pt x="601667" y="43646"/>
                      <a:pt x="601667" y="40729"/>
                    </a:cubicBezTo>
                    <a:cubicBezTo>
                      <a:pt x="601667" y="37813"/>
                      <a:pt x="601485" y="34427"/>
                      <a:pt x="601146" y="30573"/>
                    </a:cubicBezTo>
                    <a:cubicBezTo>
                      <a:pt x="600795" y="26719"/>
                      <a:pt x="600026" y="23060"/>
                      <a:pt x="598855" y="19583"/>
                    </a:cubicBezTo>
                    <a:cubicBezTo>
                      <a:pt x="597735" y="16185"/>
                      <a:pt x="596068" y="13268"/>
                      <a:pt x="593855" y="10833"/>
                    </a:cubicBezTo>
                    <a:cubicBezTo>
                      <a:pt x="591628" y="8399"/>
                      <a:pt x="588646" y="7188"/>
                      <a:pt x="584896" y="7188"/>
                    </a:cubicBezTo>
                    <a:close/>
                    <a:moveTo>
                      <a:pt x="519792" y="7188"/>
                    </a:moveTo>
                    <a:cubicBezTo>
                      <a:pt x="516042" y="7188"/>
                      <a:pt x="513099" y="8399"/>
                      <a:pt x="510990" y="10833"/>
                    </a:cubicBezTo>
                    <a:cubicBezTo>
                      <a:pt x="508868" y="13268"/>
                      <a:pt x="507292" y="16185"/>
                      <a:pt x="506250" y="19583"/>
                    </a:cubicBezTo>
                    <a:cubicBezTo>
                      <a:pt x="505131" y="23060"/>
                      <a:pt x="504453" y="26719"/>
                      <a:pt x="504219" y="30573"/>
                    </a:cubicBezTo>
                    <a:cubicBezTo>
                      <a:pt x="503972" y="34427"/>
                      <a:pt x="503855" y="37813"/>
                      <a:pt x="503855" y="40729"/>
                    </a:cubicBezTo>
                    <a:cubicBezTo>
                      <a:pt x="503855" y="43646"/>
                      <a:pt x="503972" y="46992"/>
                      <a:pt x="504219" y="50782"/>
                    </a:cubicBezTo>
                    <a:cubicBezTo>
                      <a:pt x="504453" y="54570"/>
                      <a:pt x="505131" y="58190"/>
                      <a:pt x="506250" y="61667"/>
                    </a:cubicBezTo>
                    <a:cubicBezTo>
                      <a:pt x="507292" y="65065"/>
                      <a:pt x="508868" y="67956"/>
                      <a:pt x="510990" y="70313"/>
                    </a:cubicBezTo>
                    <a:cubicBezTo>
                      <a:pt x="513099" y="72670"/>
                      <a:pt x="516042" y="73855"/>
                      <a:pt x="519792" y="73855"/>
                    </a:cubicBezTo>
                    <a:cubicBezTo>
                      <a:pt x="523542" y="73855"/>
                      <a:pt x="526524" y="72670"/>
                      <a:pt x="528750" y="70313"/>
                    </a:cubicBezTo>
                    <a:cubicBezTo>
                      <a:pt x="530964" y="67956"/>
                      <a:pt x="532631" y="65065"/>
                      <a:pt x="533750" y="61667"/>
                    </a:cubicBezTo>
                    <a:cubicBezTo>
                      <a:pt x="534922" y="58190"/>
                      <a:pt x="535691" y="54570"/>
                      <a:pt x="536042" y="50782"/>
                    </a:cubicBezTo>
                    <a:cubicBezTo>
                      <a:pt x="536381" y="46992"/>
                      <a:pt x="536563" y="43646"/>
                      <a:pt x="536563" y="40729"/>
                    </a:cubicBezTo>
                    <a:cubicBezTo>
                      <a:pt x="536563" y="37813"/>
                      <a:pt x="536381" y="34427"/>
                      <a:pt x="536042" y="30573"/>
                    </a:cubicBezTo>
                    <a:cubicBezTo>
                      <a:pt x="535691" y="26719"/>
                      <a:pt x="534922" y="23060"/>
                      <a:pt x="533750" y="19583"/>
                    </a:cubicBezTo>
                    <a:cubicBezTo>
                      <a:pt x="532631" y="16185"/>
                      <a:pt x="530964" y="13268"/>
                      <a:pt x="528750" y="10833"/>
                    </a:cubicBezTo>
                    <a:cubicBezTo>
                      <a:pt x="526524" y="8399"/>
                      <a:pt x="523542" y="7188"/>
                      <a:pt x="519792" y="7188"/>
                    </a:cubicBezTo>
                    <a:close/>
                    <a:moveTo>
                      <a:pt x="454688" y="7188"/>
                    </a:moveTo>
                    <a:cubicBezTo>
                      <a:pt x="450938" y="7188"/>
                      <a:pt x="447995" y="8399"/>
                      <a:pt x="445886" y="10833"/>
                    </a:cubicBezTo>
                    <a:cubicBezTo>
                      <a:pt x="443764" y="13268"/>
                      <a:pt x="442188" y="16185"/>
                      <a:pt x="441146" y="19583"/>
                    </a:cubicBezTo>
                    <a:cubicBezTo>
                      <a:pt x="440026" y="23060"/>
                      <a:pt x="439349" y="26719"/>
                      <a:pt x="439115" y="30573"/>
                    </a:cubicBezTo>
                    <a:cubicBezTo>
                      <a:pt x="438868" y="34427"/>
                      <a:pt x="438750" y="37813"/>
                      <a:pt x="438750" y="40729"/>
                    </a:cubicBezTo>
                    <a:cubicBezTo>
                      <a:pt x="438750" y="43646"/>
                      <a:pt x="438868" y="46992"/>
                      <a:pt x="439115" y="50782"/>
                    </a:cubicBezTo>
                    <a:cubicBezTo>
                      <a:pt x="439349" y="54570"/>
                      <a:pt x="440026" y="58190"/>
                      <a:pt x="441146" y="61667"/>
                    </a:cubicBezTo>
                    <a:cubicBezTo>
                      <a:pt x="442188" y="65065"/>
                      <a:pt x="443764" y="67956"/>
                      <a:pt x="445886" y="70313"/>
                    </a:cubicBezTo>
                    <a:cubicBezTo>
                      <a:pt x="447995" y="72670"/>
                      <a:pt x="450938" y="73855"/>
                      <a:pt x="454688" y="73855"/>
                    </a:cubicBezTo>
                    <a:cubicBezTo>
                      <a:pt x="458438" y="73855"/>
                      <a:pt x="461420" y="72670"/>
                      <a:pt x="463646" y="70313"/>
                    </a:cubicBezTo>
                    <a:cubicBezTo>
                      <a:pt x="465860" y="67956"/>
                      <a:pt x="467526" y="65065"/>
                      <a:pt x="468646" y="61667"/>
                    </a:cubicBezTo>
                    <a:cubicBezTo>
                      <a:pt x="469818" y="58190"/>
                      <a:pt x="470586" y="54570"/>
                      <a:pt x="470938" y="50782"/>
                    </a:cubicBezTo>
                    <a:cubicBezTo>
                      <a:pt x="471276" y="46992"/>
                      <a:pt x="471459" y="43646"/>
                      <a:pt x="471459" y="40729"/>
                    </a:cubicBezTo>
                    <a:cubicBezTo>
                      <a:pt x="471459" y="37813"/>
                      <a:pt x="471276" y="34427"/>
                      <a:pt x="470938" y="30573"/>
                    </a:cubicBezTo>
                    <a:cubicBezTo>
                      <a:pt x="470586" y="26719"/>
                      <a:pt x="469818" y="23060"/>
                      <a:pt x="468646" y="19583"/>
                    </a:cubicBezTo>
                    <a:cubicBezTo>
                      <a:pt x="467526" y="16185"/>
                      <a:pt x="465860" y="13268"/>
                      <a:pt x="463646" y="10833"/>
                    </a:cubicBezTo>
                    <a:cubicBezTo>
                      <a:pt x="461420" y="8399"/>
                      <a:pt x="458438" y="7188"/>
                      <a:pt x="454688" y="7188"/>
                    </a:cubicBezTo>
                    <a:close/>
                    <a:moveTo>
                      <a:pt x="363542" y="7188"/>
                    </a:moveTo>
                    <a:cubicBezTo>
                      <a:pt x="359792" y="7188"/>
                      <a:pt x="356849" y="8399"/>
                      <a:pt x="354740" y="10833"/>
                    </a:cubicBezTo>
                    <a:cubicBezTo>
                      <a:pt x="352618" y="13268"/>
                      <a:pt x="351042" y="16185"/>
                      <a:pt x="350000" y="19583"/>
                    </a:cubicBezTo>
                    <a:cubicBezTo>
                      <a:pt x="348880" y="23060"/>
                      <a:pt x="348203" y="26719"/>
                      <a:pt x="347969" y="30573"/>
                    </a:cubicBezTo>
                    <a:cubicBezTo>
                      <a:pt x="347722" y="34427"/>
                      <a:pt x="347605" y="37813"/>
                      <a:pt x="347605" y="40729"/>
                    </a:cubicBezTo>
                    <a:cubicBezTo>
                      <a:pt x="347605" y="43646"/>
                      <a:pt x="347722" y="46992"/>
                      <a:pt x="347969" y="50782"/>
                    </a:cubicBezTo>
                    <a:cubicBezTo>
                      <a:pt x="348203" y="54570"/>
                      <a:pt x="348880" y="58190"/>
                      <a:pt x="350000" y="61667"/>
                    </a:cubicBezTo>
                    <a:cubicBezTo>
                      <a:pt x="351042" y="65065"/>
                      <a:pt x="352618" y="67956"/>
                      <a:pt x="354740" y="70313"/>
                    </a:cubicBezTo>
                    <a:cubicBezTo>
                      <a:pt x="356849" y="72670"/>
                      <a:pt x="359792" y="73855"/>
                      <a:pt x="363542" y="73855"/>
                    </a:cubicBezTo>
                    <a:cubicBezTo>
                      <a:pt x="367292" y="73855"/>
                      <a:pt x="370274" y="72670"/>
                      <a:pt x="372500" y="70313"/>
                    </a:cubicBezTo>
                    <a:cubicBezTo>
                      <a:pt x="374714" y="67956"/>
                      <a:pt x="376380" y="65065"/>
                      <a:pt x="377500" y="61667"/>
                    </a:cubicBezTo>
                    <a:cubicBezTo>
                      <a:pt x="378672" y="58190"/>
                      <a:pt x="379441" y="54570"/>
                      <a:pt x="379792" y="50782"/>
                    </a:cubicBezTo>
                    <a:cubicBezTo>
                      <a:pt x="380130" y="46992"/>
                      <a:pt x="380313" y="43646"/>
                      <a:pt x="380313" y="40729"/>
                    </a:cubicBezTo>
                    <a:cubicBezTo>
                      <a:pt x="380313" y="37813"/>
                      <a:pt x="380130" y="34427"/>
                      <a:pt x="379792" y="30573"/>
                    </a:cubicBezTo>
                    <a:cubicBezTo>
                      <a:pt x="379441" y="26719"/>
                      <a:pt x="378672" y="23060"/>
                      <a:pt x="377500" y="19583"/>
                    </a:cubicBezTo>
                    <a:cubicBezTo>
                      <a:pt x="376380" y="16185"/>
                      <a:pt x="374714" y="13268"/>
                      <a:pt x="372500" y="10833"/>
                    </a:cubicBezTo>
                    <a:cubicBezTo>
                      <a:pt x="370274" y="8399"/>
                      <a:pt x="367292" y="7188"/>
                      <a:pt x="363542" y="7188"/>
                    </a:cubicBezTo>
                    <a:close/>
                    <a:moveTo>
                      <a:pt x="298438" y="7188"/>
                    </a:moveTo>
                    <a:cubicBezTo>
                      <a:pt x="294688" y="7188"/>
                      <a:pt x="291745" y="8399"/>
                      <a:pt x="289636" y="10833"/>
                    </a:cubicBezTo>
                    <a:cubicBezTo>
                      <a:pt x="287513" y="13268"/>
                      <a:pt x="285938" y="16185"/>
                      <a:pt x="284896" y="19583"/>
                    </a:cubicBezTo>
                    <a:cubicBezTo>
                      <a:pt x="283776" y="23060"/>
                      <a:pt x="283099" y="26719"/>
                      <a:pt x="282865" y="30573"/>
                    </a:cubicBezTo>
                    <a:cubicBezTo>
                      <a:pt x="282618" y="34427"/>
                      <a:pt x="282500" y="37813"/>
                      <a:pt x="282500" y="40729"/>
                    </a:cubicBezTo>
                    <a:cubicBezTo>
                      <a:pt x="282500" y="43646"/>
                      <a:pt x="282618" y="46992"/>
                      <a:pt x="282865" y="50782"/>
                    </a:cubicBezTo>
                    <a:cubicBezTo>
                      <a:pt x="283099" y="54570"/>
                      <a:pt x="283776" y="58190"/>
                      <a:pt x="284896" y="61667"/>
                    </a:cubicBezTo>
                    <a:cubicBezTo>
                      <a:pt x="285938" y="65065"/>
                      <a:pt x="287513" y="67956"/>
                      <a:pt x="289636" y="70313"/>
                    </a:cubicBezTo>
                    <a:cubicBezTo>
                      <a:pt x="291745" y="72670"/>
                      <a:pt x="294688" y="73855"/>
                      <a:pt x="298438" y="73855"/>
                    </a:cubicBezTo>
                    <a:cubicBezTo>
                      <a:pt x="302188" y="73855"/>
                      <a:pt x="305170" y="72670"/>
                      <a:pt x="307396" y="70313"/>
                    </a:cubicBezTo>
                    <a:cubicBezTo>
                      <a:pt x="309610" y="67956"/>
                      <a:pt x="311276" y="65065"/>
                      <a:pt x="312396" y="61667"/>
                    </a:cubicBezTo>
                    <a:cubicBezTo>
                      <a:pt x="313568" y="58190"/>
                      <a:pt x="314336" y="54570"/>
                      <a:pt x="314688" y="50782"/>
                    </a:cubicBezTo>
                    <a:cubicBezTo>
                      <a:pt x="315026" y="46992"/>
                      <a:pt x="315209" y="43646"/>
                      <a:pt x="315209" y="40729"/>
                    </a:cubicBezTo>
                    <a:cubicBezTo>
                      <a:pt x="315209" y="37813"/>
                      <a:pt x="315026" y="34427"/>
                      <a:pt x="314688" y="30573"/>
                    </a:cubicBezTo>
                    <a:cubicBezTo>
                      <a:pt x="314336" y="26719"/>
                      <a:pt x="313568" y="23060"/>
                      <a:pt x="312396" y="19583"/>
                    </a:cubicBezTo>
                    <a:cubicBezTo>
                      <a:pt x="311276" y="16185"/>
                      <a:pt x="309610" y="13268"/>
                      <a:pt x="307396" y="10833"/>
                    </a:cubicBezTo>
                    <a:cubicBezTo>
                      <a:pt x="305170" y="8399"/>
                      <a:pt x="302188" y="7188"/>
                      <a:pt x="298438" y="7188"/>
                    </a:cubicBezTo>
                    <a:close/>
                    <a:moveTo>
                      <a:pt x="246354" y="7188"/>
                    </a:moveTo>
                    <a:cubicBezTo>
                      <a:pt x="242605" y="7188"/>
                      <a:pt x="239662" y="8399"/>
                      <a:pt x="237552" y="10833"/>
                    </a:cubicBezTo>
                    <a:cubicBezTo>
                      <a:pt x="235430" y="13268"/>
                      <a:pt x="233855" y="16185"/>
                      <a:pt x="232813" y="19583"/>
                    </a:cubicBezTo>
                    <a:cubicBezTo>
                      <a:pt x="231693" y="23060"/>
                      <a:pt x="231016" y="26719"/>
                      <a:pt x="230781" y="30573"/>
                    </a:cubicBezTo>
                    <a:cubicBezTo>
                      <a:pt x="230534" y="34427"/>
                      <a:pt x="230417" y="37813"/>
                      <a:pt x="230417" y="40729"/>
                    </a:cubicBezTo>
                    <a:cubicBezTo>
                      <a:pt x="230417" y="43646"/>
                      <a:pt x="230534" y="46992"/>
                      <a:pt x="230781" y="50782"/>
                    </a:cubicBezTo>
                    <a:cubicBezTo>
                      <a:pt x="231016" y="54570"/>
                      <a:pt x="231693" y="58190"/>
                      <a:pt x="232813" y="61667"/>
                    </a:cubicBezTo>
                    <a:cubicBezTo>
                      <a:pt x="233855" y="65065"/>
                      <a:pt x="235430" y="67956"/>
                      <a:pt x="237552" y="70313"/>
                    </a:cubicBezTo>
                    <a:cubicBezTo>
                      <a:pt x="239662" y="72670"/>
                      <a:pt x="242605" y="73855"/>
                      <a:pt x="246354" y="73855"/>
                    </a:cubicBezTo>
                    <a:cubicBezTo>
                      <a:pt x="250104" y="73855"/>
                      <a:pt x="253086" y="72670"/>
                      <a:pt x="255313" y="70313"/>
                    </a:cubicBezTo>
                    <a:cubicBezTo>
                      <a:pt x="257526" y="67956"/>
                      <a:pt x="259193" y="65065"/>
                      <a:pt x="260313" y="61667"/>
                    </a:cubicBezTo>
                    <a:cubicBezTo>
                      <a:pt x="261485" y="58190"/>
                      <a:pt x="262253" y="54570"/>
                      <a:pt x="262604" y="50782"/>
                    </a:cubicBezTo>
                    <a:cubicBezTo>
                      <a:pt x="262943" y="46992"/>
                      <a:pt x="263125" y="43646"/>
                      <a:pt x="263125" y="40729"/>
                    </a:cubicBezTo>
                    <a:cubicBezTo>
                      <a:pt x="263125" y="37813"/>
                      <a:pt x="262943" y="34427"/>
                      <a:pt x="262604" y="30573"/>
                    </a:cubicBezTo>
                    <a:cubicBezTo>
                      <a:pt x="262253" y="26719"/>
                      <a:pt x="261485" y="23060"/>
                      <a:pt x="260313" y="19583"/>
                    </a:cubicBezTo>
                    <a:cubicBezTo>
                      <a:pt x="259193" y="16185"/>
                      <a:pt x="257526" y="13268"/>
                      <a:pt x="255313" y="10833"/>
                    </a:cubicBezTo>
                    <a:cubicBezTo>
                      <a:pt x="253086" y="8399"/>
                      <a:pt x="250104" y="7188"/>
                      <a:pt x="246354" y="7188"/>
                    </a:cubicBezTo>
                    <a:close/>
                    <a:moveTo>
                      <a:pt x="142188" y="7188"/>
                    </a:moveTo>
                    <a:cubicBezTo>
                      <a:pt x="138438" y="7188"/>
                      <a:pt x="135495" y="8399"/>
                      <a:pt x="133386" y="10833"/>
                    </a:cubicBezTo>
                    <a:cubicBezTo>
                      <a:pt x="131263" y="13268"/>
                      <a:pt x="129688" y="16185"/>
                      <a:pt x="128646" y="19583"/>
                    </a:cubicBezTo>
                    <a:cubicBezTo>
                      <a:pt x="127526" y="23060"/>
                      <a:pt x="126849" y="26719"/>
                      <a:pt x="126615" y="30573"/>
                    </a:cubicBezTo>
                    <a:cubicBezTo>
                      <a:pt x="126367" y="34427"/>
                      <a:pt x="126250" y="37813"/>
                      <a:pt x="126250" y="40729"/>
                    </a:cubicBezTo>
                    <a:cubicBezTo>
                      <a:pt x="126250" y="43646"/>
                      <a:pt x="126367" y="46992"/>
                      <a:pt x="126615" y="50782"/>
                    </a:cubicBezTo>
                    <a:cubicBezTo>
                      <a:pt x="126849" y="54570"/>
                      <a:pt x="127526" y="58190"/>
                      <a:pt x="128646" y="61667"/>
                    </a:cubicBezTo>
                    <a:cubicBezTo>
                      <a:pt x="129688" y="65065"/>
                      <a:pt x="131263" y="67956"/>
                      <a:pt x="133386" y="70313"/>
                    </a:cubicBezTo>
                    <a:cubicBezTo>
                      <a:pt x="135495" y="72670"/>
                      <a:pt x="138438" y="73855"/>
                      <a:pt x="142188" y="73855"/>
                    </a:cubicBezTo>
                    <a:cubicBezTo>
                      <a:pt x="145938" y="73855"/>
                      <a:pt x="148920" y="72670"/>
                      <a:pt x="151146" y="70313"/>
                    </a:cubicBezTo>
                    <a:cubicBezTo>
                      <a:pt x="153360" y="67956"/>
                      <a:pt x="155026" y="65065"/>
                      <a:pt x="156146" y="61667"/>
                    </a:cubicBezTo>
                    <a:cubicBezTo>
                      <a:pt x="157318" y="58190"/>
                      <a:pt x="158086" y="54570"/>
                      <a:pt x="158438" y="50782"/>
                    </a:cubicBezTo>
                    <a:cubicBezTo>
                      <a:pt x="158776" y="46992"/>
                      <a:pt x="158959" y="43646"/>
                      <a:pt x="158959" y="40729"/>
                    </a:cubicBezTo>
                    <a:cubicBezTo>
                      <a:pt x="158959" y="37813"/>
                      <a:pt x="158776" y="34427"/>
                      <a:pt x="158438" y="30573"/>
                    </a:cubicBezTo>
                    <a:cubicBezTo>
                      <a:pt x="158086" y="26719"/>
                      <a:pt x="157318" y="23060"/>
                      <a:pt x="156146" y="19583"/>
                    </a:cubicBezTo>
                    <a:cubicBezTo>
                      <a:pt x="155026" y="16185"/>
                      <a:pt x="153360" y="13268"/>
                      <a:pt x="151146" y="10833"/>
                    </a:cubicBezTo>
                    <a:cubicBezTo>
                      <a:pt x="148920" y="8399"/>
                      <a:pt x="145938" y="7188"/>
                      <a:pt x="142188" y="7188"/>
                    </a:cubicBezTo>
                    <a:close/>
                    <a:moveTo>
                      <a:pt x="90104" y="1354"/>
                    </a:moveTo>
                    <a:cubicBezTo>
                      <a:pt x="97188" y="1354"/>
                      <a:pt x="102969" y="3164"/>
                      <a:pt x="107448" y="6771"/>
                    </a:cubicBezTo>
                    <a:cubicBezTo>
                      <a:pt x="111927" y="10378"/>
                      <a:pt x="114167" y="15456"/>
                      <a:pt x="114167" y="21979"/>
                    </a:cubicBezTo>
                    <a:cubicBezTo>
                      <a:pt x="114167" y="23854"/>
                      <a:pt x="113828" y="25729"/>
                      <a:pt x="113177" y="27605"/>
                    </a:cubicBezTo>
                    <a:cubicBezTo>
                      <a:pt x="112513" y="29479"/>
                      <a:pt x="111589" y="31250"/>
                      <a:pt x="110417" y="32917"/>
                    </a:cubicBezTo>
                    <a:cubicBezTo>
                      <a:pt x="109167" y="34583"/>
                      <a:pt x="107708" y="36055"/>
                      <a:pt x="106042" y="37344"/>
                    </a:cubicBezTo>
                    <a:cubicBezTo>
                      <a:pt x="104375" y="38633"/>
                      <a:pt x="102526" y="39545"/>
                      <a:pt x="100521" y="40104"/>
                    </a:cubicBezTo>
                    <a:cubicBezTo>
                      <a:pt x="105105" y="41355"/>
                      <a:pt x="108672" y="43633"/>
                      <a:pt x="111250" y="46927"/>
                    </a:cubicBezTo>
                    <a:cubicBezTo>
                      <a:pt x="113815" y="50222"/>
                      <a:pt x="115104" y="54102"/>
                      <a:pt x="115104" y="58542"/>
                    </a:cubicBezTo>
                    <a:cubicBezTo>
                      <a:pt x="115026" y="65690"/>
                      <a:pt x="112683" y="71198"/>
                      <a:pt x="108073" y="75052"/>
                    </a:cubicBezTo>
                    <a:cubicBezTo>
                      <a:pt x="103451" y="78907"/>
                      <a:pt x="97422" y="80833"/>
                      <a:pt x="90000" y="80833"/>
                    </a:cubicBezTo>
                    <a:cubicBezTo>
                      <a:pt x="82500" y="80833"/>
                      <a:pt x="76472" y="78907"/>
                      <a:pt x="71927" y="75052"/>
                    </a:cubicBezTo>
                    <a:cubicBezTo>
                      <a:pt x="67370" y="71198"/>
                      <a:pt x="65104" y="65690"/>
                      <a:pt x="65104" y="58542"/>
                    </a:cubicBezTo>
                    <a:cubicBezTo>
                      <a:pt x="65104" y="54649"/>
                      <a:pt x="66354" y="50951"/>
                      <a:pt x="68855" y="47448"/>
                    </a:cubicBezTo>
                    <a:cubicBezTo>
                      <a:pt x="71354" y="43945"/>
                      <a:pt x="75000" y="41355"/>
                      <a:pt x="79792" y="39688"/>
                    </a:cubicBezTo>
                    <a:cubicBezTo>
                      <a:pt x="75417" y="38854"/>
                      <a:pt x="72031" y="36732"/>
                      <a:pt x="69636" y="33334"/>
                    </a:cubicBezTo>
                    <a:cubicBezTo>
                      <a:pt x="67240" y="29935"/>
                      <a:pt x="66042" y="26146"/>
                      <a:pt x="66042" y="21979"/>
                    </a:cubicBezTo>
                    <a:cubicBezTo>
                      <a:pt x="66042" y="15456"/>
                      <a:pt x="68255" y="10378"/>
                      <a:pt x="72709" y="6771"/>
                    </a:cubicBezTo>
                    <a:cubicBezTo>
                      <a:pt x="77149" y="3164"/>
                      <a:pt x="82943" y="1354"/>
                      <a:pt x="90104" y="1354"/>
                    </a:cubicBezTo>
                    <a:close/>
                    <a:moveTo>
                      <a:pt x="25000" y="1354"/>
                    </a:moveTo>
                    <a:cubicBezTo>
                      <a:pt x="32084" y="1354"/>
                      <a:pt x="37865" y="3164"/>
                      <a:pt x="42344" y="6771"/>
                    </a:cubicBezTo>
                    <a:cubicBezTo>
                      <a:pt x="46823" y="10378"/>
                      <a:pt x="49063" y="15456"/>
                      <a:pt x="49063" y="21979"/>
                    </a:cubicBezTo>
                    <a:cubicBezTo>
                      <a:pt x="49063" y="23854"/>
                      <a:pt x="48724" y="25729"/>
                      <a:pt x="48073" y="27605"/>
                    </a:cubicBezTo>
                    <a:cubicBezTo>
                      <a:pt x="47409" y="29479"/>
                      <a:pt x="46484" y="31250"/>
                      <a:pt x="45313" y="32917"/>
                    </a:cubicBezTo>
                    <a:cubicBezTo>
                      <a:pt x="44063" y="34583"/>
                      <a:pt x="42604" y="36055"/>
                      <a:pt x="40938" y="37344"/>
                    </a:cubicBezTo>
                    <a:cubicBezTo>
                      <a:pt x="39271" y="38633"/>
                      <a:pt x="37422" y="39545"/>
                      <a:pt x="35417" y="40104"/>
                    </a:cubicBezTo>
                    <a:cubicBezTo>
                      <a:pt x="40000" y="41355"/>
                      <a:pt x="43568" y="43633"/>
                      <a:pt x="46146" y="46927"/>
                    </a:cubicBezTo>
                    <a:cubicBezTo>
                      <a:pt x="48711" y="50222"/>
                      <a:pt x="50000" y="54102"/>
                      <a:pt x="50000" y="58542"/>
                    </a:cubicBezTo>
                    <a:cubicBezTo>
                      <a:pt x="49922" y="65690"/>
                      <a:pt x="47578" y="71198"/>
                      <a:pt x="42969" y="75052"/>
                    </a:cubicBezTo>
                    <a:cubicBezTo>
                      <a:pt x="38346" y="78907"/>
                      <a:pt x="32318" y="80833"/>
                      <a:pt x="24896" y="80833"/>
                    </a:cubicBezTo>
                    <a:cubicBezTo>
                      <a:pt x="17396" y="80833"/>
                      <a:pt x="11367" y="78907"/>
                      <a:pt x="6823" y="75052"/>
                    </a:cubicBezTo>
                    <a:cubicBezTo>
                      <a:pt x="2266" y="71198"/>
                      <a:pt x="0" y="65690"/>
                      <a:pt x="0" y="58542"/>
                    </a:cubicBezTo>
                    <a:cubicBezTo>
                      <a:pt x="0" y="54649"/>
                      <a:pt x="1250" y="50951"/>
                      <a:pt x="3750" y="47448"/>
                    </a:cubicBezTo>
                    <a:cubicBezTo>
                      <a:pt x="6250" y="43945"/>
                      <a:pt x="9896" y="41355"/>
                      <a:pt x="14688" y="39688"/>
                    </a:cubicBezTo>
                    <a:cubicBezTo>
                      <a:pt x="10313" y="38854"/>
                      <a:pt x="6927" y="36732"/>
                      <a:pt x="4532" y="33334"/>
                    </a:cubicBezTo>
                    <a:cubicBezTo>
                      <a:pt x="2135" y="29935"/>
                      <a:pt x="938" y="26146"/>
                      <a:pt x="938" y="21979"/>
                    </a:cubicBezTo>
                    <a:cubicBezTo>
                      <a:pt x="938" y="15456"/>
                      <a:pt x="3151" y="10378"/>
                      <a:pt x="7604" y="6771"/>
                    </a:cubicBezTo>
                    <a:cubicBezTo>
                      <a:pt x="12045" y="3164"/>
                      <a:pt x="17839" y="1354"/>
                      <a:pt x="25000" y="1354"/>
                    </a:cubicBezTo>
                    <a:close/>
                    <a:moveTo>
                      <a:pt x="584896" y="0"/>
                    </a:moveTo>
                    <a:cubicBezTo>
                      <a:pt x="590105" y="0"/>
                      <a:pt x="594349" y="1211"/>
                      <a:pt x="597657" y="3646"/>
                    </a:cubicBezTo>
                    <a:cubicBezTo>
                      <a:pt x="600951" y="6081"/>
                      <a:pt x="603542" y="9206"/>
                      <a:pt x="605417" y="13021"/>
                    </a:cubicBezTo>
                    <a:cubicBezTo>
                      <a:pt x="607292" y="16914"/>
                      <a:pt x="608568" y="21289"/>
                      <a:pt x="609271" y="26146"/>
                    </a:cubicBezTo>
                    <a:cubicBezTo>
                      <a:pt x="609961" y="31003"/>
                      <a:pt x="610313" y="35872"/>
                      <a:pt x="610313" y="40729"/>
                    </a:cubicBezTo>
                    <a:cubicBezTo>
                      <a:pt x="610313" y="45664"/>
                      <a:pt x="609961" y="50521"/>
                      <a:pt x="609271" y="55313"/>
                    </a:cubicBezTo>
                    <a:cubicBezTo>
                      <a:pt x="608568" y="60105"/>
                      <a:pt x="607292" y="64440"/>
                      <a:pt x="605417" y="68334"/>
                    </a:cubicBezTo>
                    <a:cubicBezTo>
                      <a:pt x="603542" y="72149"/>
                      <a:pt x="600951" y="75248"/>
                      <a:pt x="597657" y="77604"/>
                    </a:cubicBezTo>
                    <a:cubicBezTo>
                      <a:pt x="594349" y="79961"/>
                      <a:pt x="590105" y="81146"/>
                      <a:pt x="584896" y="81146"/>
                    </a:cubicBezTo>
                    <a:cubicBezTo>
                      <a:pt x="579753" y="81146"/>
                      <a:pt x="575573" y="79961"/>
                      <a:pt x="572344" y="77604"/>
                    </a:cubicBezTo>
                    <a:cubicBezTo>
                      <a:pt x="569115" y="75248"/>
                      <a:pt x="566628" y="72149"/>
                      <a:pt x="564896" y="68334"/>
                    </a:cubicBezTo>
                    <a:cubicBezTo>
                      <a:pt x="563087" y="64440"/>
                      <a:pt x="561875" y="60105"/>
                      <a:pt x="561250" y="55313"/>
                    </a:cubicBezTo>
                    <a:cubicBezTo>
                      <a:pt x="560625" y="50521"/>
                      <a:pt x="560313" y="45664"/>
                      <a:pt x="560313" y="40729"/>
                    </a:cubicBezTo>
                    <a:cubicBezTo>
                      <a:pt x="560313" y="35872"/>
                      <a:pt x="560625" y="31003"/>
                      <a:pt x="561250" y="26146"/>
                    </a:cubicBezTo>
                    <a:cubicBezTo>
                      <a:pt x="561875" y="21289"/>
                      <a:pt x="563087" y="16914"/>
                      <a:pt x="564896" y="13021"/>
                    </a:cubicBezTo>
                    <a:cubicBezTo>
                      <a:pt x="566628" y="9206"/>
                      <a:pt x="569115" y="6081"/>
                      <a:pt x="572344" y="3646"/>
                    </a:cubicBezTo>
                    <a:cubicBezTo>
                      <a:pt x="575573" y="1211"/>
                      <a:pt x="579753" y="0"/>
                      <a:pt x="584896" y="0"/>
                    </a:cubicBezTo>
                    <a:close/>
                    <a:moveTo>
                      <a:pt x="519792" y="0"/>
                    </a:moveTo>
                    <a:cubicBezTo>
                      <a:pt x="525000" y="0"/>
                      <a:pt x="529245" y="1211"/>
                      <a:pt x="532553" y="3646"/>
                    </a:cubicBezTo>
                    <a:cubicBezTo>
                      <a:pt x="535847" y="6081"/>
                      <a:pt x="538438" y="9206"/>
                      <a:pt x="540313" y="13021"/>
                    </a:cubicBezTo>
                    <a:cubicBezTo>
                      <a:pt x="542188" y="16914"/>
                      <a:pt x="543464" y="21289"/>
                      <a:pt x="544167" y="26146"/>
                    </a:cubicBezTo>
                    <a:cubicBezTo>
                      <a:pt x="544857" y="31003"/>
                      <a:pt x="545209" y="35872"/>
                      <a:pt x="545209" y="40729"/>
                    </a:cubicBezTo>
                    <a:cubicBezTo>
                      <a:pt x="545209" y="45664"/>
                      <a:pt x="544857" y="50521"/>
                      <a:pt x="544167" y="55313"/>
                    </a:cubicBezTo>
                    <a:cubicBezTo>
                      <a:pt x="543464" y="60105"/>
                      <a:pt x="542188" y="64440"/>
                      <a:pt x="540313" y="68334"/>
                    </a:cubicBezTo>
                    <a:cubicBezTo>
                      <a:pt x="538438" y="72149"/>
                      <a:pt x="535847" y="75248"/>
                      <a:pt x="532553" y="77604"/>
                    </a:cubicBezTo>
                    <a:cubicBezTo>
                      <a:pt x="529245" y="79961"/>
                      <a:pt x="525000" y="81146"/>
                      <a:pt x="519792" y="81146"/>
                    </a:cubicBezTo>
                    <a:cubicBezTo>
                      <a:pt x="514649" y="81146"/>
                      <a:pt x="510469" y="79961"/>
                      <a:pt x="507240" y="77604"/>
                    </a:cubicBezTo>
                    <a:cubicBezTo>
                      <a:pt x="504011" y="75248"/>
                      <a:pt x="501524" y="72149"/>
                      <a:pt x="499792" y="68334"/>
                    </a:cubicBezTo>
                    <a:cubicBezTo>
                      <a:pt x="497982" y="64440"/>
                      <a:pt x="496771" y="60105"/>
                      <a:pt x="496146" y="55313"/>
                    </a:cubicBezTo>
                    <a:cubicBezTo>
                      <a:pt x="495521" y="50521"/>
                      <a:pt x="495209" y="45664"/>
                      <a:pt x="495209" y="40729"/>
                    </a:cubicBezTo>
                    <a:cubicBezTo>
                      <a:pt x="495209" y="35872"/>
                      <a:pt x="495521" y="31003"/>
                      <a:pt x="496146" y="26146"/>
                    </a:cubicBezTo>
                    <a:cubicBezTo>
                      <a:pt x="496771" y="21289"/>
                      <a:pt x="497982" y="16914"/>
                      <a:pt x="499792" y="13021"/>
                    </a:cubicBezTo>
                    <a:cubicBezTo>
                      <a:pt x="501524" y="9206"/>
                      <a:pt x="504011" y="6081"/>
                      <a:pt x="507240" y="3646"/>
                    </a:cubicBezTo>
                    <a:cubicBezTo>
                      <a:pt x="510469" y="1211"/>
                      <a:pt x="514649" y="0"/>
                      <a:pt x="519792" y="0"/>
                    </a:cubicBezTo>
                    <a:close/>
                    <a:moveTo>
                      <a:pt x="454688" y="0"/>
                    </a:moveTo>
                    <a:cubicBezTo>
                      <a:pt x="459896" y="0"/>
                      <a:pt x="464141" y="1211"/>
                      <a:pt x="467448" y="3646"/>
                    </a:cubicBezTo>
                    <a:cubicBezTo>
                      <a:pt x="470743" y="6081"/>
                      <a:pt x="473334" y="9206"/>
                      <a:pt x="475209" y="13021"/>
                    </a:cubicBezTo>
                    <a:cubicBezTo>
                      <a:pt x="477084" y="16914"/>
                      <a:pt x="478360" y="21289"/>
                      <a:pt x="479063" y="26146"/>
                    </a:cubicBezTo>
                    <a:cubicBezTo>
                      <a:pt x="479753" y="31003"/>
                      <a:pt x="480105" y="35872"/>
                      <a:pt x="480105" y="40729"/>
                    </a:cubicBezTo>
                    <a:cubicBezTo>
                      <a:pt x="480105" y="45664"/>
                      <a:pt x="479753" y="50521"/>
                      <a:pt x="479063" y="55313"/>
                    </a:cubicBezTo>
                    <a:cubicBezTo>
                      <a:pt x="478360" y="60105"/>
                      <a:pt x="477084" y="64440"/>
                      <a:pt x="475209" y="68334"/>
                    </a:cubicBezTo>
                    <a:cubicBezTo>
                      <a:pt x="473334" y="72149"/>
                      <a:pt x="470743" y="75248"/>
                      <a:pt x="467448" y="77604"/>
                    </a:cubicBezTo>
                    <a:cubicBezTo>
                      <a:pt x="464141" y="79961"/>
                      <a:pt x="459896" y="81146"/>
                      <a:pt x="454688" y="81146"/>
                    </a:cubicBezTo>
                    <a:cubicBezTo>
                      <a:pt x="449545" y="81146"/>
                      <a:pt x="445365" y="79961"/>
                      <a:pt x="442136" y="77604"/>
                    </a:cubicBezTo>
                    <a:cubicBezTo>
                      <a:pt x="438907" y="75248"/>
                      <a:pt x="436419" y="72149"/>
                      <a:pt x="434688" y="68334"/>
                    </a:cubicBezTo>
                    <a:cubicBezTo>
                      <a:pt x="432878" y="64440"/>
                      <a:pt x="431667" y="60105"/>
                      <a:pt x="431042" y="55313"/>
                    </a:cubicBezTo>
                    <a:cubicBezTo>
                      <a:pt x="430417" y="50521"/>
                      <a:pt x="430105" y="45664"/>
                      <a:pt x="430105" y="40729"/>
                    </a:cubicBezTo>
                    <a:cubicBezTo>
                      <a:pt x="430105" y="35872"/>
                      <a:pt x="430417" y="31003"/>
                      <a:pt x="431042" y="26146"/>
                    </a:cubicBezTo>
                    <a:cubicBezTo>
                      <a:pt x="431667" y="21289"/>
                      <a:pt x="432878" y="16914"/>
                      <a:pt x="434688" y="13021"/>
                    </a:cubicBezTo>
                    <a:cubicBezTo>
                      <a:pt x="436419" y="9206"/>
                      <a:pt x="438907" y="6081"/>
                      <a:pt x="442136" y="3646"/>
                    </a:cubicBezTo>
                    <a:cubicBezTo>
                      <a:pt x="445365" y="1211"/>
                      <a:pt x="449545" y="0"/>
                      <a:pt x="454688" y="0"/>
                    </a:cubicBezTo>
                    <a:close/>
                    <a:moveTo>
                      <a:pt x="363542" y="0"/>
                    </a:moveTo>
                    <a:cubicBezTo>
                      <a:pt x="368750" y="0"/>
                      <a:pt x="372995" y="1211"/>
                      <a:pt x="376303" y="3646"/>
                    </a:cubicBezTo>
                    <a:cubicBezTo>
                      <a:pt x="379597" y="6081"/>
                      <a:pt x="382188" y="9206"/>
                      <a:pt x="384063" y="13021"/>
                    </a:cubicBezTo>
                    <a:cubicBezTo>
                      <a:pt x="385938" y="16914"/>
                      <a:pt x="387214" y="21289"/>
                      <a:pt x="387917" y="26146"/>
                    </a:cubicBezTo>
                    <a:cubicBezTo>
                      <a:pt x="388607" y="31003"/>
                      <a:pt x="388959" y="35872"/>
                      <a:pt x="388959" y="40729"/>
                    </a:cubicBezTo>
                    <a:cubicBezTo>
                      <a:pt x="388959" y="45664"/>
                      <a:pt x="388607" y="50521"/>
                      <a:pt x="387917" y="55313"/>
                    </a:cubicBezTo>
                    <a:cubicBezTo>
                      <a:pt x="387214" y="60105"/>
                      <a:pt x="385938" y="64440"/>
                      <a:pt x="384063" y="68334"/>
                    </a:cubicBezTo>
                    <a:cubicBezTo>
                      <a:pt x="382188" y="72149"/>
                      <a:pt x="379597" y="75248"/>
                      <a:pt x="376303" y="77604"/>
                    </a:cubicBezTo>
                    <a:cubicBezTo>
                      <a:pt x="372995" y="79961"/>
                      <a:pt x="368750" y="81146"/>
                      <a:pt x="363542" y="81146"/>
                    </a:cubicBezTo>
                    <a:cubicBezTo>
                      <a:pt x="358399" y="81146"/>
                      <a:pt x="354219" y="79961"/>
                      <a:pt x="350990" y="77604"/>
                    </a:cubicBezTo>
                    <a:cubicBezTo>
                      <a:pt x="347761" y="75248"/>
                      <a:pt x="345274" y="72149"/>
                      <a:pt x="343542" y="68334"/>
                    </a:cubicBezTo>
                    <a:cubicBezTo>
                      <a:pt x="341732" y="64440"/>
                      <a:pt x="340521" y="60105"/>
                      <a:pt x="339896" y="55313"/>
                    </a:cubicBezTo>
                    <a:cubicBezTo>
                      <a:pt x="339271" y="50521"/>
                      <a:pt x="338959" y="45664"/>
                      <a:pt x="338959" y="40729"/>
                    </a:cubicBezTo>
                    <a:cubicBezTo>
                      <a:pt x="338959" y="35872"/>
                      <a:pt x="339271" y="31003"/>
                      <a:pt x="339896" y="26146"/>
                    </a:cubicBezTo>
                    <a:cubicBezTo>
                      <a:pt x="340521" y="21289"/>
                      <a:pt x="341732" y="16914"/>
                      <a:pt x="343542" y="13021"/>
                    </a:cubicBezTo>
                    <a:cubicBezTo>
                      <a:pt x="345274" y="9206"/>
                      <a:pt x="347761" y="6081"/>
                      <a:pt x="350990" y="3646"/>
                    </a:cubicBezTo>
                    <a:cubicBezTo>
                      <a:pt x="354219" y="1211"/>
                      <a:pt x="358399" y="0"/>
                      <a:pt x="363542" y="0"/>
                    </a:cubicBezTo>
                    <a:close/>
                    <a:moveTo>
                      <a:pt x="298438" y="0"/>
                    </a:moveTo>
                    <a:cubicBezTo>
                      <a:pt x="303646" y="0"/>
                      <a:pt x="307891" y="1211"/>
                      <a:pt x="311198" y="3646"/>
                    </a:cubicBezTo>
                    <a:cubicBezTo>
                      <a:pt x="314493" y="6081"/>
                      <a:pt x="317084" y="9206"/>
                      <a:pt x="318959" y="13021"/>
                    </a:cubicBezTo>
                    <a:cubicBezTo>
                      <a:pt x="320834" y="16914"/>
                      <a:pt x="322110" y="21289"/>
                      <a:pt x="322813" y="26146"/>
                    </a:cubicBezTo>
                    <a:cubicBezTo>
                      <a:pt x="323503" y="31003"/>
                      <a:pt x="323854" y="35872"/>
                      <a:pt x="323854" y="40729"/>
                    </a:cubicBezTo>
                    <a:cubicBezTo>
                      <a:pt x="323854" y="45664"/>
                      <a:pt x="323503" y="50521"/>
                      <a:pt x="322813" y="55313"/>
                    </a:cubicBezTo>
                    <a:cubicBezTo>
                      <a:pt x="322110" y="60105"/>
                      <a:pt x="320834" y="64440"/>
                      <a:pt x="318959" y="68334"/>
                    </a:cubicBezTo>
                    <a:cubicBezTo>
                      <a:pt x="317084" y="72149"/>
                      <a:pt x="314493" y="75248"/>
                      <a:pt x="311198" y="77604"/>
                    </a:cubicBezTo>
                    <a:cubicBezTo>
                      <a:pt x="307891" y="79961"/>
                      <a:pt x="303646" y="81146"/>
                      <a:pt x="298438" y="81146"/>
                    </a:cubicBezTo>
                    <a:cubicBezTo>
                      <a:pt x="293295" y="81146"/>
                      <a:pt x="289115" y="79961"/>
                      <a:pt x="285886" y="77604"/>
                    </a:cubicBezTo>
                    <a:cubicBezTo>
                      <a:pt x="282657" y="75248"/>
                      <a:pt x="280169" y="72149"/>
                      <a:pt x="278438" y="68334"/>
                    </a:cubicBezTo>
                    <a:cubicBezTo>
                      <a:pt x="276628" y="64440"/>
                      <a:pt x="275417" y="60105"/>
                      <a:pt x="274792" y="55313"/>
                    </a:cubicBezTo>
                    <a:cubicBezTo>
                      <a:pt x="274167" y="50521"/>
                      <a:pt x="273854" y="45664"/>
                      <a:pt x="273854" y="40729"/>
                    </a:cubicBezTo>
                    <a:cubicBezTo>
                      <a:pt x="273854" y="35872"/>
                      <a:pt x="274167" y="31003"/>
                      <a:pt x="274792" y="26146"/>
                    </a:cubicBezTo>
                    <a:cubicBezTo>
                      <a:pt x="275417" y="21289"/>
                      <a:pt x="276628" y="16914"/>
                      <a:pt x="278438" y="13021"/>
                    </a:cubicBezTo>
                    <a:cubicBezTo>
                      <a:pt x="280169" y="9206"/>
                      <a:pt x="282657" y="6081"/>
                      <a:pt x="285886" y="3646"/>
                    </a:cubicBezTo>
                    <a:cubicBezTo>
                      <a:pt x="289115" y="1211"/>
                      <a:pt x="293295" y="0"/>
                      <a:pt x="298438" y="0"/>
                    </a:cubicBezTo>
                    <a:close/>
                    <a:moveTo>
                      <a:pt x="246354" y="0"/>
                    </a:moveTo>
                    <a:cubicBezTo>
                      <a:pt x="251563" y="0"/>
                      <a:pt x="255807" y="1211"/>
                      <a:pt x="259115" y="3646"/>
                    </a:cubicBezTo>
                    <a:cubicBezTo>
                      <a:pt x="262409" y="6081"/>
                      <a:pt x="265000" y="9206"/>
                      <a:pt x="266875" y="13021"/>
                    </a:cubicBezTo>
                    <a:cubicBezTo>
                      <a:pt x="268750" y="16914"/>
                      <a:pt x="270026" y="21289"/>
                      <a:pt x="270730" y="26146"/>
                    </a:cubicBezTo>
                    <a:cubicBezTo>
                      <a:pt x="271419" y="31003"/>
                      <a:pt x="271771" y="35872"/>
                      <a:pt x="271771" y="40729"/>
                    </a:cubicBezTo>
                    <a:cubicBezTo>
                      <a:pt x="271771" y="45664"/>
                      <a:pt x="271419" y="50521"/>
                      <a:pt x="270730" y="55313"/>
                    </a:cubicBezTo>
                    <a:cubicBezTo>
                      <a:pt x="270026" y="60105"/>
                      <a:pt x="268750" y="64440"/>
                      <a:pt x="266875" y="68334"/>
                    </a:cubicBezTo>
                    <a:cubicBezTo>
                      <a:pt x="265000" y="72149"/>
                      <a:pt x="262409" y="75248"/>
                      <a:pt x="259115" y="77604"/>
                    </a:cubicBezTo>
                    <a:cubicBezTo>
                      <a:pt x="255807" y="79961"/>
                      <a:pt x="251563" y="81146"/>
                      <a:pt x="246354" y="81146"/>
                    </a:cubicBezTo>
                    <a:cubicBezTo>
                      <a:pt x="241211" y="81146"/>
                      <a:pt x="237032" y="79961"/>
                      <a:pt x="233803" y="77604"/>
                    </a:cubicBezTo>
                    <a:cubicBezTo>
                      <a:pt x="230573" y="75248"/>
                      <a:pt x="228086" y="72149"/>
                      <a:pt x="226354" y="68334"/>
                    </a:cubicBezTo>
                    <a:cubicBezTo>
                      <a:pt x="224545" y="64440"/>
                      <a:pt x="223334" y="60105"/>
                      <a:pt x="222709" y="55313"/>
                    </a:cubicBezTo>
                    <a:cubicBezTo>
                      <a:pt x="222083" y="50521"/>
                      <a:pt x="221771" y="45664"/>
                      <a:pt x="221771" y="40729"/>
                    </a:cubicBezTo>
                    <a:cubicBezTo>
                      <a:pt x="221771" y="35872"/>
                      <a:pt x="222083" y="31003"/>
                      <a:pt x="222709" y="26146"/>
                    </a:cubicBezTo>
                    <a:cubicBezTo>
                      <a:pt x="223334" y="21289"/>
                      <a:pt x="224545" y="16914"/>
                      <a:pt x="226354" y="13021"/>
                    </a:cubicBezTo>
                    <a:cubicBezTo>
                      <a:pt x="228086" y="9206"/>
                      <a:pt x="230573" y="6081"/>
                      <a:pt x="233803" y="3646"/>
                    </a:cubicBezTo>
                    <a:cubicBezTo>
                      <a:pt x="237032" y="1211"/>
                      <a:pt x="241211" y="0"/>
                      <a:pt x="246354" y="0"/>
                    </a:cubicBezTo>
                    <a:close/>
                    <a:moveTo>
                      <a:pt x="142188" y="0"/>
                    </a:moveTo>
                    <a:cubicBezTo>
                      <a:pt x="147396" y="0"/>
                      <a:pt x="151641" y="1211"/>
                      <a:pt x="154948" y="3646"/>
                    </a:cubicBezTo>
                    <a:cubicBezTo>
                      <a:pt x="158242" y="6081"/>
                      <a:pt x="160834" y="9206"/>
                      <a:pt x="162708" y="13021"/>
                    </a:cubicBezTo>
                    <a:cubicBezTo>
                      <a:pt x="164584" y="16914"/>
                      <a:pt x="165860" y="21289"/>
                      <a:pt x="166563" y="26146"/>
                    </a:cubicBezTo>
                    <a:cubicBezTo>
                      <a:pt x="167253" y="31003"/>
                      <a:pt x="167604" y="35872"/>
                      <a:pt x="167604" y="40729"/>
                    </a:cubicBezTo>
                    <a:cubicBezTo>
                      <a:pt x="167604" y="45664"/>
                      <a:pt x="167253" y="50521"/>
                      <a:pt x="166563" y="55313"/>
                    </a:cubicBezTo>
                    <a:cubicBezTo>
                      <a:pt x="165860" y="60105"/>
                      <a:pt x="164584" y="64440"/>
                      <a:pt x="162708" y="68334"/>
                    </a:cubicBezTo>
                    <a:cubicBezTo>
                      <a:pt x="160834" y="72149"/>
                      <a:pt x="158242" y="75248"/>
                      <a:pt x="154948" y="77604"/>
                    </a:cubicBezTo>
                    <a:cubicBezTo>
                      <a:pt x="151641" y="79961"/>
                      <a:pt x="147396" y="81146"/>
                      <a:pt x="142188" y="81146"/>
                    </a:cubicBezTo>
                    <a:cubicBezTo>
                      <a:pt x="137045" y="81146"/>
                      <a:pt x="132865" y="79961"/>
                      <a:pt x="129636" y="77604"/>
                    </a:cubicBezTo>
                    <a:cubicBezTo>
                      <a:pt x="126406" y="75248"/>
                      <a:pt x="123919" y="72149"/>
                      <a:pt x="122188" y="68334"/>
                    </a:cubicBezTo>
                    <a:cubicBezTo>
                      <a:pt x="120378" y="64440"/>
                      <a:pt x="119167" y="60105"/>
                      <a:pt x="118542" y="55313"/>
                    </a:cubicBezTo>
                    <a:cubicBezTo>
                      <a:pt x="117917" y="50521"/>
                      <a:pt x="117604" y="45664"/>
                      <a:pt x="117604" y="40729"/>
                    </a:cubicBezTo>
                    <a:cubicBezTo>
                      <a:pt x="117604" y="35872"/>
                      <a:pt x="117917" y="31003"/>
                      <a:pt x="118542" y="26146"/>
                    </a:cubicBezTo>
                    <a:cubicBezTo>
                      <a:pt x="119167" y="21289"/>
                      <a:pt x="120378" y="16914"/>
                      <a:pt x="122188" y="13021"/>
                    </a:cubicBezTo>
                    <a:cubicBezTo>
                      <a:pt x="123919" y="9206"/>
                      <a:pt x="126406" y="6081"/>
                      <a:pt x="129636" y="3646"/>
                    </a:cubicBezTo>
                    <a:cubicBezTo>
                      <a:pt x="132865" y="1211"/>
                      <a:pt x="137045" y="0"/>
                      <a:pt x="142188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89" name="TextBox 588">
                <a:extLst>
                  <a:ext uri="{FF2B5EF4-FFF2-40B4-BE49-F238E27FC236}">
                    <a16:creationId xmlns:a16="http://schemas.microsoft.com/office/drawing/2014/main" id="{8484433B-55C3-4CD2-9AFD-FA3EB625E2A7}"/>
                  </a:ext>
                </a:extLst>
              </p:cNvPr>
              <p:cNvSpPr txBox="1"/>
              <p:nvPr/>
            </p:nvSpPr>
            <p:spPr>
              <a:xfrm>
                <a:off x="3873185" y="5549785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880,000,000</a:t>
                </a:r>
              </a:p>
            </p:txBody>
          </p:sp>
        </p:grpSp>
        <p:sp>
          <p:nvSpPr>
            <p:cNvPr id="590" name="자유형: 도형 589">
              <a:extLst>
                <a:ext uri="{FF2B5EF4-FFF2-40B4-BE49-F238E27FC236}">
                  <a16:creationId xmlns:a16="http://schemas.microsoft.com/office/drawing/2014/main" id="{A83E7862-AD24-40CE-AED9-31CDE6CA1CBB}"/>
                </a:ext>
              </a:extLst>
            </p:cNvPr>
            <p:cNvSpPr/>
            <p:nvPr/>
          </p:nvSpPr>
          <p:spPr>
            <a:xfrm>
              <a:off x="4653806" y="5587524"/>
              <a:ext cx="835417" cy="93437"/>
            </a:xfrm>
            <a:custGeom>
              <a:avLst/>
              <a:gdLst>
                <a:gd name="connsiteX0" fmla="*/ 116146 w 835417"/>
                <a:gd name="connsiteY0" fmla="*/ 72500 h 93437"/>
                <a:gd name="connsiteX1" fmla="*/ 116146 w 835417"/>
                <a:gd name="connsiteY1" fmla="*/ 85104 h 93437"/>
                <a:gd name="connsiteX2" fmla="*/ 159375 w 835417"/>
                <a:gd name="connsiteY2" fmla="*/ 85104 h 93437"/>
                <a:gd name="connsiteX3" fmla="*/ 159375 w 835417"/>
                <a:gd name="connsiteY3" fmla="*/ 72500 h 93437"/>
                <a:gd name="connsiteX4" fmla="*/ 773021 w 835417"/>
                <a:gd name="connsiteY4" fmla="*/ 67708 h 93437"/>
                <a:gd name="connsiteX5" fmla="*/ 781563 w 835417"/>
                <a:gd name="connsiteY5" fmla="*/ 67708 h 93437"/>
                <a:gd name="connsiteX6" fmla="*/ 781563 w 835417"/>
                <a:gd name="connsiteY6" fmla="*/ 83854 h 93437"/>
                <a:gd name="connsiteX7" fmla="*/ 835417 w 835417"/>
                <a:gd name="connsiteY7" fmla="*/ 83854 h 93437"/>
                <a:gd name="connsiteX8" fmla="*/ 835417 w 835417"/>
                <a:gd name="connsiteY8" fmla="*/ 90937 h 93437"/>
                <a:gd name="connsiteX9" fmla="*/ 775209 w 835417"/>
                <a:gd name="connsiteY9" fmla="*/ 90937 h 93437"/>
                <a:gd name="connsiteX10" fmla="*/ 773490 w 835417"/>
                <a:gd name="connsiteY10" fmla="*/ 90469 h 93437"/>
                <a:gd name="connsiteX11" fmla="*/ 773021 w 835417"/>
                <a:gd name="connsiteY11" fmla="*/ 88750 h 93437"/>
                <a:gd name="connsiteX12" fmla="*/ 487396 w 835417"/>
                <a:gd name="connsiteY12" fmla="*/ 61354 h 93437"/>
                <a:gd name="connsiteX13" fmla="*/ 495833 w 835417"/>
                <a:gd name="connsiteY13" fmla="*/ 61354 h 93437"/>
                <a:gd name="connsiteX14" fmla="*/ 495833 w 835417"/>
                <a:gd name="connsiteY14" fmla="*/ 83854 h 93437"/>
                <a:gd name="connsiteX15" fmla="*/ 549688 w 835417"/>
                <a:gd name="connsiteY15" fmla="*/ 83854 h 93437"/>
                <a:gd name="connsiteX16" fmla="*/ 549688 w 835417"/>
                <a:gd name="connsiteY16" fmla="*/ 90937 h 93437"/>
                <a:gd name="connsiteX17" fmla="*/ 489584 w 835417"/>
                <a:gd name="connsiteY17" fmla="*/ 90937 h 93437"/>
                <a:gd name="connsiteX18" fmla="*/ 487865 w 835417"/>
                <a:gd name="connsiteY18" fmla="*/ 90469 h 93437"/>
                <a:gd name="connsiteX19" fmla="*/ 487396 w 835417"/>
                <a:gd name="connsiteY19" fmla="*/ 88750 h 93437"/>
                <a:gd name="connsiteX20" fmla="*/ 393229 w 835417"/>
                <a:gd name="connsiteY20" fmla="*/ 60937 h 93437"/>
                <a:gd name="connsiteX21" fmla="*/ 401563 w 835417"/>
                <a:gd name="connsiteY21" fmla="*/ 60937 h 93437"/>
                <a:gd name="connsiteX22" fmla="*/ 401563 w 835417"/>
                <a:gd name="connsiteY22" fmla="*/ 83854 h 93437"/>
                <a:gd name="connsiteX23" fmla="*/ 454271 w 835417"/>
                <a:gd name="connsiteY23" fmla="*/ 83854 h 93437"/>
                <a:gd name="connsiteX24" fmla="*/ 454271 w 835417"/>
                <a:gd name="connsiteY24" fmla="*/ 90937 h 93437"/>
                <a:gd name="connsiteX25" fmla="*/ 395417 w 835417"/>
                <a:gd name="connsiteY25" fmla="*/ 90937 h 93437"/>
                <a:gd name="connsiteX26" fmla="*/ 393698 w 835417"/>
                <a:gd name="connsiteY26" fmla="*/ 90469 h 93437"/>
                <a:gd name="connsiteX27" fmla="*/ 393229 w 835417"/>
                <a:gd name="connsiteY27" fmla="*/ 88750 h 93437"/>
                <a:gd name="connsiteX28" fmla="*/ 590000 w 835417"/>
                <a:gd name="connsiteY28" fmla="*/ 60833 h 93437"/>
                <a:gd name="connsiteX29" fmla="*/ 598438 w 835417"/>
                <a:gd name="connsiteY29" fmla="*/ 60833 h 93437"/>
                <a:gd name="connsiteX30" fmla="*/ 598438 w 835417"/>
                <a:gd name="connsiteY30" fmla="*/ 83854 h 93437"/>
                <a:gd name="connsiteX31" fmla="*/ 652396 w 835417"/>
                <a:gd name="connsiteY31" fmla="*/ 83854 h 93437"/>
                <a:gd name="connsiteX32" fmla="*/ 652396 w 835417"/>
                <a:gd name="connsiteY32" fmla="*/ 90937 h 93437"/>
                <a:gd name="connsiteX33" fmla="*/ 592188 w 835417"/>
                <a:gd name="connsiteY33" fmla="*/ 90937 h 93437"/>
                <a:gd name="connsiteX34" fmla="*/ 590469 w 835417"/>
                <a:gd name="connsiteY34" fmla="*/ 90469 h 93437"/>
                <a:gd name="connsiteX35" fmla="*/ 590000 w 835417"/>
                <a:gd name="connsiteY35" fmla="*/ 88750 h 93437"/>
                <a:gd name="connsiteX36" fmla="*/ 302292 w 835417"/>
                <a:gd name="connsiteY36" fmla="*/ 59583 h 93437"/>
                <a:gd name="connsiteX37" fmla="*/ 310625 w 835417"/>
                <a:gd name="connsiteY37" fmla="*/ 59583 h 93437"/>
                <a:gd name="connsiteX38" fmla="*/ 310625 w 835417"/>
                <a:gd name="connsiteY38" fmla="*/ 83854 h 93437"/>
                <a:gd name="connsiteX39" fmla="*/ 363438 w 835417"/>
                <a:gd name="connsiteY39" fmla="*/ 83854 h 93437"/>
                <a:gd name="connsiteX40" fmla="*/ 363438 w 835417"/>
                <a:gd name="connsiteY40" fmla="*/ 90937 h 93437"/>
                <a:gd name="connsiteX41" fmla="*/ 304479 w 835417"/>
                <a:gd name="connsiteY41" fmla="*/ 90937 h 93437"/>
                <a:gd name="connsiteX42" fmla="*/ 302760 w 835417"/>
                <a:gd name="connsiteY42" fmla="*/ 90469 h 93437"/>
                <a:gd name="connsiteX43" fmla="*/ 302292 w 835417"/>
                <a:gd name="connsiteY43" fmla="*/ 88750 h 93437"/>
                <a:gd name="connsiteX44" fmla="*/ 159375 w 835417"/>
                <a:gd name="connsiteY44" fmla="*/ 55625 h 93437"/>
                <a:gd name="connsiteX45" fmla="*/ 167604 w 835417"/>
                <a:gd name="connsiteY45" fmla="*/ 55625 h 93437"/>
                <a:gd name="connsiteX46" fmla="*/ 167604 w 835417"/>
                <a:gd name="connsiteY46" fmla="*/ 89688 h 93437"/>
                <a:gd name="connsiteX47" fmla="*/ 167135 w 835417"/>
                <a:gd name="connsiteY47" fmla="*/ 91406 h 93437"/>
                <a:gd name="connsiteX48" fmla="*/ 165417 w 835417"/>
                <a:gd name="connsiteY48" fmla="*/ 91875 h 93437"/>
                <a:gd name="connsiteX49" fmla="*/ 110000 w 835417"/>
                <a:gd name="connsiteY49" fmla="*/ 91875 h 93437"/>
                <a:gd name="connsiteX50" fmla="*/ 108281 w 835417"/>
                <a:gd name="connsiteY50" fmla="*/ 91406 h 93437"/>
                <a:gd name="connsiteX51" fmla="*/ 107813 w 835417"/>
                <a:gd name="connsiteY51" fmla="*/ 89688 h 93437"/>
                <a:gd name="connsiteX52" fmla="*/ 107813 w 835417"/>
                <a:gd name="connsiteY52" fmla="*/ 56146 h 93437"/>
                <a:gd name="connsiteX53" fmla="*/ 116146 w 835417"/>
                <a:gd name="connsiteY53" fmla="*/ 56146 h 93437"/>
                <a:gd name="connsiteX54" fmla="*/ 116146 w 835417"/>
                <a:gd name="connsiteY54" fmla="*/ 65833 h 93437"/>
                <a:gd name="connsiteX55" fmla="*/ 159375 w 835417"/>
                <a:gd name="connsiteY55" fmla="*/ 65833 h 93437"/>
                <a:gd name="connsiteX56" fmla="*/ 821563 w 835417"/>
                <a:gd name="connsiteY56" fmla="*/ 38542 h 93437"/>
                <a:gd name="connsiteX57" fmla="*/ 821563 w 835417"/>
                <a:gd name="connsiteY57" fmla="*/ 45521 h 93437"/>
                <a:gd name="connsiteX58" fmla="*/ 814740 w 835417"/>
                <a:gd name="connsiteY58" fmla="*/ 46458 h 93437"/>
                <a:gd name="connsiteX59" fmla="*/ 806146 w 835417"/>
                <a:gd name="connsiteY59" fmla="*/ 47187 h 93437"/>
                <a:gd name="connsiteX60" fmla="*/ 796667 w 835417"/>
                <a:gd name="connsiteY60" fmla="*/ 47708 h 93437"/>
                <a:gd name="connsiteX61" fmla="*/ 787292 w 835417"/>
                <a:gd name="connsiteY61" fmla="*/ 47917 h 93437"/>
                <a:gd name="connsiteX62" fmla="*/ 787292 w 835417"/>
                <a:gd name="connsiteY62" fmla="*/ 62813 h 93437"/>
                <a:gd name="connsiteX63" fmla="*/ 779063 w 835417"/>
                <a:gd name="connsiteY63" fmla="*/ 62813 h 93437"/>
                <a:gd name="connsiteX64" fmla="*/ 779063 w 835417"/>
                <a:gd name="connsiteY64" fmla="*/ 48125 h 93437"/>
                <a:gd name="connsiteX65" fmla="*/ 758021 w 835417"/>
                <a:gd name="connsiteY65" fmla="*/ 48125 h 93437"/>
                <a:gd name="connsiteX66" fmla="*/ 758021 w 835417"/>
                <a:gd name="connsiteY66" fmla="*/ 41146 h 93437"/>
                <a:gd name="connsiteX67" fmla="*/ 785730 w 835417"/>
                <a:gd name="connsiteY67" fmla="*/ 41146 h 93437"/>
                <a:gd name="connsiteX68" fmla="*/ 794584 w 835417"/>
                <a:gd name="connsiteY68" fmla="*/ 40937 h 93437"/>
                <a:gd name="connsiteX69" fmla="*/ 804896 w 835417"/>
                <a:gd name="connsiteY69" fmla="*/ 40312 h 93437"/>
                <a:gd name="connsiteX70" fmla="*/ 814532 w 835417"/>
                <a:gd name="connsiteY70" fmla="*/ 39479 h 93437"/>
                <a:gd name="connsiteX71" fmla="*/ 821563 w 835417"/>
                <a:gd name="connsiteY71" fmla="*/ 38542 h 93437"/>
                <a:gd name="connsiteX72" fmla="*/ 623750 w 835417"/>
                <a:gd name="connsiteY72" fmla="*/ 18333 h 93437"/>
                <a:gd name="connsiteX73" fmla="*/ 624584 w 835417"/>
                <a:gd name="connsiteY73" fmla="*/ 22187 h 93437"/>
                <a:gd name="connsiteX74" fmla="*/ 624896 w 835417"/>
                <a:gd name="connsiteY74" fmla="*/ 26250 h 93437"/>
                <a:gd name="connsiteX75" fmla="*/ 624636 w 835417"/>
                <a:gd name="connsiteY75" fmla="*/ 29531 h 93437"/>
                <a:gd name="connsiteX76" fmla="*/ 624063 w 835417"/>
                <a:gd name="connsiteY76" fmla="*/ 32708 h 93437"/>
                <a:gd name="connsiteX77" fmla="*/ 641771 w 835417"/>
                <a:gd name="connsiteY77" fmla="*/ 32708 h 93437"/>
                <a:gd name="connsiteX78" fmla="*/ 641771 w 835417"/>
                <a:gd name="connsiteY78" fmla="*/ 18333 h 93437"/>
                <a:gd name="connsiteX79" fmla="*/ 404479 w 835417"/>
                <a:gd name="connsiteY79" fmla="*/ 9062 h 93437"/>
                <a:gd name="connsiteX80" fmla="*/ 392813 w 835417"/>
                <a:gd name="connsiteY80" fmla="*/ 14166 h 93437"/>
                <a:gd name="connsiteX81" fmla="*/ 388646 w 835417"/>
                <a:gd name="connsiteY81" fmla="*/ 26458 h 93437"/>
                <a:gd name="connsiteX82" fmla="*/ 392813 w 835417"/>
                <a:gd name="connsiteY82" fmla="*/ 38646 h 93437"/>
                <a:gd name="connsiteX83" fmla="*/ 404479 w 835417"/>
                <a:gd name="connsiteY83" fmla="*/ 43646 h 93437"/>
                <a:gd name="connsiteX84" fmla="*/ 416094 w 835417"/>
                <a:gd name="connsiteY84" fmla="*/ 38646 h 93437"/>
                <a:gd name="connsiteX85" fmla="*/ 420209 w 835417"/>
                <a:gd name="connsiteY85" fmla="*/ 26458 h 93437"/>
                <a:gd name="connsiteX86" fmla="*/ 416094 w 835417"/>
                <a:gd name="connsiteY86" fmla="*/ 14166 h 93437"/>
                <a:gd name="connsiteX87" fmla="*/ 404479 w 835417"/>
                <a:gd name="connsiteY87" fmla="*/ 9062 h 93437"/>
                <a:gd name="connsiteX88" fmla="*/ 600521 w 835417"/>
                <a:gd name="connsiteY88" fmla="*/ 8854 h 93437"/>
                <a:gd name="connsiteX89" fmla="*/ 588854 w 835417"/>
                <a:gd name="connsiteY89" fmla="*/ 13958 h 93437"/>
                <a:gd name="connsiteX90" fmla="*/ 584688 w 835417"/>
                <a:gd name="connsiteY90" fmla="*/ 26250 h 93437"/>
                <a:gd name="connsiteX91" fmla="*/ 588854 w 835417"/>
                <a:gd name="connsiteY91" fmla="*/ 38437 h 93437"/>
                <a:gd name="connsiteX92" fmla="*/ 600521 w 835417"/>
                <a:gd name="connsiteY92" fmla="*/ 43437 h 93437"/>
                <a:gd name="connsiteX93" fmla="*/ 612188 w 835417"/>
                <a:gd name="connsiteY93" fmla="*/ 38437 h 93437"/>
                <a:gd name="connsiteX94" fmla="*/ 616354 w 835417"/>
                <a:gd name="connsiteY94" fmla="*/ 26250 h 93437"/>
                <a:gd name="connsiteX95" fmla="*/ 612188 w 835417"/>
                <a:gd name="connsiteY95" fmla="*/ 13958 h 93437"/>
                <a:gd name="connsiteX96" fmla="*/ 600521 w 835417"/>
                <a:gd name="connsiteY96" fmla="*/ 8854 h 93437"/>
                <a:gd name="connsiteX97" fmla="*/ 787917 w 835417"/>
                <a:gd name="connsiteY97" fmla="*/ 7083 h 93437"/>
                <a:gd name="connsiteX98" fmla="*/ 776407 w 835417"/>
                <a:gd name="connsiteY98" fmla="*/ 10208 h 93437"/>
                <a:gd name="connsiteX99" fmla="*/ 773230 w 835417"/>
                <a:gd name="connsiteY99" fmla="*/ 17708 h 93437"/>
                <a:gd name="connsiteX100" fmla="*/ 776459 w 835417"/>
                <a:gd name="connsiteY100" fmla="*/ 25052 h 93437"/>
                <a:gd name="connsiteX101" fmla="*/ 787917 w 835417"/>
                <a:gd name="connsiteY101" fmla="*/ 27916 h 93437"/>
                <a:gd name="connsiteX102" fmla="*/ 799323 w 835417"/>
                <a:gd name="connsiteY102" fmla="*/ 25052 h 93437"/>
                <a:gd name="connsiteX103" fmla="*/ 802604 w 835417"/>
                <a:gd name="connsiteY103" fmla="*/ 17708 h 93437"/>
                <a:gd name="connsiteX104" fmla="*/ 799375 w 835417"/>
                <a:gd name="connsiteY104" fmla="*/ 10156 h 93437"/>
                <a:gd name="connsiteX105" fmla="*/ 787917 w 835417"/>
                <a:gd name="connsiteY105" fmla="*/ 7083 h 93437"/>
                <a:gd name="connsiteX106" fmla="*/ 201146 w 835417"/>
                <a:gd name="connsiteY106" fmla="*/ 6667 h 93437"/>
                <a:gd name="connsiteX107" fmla="*/ 239583 w 835417"/>
                <a:gd name="connsiteY107" fmla="*/ 6667 h 93437"/>
                <a:gd name="connsiteX108" fmla="*/ 239583 w 835417"/>
                <a:gd name="connsiteY108" fmla="*/ 13646 h 93437"/>
                <a:gd name="connsiteX109" fmla="*/ 224687 w 835417"/>
                <a:gd name="connsiteY109" fmla="*/ 13646 h 93437"/>
                <a:gd name="connsiteX110" fmla="*/ 224687 w 835417"/>
                <a:gd name="connsiteY110" fmla="*/ 21354 h 93437"/>
                <a:gd name="connsiteX111" fmla="*/ 228906 w 835417"/>
                <a:gd name="connsiteY111" fmla="*/ 48073 h 93437"/>
                <a:gd name="connsiteX112" fmla="*/ 244062 w 835417"/>
                <a:gd name="connsiteY112" fmla="*/ 65625 h 93437"/>
                <a:gd name="connsiteX113" fmla="*/ 237917 w 835417"/>
                <a:gd name="connsiteY113" fmla="*/ 71250 h 93437"/>
                <a:gd name="connsiteX114" fmla="*/ 227865 w 835417"/>
                <a:gd name="connsiteY114" fmla="*/ 61510 h 93437"/>
                <a:gd name="connsiteX115" fmla="*/ 220312 w 835417"/>
                <a:gd name="connsiteY115" fmla="*/ 46771 h 93437"/>
                <a:gd name="connsiteX116" fmla="*/ 217240 w 835417"/>
                <a:gd name="connsiteY116" fmla="*/ 54896 h 93437"/>
                <a:gd name="connsiteX117" fmla="*/ 212813 w 835417"/>
                <a:gd name="connsiteY117" fmla="*/ 62604 h 93437"/>
                <a:gd name="connsiteX118" fmla="*/ 207240 w 835417"/>
                <a:gd name="connsiteY118" fmla="*/ 69427 h 93437"/>
                <a:gd name="connsiteX119" fmla="*/ 201250 w 835417"/>
                <a:gd name="connsiteY119" fmla="*/ 74792 h 93437"/>
                <a:gd name="connsiteX120" fmla="*/ 194062 w 835417"/>
                <a:gd name="connsiteY120" fmla="*/ 69583 h 93437"/>
                <a:gd name="connsiteX121" fmla="*/ 210937 w 835417"/>
                <a:gd name="connsiteY121" fmla="*/ 50468 h 93437"/>
                <a:gd name="connsiteX122" fmla="*/ 216354 w 835417"/>
                <a:gd name="connsiteY122" fmla="*/ 21562 h 93437"/>
                <a:gd name="connsiteX123" fmla="*/ 216354 w 835417"/>
                <a:gd name="connsiteY123" fmla="*/ 13646 h 93437"/>
                <a:gd name="connsiteX124" fmla="*/ 201146 w 835417"/>
                <a:gd name="connsiteY124" fmla="*/ 13646 h 93437"/>
                <a:gd name="connsiteX125" fmla="*/ 475729 w 835417"/>
                <a:gd name="connsiteY125" fmla="*/ 4791 h 93437"/>
                <a:gd name="connsiteX126" fmla="*/ 520730 w 835417"/>
                <a:gd name="connsiteY126" fmla="*/ 4791 h 93437"/>
                <a:gd name="connsiteX127" fmla="*/ 520730 w 835417"/>
                <a:gd name="connsiteY127" fmla="*/ 11771 h 93437"/>
                <a:gd name="connsiteX128" fmla="*/ 502500 w 835417"/>
                <a:gd name="connsiteY128" fmla="*/ 11771 h 93437"/>
                <a:gd name="connsiteX129" fmla="*/ 502500 w 835417"/>
                <a:gd name="connsiteY129" fmla="*/ 17500 h 93437"/>
                <a:gd name="connsiteX130" fmla="*/ 504219 w 835417"/>
                <a:gd name="connsiteY130" fmla="*/ 27135 h 93437"/>
                <a:gd name="connsiteX131" fmla="*/ 508750 w 835417"/>
                <a:gd name="connsiteY131" fmla="*/ 35104 h 93437"/>
                <a:gd name="connsiteX132" fmla="*/ 516980 w 835417"/>
                <a:gd name="connsiteY132" fmla="*/ 43021 h 93437"/>
                <a:gd name="connsiteX133" fmla="*/ 526459 w 835417"/>
                <a:gd name="connsiteY133" fmla="*/ 47812 h 93437"/>
                <a:gd name="connsiteX134" fmla="*/ 523438 w 835417"/>
                <a:gd name="connsiteY134" fmla="*/ 51041 h 93437"/>
                <a:gd name="connsiteX135" fmla="*/ 521042 w 835417"/>
                <a:gd name="connsiteY135" fmla="*/ 54062 h 93437"/>
                <a:gd name="connsiteX136" fmla="*/ 514948 w 835417"/>
                <a:gd name="connsiteY136" fmla="*/ 50677 h 93437"/>
                <a:gd name="connsiteX137" fmla="*/ 508542 w 835417"/>
                <a:gd name="connsiteY137" fmla="*/ 45729 h 93437"/>
                <a:gd name="connsiteX138" fmla="*/ 502865 w 835417"/>
                <a:gd name="connsiteY138" fmla="*/ 40052 h 93437"/>
                <a:gd name="connsiteX139" fmla="*/ 498334 w 835417"/>
                <a:gd name="connsiteY139" fmla="*/ 33125 h 93437"/>
                <a:gd name="connsiteX140" fmla="*/ 494636 w 835417"/>
                <a:gd name="connsiteY140" fmla="*/ 40469 h 93437"/>
                <a:gd name="connsiteX141" fmla="*/ 489584 w 835417"/>
                <a:gd name="connsiteY141" fmla="*/ 46771 h 93437"/>
                <a:gd name="connsiteX142" fmla="*/ 482865 w 835417"/>
                <a:gd name="connsiteY142" fmla="*/ 52344 h 93437"/>
                <a:gd name="connsiteX143" fmla="*/ 475521 w 835417"/>
                <a:gd name="connsiteY143" fmla="*/ 56771 h 93437"/>
                <a:gd name="connsiteX144" fmla="*/ 472552 w 835417"/>
                <a:gd name="connsiteY144" fmla="*/ 53958 h 93437"/>
                <a:gd name="connsiteX145" fmla="*/ 469167 w 835417"/>
                <a:gd name="connsiteY145" fmla="*/ 51041 h 93437"/>
                <a:gd name="connsiteX146" fmla="*/ 479740 w 835417"/>
                <a:gd name="connsiteY146" fmla="*/ 44896 h 93437"/>
                <a:gd name="connsiteX147" fmla="*/ 488229 w 835417"/>
                <a:gd name="connsiteY147" fmla="*/ 36146 h 93437"/>
                <a:gd name="connsiteX148" fmla="*/ 492552 w 835417"/>
                <a:gd name="connsiteY148" fmla="*/ 27604 h 93437"/>
                <a:gd name="connsiteX149" fmla="*/ 494167 w 835417"/>
                <a:gd name="connsiteY149" fmla="*/ 17396 h 93437"/>
                <a:gd name="connsiteX150" fmla="*/ 494167 w 835417"/>
                <a:gd name="connsiteY150" fmla="*/ 11771 h 93437"/>
                <a:gd name="connsiteX151" fmla="*/ 475729 w 835417"/>
                <a:gd name="connsiteY151" fmla="*/ 11771 h 93437"/>
                <a:gd name="connsiteX152" fmla="*/ 97812 w 835417"/>
                <a:gd name="connsiteY152" fmla="*/ 4062 h 93437"/>
                <a:gd name="connsiteX153" fmla="*/ 137708 w 835417"/>
                <a:gd name="connsiteY153" fmla="*/ 4062 h 93437"/>
                <a:gd name="connsiteX154" fmla="*/ 139427 w 835417"/>
                <a:gd name="connsiteY154" fmla="*/ 4531 h 93437"/>
                <a:gd name="connsiteX155" fmla="*/ 139896 w 835417"/>
                <a:gd name="connsiteY155" fmla="*/ 6250 h 93437"/>
                <a:gd name="connsiteX156" fmla="*/ 139896 w 835417"/>
                <a:gd name="connsiteY156" fmla="*/ 27187 h 93437"/>
                <a:gd name="connsiteX157" fmla="*/ 139427 w 835417"/>
                <a:gd name="connsiteY157" fmla="*/ 28906 h 93437"/>
                <a:gd name="connsiteX158" fmla="*/ 137708 w 835417"/>
                <a:gd name="connsiteY158" fmla="*/ 29375 h 93437"/>
                <a:gd name="connsiteX159" fmla="*/ 105833 w 835417"/>
                <a:gd name="connsiteY159" fmla="*/ 29375 h 93437"/>
                <a:gd name="connsiteX160" fmla="*/ 105833 w 835417"/>
                <a:gd name="connsiteY160" fmla="*/ 41041 h 93437"/>
                <a:gd name="connsiteX161" fmla="*/ 115937 w 835417"/>
                <a:gd name="connsiteY161" fmla="*/ 41041 h 93437"/>
                <a:gd name="connsiteX162" fmla="*/ 127240 w 835417"/>
                <a:gd name="connsiteY162" fmla="*/ 40781 h 93437"/>
                <a:gd name="connsiteX163" fmla="*/ 138125 w 835417"/>
                <a:gd name="connsiteY163" fmla="*/ 40104 h 93437"/>
                <a:gd name="connsiteX164" fmla="*/ 147448 w 835417"/>
                <a:gd name="connsiteY164" fmla="*/ 39063 h 93437"/>
                <a:gd name="connsiteX165" fmla="*/ 154479 w 835417"/>
                <a:gd name="connsiteY165" fmla="*/ 37917 h 93437"/>
                <a:gd name="connsiteX166" fmla="*/ 154479 w 835417"/>
                <a:gd name="connsiteY166" fmla="*/ 44687 h 93437"/>
                <a:gd name="connsiteX167" fmla="*/ 146875 w 835417"/>
                <a:gd name="connsiteY167" fmla="*/ 45937 h 93437"/>
                <a:gd name="connsiteX168" fmla="*/ 136875 w 835417"/>
                <a:gd name="connsiteY168" fmla="*/ 47083 h 93437"/>
                <a:gd name="connsiteX169" fmla="*/ 125208 w 835417"/>
                <a:gd name="connsiteY169" fmla="*/ 47917 h 93437"/>
                <a:gd name="connsiteX170" fmla="*/ 113021 w 835417"/>
                <a:gd name="connsiteY170" fmla="*/ 48229 h 93437"/>
                <a:gd name="connsiteX171" fmla="*/ 100000 w 835417"/>
                <a:gd name="connsiteY171" fmla="*/ 48229 h 93437"/>
                <a:gd name="connsiteX172" fmla="*/ 98281 w 835417"/>
                <a:gd name="connsiteY172" fmla="*/ 47760 h 93437"/>
                <a:gd name="connsiteX173" fmla="*/ 97812 w 835417"/>
                <a:gd name="connsiteY173" fmla="*/ 46041 h 93437"/>
                <a:gd name="connsiteX174" fmla="*/ 97812 w 835417"/>
                <a:gd name="connsiteY174" fmla="*/ 24792 h 93437"/>
                <a:gd name="connsiteX175" fmla="*/ 98281 w 835417"/>
                <a:gd name="connsiteY175" fmla="*/ 23073 h 93437"/>
                <a:gd name="connsiteX176" fmla="*/ 100000 w 835417"/>
                <a:gd name="connsiteY176" fmla="*/ 22604 h 93437"/>
                <a:gd name="connsiteX177" fmla="*/ 131875 w 835417"/>
                <a:gd name="connsiteY177" fmla="*/ 22604 h 93437"/>
                <a:gd name="connsiteX178" fmla="*/ 131875 w 835417"/>
                <a:gd name="connsiteY178" fmla="*/ 11042 h 93437"/>
                <a:gd name="connsiteX179" fmla="*/ 97812 w 835417"/>
                <a:gd name="connsiteY179" fmla="*/ 11042 h 93437"/>
                <a:gd name="connsiteX180" fmla="*/ 673750 w 835417"/>
                <a:gd name="connsiteY180" fmla="*/ 3854 h 93437"/>
                <a:gd name="connsiteX181" fmla="*/ 736355 w 835417"/>
                <a:gd name="connsiteY181" fmla="*/ 3854 h 93437"/>
                <a:gd name="connsiteX182" fmla="*/ 738073 w 835417"/>
                <a:gd name="connsiteY182" fmla="*/ 4323 h 93437"/>
                <a:gd name="connsiteX183" fmla="*/ 738542 w 835417"/>
                <a:gd name="connsiteY183" fmla="*/ 6042 h 93437"/>
                <a:gd name="connsiteX184" fmla="*/ 737709 w 835417"/>
                <a:gd name="connsiteY184" fmla="*/ 15573 h 93437"/>
                <a:gd name="connsiteX185" fmla="*/ 736563 w 835417"/>
                <a:gd name="connsiteY185" fmla="*/ 26042 h 93437"/>
                <a:gd name="connsiteX186" fmla="*/ 735157 w 835417"/>
                <a:gd name="connsiteY186" fmla="*/ 36198 h 93437"/>
                <a:gd name="connsiteX187" fmla="*/ 733646 w 835417"/>
                <a:gd name="connsiteY187" fmla="*/ 44896 h 93437"/>
                <a:gd name="connsiteX188" fmla="*/ 748646 w 835417"/>
                <a:gd name="connsiteY188" fmla="*/ 44896 h 93437"/>
                <a:gd name="connsiteX189" fmla="*/ 748646 w 835417"/>
                <a:gd name="connsiteY189" fmla="*/ 51979 h 93437"/>
                <a:gd name="connsiteX190" fmla="*/ 709584 w 835417"/>
                <a:gd name="connsiteY190" fmla="*/ 51979 h 93437"/>
                <a:gd name="connsiteX191" fmla="*/ 709584 w 835417"/>
                <a:gd name="connsiteY191" fmla="*/ 92917 h 93437"/>
                <a:gd name="connsiteX192" fmla="*/ 701250 w 835417"/>
                <a:gd name="connsiteY192" fmla="*/ 92917 h 93437"/>
                <a:gd name="connsiteX193" fmla="*/ 701250 w 835417"/>
                <a:gd name="connsiteY193" fmla="*/ 51979 h 93437"/>
                <a:gd name="connsiteX194" fmla="*/ 663855 w 835417"/>
                <a:gd name="connsiteY194" fmla="*/ 51979 h 93437"/>
                <a:gd name="connsiteX195" fmla="*/ 663855 w 835417"/>
                <a:gd name="connsiteY195" fmla="*/ 44896 h 93437"/>
                <a:gd name="connsiteX196" fmla="*/ 725417 w 835417"/>
                <a:gd name="connsiteY196" fmla="*/ 44896 h 93437"/>
                <a:gd name="connsiteX197" fmla="*/ 726875 w 835417"/>
                <a:gd name="connsiteY197" fmla="*/ 36823 h 93437"/>
                <a:gd name="connsiteX198" fmla="*/ 728230 w 835417"/>
                <a:gd name="connsiteY198" fmla="*/ 28021 h 93437"/>
                <a:gd name="connsiteX199" fmla="*/ 729219 w 835417"/>
                <a:gd name="connsiteY199" fmla="*/ 19166 h 93437"/>
                <a:gd name="connsiteX200" fmla="*/ 729896 w 835417"/>
                <a:gd name="connsiteY200" fmla="*/ 10937 h 93437"/>
                <a:gd name="connsiteX201" fmla="*/ 673750 w 835417"/>
                <a:gd name="connsiteY201" fmla="*/ 10937 h 93437"/>
                <a:gd name="connsiteX202" fmla="*/ 9896 w 835417"/>
                <a:gd name="connsiteY202" fmla="*/ 3229 h 93437"/>
                <a:gd name="connsiteX203" fmla="*/ 72708 w 835417"/>
                <a:gd name="connsiteY203" fmla="*/ 3229 h 93437"/>
                <a:gd name="connsiteX204" fmla="*/ 74427 w 835417"/>
                <a:gd name="connsiteY204" fmla="*/ 3698 h 93437"/>
                <a:gd name="connsiteX205" fmla="*/ 74896 w 835417"/>
                <a:gd name="connsiteY205" fmla="*/ 5416 h 93437"/>
                <a:gd name="connsiteX206" fmla="*/ 74219 w 835417"/>
                <a:gd name="connsiteY206" fmla="*/ 12760 h 93437"/>
                <a:gd name="connsiteX207" fmla="*/ 73229 w 835417"/>
                <a:gd name="connsiteY207" fmla="*/ 21042 h 93437"/>
                <a:gd name="connsiteX208" fmla="*/ 71927 w 835417"/>
                <a:gd name="connsiteY208" fmla="*/ 29323 h 93437"/>
                <a:gd name="connsiteX209" fmla="*/ 70625 w 835417"/>
                <a:gd name="connsiteY209" fmla="*/ 36771 h 93437"/>
                <a:gd name="connsiteX210" fmla="*/ 84479 w 835417"/>
                <a:gd name="connsiteY210" fmla="*/ 36771 h 93437"/>
                <a:gd name="connsiteX211" fmla="*/ 84479 w 835417"/>
                <a:gd name="connsiteY211" fmla="*/ 43854 h 93437"/>
                <a:gd name="connsiteX212" fmla="*/ 45104 w 835417"/>
                <a:gd name="connsiteY212" fmla="*/ 43854 h 93437"/>
                <a:gd name="connsiteX213" fmla="*/ 45104 w 835417"/>
                <a:gd name="connsiteY213" fmla="*/ 61146 h 93437"/>
                <a:gd name="connsiteX214" fmla="*/ 71042 w 835417"/>
                <a:gd name="connsiteY214" fmla="*/ 61146 h 93437"/>
                <a:gd name="connsiteX215" fmla="*/ 72760 w 835417"/>
                <a:gd name="connsiteY215" fmla="*/ 61615 h 93437"/>
                <a:gd name="connsiteX216" fmla="*/ 73229 w 835417"/>
                <a:gd name="connsiteY216" fmla="*/ 63333 h 93437"/>
                <a:gd name="connsiteX217" fmla="*/ 73229 w 835417"/>
                <a:gd name="connsiteY217" fmla="*/ 93437 h 93437"/>
                <a:gd name="connsiteX218" fmla="*/ 64791 w 835417"/>
                <a:gd name="connsiteY218" fmla="*/ 93437 h 93437"/>
                <a:gd name="connsiteX219" fmla="*/ 64791 w 835417"/>
                <a:gd name="connsiteY219" fmla="*/ 68333 h 93437"/>
                <a:gd name="connsiteX220" fmla="*/ 10000 w 835417"/>
                <a:gd name="connsiteY220" fmla="*/ 68333 h 93437"/>
                <a:gd name="connsiteX221" fmla="*/ 10000 w 835417"/>
                <a:gd name="connsiteY221" fmla="*/ 61146 h 93437"/>
                <a:gd name="connsiteX222" fmla="*/ 36667 w 835417"/>
                <a:gd name="connsiteY222" fmla="*/ 61146 h 93437"/>
                <a:gd name="connsiteX223" fmla="*/ 36667 w 835417"/>
                <a:gd name="connsiteY223" fmla="*/ 43854 h 93437"/>
                <a:gd name="connsiteX224" fmla="*/ 0 w 835417"/>
                <a:gd name="connsiteY224" fmla="*/ 43854 h 93437"/>
                <a:gd name="connsiteX225" fmla="*/ 0 w 835417"/>
                <a:gd name="connsiteY225" fmla="*/ 36771 h 93437"/>
                <a:gd name="connsiteX226" fmla="*/ 62813 w 835417"/>
                <a:gd name="connsiteY226" fmla="*/ 36771 h 93437"/>
                <a:gd name="connsiteX227" fmla="*/ 63906 w 835417"/>
                <a:gd name="connsiteY227" fmla="*/ 30365 h 93437"/>
                <a:gd name="connsiteX228" fmla="*/ 65000 w 835417"/>
                <a:gd name="connsiteY228" fmla="*/ 23125 h 93437"/>
                <a:gd name="connsiteX229" fmla="*/ 65833 w 835417"/>
                <a:gd name="connsiteY229" fmla="*/ 16198 h 93437"/>
                <a:gd name="connsiteX230" fmla="*/ 66354 w 835417"/>
                <a:gd name="connsiteY230" fmla="*/ 10312 h 93437"/>
                <a:gd name="connsiteX231" fmla="*/ 9896 w 835417"/>
                <a:gd name="connsiteY231" fmla="*/ 10312 h 93437"/>
                <a:gd name="connsiteX232" fmla="*/ 292708 w 835417"/>
                <a:gd name="connsiteY232" fmla="*/ 3125 h 93437"/>
                <a:gd name="connsiteX233" fmla="*/ 300834 w 835417"/>
                <a:gd name="connsiteY233" fmla="*/ 3125 h 93437"/>
                <a:gd name="connsiteX234" fmla="*/ 300834 w 835417"/>
                <a:gd name="connsiteY234" fmla="*/ 41354 h 93437"/>
                <a:gd name="connsiteX235" fmla="*/ 310104 w 835417"/>
                <a:gd name="connsiteY235" fmla="*/ 41354 h 93437"/>
                <a:gd name="connsiteX236" fmla="*/ 320885 w 835417"/>
                <a:gd name="connsiteY236" fmla="*/ 41041 h 93437"/>
                <a:gd name="connsiteX237" fmla="*/ 331771 w 835417"/>
                <a:gd name="connsiteY237" fmla="*/ 40208 h 93437"/>
                <a:gd name="connsiteX238" fmla="*/ 341250 w 835417"/>
                <a:gd name="connsiteY238" fmla="*/ 39115 h 93437"/>
                <a:gd name="connsiteX239" fmla="*/ 347709 w 835417"/>
                <a:gd name="connsiteY239" fmla="*/ 37917 h 93437"/>
                <a:gd name="connsiteX240" fmla="*/ 347709 w 835417"/>
                <a:gd name="connsiteY240" fmla="*/ 44896 h 93437"/>
                <a:gd name="connsiteX241" fmla="*/ 341042 w 835417"/>
                <a:gd name="connsiteY241" fmla="*/ 46250 h 93437"/>
                <a:gd name="connsiteX242" fmla="*/ 331563 w 835417"/>
                <a:gd name="connsiteY242" fmla="*/ 47500 h 93437"/>
                <a:gd name="connsiteX243" fmla="*/ 320469 w 835417"/>
                <a:gd name="connsiteY243" fmla="*/ 48385 h 93437"/>
                <a:gd name="connsiteX244" fmla="*/ 308646 w 835417"/>
                <a:gd name="connsiteY244" fmla="*/ 48750 h 93437"/>
                <a:gd name="connsiteX245" fmla="*/ 294896 w 835417"/>
                <a:gd name="connsiteY245" fmla="*/ 48750 h 93437"/>
                <a:gd name="connsiteX246" fmla="*/ 293177 w 835417"/>
                <a:gd name="connsiteY246" fmla="*/ 48281 h 93437"/>
                <a:gd name="connsiteX247" fmla="*/ 292708 w 835417"/>
                <a:gd name="connsiteY247" fmla="*/ 46562 h 93437"/>
                <a:gd name="connsiteX248" fmla="*/ 404479 w 835417"/>
                <a:gd name="connsiteY248" fmla="*/ 1667 h 93437"/>
                <a:gd name="connsiteX249" fmla="*/ 414219 w 835417"/>
                <a:gd name="connsiteY249" fmla="*/ 3646 h 93437"/>
                <a:gd name="connsiteX250" fmla="*/ 421875 w 835417"/>
                <a:gd name="connsiteY250" fmla="*/ 8958 h 93437"/>
                <a:gd name="connsiteX251" fmla="*/ 426927 w 835417"/>
                <a:gd name="connsiteY251" fmla="*/ 16875 h 93437"/>
                <a:gd name="connsiteX252" fmla="*/ 428750 w 835417"/>
                <a:gd name="connsiteY252" fmla="*/ 26458 h 93437"/>
                <a:gd name="connsiteX253" fmla="*/ 426927 w 835417"/>
                <a:gd name="connsiteY253" fmla="*/ 36041 h 93437"/>
                <a:gd name="connsiteX254" fmla="*/ 421875 w 835417"/>
                <a:gd name="connsiteY254" fmla="*/ 43854 h 93437"/>
                <a:gd name="connsiteX255" fmla="*/ 414219 w 835417"/>
                <a:gd name="connsiteY255" fmla="*/ 49219 h 93437"/>
                <a:gd name="connsiteX256" fmla="*/ 404479 w 835417"/>
                <a:gd name="connsiteY256" fmla="*/ 51146 h 93437"/>
                <a:gd name="connsiteX257" fmla="*/ 394583 w 835417"/>
                <a:gd name="connsiteY257" fmla="*/ 49219 h 93437"/>
                <a:gd name="connsiteX258" fmla="*/ 386875 w 835417"/>
                <a:gd name="connsiteY258" fmla="*/ 43854 h 93437"/>
                <a:gd name="connsiteX259" fmla="*/ 381875 w 835417"/>
                <a:gd name="connsiteY259" fmla="*/ 36041 h 93437"/>
                <a:gd name="connsiteX260" fmla="*/ 380104 w 835417"/>
                <a:gd name="connsiteY260" fmla="*/ 26458 h 93437"/>
                <a:gd name="connsiteX261" fmla="*/ 381875 w 835417"/>
                <a:gd name="connsiteY261" fmla="*/ 16875 h 93437"/>
                <a:gd name="connsiteX262" fmla="*/ 386875 w 835417"/>
                <a:gd name="connsiteY262" fmla="*/ 8958 h 93437"/>
                <a:gd name="connsiteX263" fmla="*/ 394583 w 835417"/>
                <a:gd name="connsiteY263" fmla="*/ 3646 h 93437"/>
                <a:gd name="connsiteX264" fmla="*/ 404479 w 835417"/>
                <a:gd name="connsiteY264" fmla="*/ 1667 h 93437"/>
                <a:gd name="connsiteX265" fmla="*/ 825417 w 835417"/>
                <a:gd name="connsiteY265" fmla="*/ 625 h 93437"/>
                <a:gd name="connsiteX266" fmla="*/ 833438 w 835417"/>
                <a:gd name="connsiteY266" fmla="*/ 625 h 93437"/>
                <a:gd name="connsiteX267" fmla="*/ 833438 w 835417"/>
                <a:gd name="connsiteY267" fmla="*/ 70938 h 93437"/>
                <a:gd name="connsiteX268" fmla="*/ 825417 w 835417"/>
                <a:gd name="connsiteY268" fmla="*/ 70938 h 93437"/>
                <a:gd name="connsiteX269" fmla="*/ 825417 w 835417"/>
                <a:gd name="connsiteY269" fmla="*/ 61979 h 93437"/>
                <a:gd name="connsiteX270" fmla="*/ 803542 w 835417"/>
                <a:gd name="connsiteY270" fmla="*/ 61979 h 93437"/>
                <a:gd name="connsiteX271" fmla="*/ 803542 w 835417"/>
                <a:gd name="connsiteY271" fmla="*/ 55312 h 93437"/>
                <a:gd name="connsiteX272" fmla="*/ 825417 w 835417"/>
                <a:gd name="connsiteY272" fmla="*/ 55312 h 93437"/>
                <a:gd name="connsiteX273" fmla="*/ 641771 w 835417"/>
                <a:gd name="connsiteY273" fmla="*/ 521 h 93437"/>
                <a:gd name="connsiteX274" fmla="*/ 649896 w 835417"/>
                <a:gd name="connsiteY274" fmla="*/ 521 h 93437"/>
                <a:gd name="connsiteX275" fmla="*/ 649896 w 835417"/>
                <a:gd name="connsiteY275" fmla="*/ 68333 h 93437"/>
                <a:gd name="connsiteX276" fmla="*/ 641771 w 835417"/>
                <a:gd name="connsiteY276" fmla="*/ 68333 h 93437"/>
                <a:gd name="connsiteX277" fmla="*/ 641771 w 835417"/>
                <a:gd name="connsiteY277" fmla="*/ 39688 h 93437"/>
                <a:gd name="connsiteX278" fmla="*/ 621146 w 835417"/>
                <a:gd name="connsiteY278" fmla="*/ 39688 h 93437"/>
                <a:gd name="connsiteX279" fmla="*/ 612657 w 835417"/>
                <a:gd name="connsiteY279" fmla="*/ 47865 h 93437"/>
                <a:gd name="connsiteX280" fmla="*/ 600521 w 835417"/>
                <a:gd name="connsiteY280" fmla="*/ 50937 h 93437"/>
                <a:gd name="connsiteX281" fmla="*/ 590625 w 835417"/>
                <a:gd name="connsiteY281" fmla="*/ 49010 h 93437"/>
                <a:gd name="connsiteX282" fmla="*/ 583021 w 835417"/>
                <a:gd name="connsiteY282" fmla="*/ 43646 h 93437"/>
                <a:gd name="connsiteX283" fmla="*/ 578021 w 835417"/>
                <a:gd name="connsiteY283" fmla="*/ 35833 h 93437"/>
                <a:gd name="connsiteX284" fmla="*/ 576250 w 835417"/>
                <a:gd name="connsiteY284" fmla="*/ 26250 h 93437"/>
                <a:gd name="connsiteX285" fmla="*/ 578021 w 835417"/>
                <a:gd name="connsiteY285" fmla="*/ 16667 h 93437"/>
                <a:gd name="connsiteX286" fmla="*/ 583021 w 835417"/>
                <a:gd name="connsiteY286" fmla="*/ 8750 h 93437"/>
                <a:gd name="connsiteX287" fmla="*/ 590625 w 835417"/>
                <a:gd name="connsiteY287" fmla="*/ 3437 h 93437"/>
                <a:gd name="connsiteX288" fmla="*/ 600521 w 835417"/>
                <a:gd name="connsiteY288" fmla="*/ 1458 h 93437"/>
                <a:gd name="connsiteX289" fmla="*/ 611875 w 835417"/>
                <a:gd name="connsiteY289" fmla="*/ 4166 h 93437"/>
                <a:gd name="connsiteX290" fmla="*/ 620209 w 835417"/>
                <a:gd name="connsiteY290" fmla="*/ 11354 h 93437"/>
                <a:gd name="connsiteX291" fmla="*/ 641771 w 835417"/>
                <a:gd name="connsiteY291" fmla="*/ 11354 h 93437"/>
                <a:gd name="connsiteX292" fmla="*/ 538959 w 835417"/>
                <a:gd name="connsiteY292" fmla="*/ 521 h 93437"/>
                <a:gd name="connsiteX293" fmla="*/ 547084 w 835417"/>
                <a:gd name="connsiteY293" fmla="*/ 521 h 93437"/>
                <a:gd name="connsiteX294" fmla="*/ 547084 w 835417"/>
                <a:gd name="connsiteY294" fmla="*/ 68229 h 93437"/>
                <a:gd name="connsiteX295" fmla="*/ 538959 w 835417"/>
                <a:gd name="connsiteY295" fmla="*/ 68229 h 93437"/>
                <a:gd name="connsiteX296" fmla="*/ 538959 w 835417"/>
                <a:gd name="connsiteY296" fmla="*/ 29583 h 93437"/>
                <a:gd name="connsiteX297" fmla="*/ 519688 w 835417"/>
                <a:gd name="connsiteY297" fmla="*/ 29583 h 93437"/>
                <a:gd name="connsiteX298" fmla="*/ 519688 w 835417"/>
                <a:gd name="connsiteY298" fmla="*/ 22291 h 93437"/>
                <a:gd name="connsiteX299" fmla="*/ 538959 w 835417"/>
                <a:gd name="connsiteY299" fmla="*/ 22291 h 93437"/>
                <a:gd name="connsiteX300" fmla="*/ 443230 w 835417"/>
                <a:gd name="connsiteY300" fmla="*/ 521 h 93437"/>
                <a:gd name="connsiteX301" fmla="*/ 451250 w 835417"/>
                <a:gd name="connsiteY301" fmla="*/ 521 h 93437"/>
                <a:gd name="connsiteX302" fmla="*/ 451250 w 835417"/>
                <a:gd name="connsiteY302" fmla="*/ 23333 h 93437"/>
                <a:gd name="connsiteX303" fmla="*/ 463958 w 835417"/>
                <a:gd name="connsiteY303" fmla="*/ 23333 h 93437"/>
                <a:gd name="connsiteX304" fmla="*/ 463958 w 835417"/>
                <a:gd name="connsiteY304" fmla="*/ 30625 h 93437"/>
                <a:gd name="connsiteX305" fmla="*/ 451250 w 835417"/>
                <a:gd name="connsiteY305" fmla="*/ 30625 h 93437"/>
                <a:gd name="connsiteX306" fmla="*/ 451250 w 835417"/>
                <a:gd name="connsiteY306" fmla="*/ 68437 h 93437"/>
                <a:gd name="connsiteX307" fmla="*/ 443230 w 835417"/>
                <a:gd name="connsiteY307" fmla="*/ 68437 h 93437"/>
                <a:gd name="connsiteX308" fmla="*/ 352188 w 835417"/>
                <a:gd name="connsiteY308" fmla="*/ 521 h 93437"/>
                <a:gd name="connsiteX309" fmla="*/ 360313 w 835417"/>
                <a:gd name="connsiteY309" fmla="*/ 521 h 93437"/>
                <a:gd name="connsiteX310" fmla="*/ 360313 w 835417"/>
                <a:gd name="connsiteY310" fmla="*/ 23333 h 93437"/>
                <a:gd name="connsiteX311" fmla="*/ 372917 w 835417"/>
                <a:gd name="connsiteY311" fmla="*/ 23333 h 93437"/>
                <a:gd name="connsiteX312" fmla="*/ 372917 w 835417"/>
                <a:gd name="connsiteY312" fmla="*/ 30521 h 93437"/>
                <a:gd name="connsiteX313" fmla="*/ 360313 w 835417"/>
                <a:gd name="connsiteY313" fmla="*/ 30521 h 93437"/>
                <a:gd name="connsiteX314" fmla="*/ 360313 w 835417"/>
                <a:gd name="connsiteY314" fmla="*/ 67917 h 93437"/>
                <a:gd name="connsiteX315" fmla="*/ 352188 w 835417"/>
                <a:gd name="connsiteY315" fmla="*/ 67917 h 93437"/>
                <a:gd name="connsiteX316" fmla="*/ 267917 w 835417"/>
                <a:gd name="connsiteY316" fmla="*/ 521 h 93437"/>
                <a:gd name="connsiteX317" fmla="*/ 275833 w 835417"/>
                <a:gd name="connsiteY317" fmla="*/ 521 h 93437"/>
                <a:gd name="connsiteX318" fmla="*/ 275833 w 835417"/>
                <a:gd name="connsiteY318" fmla="*/ 92812 h 93437"/>
                <a:gd name="connsiteX319" fmla="*/ 267917 w 835417"/>
                <a:gd name="connsiteY319" fmla="*/ 92812 h 93437"/>
                <a:gd name="connsiteX320" fmla="*/ 267917 w 835417"/>
                <a:gd name="connsiteY320" fmla="*/ 41979 h 93437"/>
                <a:gd name="connsiteX321" fmla="*/ 256042 w 835417"/>
                <a:gd name="connsiteY321" fmla="*/ 41979 h 93437"/>
                <a:gd name="connsiteX322" fmla="*/ 256042 w 835417"/>
                <a:gd name="connsiteY322" fmla="*/ 88437 h 93437"/>
                <a:gd name="connsiteX323" fmla="*/ 248021 w 835417"/>
                <a:gd name="connsiteY323" fmla="*/ 88437 h 93437"/>
                <a:gd name="connsiteX324" fmla="*/ 248021 w 835417"/>
                <a:gd name="connsiteY324" fmla="*/ 2083 h 93437"/>
                <a:gd name="connsiteX325" fmla="*/ 256042 w 835417"/>
                <a:gd name="connsiteY325" fmla="*/ 2083 h 93437"/>
                <a:gd name="connsiteX326" fmla="*/ 256042 w 835417"/>
                <a:gd name="connsiteY326" fmla="*/ 34062 h 93437"/>
                <a:gd name="connsiteX327" fmla="*/ 267917 w 835417"/>
                <a:gd name="connsiteY327" fmla="*/ 34062 h 93437"/>
                <a:gd name="connsiteX328" fmla="*/ 159479 w 835417"/>
                <a:gd name="connsiteY328" fmla="*/ 521 h 93437"/>
                <a:gd name="connsiteX329" fmla="*/ 167604 w 835417"/>
                <a:gd name="connsiteY329" fmla="*/ 521 h 93437"/>
                <a:gd name="connsiteX330" fmla="*/ 167604 w 835417"/>
                <a:gd name="connsiteY330" fmla="*/ 50729 h 93437"/>
                <a:gd name="connsiteX331" fmla="*/ 159479 w 835417"/>
                <a:gd name="connsiteY331" fmla="*/ 50729 h 93437"/>
                <a:gd name="connsiteX332" fmla="*/ 787917 w 835417"/>
                <a:gd name="connsiteY332" fmla="*/ 0 h 93437"/>
                <a:gd name="connsiteX333" fmla="*/ 805001 w 835417"/>
                <a:gd name="connsiteY333" fmla="*/ 5104 h 93437"/>
                <a:gd name="connsiteX334" fmla="*/ 810938 w 835417"/>
                <a:gd name="connsiteY334" fmla="*/ 17708 h 93437"/>
                <a:gd name="connsiteX335" fmla="*/ 804948 w 835417"/>
                <a:gd name="connsiteY335" fmla="*/ 30208 h 93437"/>
                <a:gd name="connsiteX336" fmla="*/ 787917 w 835417"/>
                <a:gd name="connsiteY336" fmla="*/ 34896 h 93437"/>
                <a:gd name="connsiteX337" fmla="*/ 770938 w 835417"/>
                <a:gd name="connsiteY337" fmla="*/ 30052 h 93437"/>
                <a:gd name="connsiteX338" fmla="*/ 765105 w 835417"/>
                <a:gd name="connsiteY338" fmla="*/ 17708 h 93437"/>
                <a:gd name="connsiteX339" fmla="*/ 770886 w 835417"/>
                <a:gd name="connsiteY339" fmla="*/ 5260 h 93437"/>
                <a:gd name="connsiteX340" fmla="*/ 787917 w 835417"/>
                <a:gd name="connsiteY340" fmla="*/ 0 h 9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</a:cxnLst>
              <a:rect l="l" t="t" r="r" b="b"/>
              <a:pathLst>
                <a:path w="835417" h="93437">
                  <a:moveTo>
                    <a:pt x="116146" y="72500"/>
                  </a:moveTo>
                  <a:lnTo>
                    <a:pt x="116146" y="85104"/>
                  </a:lnTo>
                  <a:lnTo>
                    <a:pt x="159375" y="85104"/>
                  </a:lnTo>
                  <a:lnTo>
                    <a:pt x="159375" y="72500"/>
                  </a:lnTo>
                  <a:close/>
                  <a:moveTo>
                    <a:pt x="773021" y="67708"/>
                  </a:moveTo>
                  <a:lnTo>
                    <a:pt x="781563" y="67708"/>
                  </a:lnTo>
                  <a:lnTo>
                    <a:pt x="781563" y="83854"/>
                  </a:lnTo>
                  <a:lnTo>
                    <a:pt x="835417" y="83854"/>
                  </a:lnTo>
                  <a:lnTo>
                    <a:pt x="835417" y="90937"/>
                  </a:lnTo>
                  <a:lnTo>
                    <a:pt x="775209" y="90937"/>
                  </a:lnTo>
                  <a:cubicBezTo>
                    <a:pt x="774375" y="90937"/>
                    <a:pt x="773803" y="90781"/>
                    <a:pt x="773490" y="90469"/>
                  </a:cubicBezTo>
                  <a:cubicBezTo>
                    <a:pt x="773178" y="90156"/>
                    <a:pt x="773021" y="89583"/>
                    <a:pt x="773021" y="88750"/>
                  </a:cubicBezTo>
                  <a:close/>
                  <a:moveTo>
                    <a:pt x="487396" y="61354"/>
                  </a:moveTo>
                  <a:lnTo>
                    <a:pt x="495833" y="61354"/>
                  </a:lnTo>
                  <a:lnTo>
                    <a:pt x="495833" y="83854"/>
                  </a:lnTo>
                  <a:lnTo>
                    <a:pt x="549688" y="83854"/>
                  </a:lnTo>
                  <a:lnTo>
                    <a:pt x="549688" y="90937"/>
                  </a:lnTo>
                  <a:lnTo>
                    <a:pt x="489584" y="90937"/>
                  </a:lnTo>
                  <a:cubicBezTo>
                    <a:pt x="488750" y="90937"/>
                    <a:pt x="488177" y="90781"/>
                    <a:pt x="487865" y="90469"/>
                  </a:cubicBezTo>
                  <a:cubicBezTo>
                    <a:pt x="487552" y="90156"/>
                    <a:pt x="487396" y="89583"/>
                    <a:pt x="487396" y="88750"/>
                  </a:cubicBezTo>
                  <a:close/>
                  <a:moveTo>
                    <a:pt x="393229" y="60937"/>
                  </a:moveTo>
                  <a:lnTo>
                    <a:pt x="401563" y="60937"/>
                  </a:lnTo>
                  <a:lnTo>
                    <a:pt x="401563" y="83854"/>
                  </a:lnTo>
                  <a:lnTo>
                    <a:pt x="454271" y="83854"/>
                  </a:lnTo>
                  <a:lnTo>
                    <a:pt x="454271" y="90937"/>
                  </a:lnTo>
                  <a:lnTo>
                    <a:pt x="395417" y="90937"/>
                  </a:lnTo>
                  <a:cubicBezTo>
                    <a:pt x="394583" y="90937"/>
                    <a:pt x="394011" y="90781"/>
                    <a:pt x="393698" y="90469"/>
                  </a:cubicBezTo>
                  <a:cubicBezTo>
                    <a:pt x="393386" y="90156"/>
                    <a:pt x="393229" y="89583"/>
                    <a:pt x="393229" y="88750"/>
                  </a:cubicBezTo>
                  <a:close/>
                  <a:moveTo>
                    <a:pt x="590000" y="60833"/>
                  </a:moveTo>
                  <a:lnTo>
                    <a:pt x="598438" y="60833"/>
                  </a:lnTo>
                  <a:lnTo>
                    <a:pt x="598438" y="83854"/>
                  </a:lnTo>
                  <a:lnTo>
                    <a:pt x="652396" y="83854"/>
                  </a:lnTo>
                  <a:lnTo>
                    <a:pt x="652396" y="90937"/>
                  </a:lnTo>
                  <a:lnTo>
                    <a:pt x="592188" y="90937"/>
                  </a:lnTo>
                  <a:cubicBezTo>
                    <a:pt x="591354" y="90937"/>
                    <a:pt x="590782" y="90781"/>
                    <a:pt x="590469" y="90469"/>
                  </a:cubicBezTo>
                  <a:cubicBezTo>
                    <a:pt x="590157" y="90156"/>
                    <a:pt x="590000" y="89583"/>
                    <a:pt x="590000" y="88750"/>
                  </a:cubicBezTo>
                  <a:close/>
                  <a:moveTo>
                    <a:pt x="302292" y="59583"/>
                  </a:moveTo>
                  <a:lnTo>
                    <a:pt x="310625" y="59583"/>
                  </a:lnTo>
                  <a:lnTo>
                    <a:pt x="310625" y="83854"/>
                  </a:lnTo>
                  <a:lnTo>
                    <a:pt x="363438" y="83854"/>
                  </a:lnTo>
                  <a:lnTo>
                    <a:pt x="363438" y="90937"/>
                  </a:lnTo>
                  <a:lnTo>
                    <a:pt x="304479" y="90937"/>
                  </a:lnTo>
                  <a:cubicBezTo>
                    <a:pt x="303646" y="90937"/>
                    <a:pt x="303073" y="90781"/>
                    <a:pt x="302760" y="90469"/>
                  </a:cubicBezTo>
                  <a:cubicBezTo>
                    <a:pt x="302448" y="90156"/>
                    <a:pt x="302292" y="89583"/>
                    <a:pt x="302292" y="88750"/>
                  </a:cubicBezTo>
                  <a:close/>
                  <a:moveTo>
                    <a:pt x="159375" y="55625"/>
                  </a:moveTo>
                  <a:lnTo>
                    <a:pt x="167604" y="55625"/>
                  </a:lnTo>
                  <a:lnTo>
                    <a:pt x="167604" y="89688"/>
                  </a:lnTo>
                  <a:cubicBezTo>
                    <a:pt x="167604" y="90521"/>
                    <a:pt x="167448" y="91094"/>
                    <a:pt x="167135" y="91406"/>
                  </a:cubicBezTo>
                  <a:cubicBezTo>
                    <a:pt x="166823" y="91718"/>
                    <a:pt x="166250" y="91875"/>
                    <a:pt x="165417" y="91875"/>
                  </a:cubicBezTo>
                  <a:lnTo>
                    <a:pt x="110000" y="91875"/>
                  </a:lnTo>
                  <a:cubicBezTo>
                    <a:pt x="109167" y="91875"/>
                    <a:pt x="108594" y="91718"/>
                    <a:pt x="108281" y="91406"/>
                  </a:cubicBezTo>
                  <a:cubicBezTo>
                    <a:pt x="107969" y="91094"/>
                    <a:pt x="107813" y="90521"/>
                    <a:pt x="107813" y="89688"/>
                  </a:cubicBezTo>
                  <a:lnTo>
                    <a:pt x="107813" y="56146"/>
                  </a:lnTo>
                  <a:lnTo>
                    <a:pt x="116146" y="56146"/>
                  </a:lnTo>
                  <a:lnTo>
                    <a:pt x="116146" y="65833"/>
                  </a:lnTo>
                  <a:lnTo>
                    <a:pt x="159375" y="65833"/>
                  </a:lnTo>
                  <a:close/>
                  <a:moveTo>
                    <a:pt x="821563" y="38542"/>
                  </a:moveTo>
                  <a:lnTo>
                    <a:pt x="821563" y="45521"/>
                  </a:lnTo>
                  <a:cubicBezTo>
                    <a:pt x="819688" y="45872"/>
                    <a:pt x="817409" y="46185"/>
                    <a:pt x="814740" y="46458"/>
                  </a:cubicBezTo>
                  <a:cubicBezTo>
                    <a:pt x="812071" y="46732"/>
                    <a:pt x="809206" y="46979"/>
                    <a:pt x="806146" y="47187"/>
                  </a:cubicBezTo>
                  <a:cubicBezTo>
                    <a:pt x="803086" y="47396"/>
                    <a:pt x="799935" y="47565"/>
                    <a:pt x="796667" y="47708"/>
                  </a:cubicBezTo>
                  <a:cubicBezTo>
                    <a:pt x="793399" y="47851"/>
                    <a:pt x="790274" y="47917"/>
                    <a:pt x="787292" y="47917"/>
                  </a:cubicBezTo>
                  <a:lnTo>
                    <a:pt x="787292" y="62813"/>
                  </a:lnTo>
                  <a:lnTo>
                    <a:pt x="779063" y="62813"/>
                  </a:lnTo>
                  <a:lnTo>
                    <a:pt x="779063" y="48125"/>
                  </a:lnTo>
                  <a:lnTo>
                    <a:pt x="758021" y="48125"/>
                  </a:lnTo>
                  <a:lnTo>
                    <a:pt x="758021" y="41146"/>
                  </a:lnTo>
                  <a:lnTo>
                    <a:pt x="785730" y="41146"/>
                  </a:lnTo>
                  <a:cubicBezTo>
                    <a:pt x="788229" y="41146"/>
                    <a:pt x="791185" y="41081"/>
                    <a:pt x="794584" y="40937"/>
                  </a:cubicBezTo>
                  <a:cubicBezTo>
                    <a:pt x="797982" y="40794"/>
                    <a:pt x="801419" y="40586"/>
                    <a:pt x="804896" y="40312"/>
                  </a:cubicBezTo>
                  <a:cubicBezTo>
                    <a:pt x="808295" y="40039"/>
                    <a:pt x="811511" y="39752"/>
                    <a:pt x="814532" y="39479"/>
                  </a:cubicBezTo>
                  <a:cubicBezTo>
                    <a:pt x="817552" y="39206"/>
                    <a:pt x="819896" y="38893"/>
                    <a:pt x="821563" y="38542"/>
                  </a:cubicBezTo>
                  <a:close/>
                  <a:moveTo>
                    <a:pt x="623750" y="18333"/>
                  </a:moveTo>
                  <a:cubicBezTo>
                    <a:pt x="624102" y="19583"/>
                    <a:pt x="624375" y="20872"/>
                    <a:pt x="624584" y="22187"/>
                  </a:cubicBezTo>
                  <a:cubicBezTo>
                    <a:pt x="624792" y="23503"/>
                    <a:pt x="624896" y="24857"/>
                    <a:pt x="624896" y="26250"/>
                  </a:cubicBezTo>
                  <a:cubicBezTo>
                    <a:pt x="624896" y="27357"/>
                    <a:pt x="624805" y="28451"/>
                    <a:pt x="624636" y="29531"/>
                  </a:cubicBezTo>
                  <a:cubicBezTo>
                    <a:pt x="624466" y="30612"/>
                    <a:pt x="624271" y="31666"/>
                    <a:pt x="624063" y="32708"/>
                  </a:cubicBezTo>
                  <a:lnTo>
                    <a:pt x="641771" y="32708"/>
                  </a:lnTo>
                  <a:lnTo>
                    <a:pt x="641771" y="18333"/>
                  </a:lnTo>
                  <a:close/>
                  <a:moveTo>
                    <a:pt x="404479" y="9062"/>
                  </a:moveTo>
                  <a:cubicBezTo>
                    <a:pt x="399479" y="9062"/>
                    <a:pt x="395586" y="10768"/>
                    <a:pt x="392813" y="14166"/>
                  </a:cubicBezTo>
                  <a:cubicBezTo>
                    <a:pt x="390039" y="17565"/>
                    <a:pt x="388646" y="21667"/>
                    <a:pt x="388646" y="26458"/>
                  </a:cubicBezTo>
                  <a:cubicBezTo>
                    <a:pt x="388646" y="31250"/>
                    <a:pt x="390039" y="35312"/>
                    <a:pt x="392813" y="38646"/>
                  </a:cubicBezTo>
                  <a:cubicBezTo>
                    <a:pt x="395586" y="41979"/>
                    <a:pt x="399479" y="43646"/>
                    <a:pt x="404479" y="43646"/>
                  </a:cubicBezTo>
                  <a:cubicBezTo>
                    <a:pt x="409479" y="43646"/>
                    <a:pt x="413347" y="41979"/>
                    <a:pt x="416094" y="38646"/>
                  </a:cubicBezTo>
                  <a:cubicBezTo>
                    <a:pt x="418841" y="35312"/>
                    <a:pt x="420209" y="31250"/>
                    <a:pt x="420209" y="26458"/>
                  </a:cubicBezTo>
                  <a:cubicBezTo>
                    <a:pt x="420209" y="21667"/>
                    <a:pt x="418841" y="17565"/>
                    <a:pt x="416094" y="14166"/>
                  </a:cubicBezTo>
                  <a:cubicBezTo>
                    <a:pt x="413347" y="10768"/>
                    <a:pt x="409479" y="9062"/>
                    <a:pt x="404479" y="9062"/>
                  </a:cubicBezTo>
                  <a:close/>
                  <a:moveTo>
                    <a:pt x="600521" y="8854"/>
                  </a:moveTo>
                  <a:cubicBezTo>
                    <a:pt x="595521" y="8854"/>
                    <a:pt x="591628" y="10560"/>
                    <a:pt x="588854" y="13958"/>
                  </a:cubicBezTo>
                  <a:cubicBezTo>
                    <a:pt x="586081" y="17356"/>
                    <a:pt x="584688" y="21458"/>
                    <a:pt x="584688" y="26250"/>
                  </a:cubicBezTo>
                  <a:cubicBezTo>
                    <a:pt x="584688" y="31042"/>
                    <a:pt x="586081" y="35104"/>
                    <a:pt x="588854" y="38437"/>
                  </a:cubicBezTo>
                  <a:cubicBezTo>
                    <a:pt x="591628" y="41771"/>
                    <a:pt x="595521" y="43437"/>
                    <a:pt x="600521" y="43437"/>
                  </a:cubicBezTo>
                  <a:cubicBezTo>
                    <a:pt x="605521" y="43437"/>
                    <a:pt x="609415" y="41771"/>
                    <a:pt x="612188" y="38437"/>
                  </a:cubicBezTo>
                  <a:cubicBezTo>
                    <a:pt x="614961" y="35104"/>
                    <a:pt x="616354" y="31042"/>
                    <a:pt x="616354" y="26250"/>
                  </a:cubicBezTo>
                  <a:cubicBezTo>
                    <a:pt x="616354" y="21458"/>
                    <a:pt x="614961" y="17356"/>
                    <a:pt x="612188" y="13958"/>
                  </a:cubicBezTo>
                  <a:cubicBezTo>
                    <a:pt x="609415" y="10560"/>
                    <a:pt x="605521" y="8854"/>
                    <a:pt x="600521" y="8854"/>
                  </a:cubicBezTo>
                  <a:close/>
                  <a:moveTo>
                    <a:pt x="787917" y="7083"/>
                  </a:moveTo>
                  <a:cubicBezTo>
                    <a:pt x="782357" y="7083"/>
                    <a:pt x="778529" y="8125"/>
                    <a:pt x="776407" y="10208"/>
                  </a:cubicBezTo>
                  <a:cubicBezTo>
                    <a:pt x="774284" y="12292"/>
                    <a:pt x="773230" y="14791"/>
                    <a:pt x="773230" y="17708"/>
                  </a:cubicBezTo>
                  <a:cubicBezTo>
                    <a:pt x="773230" y="20690"/>
                    <a:pt x="774310" y="23138"/>
                    <a:pt x="776459" y="25052"/>
                  </a:cubicBezTo>
                  <a:cubicBezTo>
                    <a:pt x="778607" y="26966"/>
                    <a:pt x="782435" y="27916"/>
                    <a:pt x="787917" y="27916"/>
                  </a:cubicBezTo>
                  <a:cubicBezTo>
                    <a:pt x="793334" y="27916"/>
                    <a:pt x="797136" y="26966"/>
                    <a:pt x="799323" y="25052"/>
                  </a:cubicBezTo>
                  <a:cubicBezTo>
                    <a:pt x="801511" y="23138"/>
                    <a:pt x="802604" y="20690"/>
                    <a:pt x="802604" y="17708"/>
                  </a:cubicBezTo>
                  <a:cubicBezTo>
                    <a:pt x="802604" y="14726"/>
                    <a:pt x="801524" y="12200"/>
                    <a:pt x="799375" y="10156"/>
                  </a:cubicBezTo>
                  <a:cubicBezTo>
                    <a:pt x="797227" y="8112"/>
                    <a:pt x="793399" y="7083"/>
                    <a:pt x="787917" y="7083"/>
                  </a:cubicBezTo>
                  <a:close/>
                  <a:moveTo>
                    <a:pt x="201146" y="6667"/>
                  </a:moveTo>
                  <a:lnTo>
                    <a:pt x="239583" y="6667"/>
                  </a:lnTo>
                  <a:lnTo>
                    <a:pt x="239583" y="13646"/>
                  </a:lnTo>
                  <a:lnTo>
                    <a:pt x="224687" y="13646"/>
                  </a:lnTo>
                  <a:lnTo>
                    <a:pt x="224687" y="21354"/>
                  </a:lnTo>
                  <a:cubicBezTo>
                    <a:pt x="224687" y="31836"/>
                    <a:pt x="226094" y="40742"/>
                    <a:pt x="228906" y="48073"/>
                  </a:cubicBezTo>
                  <a:cubicBezTo>
                    <a:pt x="231719" y="55404"/>
                    <a:pt x="236771" y="61250"/>
                    <a:pt x="244062" y="65625"/>
                  </a:cubicBezTo>
                  <a:lnTo>
                    <a:pt x="237917" y="71250"/>
                  </a:lnTo>
                  <a:cubicBezTo>
                    <a:pt x="234583" y="69023"/>
                    <a:pt x="231237" y="65781"/>
                    <a:pt x="227865" y="61510"/>
                  </a:cubicBezTo>
                  <a:cubicBezTo>
                    <a:pt x="224492" y="57240"/>
                    <a:pt x="221979" y="52331"/>
                    <a:pt x="220312" y="46771"/>
                  </a:cubicBezTo>
                  <a:cubicBezTo>
                    <a:pt x="219544" y="49479"/>
                    <a:pt x="218529" y="52187"/>
                    <a:pt x="217240" y="54896"/>
                  </a:cubicBezTo>
                  <a:cubicBezTo>
                    <a:pt x="215951" y="57604"/>
                    <a:pt x="214479" y="60169"/>
                    <a:pt x="212813" y="62604"/>
                  </a:cubicBezTo>
                  <a:cubicBezTo>
                    <a:pt x="211081" y="65039"/>
                    <a:pt x="209219" y="67304"/>
                    <a:pt x="207240" y="69427"/>
                  </a:cubicBezTo>
                  <a:cubicBezTo>
                    <a:pt x="205261" y="71549"/>
                    <a:pt x="203268" y="73333"/>
                    <a:pt x="201250" y="74792"/>
                  </a:cubicBezTo>
                  <a:lnTo>
                    <a:pt x="194062" y="69583"/>
                  </a:lnTo>
                  <a:cubicBezTo>
                    <a:pt x="201706" y="64440"/>
                    <a:pt x="207331" y="58073"/>
                    <a:pt x="210937" y="50468"/>
                  </a:cubicBezTo>
                  <a:cubicBezTo>
                    <a:pt x="214544" y="42865"/>
                    <a:pt x="216354" y="33229"/>
                    <a:pt x="216354" y="21562"/>
                  </a:cubicBezTo>
                  <a:lnTo>
                    <a:pt x="216354" y="13646"/>
                  </a:lnTo>
                  <a:lnTo>
                    <a:pt x="201146" y="13646"/>
                  </a:lnTo>
                  <a:close/>
                  <a:moveTo>
                    <a:pt x="475729" y="4791"/>
                  </a:moveTo>
                  <a:lnTo>
                    <a:pt x="520730" y="4791"/>
                  </a:lnTo>
                  <a:lnTo>
                    <a:pt x="520730" y="11771"/>
                  </a:lnTo>
                  <a:lnTo>
                    <a:pt x="502500" y="11771"/>
                  </a:lnTo>
                  <a:lnTo>
                    <a:pt x="502500" y="17500"/>
                  </a:lnTo>
                  <a:cubicBezTo>
                    <a:pt x="502500" y="20976"/>
                    <a:pt x="503073" y="24180"/>
                    <a:pt x="504219" y="27135"/>
                  </a:cubicBezTo>
                  <a:cubicBezTo>
                    <a:pt x="505365" y="30091"/>
                    <a:pt x="506875" y="32747"/>
                    <a:pt x="508750" y="35104"/>
                  </a:cubicBezTo>
                  <a:cubicBezTo>
                    <a:pt x="511042" y="38229"/>
                    <a:pt x="513789" y="40872"/>
                    <a:pt x="516980" y="43021"/>
                  </a:cubicBezTo>
                  <a:cubicBezTo>
                    <a:pt x="520170" y="45169"/>
                    <a:pt x="523333" y="46771"/>
                    <a:pt x="526459" y="47812"/>
                  </a:cubicBezTo>
                  <a:cubicBezTo>
                    <a:pt x="525482" y="48789"/>
                    <a:pt x="524479" y="49857"/>
                    <a:pt x="523438" y="51041"/>
                  </a:cubicBezTo>
                  <a:cubicBezTo>
                    <a:pt x="522396" y="52226"/>
                    <a:pt x="521602" y="53229"/>
                    <a:pt x="521042" y="54062"/>
                  </a:cubicBezTo>
                  <a:cubicBezTo>
                    <a:pt x="519167" y="53229"/>
                    <a:pt x="517136" y="52096"/>
                    <a:pt x="514948" y="50677"/>
                  </a:cubicBezTo>
                  <a:cubicBezTo>
                    <a:pt x="512761" y="49258"/>
                    <a:pt x="510625" y="47604"/>
                    <a:pt x="508542" y="45729"/>
                  </a:cubicBezTo>
                  <a:cubicBezTo>
                    <a:pt x="506524" y="44063"/>
                    <a:pt x="504635" y="42174"/>
                    <a:pt x="502865" y="40052"/>
                  </a:cubicBezTo>
                  <a:cubicBezTo>
                    <a:pt x="501094" y="37930"/>
                    <a:pt x="499583" y="35625"/>
                    <a:pt x="498334" y="33125"/>
                  </a:cubicBezTo>
                  <a:cubicBezTo>
                    <a:pt x="497357" y="35768"/>
                    <a:pt x="496133" y="38216"/>
                    <a:pt x="494636" y="40469"/>
                  </a:cubicBezTo>
                  <a:cubicBezTo>
                    <a:pt x="493138" y="42721"/>
                    <a:pt x="491458" y="44831"/>
                    <a:pt x="489584" y="46771"/>
                  </a:cubicBezTo>
                  <a:cubicBezTo>
                    <a:pt x="487500" y="48789"/>
                    <a:pt x="485261" y="50638"/>
                    <a:pt x="482865" y="52344"/>
                  </a:cubicBezTo>
                  <a:cubicBezTo>
                    <a:pt x="480469" y="54050"/>
                    <a:pt x="478021" y="55521"/>
                    <a:pt x="475521" y="56771"/>
                  </a:cubicBezTo>
                  <a:cubicBezTo>
                    <a:pt x="474896" y="56080"/>
                    <a:pt x="473906" y="55143"/>
                    <a:pt x="472552" y="53958"/>
                  </a:cubicBezTo>
                  <a:cubicBezTo>
                    <a:pt x="471198" y="52773"/>
                    <a:pt x="470065" y="51810"/>
                    <a:pt x="469167" y="51041"/>
                  </a:cubicBezTo>
                  <a:cubicBezTo>
                    <a:pt x="472852" y="49440"/>
                    <a:pt x="476367" y="47396"/>
                    <a:pt x="479740" y="44896"/>
                  </a:cubicBezTo>
                  <a:cubicBezTo>
                    <a:pt x="483112" y="42396"/>
                    <a:pt x="485938" y="39479"/>
                    <a:pt x="488229" y="36146"/>
                  </a:cubicBezTo>
                  <a:cubicBezTo>
                    <a:pt x="490039" y="33580"/>
                    <a:pt x="491472" y="30729"/>
                    <a:pt x="492552" y="27604"/>
                  </a:cubicBezTo>
                  <a:cubicBezTo>
                    <a:pt x="493633" y="24479"/>
                    <a:pt x="494167" y="21081"/>
                    <a:pt x="494167" y="17396"/>
                  </a:cubicBezTo>
                  <a:lnTo>
                    <a:pt x="494167" y="11771"/>
                  </a:lnTo>
                  <a:lnTo>
                    <a:pt x="475729" y="11771"/>
                  </a:lnTo>
                  <a:close/>
                  <a:moveTo>
                    <a:pt x="97812" y="4062"/>
                  </a:moveTo>
                  <a:lnTo>
                    <a:pt x="137708" y="4062"/>
                  </a:lnTo>
                  <a:cubicBezTo>
                    <a:pt x="138542" y="4062"/>
                    <a:pt x="139115" y="4219"/>
                    <a:pt x="139427" y="4531"/>
                  </a:cubicBezTo>
                  <a:cubicBezTo>
                    <a:pt x="139740" y="4843"/>
                    <a:pt x="139896" y="5416"/>
                    <a:pt x="139896" y="6250"/>
                  </a:cubicBezTo>
                  <a:lnTo>
                    <a:pt x="139896" y="27187"/>
                  </a:lnTo>
                  <a:cubicBezTo>
                    <a:pt x="139896" y="28021"/>
                    <a:pt x="139740" y="28594"/>
                    <a:pt x="139427" y="28906"/>
                  </a:cubicBezTo>
                  <a:cubicBezTo>
                    <a:pt x="139115" y="29219"/>
                    <a:pt x="138542" y="29375"/>
                    <a:pt x="137708" y="29375"/>
                  </a:cubicBezTo>
                  <a:lnTo>
                    <a:pt x="105833" y="29375"/>
                  </a:lnTo>
                  <a:lnTo>
                    <a:pt x="105833" y="41041"/>
                  </a:lnTo>
                  <a:lnTo>
                    <a:pt x="115937" y="41041"/>
                  </a:lnTo>
                  <a:cubicBezTo>
                    <a:pt x="119687" y="41041"/>
                    <a:pt x="123450" y="40950"/>
                    <a:pt x="127240" y="40781"/>
                  </a:cubicBezTo>
                  <a:cubicBezTo>
                    <a:pt x="131029" y="40612"/>
                    <a:pt x="134649" y="40377"/>
                    <a:pt x="138125" y="40104"/>
                  </a:cubicBezTo>
                  <a:cubicBezTo>
                    <a:pt x="141523" y="39752"/>
                    <a:pt x="144636" y="39414"/>
                    <a:pt x="147448" y="39063"/>
                  </a:cubicBezTo>
                  <a:cubicBezTo>
                    <a:pt x="150261" y="38711"/>
                    <a:pt x="152604" y="38333"/>
                    <a:pt x="154479" y="37917"/>
                  </a:cubicBezTo>
                  <a:lnTo>
                    <a:pt x="154479" y="44687"/>
                  </a:lnTo>
                  <a:cubicBezTo>
                    <a:pt x="152461" y="45104"/>
                    <a:pt x="149935" y="45521"/>
                    <a:pt x="146875" y="45937"/>
                  </a:cubicBezTo>
                  <a:cubicBezTo>
                    <a:pt x="143815" y="46354"/>
                    <a:pt x="140482" y="46732"/>
                    <a:pt x="136875" y="47083"/>
                  </a:cubicBezTo>
                  <a:cubicBezTo>
                    <a:pt x="133190" y="47435"/>
                    <a:pt x="129310" y="47708"/>
                    <a:pt x="125208" y="47917"/>
                  </a:cubicBezTo>
                  <a:cubicBezTo>
                    <a:pt x="121107" y="48125"/>
                    <a:pt x="117044" y="48229"/>
                    <a:pt x="113021" y="48229"/>
                  </a:cubicBezTo>
                  <a:lnTo>
                    <a:pt x="100000" y="48229"/>
                  </a:lnTo>
                  <a:cubicBezTo>
                    <a:pt x="99167" y="48229"/>
                    <a:pt x="98594" y="48073"/>
                    <a:pt x="98281" y="47760"/>
                  </a:cubicBezTo>
                  <a:cubicBezTo>
                    <a:pt x="97969" y="47448"/>
                    <a:pt x="97812" y="46875"/>
                    <a:pt x="97812" y="46041"/>
                  </a:cubicBezTo>
                  <a:lnTo>
                    <a:pt x="97812" y="24792"/>
                  </a:lnTo>
                  <a:cubicBezTo>
                    <a:pt x="97812" y="23958"/>
                    <a:pt x="97969" y="23385"/>
                    <a:pt x="98281" y="23073"/>
                  </a:cubicBezTo>
                  <a:cubicBezTo>
                    <a:pt x="98594" y="22760"/>
                    <a:pt x="99167" y="22604"/>
                    <a:pt x="100000" y="22604"/>
                  </a:cubicBezTo>
                  <a:lnTo>
                    <a:pt x="131875" y="22604"/>
                  </a:lnTo>
                  <a:lnTo>
                    <a:pt x="131875" y="11042"/>
                  </a:lnTo>
                  <a:lnTo>
                    <a:pt x="97812" y="11042"/>
                  </a:lnTo>
                  <a:close/>
                  <a:moveTo>
                    <a:pt x="673750" y="3854"/>
                  </a:moveTo>
                  <a:lnTo>
                    <a:pt x="736355" y="3854"/>
                  </a:lnTo>
                  <a:cubicBezTo>
                    <a:pt x="737188" y="3854"/>
                    <a:pt x="737761" y="4010"/>
                    <a:pt x="738073" y="4323"/>
                  </a:cubicBezTo>
                  <a:cubicBezTo>
                    <a:pt x="738386" y="4635"/>
                    <a:pt x="738542" y="5208"/>
                    <a:pt x="738542" y="6042"/>
                  </a:cubicBezTo>
                  <a:cubicBezTo>
                    <a:pt x="738334" y="8958"/>
                    <a:pt x="738060" y="12135"/>
                    <a:pt x="737709" y="15573"/>
                  </a:cubicBezTo>
                  <a:cubicBezTo>
                    <a:pt x="737357" y="19010"/>
                    <a:pt x="736980" y="22500"/>
                    <a:pt x="736563" y="26042"/>
                  </a:cubicBezTo>
                  <a:cubicBezTo>
                    <a:pt x="736146" y="29518"/>
                    <a:pt x="735677" y="32903"/>
                    <a:pt x="735157" y="36198"/>
                  </a:cubicBezTo>
                  <a:cubicBezTo>
                    <a:pt x="734636" y="39492"/>
                    <a:pt x="734128" y="42396"/>
                    <a:pt x="733646" y="44896"/>
                  </a:cubicBezTo>
                  <a:lnTo>
                    <a:pt x="748646" y="44896"/>
                  </a:lnTo>
                  <a:lnTo>
                    <a:pt x="748646" y="51979"/>
                  </a:lnTo>
                  <a:lnTo>
                    <a:pt x="709584" y="51979"/>
                  </a:lnTo>
                  <a:lnTo>
                    <a:pt x="709584" y="92917"/>
                  </a:lnTo>
                  <a:lnTo>
                    <a:pt x="701250" y="92917"/>
                  </a:lnTo>
                  <a:lnTo>
                    <a:pt x="701250" y="51979"/>
                  </a:lnTo>
                  <a:lnTo>
                    <a:pt x="663855" y="51979"/>
                  </a:lnTo>
                  <a:lnTo>
                    <a:pt x="663855" y="44896"/>
                  </a:lnTo>
                  <a:lnTo>
                    <a:pt x="725417" y="44896"/>
                  </a:lnTo>
                  <a:cubicBezTo>
                    <a:pt x="725899" y="42396"/>
                    <a:pt x="726393" y="39700"/>
                    <a:pt x="726875" y="36823"/>
                  </a:cubicBezTo>
                  <a:cubicBezTo>
                    <a:pt x="727357" y="33945"/>
                    <a:pt x="727813" y="31002"/>
                    <a:pt x="728230" y="28021"/>
                  </a:cubicBezTo>
                  <a:cubicBezTo>
                    <a:pt x="728581" y="25039"/>
                    <a:pt x="728906" y="22083"/>
                    <a:pt x="729219" y="19166"/>
                  </a:cubicBezTo>
                  <a:cubicBezTo>
                    <a:pt x="729531" y="16250"/>
                    <a:pt x="729753" y="13502"/>
                    <a:pt x="729896" y="10937"/>
                  </a:cubicBezTo>
                  <a:lnTo>
                    <a:pt x="673750" y="10937"/>
                  </a:lnTo>
                  <a:close/>
                  <a:moveTo>
                    <a:pt x="9896" y="3229"/>
                  </a:moveTo>
                  <a:lnTo>
                    <a:pt x="72708" y="3229"/>
                  </a:lnTo>
                  <a:cubicBezTo>
                    <a:pt x="73542" y="3229"/>
                    <a:pt x="74114" y="3385"/>
                    <a:pt x="74427" y="3698"/>
                  </a:cubicBezTo>
                  <a:cubicBezTo>
                    <a:pt x="74739" y="4010"/>
                    <a:pt x="74896" y="4583"/>
                    <a:pt x="74896" y="5416"/>
                  </a:cubicBezTo>
                  <a:cubicBezTo>
                    <a:pt x="74753" y="7643"/>
                    <a:pt x="74531" y="10091"/>
                    <a:pt x="74219" y="12760"/>
                  </a:cubicBezTo>
                  <a:cubicBezTo>
                    <a:pt x="73906" y="15430"/>
                    <a:pt x="73581" y="18190"/>
                    <a:pt x="73229" y="21042"/>
                  </a:cubicBezTo>
                  <a:cubicBezTo>
                    <a:pt x="72812" y="23815"/>
                    <a:pt x="72383" y="26575"/>
                    <a:pt x="71927" y="29323"/>
                  </a:cubicBezTo>
                  <a:cubicBezTo>
                    <a:pt x="71471" y="32070"/>
                    <a:pt x="71042" y="34544"/>
                    <a:pt x="70625" y="36771"/>
                  </a:cubicBezTo>
                  <a:lnTo>
                    <a:pt x="84479" y="36771"/>
                  </a:lnTo>
                  <a:lnTo>
                    <a:pt x="84479" y="43854"/>
                  </a:lnTo>
                  <a:lnTo>
                    <a:pt x="45104" y="43854"/>
                  </a:lnTo>
                  <a:lnTo>
                    <a:pt x="45104" y="61146"/>
                  </a:lnTo>
                  <a:lnTo>
                    <a:pt x="71042" y="61146"/>
                  </a:lnTo>
                  <a:cubicBezTo>
                    <a:pt x="71875" y="61146"/>
                    <a:pt x="72448" y="61302"/>
                    <a:pt x="72760" y="61615"/>
                  </a:cubicBezTo>
                  <a:cubicBezTo>
                    <a:pt x="73073" y="61927"/>
                    <a:pt x="73229" y="62500"/>
                    <a:pt x="73229" y="63333"/>
                  </a:cubicBezTo>
                  <a:lnTo>
                    <a:pt x="73229" y="93437"/>
                  </a:lnTo>
                  <a:lnTo>
                    <a:pt x="64791" y="93437"/>
                  </a:lnTo>
                  <a:lnTo>
                    <a:pt x="64791" y="68333"/>
                  </a:lnTo>
                  <a:lnTo>
                    <a:pt x="10000" y="68333"/>
                  </a:lnTo>
                  <a:lnTo>
                    <a:pt x="10000" y="61146"/>
                  </a:lnTo>
                  <a:lnTo>
                    <a:pt x="36667" y="61146"/>
                  </a:lnTo>
                  <a:lnTo>
                    <a:pt x="36667" y="43854"/>
                  </a:lnTo>
                  <a:lnTo>
                    <a:pt x="0" y="43854"/>
                  </a:lnTo>
                  <a:lnTo>
                    <a:pt x="0" y="36771"/>
                  </a:lnTo>
                  <a:lnTo>
                    <a:pt x="62813" y="36771"/>
                  </a:lnTo>
                  <a:cubicBezTo>
                    <a:pt x="63164" y="34896"/>
                    <a:pt x="63529" y="32760"/>
                    <a:pt x="63906" y="30365"/>
                  </a:cubicBezTo>
                  <a:cubicBezTo>
                    <a:pt x="64284" y="27968"/>
                    <a:pt x="64648" y="25560"/>
                    <a:pt x="65000" y="23125"/>
                  </a:cubicBezTo>
                  <a:cubicBezTo>
                    <a:pt x="65351" y="20768"/>
                    <a:pt x="65625" y="18450"/>
                    <a:pt x="65833" y="16198"/>
                  </a:cubicBezTo>
                  <a:cubicBezTo>
                    <a:pt x="66042" y="13945"/>
                    <a:pt x="66211" y="11979"/>
                    <a:pt x="66354" y="10312"/>
                  </a:cubicBezTo>
                  <a:lnTo>
                    <a:pt x="9896" y="10312"/>
                  </a:lnTo>
                  <a:close/>
                  <a:moveTo>
                    <a:pt x="292708" y="3125"/>
                  </a:moveTo>
                  <a:lnTo>
                    <a:pt x="300834" y="3125"/>
                  </a:lnTo>
                  <a:lnTo>
                    <a:pt x="300834" y="41354"/>
                  </a:lnTo>
                  <a:lnTo>
                    <a:pt x="310104" y="41354"/>
                  </a:lnTo>
                  <a:cubicBezTo>
                    <a:pt x="313503" y="41354"/>
                    <a:pt x="317096" y="41250"/>
                    <a:pt x="320885" y="41041"/>
                  </a:cubicBezTo>
                  <a:cubicBezTo>
                    <a:pt x="324675" y="40833"/>
                    <a:pt x="328294" y="40560"/>
                    <a:pt x="331771" y="40208"/>
                  </a:cubicBezTo>
                  <a:cubicBezTo>
                    <a:pt x="335248" y="39857"/>
                    <a:pt x="338398" y="39492"/>
                    <a:pt x="341250" y="39115"/>
                  </a:cubicBezTo>
                  <a:cubicBezTo>
                    <a:pt x="344102" y="38737"/>
                    <a:pt x="346250" y="38333"/>
                    <a:pt x="347709" y="37917"/>
                  </a:cubicBezTo>
                  <a:lnTo>
                    <a:pt x="347709" y="44896"/>
                  </a:lnTo>
                  <a:cubicBezTo>
                    <a:pt x="346042" y="45312"/>
                    <a:pt x="343815" y="45768"/>
                    <a:pt x="341042" y="46250"/>
                  </a:cubicBezTo>
                  <a:cubicBezTo>
                    <a:pt x="338268" y="46732"/>
                    <a:pt x="335104" y="47148"/>
                    <a:pt x="331563" y="47500"/>
                  </a:cubicBezTo>
                  <a:cubicBezTo>
                    <a:pt x="328086" y="47851"/>
                    <a:pt x="324388" y="48138"/>
                    <a:pt x="320469" y="48385"/>
                  </a:cubicBezTo>
                  <a:cubicBezTo>
                    <a:pt x="316550" y="48633"/>
                    <a:pt x="312604" y="48750"/>
                    <a:pt x="308646" y="48750"/>
                  </a:cubicBezTo>
                  <a:lnTo>
                    <a:pt x="294896" y="48750"/>
                  </a:lnTo>
                  <a:cubicBezTo>
                    <a:pt x="294062" y="48750"/>
                    <a:pt x="293490" y="48594"/>
                    <a:pt x="293177" y="48281"/>
                  </a:cubicBezTo>
                  <a:cubicBezTo>
                    <a:pt x="292865" y="47969"/>
                    <a:pt x="292708" y="47396"/>
                    <a:pt x="292708" y="46562"/>
                  </a:cubicBezTo>
                  <a:close/>
                  <a:moveTo>
                    <a:pt x="404479" y="1667"/>
                  </a:moveTo>
                  <a:cubicBezTo>
                    <a:pt x="408021" y="1667"/>
                    <a:pt x="411263" y="2331"/>
                    <a:pt x="414219" y="3646"/>
                  </a:cubicBezTo>
                  <a:cubicBezTo>
                    <a:pt x="417175" y="4961"/>
                    <a:pt x="419727" y="6732"/>
                    <a:pt x="421875" y="8958"/>
                  </a:cubicBezTo>
                  <a:cubicBezTo>
                    <a:pt x="424024" y="11250"/>
                    <a:pt x="425716" y="13893"/>
                    <a:pt x="426927" y="16875"/>
                  </a:cubicBezTo>
                  <a:cubicBezTo>
                    <a:pt x="428138" y="19857"/>
                    <a:pt x="428750" y="23060"/>
                    <a:pt x="428750" y="26458"/>
                  </a:cubicBezTo>
                  <a:cubicBezTo>
                    <a:pt x="428750" y="29857"/>
                    <a:pt x="428138" y="33060"/>
                    <a:pt x="426927" y="36041"/>
                  </a:cubicBezTo>
                  <a:cubicBezTo>
                    <a:pt x="425716" y="39023"/>
                    <a:pt x="424024" y="41628"/>
                    <a:pt x="421875" y="43854"/>
                  </a:cubicBezTo>
                  <a:cubicBezTo>
                    <a:pt x="419727" y="46146"/>
                    <a:pt x="417175" y="47930"/>
                    <a:pt x="414219" y="49219"/>
                  </a:cubicBezTo>
                  <a:cubicBezTo>
                    <a:pt x="411263" y="50508"/>
                    <a:pt x="408021" y="51146"/>
                    <a:pt x="404479" y="51146"/>
                  </a:cubicBezTo>
                  <a:cubicBezTo>
                    <a:pt x="400872" y="51146"/>
                    <a:pt x="397565" y="50508"/>
                    <a:pt x="394583" y="49219"/>
                  </a:cubicBezTo>
                  <a:cubicBezTo>
                    <a:pt x="391602" y="47930"/>
                    <a:pt x="389023" y="46146"/>
                    <a:pt x="386875" y="43854"/>
                  </a:cubicBezTo>
                  <a:cubicBezTo>
                    <a:pt x="384727" y="41628"/>
                    <a:pt x="383060" y="39023"/>
                    <a:pt x="381875" y="36041"/>
                  </a:cubicBezTo>
                  <a:cubicBezTo>
                    <a:pt x="380690" y="33060"/>
                    <a:pt x="380104" y="29857"/>
                    <a:pt x="380104" y="26458"/>
                  </a:cubicBezTo>
                  <a:cubicBezTo>
                    <a:pt x="380104" y="23060"/>
                    <a:pt x="380690" y="19857"/>
                    <a:pt x="381875" y="16875"/>
                  </a:cubicBezTo>
                  <a:cubicBezTo>
                    <a:pt x="383060" y="13893"/>
                    <a:pt x="384727" y="11250"/>
                    <a:pt x="386875" y="8958"/>
                  </a:cubicBezTo>
                  <a:cubicBezTo>
                    <a:pt x="389023" y="6732"/>
                    <a:pt x="391602" y="4961"/>
                    <a:pt x="394583" y="3646"/>
                  </a:cubicBezTo>
                  <a:cubicBezTo>
                    <a:pt x="397565" y="2331"/>
                    <a:pt x="400872" y="1667"/>
                    <a:pt x="404479" y="1667"/>
                  </a:cubicBezTo>
                  <a:close/>
                  <a:moveTo>
                    <a:pt x="825417" y="625"/>
                  </a:moveTo>
                  <a:lnTo>
                    <a:pt x="833438" y="625"/>
                  </a:lnTo>
                  <a:lnTo>
                    <a:pt x="833438" y="70938"/>
                  </a:lnTo>
                  <a:lnTo>
                    <a:pt x="825417" y="70938"/>
                  </a:lnTo>
                  <a:lnTo>
                    <a:pt x="825417" y="61979"/>
                  </a:lnTo>
                  <a:lnTo>
                    <a:pt x="803542" y="61979"/>
                  </a:lnTo>
                  <a:lnTo>
                    <a:pt x="803542" y="55312"/>
                  </a:lnTo>
                  <a:lnTo>
                    <a:pt x="825417" y="55312"/>
                  </a:lnTo>
                  <a:close/>
                  <a:moveTo>
                    <a:pt x="641771" y="521"/>
                  </a:moveTo>
                  <a:lnTo>
                    <a:pt x="649896" y="521"/>
                  </a:lnTo>
                  <a:lnTo>
                    <a:pt x="649896" y="68333"/>
                  </a:lnTo>
                  <a:lnTo>
                    <a:pt x="641771" y="68333"/>
                  </a:lnTo>
                  <a:lnTo>
                    <a:pt x="641771" y="39688"/>
                  </a:lnTo>
                  <a:lnTo>
                    <a:pt x="621146" y="39688"/>
                  </a:lnTo>
                  <a:cubicBezTo>
                    <a:pt x="619063" y="43086"/>
                    <a:pt x="616237" y="45820"/>
                    <a:pt x="612657" y="47865"/>
                  </a:cubicBezTo>
                  <a:cubicBezTo>
                    <a:pt x="609076" y="49909"/>
                    <a:pt x="605039" y="50937"/>
                    <a:pt x="600521" y="50937"/>
                  </a:cubicBezTo>
                  <a:cubicBezTo>
                    <a:pt x="596914" y="50937"/>
                    <a:pt x="593607" y="50299"/>
                    <a:pt x="590625" y="49010"/>
                  </a:cubicBezTo>
                  <a:cubicBezTo>
                    <a:pt x="587643" y="47721"/>
                    <a:pt x="585105" y="45937"/>
                    <a:pt x="583021" y="43646"/>
                  </a:cubicBezTo>
                  <a:cubicBezTo>
                    <a:pt x="580873" y="41419"/>
                    <a:pt x="579206" y="38815"/>
                    <a:pt x="578021" y="35833"/>
                  </a:cubicBezTo>
                  <a:cubicBezTo>
                    <a:pt x="576836" y="32851"/>
                    <a:pt x="576250" y="29648"/>
                    <a:pt x="576250" y="26250"/>
                  </a:cubicBezTo>
                  <a:cubicBezTo>
                    <a:pt x="576250" y="22852"/>
                    <a:pt x="576836" y="19648"/>
                    <a:pt x="578021" y="16667"/>
                  </a:cubicBezTo>
                  <a:cubicBezTo>
                    <a:pt x="579206" y="13685"/>
                    <a:pt x="580873" y="11042"/>
                    <a:pt x="583021" y="8750"/>
                  </a:cubicBezTo>
                  <a:cubicBezTo>
                    <a:pt x="585105" y="6523"/>
                    <a:pt x="587643" y="4752"/>
                    <a:pt x="590625" y="3437"/>
                  </a:cubicBezTo>
                  <a:cubicBezTo>
                    <a:pt x="593607" y="2122"/>
                    <a:pt x="596914" y="1458"/>
                    <a:pt x="600521" y="1458"/>
                  </a:cubicBezTo>
                  <a:cubicBezTo>
                    <a:pt x="604688" y="1458"/>
                    <a:pt x="608477" y="2357"/>
                    <a:pt x="611875" y="4166"/>
                  </a:cubicBezTo>
                  <a:cubicBezTo>
                    <a:pt x="615274" y="5976"/>
                    <a:pt x="618060" y="8372"/>
                    <a:pt x="620209" y="11354"/>
                  </a:cubicBezTo>
                  <a:lnTo>
                    <a:pt x="641771" y="11354"/>
                  </a:lnTo>
                  <a:close/>
                  <a:moveTo>
                    <a:pt x="538959" y="521"/>
                  </a:moveTo>
                  <a:lnTo>
                    <a:pt x="547084" y="521"/>
                  </a:lnTo>
                  <a:lnTo>
                    <a:pt x="547084" y="68229"/>
                  </a:lnTo>
                  <a:lnTo>
                    <a:pt x="538959" y="68229"/>
                  </a:lnTo>
                  <a:lnTo>
                    <a:pt x="538959" y="29583"/>
                  </a:lnTo>
                  <a:lnTo>
                    <a:pt x="519688" y="29583"/>
                  </a:lnTo>
                  <a:lnTo>
                    <a:pt x="519688" y="22291"/>
                  </a:lnTo>
                  <a:lnTo>
                    <a:pt x="538959" y="22291"/>
                  </a:lnTo>
                  <a:close/>
                  <a:moveTo>
                    <a:pt x="443230" y="521"/>
                  </a:moveTo>
                  <a:lnTo>
                    <a:pt x="451250" y="521"/>
                  </a:lnTo>
                  <a:lnTo>
                    <a:pt x="451250" y="23333"/>
                  </a:lnTo>
                  <a:lnTo>
                    <a:pt x="463958" y="23333"/>
                  </a:lnTo>
                  <a:lnTo>
                    <a:pt x="463958" y="30625"/>
                  </a:lnTo>
                  <a:lnTo>
                    <a:pt x="451250" y="30625"/>
                  </a:lnTo>
                  <a:lnTo>
                    <a:pt x="451250" y="68437"/>
                  </a:lnTo>
                  <a:lnTo>
                    <a:pt x="443230" y="68437"/>
                  </a:lnTo>
                  <a:close/>
                  <a:moveTo>
                    <a:pt x="352188" y="521"/>
                  </a:moveTo>
                  <a:lnTo>
                    <a:pt x="360313" y="521"/>
                  </a:lnTo>
                  <a:lnTo>
                    <a:pt x="360313" y="23333"/>
                  </a:lnTo>
                  <a:lnTo>
                    <a:pt x="372917" y="23333"/>
                  </a:lnTo>
                  <a:lnTo>
                    <a:pt x="372917" y="30521"/>
                  </a:lnTo>
                  <a:lnTo>
                    <a:pt x="360313" y="30521"/>
                  </a:lnTo>
                  <a:lnTo>
                    <a:pt x="360313" y="67917"/>
                  </a:lnTo>
                  <a:lnTo>
                    <a:pt x="352188" y="67917"/>
                  </a:lnTo>
                  <a:close/>
                  <a:moveTo>
                    <a:pt x="267917" y="521"/>
                  </a:moveTo>
                  <a:lnTo>
                    <a:pt x="275833" y="521"/>
                  </a:lnTo>
                  <a:lnTo>
                    <a:pt x="275833" y="92812"/>
                  </a:lnTo>
                  <a:lnTo>
                    <a:pt x="267917" y="92812"/>
                  </a:lnTo>
                  <a:lnTo>
                    <a:pt x="267917" y="41979"/>
                  </a:lnTo>
                  <a:lnTo>
                    <a:pt x="256042" y="41979"/>
                  </a:lnTo>
                  <a:lnTo>
                    <a:pt x="256042" y="88437"/>
                  </a:lnTo>
                  <a:lnTo>
                    <a:pt x="248021" y="88437"/>
                  </a:lnTo>
                  <a:lnTo>
                    <a:pt x="248021" y="2083"/>
                  </a:lnTo>
                  <a:lnTo>
                    <a:pt x="256042" y="2083"/>
                  </a:lnTo>
                  <a:lnTo>
                    <a:pt x="256042" y="34062"/>
                  </a:lnTo>
                  <a:lnTo>
                    <a:pt x="267917" y="34062"/>
                  </a:lnTo>
                  <a:close/>
                  <a:moveTo>
                    <a:pt x="159479" y="521"/>
                  </a:moveTo>
                  <a:lnTo>
                    <a:pt x="167604" y="521"/>
                  </a:lnTo>
                  <a:lnTo>
                    <a:pt x="167604" y="50729"/>
                  </a:lnTo>
                  <a:lnTo>
                    <a:pt x="159479" y="50729"/>
                  </a:lnTo>
                  <a:close/>
                  <a:moveTo>
                    <a:pt x="787917" y="0"/>
                  </a:moveTo>
                  <a:cubicBezTo>
                    <a:pt x="795352" y="0"/>
                    <a:pt x="801042" y="1705"/>
                    <a:pt x="805001" y="5104"/>
                  </a:cubicBezTo>
                  <a:cubicBezTo>
                    <a:pt x="808959" y="8502"/>
                    <a:pt x="810938" y="12708"/>
                    <a:pt x="810938" y="17708"/>
                  </a:cubicBezTo>
                  <a:cubicBezTo>
                    <a:pt x="810938" y="22916"/>
                    <a:pt x="808946" y="27083"/>
                    <a:pt x="804948" y="30208"/>
                  </a:cubicBezTo>
                  <a:cubicBezTo>
                    <a:pt x="800951" y="33333"/>
                    <a:pt x="795274" y="34896"/>
                    <a:pt x="787917" y="34896"/>
                  </a:cubicBezTo>
                  <a:cubicBezTo>
                    <a:pt x="780482" y="34896"/>
                    <a:pt x="774831" y="33281"/>
                    <a:pt x="770938" y="30052"/>
                  </a:cubicBezTo>
                  <a:cubicBezTo>
                    <a:pt x="767045" y="26823"/>
                    <a:pt x="765105" y="22708"/>
                    <a:pt x="765105" y="17708"/>
                  </a:cubicBezTo>
                  <a:cubicBezTo>
                    <a:pt x="765105" y="12917"/>
                    <a:pt x="767032" y="8763"/>
                    <a:pt x="770886" y="5260"/>
                  </a:cubicBezTo>
                  <a:cubicBezTo>
                    <a:pt x="774740" y="1758"/>
                    <a:pt x="780417" y="0"/>
                    <a:pt x="787917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1" name="TextBox 590">
              <a:extLst>
                <a:ext uri="{FF2B5EF4-FFF2-40B4-BE49-F238E27FC236}">
                  <a16:creationId xmlns:a16="http://schemas.microsoft.com/office/drawing/2014/main" id="{8F9C89C7-9A98-454A-82C1-DF73816F44FA}"/>
                </a:ext>
              </a:extLst>
            </p:cNvPr>
            <p:cNvSpPr txBox="1"/>
            <p:nvPr/>
          </p:nvSpPr>
          <p:spPr>
            <a:xfrm>
              <a:off x="4562366" y="5519395"/>
              <a:ext cx="1003192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국립재난안전연구원</a:t>
              </a:r>
            </a:p>
          </p:txBody>
        </p:sp>
        <p:sp>
          <p:nvSpPr>
            <p:cNvPr id="592" name="자유형: 도형 591">
              <a:extLst>
                <a:ext uri="{FF2B5EF4-FFF2-40B4-BE49-F238E27FC236}">
                  <a16:creationId xmlns:a16="http://schemas.microsoft.com/office/drawing/2014/main" id="{43FB4EB0-D9AD-4479-9589-874DFF8DF677}"/>
                </a:ext>
              </a:extLst>
            </p:cNvPr>
            <p:cNvSpPr/>
            <p:nvPr/>
          </p:nvSpPr>
          <p:spPr>
            <a:xfrm>
              <a:off x="951896" y="5974685"/>
              <a:ext cx="108125" cy="81146"/>
            </a:xfrm>
            <a:custGeom>
              <a:avLst/>
              <a:gdLst>
                <a:gd name="connsiteX0" fmla="*/ 82708 w 108125"/>
                <a:gd name="connsiteY0" fmla="*/ 7188 h 81146"/>
                <a:gd name="connsiteX1" fmla="*/ 73906 w 108125"/>
                <a:gd name="connsiteY1" fmla="*/ 10833 h 81146"/>
                <a:gd name="connsiteX2" fmla="*/ 69167 w 108125"/>
                <a:gd name="connsiteY2" fmla="*/ 19583 h 81146"/>
                <a:gd name="connsiteX3" fmla="*/ 67135 w 108125"/>
                <a:gd name="connsiteY3" fmla="*/ 30573 h 81146"/>
                <a:gd name="connsiteX4" fmla="*/ 66771 w 108125"/>
                <a:gd name="connsiteY4" fmla="*/ 40729 h 81146"/>
                <a:gd name="connsiteX5" fmla="*/ 67135 w 108125"/>
                <a:gd name="connsiteY5" fmla="*/ 50782 h 81146"/>
                <a:gd name="connsiteX6" fmla="*/ 69167 w 108125"/>
                <a:gd name="connsiteY6" fmla="*/ 61667 h 81146"/>
                <a:gd name="connsiteX7" fmla="*/ 73906 w 108125"/>
                <a:gd name="connsiteY7" fmla="*/ 70313 h 81146"/>
                <a:gd name="connsiteX8" fmla="*/ 82708 w 108125"/>
                <a:gd name="connsiteY8" fmla="*/ 73854 h 81146"/>
                <a:gd name="connsiteX9" fmla="*/ 91667 w 108125"/>
                <a:gd name="connsiteY9" fmla="*/ 70313 h 81146"/>
                <a:gd name="connsiteX10" fmla="*/ 96667 w 108125"/>
                <a:gd name="connsiteY10" fmla="*/ 61667 h 81146"/>
                <a:gd name="connsiteX11" fmla="*/ 98958 w 108125"/>
                <a:gd name="connsiteY11" fmla="*/ 50782 h 81146"/>
                <a:gd name="connsiteX12" fmla="*/ 99479 w 108125"/>
                <a:gd name="connsiteY12" fmla="*/ 40729 h 81146"/>
                <a:gd name="connsiteX13" fmla="*/ 98958 w 108125"/>
                <a:gd name="connsiteY13" fmla="*/ 30573 h 81146"/>
                <a:gd name="connsiteX14" fmla="*/ 96667 w 108125"/>
                <a:gd name="connsiteY14" fmla="*/ 19583 h 81146"/>
                <a:gd name="connsiteX15" fmla="*/ 91667 w 108125"/>
                <a:gd name="connsiteY15" fmla="*/ 10833 h 81146"/>
                <a:gd name="connsiteX16" fmla="*/ 82708 w 108125"/>
                <a:gd name="connsiteY16" fmla="*/ 7188 h 81146"/>
                <a:gd name="connsiteX17" fmla="*/ 16563 w 108125"/>
                <a:gd name="connsiteY17" fmla="*/ 3125 h 81146"/>
                <a:gd name="connsiteX18" fmla="*/ 22500 w 108125"/>
                <a:gd name="connsiteY18" fmla="*/ 3125 h 81146"/>
                <a:gd name="connsiteX19" fmla="*/ 24063 w 108125"/>
                <a:gd name="connsiteY19" fmla="*/ 3542 h 81146"/>
                <a:gd name="connsiteX20" fmla="*/ 24479 w 108125"/>
                <a:gd name="connsiteY20" fmla="*/ 5104 h 81146"/>
                <a:gd name="connsiteX21" fmla="*/ 24479 w 108125"/>
                <a:gd name="connsiteY21" fmla="*/ 79167 h 81146"/>
                <a:gd name="connsiteX22" fmla="*/ 16250 w 108125"/>
                <a:gd name="connsiteY22" fmla="*/ 79167 h 81146"/>
                <a:gd name="connsiteX23" fmla="*/ 16250 w 108125"/>
                <a:gd name="connsiteY23" fmla="*/ 12083 h 81146"/>
                <a:gd name="connsiteX24" fmla="*/ 9219 w 108125"/>
                <a:gd name="connsiteY24" fmla="*/ 17865 h 81146"/>
                <a:gd name="connsiteX25" fmla="*/ 0 w 108125"/>
                <a:gd name="connsiteY25" fmla="*/ 23125 h 81146"/>
                <a:gd name="connsiteX26" fmla="*/ 0 w 108125"/>
                <a:gd name="connsiteY26" fmla="*/ 15208 h 81146"/>
                <a:gd name="connsiteX27" fmla="*/ 8646 w 108125"/>
                <a:gd name="connsiteY27" fmla="*/ 10104 h 81146"/>
                <a:gd name="connsiteX28" fmla="*/ 16563 w 108125"/>
                <a:gd name="connsiteY28" fmla="*/ 3125 h 81146"/>
                <a:gd name="connsiteX29" fmla="*/ 82708 w 108125"/>
                <a:gd name="connsiteY29" fmla="*/ 0 h 81146"/>
                <a:gd name="connsiteX30" fmla="*/ 95469 w 108125"/>
                <a:gd name="connsiteY30" fmla="*/ 3646 h 81146"/>
                <a:gd name="connsiteX31" fmla="*/ 103229 w 108125"/>
                <a:gd name="connsiteY31" fmla="*/ 13021 h 81146"/>
                <a:gd name="connsiteX32" fmla="*/ 107083 w 108125"/>
                <a:gd name="connsiteY32" fmla="*/ 26146 h 81146"/>
                <a:gd name="connsiteX33" fmla="*/ 108125 w 108125"/>
                <a:gd name="connsiteY33" fmla="*/ 40729 h 81146"/>
                <a:gd name="connsiteX34" fmla="*/ 107083 w 108125"/>
                <a:gd name="connsiteY34" fmla="*/ 55313 h 81146"/>
                <a:gd name="connsiteX35" fmla="*/ 103229 w 108125"/>
                <a:gd name="connsiteY35" fmla="*/ 68334 h 81146"/>
                <a:gd name="connsiteX36" fmla="*/ 95469 w 108125"/>
                <a:gd name="connsiteY36" fmla="*/ 77604 h 81146"/>
                <a:gd name="connsiteX37" fmla="*/ 82708 w 108125"/>
                <a:gd name="connsiteY37" fmla="*/ 81146 h 81146"/>
                <a:gd name="connsiteX38" fmla="*/ 70156 w 108125"/>
                <a:gd name="connsiteY38" fmla="*/ 77604 h 81146"/>
                <a:gd name="connsiteX39" fmla="*/ 62708 w 108125"/>
                <a:gd name="connsiteY39" fmla="*/ 68334 h 81146"/>
                <a:gd name="connsiteX40" fmla="*/ 59063 w 108125"/>
                <a:gd name="connsiteY40" fmla="*/ 55313 h 81146"/>
                <a:gd name="connsiteX41" fmla="*/ 58125 w 108125"/>
                <a:gd name="connsiteY41" fmla="*/ 40729 h 81146"/>
                <a:gd name="connsiteX42" fmla="*/ 59063 w 108125"/>
                <a:gd name="connsiteY42" fmla="*/ 26146 h 81146"/>
                <a:gd name="connsiteX43" fmla="*/ 62708 w 108125"/>
                <a:gd name="connsiteY43" fmla="*/ 13021 h 81146"/>
                <a:gd name="connsiteX44" fmla="*/ 70156 w 108125"/>
                <a:gd name="connsiteY44" fmla="*/ 3646 h 81146"/>
                <a:gd name="connsiteX45" fmla="*/ 82708 w 108125"/>
                <a:gd name="connsiteY45" fmla="*/ 0 h 8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8125" h="81146">
                  <a:moveTo>
                    <a:pt x="82708" y="7188"/>
                  </a:moveTo>
                  <a:cubicBezTo>
                    <a:pt x="78958" y="7188"/>
                    <a:pt x="76023" y="8412"/>
                    <a:pt x="73906" y="10833"/>
                  </a:cubicBezTo>
                  <a:cubicBezTo>
                    <a:pt x="71788" y="13268"/>
                    <a:pt x="70208" y="16185"/>
                    <a:pt x="69167" y="19583"/>
                  </a:cubicBezTo>
                  <a:cubicBezTo>
                    <a:pt x="68055" y="23060"/>
                    <a:pt x="67378" y="26719"/>
                    <a:pt x="67135" y="30573"/>
                  </a:cubicBezTo>
                  <a:cubicBezTo>
                    <a:pt x="66892" y="34427"/>
                    <a:pt x="66771" y="37813"/>
                    <a:pt x="66771" y="40729"/>
                  </a:cubicBezTo>
                  <a:cubicBezTo>
                    <a:pt x="66771" y="43646"/>
                    <a:pt x="66892" y="47005"/>
                    <a:pt x="67135" y="50782"/>
                  </a:cubicBezTo>
                  <a:cubicBezTo>
                    <a:pt x="67378" y="54570"/>
                    <a:pt x="68055" y="58203"/>
                    <a:pt x="69167" y="61667"/>
                  </a:cubicBezTo>
                  <a:cubicBezTo>
                    <a:pt x="70208" y="65078"/>
                    <a:pt x="71788" y="67956"/>
                    <a:pt x="73906" y="70313"/>
                  </a:cubicBezTo>
                  <a:cubicBezTo>
                    <a:pt x="76023" y="72682"/>
                    <a:pt x="78958" y="73854"/>
                    <a:pt x="82708" y="73854"/>
                  </a:cubicBezTo>
                  <a:cubicBezTo>
                    <a:pt x="86458" y="73854"/>
                    <a:pt x="89444" y="72682"/>
                    <a:pt x="91667" y="70313"/>
                  </a:cubicBezTo>
                  <a:cubicBezTo>
                    <a:pt x="93888" y="67956"/>
                    <a:pt x="95555" y="65078"/>
                    <a:pt x="96667" y="61667"/>
                  </a:cubicBezTo>
                  <a:cubicBezTo>
                    <a:pt x="97846" y="58203"/>
                    <a:pt x="98611" y="54570"/>
                    <a:pt x="98958" y="50782"/>
                  </a:cubicBezTo>
                  <a:cubicBezTo>
                    <a:pt x="99305" y="47005"/>
                    <a:pt x="99479" y="43646"/>
                    <a:pt x="99479" y="40729"/>
                  </a:cubicBezTo>
                  <a:cubicBezTo>
                    <a:pt x="99479" y="37813"/>
                    <a:pt x="99305" y="34427"/>
                    <a:pt x="98958" y="30573"/>
                  </a:cubicBezTo>
                  <a:cubicBezTo>
                    <a:pt x="98611" y="26719"/>
                    <a:pt x="97846" y="23060"/>
                    <a:pt x="96667" y="19583"/>
                  </a:cubicBezTo>
                  <a:cubicBezTo>
                    <a:pt x="95555" y="16185"/>
                    <a:pt x="93888" y="13268"/>
                    <a:pt x="91667" y="10833"/>
                  </a:cubicBezTo>
                  <a:cubicBezTo>
                    <a:pt x="89444" y="8412"/>
                    <a:pt x="86458" y="7188"/>
                    <a:pt x="82708" y="7188"/>
                  </a:cubicBezTo>
                  <a:close/>
                  <a:moveTo>
                    <a:pt x="16563" y="3125"/>
                  </a:moveTo>
                  <a:lnTo>
                    <a:pt x="22500" y="3125"/>
                  </a:lnTo>
                  <a:cubicBezTo>
                    <a:pt x="23263" y="3125"/>
                    <a:pt x="23784" y="3268"/>
                    <a:pt x="24063" y="3542"/>
                  </a:cubicBezTo>
                  <a:cubicBezTo>
                    <a:pt x="24340" y="3828"/>
                    <a:pt x="24479" y="4349"/>
                    <a:pt x="24479" y="5104"/>
                  </a:cubicBezTo>
                  <a:lnTo>
                    <a:pt x="24479" y="79167"/>
                  </a:lnTo>
                  <a:lnTo>
                    <a:pt x="16250" y="79167"/>
                  </a:lnTo>
                  <a:lnTo>
                    <a:pt x="16250" y="12083"/>
                  </a:lnTo>
                  <a:cubicBezTo>
                    <a:pt x="14375" y="14102"/>
                    <a:pt x="12031" y="16029"/>
                    <a:pt x="9219" y="17865"/>
                  </a:cubicBezTo>
                  <a:cubicBezTo>
                    <a:pt x="6406" y="19714"/>
                    <a:pt x="3333" y="21458"/>
                    <a:pt x="0" y="23125"/>
                  </a:cubicBezTo>
                  <a:lnTo>
                    <a:pt x="0" y="15208"/>
                  </a:lnTo>
                  <a:cubicBezTo>
                    <a:pt x="2986" y="13893"/>
                    <a:pt x="5867" y="12188"/>
                    <a:pt x="8646" y="10104"/>
                  </a:cubicBezTo>
                  <a:cubicBezTo>
                    <a:pt x="11423" y="8021"/>
                    <a:pt x="14062" y="5703"/>
                    <a:pt x="16563" y="3125"/>
                  </a:cubicBezTo>
                  <a:close/>
                  <a:moveTo>
                    <a:pt x="82708" y="0"/>
                  </a:moveTo>
                  <a:cubicBezTo>
                    <a:pt x="87917" y="0"/>
                    <a:pt x="92169" y="1224"/>
                    <a:pt x="95469" y="3646"/>
                  </a:cubicBezTo>
                  <a:cubicBezTo>
                    <a:pt x="98767" y="6081"/>
                    <a:pt x="101354" y="9206"/>
                    <a:pt x="103229" y="13021"/>
                  </a:cubicBezTo>
                  <a:cubicBezTo>
                    <a:pt x="105104" y="16914"/>
                    <a:pt x="106388" y="21289"/>
                    <a:pt x="107083" y="26146"/>
                  </a:cubicBezTo>
                  <a:cubicBezTo>
                    <a:pt x="107777" y="31016"/>
                    <a:pt x="108125" y="35872"/>
                    <a:pt x="108125" y="40729"/>
                  </a:cubicBezTo>
                  <a:cubicBezTo>
                    <a:pt x="108125" y="45664"/>
                    <a:pt x="107777" y="50521"/>
                    <a:pt x="107083" y="55313"/>
                  </a:cubicBezTo>
                  <a:cubicBezTo>
                    <a:pt x="106388" y="60104"/>
                    <a:pt x="105104" y="64453"/>
                    <a:pt x="103229" y="68334"/>
                  </a:cubicBezTo>
                  <a:cubicBezTo>
                    <a:pt x="101354" y="72162"/>
                    <a:pt x="98767" y="75248"/>
                    <a:pt x="95469" y="77604"/>
                  </a:cubicBezTo>
                  <a:cubicBezTo>
                    <a:pt x="92169" y="79974"/>
                    <a:pt x="87917" y="81146"/>
                    <a:pt x="82708" y="81146"/>
                  </a:cubicBezTo>
                  <a:cubicBezTo>
                    <a:pt x="77569" y="81146"/>
                    <a:pt x="73385" y="79974"/>
                    <a:pt x="70156" y="77604"/>
                  </a:cubicBezTo>
                  <a:cubicBezTo>
                    <a:pt x="66927" y="75248"/>
                    <a:pt x="64444" y="72162"/>
                    <a:pt x="62708" y="68334"/>
                  </a:cubicBezTo>
                  <a:cubicBezTo>
                    <a:pt x="60902" y="64453"/>
                    <a:pt x="59688" y="60104"/>
                    <a:pt x="59063" y="55313"/>
                  </a:cubicBezTo>
                  <a:cubicBezTo>
                    <a:pt x="58438" y="50521"/>
                    <a:pt x="58125" y="45664"/>
                    <a:pt x="58125" y="40729"/>
                  </a:cubicBezTo>
                  <a:cubicBezTo>
                    <a:pt x="58125" y="35872"/>
                    <a:pt x="58438" y="31016"/>
                    <a:pt x="59063" y="26146"/>
                  </a:cubicBezTo>
                  <a:cubicBezTo>
                    <a:pt x="59688" y="21289"/>
                    <a:pt x="60902" y="16914"/>
                    <a:pt x="62708" y="13021"/>
                  </a:cubicBezTo>
                  <a:cubicBezTo>
                    <a:pt x="64444" y="9206"/>
                    <a:pt x="66927" y="6081"/>
                    <a:pt x="70156" y="3646"/>
                  </a:cubicBezTo>
                  <a:cubicBezTo>
                    <a:pt x="73385" y="1224"/>
                    <a:pt x="77569" y="0"/>
                    <a:pt x="82708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3" name="TextBox 592">
              <a:extLst>
                <a:ext uri="{FF2B5EF4-FFF2-40B4-BE49-F238E27FC236}">
                  <a16:creationId xmlns:a16="http://schemas.microsoft.com/office/drawing/2014/main" id="{56496025-D3FC-42BF-B54A-2A3AE73F6D21}"/>
                </a:ext>
              </a:extLst>
            </p:cNvPr>
            <p:cNvSpPr txBox="1"/>
            <p:nvPr/>
          </p:nvSpPr>
          <p:spPr>
            <a:xfrm>
              <a:off x="860456" y="5934864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10</a:t>
              </a:r>
            </a:p>
          </p:txBody>
        </p:sp>
        <p:grpSp>
          <p:nvGrpSpPr>
            <p:cNvPr id="594" name="그래픽 5">
              <a:extLst>
                <a:ext uri="{FF2B5EF4-FFF2-40B4-BE49-F238E27FC236}">
                  <a16:creationId xmlns:a16="http://schemas.microsoft.com/office/drawing/2014/main" id="{ACF20A90-5E33-4638-BE43-62EB1E22335E}"/>
                </a:ext>
              </a:extLst>
            </p:cNvPr>
            <p:cNvGrpSpPr/>
            <p:nvPr/>
          </p:nvGrpSpPr>
          <p:grpSpPr>
            <a:xfrm>
              <a:off x="1213821" y="5910935"/>
              <a:ext cx="113125" cy="82656"/>
              <a:chOff x="1213821" y="5910935"/>
              <a:chExt cx="113125" cy="82656"/>
            </a:xfrm>
          </p:grpSpPr>
          <p:sp>
            <p:nvSpPr>
              <p:cNvPr id="595" name="자유형: 도형 594">
                <a:extLst>
                  <a:ext uri="{FF2B5EF4-FFF2-40B4-BE49-F238E27FC236}">
                    <a16:creationId xmlns:a16="http://schemas.microsoft.com/office/drawing/2014/main" id="{011E01D4-8A60-4471-8021-754AF9B68D4F}"/>
                  </a:ext>
                </a:extLst>
              </p:cNvPr>
              <p:cNvSpPr/>
              <p:nvPr/>
            </p:nvSpPr>
            <p:spPr>
              <a:xfrm>
                <a:off x="1213821" y="5910935"/>
                <a:ext cx="113125" cy="79583"/>
              </a:xfrm>
              <a:custGeom>
                <a:avLst/>
                <a:gdLst>
                  <a:gd name="connsiteX0" fmla="*/ 88229 w 113125"/>
                  <a:gd name="connsiteY0" fmla="*/ 0 h 79583"/>
                  <a:gd name="connsiteX1" fmla="*/ 97031 w 113125"/>
                  <a:gd name="connsiteY1" fmla="*/ 1198 h 79583"/>
                  <a:gd name="connsiteX2" fmla="*/ 104479 w 113125"/>
                  <a:gd name="connsiteY2" fmla="*/ 4896 h 79583"/>
                  <a:gd name="connsiteX3" fmla="*/ 109531 w 113125"/>
                  <a:gd name="connsiteY3" fmla="*/ 11250 h 79583"/>
                  <a:gd name="connsiteX4" fmla="*/ 111458 w 113125"/>
                  <a:gd name="connsiteY4" fmla="*/ 20417 h 79583"/>
                  <a:gd name="connsiteX5" fmla="*/ 107188 w 113125"/>
                  <a:gd name="connsiteY5" fmla="*/ 32084 h 79583"/>
                  <a:gd name="connsiteX6" fmla="*/ 96042 w 113125"/>
                  <a:gd name="connsiteY6" fmla="*/ 38437 h 79583"/>
                  <a:gd name="connsiteX7" fmla="*/ 108385 w 113125"/>
                  <a:gd name="connsiteY7" fmla="*/ 44844 h 79583"/>
                  <a:gd name="connsiteX8" fmla="*/ 113125 w 113125"/>
                  <a:gd name="connsiteY8" fmla="*/ 57708 h 79583"/>
                  <a:gd name="connsiteX9" fmla="*/ 110990 w 113125"/>
                  <a:gd name="connsiteY9" fmla="*/ 67656 h 79583"/>
                  <a:gd name="connsiteX10" fmla="*/ 105313 w 113125"/>
                  <a:gd name="connsiteY10" fmla="*/ 74479 h 79583"/>
                  <a:gd name="connsiteX11" fmla="*/ 97188 w 113125"/>
                  <a:gd name="connsiteY11" fmla="*/ 78334 h 79583"/>
                  <a:gd name="connsiteX12" fmla="*/ 87813 w 113125"/>
                  <a:gd name="connsiteY12" fmla="*/ 79583 h 79583"/>
                  <a:gd name="connsiteX13" fmla="*/ 70052 w 113125"/>
                  <a:gd name="connsiteY13" fmla="*/ 73646 h 79583"/>
                  <a:gd name="connsiteX14" fmla="*/ 63333 w 113125"/>
                  <a:gd name="connsiteY14" fmla="*/ 57188 h 79583"/>
                  <a:gd name="connsiteX15" fmla="*/ 71563 w 113125"/>
                  <a:gd name="connsiteY15" fmla="*/ 57188 h 79583"/>
                  <a:gd name="connsiteX16" fmla="*/ 76510 w 113125"/>
                  <a:gd name="connsiteY16" fmla="*/ 68542 h 79583"/>
                  <a:gd name="connsiteX17" fmla="*/ 88125 w 113125"/>
                  <a:gd name="connsiteY17" fmla="*/ 72396 h 79583"/>
                  <a:gd name="connsiteX18" fmla="*/ 100313 w 113125"/>
                  <a:gd name="connsiteY18" fmla="*/ 68334 h 79583"/>
                  <a:gd name="connsiteX19" fmla="*/ 104792 w 113125"/>
                  <a:gd name="connsiteY19" fmla="*/ 56771 h 79583"/>
                  <a:gd name="connsiteX20" fmla="*/ 103333 w 113125"/>
                  <a:gd name="connsiteY20" fmla="*/ 50157 h 79583"/>
                  <a:gd name="connsiteX21" fmla="*/ 99479 w 113125"/>
                  <a:gd name="connsiteY21" fmla="*/ 45625 h 79583"/>
                  <a:gd name="connsiteX22" fmla="*/ 93906 w 113125"/>
                  <a:gd name="connsiteY22" fmla="*/ 43021 h 79583"/>
                  <a:gd name="connsiteX23" fmla="*/ 87604 w 113125"/>
                  <a:gd name="connsiteY23" fmla="*/ 41979 h 79583"/>
                  <a:gd name="connsiteX24" fmla="*/ 83438 w 113125"/>
                  <a:gd name="connsiteY24" fmla="*/ 41979 h 79583"/>
                  <a:gd name="connsiteX25" fmla="*/ 81979 w 113125"/>
                  <a:gd name="connsiteY25" fmla="*/ 41719 h 79583"/>
                  <a:gd name="connsiteX26" fmla="*/ 81771 w 113125"/>
                  <a:gd name="connsiteY26" fmla="*/ 40313 h 79583"/>
                  <a:gd name="connsiteX27" fmla="*/ 81771 w 113125"/>
                  <a:gd name="connsiteY27" fmla="*/ 36459 h 79583"/>
                  <a:gd name="connsiteX28" fmla="*/ 81979 w 113125"/>
                  <a:gd name="connsiteY28" fmla="*/ 34792 h 79583"/>
                  <a:gd name="connsiteX29" fmla="*/ 83438 w 113125"/>
                  <a:gd name="connsiteY29" fmla="*/ 34375 h 79583"/>
                  <a:gd name="connsiteX30" fmla="*/ 86875 w 113125"/>
                  <a:gd name="connsiteY30" fmla="*/ 34375 h 79583"/>
                  <a:gd name="connsiteX31" fmla="*/ 92969 w 113125"/>
                  <a:gd name="connsiteY31" fmla="*/ 33594 h 79583"/>
                  <a:gd name="connsiteX32" fmla="*/ 98125 w 113125"/>
                  <a:gd name="connsiteY32" fmla="*/ 31146 h 79583"/>
                  <a:gd name="connsiteX33" fmla="*/ 101771 w 113125"/>
                  <a:gd name="connsiteY33" fmla="*/ 27032 h 79583"/>
                  <a:gd name="connsiteX34" fmla="*/ 103125 w 113125"/>
                  <a:gd name="connsiteY34" fmla="*/ 20833 h 79583"/>
                  <a:gd name="connsiteX35" fmla="*/ 98802 w 113125"/>
                  <a:gd name="connsiteY35" fmla="*/ 10729 h 79583"/>
                  <a:gd name="connsiteX36" fmla="*/ 87917 w 113125"/>
                  <a:gd name="connsiteY36" fmla="*/ 7188 h 79583"/>
                  <a:gd name="connsiteX37" fmla="*/ 77240 w 113125"/>
                  <a:gd name="connsiteY37" fmla="*/ 10729 h 79583"/>
                  <a:gd name="connsiteX38" fmla="*/ 72708 w 113125"/>
                  <a:gd name="connsiteY38" fmla="*/ 20938 h 79583"/>
                  <a:gd name="connsiteX39" fmla="*/ 64375 w 113125"/>
                  <a:gd name="connsiteY39" fmla="*/ 20938 h 79583"/>
                  <a:gd name="connsiteX40" fmla="*/ 71042 w 113125"/>
                  <a:gd name="connsiteY40" fmla="*/ 5625 h 79583"/>
                  <a:gd name="connsiteX41" fmla="*/ 88229 w 113125"/>
                  <a:gd name="connsiteY41" fmla="*/ 0 h 79583"/>
                  <a:gd name="connsiteX42" fmla="*/ 23021 w 113125"/>
                  <a:gd name="connsiteY42" fmla="*/ 0 h 79583"/>
                  <a:gd name="connsiteX43" fmla="*/ 39063 w 113125"/>
                  <a:gd name="connsiteY43" fmla="*/ 5104 h 79583"/>
                  <a:gd name="connsiteX44" fmla="*/ 45521 w 113125"/>
                  <a:gd name="connsiteY44" fmla="*/ 20104 h 79583"/>
                  <a:gd name="connsiteX45" fmla="*/ 41406 w 113125"/>
                  <a:gd name="connsiteY45" fmla="*/ 33958 h 79583"/>
                  <a:gd name="connsiteX46" fmla="*/ 31563 w 113125"/>
                  <a:gd name="connsiteY46" fmla="*/ 47917 h 79583"/>
                  <a:gd name="connsiteX47" fmla="*/ 19688 w 113125"/>
                  <a:gd name="connsiteY47" fmla="*/ 60625 h 79583"/>
                  <a:gd name="connsiteX48" fmla="*/ 9479 w 113125"/>
                  <a:gd name="connsiteY48" fmla="*/ 70625 h 79583"/>
                  <a:gd name="connsiteX49" fmla="*/ 47188 w 113125"/>
                  <a:gd name="connsiteY49" fmla="*/ 70625 h 79583"/>
                  <a:gd name="connsiteX50" fmla="*/ 47188 w 113125"/>
                  <a:gd name="connsiteY50" fmla="*/ 77813 h 79583"/>
                  <a:gd name="connsiteX51" fmla="*/ 1458 w 113125"/>
                  <a:gd name="connsiteY51" fmla="*/ 77813 h 79583"/>
                  <a:gd name="connsiteX52" fmla="*/ 260 w 113125"/>
                  <a:gd name="connsiteY52" fmla="*/ 77500 h 79583"/>
                  <a:gd name="connsiteX53" fmla="*/ 0 w 113125"/>
                  <a:gd name="connsiteY53" fmla="*/ 76250 h 79583"/>
                  <a:gd name="connsiteX54" fmla="*/ 0 w 113125"/>
                  <a:gd name="connsiteY54" fmla="*/ 70000 h 79583"/>
                  <a:gd name="connsiteX55" fmla="*/ 4323 w 113125"/>
                  <a:gd name="connsiteY55" fmla="*/ 65833 h 79583"/>
                  <a:gd name="connsiteX56" fmla="*/ 9896 w 113125"/>
                  <a:gd name="connsiteY56" fmla="*/ 60313 h 79583"/>
                  <a:gd name="connsiteX57" fmla="*/ 15937 w 113125"/>
                  <a:gd name="connsiteY57" fmla="*/ 53854 h 79583"/>
                  <a:gd name="connsiteX58" fmla="*/ 22083 w 113125"/>
                  <a:gd name="connsiteY58" fmla="*/ 46771 h 79583"/>
                  <a:gd name="connsiteX59" fmla="*/ 27812 w 113125"/>
                  <a:gd name="connsiteY59" fmla="*/ 39636 h 79583"/>
                  <a:gd name="connsiteX60" fmla="*/ 32500 w 113125"/>
                  <a:gd name="connsiteY60" fmla="*/ 32708 h 79583"/>
                  <a:gd name="connsiteX61" fmla="*/ 35781 w 113125"/>
                  <a:gd name="connsiteY61" fmla="*/ 26250 h 79583"/>
                  <a:gd name="connsiteX62" fmla="*/ 36979 w 113125"/>
                  <a:gd name="connsiteY62" fmla="*/ 20729 h 79583"/>
                  <a:gd name="connsiteX63" fmla="*/ 33021 w 113125"/>
                  <a:gd name="connsiteY63" fmla="*/ 10573 h 79583"/>
                  <a:gd name="connsiteX64" fmla="*/ 22812 w 113125"/>
                  <a:gd name="connsiteY64" fmla="*/ 7188 h 79583"/>
                  <a:gd name="connsiteX65" fmla="*/ 12969 w 113125"/>
                  <a:gd name="connsiteY65" fmla="*/ 11354 h 79583"/>
                  <a:gd name="connsiteX66" fmla="*/ 9167 w 113125"/>
                  <a:gd name="connsiteY66" fmla="*/ 22188 h 79583"/>
                  <a:gd name="connsiteX67" fmla="*/ 625 w 113125"/>
                  <a:gd name="connsiteY67" fmla="*/ 22188 h 79583"/>
                  <a:gd name="connsiteX68" fmla="*/ 2292 w 113125"/>
                  <a:gd name="connsiteY68" fmla="*/ 13073 h 79583"/>
                  <a:gd name="connsiteX69" fmla="*/ 6979 w 113125"/>
                  <a:gd name="connsiteY69" fmla="*/ 6042 h 79583"/>
                  <a:gd name="connsiteX70" fmla="*/ 14115 w 113125"/>
                  <a:gd name="connsiteY70" fmla="*/ 1562 h 79583"/>
                  <a:gd name="connsiteX71" fmla="*/ 23021 w 113125"/>
                  <a:gd name="connsiteY71" fmla="*/ 0 h 79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113125" h="79583">
                    <a:moveTo>
                      <a:pt x="88229" y="0"/>
                    </a:moveTo>
                    <a:cubicBezTo>
                      <a:pt x="91285" y="0"/>
                      <a:pt x="94219" y="404"/>
                      <a:pt x="97031" y="1198"/>
                    </a:cubicBezTo>
                    <a:cubicBezTo>
                      <a:pt x="99844" y="2005"/>
                      <a:pt x="102327" y="3229"/>
                      <a:pt x="104479" y="4896"/>
                    </a:cubicBezTo>
                    <a:cubicBezTo>
                      <a:pt x="106563" y="6562"/>
                      <a:pt x="108247" y="8685"/>
                      <a:pt x="109531" y="11250"/>
                    </a:cubicBezTo>
                    <a:cubicBezTo>
                      <a:pt x="110816" y="13828"/>
                      <a:pt x="111458" y="16875"/>
                      <a:pt x="111458" y="20417"/>
                    </a:cubicBezTo>
                    <a:cubicBezTo>
                      <a:pt x="111458" y="24792"/>
                      <a:pt x="110035" y="28685"/>
                      <a:pt x="107188" y="32084"/>
                    </a:cubicBezTo>
                    <a:cubicBezTo>
                      <a:pt x="104341" y="35495"/>
                      <a:pt x="100625" y="37604"/>
                      <a:pt x="96042" y="38437"/>
                    </a:cubicBezTo>
                    <a:cubicBezTo>
                      <a:pt x="101112" y="39141"/>
                      <a:pt x="105227" y="41276"/>
                      <a:pt x="108385" y="44844"/>
                    </a:cubicBezTo>
                    <a:cubicBezTo>
                      <a:pt x="111546" y="48424"/>
                      <a:pt x="113125" y="52708"/>
                      <a:pt x="113125" y="57708"/>
                    </a:cubicBezTo>
                    <a:cubicBezTo>
                      <a:pt x="113125" y="61602"/>
                      <a:pt x="112414" y="64922"/>
                      <a:pt x="110990" y="67656"/>
                    </a:cubicBezTo>
                    <a:cubicBezTo>
                      <a:pt x="109566" y="70404"/>
                      <a:pt x="107675" y="72682"/>
                      <a:pt x="105313" y="74479"/>
                    </a:cubicBezTo>
                    <a:cubicBezTo>
                      <a:pt x="102952" y="76224"/>
                      <a:pt x="100244" y="77500"/>
                      <a:pt x="97188" y="78334"/>
                    </a:cubicBezTo>
                    <a:cubicBezTo>
                      <a:pt x="94133" y="79167"/>
                      <a:pt x="91008" y="79583"/>
                      <a:pt x="87813" y="79583"/>
                    </a:cubicBezTo>
                    <a:cubicBezTo>
                      <a:pt x="80313" y="79583"/>
                      <a:pt x="74393" y="77604"/>
                      <a:pt x="70052" y="73646"/>
                    </a:cubicBezTo>
                    <a:cubicBezTo>
                      <a:pt x="65712" y="69688"/>
                      <a:pt x="63473" y="64206"/>
                      <a:pt x="63333" y="57188"/>
                    </a:cubicBezTo>
                    <a:lnTo>
                      <a:pt x="71563" y="57188"/>
                    </a:lnTo>
                    <a:cubicBezTo>
                      <a:pt x="72049" y="62188"/>
                      <a:pt x="73698" y="65977"/>
                      <a:pt x="76510" y="68542"/>
                    </a:cubicBezTo>
                    <a:cubicBezTo>
                      <a:pt x="79323" y="71120"/>
                      <a:pt x="83195" y="72396"/>
                      <a:pt x="88125" y="72396"/>
                    </a:cubicBezTo>
                    <a:cubicBezTo>
                      <a:pt x="93264" y="72396"/>
                      <a:pt x="97327" y="71042"/>
                      <a:pt x="100313" y="68334"/>
                    </a:cubicBezTo>
                    <a:cubicBezTo>
                      <a:pt x="103300" y="65625"/>
                      <a:pt x="104792" y="61771"/>
                      <a:pt x="104792" y="56771"/>
                    </a:cubicBezTo>
                    <a:cubicBezTo>
                      <a:pt x="104792" y="54206"/>
                      <a:pt x="104306" y="52005"/>
                      <a:pt x="103333" y="50157"/>
                    </a:cubicBezTo>
                    <a:cubicBezTo>
                      <a:pt x="102362" y="48320"/>
                      <a:pt x="101077" y="46810"/>
                      <a:pt x="99479" y="45625"/>
                    </a:cubicBezTo>
                    <a:cubicBezTo>
                      <a:pt x="97813" y="44453"/>
                      <a:pt x="95956" y="43581"/>
                      <a:pt x="93906" y="43021"/>
                    </a:cubicBezTo>
                    <a:cubicBezTo>
                      <a:pt x="91858" y="42474"/>
                      <a:pt x="89758" y="42123"/>
                      <a:pt x="87604" y="41979"/>
                    </a:cubicBezTo>
                    <a:lnTo>
                      <a:pt x="83438" y="41979"/>
                    </a:lnTo>
                    <a:cubicBezTo>
                      <a:pt x="82604" y="41979"/>
                      <a:pt x="82119" y="41901"/>
                      <a:pt x="81979" y="41719"/>
                    </a:cubicBezTo>
                    <a:cubicBezTo>
                      <a:pt x="81841" y="41550"/>
                      <a:pt x="81771" y="41081"/>
                      <a:pt x="81771" y="40313"/>
                    </a:cubicBezTo>
                    <a:lnTo>
                      <a:pt x="81771" y="36459"/>
                    </a:lnTo>
                    <a:cubicBezTo>
                      <a:pt x="81771" y="35625"/>
                      <a:pt x="81841" y="35078"/>
                      <a:pt x="81979" y="34792"/>
                    </a:cubicBezTo>
                    <a:cubicBezTo>
                      <a:pt x="82119" y="34518"/>
                      <a:pt x="82604" y="34375"/>
                      <a:pt x="83438" y="34375"/>
                    </a:cubicBezTo>
                    <a:lnTo>
                      <a:pt x="86875" y="34375"/>
                    </a:lnTo>
                    <a:cubicBezTo>
                      <a:pt x="88958" y="34375"/>
                      <a:pt x="90990" y="34115"/>
                      <a:pt x="92969" y="33594"/>
                    </a:cubicBezTo>
                    <a:cubicBezTo>
                      <a:pt x="94948" y="33073"/>
                      <a:pt x="96667" y="32266"/>
                      <a:pt x="98125" y="31146"/>
                    </a:cubicBezTo>
                    <a:cubicBezTo>
                      <a:pt x="99654" y="30104"/>
                      <a:pt x="100869" y="28737"/>
                      <a:pt x="101771" y="27032"/>
                    </a:cubicBezTo>
                    <a:cubicBezTo>
                      <a:pt x="102675" y="25339"/>
                      <a:pt x="103125" y="23268"/>
                      <a:pt x="103125" y="20833"/>
                    </a:cubicBezTo>
                    <a:cubicBezTo>
                      <a:pt x="103125" y="16458"/>
                      <a:pt x="101685" y="13099"/>
                      <a:pt x="98802" y="10729"/>
                    </a:cubicBezTo>
                    <a:cubicBezTo>
                      <a:pt x="95921" y="8372"/>
                      <a:pt x="92292" y="7188"/>
                      <a:pt x="87917" y="7188"/>
                    </a:cubicBezTo>
                    <a:cubicBezTo>
                      <a:pt x="83404" y="7188"/>
                      <a:pt x="79844" y="8372"/>
                      <a:pt x="77240" y="10729"/>
                    </a:cubicBezTo>
                    <a:cubicBezTo>
                      <a:pt x="74635" y="13099"/>
                      <a:pt x="73125" y="16497"/>
                      <a:pt x="72708" y="20938"/>
                    </a:cubicBezTo>
                    <a:lnTo>
                      <a:pt x="64375" y="20938"/>
                    </a:lnTo>
                    <a:cubicBezTo>
                      <a:pt x="64445" y="14479"/>
                      <a:pt x="66667" y="9375"/>
                      <a:pt x="71042" y="5625"/>
                    </a:cubicBezTo>
                    <a:cubicBezTo>
                      <a:pt x="75417" y="1875"/>
                      <a:pt x="81146" y="0"/>
                      <a:pt x="88229" y="0"/>
                    </a:cubicBezTo>
                    <a:close/>
                    <a:moveTo>
                      <a:pt x="23021" y="0"/>
                    </a:moveTo>
                    <a:cubicBezTo>
                      <a:pt x="29410" y="0"/>
                      <a:pt x="34758" y="1706"/>
                      <a:pt x="39063" y="5104"/>
                    </a:cubicBezTo>
                    <a:cubicBezTo>
                      <a:pt x="43369" y="8516"/>
                      <a:pt x="45521" y="13516"/>
                      <a:pt x="45521" y="20104"/>
                    </a:cubicBezTo>
                    <a:cubicBezTo>
                      <a:pt x="45521" y="24558"/>
                      <a:pt x="44150" y="29167"/>
                      <a:pt x="41406" y="33958"/>
                    </a:cubicBezTo>
                    <a:cubicBezTo>
                      <a:pt x="38664" y="38750"/>
                      <a:pt x="35383" y="43412"/>
                      <a:pt x="31563" y="47917"/>
                    </a:cubicBezTo>
                    <a:cubicBezTo>
                      <a:pt x="27743" y="52435"/>
                      <a:pt x="23785" y="56667"/>
                      <a:pt x="19688" y="60625"/>
                    </a:cubicBezTo>
                    <a:cubicBezTo>
                      <a:pt x="15591" y="64584"/>
                      <a:pt x="12188" y="67917"/>
                      <a:pt x="9479" y="70625"/>
                    </a:cubicBezTo>
                    <a:lnTo>
                      <a:pt x="47188" y="70625"/>
                    </a:lnTo>
                    <a:lnTo>
                      <a:pt x="47188" y="77813"/>
                    </a:lnTo>
                    <a:lnTo>
                      <a:pt x="1458" y="77813"/>
                    </a:lnTo>
                    <a:cubicBezTo>
                      <a:pt x="833" y="77813"/>
                      <a:pt x="435" y="77709"/>
                      <a:pt x="260" y="77500"/>
                    </a:cubicBezTo>
                    <a:cubicBezTo>
                      <a:pt x="87" y="77292"/>
                      <a:pt x="0" y="76875"/>
                      <a:pt x="0" y="76250"/>
                    </a:cubicBezTo>
                    <a:lnTo>
                      <a:pt x="0" y="70000"/>
                    </a:lnTo>
                    <a:cubicBezTo>
                      <a:pt x="1181" y="68893"/>
                      <a:pt x="2622" y="67500"/>
                      <a:pt x="4323" y="65833"/>
                    </a:cubicBezTo>
                    <a:cubicBezTo>
                      <a:pt x="6025" y="64167"/>
                      <a:pt x="7883" y="62331"/>
                      <a:pt x="9896" y="60313"/>
                    </a:cubicBezTo>
                    <a:cubicBezTo>
                      <a:pt x="11841" y="58307"/>
                      <a:pt x="13854" y="56146"/>
                      <a:pt x="15937" y="53854"/>
                    </a:cubicBezTo>
                    <a:cubicBezTo>
                      <a:pt x="18021" y="51563"/>
                      <a:pt x="20070" y="49206"/>
                      <a:pt x="22083" y="46771"/>
                    </a:cubicBezTo>
                    <a:cubicBezTo>
                      <a:pt x="24098" y="44414"/>
                      <a:pt x="26008" y="42031"/>
                      <a:pt x="27812" y="39636"/>
                    </a:cubicBezTo>
                    <a:cubicBezTo>
                      <a:pt x="29619" y="37240"/>
                      <a:pt x="31181" y="34935"/>
                      <a:pt x="32500" y="32708"/>
                    </a:cubicBezTo>
                    <a:cubicBezTo>
                      <a:pt x="33889" y="30417"/>
                      <a:pt x="34983" y="28269"/>
                      <a:pt x="35781" y="26250"/>
                    </a:cubicBezTo>
                    <a:cubicBezTo>
                      <a:pt x="36581" y="24245"/>
                      <a:pt x="36979" y="22396"/>
                      <a:pt x="36979" y="20729"/>
                    </a:cubicBezTo>
                    <a:cubicBezTo>
                      <a:pt x="36979" y="16224"/>
                      <a:pt x="35660" y="12839"/>
                      <a:pt x="33021" y="10573"/>
                    </a:cubicBezTo>
                    <a:cubicBezTo>
                      <a:pt x="30383" y="8320"/>
                      <a:pt x="26979" y="7188"/>
                      <a:pt x="22812" y="7188"/>
                    </a:cubicBezTo>
                    <a:cubicBezTo>
                      <a:pt x="18785" y="7188"/>
                      <a:pt x="15504" y="8581"/>
                      <a:pt x="12969" y="11354"/>
                    </a:cubicBezTo>
                    <a:cubicBezTo>
                      <a:pt x="10435" y="14141"/>
                      <a:pt x="9167" y="17747"/>
                      <a:pt x="9167" y="22188"/>
                    </a:cubicBezTo>
                    <a:lnTo>
                      <a:pt x="625" y="22188"/>
                    </a:lnTo>
                    <a:cubicBezTo>
                      <a:pt x="625" y="18854"/>
                      <a:pt x="1181" y="15820"/>
                      <a:pt x="2292" y="13073"/>
                    </a:cubicBezTo>
                    <a:cubicBezTo>
                      <a:pt x="3404" y="10339"/>
                      <a:pt x="4966" y="7995"/>
                      <a:pt x="6979" y="6042"/>
                    </a:cubicBezTo>
                    <a:cubicBezTo>
                      <a:pt x="8994" y="4102"/>
                      <a:pt x="11372" y="2604"/>
                      <a:pt x="14115" y="1562"/>
                    </a:cubicBezTo>
                    <a:cubicBezTo>
                      <a:pt x="16858" y="521"/>
                      <a:pt x="19827" y="0"/>
                      <a:pt x="23021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596" name="TextBox 595">
                <a:extLst>
                  <a:ext uri="{FF2B5EF4-FFF2-40B4-BE49-F238E27FC236}">
                    <a16:creationId xmlns:a16="http://schemas.microsoft.com/office/drawing/2014/main" id="{5D5E5507-6F4E-4919-AEB5-2A72DB18893B}"/>
                  </a:ext>
                </a:extLst>
              </p:cNvPr>
              <p:cNvSpPr txBox="1"/>
              <p:nvPr/>
            </p:nvSpPr>
            <p:spPr>
              <a:xfrm>
                <a:off x="1122381" y="5869747"/>
                <a:ext cx="261005" cy="169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615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23</a:t>
                </a:r>
              </a:p>
            </p:txBody>
          </p:sp>
        </p:grpSp>
        <p:sp>
          <p:nvSpPr>
            <p:cNvPr id="597" name="자유형: 도형 596">
              <a:extLst>
                <a:ext uri="{FF2B5EF4-FFF2-40B4-BE49-F238E27FC236}">
                  <a16:creationId xmlns:a16="http://schemas.microsoft.com/office/drawing/2014/main" id="{81370CDB-E64A-413D-BF6B-AF637F2F6CCF}"/>
                </a:ext>
              </a:extLst>
            </p:cNvPr>
            <p:cNvSpPr/>
            <p:nvPr/>
          </p:nvSpPr>
          <p:spPr>
            <a:xfrm>
              <a:off x="1340683" y="5906664"/>
              <a:ext cx="169062" cy="90416"/>
            </a:xfrm>
            <a:custGeom>
              <a:avLst/>
              <a:gdLst>
                <a:gd name="connsiteX0" fmla="*/ 9583 w 169062"/>
                <a:gd name="connsiteY0" fmla="*/ 62188 h 90416"/>
                <a:gd name="connsiteX1" fmla="*/ 17917 w 169062"/>
                <a:gd name="connsiteY1" fmla="*/ 62188 h 90416"/>
                <a:gd name="connsiteX2" fmla="*/ 17917 w 169062"/>
                <a:gd name="connsiteY2" fmla="*/ 83334 h 90416"/>
                <a:gd name="connsiteX3" fmla="*/ 71563 w 169062"/>
                <a:gd name="connsiteY3" fmla="*/ 83334 h 90416"/>
                <a:gd name="connsiteX4" fmla="*/ 71563 w 169062"/>
                <a:gd name="connsiteY4" fmla="*/ 90417 h 90416"/>
                <a:gd name="connsiteX5" fmla="*/ 11771 w 169062"/>
                <a:gd name="connsiteY5" fmla="*/ 90417 h 90416"/>
                <a:gd name="connsiteX6" fmla="*/ 10052 w 169062"/>
                <a:gd name="connsiteY6" fmla="*/ 89948 h 90416"/>
                <a:gd name="connsiteX7" fmla="*/ 9583 w 169062"/>
                <a:gd name="connsiteY7" fmla="*/ 88229 h 90416"/>
                <a:gd name="connsiteX8" fmla="*/ 97813 w 169062"/>
                <a:gd name="connsiteY8" fmla="*/ 5000 h 90416"/>
                <a:gd name="connsiteX9" fmla="*/ 158646 w 169062"/>
                <a:gd name="connsiteY9" fmla="*/ 5000 h 90416"/>
                <a:gd name="connsiteX10" fmla="*/ 158646 w 169062"/>
                <a:gd name="connsiteY10" fmla="*/ 12083 h 90416"/>
                <a:gd name="connsiteX11" fmla="*/ 103854 w 169062"/>
                <a:gd name="connsiteY11" fmla="*/ 12083 h 90416"/>
                <a:gd name="connsiteX12" fmla="*/ 103854 w 169062"/>
                <a:gd name="connsiteY12" fmla="*/ 42917 h 90416"/>
                <a:gd name="connsiteX13" fmla="*/ 159583 w 169062"/>
                <a:gd name="connsiteY13" fmla="*/ 42917 h 90416"/>
                <a:gd name="connsiteX14" fmla="*/ 159583 w 169062"/>
                <a:gd name="connsiteY14" fmla="*/ 49896 h 90416"/>
                <a:gd name="connsiteX15" fmla="*/ 130833 w 169062"/>
                <a:gd name="connsiteY15" fmla="*/ 49896 h 90416"/>
                <a:gd name="connsiteX16" fmla="*/ 130833 w 169062"/>
                <a:gd name="connsiteY16" fmla="*/ 73646 h 90416"/>
                <a:gd name="connsiteX17" fmla="*/ 169063 w 169062"/>
                <a:gd name="connsiteY17" fmla="*/ 73646 h 90416"/>
                <a:gd name="connsiteX18" fmla="*/ 169063 w 169062"/>
                <a:gd name="connsiteY18" fmla="*/ 80729 h 90416"/>
                <a:gd name="connsiteX19" fmla="*/ 84271 w 169062"/>
                <a:gd name="connsiteY19" fmla="*/ 80729 h 90416"/>
                <a:gd name="connsiteX20" fmla="*/ 84271 w 169062"/>
                <a:gd name="connsiteY20" fmla="*/ 73646 h 90416"/>
                <a:gd name="connsiteX21" fmla="*/ 122500 w 169062"/>
                <a:gd name="connsiteY21" fmla="*/ 73646 h 90416"/>
                <a:gd name="connsiteX22" fmla="*/ 122500 w 169062"/>
                <a:gd name="connsiteY22" fmla="*/ 49896 h 90416"/>
                <a:gd name="connsiteX23" fmla="*/ 97813 w 169062"/>
                <a:gd name="connsiteY23" fmla="*/ 49896 h 90416"/>
                <a:gd name="connsiteX24" fmla="*/ 96042 w 169062"/>
                <a:gd name="connsiteY24" fmla="*/ 49479 h 90416"/>
                <a:gd name="connsiteX25" fmla="*/ 95625 w 169062"/>
                <a:gd name="connsiteY25" fmla="*/ 47812 h 90416"/>
                <a:gd name="connsiteX26" fmla="*/ 95625 w 169062"/>
                <a:gd name="connsiteY26" fmla="*/ 7188 h 90416"/>
                <a:gd name="connsiteX27" fmla="*/ 96094 w 169062"/>
                <a:gd name="connsiteY27" fmla="*/ 5469 h 90416"/>
                <a:gd name="connsiteX28" fmla="*/ 97813 w 169062"/>
                <a:gd name="connsiteY28" fmla="*/ 5000 h 90416"/>
                <a:gd name="connsiteX29" fmla="*/ 0 w 169062"/>
                <a:gd name="connsiteY29" fmla="*/ 2604 h 90416"/>
                <a:gd name="connsiteX30" fmla="*/ 8125 w 169062"/>
                <a:gd name="connsiteY30" fmla="*/ 2604 h 90416"/>
                <a:gd name="connsiteX31" fmla="*/ 8125 w 169062"/>
                <a:gd name="connsiteY31" fmla="*/ 43854 h 90416"/>
                <a:gd name="connsiteX32" fmla="*/ 15208 w 169062"/>
                <a:gd name="connsiteY32" fmla="*/ 43854 h 90416"/>
                <a:gd name="connsiteX33" fmla="*/ 25990 w 169062"/>
                <a:gd name="connsiteY33" fmla="*/ 43542 h 90416"/>
                <a:gd name="connsiteX34" fmla="*/ 36875 w 169062"/>
                <a:gd name="connsiteY34" fmla="*/ 42708 h 90416"/>
                <a:gd name="connsiteX35" fmla="*/ 46302 w 169062"/>
                <a:gd name="connsiteY35" fmla="*/ 41615 h 90416"/>
                <a:gd name="connsiteX36" fmla="*/ 52708 w 169062"/>
                <a:gd name="connsiteY36" fmla="*/ 40417 h 90416"/>
                <a:gd name="connsiteX37" fmla="*/ 52708 w 169062"/>
                <a:gd name="connsiteY37" fmla="*/ 47396 h 90416"/>
                <a:gd name="connsiteX38" fmla="*/ 46042 w 169062"/>
                <a:gd name="connsiteY38" fmla="*/ 48750 h 90416"/>
                <a:gd name="connsiteX39" fmla="*/ 36667 w 169062"/>
                <a:gd name="connsiteY39" fmla="*/ 50000 h 90416"/>
                <a:gd name="connsiteX40" fmla="*/ 25573 w 169062"/>
                <a:gd name="connsiteY40" fmla="*/ 50886 h 90416"/>
                <a:gd name="connsiteX41" fmla="*/ 13750 w 169062"/>
                <a:gd name="connsiteY41" fmla="*/ 51250 h 90416"/>
                <a:gd name="connsiteX42" fmla="*/ 2187 w 169062"/>
                <a:gd name="connsiteY42" fmla="*/ 51250 h 90416"/>
                <a:gd name="connsiteX43" fmla="*/ 469 w 169062"/>
                <a:gd name="connsiteY43" fmla="*/ 50782 h 90416"/>
                <a:gd name="connsiteX44" fmla="*/ 0 w 169062"/>
                <a:gd name="connsiteY44" fmla="*/ 49063 h 90416"/>
                <a:gd name="connsiteX45" fmla="*/ 61146 w 169062"/>
                <a:gd name="connsiteY45" fmla="*/ 0 h 90416"/>
                <a:gd name="connsiteX46" fmla="*/ 69271 w 169062"/>
                <a:gd name="connsiteY46" fmla="*/ 0 h 90416"/>
                <a:gd name="connsiteX47" fmla="*/ 69271 w 169062"/>
                <a:gd name="connsiteY47" fmla="*/ 67709 h 90416"/>
                <a:gd name="connsiteX48" fmla="*/ 61250 w 169062"/>
                <a:gd name="connsiteY48" fmla="*/ 67709 h 90416"/>
                <a:gd name="connsiteX49" fmla="*/ 61250 w 169062"/>
                <a:gd name="connsiteY49" fmla="*/ 32084 h 90416"/>
                <a:gd name="connsiteX50" fmla="*/ 36250 w 169062"/>
                <a:gd name="connsiteY50" fmla="*/ 32084 h 90416"/>
                <a:gd name="connsiteX51" fmla="*/ 36250 w 169062"/>
                <a:gd name="connsiteY51" fmla="*/ 25417 h 90416"/>
                <a:gd name="connsiteX52" fmla="*/ 61250 w 169062"/>
                <a:gd name="connsiteY52" fmla="*/ 25417 h 90416"/>
                <a:gd name="connsiteX53" fmla="*/ 61250 w 169062"/>
                <a:gd name="connsiteY53" fmla="*/ 15417 h 90416"/>
                <a:gd name="connsiteX54" fmla="*/ 36250 w 169062"/>
                <a:gd name="connsiteY54" fmla="*/ 15417 h 90416"/>
                <a:gd name="connsiteX55" fmla="*/ 36250 w 169062"/>
                <a:gd name="connsiteY55" fmla="*/ 8750 h 90416"/>
                <a:gd name="connsiteX56" fmla="*/ 61146 w 169062"/>
                <a:gd name="connsiteY56" fmla="*/ 8750 h 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169062" h="90416">
                  <a:moveTo>
                    <a:pt x="9583" y="62188"/>
                  </a:moveTo>
                  <a:lnTo>
                    <a:pt x="17917" y="62188"/>
                  </a:lnTo>
                  <a:lnTo>
                    <a:pt x="17917" y="83334"/>
                  </a:lnTo>
                  <a:lnTo>
                    <a:pt x="71563" y="83334"/>
                  </a:lnTo>
                  <a:lnTo>
                    <a:pt x="71563" y="90417"/>
                  </a:lnTo>
                  <a:lnTo>
                    <a:pt x="11771" y="90417"/>
                  </a:lnTo>
                  <a:cubicBezTo>
                    <a:pt x="10938" y="90417"/>
                    <a:pt x="10365" y="90261"/>
                    <a:pt x="10052" y="89948"/>
                  </a:cubicBezTo>
                  <a:cubicBezTo>
                    <a:pt x="9740" y="89635"/>
                    <a:pt x="9583" y="89062"/>
                    <a:pt x="9583" y="88229"/>
                  </a:cubicBezTo>
                  <a:close/>
                  <a:moveTo>
                    <a:pt x="97813" y="5000"/>
                  </a:moveTo>
                  <a:lnTo>
                    <a:pt x="158646" y="5000"/>
                  </a:lnTo>
                  <a:lnTo>
                    <a:pt x="158646" y="12083"/>
                  </a:lnTo>
                  <a:lnTo>
                    <a:pt x="103854" y="12083"/>
                  </a:lnTo>
                  <a:lnTo>
                    <a:pt x="103854" y="42917"/>
                  </a:lnTo>
                  <a:lnTo>
                    <a:pt x="159583" y="42917"/>
                  </a:lnTo>
                  <a:lnTo>
                    <a:pt x="159583" y="49896"/>
                  </a:lnTo>
                  <a:lnTo>
                    <a:pt x="130833" y="49896"/>
                  </a:lnTo>
                  <a:lnTo>
                    <a:pt x="130833" y="73646"/>
                  </a:lnTo>
                  <a:lnTo>
                    <a:pt x="169063" y="73646"/>
                  </a:lnTo>
                  <a:lnTo>
                    <a:pt x="169063" y="80729"/>
                  </a:lnTo>
                  <a:lnTo>
                    <a:pt x="84271" y="80729"/>
                  </a:lnTo>
                  <a:lnTo>
                    <a:pt x="84271" y="73646"/>
                  </a:lnTo>
                  <a:lnTo>
                    <a:pt x="122500" y="73646"/>
                  </a:lnTo>
                  <a:lnTo>
                    <a:pt x="122500" y="49896"/>
                  </a:lnTo>
                  <a:lnTo>
                    <a:pt x="97813" y="49896"/>
                  </a:lnTo>
                  <a:cubicBezTo>
                    <a:pt x="96910" y="49896"/>
                    <a:pt x="96320" y="49766"/>
                    <a:pt x="96042" y="49479"/>
                  </a:cubicBezTo>
                  <a:cubicBezTo>
                    <a:pt x="95764" y="49206"/>
                    <a:pt x="95625" y="48646"/>
                    <a:pt x="95625" y="47812"/>
                  </a:cubicBezTo>
                  <a:lnTo>
                    <a:pt x="95625" y="7188"/>
                  </a:lnTo>
                  <a:cubicBezTo>
                    <a:pt x="95625" y="6354"/>
                    <a:pt x="95781" y="5781"/>
                    <a:pt x="96094" y="5469"/>
                  </a:cubicBezTo>
                  <a:cubicBezTo>
                    <a:pt x="96406" y="5156"/>
                    <a:pt x="96979" y="5000"/>
                    <a:pt x="97813" y="5000"/>
                  </a:cubicBez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43854"/>
                  </a:lnTo>
                  <a:lnTo>
                    <a:pt x="15208" y="43854"/>
                  </a:lnTo>
                  <a:cubicBezTo>
                    <a:pt x="18612" y="43854"/>
                    <a:pt x="22206" y="43750"/>
                    <a:pt x="25990" y="43542"/>
                  </a:cubicBezTo>
                  <a:cubicBezTo>
                    <a:pt x="29775" y="43333"/>
                    <a:pt x="33404" y="43060"/>
                    <a:pt x="36875" y="42708"/>
                  </a:cubicBezTo>
                  <a:cubicBezTo>
                    <a:pt x="40348" y="42370"/>
                    <a:pt x="43490" y="42005"/>
                    <a:pt x="46302" y="41615"/>
                  </a:cubicBezTo>
                  <a:cubicBezTo>
                    <a:pt x="49115" y="41237"/>
                    <a:pt x="51250" y="40834"/>
                    <a:pt x="52708" y="40417"/>
                  </a:cubicBezTo>
                  <a:lnTo>
                    <a:pt x="52708" y="47396"/>
                  </a:lnTo>
                  <a:cubicBezTo>
                    <a:pt x="51042" y="47812"/>
                    <a:pt x="48820" y="48268"/>
                    <a:pt x="46042" y="48750"/>
                  </a:cubicBezTo>
                  <a:cubicBezTo>
                    <a:pt x="43264" y="49245"/>
                    <a:pt x="40139" y="49662"/>
                    <a:pt x="36667" y="50000"/>
                  </a:cubicBezTo>
                  <a:cubicBezTo>
                    <a:pt x="33195" y="50352"/>
                    <a:pt x="29497" y="50651"/>
                    <a:pt x="25573" y="50886"/>
                  </a:cubicBezTo>
                  <a:cubicBezTo>
                    <a:pt x="21650" y="51133"/>
                    <a:pt x="17708" y="51250"/>
                    <a:pt x="13750" y="51250"/>
                  </a:cubicBezTo>
                  <a:lnTo>
                    <a:pt x="2187" y="51250"/>
                  </a:lnTo>
                  <a:cubicBezTo>
                    <a:pt x="1354" y="51250"/>
                    <a:pt x="781" y="51094"/>
                    <a:pt x="469" y="50782"/>
                  </a:cubicBezTo>
                  <a:cubicBezTo>
                    <a:pt x="156" y="50469"/>
                    <a:pt x="0" y="49896"/>
                    <a:pt x="0" y="49063"/>
                  </a:cubicBezTo>
                  <a:close/>
                  <a:moveTo>
                    <a:pt x="61146" y="0"/>
                  </a:moveTo>
                  <a:lnTo>
                    <a:pt x="69271" y="0"/>
                  </a:lnTo>
                  <a:lnTo>
                    <a:pt x="69271" y="67709"/>
                  </a:lnTo>
                  <a:lnTo>
                    <a:pt x="61250" y="67709"/>
                  </a:lnTo>
                  <a:lnTo>
                    <a:pt x="61250" y="32084"/>
                  </a:lnTo>
                  <a:lnTo>
                    <a:pt x="36250" y="32084"/>
                  </a:lnTo>
                  <a:lnTo>
                    <a:pt x="36250" y="25417"/>
                  </a:lnTo>
                  <a:lnTo>
                    <a:pt x="61250" y="25417"/>
                  </a:lnTo>
                  <a:lnTo>
                    <a:pt x="61250" y="15417"/>
                  </a:lnTo>
                  <a:lnTo>
                    <a:pt x="36250" y="15417"/>
                  </a:lnTo>
                  <a:lnTo>
                    <a:pt x="36250" y="8750"/>
                  </a:lnTo>
                  <a:lnTo>
                    <a:pt x="61146" y="8750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8" name="TextBox 597">
              <a:extLst>
                <a:ext uri="{FF2B5EF4-FFF2-40B4-BE49-F238E27FC236}">
                  <a16:creationId xmlns:a16="http://schemas.microsoft.com/office/drawing/2014/main" id="{201577B6-9C76-4669-A4D9-4A267107B94E}"/>
                </a:ext>
              </a:extLst>
            </p:cNvPr>
            <p:cNvSpPr txBox="1"/>
            <p:nvPr/>
          </p:nvSpPr>
          <p:spPr>
            <a:xfrm>
              <a:off x="1249243" y="5835893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년도</a:t>
              </a:r>
            </a:p>
          </p:txBody>
        </p:sp>
        <p:sp>
          <p:nvSpPr>
            <p:cNvPr id="599" name="자유형: 도형 598">
              <a:extLst>
                <a:ext uri="{FF2B5EF4-FFF2-40B4-BE49-F238E27FC236}">
                  <a16:creationId xmlns:a16="http://schemas.microsoft.com/office/drawing/2014/main" id="{4A2966FB-4925-4381-BF67-862E62C40105}"/>
                </a:ext>
              </a:extLst>
            </p:cNvPr>
            <p:cNvSpPr/>
            <p:nvPr/>
          </p:nvSpPr>
          <p:spPr>
            <a:xfrm>
              <a:off x="1562079" y="5909790"/>
              <a:ext cx="412506" cy="81145"/>
            </a:xfrm>
            <a:custGeom>
              <a:avLst/>
              <a:gdLst>
                <a:gd name="connsiteX0" fmla="*/ 346556 w 412506"/>
                <a:gd name="connsiteY0" fmla="*/ 8854 h 81145"/>
                <a:gd name="connsiteX1" fmla="*/ 346556 w 412506"/>
                <a:gd name="connsiteY1" fmla="*/ 39167 h 81145"/>
                <a:gd name="connsiteX2" fmla="*/ 361556 w 412506"/>
                <a:gd name="connsiteY2" fmla="*/ 39167 h 81145"/>
                <a:gd name="connsiteX3" fmla="*/ 375202 w 412506"/>
                <a:gd name="connsiteY3" fmla="*/ 35677 h 81145"/>
                <a:gd name="connsiteX4" fmla="*/ 380202 w 412506"/>
                <a:gd name="connsiteY4" fmla="*/ 24062 h 81145"/>
                <a:gd name="connsiteX5" fmla="*/ 375202 w 412506"/>
                <a:gd name="connsiteY5" fmla="*/ 12448 h 81145"/>
                <a:gd name="connsiteX6" fmla="*/ 361556 w 412506"/>
                <a:gd name="connsiteY6" fmla="*/ 8854 h 81145"/>
                <a:gd name="connsiteX7" fmla="*/ 163333 w 412506"/>
                <a:gd name="connsiteY7" fmla="*/ 8854 h 81145"/>
                <a:gd name="connsiteX8" fmla="*/ 163333 w 412506"/>
                <a:gd name="connsiteY8" fmla="*/ 72292 h 81145"/>
                <a:gd name="connsiteX9" fmla="*/ 176979 w 412506"/>
                <a:gd name="connsiteY9" fmla="*/ 72292 h 81145"/>
                <a:gd name="connsiteX10" fmla="*/ 198698 w 412506"/>
                <a:gd name="connsiteY10" fmla="*/ 63750 h 81145"/>
                <a:gd name="connsiteX11" fmla="*/ 205521 w 412506"/>
                <a:gd name="connsiteY11" fmla="*/ 40625 h 81145"/>
                <a:gd name="connsiteX12" fmla="*/ 196563 w 412506"/>
                <a:gd name="connsiteY12" fmla="*/ 15990 h 81145"/>
                <a:gd name="connsiteX13" fmla="*/ 172292 w 412506"/>
                <a:gd name="connsiteY13" fmla="*/ 8854 h 81145"/>
                <a:gd name="connsiteX14" fmla="*/ 8021 w 412506"/>
                <a:gd name="connsiteY14" fmla="*/ 8854 h 81145"/>
                <a:gd name="connsiteX15" fmla="*/ 8021 w 412506"/>
                <a:gd name="connsiteY15" fmla="*/ 39167 h 81145"/>
                <a:gd name="connsiteX16" fmla="*/ 23021 w 412506"/>
                <a:gd name="connsiteY16" fmla="*/ 39167 h 81145"/>
                <a:gd name="connsiteX17" fmla="*/ 36667 w 412506"/>
                <a:gd name="connsiteY17" fmla="*/ 35677 h 81145"/>
                <a:gd name="connsiteX18" fmla="*/ 41667 w 412506"/>
                <a:gd name="connsiteY18" fmla="*/ 24062 h 81145"/>
                <a:gd name="connsiteX19" fmla="*/ 36667 w 412506"/>
                <a:gd name="connsiteY19" fmla="*/ 12448 h 81145"/>
                <a:gd name="connsiteX20" fmla="*/ 23021 w 412506"/>
                <a:gd name="connsiteY20" fmla="*/ 8854 h 81145"/>
                <a:gd name="connsiteX21" fmla="*/ 340410 w 412506"/>
                <a:gd name="connsiteY21" fmla="*/ 1667 h 81145"/>
                <a:gd name="connsiteX22" fmla="*/ 363015 w 412506"/>
                <a:gd name="connsiteY22" fmla="*/ 1667 h 81145"/>
                <a:gd name="connsiteX23" fmla="*/ 373119 w 412506"/>
                <a:gd name="connsiteY23" fmla="*/ 3073 h 81145"/>
                <a:gd name="connsiteX24" fmla="*/ 381244 w 412506"/>
                <a:gd name="connsiteY24" fmla="*/ 7188 h 81145"/>
                <a:gd name="connsiteX25" fmla="*/ 386673 w 412506"/>
                <a:gd name="connsiteY25" fmla="*/ 14218 h 81145"/>
                <a:gd name="connsiteX26" fmla="*/ 388652 w 412506"/>
                <a:gd name="connsiteY26" fmla="*/ 24062 h 81145"/>
                <a:gd name="connsiteX27" fmla="*/ 386673 w 412506"/>
                <a:gd name="connsiteY27" fmla="*/ 34010 h 81145"/>
                <a:gd name="connsiteX28" fmla="*/ 381244 w 412506"/>
                <a:gd name="connsiteY28" fmla="*/ 41041 h 81145"/>
                <a:gd name="connsiteX29" fmla="*/ 373119 w 412506"/>
                <a:gd name="connsiteY29" fmla="*/ 45104 h 81145"/>
                <a:gd name="connsiteX30" fmla="*/ 363015 w 412506"/>
                <a:gd name="connsiteY30" fmla="*/ 46458 h 81145"/>
                <a:gd name="connsiteX31" fmla="*/ 346673 w 412506"/>
                <a:gd name="connsiteY31" fmla="*/ 46458 h 81145"/>
                <a:gd name="connsiteX32" fmla="*/ 346673 w 412506"/>
                <a:gd name="connsiteY32" fmla="*/ 79479 h 81145"/>
                <a:gd name="connsiteX33" fmla="*/ 338548 w 412506"/>
                <a:gd name="connsiteY33" fmla="*/ 79479 h 81145"/>
                <a:gd name="connsiteX34" fmla="*/ 338548 w 412506"/>
                <a:gd name="connsiteY34" fmla="*/ 3646 h 81145"/>
                <a:gd name="connsiteX35" fmla="*/ 338913 w 412506"/>
                <a:gd name="connsiteY35" fmla="*/ 2135 h 81145"/>
                <a:gd name="connsiteX36" fmla="*/ 340410 w 412506"/>
                <a:gd name="connsiteY36" fmla="*/ 1667 h 81145"/>
                <a:gd name="connsiteX37" fmla="*/ 156979 w 412506"/>
                <a:gd name="connsiteY37" fmla="*/ 1667 h 81145"/>
                <a:gd name="connsiteX38" fmla="*/ 174896 w 412506"/>
                <a:gd name="connsiteY38" fmla="*/ 1667 h 81145"/>
                <a:gd name="connsiteX39" fmla="*/ 203802 w 412506"/>
                <a:gd name="connsiteY39" fmla="*/ 11458 h 81145"/>
                <a:gd name="connsiteX40" fmla="*/ 213958 w 412506"/>
                <a:gd name="connsiteY40" fmla="*/ 40625 h 81145"/>
                <a:gd name="connsiteX41" fmla="*/ 203802 w 412506"/>
                <a:gd name="connsiteY41" fmla="*/ 69739 h 81145"/>
                <a:gd name="connsiteX42" fmla="*/ 174896 w 412506"/>
                <a:gd name="connsiteY42" fmla="*/ 79479 h 81145"/>
                <a:gd name="connsiteX43" fmla="*/ 156979 w 412506"/>
                <a:gd name="connsiteY43" fmla="*/ 79479 h 81145"/>
                <a:gd name="connsiteX44" fmla="*/ 155573 w 412506"/>
                <a:gd name="connsiteY44" fmla="*/ 79062 h 81145"/>
                <a:gd name="connsiteX45" fmla="*/ 155208 w 412506"/>
                <a:gd name="connsiteY45" fmla="*/ 77500 h 81145"/>
                <a:gd name="connsiteX46" fmla="*/ 155208 w 412506"/>
                <a:gd name="connsiteY46" fmla="*/ 3646 h 81145"/>
                <a:gd name="connsiteX47" fmla="*/ 155573 w 412506"/>
                <a:gd name="connsiteY47" fmla="*/ 2135 h 81145"/>
                <a:gd name="connsiteX48" fmla="*/ 156979 w 412506"/>
                <a:gd name="connsiteY48" fmla="*/ 1667 h 81145"/>
                <a:gd name="connsiteX49" fmla="*/ 66771 w 412506"/>
                <a:gd name="connsiteY49" fmla="*/ 1667 h 81145"/>
                <a:gd name="connsiteX50" fmla="*/ 74583 w 412506"/>
                <a:gd name="connsiteY50" fmla="*/ 1667 h 81145"/>
                <a:gd name="connsiteX51" fmla="*/ 75781 w 412506"/>
                <a:gd name="connsiteY51" fmla="*/ 2031 h 81145"/>
                <a:gd name="connsiteX52" fmla="*/ 76667 w 412506"/>
                <a:gd name="connsiteY52" fmla="*/ 3021 h 81145"/>
                <a:gd name="connsiteX53" fmla="*/ 96771 w 412506"/>
                <a:gd name="connsiteY53" fmla="*/ 58646 h 81145"/>
                <a:gd name="connsiteX54" fmla="*/ 100729 w 412506"/>
                <a:gd name="connsiteY54" fmla="*/ 69166 h 81145"/>
                <a:gd name="connsiteX55" fmla="*/ 104688 w 412506"/>
                <a:gd name="connsiteY55" fmla="*/ 58646 h 81145"/>
                <a:gd name="connsiteX56" fmla="*/ 124792 w 412506"/>
                <a:gd name="connsiteY56" fmla="*/ 3021 h 81145"/>
                <a:gd name="connsiteX57" fmla="*/ 125573 w 412506"/>
                <a:gd name="connsiteY57" fmla="*/ 2031 h 81145"/>
                <a:gd name="connsiteX58" fmla="*/ 126875 w 412506"/>
                <a:gd name="connsiteY58" fmla="*/ 1667 h 81145"/>
                <a:gd name="connsiteX59" fmla="*/ 134688 w 412506"/>
                <a:gd name="connsiteY59" fmla="*/ 1667 h 81145"/>
                <a:gd name="connsiteX60" fmla="*/ 136042 w 412506"/>
                <a:gd name="connsiteY60" fmla="*/ 2135 h 81145"/>
                <a:gd name="connsiteX61" fmla="*/ 136458 w 412506"/>
                <a:gd name="connsiteY61" fmla="*/ 3646 h 81145"/>
                <a:gd name="connsiteX62" fmla="*/ 136458 w 412506"/>
                <a:gd name="connsiteY62" fmla="*/ 79479 h 81145"/>
                <a:gd name="connsiteX63" fmla="*/ 128750 w 412506"/>
                <a:gd name="connsiteY63" fmla="*/ 79479 h 81145"/>
                <a:gd name="connsiteX64" fmla="*/ 128750 w 412506"/>
                <a:gd name="connsiteY64" fmla="*/ 20729 h 81145"/>
                <a:gd name="connsiteX65" fmla="*/ 128958 w 412506"/>
                <a:gd name="connsiteY65" fmla="*/ 11146 h 81145"/>
                <a:gd name="connsiteX66" fmla="*/ 105104 w 412506"/>
                <a:gd name="connsiteY66" fmla="*/ 78437 h 81145"/>
                <a:gd name="connsiteX67" fmla="*/ 104531 w 412506"/>
                <a:gd name="connsiteY67" fmla="*/ 79271 h 81145"/>
                <a:gd name="connsiteX68" fmla="*/ 103438 w 412506"/>
                <a:gd name="connsiteY68" fmla="*/ 79479 h 81145"/>
                <a:gd name="connsiteX69" fmla="*/ 97917 w 412506"/>
                <a:gd name="connsiteY69" fmla="*/ 79479 h 81145"/>
                <a:gd name="connsiteX70" fmla="*/ 96823 w 412506"/>
                <a:gd name="connsiteY70" fmla="*/ 79271 h 81145"/>
                <a:gd name="connsiteX71" fmla="*/ 96354 w 412506"/>
                <a:gd name="connsiteY71" fmla="*/ 78437 h 81145"/>
                <a:gd name="connsiteX72" fmla="*/ 72500 w 412506"/>
                <a:gd name="connsiteY72" fmla="*/ 11250 h 81145"/>
                <a:gd name="connsiteX73" fmla="*/ 72708 w 412506"/>
                <a:gd name="connsiteY73" fmla="*/ 20833 h 81145"/>
                <a:gd name="connsiteX74" fmla="*/ 72708 w 412506"/>
                <a:gd name="connsiteY74" fmla="*/ 79479 h 81145"/>
                <a:gd name="connsiteX75" fmla="*/ 65000 w 412506"/>
                <a:gd name="connsiteY75" fmla="*/ 79479 h 81145"/>
                <a:gd name="connsiteX76" fmla="*/ 65000 w 412506"/>
                <a:gd name="connsiteY76" fmla="*/ 3646 h 81145"/>
                <a:gd name="connsiteX77" fmla="*/ 65365 w 412506"/>
                <a:gd name="connsiteY77" fmla="*/ 2135 h 81145"/>
                <a:gd name="connsiteX78" fmla="*/ 66771 w 412506"/>
                <a:gd name="connsiteY78" fmla="*/ 1667 h 81145"/>
                <a:gd name="connsiteX79" fmla="*/ 1875 w 412506"/>
                <a:gd name="connsiteY79" fmla="*/ 1667 h 81145"/>
                <a:gd name="connsiteX80" fmla="*/ 24479 w 412506"/>
                <a:gd name="connsiteY80" fmla="*/ 1667 h 81145"/>
                <a:gd name="connsiteX81" fmla="*/ 34583 w 412506"/>
                <a:gd name="connsiteY81" fmla="*/ 3073 h 81145"/>
                <a:gd name="connsiteX82" fmla="*/ 42708 w 412506"/>
                <a:gd name="connsiteY82" fmla="*/ 7188 h 81145"/>
                <a:gd name="connsiteX83" fmla="*/ 48125 w 412506"/>
                <a:gd name="connsiteY83" fmla="*/ 14218 h 81145"/>
                <a:gd name="connsiteX84" fmla="*/ 50104 w 412506"/>
                <a:gd name="connsiteY84" fmla="*/ 24062 h 81145"/>
                <a:gd name="connsiteX85" fmla="*/ 48125 w 412506"/>
                <a:gd name="connsiteY85" fmla="*/ 34010 h 81145"/>
                <a:gd name="connsiteX86" fmla="*/ 42708 w 412506"/>
                <a:gd name="connsiteY86" fmla="*/ 41041 h 81145"/>
                <a:gd name="connsiteX87" fmla="*/ 34583 w 412506"/>
                <a:gd name="connsiteY87" fmla="*/ 45104 h 81145"/>
                <a:gd name="connsiteX88" fmla="*/ 24479 w 412506"/>
                <a:gd name="connsiteY88" fmla="*/ 46458 h 81145"/>
                <a:gd name="connsiteX89" fmla="*/ 8125 w 412506"/>
                <a:gd name="connsiteY89" fmla="*/ 46458 h 81145"/>
                <a:gd name="connsiteX90" fmla="*/ 8125 w 412506"/>
                <a:gd name="connsiteY90" fmla="*/ 79479 h 81145"/>
                <a:gd name="connsiteX91" fmla="*/ 0 w 412506"/>
                <a:gd name="connsiteY91" fmla="*/ 79479 h 81145"/>
                <a:gd name="connsiteX92" fmla="*/ 0 w 412506"/>
                <a:gd name="connsiteY92" fmla="*/ 3646 h 81145"/>
                <a:gd name="connsiteX93" fmla="*/ 365 w 412506"/>
                <a:gd name="connsiteY93" fmla="*/ 2135 h 81145"/>
                <a:gd name="connsiteX94" fmla="*/ 1875 w 412506"/>
                <a:gd name="connsiteY94" fmla="*/ 1667 h 81145"/>
                <a:gd name="connsiteX95" fmla="*/ 404265 w 412506"/>
                <a:gd name="connsiteY95" fmla="*/ 1354 h 81145"/>
                <a:gd name="connsiteX96" fmla="*/ 412507 w 412506"/>
                <a:gd name="connsiteY96" fmla="*/ 1354 h 81145"/>
                <a:gd name="connsiteX97" fmla="*/ 412507 w 412506"/>
                <a:gd name="connsiteY97" fmla="*/ 79479 h 81145"/>
                <a:gd name="connsiteX98" fmla="*/ 404265 w 412506"/>
                <a:gd name="connsiteY98" fmla="*/ 79479 h 81145"/>
                <a:gd name="connsiteX99" fmla="*/ 262604 w 412506"/>
                <a:gd name="connsiteY99" fmla="*/ 0 h 81145"/>
                <a:gd name="connsiteX100" fmla="*/ 271921 w 412506"/>
                <a:gd name="connsiteY100" fmla="*/ 1198 h 81145"/>
                <a:gd name="connsiteX101" fmla="*/ 280098 w 412506"/>
                <a:gd name="connsiteY101" fmla="*/ 4896 h 81145"/>
                <a:gd name="connsiteX102" fmla="*/ 285983 w 412506"/>
                <a:gd name="connsiteY102" fmla="*/ 11250 h 81145"/>
                <a:gd name="connsiteX103" fmla="*/ 288952 w 412506"/>
                <a:gd name="connsiteY103" fmla="*/ 20417 h 81145"/>
                <a:gd name="connsiteX104" fmla="*/ 280202 w 412506"/>
                <a:gd name="connsiteY104" fmla="*/ 20417 h 81145"/>
                <a:gd name="connsiteX105" fmla="*/ 274264 w 412506"/>
                <a:gd name="connsiteY105" fmla="*/ 10573 h 81145"/>
                <a:gd name="connsiteX106" fmla="*/ 262604 w 412506"/>
                <a:gd name="connsiteY106" fmla="*/ 7292 h 81145"/>
                <a:gd name="connsiteX107" fmla="*/ 251250 w 412506"/>
                <a:gd name="connsiteY107" fmla="*/ 10260 h 81145"/>
                <a:gd name="connsiteX108" fmla="*/ 243958 w 412506"/>
                <a:gd name="connsiteY108" fmla="*/ 18021 h 81145"/>
                <a:gd name="connsiteX109" fmla="*/ 240104 w 412506"/>
                <a:gd name="connsiteY109" fmla="*/ 28750 h 81145"/>
                <a:gd name="connsiteX110" fmla="*/ 238958 w 412506"/>
                <a:gd name="connsiteY110" fmla="*/ 40625 h 81145"/>
                <a:gd name="connsiteX111" fmla="*/ 240104 w 412506"/>
                <a:gd name="connsiteY111" fmla="*/ 52500 h 81145"/>
                <a:gd name="connsiteX112" fmla="*/ 243958 w 412506"/>
                <a:gd name="connsiteY112" fmla="*/ 63229 h 81145"/>
                <a:gd name="connsiteX113" fmla="*/ 251250 w 412506"/>
                <a:gd name="connsiteY113" fmla="*/ 70938 h 81145"/>
                <a:gd name="connsiteX114" fmla="*/ 262604 w 412506"/>
                <a:gd name="connsiteY114" fmla="*/ 73854 h 81145"/>
                <a:gd name="connsiteX115" fmla="*/ 274108 w 412506"/>
                <a:gd name="connsiteY115" fmla="*/ 70677 h 81145"/>
                <a:gd name="connsiteX116" fmla="*/ 280514 w 412506"/>
                <a:gd name="connsiteY116" fmla="*/ 59896 h 81145"/>
                <a:gd name="connsiteX117" fmla="*/ 289382 w 412506"/>
                <a:gd name="connsiteY117" fmla="*/ 59896 h 81145"/>
                <a:gd name="connsiteX118" fmla="*/ 286400 w 412506"/>
                <a:gd name="connsiteY118" fmla="*/ 69062 h 81145"/>
                <a:gd name="connsiteX119" fmla="*/ 280514 w 412506"/>
                <a:gd name="connsiteY119" fmla="*/ 75729 h 81145"/>
                <a:gd name="connsiteX120" fmla="*/ 272285 w 412506"/>
                <a:gd name="connsiteY120" fmla="*/ 79792 h 81145"/>
                <a:gd name="connsiteX121" fmla="*/ 262604 w 412506"/>
                <a:gd name="connsiteY121" fmla="*/ 81146 h 81145"/>
                <a:gd name="connsiteX122" fmla="*/ 247813 w 412506"/>
                <a:gd name="connsiteY122" fmla="*/ 77864 h 81145"/>
                <a:gd name="connsiteX123" fmla="*/ 237813 w 412506"/>
                <a:gd name="connsiteY123" fmla="*/ 69062 h 81145"/>
                <a:gd name="connsiteX124" fmla="*/ 232031 w 412506"/>
                <a:gd name="connsiteY124" fmla="*/ 56094 h 81145"/>
                <a:gd name="connsiteX125" fmla="*/ 230208 w 412506"/>
                <a:gd name="connsiteY125" fmla="*/ 40625 h 81145"/>
                <a:gd name="connsiteX126" fmla="*/ 232031 w 412506"/>
                <a:gd name="connsiteY126" fmla="*/ 25365 h 81145"/>
                <a:gd name="connsiteX127" fmla="*/ 237813 w 412506"/>
                <a:gd name="connsiteY127" fmla="*/ 12396 h 81145"/>
                <a:gd name="connsiteX128" fmla="*/ 247865 w 412506"/>
                <a:gd name="connsiteY128" fmla="*/ 3385 h 81145"/>
                <a:gd name="connsiteX129" fmla="*/ 262604 w 412506"/>
                <a:gd name="connsiteY129" fmla="*/ 0 h 8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</a:cxnLst>
              <a:rect l="l" t="t" r="r" b="b"/>
              <a:pathLst>
                <a:path w="412506" h="81145">
                  <a:moveTo>
                    <a:pt x="346556" y="8854"/>
                  </a:moveTo>
                  <a:lnTo>
                    <a:pt x="346556" y="39167"/>
                  </a:lnTo>
                  <a:lnTo>
                    <a:pt x="361556" y="39167"/>
                  </a:lnTo>
                  <a:cubicBezTo>
                    <a:pt x="367324" y="39167"/>
                    <a:pt x="371869" y="38008"/>
                    <a:pt x="375202" y="35677"/>
                  </a:cubicBezTo>
                  <a:cubicBezTo>
                    <a:pt x="378535" y="33359"/>
                    <a:pt x="380202" y="29479"/>
                    <a:pt x="380202" y="24062"/>
                  </a:cubicBezTo>
                  <a:cubicBezTo>
                    <a:pt x="380202" y="18724"/>
                    <a:pt x="378535" y="14844"/>
                    <a:pt x="375202" y="12448"/>
                  </a:cubicBezTo>
                  <a:cubicBezTo>
                    <a:pt x="371869" y="10052"/>
                    <a:pt x="367324" y="8854"/>
                    <a:pt x="361556" y="8854"/>
                  </a:cubicBezTo>
                  <a:close/>
                  <a:moveTo>
                    <a:pt x="163333" y="8854"/>
                  </a:moveTo>
                  <a:lnTo>
                    <a:pt x="163333" y="72292"/>
                  </a:lnTo>
                  <a:lnTo>
                    <a:pt x="176979" y="72292"/>
                  </a:lnTo>
                  <a:cubicBezTo>
                    <a:pt x="186910" y="72292"/>
                    <a:pt x="194150" y="69453"/>
                    <a:pt x="198698" y="63750"/>
                  </a:cubicBezTo>
                  <a:cubicBezTo>
                    <a:pt x="203246" y="58060"/>
                    <a:pt x="205521" y="50352"/>
                    <a:pt x="205521" y="40625"/>
                  </a:cubicBezTo>
                  <a:cubicBezTo>
                    <a:pt x="205521" y="29245"/>
                    <a:pt x="202535" y="21029"/>
                    <a:pt x="196563" y="15990"/>
                  </a:cubicBezTo>
                  <a:cubicBezTo>
                    <a:pt x="190590" y="10963"/>
                    <a:pt x="182500" y="8581"/>
                    <a:pt x="172292" y="8854"/>
                  </a:cubicBezTo>
                  <a:close/>
                  <a:moveTo>
                    <a:pt x="8021" y="8854"/>
                  </a:moveTo>
                  <a:lnTo>
                    <a:pt x="8021" y="39167"/>
                  </a:lnTo>
                  <a:lnTo>
                    <a:pt x="23021" y="39167"/>
                  </a:lnTo>
                  <a:cubicBezTo>
                    <a:pt x="28785" y="39167"/>
                    <a:pt x="33333" y="38008"/>
                    <a:pt x="36667" y="35677"/>
                  </a:cubicBezTo>
                  <a:cubicBezTo>
                    <a:pt x="40000" y="33359"/>
                    <a:pt x="41667" y="29479"/>
                    <a:pt x="41667" y="24062"/>
                  </a:cubicBezTo>
                  <a:cubicBezTo>
                    <a:pt x="41667" y="18724"/>
                    <a:pt x="40000" y="14844"/>
                    <a:pt x="36667" y="12448"/>
                  </a:cubicBezTo>
                  <a:cubicBezTo>
                    <a:pt x="33333" y="10052"/>
                    <a:pt x="28785" y="8854"/>
                    <a:pt x="23021" y="8854"/>
                  </a:cubicBezTo>
                  <a:close/>
                  <a:moveTo>
                    <a:pt x="340410" y="1667"/>
                  </a:moveTo>
                  <a:lnTo>
                    <a:pt x="363015" y="1667"/>
                  </a:lnTo>
                  <a:cubicBezTo>
                    <a:pt x="366634" y="1667"/>
                    <a:pt x="370007" y="2135"/>
                    <a:pt x="373119" y="3073"/>
                  </a:cubicBezTo>
                  <a:cubicBezTo>
                    <a:pt x="376244" y="4010"/>
                    <a:pt x="378952" y="5391"/>
                    <a:pt x="381244" y="7188"/>
                  </a:cubicBezTo>
                  <a:cubicBezTo>
                    <a:pt x="383548" y="9062"/>
                    <a:pt x="385345" y="11406"/>
                    <a:pt x="386673" y="14218"/>
                  </a:cubicBezTo>
                  <a:cubicBezTo>
                    <a:pt x="387989" y="17031"/>
                    <a:pt x="388652" y="20312"/>
                    <a:pt x="388652" y="24062"/>
                  </a:cubicBezTo>
                  <a:cubicBezTo>
                    <a:pt x="388652" y="27891"/>
                    <a:pt x="387989" y="31198"/>
                    <a:pt x="386673" y="34010"/>
                  </a:cubicBezTo>
                  <a:cubicBezTo>
                    <a:pt x="385345" y="36823"/>
                    <a:pt x="383548" y="39167"/>
                    <a:pt x="381244" y="41041"/>
                  </a:cubicBezTo>
                  <a:cubicBezTo>
                    <a:pt x="378952" y="42851"/>
                    <a:pt x="376244" y="44206"/>
                    <a:pt x="373119" y="45104"/>
                  </a:cubicBezTo>
                  <a:cubicBezTo>
                    <a:pt x="370007" y="46016"/>
                    <a:pt x="366634" y="46458"/>
                    <a:pt x="363015" y="46458"/>
                  </a:cubicBezTo>
                  <a:lnTo>
                    <a:pt x="346673" y="46458"/>
                  </a:lnTo>
                  <a:lnTo>
                    <a:pt x="346673" y="79479"/>
                  </a:lnTo>
                  <a:lnTo>
                    <a:pt x="338548" y="79479"/>
                  </a:lnTo>
                  <a:lnTo>
                    <a:pt x="338548" y="3646"/>
                  </a:lnTo>
                  <a:cubicBezTo>
                    <a:pt x="338548" y="2956"/>
                    <a:pt x="338666" y="2448"/>
                    <a:pt x="338913" y="2135"/>
                  </a:cubicBezTo>
                  <a:cubicBezTo>
                    <a:pt x="339147" y="1823"/>
                    <a:pt x="339655" y="1667"/>
                    <a:pt x="340410" y="1667"/>
                  </a:cubicBezTo>
                  <a:close/>
                  <a:moveTo>
                    <a:pt x="156979" y="1667"/>
                  </a:moveTo>
                  <a:lnTo>
                    <a:pt x="174896" y="1667"/>
                  </a:lnTo>
                  <a:cubicBezTo>
                    <a:pt x="187396" y="1667"/>
                    <a:pt x="197031" y="4935"/>
                    <a:pt x="203802" y="11458"/>
                  </a:cubicBezTo>
                  <a:cubicBezTo>
                    <a:pt x="210573" y="17995"/>
                    <a:pt x="213958" y="27708"/>
                    <a:pt x="213958" y="40625"/>
                  </a:cubicBezTo>
                  <a:cubicBezTo>
                    <a:pt x="213958" y="53542"/>
                    <a:pt x="210573" y="63255"/>
                    <a:pt x="203802" y="69739"/>
                  </a:cubicBezTo>
                  <a:cubicBezTo>
                    <a:pt x="197031" y="76237"/>
                    <a:pt x="187396" y="79479"/>
                    <a:pt x="174896" y="79479"/>
                  </a:cubicBezTo>
                  <a:lnTo>
                    <a:pt x="156979" y="79479"/>
                  </a:lnTo>
                  <a:cubicBezTo>
                    <a:pt x="156285" y="79479"/>
                    <a:pt x="155816" y="79349"/>
                    <a:pt x="155573" y="79062"/>
                  </a:cubicBezTo>
                  <a:cubicBezTo>
                    <a:pt x="155329" y="78789"/>
                    <a:pt x="155208" y="78268"/>
                    <a:pt x="155208" y="77500"/>
                  </a:cubicBezTo>
                  <a:lnTo>
                    <a:pt x="155208" y="3646"/>
                  </a:lnTo>
                  <a:cubicBezTo>
                    <a:pt x="155208" y="2956"/>
                    <a:pt x="155329" y="2448"/>
                    <a:pt x="155573" y="2135"/>
                  </a:cubicBezTo>
                  <a:cubicBezTo>
                    <a:pt x="155816" y="1823"/>
                    <a:pt x="156285" y="1667"/>
                    <a:pt x="156979" y="1667"/>
                  </a:cubicBezTo>
                  <a:close/>
                  <a:moveTo>
                    <a:pt x="66771" y="1667"/>
                  </a:moveTo>
                  <a:lnTo>
                    <a:pt x="74583" y="1667"/>
                  </a:lnTo>
                  <a:cubicBezTo>
                    <a:pt x="75000" y="1667"/>
                    <a:pt x="75400" y="1797"/>
                    <a:pt x="75781" y="2031"/>
                  </a:cubicBezTo>
                  <a:cubicBezTo>
                    <a:pt x="76163" y="2278"/>
                    <a:pt x="76458" y="2604"/>
                    <a:pt x="76667" y="3021"/>
                  </a:cubicBezTo>
                  <a:lnTo>
                    <a:pt x="96771" y="58646"/>
                  </a:lnTo>
                  <a:lnTo>
                    <a:pt x="100729" y="69166"/>
                  </a:lnTo>
                  <a:lnTo>
                    <a:pt x="104688" y="58646"/>
                  </a:lnTo>
                  <a:lnTo>
                    <a:pt x="124792" y="3021"/>
                  </a:lnTo>
                  <a:cubicBezTo>
                    <a:pt x="124931" y="2604"/>
                    <a:pt x="125191" y="2278"/>
                    <a:pt x="125573" y="2031"/>
                  </a:cubicBezTo>
                  <a:cubicBezTo>
                    <a:pt x="125955" y="1797"/>
                    <a:pt x="126389" y="1667"/>
                    <a:pt x="126875" y="1667"/>
                  </a:cubicBezTo>
                  <a:lnTo>
                    <a:pt x="134688" y="1667"/>
                  </a:lnTo>
                  <a:cubicBezTo>
                    <a:pt x="135313" y="1667"/>
                    <a:pt x="135764" y="1823"/>
                    <a:pt x="136042" y="2135"/>
                  </a:cubicBezTo>
                  <a:cubicBezTo>
                    <a:pt x="136319" y="2448"/>
                    <a:pt x="136458" y="2956"/>
                    <a:pt x="136458" y="3646"/>
                  </a:cubicBezTo>
                  <a:lnTo>
                    <a:pt x="136458" y="79479"/>
                  </a:lnTo>
                  <a:lnTo>
                    <a:pt x="128750" y="79479"/>
                  </a:lnTo>
                  <a:lnTo>
                    <a:pt x="128750" y="20729"/>
                  </a:lnTo>
                  <a:lnTo>
                    <a:pt x="128958" y="11146"/>
                  </a:lnTo>
                  <a:lnTo>
                    <a:pt x="105104" y="78437"/>
                  </a:lnTo>
                  <a:cubicBezTo>
                    <a:pt x="104965" y="78854"/>
                    <a:pt x="104775" y="79141"/>
                    <a:pt x="104531" y="79271"/>
                  </a:cubicBezTo>
                  <a:cubicBezTo>
                    <a:pt x="104288" y="79414"/>
                    <a:pt x="103923" y="79479"/>
                    <a:pt x="103438" y="79479"/>
                  </a:cubicBezTo>
                  <a:lnTo>
                    <a:pt x="97917" y="79479"/>
                  </a:lnTo>
                  <a:cubicBezTo>
                    <a:pt x="97431" y="79479"/>
                    <a:pt x="97066" y="79414"/>
                    <a:pt x="96823" y="79271"/>
                  </a:cubicBezTo>
                  <a:cubicBezTo>
                    <a:pt x="96579" y="79141"/>
                    <a:pt x="96423" y="78854"/>
                    <a:pt x="96354" y="78437"/>
                  </a:cubicBezTo>
                  <a:lnTo>
                    <a:pt x="72500" y="11250"/>
                  </a:lnTo>
                  <a:lnTo>
                    <a:pt x="72708" y="20833"/>
                  </a:lnTo>
                  <a:lnTo>
                    <a:pt x="72708" y="79479"/>
                  </a:lnTo>
                  <a:lnTo>
                    <a:pt x="65000" y="79479"/>
                  </a:lnTo>
                  <a:lnTo>
                    <a:pt x="65000" y="3646"/>
                  </a:lnTo>
                  <a:cubicBezTo>
                    <a:pt x="65000" y="2956"/>
                    <a:pt x="65121" y="2448"/>
                    <a:pt x="65365" y="2135"/>
                  </a:cubicBezTo>
                  <a:cubicBezTo>
                    <a:pt x="65608" y="1823"/>
                    <a:pt x="66077" y="1667"/>
                    <a:pt x="66771" y="1667"/>
                  </a:cubicBezTo>
                  <a:close/>
                  <a:moveTo>
                    <a:pt x="1875" y="1667"/>
                  </a:moveTo>
                  <a:lnTo>
                    <a:pt x="24479" y="1667"/>
                  </a:lnTo>
                  <a:cubicBezTo>
                    <a:pt x="28090" y="1667"/>
                    <a:pt x="31458" y="2135"/>
                    <a:pt x="34583" y="3073"/>
                  </a:cubicBezTo>
                  <a:cubicBezTo>
                    <a:pt x="37708" y="4010"/>
                    <a:pt x="40417" y="5391"/>
                    <a:pt x="42708" y="7188"/>
                  </a:cubicBezTo>
                  <a:cubicBezTo>
                    <a:pt x="45000" y="9062"/>
                    <a:pt x="46806" y="11406"/>
                    <a:pt x="48125" y="14218"/>
                  </a:cubicBezTo>
                  <a:cubicBezTo>
                    <a:pt x="49444" y="17031"/>
                    <a:pt x="50104" y="20312"/>
                    <a:pt x="50104" y="24062"/>
                  </a:cubicBezTo>
                  <a:cubicBezTo>
                    <a:pt x="50104" y="27891"/>
                    <a:pt x="49444" y="31198"/>
                    <a:pt x="48125" y="34010"/>
                  </a:cubicBezTo>
                  <a:cubicBezTo>
                    <a:pt x="46806" y="36823"/>
                    <a:pt x="45000" y="39167"/>
                    <a:pt x="42708" y="41041"/>
                  </a:cubicBezTo>
                  <a:cubicBezTo>
                    <a:pt x="40417" y="42851"/>
                    <a:pt x="37708" y="44206"/>
                    <a:pt x="34583" y="45104"/>
                  </a:cubicBezTo>
                  <a:cubicBezTo>
                    <a:pt x="31458" y="46016"/>
                    <a:pt x="28090" y="46458"/>
                    <a:pt x="24479" y="46458"/>
                  </a:cubicBezTo>
                  <a:lnTo>
                    <a:pt x="8125" y="46458"/>
                  </a:lnTo>
                  <a:lnTo>
                    <a:pt x="8125" y="79479"/>
                  </a:lnTo>
                  <a:lnTo>
                    <a:pt x="0" y="79479"/>
                  </a:lnTo>
                  <a:lnTo>
                    <a:pt x="0" y="3646"/>
                  </a:lnTo>
                  <a:cubicBezTo>
                    <a:pt x="0" y="2956"/>
                    <a:pt x="121" y="2448"/>
                    <a:pt x="365" y="2135"/>
                  </a:cubicBezTo>
                  <a:cubicBezTo>
                    <a:pt x="608" y="1823"/>
                    <a:pt x="1111" y="1667"/>
                    <a:pt x="1875" y="1667"/>
                  </a:cubicBezTo>
                  <a:close/>
                  <a:moveTo>
                    <a:pt x="404265" y="1354"/>
                  </a:moveTo>
                  <a:lnTo>
                    <a:pt x="412507" y="1354"/>
                  </a:lnTo>
                  <a:lnTo>
                    <a:pt x="412507" y="79479"/>
                  </a:lnTo>
                  <a:lnTo>
                    <a:pt x="404265" y="79479"/>
                  </a:lnTo>
                  <a:close/>
                  <a:moveTo>
                    <a:pt x="262604" y="0"/>
                  </a:moveTo>
                  <a:cubicBezTo>
                    <a:pt x="265798" y="0"/>
                    <a:pt x="268906" y="403"/>
                    <a:pt x="271921" y="1198"/>
                  </a:cubicBezTo>
                  <a:cubicBezTo>
                    <a:pt x="274942" y="2005"/>
                    <a:pt x="277676" y="3229"/>
                    <a:pt x="280098" y="4896"/>
                  </a:cubicBezTo>
                  <a:cubicBezTo>
                    <a:pt x="282468" y="6562"/>
                    <a:pt x="284421" y="8685"/>
                    <a:pt x="285983" y="11250"/>
                  </a:cubicBezTo>
                  <a:cubicBezTo>
                    <a:pt x="287559" y="13828"/>
                    <a:pt x="288535" y="16875"/>
                    <a:pt x="288952" y="20417"/>
                  </a:cubicBezTo>
                  <a:lnTo>
                    <a:pt x="280202" y="20417"/>
                  </a:lnTo>
                  <a:cubicBezTo>
                    <a:pt x="279590" y="16042"/>
                    <a:pt x="277598" y="12760"/>
                    <a:pt x="274264" y="10573"/>
                  </a:cubicBezTo>
                  <a:cubicBezTo>
                    <a:pt x="270931" y="8385"/>
                    <a:pt x="267048" y="7292"/>
                    <a:pt x="262604" y="7292"/>
                  </a:cubicBezTo>
                  <a:cubicBezTo>
                    <a:pt x="258090" y="7292"/>
                    <a:pt x="254306" y="8281"/>
                    <a:pt x="251250" y="10260"/>
                  </a:cubicBezTo>
                  <a:cubicBezTo>
                    <a:pt x="248194" y="12240"/>
                    <a:pt x="245764" y="14830"/>
                    <a:pt x="243958" y="18021"/>
                  </a:cubicBezTo>
                  <a:cubicBezTo>
                    <a:pt x="242152" y="21224"/>
                    <a:pt x="240869" y="24792"/>
                    <a:pt x="240104" y="28750"/>
                  </a:cubicBezTo>
                  <a:cubicBezTo>
                    <a:pt x="239340" y="32708"/>
                    <a:pt x="238958" y="36666"/>
                    <a:pt x="238958" y="40625"/>
                  </a:cubicBezTo>
                  <a:cubicBezTo>
                    <a:pt x="238958" y="44583"/>
                    <a:pt x="239340" y="48542"/>
                    <a:pt x="240104" y="52500"/>
                  </a:cubicBezTo>
                  <a:cubicBezTo>
                    <a:pt x="240869" y="56458"/>
                    <a:pt x="242152" y="60039"/>
                    <a:pt x="243958" y="63229"/>
                  </a:cubicBezTo>
                  <a:cubicBezTo>
                    <a:pt x="245764" y="66432"/>
                    <a:pt x="248194" y="68997"/>
                    <a:pt x="251250" y="70938"/>
                  </a:cubicBezTo>
                  <a:cubicBezTo>
                    <a:pt x="254306" y="72891"/>
                    <a:pt x="258090" y="73854"/>
                    <a:pt x="262604" y="73854"/>
                  </a:cubicBezTo>
                  <a:cubicBezTo>
                    <a:pt x="267048" y="73854"/>
                    <a:pt x="270892" y="72800"/>
                    <a:pt x="274108" y="70677"/>
                  </a:cubicBezTo>
                  <a:cubicBezTo>
                    <a:pt x="277337" y="68568"/>
                    <a:pt x="279473" y="64974"/>
                    <a:pt x="280514" y="59896"/>
                  </a:cubicBezTo>
                  <a:lnTo>
                    <a:pt x="289382" y="59896"/>
                  </a:lnTo>
                  <a:cubicBezTo>
                    <a:pt x="288952" y="63372"/>
                    <a:pt x="287962" y="66432"/>
                    <a:pt x="286400" y="69062"/>
                  </a:cubicBezTo>
                  <a:cubicBezTo>
                    <a:pt x="284837" y="71706"/>
                    <a:pt x="282884" y="73932"/>
                    <a:pt x="280514" y="75729"/>
                  </a:cubicBezTo>
                  <a:cubicBezTo>
                    <a:pt x="278093" y="77539"/>
                    <a:pt x="275345" y="78893"/>
                    <a:pt x="272285" y="79792"/>
                  </a:cubicBezTo>
                  <a:cubicBezTo>
                    <a:pt x="269236" y="80703"/>
                    <a:pt x="266007" y="81146"/>
                    <a:pt x="262604" y="81146"/>
                  </a:cubicBezTo>
                  <a:cubicBezTo>
                    <a:pt x="256840" y="81146"/>
                    <a:pt x="251910" y="80052"/>
                    <a:pt x="247813" y="77864"/>
                  </a:cubicBezTo>
                  <a:cubicBezTo>
                    <a:pt x="243715" y="75677"/>
                    <a:pt x="240382" y="72747"/>
                    <a:pt x="237813" y="69062"/>
                  </a:cubicBezTo>
                  <a:cubicBezTo>
                    <a:pt x="235173" y="65312"/>
                    <a:pt x="233246" y="60989"/>
                    <a:pt x="232031" y="56094"/>
                  </a:cubicBezTo>
                  <a:cubicBezTo>
                    <a:pt x="230817" y="51198"/>
                    <a:pt x="230208" y="46041"/>
                    <a:pt x="230208" y="40625"/>
                  </a:cubicBezTo>
                  <a:cubicBezTo>
                    <a:pt x="230208" y="35352"/>
                    <a:pt x="230817" y="30260"/>
                    <a:pt x="232031" y="25365"/>
                  </a:cubicBezTo>
                  <a:cubicBezTo>
                    <a:pt x="233246" y="20469"/>
                    <a:pt x="235173" y="16146"/>
                    <a:pt x="237813" y="12396"/>
                  </a:cubicBezTo>
                  <a:cubicBezTo>
                    <a:pt x="240452" y="8646"/>
                    <a:pt x="243802" y="5651"/>
                    <a:pt x="247865" y="3385"/>
                  </a:cubicBezTo>
                  <a:cubicBezTo>
                    <a:pt x="251927" y="1132"/>
                    <a:pt x="256840" y="0"/>
                    <a:pt x="262604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0" name="TextBox 599">
              <a:extLst>
                <a:ext uri="{FF2B5EF4-FFF2-40B4-BE49-F238E27FC236}">
                  <a16:creationId xmlns:a16="http://schemas.microsoft.com/office/drawing/2014/main" id="{0A270ADF-62E4-420C-9FFB-4AE74E186E7D}"/>
                </a:ext>
              </a:extLst>
            </p:cNvPr>
            <p:cNvSpPr txBox="1"/>
            <p:nvPr/>
          </p:nvSpPr>
          <p:spPr>
            <a:xfrm>
              <a:off x="1470639" y="5869968"/>
              <a:ext cx="508401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PMDC PI</a:t>
              </a:r>
            </a:p>
          </p:txBody>
        </p:sp>
        <p:sp>
          <p:nvSpPr>
            <p:cNvPr id="601" name="자유형: 도형 600">
              <a:extLst>
                <a:ext uri="{FF2B5EF4-FFF2-40B4-BE49-F238E27FC236}">
                  <a16:creationId xmlns:a16="http://schemas.microsoft.com/office/drawing/2014/main" id="{98A29B28-51E7-4F3D-AAB5-4F340DA8877E}"/>
                </a:ext>
              </a:extLst>
            </p:cNvPr>
            <p:cNvSpPr/>
            <p:nvPr/>
          </p:nvSpPr>
          <p:spPr>
            <a:xfrm>
              <a:off x="2025640" y="5906873"/>
              <a:ext cx="371041" cy="92291"/>
            </a:xfrm>
            <a:custGeom>
              <a:avLst/>
              <a:gdLst>
                <a:gd name="connsiteX0" fmla="*/ 0 w 371041"/>
                <a:gd name="connsiteY0" fmla="*/ 52500 h 92291"/>
                <a:gd name="connsiteX1" fmla="*/ 84479 w 371041"/>
                <a:gd name="connsiteY1" fmla="*/ 52500 h 92291"/>
                <a:gd name="connsiteX2" fmla="*/ 84479 w 371041"/>
                <a:gd name="connsiteY2" fmla="*/ 59583 h 92291"/>
                <a:gd name="connsiteX3" fmla="*/ 62396 w 371041"/>
                <a:gd name="connsiteY3" fmla="*/ 59583 h 92291"/>
                <a:gd name="connsiteX4" fmla="*/ 62396 w 371041"/>
                <a:gd name="connsiteY4" fmla="*/ 92083 h 92291"/>
                <a:gd name="connsiteX5" fmla="*/ 54167 w 371041"/>
                <a:gd name="connsiteY5" fmla="*/ 92083 h 92291"/>
                <a:gd name="connsiteX6" fmla="*/ 54167 w 371041"/>
                <a:gd name="connsiteY6" fmla="*/ 59583 h 92291"/>
                <a:gd name="connsiteX7" fmla="*/ 30625 w 371041"/>
                <a:gd name="connsiteY7" fmla="*/ 59583 h 92291"/>
                <a:gd name="connsiteX8" fmla="*/ 30625 w 371041"/>
                <a:gd name="connsiteY8" fmla="*/ 91354 h 92291"/>
                <a:gd name="connsiteX9" fmla="*/ 22292 w 371041"/>
                <a:gd name="connsiteY9" fmla="*/ 91354 h 92291"/>
                <a:gd name="connsiteX10" fmla="*/ 22292 w 371041"/>
                <a:gd name="connsiteY10" fmla="*/ 59583 h 92291"/>
                <a:gd name="connsiteX11" fmla="*/ 0 w 371041"/>
                <a:gd name="connsiteY11" fmla="*/ 59583 h 92291"/>
                <a:gd name="connsiteX12" fmla="*/ 286563 w 371041"/>
                <a:gd name="connsiteY12" fmla="*/ 50833 h 92291"/>
                <a:gd name="connsiteX13" fmla="*/ 371042 w 371041"/>
                <a:gd name="connsiteY13" fmla="*/ 50833 h 92291"/>
                <a:gd name="connsiteX14" fmla="*/ 371042 w 371041"/>
                <a:gd name="connsiteY14" fmla="*/ 57917 h 92291"/>
                <a:gd name="connsiteX15" fmla="*/ 333333 w 371041"/>
                <a:gd name="connsiteY15" fmla="*/ 57917 h 92291"/>
                <a:gd name="connsiteX16" fmla="*/ 333333 w 371041"/>
                <a:gd name="connsiteY16" fmla="*/ 92291 h 92291"/>
                <a:gd name="connsiteX17" fmla="*/ 324896 w 371041"/>
                <a:gd name="connsiteY17" fmla="*/ 92291 h 92291"/>
                <a:gd name="connsiteX18" fmla="*/ 324896 w 371041"/>
                <a:gd name="connsiteY18" fmla="*/ 57917 h 92291"/>
                <a:gd name="connsiteX19" fmla="*/ 286563 w 371041"/>
                <a:gd name="connsiteY19" fmla="*/ 57917 h 92291"/>
                <a:gd name="connsiteX20" fmla="*/ 215000 w 371041"/>
                <a:gd name="connsiteY20" fmla="*/ 26667 h 92291"/>
                <a:gd name="connsiteX21" fmla="*/ 215000 w 371041"/>
                <a:gd name="connsiteY21" fmla="*/ 45729 h 92291"/>
                <a:gd name="connsiteX22" fmla="*/ 260208 w 371041"/>
                <a:gd name="connsiteY22" fmla="*/ 45729 h 92291"/>
                <a:gd name="connsiteX23" fmla="*/ 260208 w 371041"/>
                <a:gd name="connsiteY23" fmla="*/ 26667 h 92291"/>
                <a:gd name="connsiteX24" fmla="*/ 42292 w 371041"/>
                <a:gd name="connsiteY24" fmla="*/ 7396 h 92291"/>
                <a:gd name="connsiteX25" fmla="*/ 24844 w 371041"/>
                <a:gd name="connsiteY25" fmla="*/ 11198 h 92291"/>
                <a:gd name="connsiteX26" fmla="*/ 18229 w 371041"/>
                <a:gd name="connsiteY26" fmla="*/ 22187 h 92291"/>
                <a:gd name="connsiteX27" fmla="*/ 20052 w 371041"/>
                <a:gd name="connsiteY27" fmla="*/ 28437 h 92291"/>
                <a:gd name="connsiteX28" fmla="*/ 25104 w 371041"/>
                <a:gd name="connsiteY28" fmla="*/ 33021 h 92291"/>
                <a:gd name="connsiteX29" fmla="*/ 32760 w 371041"/>
                <a:gd name="connsiteY29" fmla="*/ 35833 h 92291"/>
                <a:gd name="connsiteX30" fmla="*/ 42292 w 371041"/>
                <a:gd name="connsiteY30" fmla="*/ 36771 h 92291"/>
                <a:gd name="connsiteX31" fmla="*/ 59427 w 371041"/>
                <a:gd name="connsiteY31" fmla="*/ 32969 h 92291"/>
                <a:gd name="connsiteX32" fmla="*/ 66250 w 371041"/>
                <a:gd name="connsiteY32" fmla="*/ 22187 h 92291"/>
                <a:gd name="connsiteX33" fmla="*/ 59479 w 371041"/>
                <a:gd name="connsiteY33" fmla="*/ 11198 h 92291"/>
                <a:gd name="connsiteX34" fmla="*/ 42292 w 371041"/>
                <a:gd name="connsiteY34" fmla="*/ 7396 h 92291"/>
                <a:gd name="connsiteX35" fmla="*/ 97917 w 371041"/>
                <a:gd name="connsiteY35" fmla="*/ 5104 h 92291"/>
                <a:gd name="connsiteX36" fmla="*/ 146458 w 371041"/>
                <a:gd name="connsiteY36" fmla="*/ 5104 h 92291"/>
                <a:gd name="connsiteX37" fmla="*/ 146458 w 371041"/>
                <a:gd name="connsiteY37" fmla="*/ 12083 h 92291"/>
                <a:gd name="connsiteX38" fmla="*/ 126354 w 371041"/>
                <a:gd name="connsiteY38" fmla="*/ 12083 h 92291"/>
                <a:gd name="connsiteX39" fmla="*/ 126354 w 371041"/>
                <a:gd name="connsiteY39" fmla="*/ 21354 h 92291"/>
                <a:gd name="connsiteX40" fmla="*/ 132604 w 371041"/>
                <a:gd name="connsiteY40" fmla="*/ 47031 h 92291"/>
                <a:gd name="connsiteX41" fmla="*/ 151667 w 371041"/>
                <a:gd name="connsiteY41" fmla="*/ 65312 h 92291"/>
                <a:gd name="connsiteX42" fmla="*/ 145729 w 371041"/>
                <a:gd name="connsiteY42" fmla="*/ 71250 h 92291"/>
                <a:gd name="connsiteX43" fmla="*/ 131875 w 371041"/>
                <a:gd name="connsiteY43" fmla="*/ 59166 h 92291"/>
                <a:gd name="connsiteX44" fmla="*/ 122083 w 371041"/>
                <a:gd name="connsiteY44" fmla="*/ 42396 h 92291"/>
                <a:gd name="connsiteX45" fmla="*/ 118021 w 371041"/>
                <a:gd name="connsiteY45" fmla="*/ 51614 h 92291"/>
                <a:gd name="connsiteX46" fmla="*/ 112083 w 371041"/>
                <a:gd name="connsiteY46" fmla="*/ 60312 h 92291"/>
                <a:gd name="connsiteX47" fmla="*/ 105156 w 371041"/>
                <a:gd name="connsiteY47" fmla="*/ 67812 h 92291"/>
                <a:gd name="connsiteX48" fmla="*/ 98021 w 371041"/>
                <a:gd name="connsiteY48" fmla="*/ 73750 h 92291"/>
                <a:gd name="connsiteX49" fmla="*/ 91250 w 371041"/>
                <a:gd name="connsiteY49" fmla="*/ 68021 h 92291"/>
                <a:gd name="connsiteX50" fmla="*/ 110781 w 371041"/>
                <a:gd name="connsiteY50" fmla="*/ 48229 h 92291"/>
                <a:gd name="connsiteX51" fmla="*/ 117813 w 371041"/>
                <a:gd name="connsiteY51" fmla="*/ 20000 h 92291"/>
                <a:gd name="connsiteX52" fmla="*/ 117813 w 371041"/>
                <a:gd name="connsiteY52" fmla="*/ 12083 h 92291"/>
                <a:gd name="connsiteX53" fmla="*/ 97917 w 371041"/>
                <a:gd name="connsiteY53" fmla="*/ 12083 h 92291"/>
                <a:gd name="connsiteX54" fmla="*/ 206771 w 371041"/>
                <a:gd name="connsiteY54" fmla="*/ 3542 h 92291"/>
                <a:gd name="connsiteX55" fmla="*/ 215000 w 371041"/>
                <a:gd name="connsiteY55" fmla="*/ 3542 h 92291"/>
                <a:gd name="connsiteX56" fmla="*/ 215000 w 371041"/>
                <a:gd name="connsiteY56" fmla="*/ 19687 h 92291"/>
                <a:gd name="connsiteX57" fmla="*/ 260208 w 371041"/>
                <a:gd name="connsiteY57" fmla="*/ 19687 h 92291"/>
                <a:gd name="connsiteX58" fmla="*/ 260208 w 371041"/>
                <a:gd name="connsiteY58" fmla="*/ 3542 h 92291"/>
                <a:gd name="connsiteX59" fmla="*/ 268438 w 371041"/>
                <a:gd name="connsiteY59" fmla="*/ 3542 h 92291"/>
                <a:gd name="connsiteX60" fmla="*/ 268438 w 371041"/>
                <a:gd name="connsiteY60" fmla="*/ 50729 h 92291"/>
                <a:gd name="connsiteX61" fmla="*/ 267969 w 371041"/>
                <a:gd name="connsiteY61" fmla="*/ 52448 h 92291"/>
                <a:gd name="connsiteX62" fmla="*/ 266250 w 371041"/>
                <a:gd name="connsiteY62" fmla="*/ 52917 h 92291"/>
                <a:gd name="connsiteX63" fmla="*/ 241771 w 371041"/>
                <a:gd name="connsiteY63" fmla="*/ 52917 h 92291"/>
                <a:gd name="connsiteX64" fmla="*/ 241771 w 371041"/>
                <a:gd name="connsiteY64" fmla="*/ 73333 h 92291"/>
                <a:gd name="connsiteX65" fmla="*/ 280000 w 371041"/>
                <a:gd name="connsiteY65" fmla="*/ 73333 h 92291"/>
                <a:gd name="connsiteX66" fmla="*/ 280000 w 371041"/>
                <a:gd name="connsiteY66" fmla="*/ 80521 h 92291"/>
                <a:gd name="connsiteX67" fmla="*/ 195208 w 371041"/>
                <a:gd name="connsiteY67" fmla="*/ 80521 h 92291"/>
                <a:gd name="connsiteX68" fmla="*/ 195208 w 371041"/>
                <a:gd name="connsiteY68" fmla="*/ 73333 h 92291"/>
                <a:gd name="connsiteX69" fmla="*/ 233229 w 371041"/>
                <a:gd name="connsiteY69" fmla="*/ 73333 h 92291"/>
                <a:gd name="connsiteX70" fmla="*/ 233229 w 371041"/>
                <a:gd name="connsiteY70" fmla="*/ 52917 h 92291"/>
                <a:gd name="connsiteX71" fmla="*/ 208959 w 371041"/>
                <a:gd name="connsiteY71" fmla="*/ 52917 h 92291"/>
                <a:gd name="connsiteX72" fmla="*/ 207240 w 371041"/>
                <a:gd name="connsiteY72" fmla="*/ 52448 h 92291"/>
                <a:gd name="connsiteX73" fmla="*/ 206771 w 371041"/>
                <a:gd name="connsiteY73" fmla="*/ 50729 h 92291"/>
                <a:gd name="connsiteX74" fmla="*/ 324167 w 371041"/>
                <a:gd name="connsiteY74" fmla="*/ 1979 h 92291"/>
                <a:gd name="connsiteX75" fmla="*/ 333333 w 371041"/>
                <a:gd name="connsiteY75" fmla="*/ 1979 h 92291"/>
                <a:gd name="connsiteX76" fmla="*/ 333333 w 371041"/>
                <a:gd name="connsiteY76" fmla="*/ 6771 h 92291"/>
                <a:gd name="connsiteX77" fmla="*/ 336146 w 371041"/>
                <a:gd name="connsiteY77" fmla="*/ 16771 h 92291"/>
                <a:gd name="connsiteX78" fmla="*/ 343646 w 371041"/>
                <a:gd name="connsiteY78" fmla="*/ 24687 h 92291"/>
                <a:gd name="connsiteX79" fmla="*/ 354375 w 371041"/>
                <a:gd name="connsiteY79" fmla="*/ 30521 h 92291"/>
                <a:gd name="connsiteX80" fmla="*/ 366771 w 371041"/>
                <a:gd name="connsiteY80" fmla="*/ 34167 h 92291"/>
                <a:gd name="connsiteX81" fmla="*/ 361563 w 371041"/>
                <a:gd name="connsiteY81" fmla="*/ 40729 h 92291"/>
                <a:gd name="connsiteX82" fmla="*/ 351615 w 371041"/>
                <a:gd name="connsiteY82" fmla="*/ 37448 h 92291"/>
                <a:gd name="connsiteX83" fmla="*/ 342084 w 371041"/>
                <a:gd name="connsiteY83" fmla="*/ 32604 h 92291"/>
                <a:gd name="connsiteX84" fmla="*/ 334115 w 371041"/>
                <a:gd name="connsiteY84" fmla="*/ 26354 h 92291"/>
                <a:gd name="connsiteX85" fmla="*/ 328854 w 371041"/>
                <a:gd name="connsiteY85" fmla="*/ 18750 h 92291"/>
                <a:gd name="connsiteX86" fmla="*/ 323021 w 371041"/>
                <a:gd name="connsiteY86" fmla="*/ 26614 h 92291"/>
                <a:gd name="connsiteX87" fmla="*/ 315104 w 371041"/>
                <a:gd name="connsiteY87" fmla="*/ 32708 h 92291"/>
                <a:gd name="connsiteX88" fmla="*/ 305886 w 371041"/>
                <a:gd name="connsiteY88" fmla="*/ 37396 h 92291"/>
                <a:gd name="connsiteX89" fmla="*/ 296146 w 371041"/>
                <a:gd name="connsiteY89" fmla="*/ 40729 h 92291"/>
                <a:gd name="connsiteX90" fmla="*/ 290417 w 371041"/>
                <a:gd name="connsiteY90" fmla="*/ 34271 h 92291"/>
                <a:gd name="connsiteX91" fmla="*/ 315729 w 371041"/>
                <a:gd name="connsiteY91" fmla="*/ 23333 h 92291"/>
                <a:gd name="connsiteX92" fmla="*/ 324167 w 371041"/>
                <a:gd name="connsiteY92" fmla="*/ 6875 h 92291"/>
                <a:gd name="connsiteX93" fmla="*/ 42292 w 371041"/>
                <a:gd name="connsiteY93" fmla="*/ 521 h 92291"/>
                <a:gd name="connsiteX94" fmla="*/ 66302 w 371041"/>
                <a:gd name="connsiteY94" fmla="*/ 6354 h 92291"/>
                <a:gd name="connsiteX95" fmla="*/ 75000 w 371041"/>
                <a:gd name="connsiteY95" fmla="*/ 22187 h 92291"/>
                <a:gd name="connsiteX96" fmla="*/ 66354 w 371041"/>
                <a:gd name="connsiteY96" fmla="*/ 37760 h 92291"/>
                <a:gd name="connsiteX97" fmla="*/ 42292 w 371041"/>
                <a:gd name="connsiteY97" fmla="*/ 43646 h 92291"/>
                <a:gd name="connsiteX98" fmla="*/ 28594 w 371041"/>
                <a:gd name="connsiteY98" fmla="*/ 42135 h 92291"/>
                <a:gd name="connsiteX99" fmla="*/ 18229 w 371041"/>
                <a:gd name="connsiteY99" fmla="*/ 37812 h 92291"/>
                <a:gd name="connsiteX100" fmla="*/ 11719 w 371041"/>
                <a:gd name="connsiteY100" fmla="*/ 31042 h 92291"/>
                <a:gd name="connsiteX101" fmla="*/ 9479 w 371041"/>
                <a:gd name="connsiteY101" fmla="*/ 22187 h 92291"/>
                <a:gd name="connsiteX102" fmla="*/ 18229 w 371041"/>
                <a:gd name="connsiteY102" fmla="*/ 6510 h 92291"/>
                <a:gd name="connsiteX103" fmla="*/ 42292 w 371041"/>
                <a:gd name="connsiteY103" fmla="*/ 521 h 92291"/>
                <a:gd name="connsiteX104" fmla="*/ 161771 w 371041"/>
                <a:gd name="connsiteY104" fmla="*/ 0 h 92291"/>
                <a:gd name="connsiteX105" fmla="*/ 170000 w 371041"/>
                <a:gd name="connsiteY105" fmla="*/ 0 h 92291"/>
                <a:gd name="connsiteX106" fmla="*/ 170000 w 371041"/>
                <a:gd name="connsiteY106" fmla="*/ 92291 h 92291"/>
                <a:gd name="connsiteX107" fmla="*/ 161771 w 371041"/>
                <a:gd name="connsiteY107" fmla="*/ 92291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371041" h="92291">
                  <a:moveTo>
                    <a:pt x="0" y="52500"/>
                  </a:moveTo>
                  <a:lnTo>
                    <a:pt x="84479" y="52500"/>
                  </a:lnTo>
                  <a:lnTo>
                    <a:pt x="84479" y="59583"/>
                  </a:lnTo>
                  <a:lnTo>
                    <a:pt x="62396" y="59583"/>
                  </a:lnTo>
                  <a:lnTo>
                    <a:pt x="62396" y="92083"/>
                  </a:lnTo>
                  <a:lnTo>
                    <a:pt x="54167" y="92083"/>
                  </a:lnTo>
                  <a:lnTo>
                    <a:pt x="54167" y="59583"/>
                  </a:lnTo>
                  <a:lnTo>
                    <a:pt x="30625" y="59583"/>
                  </a:lnTo>
                  <a:lnTo>
                    <a:pt x="30625" y="91354"/>
                  </a:lnTo>
                  <a:lnTo>
                    <a:pt x="22292" y="91354"/>
                  </a:lnTo>
                  <a:lnTo>
                    <a:pt x="22292" y="59583"/>
                  </a:lnTo>
                  <a:lnTo>
                    <a:pt x="0" y="59583"/>
                  </a:lnTo>
                  <a:close/>
                  <a:moveTo>
                    <a:pt x="286563" y="50833"/>
                  </a:moveTo>
                  <a:lnTo>
                    <a:pt x="371042" y="50833"/>
                  </a:lnTo>
                  <a:lnTo>
                    <a:pt x="371042" y="57917"/>
                  </a:lnTo>
                  <a:lnTo>
                    <a:pt x="333333" y="57917"/>
                  </a:lnTo>
                  <a:lnTo>
                    <a:pt x="333333" y="92291"/>
                  </a:lnTo>
                  <a:lnTo>
                    <a:pt x="324896" y="92291"/>
                  </a:lnTo>
                  <a:lnTo>
                    <a:pt x="324896" y="57917"/>
                  </a:lnTo>
                  <a:lnTo>
                    <a:pt x="286563" y="57917"/>
                  </a:lnTo>
                  <a:close/>
                  <a:moveTo>
                    <a:pt x="215000" y="26667"/>
                  </a:moveTo>
                  <a:lnTo>
                    <a:pt x="215000" y="45729"/>
                  </a:lnTo>
                  <a:lnTo>
                    <a:pt x="260208" y="45729"/>
                  </a:lnTo>
                  <a:lnTo>
                    <a:pt x="260208" y="26667"/>
                  </a:lnTo>
                  <a:close/>
                  <a:moveTo>
                    <a:pt x="42292" y="7396"/>
                  </a:moveTo>
                  <a:cubicBezTo>
                    <a:pt x="35078" y="7396"/>
                    <a:pt x="29258" y="8672"/>
                    <a:pt x="24844" y="11198"/>
                  </a:cubicBezTo>
                  <a:cubicBezTo>
                    <a:pt x="20443" y="13737"/>
                    <a:pt x="18229" y="17396"/>
                    <a:pt x="18229" y="22187"/>
                  </a:cubicBezTo>
                  <a:cubicBezTo>
                    <a:pt x="18229" y="24557"/>
                    <a:pt x="18841" y="26641"/>
                    <a:pt x="20052" y="28437"/>
                  </a:cubicBezTo>
                  <a:cubicBezTo>
                    <a:pt x="21276" y="30247"/>
                    <a:pt x="22956" y="31771"/>
                    <a:pt x="25104" y="33021"/>
                  </a:cubicBezTo>
                  <a:cubicBezTo>
                    <a:pt x="27266" y="34271"/>
                    <a:pt x="29818" y="35208"/>
                    <a:pt x="32760" y="35833"/>
                  </a:cubicBezTo>
                  <a:cubicBezTo>
                    <a:pt x="35716" y="36458"/>
                    <a:pt x="38893" y="36771"/>
                    <a:pt x="42292" y="36771"/>
                  </a:cubicBezTo>
                  <a:cubicBezTo>
                    <a:pt x="49167" y="36771"/>
                    <a:pt x="54883" y="35508"/>
                    <a:pt x="59427" y="32969"/>
                  </a:cubicBezTo>
                  <a:cubicBezTo>
                    <a:pt x="63984" y="30442"/>
                    <a:pt x="66250" y="26849"/>
                    <a:pt x="66250" y="22187"/>
                  </a:cubicBezTo>
                  <a:cubicBezTo>
                    <a:pt x="66250" y="17396"/>
                    <a:pt x="63997" y="13737"/>
                    <a:pt x="59479" y="11198"/>
                  </a:cubicBezTo>
                  <a:cubicBezTo>
                    <a:pt x="54974" y="8672"/>
                    <a:pt x="49245" y="7396"/>
                    <a:pt x="42292" y="7396"/>
                  </a:cubicBezTo>
                  <a:close/>
                  <a:moveTo>
                    <a:pt x="97917" y="5104"/>
                  </a:moveTo>
                  <a:lnTo>
                    <a:pt x="146458" y="5104"/>
                  </a:lnTo>
                  <a:lnTo>
                    <a:pt x="146458" y="12083"/>
                  </a:lnTo>
                  <a:lnTo>
                    <a:pt x="126354" y="12083"/>
                  </a:lnTo>
                  <a:lnTo>
                    <a:pt x="126354" y="21354"/>
                  </a:lnTo>
                  <a:cubicBezTo>
                    <a:pt x="126354" y="31289"/>
                    <a:pt x="128438" y="39844"/>
                    <a:pt x="132604" y="47031"/>
                  </a:cubicBezTo>
                  <a:cubicBezTo>
                    <a:pt x="136771" y="54219"/>
                    <a:pt x="143125" y="60312"/>
                    <a:pt x="151667" y="65312"/>
                  </a:cubicBezTo>
                  <a:lnTo>
                    <a:pt x="145729" y="71250"/>
                  </a:lnTo>
                  <a:cubicBezTo>
                    <a:pt x="140938" y="68125"/>
                    <a:pt x="136328" y="64102"/>
                    <a:pt x="131875" y="59166"/>
                  </a:cubicBezTo>
                  <a:cubicBezTo>
                    <a:pt x="127435" y="54245"/>
                    <a:pt x="124167" y="48646"/>
                    <a:pt x="122083" y="42396"/>
                  </a:cubicBezTo>
                  <a:cubicBezTo>
                    <a:pt x="121120" y="45521"/>
                    <a:pt x="119766" y="48594"/>
                    <a:pt x="118021" y="51614"/>
                  </a:cubicBezTo>
                  <a:cubicBezTo>
                    <a:pt x="116289" y="54635"/>
                    <a:pt x="114310" y="57539"/>
                    <a:pt x="112083" y="60312"/>
                  </a:cubicBezTo>
                  <a:cubicBezTo>
                    <a:pt x="109935" y="63021"/>
                    <a:pt x="107630" y="65521"/>
                    <a:pt x="105156" y="67812"/>
                  </a:cubicBezTo>
                  <a:cubicBezTo>
                    <a:pt x="102695" y="70104"/>
                    <a:pt x="100312" y="72083"/>
                    <a:pt x="98021" y="73750"/>
                  </a:cubicBezTo>
                  <a:lnTo>
                    <a:pt x="91250" y="68021"/>
                  </a:lnTo>
                  <a:cubicBezTo>
                    <a:pt x="99583" y="62812"/>
                    <a:pt x="106094" y="56224"/>
                    <a:pt x="110781" y="48229"/>
                  </a:cubicBezTo>
                  <a:cubicBezTo>
                    <a:pt x="115469" y="40247"/>
                    <a:pt x="117813" y="30833"/>
                    <a:pt x="117813" y="20000"/>
                  </a:cubicBezTo>
                  <a:lnTo>
                    <a:pt x="117813" y="12083"/>
                  </a:lnTo>
                  <a:lnTo>
                    <a:pt x="97917" y="12083"/>
                  </a:lnTo>
                  <a:close/>
                  <a:moveTo>
                    <a:pt x="206771" y="3542"/>
                  </a:moveTo>
                  <a:lnTo>
                    <a:pt x="215000" y="3542"/>
                  </a:lnTo>
                  <a:lnTo>
                    <a:pt x="215000" y="19687"/>
                  </a:lnTo>
                  <a:lnTo>
                    <a:pt x="260208" y="19687"/>
                  </a:lnTo>
                  <a:lnTo>
                    <a:pt x="260208" y="3542"/>
                  </a:lnTo>
                  <a:lnTo>
                    <a:pt x="268438" y="3542"/>
                  </a:lnTo>
                  <a:lnTo>
                    <a:pt x="268438" y="50729"/>
                  </a:lnTo>
                  <a:cubicBezTo>
                    <a:pt x="268438" y="51562"/>
                    <a:pt x="268281" y="52135"/>
                    <a:pt x="267969" y="52448"/>
                  </a:cubicBezTo>
                  <a:cubicBezTo>
                    <a:pt x="267656" y="52760"/>
                    <a:pt x="267083" y="52917"/>
                    <a:pt x="266250" y="52917"/>
                  </a:cubicBezTo>
                  <a:lnTo>
                    <a:pt x="241771" y="52917"/>
                  </a:lnTo>
                  <a:lnTo>
                    <a:pt x="241771" y="73333"/>
                  </a:lnTo>
                  <a:lnTo>
                    <a:pt x="280000" y="73333"/>
                  </a:lnTo>
                  <a:lnTo>
                    <a:pt x="280000" y="80521"/>
                  </a:lnTo>
                  <a:lnTo>
                    <a:pt x="195208" y="80521"/>
                  </a:lnTo>
                  <a:lnTo>
                    <a:pt x="195208" y="73333"/>
                  </a:lnTo>
                  <a:lnTo>
                    <a:pt x="233229" y="73333"/>
                  </a:lnTo>
                  <a:lnTo>
                    <a:pt x="233229" y="52917"/>
                  </a:lnTo>
                  <a:lnTo>
                    <a:pt x="208959" y="52917"/>
                  </a:lnTo>
                  <a:cubicBezTo>
                    <a:pt x="208125" y="52917"/>
                    <a:pt x="207552" y="52760"/>
                    <a:pt x="207240" y="52448"/>
                  </a:cubicBezTo>
                  <a:cubicBezTo>
                    <a:pt x="206927" y="52135"/>
                    <a:pt x="206771" y="51562"/>
                    <a:pt x="206771" y="50729"/>
                  </a:cubicBezTo>
                  <a:close/>
                  <a:moveTo>
                    <a:pt x="324167" y="1979"/>
                  </a:moveTo>
                  <a:lnTo>
                    <a:pt x="333333" y="1979"/>
                  </a:lnTo>
                  <a:lnTo>
                    <a:pt x="333333" y="6771"/>
                  </a:lnTo>
                  <a:cubicBezTo>
                    <a:pt x="333333" y="10455"/>
                    <a:pt x="334271" y="13789"/>
                    <a:pt x="336146" y="16771"/>
                  </a:cubicBezTo>
                  <a:cubicBezTo>
                    <a:pt x="338021" y="19765"/>
                    <a:pt x="340521" y="22396"/>
                    <a:pt x="343646" y="24687"/>
                  </a:cubicBezTo>
                  <a:cubicBezTo>
                    <a:pt x="346771" y="26979"/>
                    <a:pt x="350352" y="28932"/>
                    <a:pt x="354375" y="30521"/>
                  </a:cubicBezTo>
                  <a:cubicBezTo>
                    <a:pt x="358412" y="32122"/>
                    <a:pt x="362539" y="33333"/>
                    <a:pt x="366771" y="34167"/>
                  </a:cubicBezTo>
                  <a:lnTo>
                    <a:pt x="361563" y="40729"/>
                  </a:lnTo>
                  <a:cubicBezTo>
                    <a:pt x="358307" y="39896"/>
                    <a:pt x="354987" y="38802"/>
                    <a:pt x="351615" y="37448"/>
                  </a:cubicBezTo>
                  <a:cubicBezTo>
                    <a:pt x="348255" y="36094"/>
                    <a:pt x="345078" y="34479"/>
                    <a:pt x="342084" y="32604"/>
                  </a:cubicBezTo>
                  <a:cubicBezTo>
                    <a:pt x="339102" y="30729"/>
                    <a:pt x="336446" y="28646"/>
                    <a:pt x="334115" y="26354"/>
                  </a:cubicBezTo>
                  <a:cubicBezTo>
                    <a:pt x="331797" y="24062"/>
                    <a:pt x="330039" y="21536"/>
                    <a:pt x="328854" y="18750"/>
                  </a:cubicBezTo>
                  <a:cubicBezTo>
                    <a:pt x="327331" y="21667"/>
                    <a:pt x="325391" y="24297"/>
                    <a:pt x="323021" y="26614"/>
                  </a:cubicBezTo>
                  <a:cubicBezTo>
                    <a:pt x="320664" y="28945"/>
                    <a:pt x="318021" y="30977"/>
                    <a:pt x="315104" y="32708"/>
                  </a:cubicBezTo>
                  <a:cubicBezTo>
                    <a:pt x="312188" y="34518"/>
                    <a:pt x="309115" y="36081"/>
                    <a:pt x="305886" y="37396"/>
                  </a:cubicBezTo>
                  <a:cubicBezTo>
                    <a:pt x="302656" y="38724"/>
                    <a:pt x="299414" y="39831"/>
                    <a:pt x="296146" y="40729"/>
                  </a:cubicBezTo>
                  <a:lnTo>
                    <a:pt x="290417" y="34271"/>
                  </a:lnTo>
                  <a:cubicBezTo>
                    <a:pt x="301667" y="31562"/>
                    <a:pt x="310104" y="27916"/>
                    <a:pt x="315729" y="23333"/>
                  </a:cubicBezTo>
                  <a:cubicBezTo>
                    <a:pt x="321354" y="18750"/>
                    <a:pt x="324167" y="13268"/>
                    <a:pt x="324167" y="6875"/>
                  </a:cubicBezTo>
                  <a:close/>
                  <a:moveTo>
                    <a:pt x="42292" y="521"/>
                  </a:moveTo>
                  <a:cubicBezTo>
                    <a:pt x="52500" y="521"/>
                    <a:pt x="60508" y="2474"/>
                    <a:pt x="66302" y="6354"/>
                  </a:cubicBezTo>
                  <a:cubicBezTo>
                    <a:pt x="72109" y="10247"/>
                    <a:pt x="75000" y="15521"/>
                    <a:pt x="75000" y="22187"/>
                  </a:cubicBezTo>
                  <a:cubicBezTo>
                    <a:pt x="75000" y="28646"/>
                    <a:pt x="72122" y="33841"/>
                    <a:pt x="66354" y="37760"/>
                  </a:cubicBezTo>
                  <a:cubicBezTo>
                    <a:pt x="60599" y="41693"/>
                    <a:pt x="52578" y="43646"/>
                    <a:pt x="42292" y="43646"/>
                  </a:cubicBezTo>
                  <a:cubicBezTo>
                    <a:pt x="37227" y="43646"/>
                    <a:pt x="32656" y="43151"/>
                    <a:pt x="28594" y="42135"/>
                  </a:cubicBezTo>
                  <a:cubicBezTo>
                    <a:pt x="24531" y="41133"/>
                    <a:pt x="21081" y="39688"/>
                    <a:pt x="18229" y="37812"/>
                  </a:cubicBezTo>
                  <a:cubicBezTo>
                    <a:pt x="15391" y="35937"/>
                    <a:pt x="13216" y="33685"/>
                    <a:pt x="11719" y="31042"/>
                  </a:cubicBezTo>
                  <a:cubicBezTo>
                    <a:pt x="10234" y="28411"/>
                    <a:pt x="9479" y="25456"/>
                    <a:pt x="9479" y="22187"/>
                  </a:cubicBezTo>
                  <a:cubicBezTo>
                    <a:pt x="9479" y="15729"/>
                    <a:pt x="12396" y="10508"/>
                    <a:pt x="18229" y="6510"/>
                  </a:cubicBezTo>
                  <a:cubicBezTo>
                    <a:pt x="24063" y="2526"/>
                    <a:pt x="32083" y="521"/>
                    <a:pt x="42292" y="521"/>
                  </a:cubicBezTo>
                  <a:close/>
                  <a:moveTo>
                    <a:pt x="161771" y="0"/>
                  </a:moveTo>
                  <a:lnTo>
                    <a:pt x="170000" y="0"/>
                  </a:lnTo>
                  <a:lnTo>
                    <a:pt x="170000" y="92291"/>
                  </a:lnTo>
                  <a:lnTo>
                    <a:pt x="161771" y="92291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2" name="TextBox 601">
              <a:extLst>
                <a:ext uri="{FF2B5EF4-FFF2-40B4-BE49-F238E27FC236}">
                  <a16:creationId xmlns:a16="http://schemas.microsoft.com/office/drawing/2014/main" id="{0E7E94B4-244A-4A81-BB48-4A4A7D6CE241}"/>
                </a:ext>
              </a:extLst>
            </p:cNvPr>
            <p:cNvSpPr txBox="1"/>
            <p:nvPr/>
          </p:nvSpPr>
          <p:spPr>
            <a:xfrm>
              <a:off x="1934200" y="5837741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유지보수</a:t>
              </a:r>
            </a:p>
          </p:txBody>
        </p:sp>
        <p:grpSp>
          <p:nvGrpSpPr>
            <p:cNvPr id="603" name="그래픽 5">
              <a:extLst>
                <a:ext uri="{FF2B5EF4-FFF2-40B4-BE49-F238E27FC236}">
                  <a16:creationId xmlns:a16="http://schemas.microsoft.com/office/drawing/2014/main" id="{C7A13562-D04A-422A-8DF5-4FE2E4F44CFE}"/>
                </a:ext>
              </a:extLst>
            </p:cNvPr>
            <p:cNvGrpSpPr/>
            <p:nvPr/>
          </p:nvGrpSpPr>
          <p:grpSpPr>
            <a:xfrm>
              <a:off x="1211842" y="6015024"/>
              <a:ext cx="182291" cy="130208"/>
              <a:chOff x="1211842" y="6015024"/>
              <a:chExt cx="182291" cy="130208"/>
            </a:xfrm>
          </p:grpSpPr>
          <p:sp>
            <p:nvSpPr>
              <p:cNvPr id="604" name="자유형: 도형 603">
                <a:extLst>
                  <a:ext uri="{FF2B5EF4-FFF2-40B4-BE49-F238E27FC236}">
                    <a16:creationId xmlns:a16="http://schemas.microsoft.com/office/drawing/2014/main" id="{A561768E-12DC-4E29-8FC1-661251B0F853}"/>
                  </a:ext>
                </a:extLst>
              </p:cNvPr>
              <p:cNvSpPr/>
              <p:nvPr/>
            </p:nvSpPr>
            <p:spPr>
              <a:xfrm>
                <a:off x="1211842" y="6036248"/>
                <a:ext cx="168229" cy="94792"/>
              </a:xfrm>
              <a:custGeom>
                <a:avLst/>
                <a:gdLst>
                  <a:gd name="connsiteX0" fmla="*/ 42396 w 168229"/>
                  <a:gd name="connsiteY0" fmla="*/ 66667 h 94792"/>
                  <a:gd name="connsiteX1" fmla="*/ 24635 w 168229"/>
                  <a:gd name="connsiteY1" fmla="*/ 69584 h 94792"/>
                  <a:gd name="connsiteX2" fmla="*/ 18333 w 168229"/>
                  <a:gd name="connsiteY2" fmla="*/ 77604 h 94792"/>
                  <a:gd name="connsiteX3" fmla="*/ 24635 w 168229"/>
                  <a:gd name="connsiteY3" fmla="*/ 85573 h 94792"/>
                  <a:gd name="connsiteX4" fmla="*/ 42396 w 168229"/>
                  <a:gd name="connsiteY4" fmla="*/ 88438 h 94792"/>
                  <a:gd name="connsiteX5" fmla="*/ 59740 w 168229"/>
                  <a:gd name="connsiteY5" fmla="*/ 85573 h 94792"/>
                  <a:gd name="connsiteX6" fmla="*/ 66146 w 168229"/>
                  <a:gd name="connsiteY6" fmla="*/ 77709 h 94792"/>
                  <a:gd name="connsiteX7" fmla="*/ 59792 w 168229"/>
                  <a:gd name="connsiteY7" fmla="*/ 69584 h 94792"/>
                  <a:gd name="connsiteX8" fmla="*/ 42396 w 168229"/>
                  <a:gd name="connsiteY8" fmla="*/ 66667 h 94792"/>
                  <a:gd name="connsiteX9" fmla="*/ 42396 w 168229"/>
                  <a:gd name="connsiteY9" fmla="*/ 60521 h 94792"/>
                  <a:gd name="connsiteX10" fmla="*/ 67135 w 168229"/>
                  <a:gd name="connsiteY10" fmla="*/ 65417 h 94792"/>
                  <a:gd name="connsiteX11" fmla="*/ 75313 w 168229"/>
                  <a:gd name="connsiteY11" fmla="*/ 77709 h 94792"/>
                  <a:gd name="connsiteX12" fmla="*/ 67188 w 168229"/>
                  <a:gd name="connsiteY12" fmla="*/ 89896 h 94792"/>
                  <a:gd name="connsiteX13" fmla="*/ 42396 w 168229"/>
                  <a:gd name="connsiteY13" fmla="*/ 94792 h 94792"/>
                  <a:gd name="connsiteX14" fmla="*/ 17500 w 168229"/>
                  <a:gd name="connsiteY14" fmla="*/ 89896 h 94792"/>
                  <a:gd name="connsiteX15" fmla="*/ 9271 w 168229"/>
                  <a:gd name="connsiteY15" fmla="*/ 77604 h 94792"/>
                  <a:gd name="connsiteX16" fmla="*/ 17552 w 168229"/>
                  <a:gd name="connsiteY16" fmla="*/ 65313 h 94792"/>
                  <a:gd name="connsiteX17" fmla="*/ 42396 w 168229"/>
                  <a:gd name="connsiteY17" fmla="*/ 60521 h 94792"/>
                  <a:gd name="connsiteX18" fmla="*/ 106667 w 168229"/>
                  <a:gd name="connsiteY18" fmla="*/ 59688 h 94792"/>
                  <a:gd name="connsiteX19" fmla="*/ 165833 w 168229"/>
                  <a:gd name="connsiteY19" fmla="*/ 59688 h 94792"/>
                  <a:gd name="connsiteX20" fmla="*/ 167552 w 168229"/>
                  <a:gd name="connsiteY20" fmla="*/ 60157 h 94792"/>
                  <a:gd name="connsiteX21" fmla="*/ 168021 w 168229"/>
                  <a:gd name="connsiteY21" fmla="*/ 61875 h 94792"/>
                  <a:gd name="connsiteX22" fmla="*/ 168021 w 168229"/>
                  <a:gd name="connsiteY22" fmla="*/ 93542 h 94792"/>
                  <a:gd name="connsiteX23" fmla="*/ 159792 w 168229"/>
                  <a:gd name="connsiteY23" fmla="*/ 93542 h 94792"/>
                  <a:gd name="connsiteX24" fmla="*/ 159792 w 168229"/>
                  <a:gd name="connsiteY24" fmla="*/ 66771 h 94792"/>
                  <a:gd name="connsiteX25" fmla="*/ 106667 w 168229"/>
                  <a:gd name="connsiteY25" fmla="*/ 66771 h 94792"/>
                  <a:gd name="connsiteX26" fmla="*/ 53646 w 168229"/>
                  <a:gd name="connsiteY26" fmla="*/ 34375 h 94792"/>
                  <a:gd name="connsiteX27" fmla="*/ 48125 w 168229"/>
                  <a:gd name="connsiteY27" fmla="*/ 35208 h 94792"/>
                  <a:gd name="connsiteX28" fmla="*/ 42292 w 168229"/>
                  <a:gd name="connsiteY28" fmla="*/ 35417 h 94792"/>
                  <a:gd name="connsiteX29" fmla="*/ 36510 w 168229"/>
                  <a:gd name="connsiteY29" fmla="*/ 35208 h 94792"/>
                  <a:gd name="connsiteX30" fmla="*/ 31354 w 168229"/>
                  <a:gd name="connsiteY30" fmla="*/ 34479 h 94792"/>
                  <a:gd name="connsiteX31" fmla="*/ 31354 w 168229"/>
                  <a:gd name="connsiteY31" fmla="*/ 46042 h 94792"/>
                  <a:gd name="connsiteX32" fmla="*/ 53646 w 168229"/>
                  <a:gd name="connsiteY32" fmla="*/ 46042 h 94792"/>
                  <a:gd name="connsiteX33" fmla="*/ 141979 w 168229"/>
                  <a:gd name="connsiteY33" fmla="*/ 18021 h 94792"/>
                  <a:gd name="connsiteX34" fmla="*/ 142917 w 168229"/>
                  <a:gd name="connsiteY34" fmla="*/ 21823 h 94792"/>
                  <a:gd name="connsiteX35" fmla="*/ 143229 w 168229"/>
                  <a:gd name="connsiteY35" fmla="*/ 25625 h 94792"/>
                  <a:gd name="connsiteX36" fmla="*/ 143021 w 168229"/>
                  <a:gd name="connsiteY36" fmla="*/ 28698 h 94792"/>
                  <a:gd name="connsiteX37" fmla="*/ 142500 w 168229"/>
                  <a:gd name="connsiteY37" fmla="*/ 31563 h 94792"/>
                  <a:gd name="connsiteX38" fmla="*/ 159896 w 168229"/>
                  <a:gd name="connsiteY38" fmla="*/ 31563 h 94792"/>
                  <a:gd name="connsiteX39" fmla="*/ 159896 w 168229"/>
                  <a:gd name="connsiteY39" fmla="*/ 18021 h 94792"/>
                  <a:gd name="connsiteX40" fmla="*/ 118958 w 168229"/>
                  <a:gd name="connsiteY40" fmla="*/ 9271 h 94792"/>
                  <a:gd name="connsiteX41" fmla="*/ 107240 w 168229"/>
                  <a:gd name="connsiteY41" fmla="*/ 14063 h 94792"/>
                  <a:gd name="connsiteX42" fmla="*/ 103125 w 168229"/>
                  <a:gd name="connsiteY42" fmla="*/ 25729 h 94792"/>
                  <a:gd name="connsiteX43" fmla="*/ 107240 w 168229"/>
                  <a:gd name="connsiteY43" fmla="*/ 37344 h 94792"/>
                  <a:gd name="connsiteX44" fmla="*/ 118958 w 168229"/>
                  <a:gd name="connsiteY44" fmla="*/ 42188 h 94792"/>
                  <a:gd name="connsiteX45" fmla="*/ 130573 w 168229"/>
                  <a:gd name="connsiteY45" fmla="*/ 37344 h 94792"/>
                  <a:gd name="connsiteX46" fmla="*/ 134688 w 168229"/>
                  <a:gd name="connsiteY46" fmla="*/ 25729 h 94792"/>
                  <a:gd name="connsiteX47" fmla="*/ 130573 w 168229"/>
                  <a:gd name="connsiteY47" fmla="*/ 14063 h 94792"/>
                  <a:gd name="connsiteX48" fmla="*/ 118958 w 168229"/>
                  <a:gd name="connsiteY48" fmla="*/ 9271 h 94792"/>
                  <a:gd name="connsiteX49" fmla="*/ 42292 w 168229"/>
                  <a:gd name="connsiteY49" fmla="*/ 6250 h 94792"/>
                  <a:gd name="connsiteX50" fmla="*/ 24896 w 168229"/>
                  <a:gd name="connsiteY50" fmla="*/ 9375 h 94792"/>
                  <a:gd name="connsiteX51" fmla="*/ 18750 w 168229"/>
                  <a:gd name="connsiteY51" fmla="*/ 17500 h 94792"/>
                  <a:gd name="connsiteX52" fmla="*/ 25208 w 168229"/>
                  <a:gd name="connsiteY52" fmla="*/ 25625 h 94792"/>
                  <a:gd name="connsiteX53" fmla="*/ 42292 w 168229"/>
                  <a:gd name="connsiteY53" fmla="*/ 28854 h 94792"/>
                  <a:gd name="connsiteX54" fmla="*/ 59271 w 168229"/>
                  <a:gd name="connsiteY54" fmla="*/ 25781 h 94792"/>
                  <a:gd name="connsiteX55" fmla="*/ 65938 w 168229"/>
                  <a:gd name="connsiteY55" fmla="*/ 17709 h 94792"/>
                  <a:gd name="connsiteX56" fmla="*/ 59583 w 168229"/>
                  <a:gd name="connsiteY56" fmla="*/ 9480 h 94792"/>
                  <a:gd name="connsiteX57" fmla="*/ 42292 w 168229"/>
                  <a:gd name="connsiteY57" fmla="*/ 6250 h 94792"/>
                  <a:gd name="connsiteX58" fmla="*/ 159896 w 168229"/>
                  <a:gd name="connsiteY58" fmla="*/ 625 h 94792"/>
                  <a:gd name="connsiteX59" fmla="*/ 168229 w 168229"/>
                  <a:gd name="connsiteY59" fmla="*/ 625 h 94792"/>
                  <a:gd name="connsiteX60" fmla="*/ 168229 w 168229"/>
                  <a:gd name="connsiteY60" fmla="*/ 54688 h 94792"/>
                  <a:gd name="connsiteX61" fmla="*/ 159896 w 168229"/>
                  <a:gd name="connsiteY61" fmla="*/ 54688 h 94792"/>
                  <a:gd name="connsiteX62" fmla="*/ 159896 w 168229"/>
                  <a:gd name="connsiteY62" fmla="*/ 38542 h 94792"/>
                  <a:gd name="connsiteX63" fmla="*/ 139583 w 168229"/>
                  <a:gd name="connsiteY63" fmla="*/ 38542 h 94792"/>
                  <a:gd name="connsiteX64" fmla="*/ 131094 w 168229"/>
                  <a:gd name="connsiteY64" fmla="*/ 46563 h 94792"/>
                  <a:gd name="connsiteX65" fmla="*/ 118854 w 168229"/>
                  <a:gd name="connsiteY65" fmla="*/ 49584 h 94792"/>
                  <a:gd name="connsiteX66" fmla="*/ 109063 w 168229"/>
                  <a:gd name="connsiteY66" fmla="*/ 47708 h 94792"/>
                  <a:gd name="connsiteX67" fmla="*/ 101354 w 168229"/>
                  <a:gd name="connsiteY67" fmla="*/ 42604 h 94792"/>
                  <a:gd name="connsiteX68" fmla="*/ 96354 w 168229"/>
                  <a:gd name="connsiteY68" fmla="*/ 35000 h 94792"/>
                  <a:gd name="connsiteX69" fmla="*/ 94583 w 168229"/>
                  <a:gd name="connsiteY69" fmla="*/ 25625 h 94792"/>
                  <a:gd name="connsiteX70" fmla="*/ 96354 w 168229"/>
                  <a:gd name="connsiteY70" fmla="*/ 16510 h 94792"/>
                  <a:gd name="connsiteX71" fmla="*/ 101354 w 168229"/>
                  <a:gd name="connsiteY71" fmla="*/ 8959 h 94792"/>
                  <a:gd name="connsiteX72" fmla="*/ 109063 w 168229"/>
                  <a:gd name="connsiteY72" fmla="*/ 3802 h 94792"/>
                  <a:gd name="connsiteX73" fmla="*/ 118854 w 168229"/>
                  <a:gd name="connsiteY73" fmla="*/ 1875 h 94792"/>
                  <a:gd name="connsiteX74" fmla="*/ 130000 w 168229"/>
                  <a:gd name="connsiteY74" fmla="*/ 4427 h 94792"/>
                  <a:gd name="connsiteX75" fmla="*/ 138333 w 168229"/>
                  <a:gd name="connsiteY75" fmla="*/ 11042 h 94792"/>
                  <a:gd name="connsiteX76" fmla="*/ 159896 w 168229"/>
                  <a:gd name="connsiteY76" fmla="*/ 11042 h 94792"/>
                  <a:gd name="connsiteX77" fmla="*/ 42292 w 168229"/>
                  <a:gd name="connsiteY77" fmla="*/ 0 h 94792"/>
                  <a:gd name="connsiteX78" fmla="*/ 66771 w 168229"/>
                  <a:gd name="connsiteY78" fmla="*/ 5261 h 94792"/>
                  <a:gd name="connsiteX79" fmla="*/ 74792 w 168229"/>
                  <a:gd name="connsiteY79" fmla="*/ 17813 h 94792"/>
                  <a:gd name="connsiteX80" fmla="*/ 71510 w 168229"/>
                  <a:gd name="connsiteY80" fmla="*/ 26146 h 94792"/>
                  <a:gd name="connsiteX81" fmla="*/ 61667 w 168229"/>
                  <a:gd name="connsiteY81" fmla="*/ 32500 h 94792"/>
                  <a:gd name="connsiteX82" fmla="*/ 61667 w 168229"/>
                  <a:gd name="connsiteY82" fmla="*/ 46042 h 94792"/>
                  <a:gd name="connsiteX83" fmla="*/ 84583 w 168229"/>
                  <a:gd name="connsiteY83" fmla="*/ 46042 h 94792"/>
                  <a:gd name="connsiteX84" fmla="*/ 84583 w 168229"/>
                  <a:gd name="connsiteY84" fmla="*/ 53125 h 94792"/>
                  <a:gd name="connsiteX85" fmla="*/ 0 w 168229"/>
                  <a:gd name="connsiteY85" fmla="*/ 53125 h 94792"/>
                  <a:gd name="connsiteX86" fmla="*/ 0 w 168229"/>
                  <a:gd name="connsiteY86" fmla="*/ 46042 h 94792"/>
                  <a:gd name="connsiteX87" fmla="*/ 23229 w 168229"/>
                  <a:gd name="connsiteY87" fmla="*/ 46042 h 94792"/>
                  <a:gd name="connsiteX88" fmla="*/ 23229 w 168229"/>
                  <a:gd name="connsiteY88" fmla="*/ 32500 h 94792"/>
                  <a:gd name="connsiteX89" fmla="*/ 13281 w 168229"/>
                  <a:gd name="connsiteY89" fmla="*/ 26094 h 94792"/>
                  <a:gd name="connsiteX90" fmla="*/ 10000 w 168229"/>
                  <a:gd name="connsiteY90" fmla="*/ 17604 h 94792"/>
                  <a:gd name="connsiteX91" fmla="*/ 18125 w 168229"/>
                  <a:gd name="connsiteY91" fmla="*/ 5209 h 94792"/>
                  <a:gd name="connsiteX92" fmla="*/ 42292 w 168229"/>
                  <a:gd name="connsiteY92" fmla="*/ 0 h 9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168229" h="94792">
                    <a:moveTo>
                      <a:pt x="42396" y="66667"/>
                    </a:moveTo>
                    <a:cubicBezTo>
                      <a:pt x="34758" y="66667"/>
                      <a:pt x="28837" y="67643"/>
                      <a:pt x="24635" y="69584"/>
                    </a:cubicBezTo>
                    <a:cubicBezTo>
                      <a:pt x="20435" y="71537"/>
                      <a:pt x="18333" y="74206"/>
                      <a:pt x="18333" y="77604"/>
                    </a:cubicBezTo>
                    <a:cubicBezTo>
                      <a:pt x="18333" y="81016"/>
                      <a:pt x="20435" y="83672"/>
                      <a:pt x="24635" y="85573"/>
                    </a:cubicBezTo>
                    <a:cubicBezTo>
                      <a:pt x="28837" y="87487"/>
                      <a:pt x="34758" y="88438"/>
                      <a:pt x="42396" y="88438"/>
                    </a:cubicBezTo>
                    <a:cubicBezTo>
                      <a:pt x="49688" y="88438"/>
                      <a:pt x="55469" y="87487"/>
                      <a:pt x="59740" y="85573"/>
                    </a:cubicBezTo>
                    <a:cubicBezTo>
                      <a:pt x="64010" y="83672"/>
                      <a:pt x="66146" y="81042"/>
                      <a:pt x="66146" y="77709"/>
                    </a:cubicBezTo>
                    <a:cubicBezTo>
                      <a:pt x="66146" y="74245"/>
                      <a:pt x="64029" y="71537"/>
                      <a:pt x="59792" y="69584"/>
                    </a:cubicBezTo>
                    <a:cubicBezTo>
                      <a:pt x="55556" y="67643"/>
                      <a:pt x="49758" y="66667"/>
                      <a:pt x="42396" y="66667"/>
                    </a:cubicBezTo>
                    <a:close/>
                    <a:moveTo>
                      <a:pt x="42396" y="60521"/>
                    </a:moveTo>
                    <a:cubicBezTo>
                      <a:pt x="53438" y="60521"/>
                      <a:pt x="61685" y="62162"/>
                      <a:pt x="67135" y="65417"/>
                    </a:cubicBezTo>
                    <a:cubicBezTo>
                      <a:pt x="72587" y="68685"/>
                      <a:pt x="75313" y="72787"/>
                      <a:pt x="75313" y="77709"/>
                    </a:cubicBezTo>
                    <a:cubicBezTo>
                      <a:pt x="75313" y="82578"/>
                      <a:pt x="72604" y="86641"/>
                      <a:pt x="67188" y="89896"/>
                    </a:cubicBezTo>
                    <a:cubicBezTo>
                      <a:pt x="61771" y="93164"/>
                      <a:pt x="53508" y="94792"/>
                      <a:pt x="42396" y="94792"/>
                    </a:cubicBezTo>
                    <a:cubicBezTo>
                      <a:pt x="31285" y="94792"/>
                      <a:pt x="22987" y="93164"/>
                      <a:pt x="17500" y="89896"/>
                    </a:cubicBezTo>
                    <a:cubicBezTo>
                      <a:pt x="12014" y="86641"/>
                      <a:pt x="9271" y="82539"/>
                      <a:pt x="9271" y="77604"/>
                    </a:cubicBezTo>
                    <a:cubicBezTo>
                      <a:pt x="9271" y="72604"/>
                      <a:pt x="12031" y="68516"/>
                      <a:pt x="17552" y="65313"/>
                    </a:cubicBezTo>
                    <a:cubicBezTo>
                      <a:pt x="23073" y="62123"/>
                      <a:pt x="31354" y="60521"/>
                      <a:pt x="42396" y="60521"/>
                    </a:cubicBezTo>
                    <a:close/>
                    <a:moveTo>
                      <a:pt x="106667" y="59688"/>
                    </a:moveTo>
                    <a:lnTo>
                      <a:pt x="165833" y="59688"/>
                    </a:lnTo>
                    <a:cubicBezTo>
                      <a:pt x="166667" y="59688"/>
                      <a:pt x="167240" y="59844"/>
                      <a:pt x="167552" y="60157"/>
                    </a:cubicBezTo>
                    <a:cubicBezTo>
                      <a:pt x="167865" y="60469"/>
                      <a:pt x="168021" y="61042"/>
                      <a:pt x="168021" y="61875"/>
                    </a:cubicBezTo>
                    <a:lnTo>
                      <a:pt x="168021" y="93542"/>
                    </a:lnTo>
                    <a:lnTo>
                      <a:pt x="159792" y="93542"/>
                    </a:lnTo>
                    <a:lnTo>
                      <a:pt x="159792" y="66771"/>
                    </a:lnTo>
                    <a:lnTo>
                      <a:pt x="106667" y="66771"/>
                    </a:lnTo>
                    <a:close/>
                    <a:moveTo>
                      <a:pt x="53646" y="34375"/>
                    </a:moveTo>
                    <a:cubicBezTo>
                      <a:pt x="51910" y="34792"/>
                      <a:pt x="50070" y="35078"/>
                      <a:pt x="48125" y="35208"/>
                    </a:cubicBezTo>
                    <a:cubicBezTo>
                      <a:pt x="46181" y="35352"/>
                      <a:pt x="44237" y="35417"/>
                      <a:pt x="42292" y="35417"/>
                    </a:cubicBezTo>
                    <a:cubicBezTo>
                      <a:pt x="40348" y="35417"/>
                      <a:pt x="38421" y="35352"/>
                      <a:pt x="36510" y="35208"/>
                    </a:cubicBezTo>
                    <a:cubicBezTo>
                      <a:pt x="34602" y="35078"/>
                      <a:pt x="32883" y="34831"/>
                      <a:pt x="31354" y="34479"/>
                    </a:cubicBezTo>
                    <a:lnTo>
                      <a:pt x="31354" y="46042"/>
                    </a:lnTo>
                    <a:lnTo>
                      <a:pt x="53646" y="46042"/>
                    </a:lnTo>
                    <a:close/>
                    <a:moveTo>
                      <a:pt x="141979" y="18021"/>
                    </a:moveTo>
                    <a:cubicBezTo>
                      <a:pt x="142396" y="19271"/>
                      <a:pt x="142708" y="20547"/>
                      <a:pt x="142917" y="21823"/>
                    </a:cubicBezTo>
                    <a:cubicBezTo>
                      <a:pt x="143125" y="23112"/>
                      <a:pt x="143229" y="24375"/>
                      <a:pt x="143229" y="25625"/>
                    </a:cubicBezTo>
                    <a:cubicBezTo>
                      <a:pt x="143229" y="26667"/>
                      <a:pt x="143160" y="27696"/>
                      <a:pt x="143021" y="28698"/>
                    </a:cubicBezTo>
                    <a:cubicBezTo>
                      <a:pt x="142883" y="29714"/>
                      <a:pt x="142708" y="30664"/>
                      <a:pt x="142500" y="31563"/>
                    </a:cubicBezTo>
                    <a:lnTo>
                      <a:pt x="159896" y="31563"/>
                    </a:lnTo>
                    <a:lnTo>
                      <a:pt x="159896" y="18021"/>
                    </a:lnTo>
                    <a:close/>
                    <a:moveTo>
                      <a:pt x="118958" y="9271"/>
                    </a:moveTo>
                    <a:cubicBezTo>
                      <a:pt x="113889" y="9271"/>
                      <a:pt x="109983" y="10873"/>
                      <a:pt x="107240" y="14063"/>
                    </a:cubicBezTo>
                    <a:cubicBezTo>
                      <a:pt x="104497" y="17266"/>
                      <a:pt x="103125" y="21146"/>
                      <a:pt x="103125" y="25729"/>
                    </a:cubicBezTo>
                    <a:cubicBezTo>
                      <a:pt x="103125" y="30248"/>
                      <a:pt x="104497" y="34115"/>
                      <a:pt x="107240" y="37344"/>
                    </a:cubicBezTo>
                    <a:cubicBezTo>
                      <a:pt x="109983" y="40573"/>
                      <a:pt x="113889" y="42188"/>
                      <a:pt x="118958" y="42188"/>
                    </a:cubicBezTo>
                    <a:cubicBezTo>
                      <a:pt x="123958" y="42188"/>
                      <a:pt x="127831" y="40573"/>
                      <a:pt x="130573" y="37344"/>
                    </a:cubicBezTo>
                    <a:cubicBezTo>
                      <a:pt x="133316" y="34115"/>
                      <a:pt x="134688" y="30248"/>
                      <a:pt x="134688" y="25729"/>
                    </a:cubicBezTo>
                    <a:cubicBezTo>
                      <a:pt x="134688" y="21146"/>
                      <a:pt x="133316" y="17266"/>
                      <a:pt x="130573" y="14063"/>
                    </a:cubicBezTo>
                    <a:cubicBezTo>
                      <a:pt x="127831" y="10873"/>
                      <a:pt x="123958" y="9271"/>
                      <a:pt x="118958" y="9271"/>
                    </a:cubicBezTo>
                    <a:close/>
                    <a:moveTo>
                      <a:pt x="42292" y="6250"/>
                    </a:moveTo>
                    <a:cubicBezTo>
                      <a:pt x="34792" y="6250"/>
                      <a:pt x="28994" y="7292"/>
                      <a:pt x="24896" y="9375"/>
                    </a:cubicBezTo>
                    <a:cubicBezTo>
                      <a:pt x="20799" y="11458"/>
                      <a:pt x="18750" y="14167"/>
                      <a:pt x="18750" y="17500"/>
                    </a:cubicBezTo>
                    <a:cubicBezTo>
                      <a:pt x="18750" y="20768"/>
                      <a:pt x="20904" y="23477"/>
                      <a:pt x="25208" y="25625"/>
                    </a:cubicBezTo>
                    <a:cubicBezTo>
                      <a:pt x="29514" y="27787"/>
                      <a:pt x="35208" y="28854"/>
                      <a:pt x="42292" y="28854"/>
                    </a:cubicBezTo>
                    <a:cubicBezTo>
                      <a:pt x="49167" y="28854"/>
                      <a:pt x="54827" y="27839"/>
                      <a:pt x="59271" y="25781"/>
                    </a:cubicBezTo>
                    <a:cubicBezTo>
                      <a:pt x="63716" y="23737"/>
                      <a:pt x="65938" y="21042"/>
                      <a:pt x="65938" y="17709"/>
                    </a:cubicBezTo>
                    <a:cubicBezTo>
                      <a:pt x="65938" y="14375"/>
                      <a:pt x="63820" y="11641"/>
                      <a:pt x="59583" y="9480"/>
                    </a:cubicBezTo>
                    <a:cubicBezTo>
                      <a:pt x="55348" y="7331"/>
                      <a:pt x="49583" y="6250"/>
                      <a:pt x="42292" y="6250"/>
                    </a:cubicBezTo>
                    <a:close/>
                    <a:moveTo>
                      <a:pt x="159896" y="625"/>
                    </a:moveTo>
                    <a:lnTo>
                      <a:pt x="168229" y="625"/>
                    </a:lnTo>
                    <a:lnTo>
                      <a:pt x="168229" y="54688"/>
                    </a:lnTo>
                    <a:lnTo>
                      <a:pt x="159896" y="54688"/>
                    </a:lnTo>
                    <a:lnTo>
                      <a:pt x="159896" y="38542"/>
                    </a:lnTo>
                    <a:lnTo>
                      <a:pt x="139583" y="38542"/>
                    </a:lnTo>
                    <a:cubicBezTo>
                      <a:pt x="137500" y="41875"/>
                      <a:pt x="134671" y="44558"/>
                      <a:pt x="131094" y="46563"/>
                    </a:cubicBezTo>
                    <a:cubicBezTo>
                      <a:pt x="127518" y="48581"/>
                      <a:pt x="123438" y="49584"/>
                      <a:pt x="118854" y="49584"/>
                    </a:cubicBezTo>
                    <a:cubicBezTo>
                      <a:pt x="115313" y="49584"/>
                      <a:pt x="112050" y="48958"/>
                      <a:pt x="109063" y="47708"/>
                    </a:cubicBezTo>
                    <a:cubicBezTo>
                      <a:pt x="106077" y="46459"/>
                      <a:pt x="103508" y="44766"/>
                      <a:pt x="101354" y="42604"/>
                    </a:cubicBezTo>
                    <a:cubicBezTo>
                      <a:pt x="99202" y="40456"/>
                      <a:pt x="97535" y="37917"/>
                      <a:pt x="96354" y="35000"/>
                    </a:cubicBezTo>
                    <a:cubicBezTo>
                      <a:pt x="95175" y="32084"/>
                      <a:pt x="94583" y="28959"/>
                      <a:pt x="94583" y="25625"/>
                    </a:cubicBezTo>
                    <a:cubicBezTo>
                      <a:pt x="94583" y="22435"/>
                      <a:pt x="95175" y="19401"/>
                      <a:pt x="96354" y="16510"/>
                    </a:cubicBezTo>
                    <a:cubicBezTo>
                      <a:pt x="97535" y="13633"/>
                      <a:pt x="99202" y="11120"/>
                      <a:pt x="101354" y="8959"/>
                    </a:cubicBezTo>
                    <a:cubicBezTo>
                      <a:pt x="103508" y="6810"/>
                      <a:pt x="106077" y="5091"/>
                      <a:pt x="109063" y="3802"/>
                    </a:cubicBezTo>
                    <a:cubicBezTo>
                      <a:pt x="112050" y="2526"/>
                      <a:pt x="115313" y="1875"/>
                      <a:pt x="118854" y="1875"/>
                    </a:cubicBezTo>
                    <a:cubicBezTo>
                      <a:pt x="122952" y="1875"/>
                      <a:pt x="126667" y="2735"/>
                      <a:pt x="130000" y="4427"/>
                    </a:cubicBezTo>
                    <a:cubicBezTo>
                      <a:pt x="133333" y="6133"/>
                      <a:pt x="136112" y="8334"/>
                      <a:pt x="138333" y="11042"/>
                    </a:cubicBezTo>
                    <a:lnTo>
                      <a:pt x="159896" y="11042"/>
                    </a:lnTo>
                    <a:close/>
                    <a:moveTo>
                      <a:pt x="42292" y="0"/>
                    </a:moveTo>
                    <a:cubicBezTo>
                      <a:pt x="53264" y="0"/>
                      <a:pt x="61425" y="1758"/>
                      <a:pt x="66771" y="5261"/>
                    </a:cubicBezTo>
                    <a:cubicBezTo>
                      <a:pt x="72119" y="8776"/>
                      <a:pt x="74792" y="12956"/>
                      <a:pt x="74792" y="17813"/>
                    </a:cubicBezTo>
                    <a:cubicBezTo>
                      <a:pt x="74792" y="20808"/>
                      <a:pt x="73698" y="23581"/>
                      <a:pt x="71510" y="26146"/>
                    </a:cubicBezTo>
                    <a:cubicBezTo>
                      <a:pt x="69323" y="28724"/>
                      <a:pt x="66042" y="30833"/>
                      <a:pt x="61667" y="32500"/>
                    </a:cubicBezTo>
                    <a:lnTo>
                      <a:pt x="61667" y="46042"/>
                    </a:lnTo>
                    <a:lnTo>
                      <a:pt x="84583" y="46042"/>
                    </a:lnTo>
                    <a:lnTo>
                      <a:pt x="84583" y="53125"/>
                    </a:lnTo>
                    <a:lnTo>
                      <a:pt x="0" y="53125"/>
                    </a:lnTo>
                    <a:lnTo>
                      <a:pt x="0" y="46042"/>
                    </a:lnTo>
                    <a:lnTo>
                      <a:pt x="23229" y="46042"/>
                    </a:lnTo>
                    <a:lnTo>
                      <a:pt x="23229" y="32500"/>
                    </a:lnTo>
                    <a:cubicBezTo>
                      <a:pt x="18785" y="30833"/>
                      <a:pt x="15469" y="28698"/>
                      <a:pt x="13281" y="26094"/>
                    </a:cubicBezTo>
                    <a:cubicBezTo>
                      <a:pt x="11094" y="23490"/>
                      <a:pt x="10000" y="20664"/>
                      <a:pt x="10000" y="17604"/>
                    </a:cubicBezTo>
                    <a:cubicBezTo>
                      <a:pt x="10000" y="12813"/>
                      <a:pt x="12708" y="8685"/>
                      <a:pt x="18125" y="5209"/>
                    </a:cubicBezTo>
                    <a:cubicBezTo>
                      <a:pt x="23542" y="1745"/>
                      <a:pt x="31598" y="0"/>
                      <a:pt x="4229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BE596E42-18B5-495C-9A1F-A458F2466FE3}"/>
                  </a:ext>
                </a:extLst>
              </p:cNvPr>
              <p:cNvSpPr txBox="1"/>
              <p:nvPr/>
            </p:nvSpPr>
            <p:spPr>
              <a:xfrm>
                <a:off x="1120402" y="5969304"/>
                <a:ext cx="36517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용역</a:t>
                </a:r>
              </a:p>
            </p:txBody>
          </p:sp>
        </p:grpSp>
        <p:sp>
          <p:nvSpPr>
            <p:cNvPr id="606" name="자유형: 도형 605">
              <a:extLst>
                <a:ext uri="{FF2B5EF4-FFF2-40B4-BE49-F238E27FC236}">
                  <a16:creationId xmlns:a16="http://schemas.microsoft.com/office/drawing/2014/main" id="{FC0485FB-2A0F-4976-B957-249DEC98F115}"/>
                </a:ext>
              </a:extLst>
            </p:cNvPr>
            <p:cNvSpPr/>
            <p:nvPr/>
          </p:nvSpPr>
          <p:spPr>
            <a:xfrm>
              <a:off x="1399646" y="6127810"/>
              <a:ext cx="49375" cy="6875"/>
            </a:xfrm>
            <a:custGeom>
              <a:avLst/>
              <a:gdLst>
                <a:gd name="connsiteX0" fmla="*/ 0 w 49375"/>
                <a:gd name="connsiteY0" fmla="*/ 0 h 6875"/>
                <a:gd name="connsiteX1" fmla="*/ 49375 w 49375"/>
                <a:gd name="connsiteY1" fmla="*/ 0 h 6875"/>
                <a:gd name="connsiteX2" fmla="*/ 49375 w 49375"/>
                <a:gd name="connsiteY2" fmla="*/ 6875 h 6875"/>
                <a:gd name="connsiteX3" fmla="*/ 0 w 49375"/>
                <a:gd name="connsiteY3" fmla="*/ 6875 h 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375" h="6875">
                  <a:moveTo>
                    <a:pt x="0" y="0"/>
                  </a:moveTo>
                  <a:lnTo>
                    <a:pt x="49375" y="0"/>
                  </a:lnTo>
                  <a:lnTo>
                    <a:pt x="49375" y="6875"/>
                  </a:lnTo>
                  <a:lnTo>
                    <a:pt x="0" y="6875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7" name="TextBox 606">
              <a:extLst>
                <a:ext uri="{FF2B5EF4-FFF2-40B4-BE49-F238E27FC236}">
                  <a16:creationId xmlns:a16="http://schemas.microsoft.com/office/drawing/2014/main" id="{85AF340B-C931-449C-80B7-FFCC4F101813}"/>
                </a:ext>
              </a:extLst>
            </p:cNvPr>
            <p:cNvSpPr txBox="1"/>
            <p:nvPr/>
          </p:nvSpPr>
          <p:spPr>
            <a:xfrm>
              <a:off x="1308206" y="6075085"/>
              <a:ext cx="195900" cy="1044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03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_</a:t>
              </a:r>
            </a:p>
          </p:txBody>
        </p:sp>
        <p:sp>
          <p:nvSpPr>
            <p:cNvPr id="608" name="자유형: 도형 607">
              <a:extLst>
                <a:ext uri="{FF2B5EF4-FFF2-40B4-BE49-F238E27FC236}">
                  <a16:creationId xmlns:a16="http://schemas.microsoft.com/office/drawing/2014/main" id="{304501C9-2B68-4EBA-9A2A-C26ED5FD98D2}"/>
                </a:ext>
              </a:extLst>
            </p:cNvPr>
            <p:cNvSpPr/>
            <p:nvPr/>
          </p:nvSpPr>
          <p:spPr>
            <a:xfrm>
              <a:off x="1461085" y="6036873"/>
              <a:ext cx="169270" cy="92291"/>
            </a:xfrm>
            <a:custGeom>
              <a:avLst/>
              <a:gdLst>
                <a:gd name="connsiteX0" fmla="*/ 17188 w 169270"/>
                <a:gd name="connsiteY0" fmla="*/ 62396 h 92291"/>
                <a:gd name="connsiteX1" fmla="*/ 17188 w 169270"/>
                <a:gd name="connsiteY1" fmla="*/ 84479 h 92291"/>
                <a:gd name="connsiteX2" fmla="*/ 59583 w 169270"/>
                <a:gd name="connsiteY2" fmla="*/ 84479 h 92291"/>
                <a:gd name="connsiteX3" fmla="*/ 59583 w 169270"/>
                <a:gd name="connsiteY3" fmla="*/ 62396 h 92291"/>
                <a:gd name="connsiteX4" fmla="*/ 11250 w 169270"/>
                <a:gd name="connsiteY4" fmla="*/ 55417 h 92291"/>
                <a:gd name="connsiteX5" fmla="*/ 65521 w 169270"/>
                <a:gd name="connsiteY5" fmla="*/ 55417 h 92291"/>
                <a:gd name="connsiteX6" fmla="*/ 67240 w 169270"/>
                <a:gd name="connsiteY6" fmla="*/ 55886 h 92291"/>
                <a:gd name="connsiteX7" fmla="*/ 67708 w 169270"/>
                <a:gd name="connsiteY7" fmla="*/ 57604 h 92291"/>
                <a:gd name="connsiteX8" fmla="*/ 67708 w 169270"/>
                <a:gd name="connsiteY8" fmla="*/ 89062 h 92291"/>
                <a:gd name="connsiteX9" fmla="*/ 67240 w 169270"/>
                <a:gd name="connsiteY9" fmla="*/ 90781 h 92291"/>
                <a:gd name="connsiteX10" fmla="*/ 65521 w 169270"/>
                <a:gd name="connsiteY10" fmla="*/ 91250 h 92291"/>
                <a:gd name="connsiteX11" fmla="*/ 11250 w 169270"/>
                <a:gd name="connsiteY11" fmla="*/ 91250 h 92291"/>
                <a:gd name="connsiteX12" fmla="*/ 9531 w 169270"/>
                <a:gd name="connsiteY12" fmla="*/ 90781 h 92291"/>
                <a:gd name="connsiteX13" fmla="*/ 9062 w 169270"/>
                <a:gd name="connsiteY13" fmla="*/ 89062 h 92291"/>
                <a:gd name="connsiteX14" fmla="*/ 9062 w 169270"/>
                <a:gd name="connsiteY14" fmla="*/ 57604 h 92291"/>
                <a:gd name="connsiteX15" fmla="*/ 9531 w 169270"/>
                <a:gd name="connsiteY15" fmla="*/ 55886 h 92291"/>
                <a:gd name="connsiteX16" fmla="*/ 11250 w 169270"/>
                <a:gd name="connsiteY16" fmla="*/ 55417 h 92291"/>
                <a:gd name="connsiteX17" fmla="*/ 84688 w 169270"/>
                <a:gd name="connsiteY17" fmla="*/ 54375 h 92291"/>
                <a:gd name="connsiteX18" fmla="*/ 169271 w 169270"/>
                <a:gd name="connsiteY18" fmla="*/ 54375 h 92291"/>
                <a:gd name="connsiteX19" fmla="*/ 169271 w 169270"/>
                <a:gd name="connsiteY19" fmla="*/ 61458 h 92291"/>
                <a:gd name="connsiteX20" fmla="*/ 131458 w 169270"/>
                <a:gd name="connsiteY20" fmla="*/ 61458 h 92291"/>
                <a:gd name="connsiteX21" fmla="*/ 131458 w 169270"/>
                <a:gd name="connsiteY21" fmla="*/ 92292 h 92291"/>
                <a:gd name="connsiteX22" fmla="*/ 123125 w 169270"/>
                <a:gd name="connsiteY22" fmla="*/ 92292 h 92291"/>
                <a:gd name="connsiteX23" fmla="*/ 123125 w 169270"/>
                <a:gd name="connsiteY23" fmla="*/ 61458 h 92291"/>
                <a:gd name="connsiteX24" fmla="*/ 84688 w 169270"/>
                <a:gd name="connsiteY24" fmla="*/ 61458 h 92291"/>
                <a:gd name="connsiteX25" fmla="*/ 104063 w 169270"/>
                <a:gd name="connsiteY25" fmla="*/ 20625 h 92291"/>
                <a:gd name="connsiteX26" fmla="*/ 104063 w 169270"/>
                <a:gd name="connsiteY26" fmla="*/ 35729 h 92291"/>
                <a:gd name="connsiteX27" fmla="*/ 149688 w 169270"/>
                <a:gd name="connsiteY27" fmla="*/ 35729 h 92291"/>
                <a:gd name="connsiteX28" fmla="*/ 149688 w 169270"/>
                <a:gd name="connsiteY28" fmla="*/ 20625 h 92291"/>
                <a:gd name="connsiteX29" fmla="*/ 0 w 169270"/>
                <a:gd name="connsiteY29" fmla="*/ 2604 h 92291"/>
                <a:gd name="connsiteX30" fmla="*/ 8125 w 169270"/>
                <a:gd name="connsiteY30" fmla="*/ 2604 h 92291"/>
                <a:gd name="connsiteX31" fmla="*/ 8125 w 169270"/>
                <a:gd name="connsiteY31" fmla="*/ 34792 h 92291"/>
                <a:gd name="connsiteX32" fmla="*/ 17396 w 169270"/>
                <a:gd name="connsiteY32" fmla="*/ 34792 h 92291"/>
                <a:gd name="connsiteX33" fmla="*/ 28177 w 169270"/>
                <a:gd name="connsiteY33" fmla="*/ 34479 h 92291"/>
                <a:gd name="connsiteX34" fmla="*/ 39063 w 169270"/>
                <a:gd name="connsiteY34" fmla="*/ 33646 h 92291"/>
                <a:gd name="connsiteX35" fmla="*/ 48542 w 169270"/>
                <a:gd name="connsiteY35" fmla="*/ 32552 h 92291"/>
                <a:gd name="connsiteX36" fmla="*/ 55000 w 169270"/>
                <a:gd name="connsiteY36" fmla="*/ 31354 h 92291"/>
                <a:gd name="connsiteX37" fmla="*/ 55000 w 169270"/>
                <a:gd name="connsiteY37" fmla="*/ 38437 h 92291"/>
                <a:gd name="connsiteX38" fmla="*/ 48333 w 169270"/>
                <a:gd name="connsiteY38" fmla="*/ 39792 h 92291"/>
                <a:gd name="connsiteX39" fmla="*/ 38854 w 169270"/>
                <a:gd name="connsiteY39" fmla="*/ 41042 h 92291"/>
                <a:gd name="connsiteX40" fmla="*/ 27760 w 169270"/>
                <a:gd name="connsiteY40" fmla="*/ 41927 h 92291"/>
                <a:gd name="connsiteX41" fmla="*/ 15937 w 169270"/>
                <a:gd name="connsiteY41" fmla="*/ 42292 h 92291"/>
                <a:gd name="connsiteX42" fmla="*/ 2187 w 169270"/>
                <a:gd name="connsiteY42" fmla="*/ 42292 h 92291"/>
                <a:gd name="connsiteX43" fmla="*/ 469 w 169270"/>
                <a:gd name="connsiteY43" fmla="*/ 41823 h 92291"/>
                <a:gd name="connsiteX44" fmla="*/ 0 w 169270"/>
                <a:gd name="connsiteY44" fmla="*/ 40104 h 92291"/>
                <a:gd name="connsiteX45" fmla="*/ 95938 w 169270"/>
                <a:gd name="connsiteY45" fmla="*/ 1979 h 92291"/>
                <a:gd name="connsiteX46" fmla="*/ 104063 w 169270"/>
                <a:gd name="connsiteY46" fmla="*/ 1979 h 92291"/>
                <a:gd name="connsiteX47" fmla="*/ 104063 w 169270"/>
                <a:gd name="connsiteY47" fmla="*/ 13855 h 92291"/>
                <a:gd name="connsiteX48" fmla="*/ 149688 w 169270"/>
                <a:gd name="connsiteY48" fmla="*/ 13855 h 92291"/>
                <a:gd name="connsiteX49" fmla="*/ 149688 w 169270"/>
                <a:gd name="connsiteY49" fmla="*/ 1979 h 92291"/>
                <a:gd name="connsiteX50" fmla="*/ 157917 w 169270"/>
                <a:gd name="connsiteY50" fmla="*/ 1979 h 92291"/>
                <a:gd name="connsiteX51" fmla="*/ 157917 w 169270"/>
                <a:gd name="connsiteY51" fmla="*/ 40521 h 92291"/>
                <a:gd name="connsiteX52" fmla="*/ 157448 w 169270"/>
                <a:gd name="connsiteY52" fmla="*/ 42240 h 92291"/>
                <a:gd name="connsiteX53" fmla="*/ 155729 w 169270"/>
                <a:gd name="connsiteY53" fmla="*/ 42708 h 92291"/>
                <a:gd name="connsiteX54" fmla="*/ 98125 w 169270"/>
                <a:gd name="connsiteY54" fmla="*/ 42708 h 92291"/>
                <a:gd name="connsiteX55" fmla="*/ 96406 w 169270"/>
                <a:gd name="connsiteY55" fmla="*/ 42240 h 92291"/>
                <a:gd name="connsiteX56" fmla="*/ 95938 w 169270"/>
                <a:gd name="connsiteY56" fmla="*/ 40521 h 92291"/>
                <a:gd name="connsiteX57" fmla="*/ 59375 w 169270"/>
                <a:gd name="connsiteY57" fmla="*/ 0 h 92291"/>
                <a:gd name="connsiteX58" fmla="*/ 67500 w 169270"/>
                <a:gd name="connsiteY58" fmla="*/ 0 h 92291"/>
                <a:gd name="connsiteX59" fmla="*/ 67500 w 169270"/>
                <a:gd name="connsiteY59" fmla="*/ 16146 h 92291"/>
                <a:gd name="connsiteX60" fmla="*/ 80104 w 169270"/>
                <a:gd name="connsiteY60" fmla="*/ 16146 h 92291"/>
                <a:gd name="connsiteX61" fmla="*/ 80104 w 169270"/>
                <a:gd name="connsiteY61" fmla="*/ 23438 h 92291"/>
                <a:gd name="connsiteX62" fmla="*/ 67500 w 169270"/>
                <a:gd name="connsiteY62" fmla="*/ 23438 h 92291"/>
                <a:gd name="connsiteX63" fmla="*/ 67500 w 169270"/>
                <a:gd name="connsiteY63" fmla="*/ 50313 h 92291"/>
                <a:gd name="connsiteX64" fmla="*/ 59375 w 169270"/>
                <a:gd name="connsiteY64" fmla="*/ 50313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69270" h="92291">
                  <a:moveTo>
                    <a:pt x="17188" y="62396"/>
                  </a:moveTo>
                  <a:lnTo>
                    <a:pt x="17188" y="84479"/>
                  </a:lnTo>
                  <a:lnTo>
                    <a:pt x="59583" y="84479"/>
                  </a:lnTo>
                  <a:lnTo>
                    <a:pt x="59583" y="62396"/>
                  </a:lnTo>
                  <a:close/>
                  <a:moveTo>
                    <a:pt x="11250" y="55417"/>
                  </a:moveTo>
                  <a:lnTo>
                    <a:pt x="65521" y="55417"/>
                  </a:lnTo>
                  <a:cubicBezTo>
                    <a:pt x="66354" y="55417"/>
                    <a:pt x="66927" y="55573"/>
                    <a:pt x="67240" y="55886"/>
                  </a:cubicBezTo>
                  <a:cubicBezTo>
                    <a:pt x="67552" y="56198"/>
                    <a:pt x="67708" y="56771"/>
                    <a:pt x="67708" y="57604"/>
                  </a:cubicBezTo>
                  <a:lnTo>
                    <a:pt x="67708" y="89062"/>
                  </a:lnTo>
                  <a:cubicBezTo>
                    <a:pt x="67708" y="89896"/>
                    <a:pt x="67552" y="90469"/>
                    <a:pt x="67240" y="90781"/>
                  </a:cubicBezTo>
                  <a:cubicBezTo>
                    <a:pt x="66927" y="91094"/>
                    <a:pt x="66354" y="91250"/>
                    <a:pt x="65521" y="91250"/>
                  </a:cubicBezTo>
                  <a:lnTo>
                    <a:pt x="11250" y="91250"/>
                  </a:lnTo>
                  <a:cubicBezTo>
                    <a:pt x="10417" y="91250"/>
                    <a:pt x="9844" y="91094"/>
                    <a:pt x="9531" y="90781"/>
                  </a:cubicBezTo>
                  <a:cubicBezTo>
                    <a:pt x="9219" y="90469"/>
                    <a:pt x="9062" y="89896"/>
                    <a:pt x="9062" y="89062"/>
                  </a:cubicBezTo>
                  <a:lnTo>
                    <a:pt x="9062" y="57604"/>
                  </a:lnTo>
                  <a:cubicBezTo>
                    <a:pt x="9062" y="56771"/>
                    <a:pt x="9219" y="56198"/>
                    <a:pt x="9531" y="55886"/>
                  </a:cubicBezTo>
                  <a:cubicBezTo>
                    <a:pt x="9844" y="55573"/>
                    <a:pt x="10417" y="55417"/>
                    <a:pt x="11250" y="55417"/>
                  </a:cubicBezTo>
                  <a:close/>
                  <a:moveTo>
                    <a:pt x="84688" y="54375"/>
                  </a:moveTo>
                  <a:lnTo>
                    <a:pt x="169271" y="54375"/>
                  </a:lnTo>
                  <a:lnTo>
                    <a:pt x="169271" y="61458"/>
                  </a:lnTo>
                  <a:lnTo>
                    <a:pt x="131458" y="61458"/>
                  </a:lnTo>
                  <a:lnTo>
                    <a:pt x="131458" y="92292"/>
                  </a:lnTo>
                  <a:lnTo>
                    <a:pt x="123125" y="92292"/>
                  </a:lnTo>
                  <a:lnTo>
                    <a:pt x="123125" y="61458"/>
                  </a:lnTo>
                  <a:lnTo>
                    <a:pt x="84688" y="61458"/>
                  </a:lnTo>
                  <a:close/>
                  <a:moveTo>
                    <a:pt x="104063" y="20625"/>
                  </a:moveTo>
                  <a:lnTo>
                    <a:pt x="104063" y="35729"/>
                  </a:lnTo>
                  <a:lnTo>
                    <a:pt x="149688" y="35729"/>
                  </a:lnTo>
                  <a:lnTo>
                    <a:pt x="149688" y="20625"/>
                  </a:lnTo>
                  <a:close/>
                  <a:moveTo>
                    <a:pt x="0" y="2604"/>
                  </a:moveTo>
                  <a:lnTo>
                    <a:pt x="8125" y="2604"/>
                  </a:lnTo>
                  <a:lnTo>
                    <a:pt x="8125" y="34792"/>
                  </a:lnTo>
                  <a:lnTo>
                    <a:pt x="17396" y="34792"/>
                  </a:lnTo>
                  <a:cubicBezTo>
                    <a:pt x="20798" y="34792"/>
                    <a:pt x="24392" y="34688"/>
                    <a:pt x="28177" y="34479"/>
                  </a:cubicBezTo>
                  <a:cubicBezTo>
                    <a:pt x="31961" y="34271"/>
                    <a:pt x="35590" y="33998"/>
                    <a:pt x="39063" y="33646"/>
                  </a:cubicBezTo>
                  <a:cubicBezTo>
                    <a:pt x="42534" y="33307"/>
                    <a:pt x="45694" y="32943"/>
                    <a:pt x="48542" y="32552"/>
                  </a:cubicBezTo>
                  <a:cubicBezTo>
                    <a:pt x="51388" y="32175"/>
                    <a:pt x="53542" y="31771"/>
                    <a:pt x="55000" y="31354"/>
                  </a:cubicBezTo>
                  <a:lnTo>
                    <a:pt x="55000" y="38437"/>
                  </a:lnTo>
                  <a:cubicBezTo>
                    <a:pt x="53333" y="38854"/>
                    <a:pt x="51111" y="39310"/>
                    <a:pt x="48333" y="39792"/>
                  </a:cubicBezTo>
                  <a:cubicBezTo>
                    <a:pt x="45555" y="40287"/>
                    <a:pt x="42396" y="40703"/>
                    <a:pt x="38854" y="41042"/>
                  </a:cubicBezTo>
                  <a:cubicBezTo>
                    <a:pt x="35382" y="41393"/>
                    <a:pt x="31684" y="41693"/>
                    <a:pt x="27760" y="41927"/>
                  </a:cubicBezTo>
                  <a:cubicBezTo>
                    <a:pt x="23836" y="42175"/>
                    <a:pt x="19896" y="42292"/>
                    <a:pt x="15937" y="42292"/>
                  </a:cubicBezTo>
                  <a:lnTo>
                    <a:pt x="2187" y="42292"/>
                  </a:lnTo>
                  <a:cubicBezTo>
                    <a:pt x="1354" y="42292"/>
                    <a:pt x="781" y="42136"/>
                    <a:pt x="469" y="41823"/>
                  </a:cubicBezTo>
                  <a:cubicBezTo>
                    <a:pt x="156" y="41511"/>
                    <a:pt x="0" y="40938"/>
                    <a:pt x="0" y="40104"/>
                  </a:cubicBezTo>
                  <a:close/>
                  <a:moveTo>
                    <a:pt x="95938" y="1979"/>
                  </a:moveTo>
                  <a:lnTo>
                    <a:pt x="104063" y="1979"/>
                  </a:lnTo>
                  <a:lnTo>
                    <a:pt x="104063" y="13855"/>
                  </a:lnTo>
                  <a:lnTo>
                    <a:pt x="149688" y="13855"/>
                  </a:lnTo>
                  <a:lnTo>
                    <a:pt x="149688" y="1979"/>
                  </a:lnTo>
                  <a:lnTo>
                    <a:pt x="157917" y="1979"/>
                  </a:lnTo>
                  <a:lnTo>
                    <a:pt x="157917" y="40521"/>
                  </a:lnTo>
                  <a:cubicBezTo>
                    <a:pt x="157917" y="41355"/>
                    <a:pt x="157760" y="41927"/>
                    <a:pt x="157448" y="42240"/>
                  </a:cubicBezTo>
                  <a:cubicBezTo>
                    <a:pt x="157136" y="42552"/>
                    <a:pt x="156563" y="42708"/>
                    <a:pt x="155729" y="42708"/>
                  </a:cubicBezTo>
                  <a:lnTo>
                    <a:pt x="98125" y="42708"/>
                  </a:lnTo>
                  <a:cubicBezTo>
                    <a:pt x="97292" y="42708"/>
                    <a:pt x="96719" y="42552"/>
                    <a:pt x="96406" y="42240"/>
                  </a:cubicBezTo>
                  <a:cubicBezTo>
                    <a:pt x="96094" y="41927"/>
                    <a:pt x="95938" y="41355"/>
                    <a:pt x="95938" y="40521"/>
                  </a:cubicBezTo>
                  <a:close/>
                  <a:moveTo>
                    <a:pt x="59375" y="0"/>
                  </a:moveTo>
                  <a:lnTo>
                    <a:pt x="67500" y="0"/>
                  </a:lnTo>
                  <a:lnTo>
                    <a:pt x="67500" y="16146"/>
                  </a:lnTo>
                  <a:lnTo>
                    <a:pt x="80104" y="16146"/>
                  </a:lnTo>
                  <a:lnTo>
                    <a:pt x="80104" y="23438"/>
                  </a:lnTo>
                  <a:lnTo>
                    <a:pt x="67500" y="23438"/>
                  </a:lnTo>
                  <a:lnTo>
                    <a:pt x="67500" y="50313"/>
                  </a:lnTo>
                  <a:lnTo>
                    <a:pt x="59375" y="50313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9" name="TextBox 608">
              <a:extLst>
                <a:ext uri="{FF2B5EF4-FFF2-40B4-BE49-F238E27FC236}">
                  <a16:creationId xmlns:a16="http://schemas.microsoft.com/office/drawing/2014/main" id="{D53C926E-2BA0-436B-8080-143FE160AA3A}"/>
                </a:ext>
              </a:extLst>
            </p:cNvPr>
            <p:cNvSpPr txBox="1"/>
            <p:nvPr/>
          </p:nvSpPr>
          <p:spPr>
            <a:xfrm>
              <a:off x="1369645" y="5967741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남부</a:t>
              </a:r>
            </a:p>
          </p:txBody>
        </p:sp>
        <p:sp>
          <p:nvSpPr>
            <p:cNvPr id="610" name="자유형: 도형 609">
              <a:extLst>
                <a:ext uri="{FF2B5EF4-FFF2-40B4-BE49-F238E27FC236}">
                  <a16:creationId xmlns:a16="http://schemas.microsoft.com/office/drawing/2014/main" id="{2BDC40AD-E9EB-4CBD-AEF8-8524E5C68D81}"/>
                </a:ext>
              </a:extLst>
            </p:cNvPr>
            <p:cNvSpPr/>
            <p:nvPr/>
          </p:nvSpPr>
          <p:spPr>
            <a:xfrm>
              <a:off x="3018050" y="5909581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3 h 81562"/>
                <a:gd name="connsiteX3" fmla="*/ 408021 w 631667"/>
                <a:gd name="connsiteY3" fmla="*/ 81563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3 h 81562"/>
                <a:gd name="connsiteX7" fmla="*/ 251771 w 631667"/>
                <a:gd name="connsiteY7" fmla="*/ 81563 h 81562"/>
                <a:gd name="connsiteX8" fmla="*/ 363021 w 631667"/>
                <a:gd name="connsiteY8" fmla="*/ 43437 h 81562"/>
                <a:gd name="connsiteX9" fmla="*/ 356875 w 631667"/>
                <a:gd name="connsiteY9" fmla="*/ 44427 h 81562"/>
                <a:gd name="connsiteX10" fmla="*/ 351563 w 631667"/>
                <a:gd name="connsiteY10" fmla="*/ 47292 h 81562"/>
                <a:gd name="connsiteX11" fmla="*/ 347761 w 631667"/>
                <a:gd name="connsiteY11" fmla="*/ 52031 h 81562"/>
                <a:gd name="connsiteX12" fmla="*/ 346354 w 631667"/>
                <a:gd name="connsiteY12" fmla="*/ 58646 h 81562"/>
                <a:gd name="connsiteX13" fmla="*/ 350781 w 631667"/>
                <a:gd name="connsiteY13" fmla="*/ 69688 h 81562"/>
                <a:gd name="connsiteX14" fmla="*/ 363021 w 631667"/>
                <a:gd name="connsiteY14" fmla="*/ 73854 h 81562"/>
                <a:gd name="connsiteX15" fmla="*/ 375156 w 631667"/>
                <a:gd name="connsiteY15" fmla="*/ 69688 h 81562"/>
                <a:gd name="connsiteX16" fmla="*/ 379688 w 631667"/>
                <a:gd name="connsiteY16" fmla="*/ 58646 h 81562"/>
                <a:gd name="connsiteX17" fmla="*/ 378229 w 631667"/>
                <a:gd name="connsiteY17" fmla="*/ 52031 h 81562"/>
                <a:gd name="connsiteX18" fmla="*/ 374375 w 631667"/>
                <a:gd name="connsiteY18" fmla="*/ 47292 h 81562"/>
                <a:gd name="connsiteX19" fmla="*/ 369063 w 631667"/>
                <a:gd name="connsiteY19" fmla="*/ 44427 h 81562"/>
                <a:gd name="connsiteX20" fmla="*/ 363021 w 631667"/>
                <a:gd name="connsiteY20" fmla="*/ 43437 h 81562"/>
                <a:gd name="connsiteX21" fmla="*/ 598855 w 631667"/>
                <a:gd name="connsiteY21" fmla="*/ 33958 h 81562"/>
                <a:gd name="connsiteX22" fmla="*/ 604219 w 631667"/>
                <a:gd name="connsiteY22" fmla="*/ 34948 h 81562"/>
                <a:gd name="connsiteX23" fmla="*/ 609063 w 631667"/>
                <a:gd name="connsiteY23" fmla="*/ 37917 h 81562"/>
                <a:gd name="connsiteX24" fmla="*/ 613854 w 631667"/>
                <a:gd name="connsiteY24" fmla="*/ 41407 h 81562"/>
                <a:gd name="connsiteX25" fmla="*/ 618125 w 631667"/>
                <a:gd name="connsiteY25" fmla="*/ 42604 h 81562"/>
                <a:gd name="connsiteX26" fmla="*/ 623386 w 631667"/>
                <a:gd name="connsiteY26" fmla="*/ 40313 h 81562"/>
                <a:gd name="connsiteX27" fmla="*/ 626980 w 631667"/>
                <a:gd name="connsiteY27" fmla="*/ 33958 h 81562"/>
                <a:gd name="connsiteX28" fmla="*/ 631667 w 631667"/>
                <a:gd name="connsiteY28" fmla="*/ 36771 h 81562"/>
                <a:gd name="connsiteX29" fmla="*/ 626719 w 631667"/>
                <a:gd name="connsiteY29" fmla="*/ 45834 h 81562"/>
                <a:gd name="connsiteX30" fmla="*/ 618021 w 631667"/>
                <a:gd name="connsiteY30" fmla="*/ 49271 h 81562"/>
                <a:gd name="connsiteX31" fmla="*/ 612605 w 631667"/>
                <a:gd name="connsiteY31" fmla="*/ 48333 h 81562"/>
                <a:gd name="connsiteX32" fmla="*/ 607813 w 631667"/>
                <a:gd name="connsiteY32" fmla="*/ 45313 h 81562"/>
                <a:gd name="connsiteX33" fmla="*/ 602969 w 631667"/>
                <a:gd name="connsiteY33" fmla="*/ 41875 h 81562"/>
                <a:gd name="connsiteX34" fmla="*/ 598750 w 631667"/>
                <a:gd name="connsiteY34" fmla="*/ 40625 h 81562"/>
                <a:gd name="connsiteX35" fmla="*/ 593646 w 631667"/>
                <a:gd name="connsiteY35" fmla="*/ 42656 h 81562"/>
                <a:gd name="connsiteX36" fmla="*/ 590105 w 631667"/>
                <a:gd name="connsiteY36" fmla="*/ 48438 h 81562"/>
                <a:gd name="connsiteX37" fmla="*/ 585417 w 631667"/>
                <a:gd name="connsiteY37" fmla="*/ 45625 h 81562"/>
                <a:gd name="connsiteX38" fmla="*/ 590313 w 631667"/>
                <a:gd name="connsiteY38" fmla="*/ 37396 h 81562"/>
                <a:gd name="connsiteX39" fmla="*/ 598855 w 631667"/>
                <a:gd name="connsiteY39" fmla="*/ 33958 h 81562"/>
                <a:gd name="connsiteX40" fmla="*/ 363021 w 631667"/>
                <a:gd name="connsiteY40" fmla="*/ 8334 h 81562"/>
                <a:gd name="connsiteX41" fmla="*/ 351875 w 631667"/>
                <a:gd name="connsiteY41" fmla="*/ 12083 h 81562"/>
                <a:gd name="connsiteX42" fmla="*/ 347292 w 631667"/>
                <a:gd name="connsiteY42" fmla="*/ 22084 h 81562"/>
                <a:gd name="connsiteX43" fmla="*/ 351771 w 631667"/>
                <a:gd name="connsiteY43" fmla="*/ 32240 h 81562"/>
                <a:gd name="connsiteX44" fmla="*/ 363021 w 631667"/>
                <a:gd name="connsiteY44" fmla="*/ 35834 h 81562"/>
                <a:gd name="connsiteX45" fmla="*/ 374167 w 631667"/>
                <a:gd name="connsiteY45" fmla="*/ 32240 h 81562"/>
                <a:gd name="connsiteX46" fmla="*/ 378750 w 631667"/>
                <a:gd name="connsiteY46" fmla="*/ 22084 h 81562"/>
                <a:gd name="connsiteX47" fmla="*/ 374167 w 631667"/>
                <a:gd name="connsiteY47" fmla="*/ 12083 h 81562"/>
                <a:gd name="connsiteX48" fmla="*/ 363021 w 631667"/>
                <a:gd name="connsiteY48" fmla="*/ 8334 h 81562"/>
                <a:gd name="connsiteX49" fmla="*/ 519271 w 631667"/>
                <a:gd name="connsiteY49" fmla="*/ 7188 h 81562"/>
                <a:gd name="connsiteX50" fmla="*/ 510469 w 631667"/>
                <a:gd name="connsiteY50" fmla="*/ 10833 h 81562"/>
                <a:gd name="connsiteX51" fmla="*/ 505729 w 631667"/>
                <a:gd name="connsiteY51" fmla="*/ 19583 h 81562"/>
                <a:gd name="connsiteX52" fmla="*/ 503698 w 631667"/>
                <a:gd name="connsiteY52" fmla="*/ 30573 h 81562"/>
                <a:gd name="connsiteX53" fmla="*/ 503334 w 631667"/>
                <a:gd name="connsiteY53" fmla="*/ 40729 h 81562"/>
                <a:gd name="connsiteX54" fmla="*/ 503698 w 631667"/>
                <a:gd name="connsiteY54" fmla="*/ 50782 h 81562"/>
                <a:gd name="connsiteX55" fmla="*/ 505729 w 631667"/>
                <a:gd name="connsiteY55" fmla="*/ 61667 h 81562"/>
                <a:gd name="connsiteX56" fmla="*/ 510469 w 631667"/>
                <a:gd name="connsiteY56" fmla="*/ 70313 h 81562"/>
                <a:gd name="connsiteX57" fmla="*/ 519271 w 631667"/>
                <a:gd name="connsiteY57" fmla="*/ 73854 h 81562"/>
                <a:gd name="connsiteX58" fmla="*/ 528230 w 631667"/>
                <a:gd name="connsiteY58" fmla="*/ 70313 h 81562"/>
                <a:gd name="connsiteX59" fmla="*/ 533229 w 631667"/>
                <a:gd name="connsiteY59" fmla="*/ 61667 h 81562"/>
                <a:gd name="connsiteX60" fmla="*/ 535521 w 631667"/>
                <a:gd name="connsiteY60" fmla="*/ 50782 h 81562"/>
                <a:gd name="connsiteX61" fmla="*/ 536042 w 631667"/>
                <a:gd name="connsiteY61" fmla="*/ 40729 h 81562"/>
                <a:gd name="connsiteX62" fmla="*/ 535521 w 631667"/>
                <a:gd name="connsiteY62" fmla="*/ 30573 h 81562"/>
                <a:gd name="connsiteX63" fmla="*/ 533229 w 631667"/>
                <a:gd name="connsiteY63" fmla="*/ 19583 h 81562"/>
                <a:gd name="connsiteX64" fmla="*/ 528230 w 631667"/>
                <a:gd name="connsiteY64" fmla="*/ 10833 h 81562"/>
                <a:gd name="connsiteX65" fmla="*/ 519271 w 631667"/>
                <a:gd name="connsiteY65" fmla="*/ 7188 h 81562"/>
                <a:gd name="connsiteX66" fmla="*/ 297917 w 631667"/>
                <a:gd name="connsiteY66" fmla="*/ 7188 h 81562"/>
                <a:gd name="connsiteX67" fmla="*/ 289115 w 631667"/>
                <a:gd name="connsiteY67" fmla="*/ 10833 h 81562"/>
                <a:gd name="connsiteX68" fmla="*/ 284375 w 631667"/>
                <a:gd name="connsiteY68" fmla="*/ 19583 h 81562"/>
                <a:gd name="connsiteX69" fmla="*/ 282344 w 631667"/>
                <a:gd name="connsiteY69" fmla="*/ 30573 h 81562"/>
                <a:gd name="connsiteX70" fmla="*/ 281979 w 631667"/>
                <a:gd name="connsiteY70" fmla="*/ 40729 h 81562"/>
                <a:gd name="connsiteX71" fmla="*/ 282344 w 631667"/>
                <a:gd name="connsiteY71" fmla="*/ 50782 h 81562"/>
                <a:gd name="connsiteX72" fmla="*/ 284375 w 631667"/>
                <a:gd name="connsiteY72" fmla="*/ 61667 h 81562"/>
                <a:gd name="connsiteX73" fmla="*/ 289115 w 631667"/>
                <a:gd name="connsiteY73" fmla="*/ 70313 h 81562"/>
                <a:gd name="connsiteX74" fmla="*/ 297917 w 631667"/>
                <a:gd name="connsiteY74" fmla="*/ 73854 h 81562"/>
                <a:gd name="connsiteX75" fmla="*/ 306875 w 631667"/>
                <a:gd name="connsiteY75" fmla="*/ 70313 h 81562"/>
                <a:gd name="connsiteX76" fmla="*/ 311875 w 631667"/>
                <a:gd name="connsiteY76" fmla="*/ 61667 h 81562"/>
                <a:gd name="connsiteX77" fmla="*/ 314167 w 631667"/>
                <a:gd name="connsiteY77" fmla="*/ 50782 h 81562"/>
                <a:gd name="connsiteX78" fmla="*/ 314688 w 631667"/>
                <a:gd name="connsiteY78" fmla="*/ 40729 h 81562"/>
                <a:gd name="connsiteX79" fmla="*/ 314167 w 631667"/>
                <a:gd name="connsiteY79" fmla="*/ 30573 h 81562"/>
                <a:gd name="connsiteX80" fmla="*/ 311875 w 631667"/>
                <a:gd name="connsiteY80" fmla="*/ 19583 h 81562"/>
                <a:gd name="connsiteX81" fmla="*/ 306875 w 631667"/>
                <a:gd name="connsiteY81" fmla="*/ 10833 h 81562"/>
                <a:gd name="connsiteX82" fmla="*/ 297917 w 631667"/>
                <a:gd name="connsiteY82" fmla="*/ 7188 h 81562"/>
                <a:gd name="connsiteX83" fmla="*/ 89583 w 631667"/>
                <a:gd name="connsiteY83" fmla="*/ 7188 h 81562"/>
                <a:gd name="connsiteX84" fmla="*/ 80781 w 631667"/>
                <a:gd name="connsiteY84" fmla="*/ 10833 h 81562"/>
                <a:gd name="connsiteX85" fmla="*/ 76042 w 631667"/>
                <a:gd name="connsiteY85" fmla="*/ 19583 h 81562"/>
                <a:gd name="connsiteX86" fmla="*/ 74011 w 631667"/>
                <a:gd name="connsiteY86" fmla="*/ 30573 h 81562"/>
                <a:gd name="connsiteX87" fmla="*/ 73646 w 631667"/>
                <a:gd name="connsiteY87" fmla="*/ 40729 h 81562"/>
                <a:gd name="connsiteX88" fmla="*/ 74011 w 631667"/>
                <a:gd name="connsiteY88" fmla="*/ 50782 h 81562"/>
                <a:gd name="connsiteX89" fmla="*/ 76042 w 631667"/>
                <a:gd name="connsiteY89" fmla="*/ 61667 h 81562"/>
                <a:gd name="connsiteX90" fmla="*/ 80781 w 631667"/>
                <a:gd name="connsiteY90" fmla="*/ 70313 h 81562"/>
                <a:gd name="connsiteX91" fmla="*/ 89583 w 631667"/>
                <a:gd name="connsiteY91" fmla="*/ 73854 h 81562"/>
                <a:gd name="connsiteX92" fmla="*/ 98542 w 631667"/>
                <a:gd name="connsiteY92" fmla="*/ 70313 h 81562"/>
                <a:gd name="connsiteX93" fmla="*/ 103542 w 631667"/>
                <a:gd name="connsiteY93" fmla="*/ 61667 h 81562"/>
                <a:gd name="connsiteX94" fmla="*/ 105833 w 631667"/>
                <a:gd name="connsiteY94" fmla="*/ 50782 h 81562"/>
                <a:gd name="connsiteX95" fmla="*/ 106354 w 631667"/>
                <a:gd name="connsiteY95" fmla="*/ 40729 h 81562"/>
                <a:gd name="connsiteX96" fmla="*/ 105833 w 631667"/>
                <a:gd name="connsiteY96" fmla="*/ 30573 h 81562"/>
                <a:gd name="connsiteX97" fmla="*/ 103542 w 631667"/>
                <a:gd name="connsiteY97" fmla="*/ 19583 h 81562"/>
                <a:gd name="connsiteX98" fmla="*/ 98542 w 631667"/>
                <a:gd name="connsiteY98" fmla="*/ 10833 h 81562"/>
                <a:gd name="connsiteX99" fmla="*/ 89583 w 631667"/>
                <a:gd name="connsiteY99" fmla="*/ 7188 h 81562"/>
                <a:gd name="connsiteX100" fmla="*/ 452709 w 631667"/>
                <a:gd name="connsiteY100" fmla="*/ 1354 h 81562"/>
                <a:gd name="connsiteX101" fmla="*/ 468750 w 631667"/>
                <a:gd name="connsiteY101" fmla="*/ 6458 h 81562"/>
                <a:gd name="connsiteX102" fmla="*/ 475209 w 631667"/>
                <a:gd name="connsiteY102" fmla="*/ 21458 h 81562"/>
                <a:gd name="connsiteX103" fmla="*/ 471094 w 631667"/>
                <a:gd name="connsiteY103" fmla="*/ 35313 h 81562"/>
                <a:gd name="connsiteX104" fmla="*/ 461250 w 631667"/>
                <a:gd name="connsiteY104" fmla="*/ 49271 h 81562"/>
                <a:gd name="connsiteX105" fmla="*/ 449375 w 631667"/>
                <a:gd name="connsiteY105" fmla="*/ 61979 h 81562"/>
                <a:gd name="connsiteX106" fmla="*/ 439167 w 631667"/>
                <a:gd name="connsiteY106" fmla="*/ 71979 h 81562"/>
                <a:gd name="connsiteX107" fmla="*/ 476875 w 631667"/>
                <a:gd name="connsiteY107" fmla="*/ 71979 h 81562"/>
                <a:gd name="connsiteX108" fmla="*/ 476875 w 631667"/>
                <a:gd name="connsiteY108" fmla="*/ 79167 h 81562"/>
                <a:gd name="connsiteX109" fmla="*/ 431146 w 631667"/>
                <a:gd name="connsiteY109" fmla="*/ 79167 h 81562"/>
                <a:gd name="connsiteX110" fmla="*/ 429948 w 631667"/>
                <a:gd name="connsiteY110" fmla="*/ 78854 h 81562"/>
                <a:gd name="connsiteX111" fmla="*/ 429688 w 631667"/>
                <a:gd name="connsiteY111" fmla="*/ 77604 h 81562"/>
                <a:gd name="connsiteX112" fmla="*/ 429688 w 631667"/>
                <a:gd name="connsiteY112" fmla="*/ 71354 h 81562"/>
                <a:gd name="connsiteX113" fmla="*/ 434011 w 631667"/>
                <a:gd name="connsiteY113" fmla="*/ 67188 h 81562"/>
                <a:gd name="connsiteX114" fmla="*/ 439584 w 631667"/>
                <a:gd name="connsiteY114" fmla="*/ 61667 h 81562"/>
                <a:gd name="connsiteX115" fmla="*/ 445625 w 631667"/>
                <a:gd name="connsiteY115" fmla="*/ 55209 h 81562"/>
                <a:gd name="connsiteX116" fmla="*/ 451771 w 631667"/>
                <a:gd name="connsiteY116" fmla="*/ 48125 h 81562"/>
                <a:gd name="connsiteX117" fmla="*/ 457500 w 631667"/>
                <a:gd name="connsiteY117" fmla="*/ 40990 h 81562"/>
                <a:gd name="connsiteX118" fmla="*/ 462188 w 631667"/>
                <a:gd name="connsiteY118" fmla="*/ 34062 h 81562"/>
                <a:gd name="connsiteX119" fmla="*/ 465469 w 631667"/>
                <a:gd name="connsiteY119" fmla="*/ 27605 h 81562"/>
                <a:gd name="connsiteX120" fmla="*/ 466667 w 631667"/>
                <a:gd name="connsiteY120" fmla="*/ 22084 h 81562"/>
                <a:gd name="connsiteX121" fmla="*/ 462709 w 631667"/>
                <a:gd name="connsiteY121" fmla="*/ 11927 h 81562"/>
                <a:gd name="connsiteX122" fmla="*/ 452500 w 631667"/>
                <a:gd name="connsiteY122" fmla="*/ 8542 h 81562"/>
                <a:gd name="connsiteX123" fmla="*/ 442657 w 631667"/>
                <a:gd name="connsiteY123" fmla="*/ 12709 h 81562"/>
                <a:gd name="connsiteX124" fmla="*/ 438854 w 631667"/>
                <a:gd name="connsiteY124" fmla="*/ 23542 h 81562"/>
                <a:gd name="connsiteX125" fmla="*/ 430313 w 631667"/>
                <a:gd name="connsiteY125" fmla="*/ 23542 h 81562"/>
                <a:gd name="connsiteX126" fmla="*/ 431979 w 631667"/>
                <a:gd name="connsiteY126" fmla="*/ 14427 h 81562"/>
                <a:gd name="connsiteX127" fmla="*/ 436667 w 631667"/>
                <a:gd name="connsiteY127" fmla="*/ 7396 h 81562"/>
                <a:gd name="connsiteX128" fmla="*/ 443802 w 631667"/>
                <a:gd name="connsiteY128" fmla="*/ 2917 h 81562"/>
                <a:gd name="connsiteX129" fmla="*/ 452709 w 631667"/>
                <a:gd name="connsiteY129" fmla="*/ 1354 h 81562"/>
                <a:gd name="connsiteX130" fmla="*/ 363021 w 631667"/>
                <a:gd name="connsiteY130" fmla="*/ 1354 h 81562"/>
                <a:gd name="connsiteX131" fmla="*/ 380365 w 631667"/>
                <a:gd name="connsiteY131" fmla="*/ 6771 h 81562"/>
                <a:gd name="connsiteX132" fmla="*/ 387084 w 631667"/>
                <a:gd name="connsiteY132" fmla="*/ 21979 h 81562"/>
                <a:gd name="connsiteX133" fmla="*/ 386094 w 631667"/>
                <a:gd name="connsiteY133" fmla="*/ 27605 h 81562"/>
                <a:gd name="connsiteX134" fmla="*/ 383334 w 631667"/>
                <a:gd name="connsiteY134" fmla="*/ 32917 h 81562"/>
                <a:gd name="connsiteX135" fmla="*/ 378959 w 631667"/>
                <a:gd name="connsiteY135" fmla="*/ 37344 h 81562"/>
                <a:gd name="connsiteX136" fmla="*/ 373438 w 631667"/>
                <a:gd name="connsiteY136" fmla="*/ 40104 h 81562"/>
                <a:gd name="connsiteX137" fmla="*/ 384167 w 631667"/>
                <a:gd name="connsiteY137" fmla="*/ 46927 h 81562"/>
                <a:gd name="connsiteX138" fmla="*/ 388021 w 631667"/>
                <a:gd name="connsiteY138" fmla="*/ 58542 h 81562"/>
                <a:gd name="connsiteX139" fmla="*/ 380990 w 631667"/>
                <a:gd name="connsiteY139" fmla="*/ 75052 h 81562"/>
                <a:gd name="connsiteX140" fmla="*/ 362917 w 631667"/>
                <a:gd name="connsiteY140" fmla="*/ 80833 h 81562"/>
                <a:gd name="connsiteX141" fmla="*/ 344844 w 631667"/>
                <a:gd name="connsiteY141" fmla="*/ 75052 h 81562"/>
                <a:gd name="connsiteX142" fmla="*/ 338021 w 631667"/>
                <a:gd name="connsiteY142" fmla="*/ 58542 h 81562"/>
                <a:gd name="connsiteX143" fmla="*/ 341771 w 631667"/>
                <a:gd name="connsiteY143" fmla="*/ 47448 h 81562"/>
                <a:gd name="connsiteX144" fmla="*/ 352708 w 631667"/>
                <a:gd name="connsiteY144" fmla="*/ 39688 h 81562"/>
                <a:gd name="connsiteX145" fmla="*/ 342552 w 631667"/>
                <a:gd name="connsiteY145" fmla="*/ 33333 h 81562"/>
                <a:gd name="connsiteX146" fmla="*/ 338958 w 631667"/>
                <a:gd name="connsiteY146" fmla="*/ 21979 h 81562"/>
                <a:gd name="connsiteX147" fmla="*/ 345625 w 631667"/>
                <a:gd name="connsiteY147" fmla="*/ 6771 h 81562"/>
                <a:gd name="connsiteX148" fmla="*/ 363021 w 631667"/>
                <a:gd name="connsiteY148" fmla="*/ 1354 h 81562"/>
                <a:gd name="connsiteX149" fmla="*/ 205417 w 631667"/>
                <a:gd name="connsiteY149" fmla="*/ 1354 h 81562"/>
                <a:gd name="connsiteX150" fmla="*/ 214219 w 631667"/>
                <a:gd name="connsiteY150" fmla="*/ 2552 h 81562"/>
                <a:gd name="connsiteX151" fmla="*/ 221667 w 631667"/>
                <a:gd name="connsiteY151" fmla="*/ 6250 h 81562"/>
                <a:gd name="connsiteX152" fmla="*/ 226719 w 631667"/>
                <a:gd name="connsiteY152" fmla="*/ 12604 h 81562"/>
                <a:gd name="connsiteX153" fmla="*/ 228646 w 631667"/>
                <a:gd name="connsiteY153" fmla="*/ 21771 h 81562"/>
                <a:gd name="connsiteX154" fmla="*/ 224375 w 631667"/>
                <a:gd name="connsiteY154" fmla="*/ 33438 h 81562"/>
                <a:gd name="connsiteX155" fmla="*/ 213229 w 631667"/>
                <a:gd name="connsiteY155" fmla="*/ 39792 h 81562"/>
                <a:gd name="connsiteX156" fmla="*/ 225573 w 631667"/>
                <a:gd name="connsiteY156" fmla="*/ 46198 h 81562"/>
                <a:gd name="connsiteX157" fmla="*/ 230313 w 631667"/>
                <a:gd name="connsiteY157" fmla="*/ 59063 h 81562"/>
                <a:gd name="connsiteX158" fmla="*/ 228177 w 631667"/>
                <a:gd name="connsiteY158" fmla="*/ 69011 h 81562"/>
                <a:gd name="connsiteX159" fmla="*/ 222500 w 631667"/>
                <a:gd name="connsiteY159" fmla="*/ 75833 h 81562"/>
                <a:gd name="connsiteX160" fmla="*/ 214375 w 631667"/>
                <a:gd name="connsiteY160" fmla="*/ 79688 h 81562"/>
                <a:gd name="connsiteX161" fmla="*/ 205000 w 631667"/>
                <a:gd name="connsiteY161" fmla="*/ 80938 h 81562"/>
                <a:gd name="connsiteX162" fmla="*/ 187240 w 631667"/>
                <a:gd name="connsiteY162" fmla="*/ 75000 h 81562"/>
                <a:gd name="connsiteX163" fmla="*/ 180521 w 631667"/>
                <a:gd name="connsiteY163" fmla="*/ 58542 h 81562"/>
                <a:gd name="connsiteX164" fmla="*/ 188750 w 631667"/>
                <a:gd name="connsiteY164" fmla="*/ 58542 h 81562"/>
                <a:gd name="connsiteX165" fmla="*/ 193698 w 631667"/>
                <a:gd name="connsiteY165" fmla="*/ 69896 h 81562"/>
                <a:gd name="connsiteX166" fmla="*/ 205313 w 631667"/>
                <a:gd name="connsiteY166" fmla="*/ 73750 h 81562"/>
                <a:gd name="connsiteX167" fmla="*/ 217500 w 631667"/>
                <a:gd name="connsiteY167" fmla="*/ 69688 h 81562"/>
                <a:gd name="connsiteX168" fmla="*/ 221979 w 631667"/>
                <a:gd name="connsiteY168" fmla="*/ 58125 h 81562"/>
                <a:gd name="connsiteX169" fmla="*/ 220521 w 631667"/>
                <a:gd name="connsiteY169" fmla="*/ 51511 h 81562"/>
                <a:gd name="connsiteX170" fmla="*/ 216667 w 631667"/>
                <a:gd name="connsiteY170" fmla="*/ 46979 h 81562"/>
                <a:gd name="connsiteX171" fmla="*/ 211094 w 631667"/>
                <a:gd name="connsiteY171" fmla="*/ 44375 h 81562"/>
                <a:gd name="connsiteX172" fmla="*/ 204792 w 631667"/>
                <a:gd name="connsiteY172" fmla="*/ 43333 h 81562"/>
                <a:gd name="connsiteX173" fmla="*/ 200625 w 631667"/>
                <a:gd name="connsiteY173" fmla="*/ 43333 h 81562"/>
                <a:gd name="connsiteX174" fmla="*/ 199167 w 631667"/>
                <a:gd name="connsiteY174" fmla="*/ 43073 h 81562"/>
                <a:gd name="connsiteX175" fmla="*/ 198958 w 631667"/>
                <a:gd name="connsiteY175" fmla="*/ 41667 h 81562"/>
                <a:gd name="connsiteX176" fmla="*/ 198958 w 631667"/>
                <a:gd name="connsiteY176" fmla="*/ 37813 h 81562"/>
                <a:gd name="connsiteX177" fmla="*/ 199167 w 631667"/>
                <a:gd name="connsiteY177" fmla="*/ 36146 h 81562"/>
                <a:gd name="connsiteX178" fmla="*/ 200625 w 631667"/>
                <a:gd name="connsiteY178" fmla="*/ 35729 h 81562"/>
                <a:gd name="connsiteX179" fmla="*/ 204063 w 631667"/>
                <a:gd name="connsiteY179" fmla="*/ 35729 h 81562"/>
                <a:gd name="connsiteX180" fmla="*/ 210156 w 631667"/>
                <a:gd name="connsiteY180" fmla="*/ 34948 h 81562"/>
                <a:gd name="connsiteX181" fmla="*/ 215313 w 631667"/>
                <a:gd name="connsiteY181" fmla="*/ 32500 h 81562"/>
                <a:gd name="connsiteX182" fmla="*/ 218959 w 631667"/>
                <a:gd name="connsiteY182" fmla="*/ 28386 h 81562"/>
                <a:gd name="connsiteX183" fmla="*/ 220313 w 631667"/>
                <a:gd name="connsiteY183" fmla="*/ 22188 h 81562"/>
                <a:gd name="connsiteX184" fmla="*/ 215990 w 631667"/>
                <a:gd name="connsiteY184" fmla="*/ 12083 h 81562"/>
                <a:gd name="connsiteX185" fmla="*/ 205104 w 631667"/>
                <a:gd name="connsiteY185" fmla="*/ 8542 h 81562"/>
                <a:gd name="connsiteX186" fmla="*/ 194427 w 631667"/>
                <a:gd name="connsiteY186" fmla="*/ 12083 h 81562"/>
                <a:gd name="connsiteX187" fmla="*/ 189896 w 631667"/>
                <a:gd name="connsiteY187" fmla="*/ 22292 h 81562"/>
                <a:gd name="connsiteX188" fmla="*/ 181563 w 631667"/>
                <a:gd name="connsiteY188" fmla="*/ 22292 h 81562"/>
                <a:gd name="connsiteX189" fmla="*/ 188229 w 631667"/>
                <a:gd name="connsiteY189" fmla="*/ 6979 h 81562"/>
                <a:gd name="connsiteX190" fmla="*/ 205417 w 631667"/>
                <a:gd name="connsiteY190" fmla="*/ 1354 h 81562"/>
                <a:gd name="connsiteX191" fmla="*/ 140208 w 631667"/>
                <a:gd name="connsiteY191" fmla="*/ 1354 h 81562"/>
                <a:gd name="connsiteX192" fmla="*/ 156250 w 631667"/>
                <a:gd name="connsiteY192" fmla="*/ 6458 h 81562"/>
                <a:gd name="connsiteX193" fmla="*/ 162708 w 631667"/>
                <a:gd name="connsiteY193" fmla="*/ 21458 h 81562"/>
                <a:gd name="connsiteX194" fmla="*/ 158594 w 631667"/>
                <a:gd name="connsiteY194" fmla="*/ 35313 h 81562"/>
                <a:gd name="connsiteX195" fmla="*/ 148750 w 631667"/>
                <a:gd name="connsiteY195" fmla="*/ 49271 h 81562"/>
                <a:gd name="connsiteX196" fmla="*/ 136875 w 631667"/>
                <a:gd name="connsiteY196" fmla="*/ 61979 h 81562"/>
                <a:gd name="connsiteX197" fmla="*/ 126667 w 631667"/>
                <a:gd name="connsiteY197" fmla="*/ 71979 h 81562"/>
                <a:gd name="connsiteX198" fmla="*/ 164375 w 631667"/>
                <a:gd name="connsiteY198" fmla="*/ 71979 h 81562"/>
                <a:gd name="connsiteX199" fmla="*/ 164375 w 631667"/>
                <a:gd name="connsiteY199" fmla="*/ 79167 h 81562"/>
                <a:gd name="connsiteX200" fmla="*/ 118646 w 631667"/>
                <a:gd name="connsiteY200" fmla="*/ 79167 h 81562"/>
                <a:gd name="connsiteX201" fmla="*/ 117448 w 631667"/>
                <a:gd name="connsiteY201" fmla="*/ 78854 h 81562"/>
                <a:gd name="connsiteX202" fmla="*/ 117188 w 631667"/>
                <a:gd name="connsiteY202" fmla="*/ 77604 h 81562"/>
                <a:gd name="connsiteX203" fmla="*/ 117188 w 631667"/>
                <a:gd name="connsiteY203" fmla="*/ 71354 h 81562"/>
                <a:gd name="connsiteX204" fmla="*/ 121510 w 631667"/>
                <a:gd name="connsiteY204" fmla="*/ 67188 h 81562"/>
                <a:gd name="connsiteX205" fmla="*/ 127084 w 631667"/>
                <a:gd name="connsiteY205" fmla="*/ 61667 h 81562"/>
                <a:gd name="connsiteX206" fmla="*/ 133125 w 631667"/>
                <a:gd name="connsiteY206" fmla="*/ 55209 h 81562"/>
                <a:gd name="connsiteX207" fmla="*/ 139271 w 631667"/>
                <a:gd name="connsiteY207" fmla="*/ 48125 h 81562"/>
                <a:gd name="connsiteX208" fmla="*/ 145000 w 631667"/>
                <a:gd name="connsiteY208" fmla="*/ 40990 h 81562"/>
                <a:gd name="connsiteX209" fmla="*/ 149688 w 631667"/>
                <a:gd name="connsiteY209" fmla="*/ 34062 h 81562"/>
                <a:gd name="connsiteX210" fmla="*/ 152969 w 631667"/>
                <a:gd name="connsiteY210" fmla="*/ 27605 h 81562"/>
                <a:gd name="connsiteX211" fmla="*/ 154167 w 631667"/>
                <a:gd name="connsiteY211" fmla="*/ 22084 h 81562"/>
                <a:gd name="connsiteX212" fmla="*/ 150208 w 631667"/>
                <a:gd name="connsiteY212" fmla="*/ 11927 h 81562"/>
                <a:gd name="connsiteX213" fmla="*/ 140000 w 631667"/>
                <a:gd name="connsiteY213" fmla="*/ 8542 h 81562"/>
                <a:gd name="connsiteX214" fmla="*/ 130156 w 631667"/>
                <a:gd name="connsiteY214" fmla="*/ 12709 h 81562"/>
                <a:gd name="connsiteX215" fmla="*/ 126354 w 631667"/>
                <a:gd name="connsiteY215" fmla="*/ 23542 h 81562"/>
                <a:gd name="connsiteX216" fmla="*/ 117813 w 631667"/>
                <a:gd name="connsiteY216" fmla="*/ 23542 h 81562"/>
                <a:gd name="connsiteX217" fmla="*/ 119479 w 631667"/>
                <a:gd name="connsiteY217" fmla="*/ 14427 h 81562"/>
                <a:gd name="connsiteX218" fmla="*/ 124167 w 631667"/>
                <a:gd name="connsiteY218" fmla="*/ 7396 h 81562"/>
                <a:gd name="connsiteX219" fmla="*/ 131302 w 631667"/>
                <a:gd name="connsiteY219" fmla="*/ 2917 h 81562"/>
                <a:gd name="connsiteX220" fmla="*/ 140208 w 631667"/>
                <a:gd name="connsiteY220" fmla="*/ 1354 h 81562"/>
                <a:gd name="connsiteX221" fmla="*/ 23021 w 631667"/>
                <a:gd name="connsiteY221" fmla="*/ 1354 h 81562"/>
                <a:gd name="connsiteX222" fmla="*/ 39063 w 631667"/>
                <a:gd name="connsiteY222" fmla="*/ 6458 h 81562"/>
                <a:gd name="connsiteX223" fmla="*/ 45521 w 631667"/>
                <a:gd name="connsiteY223" fmla="*/ 21458 h 81562"/>
                <a:gd name="connsiteX224" fmla="*/ 41406 w 631667"/>
                <a:gd name="connsiteY224" fmla="*/ 35313 h 81562"/>
                <a:gd name="connsiteX225" fmla="*/ 31562 w 631667"/>
                <a:gd name="connsiteY225" fmla="*/ 49271 h 81562"/>
                <a:gd name="connsiteX226" fmla="*/ 19688 w 631667"/>
                <a:gd name="connsiteY226" fmla="*/ 61979 h 81562"/>
                <a:gd name="connsiteX227" fmla="*/ 9479 w 631667"/>
                <a:gd name="connsiteY227" fmla="*/ 71979 h 81562"/>
                <a:gd name="connsiteX228" fmla="*/ 47188 w 631667"/>
                <a:gd name="connsiteY228" fmla="*/ 71979 h 81562"/>
                <a:gd name="connsiteX229" fmla="*/ 47188 w 631667"/>
                <a:gd name="connsiteY229" fmla="*/ 79167 h 81562"/>
                <a:gd name="connsiteX230" fmla="*/ 1458 w 631667"/>
                <a:gd name="connsiteY230" fmla="*/ 79167 h 81562"/>
                <a:gd name="connsiteX231" fmla="*/ 260 w 631667"/>
                <a:gd name="connsiteY231" fmla="*/ 78854 h 81562"/>
                <a:gd name="connsiteX232" fmla="*/ 0 w 631667"/>
                <a:gd name="connsiteY232" fmla="*/ 77604 h 81562"/>
                <a:gd name="connsiteX233" fmla="*/ 0 w 631667"/>
                <a:gd name="connsiteY233" fmla="*/ 71354 h 81562"/>
                <a:gd name="connsiteX234" fmla="*/ 4323 w 631667"/>
                <a:gd name="connsiteY234" fmla="*/ 67188 h 81562"/>
                <a:gd name="connsiteX235" fmla="*/ 9896 w 631667"/>
                <a:gd name="connsiteY235" fmla="*/ 61667 h 81562"/>
                <a:gd name="connsiteX236" fmla="*/ 15937 w 631667"/>
                <a:gd name="connsiteY236" fmla="*/ 55209 h 81562"/>
                <a:gd name="connsiteX237" fmla="*/ 22083 w 631667"/>
                <a:gd name="connsiteY237" fmla="*/ 48125 h 81562"/>
                <a:gd name="connsiteX238" fmla="*/ 27813 w 631667"/>
                <a:gd name="connsiteY238" fmla="*/ 40990 h 81562"/>
                <a:gd name="connsiteX239" fmla="*/ 32500 w 631667"/>
                <a:gd name="connsiteY239" fmla="*/ 34062 h 81562"/>
                <a:gd name="connsiteX240" fmla="*/ 35781 w 631667"/>
                <a:gd name="connsiteY240" fmla="*/ 27605 h 81562"/>
                <a:gd name="connsiteX241" fmla="*/ 36979 w 631667"/>
                <a:gd name="connsiteY241" fmla="*/ 22084 h 81562"/>
                <a:gd name="connsiteX242" fmla="*/ 33021 w 631667"/>
                <a:gd name="connsiteY242" fmla="*/ 11927 h 81562"/>
                <a:gd name="connsiteX243" fmla="*/ 22812 w 631667"/>
                <a:gd name="connsiteY243" fmla="*/ 8542 h 81562"/>
                <a:gd name="connsiteX244" fmla="*/ 12969 w 631667"/>
                <a:gd name="connsiteY244" fmla="*/ 12709 h 81562"/>
                <a:gd name="connsiteX245" fmla="*/ 9167 w 631667"/>
                <a:gd name="connsiteY245" fmla="*/ 23542 h 81562"/>
                <a:gd name="connsiteX246" fmla="*/ 625 w 631667"/>
                <a:gd name="connsiteY246" fmla="*/ 23542 h 81562"/>
                <a:gd name="connsiteX247" fmla="*/ 2292 w 631667"/>
                <a:gd name="connsiteY247" fmla="*/ 14427 h 81562"/>
                <a:gd name="connsiteX248" fmla="*/ 6979 w 631667"/>
                <a:gd name="connsiteY248" fmla="*/ 7396 h 81562"/>
                <a:gd name="connsiteX249" fmla="*/ 14115 w 631667"/>
                <a:gd name="connsiteY249" fmla="*/ 2917 h 81562"/>
                <a:gd name="connsiteX250" fmla="*/ 23021 w 631667"/>
                <a:gd name="connsiteY250" fmla="*/ 1354 h 81562"/>
                <a:gd name="connsiteX251" fmla="*/ 519271 w 631667"/>
                <a:gd name="connsiteY251" fmla="*/ 0 h 81562"/>
                <a:gd name="connsiteX252" fmla="*/ 532032 w 631667"/>
                <a:gd name="connsiteY252" fmla="*/ 3646 h 81562"/>
                <a:gd name="connsiteX253" fmla="*/ 539792 w 631667"/>
                <a:gd name="connsiteY253" fmla="*/ 13021 h 81562"/>
                <a:gd name="connsiteX254" fmla="*/ 543646 w 631667"/>
                <a:gd name="connsiteY254" fmla="*/ 26146 h 81562"/>
                <a:gd name="connsiteX255" fmla="*/ 544688 w 631667"/>
                <a:gd name="connsiteY255" fmla="*/ 40729 h 81562"/>
                <a:gd name="connsiteX256" fmla="*/ 543646 w 631667"/>
                <a:gd name="connsiteY256" fmla="*/ 55313 h 81562"/>
                <a:gd name="connsiteX257" fmla="*/ 539792 w 631667"/>
                <a:gd name="connsiteY257" fmla="*/ 68334 h 81562"/>
                <a:gd name="connsiteX258" fmla="*/ 532032 w 631667"/>
                <a:gd name="connsiteY258" fmla="*/ 77604 h 81562"/>
                <a:gd name="connsiteX259" fmla="*/ 519271 w 631667"/>
                <a:gd name="connsiteY259" fmla="*/ 81146 h 81562"/>
                <a:gd name="connsiteX260" fmla="*/ 506719 w 631667"/>
                <a:gd name="connsiteY260" fmla="*/ 77604 h 81562"/>
                <a:gd name="connsiteX261" fmla="*/ 499271 w 631667"/>
                <a:gd name="connsiteY261" fmla="*/ 68334 h 81562"/>
                <a:gd name="connsiteX262" fmla="*/ 495625 w 631667"/>
                <a:gd name="connsiteY262" fmla="*/ 55313 h 81562"/>
                <a:gd name="connsiteX263" fmla="*/ 494688 w 631667"/>
                <a:gd name="connsiteY263" fmla="*/ 40729 h 81562"/>
                <a:gd name="connsiteX264" fmla="*/ 495625 w 631667"/>
                <a:gd name="connsiteY264" fmla="*/ 26146 h 81562"/>
                <a:gd name="connsiteX265" fmla="*/ 499271 w 631667"/>
                <a:gd name="connsiteY265" fmla="*/ 13021 h 81562"/>
                <a:gd name="connsiteX266" fmla="*/ 506719 w 631667"/>
                <a:gd name="connsiteY266" fmla="*/ 3646 h 81562"/>
                <a:gd name="connsiteX267" fmla="*/ 519271 w 631667"/>
                <a:gd name="connsiteY267" fmla="*/ 0 h 81562"/>
                <a:gd name="connsiteX268" fmla="*/ 297917 w 631667"/>
                <a:gd name="connsiteY268" fmla="*/ 0 h 81562"/>
                <a:gd name="connsiteX269" fmla="*/ 310677 w 631667"/>
                <a:gd name="connsiteY269" fmla="*/ 3646 h 81562"/>
                <a:gd name="connsiteX270" fmla="*/ 318438 w 631667"/>
                <a:gd name="connsiteY270" fmla="*/ 13021 h 81562"/>
                <a:gd name="connsiteX271" fmla="*/ 322292 w 631667"/>
                <a:gd name="connsiteY271" fmla="*/ 26146 h 81562"/>
                <a:gd name="connsiteX272" fmla="*/ 323334 w 631667"/>
                <a:gd name="connsiteY272" fmla="*/ 40729 h 81562"/>
                <a:gd name="connsiteX273" fmla="*/ 322292 w 631667"/>
                <a:gd name="connsiteY273" fmla="*/ 55313 h 81562"/>
                <a:gd name="connsiteX274" fmla="*/ 318438 w 631667"/>
                <a:gd name="connsiteY274" fmla="*/ 68334 h 81562"/>
                <a:gd name="connsiteX275" fmla="*/ 310677 w 631667"/>
                <a:gd name="connsiteY275" fmla="*/ 77604 h 81562"/>
                <a:gd name="connsiteX276" fmla="*/ 297917 w 631667"/>
                <a:gd name="connsiteY276" fmla="*/ 81146 h 81562"/>
                <a:gd name="connsiteX277" fmla="*/ 285365 w 631667"/>
                <a:gd name="connsiteY277" fmla="*/ 77604 h 81562"/>
                <a:gd name="connsiteX278" fmla="*/ 277917 w 631667"/>
                <a:gd name="connsiteY278" fmla="*/ 68334 h 81562"/>
                <a:gd name="connsiteX279" fmla="*/ 274271 w 631667"/>
                <a:gd name="connsiteY279" fmla="*/ 55313 h 81562"/>
                <a:gd name="connsiteX280" fmla="*/ 273334 w 631667"/>
                <a:gd name="connsiteY280" fmla="*/ 40729 h 81562"/>
                <a:gd name="connsiteX281" fmla="*/ 274271 w 631667"/>
                <a:gd name="connsiteY281" fmla="*/ 26146 h 81562"/>
                <a:gd name="connsiteX282" fmla="*/ 277917 w 631667"/>
                <a:gd name="connsiteY282" fmla="*/ 13021 h 81562"/>
                <a:gd name="connsiteX283" fmla="*/ 285365 w 631667"/>
                <a:gd name="connsiteY283" fmla="*/ 3646 h 81562"/>
                <a:gd name="connsiteX284" fmla="*/ 297917 w 631667"/>
                <a:gd name="connsiteY284" fmla="*/ 0 h 81562"/>
                <a:gd name="connsiteX285" fmla="*/ 89583 w 631667"/>
                <a:gd name="connsiteY285" fmla="*/ 0 h 81562"/>
                <a:gd name="connsiteX286" fmla="*/ 102344 w 631667"/>
                <a:gd name="connsiteY286" fmla="*/ 3646 h 81562"/>
                <a:gd name="connsiteX287" fmla="*/ 110104 w 631667"/>
                <a:gd name="connsiteY287" fmla="*/ 13021 h 81562"/>
                <a:gd name="connsiteX288" fmla="*/ 113958 w 631667"/>
                <a:gd name="connsiteY288" fmla="*/ 26146 h 81562"/>
                <a:gd name="connsiteX289" fmla="*/ 115000 w 631667"/>
                <a:gd name="connsiteY289" fmla="*/ 40729 h 81562"/>
                <a:gd name="connsiteX290" fmla="*/ 113958 w 631667"/>
                <a:gd name="connsiteY290" fmla="*/ 55313 h 81562"/>
                <a:gd name="connsiteX291" fmla="*/ 110104 w 631667"/>
                <a:gd name="connsiteY291" fmla="*/ 68334 h 81562"/>
                <a:gd name="connsiteX292" fmla="*/ 102344 w 631667"/>
                <a:gd name="connsiteY292" fmla="*/ 77604 h 81562"/>
                <a:gd name="connsiteX293" fmla="*/ 89583 w 631667"/>
                <a:gd name="connsiteY293" fmla="*/ 81146 h 81562"/>
                <a:gd name="connsiteX294" fmla="*/ 77031 w 631667"/>
                <a:gd name="connsiteY294" fmla="*/ 77604 h 81562"/>
                <a:gd name="connsiteX295" fmla="*/ 69583 w 631667"/>
                <a:gd name="connsiteY295" fmla="*/ 68334 h 81562"/>
                <a:gd name="connsiteX296" fmla="*/ 65937 w 631667"/>
                <a:gd name="connsiteY296" fmla="*/ 55313 h 81562"/>
                <a:gd name="connsiteX297" fmla="*/ 65000 w 631667"/>
                <a:gd name="connsiteY297" fmla="*/ 40729 h 81562"/>
                <a:gd name="connsiteX298" fmla="*/ 65937 w 631667"/>
                <a:gd name="connsiteY298" fmla="*/ 26146 h 81562"/>
                <a:gd name="connsiteX299" fmla="*/ 69583 w 631667"/>
                <a:gd name="connsiteY299" fmla="*/ 13021 h 81562"/>
                <a:gd name="connsiteX300" fmla="*/ 77031 w 631667"/>
                <a:gd name="connsiteY300" fmla="*/ 3646 h 81562"/>
                <a:gd name="connsiteX301" fmla="*/ 89583 w 631667"/>
                <a:gd name="connsiteY30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021" y="43437"/>
                  </a:moveTo>
                  <a:cubicBezTo>
                    <a:pt x="360938" y="43437"/>
                    <a:pt x="358893" y="43776"/>
                    <a:pt x="356875" y="44427"/>
                  </a:cubicBezTo>
                  <a:cubicBezTo>
                    <a:pt x="354857" y="45091"/>
                    <a:pt x="353086" y="46042"/>
                    <a:pt x="351563" y="47292"/>
                  </a:cubicBezTo>
                  <a:cubicBezTo>
                    <a:pt x="349961" y="48542"/>
                    <a:pt x="348698" y="50130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26" y="66914"/>
                    <a:pt x="350781" y="69688"/>
                  </a:cubicBezTo>
                  <a:cubicBezTo>
                    <a:pt x="353737" y="72474"/>
                    <a:pt x="357813" y="73854"/>
                    <a:pt x="363021" y="73854"/>
                  </a:cubicBezTo>
                  <a:cubicBezTo>
                    <a:pt x="368086" y="73854"/>
                    <a:pt x="372136" y="72474"/>
                    <a:pt x="375156" y="69688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53" y="50130"/>
                    <a:pt x="375977" y="48542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44" y="43776"/>
                    <a:pt x="365039" y="43437"/>
                    <a:pt x="363021" y="43437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97"/>
                    <a:pt x="604219" y="34948"/>
                  </a:cubicBezTo>
                  <a:cubicBezTo>
                    <a:pt x="605782" y="35612"/>
                    <a:pt x="607396" y="36602"/>
                    <a:pt x="609063" y="37917"/>
                  </a:cubicBezTo>
                  <a:cubicBezTo>
                    <a:pt x="610938" y="39453"/>
                    <a:pt x="612539" y="40612"/>
                    <a:pt x="613854" y="41407"/>
                  </a:cubicBezTo>
                  <a:cubicBezTo>
                    <a:pt x="615170" y="42214"/>
                    <a:pt x="616602" y="42604"/>
                    <a:pt x="618125" y="42604"/>
                  </a:cubicBezTo>
                  <a:cubicBezTo>
                    <a:pt x="620352" y="42604"/>
                    <a:pt x="622097" y="41849"/>
                    <a:pt x="623386" y="40313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3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35"/>
                    <a:pt x="587956" y="39688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363021" y="8334"/>
                  </a:moveTo>
                  <a:cubicBezTo>
                    <a:pt x="358646" y="8334"/>
                    <a:pt x="354935" y="9584"/>
                    <a:pt x="351875" y="12083"/>
                  </a:cubicBezTo>
                  <a:cubicBezTo>
                    <a:pt x="348815" y="14584"/>
                    <a:pt x="347292" y="17917"/>
                    <a:pt x="347292" y="22084"/>
                  </a:cubicBezTo>
                  <a:cubicBezTo>
                    <a:pt x="347292" y="26459"/>
                    <a:pt x="348789" y="29844"/>
                    <a:pt x="351771" y="32240"/>
                  </a:cubicBezTo>
                  <a:cubicBezTo>
                    <a:pt x="354753" y="34635"/>
                    <a:pt x="358503" y="35834"/>
                    <a:pt x="363021" y="35834"/>
                  </a:cubicBezTo>
                  <a:cubicBezTo>
                    <a:pt x="367396" y="35834"/>
                    <a:pt x="371107" y="34635"/>
                    <a:pt x="374167" y="32240"/>
                  </a:cubicBezTo>
                  <a:cubicBezTo>
                    <a:pt x="377227" y="29844"/>
                    <a:pt x="378750" y="26459"/>
                    <a:pt x="378750" y="22084"/>
                  </a:cubicBezTo>
                  <a:cubicBezTo>
                    <a:pt x="378750" y="17917"/>
                    <a:pt x="377227" y="14584"/>
                    <a:pt x="374167" y="12083"/>
                  </a:cubicBezTo>
                  <a:cubicBezTo>
                    <a:pt x="371107" y="9584"/>
                    <a:pt x="367396" y="8334"/>
                    <a:pt x="363021" y="8334"/>
                  </a:cubicBezTo>
                  <a:close/>
                  <a:moveTo>
                    <a:pt x="519271" y="7188"/>
                  </a:moveTo>
                  <a:cubicBezTo>
                    <a:pt x="515521" y="7188"/>
                    <a:pt x="512591" y="8412"/>
                    <a:pt x="510469" y="10833"/>
                  </a:cubicBezTo>
                  <a:cubicBezTo>
                    <a:pt x="508347" y="13268"/>
                    <a:pt x="506771" y="16185"/>
                    <a:pt x="505729" y="19583"/>
                  </a:cubicBezTo>
                  <a:cubicBezTo>
                    <a:pt x="504623" y="23060"/>
                    <a:pt x="503946" y="26719"/>
                    <a:pt x="503698" y="30573"/>
                  </a:cubicBezTo>
                  <a:cubicBezTo>
                    <a:pt x="503451" y="34427"/>
                    <a:pt x="503334" y="37813"/>
                    <a:pt x="503334" y="40729"/>
                  </a:cubicBezTo>
                  <a:cubicBezTo>
                    <a:pt x="503334" y="43646"/>
                    <a:pt x="503451" y="47005"/>
                    <a:pt x="503698" y="50782"/>
                  </a:cubicBezTo>
                  <a:cubicBezTo>
                    <a:pt x="503946" y="54570"/>
                    <a:pt x="504623" y="58203"/>
                    <a:pt x="505729" y="61667"/>
                  </a:cubicBezTo>
                  <a:cubicBezTo>
                    <a:pt x="506771" y="65078"/>
                    <a:pt x="508347" y="67956"/>
                    <a:pt x="510469" y="70313"/>
                  </a:cubicBezTo>
                  <a:cubicBezTo>
                    <a:pt x="512591" y="72682"/>
                    <a:pt x="515521" y="73854"/>
                    <a:pt x="519271" y="73854"/>
                  </a:cubicBezTo>
                  <a:cubicBezTo>
                    <a:pt x="523021" y="73854"/>
                    <a:pt x="526003" y="72682"/>
                    <a:pt x="528230" y="70313"/>
                  </a:cubicBezTo>
                  <a:cubicBezTo>
                    <a:pt x="530456" y="67956"/>
                    <a:pt x="532123" y="65078"/>
                    <a:pt x="533229" y="61667"/>
                  </a:cubicBezTo>
                  <a:cubicBezTo>
                    <a:pt x="534414" y="58203"/>
                    <a:pt x="535170" y="54570"/>
                    <a:pt x="535521" y="50782"/>
                  </a:cubicBezTo>
                  <a:cubicBezTo>
                    <a:pt x="535873" y="47005"/>
                    <a:pt x="536042" y="43646"/>
                    <a:pt x="536042" y="40729"/>
                  </a:cubicBezTo>
                  <a:cubicBezTo>
                    <a:pt x="536042" y="37813"/>
                    <a:pt x="535873" y="34427"/>
                    <a:pt x="535521" y="30573"/>
                  </a:cubicBezTo>
                  <a:cubicBezTo>
                    <a:pt x="535170" y="26719"/>
                    <a:pt x="534414" y="23060"/>
                    <a:pt x="533229" y="19583"/>
                  </a:cubicBezTo>
                  <a:cubicBezTo>
                    <a:pt x="532123" y="16185"/>
                    <a:pt x="530456" y="13268"/>
                    <a:pt x="528230" y="10833"/>
                  </a:cubicBezTo>
                  <a:cubicBezTo>
                    <a:pt x="526003" y="8412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412"/>
                    <a:pt x="289115" y="10833"/>
                  </a:cubicBezTo>
                  <a:cubicBezTo>
                    <a:pt x="286992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097" y="34427"/>
                    <a:pt x="281979" y="37813"/>
                    <a:pt x="281979" y="40729"/>
                  </a:cubicBezTo>
                  <a:cubicBezTo>
                    <a:pt x="281979" y="43646"/>
                    <a:pt x="282097" y="47005"/>
                    <a:pt x="282344" y="50782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6992" y="67956"/>
                    <a:pt x="289115" y="70313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49" y="72682"/>
                    <a:pt x="306875" y="70313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15" y="54570"/>
                    <a:pt x="314167" y="50782"/>
                  </a:cubicBezTo>
                  <a:cubicBezTo>
                    <a:pt x="314518" y="47005"/>
                    <a:pt x="314688" y="43646"/>
                    <a:pt x="314688" y="40729"/>
                  </a:cubicBezTo>
                  <a:cubicBezTo>
                    <a:pt x="314688" y="37813"/>
                    <a:pt x="314518" y="34427"/>
                    <a:pt x="314167" y="30573"/>
                  </a:cubicBezTo>
                  <a:cubicBezTo>
                    <a:pt x="313815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49" y="8412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412"/>
                    <a:pt x="80781" y="10833"/>
                  </a:cubicBezTo>
                  <a:cubicBezTo>
                    <a:pt x="78659" y="13268"/>
                    <a:pt x="77083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7005"/>
                    <a:pt x="74011" y="50782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3" y="65078"/>
                    <a:pt x="78659" y="67956"/>
                    <a:pt x="80781" y="70313"/>
                  </a:cubicBezTo>
                  <a:cubicBezTo>
                    <a:pt x="82904" y="72682"/>
                    <a:pt x="85833" y="73854"/>
                    <a:pt x="89583" y="73854"/>
                  </a:cubicBezTo>
                  <a:cubicBezTo>
                    <a:pt x="93333" y="73854"/>
                    <a:pt x="96315" y="72682"/>
                    <a:pt x="98542" y="70313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82" y="54570"/>
                    <a:pt x="105833" y="50782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412"/>
                    <a:pt x="93333" y="7188"/>
                    <a:pt x="89583" y="7188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40" y="3060"/>
                    <a:pt x="468750" y="6458"/>
                  </a:cubicBezTo>
                  <a:cubicBezTo>
                    <a:pt x="473060" y="9870"/>
                    <a:pt x="475209" y="14870"/>
                    <a:pt x="475209" y="21458"/>
                  </a:cubicBezTo>
                  <a:cubicBezTo>
                    <a:pt x="475209" y="25912"/>
                    <a:pt x="473841" y="30521"/>
                    <a:pt x="471094" y="35313"/>
                  </a:cubicBezTo>
                  <a:cubicBezTo>
                    <a:pt x="468347" y="40104"/>
                    <a:pt x="465065" y="44766"/>
                    <a:pt x="461250" y="49271"/>
                  </a:cubicBezTo>
                  <a:cubicBezTo>
                    <a:pt x="457435" y="53789"/>
                    <a:pt x="453477" y="58021"/>
                    <a:pt x="449375" y="61979"/>
                  </a:cubicBezTo>
                  <a:cubicBezTo>
                    <a:pt x="445274" y="65938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17" y="79063"/>
                    <a:pt x="429948" y="78854"/>
                  </a:cubicBezTo>
                  <a:cubicBezTo>
                    <a:pt x="429779" y="78646"/>
                    <a:pt x="429688" y="78230"/>
                    <a:pt x="429688" y="77604"/>
                  </a:cubicBezTo>
                  <a:lnTo>
                    <a:pt x="429688" y="71354"/>
                  </a:lnTo>
                  <a:cubicBezTo>
                    <a:pt x="430873" y="70248"/>
                    <a:pt x="432305" y="68855"/>
                    <a:pt x="434011" y="67188"/>
                  </a:cubicBezTo>
                  <a:cubicBezTo>
                    <a:pt x="435716" y="65521"/>
                    <a:pt x="437565" y="63685"/>
                    <a:pt x="439584" y="61667"/>
                  </a:cubicBezTo>
                  <a:cubicBezTo>
                    <a:pt x="441524" y="59661"/>
                    <a:pt x="443542" y="57500"/>
                    <a:pt x="445625" y="55209"/>
                  </a:cubicBezTo>
                  <a:cubicBezTo>
                    <a:pt x="447709" y="52917"/>
                    <a:pt x="449753" y="50560"/>
                    <a:pt x="451771" y="48125"/>
                  </a:cubicBezTo>
                  <a:cubicBezTo>
                    <a:pt x="453789" y="45768"/>
                    <a:pt x="455690" y="43385"/>
                    <a:pt x="457500" y="40990"/>
                  </a:cubicBezTo>
                  <a:cubicBezTo>
                    <a:pt x="459310" y="38594"/>
                    <a:pt x="460873" y="36289"/>
                    <a:pt x="462188" y="34062"/>
                  </a:cubicBezTo>
                  <a:cubicBezTo>
                    <a:pt x="463581" y="31771"/>
                    <a:pt x="464675" y="29623"/>
                    <a:pt x="465469" y="27605"/>
                  </a:cubicBezTo>
                  <a:cubicBezTo>
                    <a:pt x="466263" y="25599"/>
                    <a:pt x="466667" y="23750"/>
                    <a:pt x="466667" y="22084"/>
                  </a:cubicBezTo>
                  <a:cubicBezTo>
                    <a:pt x="466667" y="17578"/>
                    <a:pt x="465352" y="14193"/>
                    <a:pt x="462709" y="11927"/>
                  </a:cubicBezTo>
                  <a:cubicBezTo>
                    <a:pt x="460065" y="9675"/>
                    <a:pt x="456667" y="8542"/>
                    <a:pt x="452500" y="8542"/>
                  </a:cubicBezTo>
                  <a:cubicBezTo>
                    <a:pt x="448477" y="8542"/>
                    <a:pt x="445196" y="9935"/>
                    <a:pt x="442657" y="12709"/>
                  </a:cubicBezTo>
                  <a:cubicBezTo>
                    <a:pt x="440117" y="15495"/>
                    <a:pt x="438854" y="19102"/>
                    <a:pt x="438854" y="23542"/>
                  </a:cubicBezTo>
                  <a:lnTo>
                    <a:pt x="430313" y="23542"/>
                  </a:lnTo>
                  <a:cubicBezTo>
                    <a:pt x="430313" y="20208"/>
                    <a:pt x="430873" y="17174"/>
                    <a:pt x="431979" y="14427"/>
                  </a:cubicBezTo>
                  <a:cubicBezTo>
                    <a:pt x="433086" y="11693"/>
                    <a:pt x="434649" y="9349"/>
                    <a:pt x="436667" y="7396"/>
                  </a:cubicBezTo>
                  <a:cubicBezTo>
                    <a:pt x="438685" y="5456"/>
                    <a:pt x="441055" y="3959"/>
                    <a:pt x="443802" y="2917"/>
                  </a:cubicBezTo>
                  <a:cubicBezTo>
                    <a:pt x="446550" y="1875"/>
                    <a:pt x="449518" y="1354"/>
                    <a:pt x="452709" y="1354"/>
                  </a:cubicBezTo>
                  <a:close/>
                  <a:moveTo>
                    <a:pt x="363021" y="1354"/>
                  </a:moveTo>
                  <a:cubicBezTo>
                    <a:pt x="370104" y="1354"/>
                    <a:pt x="375886" y="3164"/>
                    <a:pt x="380365" y="6771"/>
                  </a:cubicBezTo>
                  <a:cubicBezTo>
                    <a:pt x="384844" y="10391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5"/>
                  </a:cubicBezTo>
                  <a:cubicBezTo>
                    <a:pt x="385430" y="29479"/>
                    <a:pt x="384519" y="31250"/>
                    <a:pt x="383334" y="32917"/>
                  </a:cubicBezTo>
                  <a:cubicBezTo>
                    <a:pt x="382084" y="34583"/>
                    <a:pt x="380625" y="36068"/>
                    <a:pt x="378959" y="37344"/>
                  </a:cubicBezTo>
                  <a:cubicBezTo>
                    <a:pt x="377292" y="38633"/>
                    <a:pt x="375456" y="39558"/>
                    <a:pt x="373438" y="40104"/>
                  </a:cubicBezTo>
                  <a:cubicBezTo>
                    <a:pt x="378021" y="41355"/>
                    <a:pt x="381602" y="43633"/>
                    <a:pt x="384167" y="46927"/>
                  </a:cubicBezTo>
                  <a:cubicBezTo>
                    <a:pt x="386732" y="50234"/>
                    <a:pt x="388021" y="54102"/>
                    <a:pt x="388021" y="58542"/>
                  </a:cubicBezTo>
                  <a:cubicBezTo>
                    <a:pt x="387956" y="65703"/>
                    <a:pt x="385612" y="71198"/>
                    <a:pt x="380990" y="75052"/>
                  </a:cubicBezTo>
                  <a:cubicBezTo>
                    <a:pt x="376367" y="78906"/>
                    <a:pt x="370352" y="80833"/>
                    <a:pt x="362917" y="80833"/>
                  </a:cubicBezTo>
                  <a:cubicBezTo>
                    <a:pt x="355417" y="80833"/>
                    <a:pt x="349388" y="78906"/>
                    <a:pt x="344844" y="75052"/>
                  </a:cubicBezTo>
                  <a:cubicBezTo>
                    <a:pt x="340300" y="71198"/>
                    <a:pt x="338021" y="65703"/>
                    <a:pt x="338021" y="58542"/>
                  </a:cubicBezTo>
                  <a:cubicBezTo>
                    <a:pt x="338021" y="54661"/>
                    <a:pt x="339271" y="50964"/>
                    <a:pt x="341771" y="47448"/>
                  </a:cubicBezTo>
                  <a:cubicBezTo>
                    <a:pt x="344271" y="43945"/>
                    <a:pt x="347917" y="41355"/>
                    <a:pt x="352708" y="39688"/>
                  </a:cubicBezTo>
                  <a:cubicBezTo>
                    <a:pt x="348334" y="38854"/>
                    <a:pt x="344948" y="36745"/>
                    <a:pt x="342552" y="33333"/>
                  </a:cubicBezTo>
                  <a:cubicBezTo>
                    <a:pt x="340157" y="29935"/>
                    <a:pt x="338958" y="26146"/>
                    <a:pt x="338958" y="21979"/>
                  </a:cubicBezTo>
                  <a:cubicBezTo>
                    <a:pt x="338958" y="15456"/>
                    <a:pt x="341185" y="10391"/>
                    <a:pt x="345625" y="6771"/>
                  </a:cubicBezTo>
                  <a:cubicBezTo>
                    <a:pt x="350065" y="3164"/>
                    <a:pt x="355873" y="1354"/>
                    <a:pt x="363021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58"/>
                    <a:pt x="214219" y="2552"/>
                  </a:cubicBezTo>
                  <a:cubicBezTo>
                    <a:pt x="217031" y="3360"/>
                    <a:pt x="219518" y="4584"/>
                    <a:pt x="221667" y="6250"/>
                  </a:cubicBezTo>
                  <a:cubicBezTo>
                    <a:pt x="223750" y="7917"/>
                    <a:pt x="225430" y="10039"/>
                    <a:pt x="226719" y="12604"/>
                  </a:cubicBezTo>
                  <a:cubicBezTo>
                    <a:pt x="228008" y="15183"/>
                    <a:pt x="228646" y="18229"/>
                    <a:pt x="228646" y="21771"/>
                  </a:cubicBezTo>
                  <a:cubicBezTo>
                    <a:pt x="228646" y="26146"/>
                    <a:pt x="227227" y="30039"/>
                    <a:pt x="224375" y="33438"/>
                  </a:cubicBezTo>
                  <a:cubicBezTo>
                    <a:pt x="221524" y="36849"/>
                    <a:pt x="217813" y="38958"/>
                    <a:pt x="213229" y="39792"/>
                  </a:cubicBezTo>
                  <a:cubicBezTo>
                    <a:pt x="218294" y="40495"/>
                    <a:pt x="222409" y="42630"/>
                    <a:pt x="225573" y="46198"/>
                  </a:cubicBezTo>
                  <a:cubicBezTo>
                    <a:pt x="228737" y="49779"/>
                    <a:pt x="230313" y="54063"/>
                    <a:pt x="230313" y="59063"/>
                  </a:cubicBezTo>
                  <a:cubicBezTo>
                    <a:pt x="230313" y="62956"/>
                    <a:pt x="229596" y="66276"/>
                    <a:pt x="228177" y="69011"/>
                  </a:cubicBezTo>
                  <a:cubicBezTo>
                    <a:pt x="226758" y="71758"/>
                    <a:pt x="224857" y="74037"/>
                    <a:pt x="222500" y="75833"/>
                  </a:cubicBezTo>
                  <a:cubicBezTo>
                    <a:pt x="220143" y="77578"/>
                    <a:pt x="217435" y="78854"/>
                    <a:pt x="214375" y="79688"/>
                  </a:cubicBezTo>
                  <a:cubicBezTo>
                    <a:pt x="211315" y="80521"/>
                    <a:pt x="208190" y="80938"/>
                    <a:pt x="205000" y="80938"/>
                  </a:cubicBezTo>
                  <a:cubicBezTo>
                    <a:pt x="197500" y="80938"/>
                    <a:pt x="191576" y="78959"/>
                    <a:pt x="187240" y="75000"/>
                  </a:cubicBezTo>
                  <a:cubicBezTo>
                    <a:pt x="182904" y="71042"/>
                    <a:pt x="180664" y="65560"/>
                    <a:pt x="180521" y="58542"/>
                  </a:cubicBezTo>
                  <a:lnTo>
                    <a:pt x="188750" y="58542"/>
                  </a:lnTo>
                  <a:cubicBezTo>
                    <a:pt x="189232" y="63542"/>
                    <a:pt x="190886" y="67331"/>
                    <a:pt x="193698" y="69896"/>
                  </a:cubicBezTo>
                  <a:cubicBezTo>
                    <a:pt x="196510" y="72474"/>
                    <a:pt x="200378" y="73750"/>
                    <a:pt x="205313" y="73750"/>
                  </a:cubicBezTo>
                  <a:cubicBezTo>
                    <a:pt x="210456" y="73750"/>
                    <a:pt x="214518" y="72396"/>
                    <a:pt x="217500" y="69688"/>
                  </a:cubicBezTo>
                  <a:cubicBezTo>
                    <a:pt x="220482" y="66979"/>
                    <a:pt x="221979" y="63125"/>
                    <a:pt x="221979" y="58125"/>
                  </a:cubicBezTo>
                  <a:cubicBezTo>
                    <a:pt x="221979" y="55560"/>
                    <a:pt x="221498" y="53360"/>
                    <a:pt x="220521" y="51511"/>
                  </a:cubicBezTo>
                  <a:cubicBezTo>
                    <a:pt x="219544" y="49675"/>
                    <a:pt x="218268" y="48164"/>
                    <a:pt x="216667" y="46979"/>
                  </a:cubicBezTo>
                  <a:cubicBezTo>
                    <a:pt x="215000" y="45807"/>
                    <a:pt x="213138" y="44935"/>
                    <a:pt x="211094" y="44375"/>
                  </a:cubicBezTo>
                  <a:cubicBezTo>
                    <a:pt x="209050" y="43828"/>
                    <a:pt x="206940" y="43477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56"/>
                    <a:pt x="199167" y="43073"/>
                  </a:cubicBezTo>
                  <a:cubicBezTo>
                    <a:pt x="199024" y="42904"/>
                    <a:pt x="198958" y="42435"/>
                    <a:pt x="198958" y="41667"/>
                  </a:cubicBezTo>
                  <a:lnTo>
                    <a:pt x="198958" y="37813"/>
                  </a:lnTo>
                  <a:cubicBezTo>
                    <a:pt x="198958" y="36980"/>
                    <a:pt x="199024" y="36432"/>
                    <a:pt x="199167" y="36146"/>
                  </a:cubicBezTo>
                  <a:cubicBezTo>
                    <a:pt x="199310" y="35872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7"/>
                    <a:pt x="213854" y="33620"/>
                    <a:pt x="215313" y="32500"/>
                  </a:cubicBezTo>
                  <a:cubicBezTo>
                    <a:pt x="216836" y="31459"/>
                    <a:pt x="218060" y="30091"/>
                    <a:pt x="218959" y="28386"/>
                  </a:cubicBezTo>
                  <a:cubicBezTo>
                    <a:pt x="219857" y="26693"/>
                    <a:pt x="220313" y="24623"/>
                    <a:pt x="220313" y="22188"/>
                  </a:cubicBezTo>
                  <a:cubicBezTo>
                    <a:pt x="220313" y="17813"/>
                    <a:pt x="218867" y="14453"/>
                    <a:pt x="215990" y="12083"/>
                  </a:cubicBezTo>
                  <a:cubicBezTo>
                    <a:pt x="213112" y="9727"/>
                    <a:pt x="209479" y="8542"/>
                    <a:pt x="205104" y="8542"/>
                  </a:cubicBezTo>
                  <a:cubicBezTo>
                    <a:pt x="200586" y="8542"/>
                    <a:pt x="197031" y="9727"/>
                    <a:pt x="194427" y="12083"/>
                  </a:cubicBezTo>
                  <a:cubicBezTo>
                    <a:pt x="191823" y="14453"/>
                    <a:pt x="190313" y="17852"/>
                    <a:pt x="189896" y="22292"/>
                  </a:cubicBezTo>
                  <a:lnTo>
                    <a:pt x="181563" y="22292"/>
                  </a:lnTo>
                  <a:cubicBezTo>
                    <a:pt x="181628" y="15833"/>
                    <a:pt x="183854" y="10729"/>
                    <a:pt x="188229" y="6979"/>
                  </a:cubicBezTo>
                  <a:cubicBezTo>
                    <a:pt x="192604" y="3229"/>
                    <a:pt x="198333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2"/>
                    <a:pt x="161341" y="30521"/>
                    <a:pt x="158594" y="35313"/>
                  </a:cubicBezTo>
                  <a:cubicBezTo>
                    <a:pt x="155847" y="40104"/>
                    <a:pt x="152565" y="44766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05" y="68855"/>
                    <a:pt x="121510" y="67188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61"/>
                    <a:pt x="131042" y="57500"/>
                    <a:pt x="133125" y="55209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63" y="25599"/>
                    <a:pt x="154167" y="23750"/>
                    <a:pt x="154167" y="22084"/>
                  </a:cubicBezTo>
                  <a:cubicBezTo>
                    <a:pt x="154167" y="17578"/>
                    <a:pt x="152852" y="14193"/>
                    <a:pt x="150208" y="11927"/>
                  </a:cubicBezTo>
                  <a:cubicBezTo>
                    <a:pt x="147565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17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93"/>
                    <a:pt x="122148" y="9349"/>
                    <a:pt x="124167" y="7396"/>
                  </a:cubicBezTo>
                  <a:cubicBezTo>
                    <a:pt x="126185" y="5456"/>
                    <a:pt x="128555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2"/>
                    <a:pt x="44154" y="30521"/>
                    <a:pt x="41406" y="35313"/>
                  </a:cubicBezTo>
                  <a:cubicBezTo>
                    <a:pt x="38659" y="40104"/>
                    <a:pt x="35378" y="44766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17" y="68855"/>
                    <a:pt x="4323" y="67188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61"/>
                    <a:pt x="13854" y="57500"/>
                    <a:pt x="15937" y="55209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76" y="25599"/>
                    <a:pt x="36979" y="23750"/>
                    <a:pt x="36979" y="22084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78" y="9675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30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93"/>
                    <a:pt x="4961" y="9349"/>
                    <a:pt x="6979" y="7396"/>
                  </a:cubicBezTo>
                  <a:cubicBezTo>
                    <a:pt x="8998" y="5456"/>
                    <a:pt x="11367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79" y="0"/>
                    <a:pt x="528737" y="1224"/>
                    <a:pt x="532032" y="3646"/>
                  </a:cubicBezTo>
                  <a:cubicBezTo>
                    <a:pt x="535326" y="6081"/>
                    <a:pt x="537917" y="9206"/>
                    <a:pt x="539792" y="13021"/>
                  </a:cubicBezTo>
                  <a:cubicBezTo>
                    <a:pt x="541667" y="16914"/>
                    <a:pt x="542956" y="21289"/>
                    <a:pt x="543646" y="26146"/>
                  </a:cubicBezTo>
                  <a:cubicBezTo>
                    <a:pt x="544336" y="31016"/>
                    <a:pt x="544688" y="35872"/>
                    <a:pt x="544688" y="40729"/>
                  </a:cubicBezTo>
                  <a:cubicBezTo>
                    <a:pt x="544688" y="45664"/>
                    <a:pt x="544336" y="50521"/>
                    <a:pt x="543646" y="55313"/>
                  </a:cubicBezTo>
                  <a:cubicBezTo>
                    <a:pt x="542956" y="60104"/>
                    <a:pt x="541667" y="64453"/>
                    <a:pt x="539792" y="68334"/>
                  </a:cubicBezTo>
                  <a:cubicBezTo>
                    <a:pt x="537917" y="72162"/>
                    <a:pt x="535326" y="75248"/>
                    <a:pt x="532032" y="77604"/>
                  </a:cubicBezTo>
                  <a:cubicBezTo>
                    <a:pt x="528737" y="79974"/>
                    <a:pt x="524479" y="81146"/>
                    <a:pt x="519271" y="81146"/>
                  </a:cubicBezTo>
                  <a:cubicBezTo>
                    <a:pt x="514128" y="81146"/>
                    <a:pt x="509948" y="79974"/>
                    <a:pt x="506719" y="77604"/>
                  </a:cubicBezTo>
                  <a:cubicBezTo>
                    <a:pt x="503490" y="75248"/>
                    <a:pt x="501003" y="72162"/>
                    <a:pt x="499271" y="68334"/>
                  </a:cubicBezTo>
                  <a:cubicBezTo>
                    <a:pt x="497461" y="64453"/>
                    <a:pt x="496250" y="60104"/>
                    <a:pt x="495625" y="55313"/>
                  </a:cubicBezTo>
                  <a:cubicBezTo>
                    <a:pt x="495000" y="50521"/>
                    <a:pt x="494688" y="45664"/>
                    <a:pt x="494688" y="40729"/>
                  </a:cubicBezTo>
                  <a:cubicBezTo>
                    <a:pt x="494688" y="35872"/>
                    <a:pt x="495000" y="31016"/>
                    <a:pt x="495625" y="26146"/>
                  </a:cubicBezTo>
                  <a:cubicBezTo>
                    <a:pt x="496250" y="21289"/>
                    <a:pt x="497461" y="16914"/>
                    <a:pt x="499271" y="13021"/>
                  </a:cubicBezTo>
                  <a:cubicBezTo>
                    <a:pt x="501003" y="9206"/>
                    <a:pt x="503490" y="6081"/>
                    <a:pt x="506719" y="3646"/>
                  </a:cubicBezTo>
                  <a:cubicBezTo>
                    <a:pt x="509948" y="1224"/>
                    <a:pt x="514128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72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82" y="31016"/>
                    <a:pt x="323334" y="35872"/>
                    <a:pt x="323334" y="40729"/>
                  </a:cubicBezTo>
                  <a:cubicBezTo>
                    <a:pt x="323334" y="45664"/>
                    <a:pt x="322982" y="50521"/>
                    <a:pt x="322292" y="55313"/>
                  </a:cubicBezTo>
                  <a:cubicBezTo>
                    <a:pt x="321602" y="60104"/>
                    <a:pt x="320313" y="64453"/>
                    <a:pt x="318438" y="68334"/>
                  </a:cubicBezTo>
                  <a:cubicBezTo>
                    <a:pt x="316563" y="72162"/>
                    <a:pt x="313972" y="75248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74" y="81146"/>
                    <a:pt x="288594" y="79974"/>
                    <a:pt x="285365" y="77604"/>
                  </a:cubicBezTo>
                  <a:cubicBezTo>
                    <a:pt x="282136" y="75248"/>
                    <a:pt x="279649" y="72162"/>
                    <a:pt x="277917" y="68334"/>
                  </a:cubicBezTo>
                  <a:cubicBezTo>
                    <a:pt x="276107" y="64453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6"/>
                    <a:pt x="274271" y="26146"/>
                  </a:cubicBezTo>
                  <a:cubicBezTo>
                    <a:pt x="274896" y="21289"/>
                    <a:pt x="276107" y="16914"/>
                    <a:pt x="277917" y="13021"/>
                  </a:cubicBezTo>
                  <a:cubicBezTo>
                    <a:pt x="279649" y="9206"/>
                    <a:pt x="282136" y="6081"/>
                    <a:pt x="285365" y="3646"/>
                  </a:cubicBezTo>
                  <a:cubicBezTo>
                    <a:pt x="288594" y="1224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24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16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3"/>
                  </a:cubicBezTo>
                  <a:cubicBezTo>
                    <a:pt x="113268" y="60104"/>
                    <a:pt x="111979" y="64453"/>
                    <a:pt x="110104" y="68334"/>
                  </a:cubicBezTo>
                  <a:cubicBezTo>
                    <a:pt x="108229" y="72162"/>
                    <a:pt x="105638" y="75248"/>
                    <a:pt x="102344" y="77604"/>
                  </a:cubicBezTo>
                  <a:cubicBezTo>
                    <a:pt x="99049" y="79974"/>
                    <a:pt x="94792" y="81146"/>
                    <a:pt x="89583" y="81146"/>
                  </a:cubicBezTo>
                  <a:cubicBezTo>
                    <a:pt x="84440" y="81146"/>
                    <a:pt x="80260" y="79974"/>
                    <a:pt x="77031" y="77604"/>
                  </a:cubicBezTo>
                  <a:cubicBezTo>
                    <a:pt x="73802" y="75248"/>
                    <a:pt x="71315" y="72162"/>
                    <a:pt x="69583" y="68334"/>
                  </a:cubicBezTo>
                  <a:cubicBezTo>
                    <a:pt x="67773" y="64453"/>
                    <a:pt x="66563" y="60104"/>
                    <a:pt x="65937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6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24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1" name="TextBox 610">
              <a:extLst>
                <a:ext uri="{FF2B5EF4-FFF2-40B4-BE49-F238E27FC236}">
                  <a16:creationId xmlns:a16="http://schemas.microsoft.com/office/drawing/2014/main" id="{4C6EEF32-0318-45CC-A81F-F006BE9D6A49}"/>
                </a:ext>
              </a:extLst>
            </p:cNvPr>
            <p:cNvSpPr txBox="1"/>
            <p:nvPr/>
          </p:nvSpPr>
          <p:spPr>
            <a:xfrm>
              <a:off x="2926610" y="5870124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2023.08.20 ~</a:t>
              </a:r>
            </a:p>
          </p:txBody>
        </p:sp>
        <p:sp>
          <p:nvSpPr>
            <p:cNvPr id="612" name="자유형: 도형 611">
              <a:extLst>
                <a:ext uri="{FF2B5EF4-FFF2-40B4-BE49-F238E27FC236}">
                  <a16:creationId xmlns:a16="http://schemas.microsoft.com/office/drawing/2014/main" id="{DAD41BAC-5D13-42CC-863E-250B6340492E}"/>
                </a:ext>
              </a:extLst>
            </p:cNvPr>
            <p:cNvSpPr/>
            <p:nvPr/>
          </p:nvSpPr>
          <p:spPr>
            <a:xfrm>
              <a:off x="3062099" y="6039789"/>
              <a:ext cx="544167" cy="81562"/>
            </a:xfrm>
            <a:custGeom>
              <a:avLst/>
              <a:gdLst>
                <a:gd name="connsiteX0" fmla="*/ 408021 w 544167"/>
                <a:gd name="connsiteY0" fmla="*/ 70833 h 81562"/>
                <a:gd name="connsiteX1" fmla="*/ 418750 w 544167"/>
                <a:gd name="connsiteY1" fmla="*/ 70833 h 81562"/>
                <a:gd name="connsiteX2" fmla="*/ 418750 w 544167"/>
                <a:gd name="connsiteY2" fmla="*/ 81563 h 81562"/>
                <a:gd name="connsiteX3" fmla="*/ 408021 w 544167"/>
                <a:gd name="connsiteY3" fmla="*/ 81563 h 81562"/>
                <a:gd name="connsiteX4" fmla="*/ 251771 w 544167"/>
                <a:gd name="connsiteY4" fmla="*/ 70833 h 81562"/>
                <a:gd name="connsiteX5" fmla="*/ 262500 w 544167"/>
                <a:gd name="connsiteY5" fmla="*/ 70833 h 81562"/>
                <a:gd name="connsiteX6" fmla="*/ 262500 w 544167"/>
                <a:gd name="connsiteY6" fmla="*/ 81563 h 81562"/>
                <a:gd name="connsiteX7" fmla="*/ 251771 w 544167"/>
                <a:gd name="connsiteY7" fmla="*/ 81563 h 81562"/>
                <a:gd name="connsiteX8" fmla="*/ 363021 w 544167"/>
                <a:gd name="connsiteY8" fmla="*/ 43437 h 81562"/>
                <a:gd name="connsiteX9" fmla="*/ 356875 w 544167"/>
                <a:gd name="connsiteY9" fmla="*/ 44427 h 81562"/>
                <a:gd name="connsiteX10" fmla="*/ 351563 w 544167"/>
                <a:gd name="connsiteY10" fmla="*/ 47292 h 81562"/>
                <a:gd name="connsiteX11" fmla="*/ 347761 w 544167"/>
                <a:gd name="connsiteY11" fmla="*/ 52031 h 81562"/>
                <a:gd name="connsiteX12" fmla="*/ 346354 w 544167"/>
                <a:gd name="connsiteY12" fmla="*/ 58646 h 81562"/>
                <a:gd name="connsiteX13" fmla="*/ 350781 w 544167"/>
                <a:gd name="connsiteY13" fmla="*/ 69688 h 81562"/>
                <a:gd name="connsiteX14" fmla="*/ 363021 w 544167"/>
                <a:gd name="connsiteY14" fmla="*/ 73854 h 81562"/>
                <a:gd name="connsiteX15" fmla="*/ 375157 w 544167"/>
                <a:gd name="connsiteY15" fmla="*/ 69688 h 81562"/>
                <a:gd name="connsiteX16" fmla="*/ 379688 w 544167"/>
                <a:gd name="connsiteY16" fmla="*/ 58646 h 81562"/>
                <a:gd name="connsiteX17" fmla="*/ 378229 w 544167"/>
                <a:gd name="connsiteY17" fmla="*/ 52031 h 81562"/>
                <a:gd name="connsiteX18" fmla="*/ 374375 w 544167"/>
                <a:gd name="connsiteY18" fmla="*/ 47292 h 81562"/>
                <a:gd name="connsiteX19" fmla="*/ 369063 w 544167"/>
                <a:gd name="connsiteY19" fmla="*/ 44427 h 81562"/>
                <a:gd name="connsiteX20" fmla="*/ 363021 w 544167"/>
                <a:gd name="connsiteY20" fmla="*/ 43437 h 81562"/>
                <a:gd name="connsiteX21" fmla="*/ 214167 w 544167"/>
                <a:gd name="connsiteY21" fmla="*/ 11250 h 81562"/>
                <a:gd name="connsiteX22" fmla="*/ 187292 w 544167"/>
                <a:gd name="connsiteY22" fmla="*/ 55313 h 81562"/>
                <a:gd name="connsiteX23" fmla="*/ 213959 w 544167"/>
                <a:gd name="connsiteY23" fmla="*/ 55313 h 81562"/>
                <a:gd name="connsiteX24" fmla="*/ 213959 w 544167"/>
                <a:gd name="connsiteY24" fmla="*/ 20833 h 81562"/>
                <a:gd name="connsiteX25" fmla="*/ 519063 w 544167"/>
                <a:gd name="connsiteY25" fmla="*/ 8334 h 81562"/>
                <a:gd name="connsiteX26" fmla="*/ 507032 w 544167"/>
                <a:gd name="connsiteY26" fmla="*/ 13855 h 81562"/>
                <a:gd name="connsiteX27" fmla="*/ 502813 w 544167"/>
                <a:gd name="connsiteY27" fmla="*/ 27292 h 81562"/>
                <a:gd name="connsiteX28" fmla="*/ 503802 w 544167"/>
                <a:gd name="connsiteY28" fmla="*/ 34583 h 81562"/>
                <a:gd name="connsiteX29" fmla="*/ 506875 w 544167"/>
                <a:gd name="connsiteY29" fmla="*/ 40521 h 81562"/>
                <a:gd name="connsiteX30" fmla="*/ 511875 w 544167"/>
                <a:gd name="connsiteY30" fmla="*/ 44636 h 81562"/>
                <a:gd name="connsiteX31" fmla="*/ 518959 w 544167"/>
                <a:gd name="connsiteY31" fmla="*/ 46146 h 81562"/>
                <a:gd name="connsiteX32" fmla="*/ 525365 w 544167"/>
                <a:gd name="connsiteY32" fmla="*/ 44688 h 81562"/>
                <a:gd name="connsiteX33" fmla="*/ 530417 w 544167"/>
                <a:gd name="connsiteY33" fmla="*/ 40834 h 81562"/>
                <a:gd name="connsiteX34" fmla="*/ 533802 w 544167"/>
                <a:gd name="connsiteY34" fmla="*/ 35104 h 81562"/>
                <a:gd name="connsiteX35" fmla="*/ 535000 w 544167"/>
                <a:gd name="connsiteY35" fmla="*/ 28229 h 81562"/>
                <a:gd name="connsiteX36" fmla="*/ 533802 w 544167"/>
                <a:gd name="connsiteY36" fmla="*/ 20417 h 81562"/>
                <a:gd name="connsiteX37" fmla="*/ 530521 w 544167"/>
                <a:gd name="connsiteY37" fmla="*/ 14063 h 81562"/>
                <a:gd name="connsiteX38" fmla="*/ 525521 w 544167"/>
                <a:gd name="connsiteY38" fmla="*/ 9896 h 81562"/>
                <a:gd name="connsiteX39" fmla="*/ 519063 w 544167"/>
                <a:gd name="connsiteY39" fmla="*/ 8334 h 81562"/>
                <a:gd name="connsiteX40" fmla="*/ 363021 w 544167"/>
                <a:gd name="connsiteY40" fmla="*/ 8334 h 81562"/>
                <a:gd name="connsiteX41" fmla="*/ 351875 w 544167"/>
                <a:gd name="connsiteY41" fmla="*/ 12083 h 81562"/>
                <a:gd name="connsiteX42" fmla="*/ 347292 w 544167"/>
                <a:gd name="connsiteY42" fmla="*/ 22084 h 81562"/>
                <a:gd name="connsiteX43" fmla="*/ 351771 w 544167"/>
                <a:gd name="connsiteY43" fmla="*/ 32240 h 81562"/>
                <a:gd name="connsiteX44" fmla="*/ 363021 w 544167"/>
                <a:gd name="connsiteY44" fmla="*/ 35834 h 81562"/>
                <a:gd name="connsiteX45" fmla="*/ 374167 w 544167"/>
                <a:gd name="connsiteY45" fmla="*/ 32240 h 81562"/>
                <a:gd name="connsiteX46" fmla="*/ 378750 w 544167"/>
                <a:gd name="connsiteY46" fmla="*/ 22084 h 81562"/>
                <a:gd name="connsiteX47" fmla="*/ 374167 w 544167"/>
                <a:gd name="connsiteY47" fmla="*/ 12083 h 81562"/>
                <a:gd name="connsiteX48" fmla="*/ 363021 w 544167"/>
                <a:gd name="connsiteY48" fmla="*/ 8334 h 81562"/>
                <a:gd name="connsiteX49" fmla="*/ 297917 w 544167"/>
                <a:gd name="connsiteY49" fmla="*/ 7188 h 81562"/>
                <a:gd name="connsiteX50" fmla="*/ 289115 w 544167"/>
                <a:gd name="connsiteY50" fmla="*/ 10833 h 81562"/>
                <a:gd name="connsiteX51" fmla="*/ 284375 w 544167"/>
                <a:gd name="connsiteY51" fmla="*/ 19583 h 81562"/>
                <a:gd name="connsiteX52" fmla="*/ 282344 w 544167"/>
                <a:gd name="connsiteY52" fmla="*/ 30573 h 81562"/>
                <a:gd name="connsiteX53" fmla="*/ 281979 w 544167"/>
                <a:gd name="connsiteY53" fmla="*/ 40729 h 81562"/>
                <a:gd name="connsiteX54" fmla="*/ 282344 w 544167"/>
                <a:gd name="connsiteY54" fmla="*/ 50782 h 81562"/>
                <a:gd name="connsiteX55" fmla="*/ 284375 w 544167"/>
                <a:gd name="connsiteY55" fmla="*/ 61667 h 81562"/>
                <a:gd name="connsiteX56" fmla="*/ 289115 w 544167"/>
                <a:gd name="connsiteY56" fmla="*/ 70313 h 81562"/>
                <a:gd name="connsiteX57" fmla="*/ 297917 w 544167"/>
                <a:gd name="connsiteY57" fmla="*/ 73854 h 81562"/>
                <a:gd name="connsiteX58" fmla="*/ 306875 w 544167"/>
                <a:gd name="connsiteY58" fmla="*/ 70313 h 81562"/>
                <a:gd name="connsiteX59" fmla="*/ 311875 w 544167"/>
                <a:gd name="connsiteY59" fmla="*/ 61667 h 81562"/>
                <a:gd name="connsiteX60" fmla="*/ 314167 w 544167"/>
                <a:gd name="connsiteY60" fmla="*/ 50782 h 81562"/>
                <a:gd name="connsiteX61" fmla="*/ 314688 w 544167"/>
                <a:gd name="connsiteY61" fmla="*/ 40729 h 81562"/>
                <a:gd name="connsiteX62" fmla="*/ 314167 w 544167"/>
                <a:gd name="connsiteY62" fmla="*/ 30573 h 81562"/>
                <a:gd name="connsiteX63" fmla="*/ 311875 w 544167"/>
                <a:gd name="connsiteY63" fmla="*/ 19583 h 81562"/>
                <a:gd name="connsiteX64" fmla="*/ 306875 w 544167"/>
                <a:gd name="connsiteY64" fmla="*/ 10833 h 81562"/>
                <a:gd name="connsiteX65" fmla="*/ 297917 w 544167"/>
                <a:gd name="connsiteY65" fmla="*/ 7188 h 81562"/>
                <a:gd name="connsiteX66" fmla="*/ 89583 w 544167"/>
                <a:gd name="connsiteY66" fmla="*/ 7188 h 81562"/>
                <a:gd name="connsiteX67" fmla="*/ 80781 w 544167"/>
                <a:gd name="connsiteY67" fmla="*/ 10833 h 81562"/>
                <a:gd name="connsiteX68" fmla="*/ 76042 w 544167"/>
                <a:gd name="connsiteY68" fmla="*/ 19583 h 81562"/>
                <a:gd name="connsiteX69" fmla="*/ 74011 w 544167"/>
                <a:gd name="connsiteY69" fmla="*/ 30573 h 81562"/>
                <a:gd name="connsiteX70" fmla="*/ 73646 w 544167"/>
                <a:gd name="connsiteY70" fmla="*/ 40729 h 81562"/>
                <a:gd name="connsiteX71" fmla="*/ 74011 w 544167"/>
                <a:gd name="connsiteY71" fmla="*/ 50782 h 81562"/>
                <a:gd name="connsiteX72" fmla="*/ 76042 w 544167"/>
                <a:gd name="connsiteY72" fmla="*/ 61667 h 81562"/>
                <a:gd name="connsiteX73" fmla="*/ 80781 w 544167"/>
                <a:gd name="connsiteY73" fmla="*/ 70313 h 81562"/>
                <a:gd name="connsiteX74" fmla="*/ 89583 w 544167"/>
                <a:gd name="connsiteY74" fmla="*/ 73854 h 81562"/>
                <a:gd name="connsiteX75" fmla="*/ 98542 w 544167"/>
                <a:gd name="connsiteY75" fmla="*/ 70313 h 81562"/>
                <a:gd name="connsiteX76" fmla="*/ 103542 w 544167"/>
                <a:gd name="connsiteY76" fmla="*/ 61667 h 81562"/>
                <a:gd name="connsiteX77" fmla="*/ 105833 w 544167"/>
                <a:gd name="connsiteY77" fmla="*/ 50782 h 81562"/>
                <a:gd name="connsiteX78" fmla="*/ 106354 w 544167"/>
                <a:gd name="connsiteY78" fmla="*/ 40729 h 81562"/>
                <a:gd name="connsiteX79" fmla="*/ 105833 w 544167"/>
                <a:gd name="connsiteY79" fmla="*/ 30573 h 81562"/>
                <a:gd name="connsiteX80" fmla="*/ 103542 w 544167"/>
                <a:gd name="connsiteY80" fmla="*/ 19583 h 81562"/>
                <a:gd name="connsiteX81" fmla="*/ 98542 w 544167"/>
                <a:gd name="connsiteY81" fmla="*/ 10833 h 81562"/>
                <a:gd name="connsiteX82" fmla="*/ 89583 w 544167"/>
                <a:gd name="connsiteY82" fmla="*/ 7188 h 81562"/>
                <a:gd name="connsiteX83" fmla="*/ 453125 w 544167"/>
                <a:gd name="connsiteY83" fmla="*/ 3125 h 81562"/>
                <a:gd name="connsiteX84" fmla="*/ 459063 w 544167"/>
                <a:gd name="connsiteY84" fmla="*/ 3125 h 81562"/>
                <a:gd name="connsiteX85" fmla="*/ 460625 w 544167"/>
                <a:gd name="connsiteY85" fmla="*/ 3542 h 81562"/>
                <a:gd name="connsiteX86" fmla="*/ 461042 w 544167"/>
                <a:gd name="connsiteY86" fmla="*/ 5104 h 81562"/>
                <a:gd name="connsiteX87" fmla="*/ 461042 w 544167"/>
                <a:gd name="connsiteY87" fmla="*/ 79167 h 81562"/>
                <a:gd name="connsiteX88" fmla="*/ 452813 w 544167"/>
                <a:gd name="connsiteY88" fmla="*/ 79167 h 81562"/>
                <a:gd name="connsiteX89" fmla="*/ 452813 w 544167"/>
                <a:gd name="connsiteY89" fmla="*/ 12083 h 81562"/>
                <a:gd name="connsiteX90" fmla="*/ 445782 w 544167"/>
                <a:gd name="connsiteY90" fmla="*/ 17865 h 81562"/>
                <a:gd name="connsiteX91" fmla="*/ 436563 w 544167"/>
                <a:gd name="connsiteY91" fmla="*/ 23125 h 81562"/>
                <a:gd name="connsiteX92" fmla="*/ 436563 w 544167"/>
                <a:gd name="connsiteY92" fmla="*/ 15208 h 81562"/>
                <a:gd name="connsiteX93" fmla="*/ 445209 w 544167"/>
                <a:gd name="connsiteY93" fmla="*/ 10104 h 81562"/>
                <a:gd name="connsiteX94" fmla="*/ 453125 w 544167"/>
                <a:gd name="connsiteY94" fmla="*/ 3125 h 81562"/>
                <a:gd name="connsiteX95" fmla="*/ 212813 w 544167"/>
                <a:gd name="connsiteY95" fmla="*/ 1979 h 81562"/>
                <a:gd name="connsiteX96" fmla="*/ 219896 w 544167"/>
                <a:gd name="connsiteY96" fmla="*/ 1979 h 81562"/>
                <a:gd name="connsiteX97" fmla="*/ 221459 w 544167"/>
                <a:gd name="connsiteY97" fmla="*/ 2396 h 81562"/>
                <a:gd name="connsiteX98" fmla="*/ 221875 w 544167"/>
                <a:gd name="connsiteY98" fmla="*/ 3959 h 81562"/>
                <a:gd name="connsiteX99" fmla="*/ 221875 w 544167"/>
                <a:gd name="connsiteY99" fmla="*/ 55313 h 81562"/>
                <a:gd name="connsiteX100" fmla="*/ 233229 w 544167"/>
                <a:gd name="connsiteY100" fmla="*/ 55313 h 81562"/>
                <a:gd name="connsiteX101" fmla="*/ 233229 w 544167"/>
                <a:gd name="connsiteY101" fmla="*/ 62500 h 81562"/>
                <a:gd name="connsiteX102" fmla="*/ 221875 w 544167"/>
                <a:gd name="connsiteY102" fmla="*/ 62500 h 81562"/>
                <a:gd name="connsiteX103" fmla="*/ 221875 w 544167"/>
                <a:gd name="connsiteY103" fmla="*/ 79167 h 81562"/>
                <a:gd name="connsiteX104" fmla="*/ 213750 w 544167"/>
                <a:gd name="connsiteY104" fmla="*/ 79167 h 81562"/>
                <a:gd name="connsiteX105" fmla="*/ 213750 w 544167"/>
                <a:gd name="connsiteY105" fmla="*/ 62500 h 81562"/>
                <a:gd name="connsiteX106" fmla="*/ 181354 w 544167"/>
                <a:gd name="connsiteY106" fmla="*/ 62500 h 81562"/>
                <a:gd name="connsiteX107" fmla="*/ 179792 w 544167"/>
                <a:gd name="connsiteY107" fmla="*/ 62083 h 81562"/>
                <a:gd name="connsiteX108" fmla="*/ 179375 w 544167"/>
                <a:gd name="connsiteY108" fmla="*/ 60521 h 81562"/>
                <a:gd name="connsiteX109" fmla="*/ 179375 w 544167"/>
                <a:gd name="connsiteY109" fmla="*/ 56146 h 81562"/>
                <a:gd name="connsiteX110" fmla="*/ 179636 w 544167"/>
                <a:gd name="connsiteY110" fmla="*/ 54636 h 81562"/>
                <a:gd name="connsiteX111" fmla="*/ 180313 w 544167"/>
                <a:gd name="connsiteY111" fmla="*/ 53229 h 81562"/>
                <a:gd name="connsiteX112" fmla="*/ 210729 w 544167"/>
                <a:gd name="connsiteY112" fmla="*/ 3333 h 81562"/>
                <a:gd name="connsiteX113" fmla="*/ 211563 w 544167"/>
                <a:gd name="connsiteY113" fmla="*/ 2344 h 81562"/>
                <a:gd name="connsiteX114" fmla="*/ 212813 w 544167"/>
                <a:gd name="connsiteY114" fmla="*/ 1979 h 81562"/>
                <a:gd name="connsiteX115" fmla="*/ 518542 w 544167"/>
                <a:gd name="connsiteY115" fmla="*/ 1354 h 81562"/>
                <a:gd name="connsiteX116" fmla="*/ 528125 w 544167"/>
                <a:gd name="connsiteY116" fmla="*/ 2917 h 81562"/>
                <a:gd name="connsiteX117" fmla="*/ 536354 w 544167"/>
                <a:gd name="connsiteY117" fmla="*/ 8646 h 81562"/>
                <a:gd name="connsiteX118" fmla="*/ 542032 w 544167"/>
                <a:gd name="connsiteY118" fmla="*/ 20156 h 81562"/>
                <a:gd name="connsiteX119" fmla="*/ 544167 w 544167"/>
                <a:gd name="connsiteY119" fmla="*/ 38958 h 81562"/>
                <a:gd name="connsiteX120" fmla="*/ 537188 w 544167"/>
                <a:gd name="connsiteY120" fmla="*/ 70365 h 81562"/>
                <a:gd name="connsiteX121" fmla="*/ 518229 w 544167"/>
                <a:gd name="connsiteY121" fmla="*/ 80833 h 81562"/>
                <a:gd name="connsiteX122" fmla="*/ 502761 w 544167"/>
                <a:gd name="connsiteY122" fmla="*/ 75521 h 81562"/>
                <a:gd name="connsiteX123" fmla="*/ 495938 w 544167"/>
                <a:gd name="connsiteY123" fmla="*/ 61042 h 81562"/>
                <a:gd name="connsiteX124" fmla="*/ 504167 w 544167"/>
                <a:gd name="connsiteY124" fmla="*/ 61042 h 81562"/>
                <a:gd name="connsiteX125" fmla="*/ 508698 w 544167"/>
                <a:gd name="connsiteY125" fmla="*/ 70417 h 81562"/>
                <a:gd name="connsiteX126" fmla="*/ 518646 w 544167"/>
                <a:gd name="connsiteY126" fmla="*/ 73854 h 81562"/>
                <a:gd name="connsiteX127" fmla="*/ 527657 w 544167"/>
                <a:gd name="connsiteY127" fmla="*/ 70729 h 81562"/>
                <a:gd name="connsiteX128" fmla="*/ 533334 w 544167"/>
                <a:gd name="connsiteY128" fmla="*/ 62604 h 81562"/>
                <a:gd name="connsiteX129" fmla="*/ 536198 w 544167"/>
                <a:gd name="connsiteY129" fmla="*/ 51563 h 81562"/>
                <a:gd name="connsiteX130" fmla="*/ 536980 w 544167"/>
                <a:gd name="connsiteY130" fmla="*/ 39375 h 81562"/>
                <a:gd name="connsiteX131" fmla="*/ 529375 w 544167"/>
                <a:gd name="connsiteY131" fmla="*/ 49375 h 81562"/>
                <a:gd name="connsiteX132" fmla="*/ 517292 w 544167"/>
                <a:gd name="connsiteY132" fmla="*/ 52604 h 81562"/>
                <a:gd name="connsiteX133" fmla="*/ 500782 w 544167"/>
                <a:gd name="connsiteY133" fmla="*/ 45625 h 81562"/>
                <a:gd name="connsiteX134" fmla="*/ 494584 w 544167"/>
                <a:gd name="connsiteY134" fmla="*/ 27084 h 81562"/>
                <a:gd name="connsiteX135" fmla="*/ 496198 w 544167"/>
                <a:gd name="connsiteY135" fmla="*/ 17083 h 81562"/>
                <a:gd name="connsiteX136" fmla="*/ 500938 w 544167"/>
                <a:gd name="connsiteY136" fmla="*/ 8854 h 81562"/>
                <a:gd name="connsiteX137" fmla="*/ 508490 w 544167"/>
                <a:gd name="connsiteY137" fmla="*/ 3386 h 81562"/>
                <a:gd name="connsiteX138" fmla="*/ 518542 w 544167"/>
                <a:gd name="connsiteY138" fmla="*/ 1354 h 81562"/>
                <a:gd name="connsiteX139" fmla="*/ 363021 w 544167"/>
                <a:gd name="connsiteY139" fmla="*/ 1354 h 81562"/>
                <a:gd name="connsiteX140" fmla="*/ 380365 w 544167"/>
                <a:gd name="connsiteY140" fmla="*/ 6771 h 81562"/>
                <a:gd name="connsiteX141" fmla="*/ 387084 w 544167"/>
                <a:gd name="connsiteY141" fmla="*/ 21979 h 81562"/>
                <a:gd name="connsiteX142" fmla="*/ 386094 w 544167"/>
                <a:gd name="connsiteY142" fmla="*/ 27605 h 81562"/>
                <a:gd name="connsiteX143" fmla="*/ 383334 w 544167"/>
                <a:gd name="connsiteY143" fmla="*/ 32917 h 81562"/>
                <a:gd name="connsiteX144" fmla="*/ 378959 w 544167"/>
                <a:gd name="connsiteY144" fmla="*/ 37344 h 81562"/>
                <a:gd name="connsiteX145" fmla="*/ 373438 w 544167"/>
                <a:gd name="connsiteY145" fmla="*/ 40104 h 81562"/>
                <a:gd name="connsiteX146" fmla="*/ 384167 w 544167"/>
                <a:gd name="connsiteY146" fmla="*/ 46927 h 81562"/>
                <a:gd name="connsiteX147" fmla="*/ 388021 w 544167"/>
                <a:gd name="connsiteY147" fmla="*/ 58542 h 81562"/>
                <a:gd name="connsiteX148" fmla="*/ 380990 w 544167"/>
                <a:gd name="connsiteY148" fmla="*/ 75052 h 81562"/>
                <a:gd name="connsiteX149" fmla="*/ 362917 w 544167"/>
                <a:gd name="connsiteY149" fmla="*/ 80833 h 81562"/>
                <a:gd name="connsiteX150" fmla="*/ 344844 w 544167"/>
                <a:gd name="connsiteY150" fmla="*/ 75052 h 81562"/>
                <a:gd name="connsiteX151" fmla="*/ 338021 w 544167"/>
                <a:gd name="connsiteY151" fmla="*/ 58542 h 81562"/>
                <a:gd name="connsiteX152" fmla="*/ 341771 w 544167"/>
                <a:gd name="connsiteY152" fmla="*/ 47448 h 81562"/>
                <a:gd name="connsiteX153" fmla="*/ 352709 w 544167"/>
                <a:gd name="connsiteY153" fmla="*/ 39688 h 81562"/>
                <a:gd name="connsiteX154" fmla="*/ 342552 w 544167"/>
                <a:gd name="connsiteY154" fmla="*/ 33333 h 81562"/>
                <a:gd name="connsiteX155" fmla="*/ 338959 w 544167"/>
                <a:gd name="connsiteY155" fmla="*/ 21979 h 81562"/>
                <a:gd name="connsiteX156" fmla="*/ 345625 w 544167"/>
                <a:gd name="connsiteY156" fmla="*/ 6771 h 81562"/>
                <a:gd name="connsiteX157" fmla="*/ 363021 w 544167"/>
                <a:gd name="connsiteY157" fmla="*/ 1354 h 81562"/>
                <a:gd name="connsiteX158" fmla="*/ 140208 w 544167"/>
                <a:gd name="connsiteY158" fmla="*/ 1354 h 81562"/>
                <a:gd name="connsiteX159" fmla="*/ 156250 w 544167"/>
                <a:gd name="connsiteY159" fmla="*/ 6458 h 81562"/>
                <a:gd name="connsiteX160" fmla="*/ 162708 w 544167"/>
                <a:gd name="connsiteY160" fmla="*/ 21458 h 81562"/>
                <a:gd name="connsiteX161" fmla="*/ 158594 w 544167"/>
                <a:gd name="connsiteY161" fmla="*/ 35313 h 81562"/>
                <a:gd name="connsiteX162" fmla="*/ 148750 w 544167"/>
                <a:gd name="connsiteY162" fmla="*/ 49271 h 81562"/>
                <a:gd name="connsiteX163" fmla="*/ 136875 w 544167"/>
                <a:gd name="connsiteY163" fmla="*/ 61979 h 81562"/>
                <a:gd name="connsiteX164" fmla="*/ 126667 w 544167"/>
                <a:gd name="connsiteY164" fmla="*/ 71979 h 81562"/>
                <a:gd name="connsiteX165" fmla="*/ 164375 w 544167"/>
                <a:gd name="connsiteY165" fmla="*/ 71979 h 81562"/>
                <a:gd name="connsiteX166" fmla="*/ 164375 w 544167"/>
                <a:gd name="connsiteY166" fmla="*/ 79167 h 81562"/>
                <a:gd name="connsiteX167" fmla="*/ 118646 w 544167"/>
                <a:gd name="connsiteY167" fmla="*/ 79167 h 81562"/>
                <a:gd name="connsiteX168" fmla="*/ 117448 w 544167"/>
                <a:gd name="connsiteY168" fmla="*/ 78854 h 81562"/>
                <a:gd name="connsiteX169" fmla="*/ 117188 w 544167"/>
                <a:gd name="connsiteY169" fmla="*/ 77604 h 81562"/>
                <a:gd name="connsiteX170" fmla="*/ 117188 w 544167"/>
                <a:gd name="connsiteY170" fmla="*/ 71354 h 81562"/>
                <a:gd name="connsiteX171" fmla="*/ 121510 w 544167"/>
                <a:gd name="connsiteY171" fmla="*/ 67188 h 81562"/>
                <a:gd name="connsiteX172" fmla="*/ 127084 w 544167"/>
                <a:gd name="connsiteY172" fmla="*/ 61667 h 81562"/>
                <a:gd name="connsiteX173" fmla="*/ 133125 w 544167"/>
                <a:gd name="connsiteY173" fmla="*/ 55209 h 81562"/>
                <a:gd name="connsiteX174" fmla="*/ 139271 w 544167"/>
                <a:gd name="connsiteY174" fmla="*/ 48125 h 81562"/>
                <a:gd name="connsiteX175" fmla="*/ 145000 w 544167"/>
                <a:gd name="connsiteY175" fmla="*/ 40990 h 81562"/>
                <a:gd name="connsiteX176" fmla="*/ 149688 w 544167"/>
                <a:gd name="connsiteY176" fmla="*/ 34062 h 81562"/>
                <a:gd name="connsiteX177" fmla="*/ 152969 w 544167"/>
                <a:gd name="connsiteY177" fmla="*/ 27605 h 81562"/>
                <a:gd name="connsiteX178" fmla="*/ 154167 w 544167"/>
                <a:gd name="connsiteY178" fmla="*/ 22084 h 81562"/>
                <a:gd name="connsiteX179" fmla="*/ 150209 w 544167"/>
                <a:gd name="connsiteY179" fmla="*/ 11927 h 81562"/>
                <a:gd name="connsiteX180" fmla="*/ 140000 w 544167"/>
                <a:gd name="connsiteY180" fmla="*/ 8542 h 81562"/>
                <a:gd name="connsiteX181" fmla="*/ 130156 w 544167"/>
                <a:gd name="connsiteY181" fmla="*/ 12709 h 81562"/>
                <a:gd name="connsiteX182" fmla="*/ 126354 w 544167"/>
                <a:gd name="connsiteY182" fmla="*/ 23542 h 81562"/>
                <a:gd name="connsiteX183" fmla="*/ 117813 w 544167"/>
                <a:gd name="connsiteY183" fmla="*/ 23542 h 81562"/>
                <a:gd name="connsiteX184" fmla="*/ 119479 w 544167"/>
                <a:gd name="connsiteY184" fmla="*/ 14427 h 81562"/>
                <a:gd name="connsiteX185" fmla="*/ 124167 w 544167"/>
                <a:gd name="connsiteY185" fmla="*/ 7396 h 81562"/>
                <a:gd name="connsiteX186" fmla="*/ 131302 w 544167"/>
                <a:gd name="connsiteY186" fmla="*/ 2917 h 81562"/>
                <a:gd name="connsiteX187" fmla="*/ 140208 w 544167"/>
                <a:gd name="connsiteY187" fmla="*/ 1354 h 81562"/>
                <a:gd name="connsiteX188" fmla="*/ 23021 w 544167"/>
                <a:gd name="connsiteY188" fmla="*/ 1354 h 81562"/>
                <a:gd name="connsiteX189" fmla="*/ 39063 w 544167"/>
                <a:gd name="connsiteY189" fmla="*/ 6458 h 81562"/>
                <a:gd name="connsiteX190" fmla="*/ 45521 w 544167"/>
                <a:gd name="connsiteY190" fmla="*/ 21458 h 81562"/>
                <a:gd name="connsiteX191" fmla="*/ 41406 w 544167"/>
                <a:gd name="connsiteY191" fmla="*/ 35313 h 81562"/>
                <a:gd name="connsiteX192" fmla="*/ 31563 w 544167"/>
                <a:gd name="connsiteY192" fmla="*/ 49271 h 81562"/>
                <a:gd name="connsiteX193" fmla="*/ 19688 w 544167"/>
                <a:gd name="connsiteY193" fmla="*/ 61979 h 81562"/>
                <a:gd name="connsiteX194" fmla="*/ 9479 w 544167"/>
                <a:gd name="connsiteY194" fmla="*/ 71979 h 81562"/>
                <a:gd name="connsiteX195" fmla="*/ 47188 w 544167"/>
                <a:gd name="connsiteY195" fmla="*/ 71979 h 81562"/>
                <a:gd name="connsiteX196" fmla="*/ 47188 w 544167"/>
                <a:gd name="connsiteY196" fmla="*/ 79167 h 81562"/>
                <a:gd name="connsiteX197" fmla="*/ 1458 w 544167"/>
                <a:gd name="connsiteY197" fmla="*/ 79167 h 81562"/>
                <a:gd name="connsiteX198" fmla="*/ 260 w 544167"/>
                <a:gd name="connsiteY198" fmla="*/ 78854 h 81562"/>
                <a:gd name="connsiteX199" fmla="*/ 0 w 544167"/>
                <a:gd name="connsiteY199" fmla="*/ 77604 h 81562"/>
                <a:gd name="connsiteX200" fmla="*/ 0 w 544167"/>
                <a:gd name="connsiteY200" fmla="*/ 71354 h 81562"/>
                <a:gd name="connsiteX201" fmla="*/ 4323 w 544167"/>
                <a:gd name="connsiteY201" fmla="*/ 67188 h 81562"/>
                <a:gd name="connsiteX202" fmla="*/ 9896 w 544167"/>
                <a:gd name="connsiteY202" fmla="*/ 61667 h 81562"/>
                <a:gd name="connsiteX203" fmla="*/ 15937 w 544167"/>
                <a:gd name="connsiteY203" fmla="*/ 55209 h 81562"/>
                <a:gd name="connsiteX204" fmla="*/ 22083 w 544167"/>
                <a:gd name="connsiteY204" fmla="*/ 48125 h 81562"/>
                <a:gd name="connsiteX205" fmla="*/ 27813 w 544167"/>
                <a:gd name="connsiteY205" fmla="*/ 40990 h 81562"/>
                <a:gd name="connsiteX206" fmla="*/ 32500 w 544167"/>
                <a:gd name="connsiteY206" fmla="*/ 34062 h 81562"/>
                <a:gd name="connsiteX207" fmla="*/ 35781 w 544167"/>
                <a:gd name="connsiteY207" fmla="*/ 27605 h 81562"/>
                <a:gd name="connsiteX208" fmla="*/ 36979 w 544167"/>
                <a:gd name="connsiteY208" fmla="*/ 22084 h 81562"/>
                <a:gd name="connsiteX209" fmla="*/ 33021 w 544167"/>
                <a:gd name="connsiteY209" fmla="*/ 11927 h 81562"/>
                <a:gd name="connsiteX210" fmla="*/ 22813 w 544167"/>
                <a:gd name="connsiteY210" fmla="*/ 8542 h 81562"/>
                <a:gd name="connsiteX211" fmla="*/ 12969 w 544167"/>
                <a:gd name="connsiteY211" fmla="*/ 12709 h 81562"/>
                <a:gd name="connsiteX212" fmla="*/ 9167 w 544167"/>
                <a:gd name="connsiteY212" fmla="*/ 23542 h 81562"/>
                <a:gd name="connsiteX213" fmla="*/ 625 w 544167"/>
                <a:gd name="connsiteY213" fmla="*/ 23542 h 81562"/>
                <a:gd name="connsiteX214" fmla="*/ 2292 w 544167"/>
                <a:gd name="connsiteY214" fmla="*/ 14427 h 81562"/>
                <a:gd name="connsiteX215" fmla="*/ 6979 w 544167"/>
                <a:gd name="connsiteY215" fmla="*/ 7396 h 81562"/>
                <a:gd name="connsiteX216" fmla="*/ 14115 w 544167"/>
                <a:gd name="connsiteY216" fmla="*/ 2917 h 81562"/>
                <a:gd name="connsiteX217" fmla="*/ 23021 w 544167"/>
                <a:gd name="connsiteY217" fmla="*/ 1354 h 81562"/>
                <a:gd name="connsiteX218" fmla="*/ 297917 w 544167"/>
                <a:gd name="connsiteY218" fmla="*/ 0 h 81562"/>
                <a:gd name="connsiteX219" fmla="*/ 310677 w 544167"/>
                <a:gd name="connsiteY219" fmla="*/ 3646 h 81562"/>
                <a:gd name="connsiteX220" fmla="*/ 318438 w 544167"/>
                <a:gd name="connsiteY220" fmla="*/ 13021 h 81562"/>
                <a:gd name="connsiteX221" fmla="*/ 322292 w 544167"/>
                <a:gd name="connsiteY221" fmla="*/ 26146 h 81562"/>
                <a:gd name="connsiteX222" fmla="*/ 323334 w 544167"/>
                <a:gd name="connsiteY222" fmla="*/ 40729 h 81562"/>
                <a:gd name="connsiteX223" fmla="*/ 322292 w 544167"/>
                <a:gd name="connsiteY223" fmla="*/ 55313 h 81562"/>
                <a:gd name="connsiteX224" fmla="*/ 318438 w 544167"/>
                <a:gd name="connsiteY224" fmla="*/ 68334 h 81562"/>
                <a:gd name="connsiteX225" fmla="*/ 310677 w 544167"/>
                <a:gd name="connsiteY225" fmla="*/ 77604 h 81562"/>
                <a:gd name="connsiteX226" fmla="*/ 297917 w 544167"/>
                <a:gd name="connsiteY226" fmla="*/ 81146 h 81562"/>
                <a:gd name="connsiteX227" fmla="*/ 285365 w 544167"/>
                <a:gd name="connsiteY227" fmla="*/ 77604 h 81562"/>
                <a:gd name="connsiteX228" fmla="*/ 277917 w 544167"/>
                <a:gd name="connsiteY228" fmla="*/ 68334 h 81562"/>
                <a:gd name="connsiteX229" fmla="*/ 274271 w 544167"/>
                <a:gd name="connsiteY229" fmla="*/ 55313 h 81562"/>
                <a:gd name="connsiteX230" fmla="*/ 273334 w 544167"/>
                <a:gd name="connsiteY230" fmla="*/ 40729 h 81562"/>
                <a:gd name="connsiteX231" fmla="*/ 274271 w 544167"/>
                <a:gd name="connsiteY231" fmla="*/ 26146 h 81562"/>
                <a:gd name="connsiteX232" fmla="*/ 277917 w 544167"/>
                <a:gd name="connsiteY232" fmla="*/ 13021 h 81562"/>
                <a:gd name="connsiteX233" fmla="*/ 285365 w 544167"/>
                <a:gd name="connsiteY233" fmla="*/ 3646 h 81562"/>
                <a:gd name="connsiteX234" fmla="*/ 297917 w 544167"/>
                <a:gd name="connsiteY234" fmla="*/ 0 h 81562"/>
                <a:gd name="connsiteX235" fmla="*/ 89583 w 544167"/>
                <a:gd name="connsiteY235" fmla="*/ 0 h 81562"/>
                <a:gd name="connsiteX236" fmla="*/ 102344 w 544167"/>
                <a:gd name="connsiteY236" fmla="*/ 3646 h 81562"/>
                <a:gd name="connsiteX237" fmla="*/ 110104 w 544167"/>
                <a:gd name="connsiteY237" fmla="*/ 13021 h 81562"/>
                <a:gd name="connsiteX238" fmla="*/ 113959 w 544167"/>
                <a:gd name="connsiteY238" fmla="*/ 26146 h 81562"/>
                <a:gd name="connsiteX239" fmla="*/ 115000 w 544167"/>
                <a:gd name="connsiteY239" fmla="*/ 40729 h 81562"/>
                <a:gd name="connsiteX240" fmla="*/ 113959 w 544167"/>
                <a:gd name="connsiteY240" fmla="*/ 55313 h 81562"/>
                <a:gd name="connsiteX241" fmla="*/ 110104 w 544167"/>
                <a:gd name="connsiteY241" fmla="*/ 68334 h 81562"/>
                <a:gd name="connsiteX242" fmla="*/ 102344 w 544167"/>
                <a:gd name="connsiteY242" fmla="*/ 77604 h 81562"/>
                <a:gd name="connsiteX243" fmla="*/ 89583 w 544167"/>
                <a:gd name="connsiteY243" fmla="*/ 81146 h 81562"/>
                <a:gd name="connsiteX244" fmla="*/ 77031 w 544167"/>
                <a:gd name="connsiteY244" fmla="*/ 77604 h 81562"/>
                <a:gd name="connsiteX245" fmla="*/ 69583 w 544167"/>
                <a:gd name="connsiteY245" fmla="*/ 68334 h 81562"/>
                <a:gd name="connsiteX246" fmla="*/ 65938 w 544167"/>
                <a:gd name="connsiteY246" fmla="*/ 55313 h 81562"/>
                <a:gd name="connsiteX247" fmla="*/ 65000 w 544167"/>
                <a:gd name="connsiteY247" fmla="*/ 40729 h 81562"/>
                <a:gd name="connsiteX248" fmla="*/ 65938 w 544167"/>
                <a:gd name="connsiteY248" fmla="*/ 26146 h 81562"/>
                <a:gd name="connsiteX249" fmla="*/ 69583 w 544167"/>
                <a:gd name="connsiteY249" fmla="*/ 13021 h 81562"/>
                <a:gd name="connsiteX250" fmla="*/ 77031 w 544167"/>
                <a:gd name="connsiteY250" fmla="*/ 3646 h 81562"/>
                <a:gd name="connsiteX251" fmla="*/ 89583 w 544167"/>
                <a:gd name="connsiteY25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</a:cxnLst>
              <a:rect l="l" t="t" r="r" b="b"/>
              <a:pathLst>
                <a:path w="5441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021" y="43437"/>
                  </a:moveTo>
                  <a:cubicBezTo>
                    <a:pt x="360938" y="43437"/>
                    <a:pt x="358893" y="43776"/>
                    <a:pt x="356875" y="44427"/>
                  </a:cubicBezTo>
                  <a:cubicBezTo>
                    <a:pt x="354870" y="45091"/>
                    <a:pt x="353099" y="46042"/>
                    <a:pt x="351563" y="47292"/>
                  </a:cubicBezTo>
                  <a:cubicBezTo>
                    <a:pt x="349974" y="48542"/>
                    <a:pt x="348698" y="50130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39" y="66914"/>
                    <a:pt x="350781" y="69688"/>
                  </a:cubicBezTo>
                  <a:cubicBezTo>
                    <a:pt x="353737" y="72474"/>
                    <a:pt x="357813" y="73854"/>
                    <a:pt x="363021" y="73854"/>
                  </a:cubicBezTo>
                  <a:cubicBezTo>
                    <a:pt x="368099" y="73854"/>
                    <a:pt x="372136" y="72474"/>
                    <a:pt x="375157" y="69688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66" y="50130"/>
                    <a:pt x="375977" y="48542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58" y="43776"/>
                    <a:pt x="365039" y="43437"/>
                    <a:pt x="363021" y="43437"/>
                  </a:cubicBez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519063" y="8334"/>
                  </a:moveTo>
                  <a:cubicBezTo>
                    <a:pt x="513855" y="8334"/>
                    <a:pt x="509844" y="10182"/>
                    <a:pt x="507032" y="13855"/>
                  </a:cubicBezTo>
                  <a:cubicBezTo>
                    <a:pt x="504219" y="17539"/>
                    <a:pt x="502813" y="22018"/>
                    <a:pt x="502813" y="27292"/>
                  </a:cubicBezTo>
                  <a:cubicBezTo>
                    <a:pt x="502813" y="29870"/>
                    <a:pt x="503151" y="32292"/>
                    <a:pt x="503802" y="34583"/>
                  </a:cubicBezTo>
                  <a:cubicBezTo>
                    <a:pt x="504467" y="36875"/>
                    <a:pt x="505495" y="38854"/>
                    <a:pt x="506875" y="40521"/>
                  </a:cubicBezTo>
                  <a:cubicBezTo>
                    <a:pt x="508204" y="42266"/>
                    <a:pt x="509870" y="43633"/>
                    <a:pt x="511875" y="44636"/>
                  </a:cubicBezTo>
                  <a:cubicBezTo>
                    <a:pt x="513894" y="45651"/>
                    <a:pt x="516250" y="46146"/>
                    <a:pt x="518959" y="46146"/>
                  </a:cubicBezTo>
                  <a:cubicBezTo>
                    <a:pt x="521250" y="46146"/>
                    <a:pt x="523386" y="45664"/>
                    <a:pt x="525365" y="44688"/>
                  </a:cubicBezTo>
                  <a:cubicBezTo>
                    <a:pt x="527344" y="43724"/>
                    <a:pt x="529037" y="42435"/>
                    <a:pt x="530417" y="40834"/>
                  </a:cubicBezTo>
                  <a:cubicBezTo>
                    <a:pt x="531875" y="39167"/>
                    <a:pt x="533008" y="37266"/>
                    <a:pt x="533802" y="35104"/>
                  </a:cubicBezTo>
                  <a:cubicBezTo>
                    <a:pt x="534610" y="32956"/>
                    <a:pt x="535000" y="30664"/>
                    <a:pt x="535000" y="28229"/>
                  </a:cubicBezTo>
                  <a:cubicBezTo>
                    <a:pt x="535000" y="25456"/>
                    <a:pt x="534610" y="22852"/>
                    <a:pt x="533802" y="20417"/>
                  </a:cubicBezTo>
                  <a:cubicBezTo>
                    <a:pt x="533008" y="17995"/>
                    <a:pt x="531915" y="15873"/>
                    <a:pt x="530521" y="14063"/>
                  </a:cubicBezTo>
                  <a:cubicBezTo>
                    <a:pt x="529141" y="12331"/>
                    <a:pt x="527474" y="10938"/>
                    <a:pt x="525521" y="9896"/>
                  </a:cubicBezTo>
                  <a:cubicBezTo>
                    <a:pt x="523581" y="8854"/>
                    <a:pt x="521433" y="8334"/>
                    <a:pt x="519063" y="8334"/>
                  </a:cubicBezTo>
                  <a:close/>
                  <a:moveTo>
                    <a:pt x="363021" y="8334"/>
                  </a:moveTo>
                  <a:cubicBezTo>
                    <a:pt x="358646" y="8334"/>
                    <a:pt x="354935" y="9584"/>
                    <a:pt x="351875" y="12083"/>
                  </a:cubicBezTo>
                  <a:cubicBezTo>
                    <a:pt x="348828" y="14584"/>
                    <a:pt x="347292" y="17917"/>
                    <a:pt x="347292" y="22084"/>
                  </a:cubicBezTo>
                  <a:cubicBezTo>
                    <a:pt x="347292" y="26459"/>
                    <a:pt x="348789" y="29844"/>
                    <a:pt x="351771" y="32240"/>
                  </a:cubicBezTo>
                  <a:cubicBezTo>
                    <a:pt x="354766" y="34635"/>
                    <a:pt x="358516" y="35834"/>
                    <a:pt x="363021" y="35834"/>
                  </a:cubicBezTo>
                  <a:cubicBezTo>
                    <a:pt x="367396" y="35834"/>
                    <a:pt x="371120" y="34635"/>
                    <a:pt x="374167" y="32240"/>
                  </a:cubicBezTo>
                  <a:cubicBezTo>
                    <a:pt x="377227" y="29844"/>
                    <a:pt x="378750" y="26459"/>
                    <a:pt x="378750" y="22084"/>
                  </a:cubicBezTo>
                  <a:cubicBezTo>
                    <a:pt x="378750" y="17917"/>
                    <a:pt x="377227" y="14584"/>
                    <a:pt x="374167" y="12083"/>
                  </a:cubicBezTo>
                  <a:cubicBezTo>
                    <a:pt x="371120" y="9584"/>
                    <a:pt x="367396" y="8334"/>
                    <a:pt x="363021" y="8334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412"/>
                    <a:pt x="289115" y="10833"/>
                  </a:cubicBezTo>
                  <a:cubicBezTo>
                    <a:pt x="287005" y="13268"/>
                    <a:pt x="285417" y="16185"/>
                    <a:pt x="284375" y="19583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110" y="34427"/>
                    <a:pt x="281979" y="37813"/>
                    <a:pt x="281979" y="40729"/>
                  </a:cubicBezTo>
                  <a:cubicBezTo>
                    <a:pt x="281979" y="43646"/>
                    <a:pt x="282110" y="47005"/>
                    <a:pt x="282344" y="50782"/>
                  </a:cubicBezTo>
                  <a:cubicBezTo>
                    <a:pt x="282591" y="54570"/>
                    <a:pt x="283268" y="58203"/>
                    <a:pt x="284375" y="61667"/>
                  </a:cubicBezTo>
                  <a:cubicBezTo>
                    <a:pt x="285417" y="65078"/>
                    <a:pt x="287005" y="67956"/>
                    <a:pt x="289115" y="70313"/>
                  </a:cubicBezTo>
                  <a:cubicBezTo>
                    <a:pt x="291237" y="72682"/>
                    <a:pt x="294167" y="73854"/>
                    <a:pt x="297917" y="73854"/>
                  </a:cubicBezTo>
                  <a:cubicBezTo>
                    <a:pt x="301667" y="73854"/>
                    <a:pt x="304662" y="72682"/>
                    <a:pt x="306875" y="70313"/>
                  </a:cubicBezTo>
                  <a:cubicBezTo>
                    <a:pt x="309102" y="67956"/>
                    <a:pt x="310768" y="65078"/>
                    <a:pt x="311875" y="61667"/>
                  </a:cubicBezTo>
                  <a:cubicBezTo>
                    <a:pt x="313060" y="58203"/>
                    <a:pt x="313828" y="54570"/>
                    <a:pt x="314167" y="50782"/>
                  </a:cubicBezTo>
                  <a:cubicBezTo>
                    <a:pt x="314519" y="47005"/>
                    <a:pt x="314688" y="43646"/>
                    <a:pt x="314688" y="40729"/>
                  </a:cubicBezTo>
                  <a:cubicBezTo>
                    <a:pt x="314688" y="37813"/>
                    <a:pt x="314519" y="34427"/>
                    <a:pt x="314167" y="30573"/>
                  </a:cubicBezTo>
                  <a:cubicBezTo>
                    <a:pt x="313828" y="26719"/>
                    <a:pt x="313060" y="23060"/>
                    <a:pt x="311875" y="19583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62" y="8412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412"/>
                    <a:pt x="80781" y="10833"/>
                  </a:cubicBezTo>
                  <a:cubicBezTo>
                    <a:pt x="78672" y="13268"/>
                    <a:pt x="77084" y="16185"/>
                    <a:pt x="76042" y="19583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3"/>
                    <a:pt x="73646" y="40729"/>
                  </a:cubicBezTo>
                  <a:cubicBezTo>
                    <a:pt x="73646" y="43646"/>
                    <a:pt x="73776" y="47005"/>
                    <a:pt x="74011" y="50782"/>
                  </a:cubicBezTo>
                  <a:cubicBezTo>
                    <a:pt x="74258" y="54570"/>
                    <a:pt x="74935" y="58203"/>
                    <a:pt x="76042" y="61667"/>
                  </a:cubicBezTo>
                  <a:cubicBezTo>
                    <a:pt x="77084" y="65078"/>
                    <a:pt x="78672" y="67956"/>
                    <a:pt x="80781" y="70313"/>
                  </a:cubicBezTo>
                  <a:cubicBezTo>
                    <a:pt x="82904" y="72682"/>
                    <a:pt x="85834" y="73854"/>
                    <a:pt x="89583" y="73854"/>
                  </a:cubicBezTo>
                  <a:cubicBezTo>
                    <a:pt x="93333" y="73854"/>
                    <a:pt x="96328" y="72682"/>
                    <a:pt x="98542" y="70313"/>
                  </a:cubicBezTo>
                  <a:cubicBezTo>
                    <a:pt x="100768" y="67956"/>
                    <a:pt x="102435" y="65078"/>
                    <a:pt x="103542" y="61667"/>
                  </a:cubicBezTo>
                  <a:cubicBezTo>
                    <a:pt x="104727" y="58203"/>
                    <a:pt x="105495" y="54570"/>
                    <a:pt x="105833" y="50782"/>
                  </a:cubicBezTo>
                  <a:cubicBezTo>
                    <a:pt x="106185" y="47005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3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412"/>
                    <a:pt x="93333" y="7188"/>
                    <a:pt x="89583" y="7188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68"/>
                    <a:pt x="460625" y="3542"/>
                  </a:cubicBezTo>
                  <a:cubicBezTo>
                    <a:pt x="460912" y="3828"/>
                    <a:pt x="461042" y="4349"/>
                    <a:pt x="461042" y="5104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102"/>
                    <a:pt x="448594" y="16029"/>
                    <a:pt x="445782" y="17865"/>
                  </a:cubicBezTo>
                  <a:cubicBezTo>
                    <a:pt x="442969" y="19714"/>
                    <a:pt x="439896" y="21458"/>
                    <a:pt x="436563" y="23125"/>
                  </a:cubicBezTo>
                  <a:lnTo>
                    <a:pt x="436563" y="15208"/>
                  </a:lnTo>
                  <a:cubicBezTo>
                    <a:pt x="439558" y="13893"/>
                    <a:pt x="442435" y="12188"/>
                    <a:pt x="445209" y="10104"/>
                  </a:cubicBezTo>
                  <a:cubicBezTo>
                    <a:pt x="447995" y="8021"/>
                    <a:pt x="450625" y="5703"/>
                    <a:pt x="453125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3"/>
                    <a:pt x="221459" y="2396"/>
                  </a:cubicBezTo>
                  <a:cubicBezTo>
                    <a:pt x="221745" y="2683"/>
                    <a:pt x="221875" y="3203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99" y="62500"/>
                    <a:pt x="180078" y="62370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7"/>
                    <a:pt x="179636" y="54636"/>
                  </a:cubicBezTo>
                  <a:cubicBezTo>
                    <a:pt x="179818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24" y="2591"/>
                    <a:pt x="211563" y="2344"/>
                  </a:cubicBezTo>
                  <a:cubicBezTo>
                    <a:pt x="211914" y="2110"/>
                    <a:pt x="212331" y="1979"/>
                    <a:pt x="212813" y="1979"/>
                  </a:cubicBezTo>
                  <a:close/>
                  <a:moveTo>
                    <a:pt x="518542" y="1354"/>
                  </a:moveTo>
                  <a:cubicBezTo>
                    <a:pt x="521875" y="1354"/>
                    <a:pt x="525078" y="1875"/>
                    <a:pt x="528125" y="2917"/>
                  </a:cubicBezTo>
                  <a:cubicBezTo>
                    <a:pt x="531185" y="3959"/>
                    <a:pt x="533933" y="5873"/>
                    <a:pt x="536354" y="8646"/>
                  </a:cubicBezTo>
                  <a:cubicBezTo>
                    <a:pt x="538724" y="11433"/>
                    <a:pt x="540612" y="15260"/>
                    <a:pt x="542032" y="20156"/>
                  </a:cubicBezTo>
                  <a:cubicBezTo>
                    <a:pt x="543464" y="25052"/>
                    <a:pt x="544167" y="31328"/>
                    <a:pt x="544167" y="38958"/>
                  </a:cubicBezTo>
                  <a:cubicBezTo>
                    <a:pt x="544167" y="52917"/>
                    <a:pt x="541849" y="63386"/>
                    <a:pt x="537188" y="70365"/>
                  </a:cubicBezTo>
                  <a:cubicBezTo>
                    <a:pt x="532539" y="77344"/>
                    <a:pt x="526224" y="80833"/>
                    <a:pt x="518229" y="80833"/>
                  </a:cubicBezTo>
                  <a:cubicBezTo>
                    <a:pt x="511849" y="80833"/>
                    <a:pt x="506693" y="79063"/>
                    <a:pt x="502761" y="75521"/>
                  </a:cubicBezTo>
                  <a:cubicBezTo>
                    <a:pt x="498841" y="71979"/>
                    <a:pt x="496563" y="67162"/>
                    <a:pt x="495938" y="61042"/>
                  </a:cubicBezTo>
                  <a:lnTo>
                    <a:pt x="504167" y="61042"/>
                  </a:lnTo>
                  <a:cubicBezTo>
                    <a:pt x="504310" y="65000"/>
                    <a:pt x="505821" y="68125"/>
                    <a:pt x="508698" y="70417"/>
                  </a:cubicBezTo>
                  <a:cubicBezTo>
                    <a:pt x="511589" y="72709"/>
                    <a:pt x="514896" y="73854"/>
                    <a:pt x="518646" y="73854"/>
                  </a:cubicBezTo>
                  <a:cubicBezTo>
                    <a:pt x="522266" y="73854"/>
                    <a:pt x="525261" y="72813"/>
                    <a:pt x="527657" y="70729"/>
                  </a:cubicBezTo>
                  <a:cubicBezTo>
                    <a:pt x="530052" y="68646"/>
                    <a:pt x="531953" y="65938"/>
                    <a:pt x="533334" y="62604"/>
                  </a:cubicBezTo>
                  <a:cubicBezTo>
                    <a:pt x="534727" y="59349"/>
                    <a:pt x="535677" y="55664"/>
                    <a:pt x="536198" y="51563"/>
                  </a:cubicBezTo>
                  <a:cubicBezTo>
                    <a:pt x="536719" y="47474"/>
                    <a:pt x="536980" y="43412"/>
                    <a:pt x="536980" y="39375"/>
                  </a:cubicBezTo>
                  <a:cubicBezTo>
                    <a:pt x="535391" y="43893"/>
                    <a:pt x="532852" y="47227"/>
                    <a:pt x="529375" y="49375"/>
                  </a:cubicBezTo>
                  <a:cubicBezTo>
                    <a:pt x="525912" y="51537"/>
                    <a:pt x="521875" y="52604"/>
                    <a:pt x="517292" y="52604"/>
                  </a:cubicBezTo>
                  <a:cubicBezTo>
                    <a:pt x="510417" y="52604"/>
                    <a:pt x="504922" y="50286"/>
                    <a:pt x="500782" y="45625"/>
                  </a:cubicBezTo>
                  <a:cubicBezTo>
                    <a:pt x="496654" y="40977"/>
                    <a:pt x="494584" y="34792"/>
                    <a:pt x="494584" y="27084"/>
                  </a:cubicBezTo>
                  <a:cubicBezTo>
                    <a:pt x="494584" y="23542"/>
                    <a:pt x="495130" y="20208"/>
                    <a:pt x="496198" y="17083"/>
                  </a:cubicBezTo>
                  <a:cubicBezTo>
                    <a:pt x="497279" y="13959"/>
                    <a:pt x="498855" y="11224"/>
                    <a:pt x="500938" y="8854"/>
                  </a:cubicBezTo>
                  <a:cubicBezTo>
                    <a:pt x="503021" y="6562"/>
                    <a:pt x="505547" y="4740"/>
                    <a:pt x="508490" y="3386"/>
                  </a:cubicBezTo>
                  <a:cubicBezTo>
                    <a:pt x="511446" y="2031"/>
                    <a:pt x="514792" y="1354"/>
                    <a:pt x="518542" y="1354"/>
                  </a:cubicBezTo>
                  <a:close/>
                  <a:moveTo>
                    <a:pt x="363021" y="1354"/>
                  </a:moveTo>
                  <a:cubicBezTo>
                    <a:pt x="370105" y="1354"/>
                    <a:pt x="375886" y="3164"/>
                    <a:pt x="380365" y="6771"/>
                  </a:cubicBezTo>
                  <a:cubicBezTo>
                    <a:pt x="384844" y="10391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5"/>
                  </a:cubicBezTo>
                  <a:cubicBezTo>
                    <a:pt x="385443" y="29479"/>
                    <a:pt x="384519" y="31250"/>
                    <a:pt x="383334" y="32917"/>
                  </a:cubicBezTo>
                  <a:cubicBezTo>
                    <a:pt x="382084" y="34583"/>
                    <a:pt x="380625" y="36068"/>
                    <a:pt x="378959" y="37344"/>
                  </a:cubicBezTo>
                  <a:cubicBezTo>
                    <a:pt x="377292" y="38633"/>
                    <a:pt x="375456" y="39558"/>
                    <a:pt x="373438" y="40104"/>
                  </a:cubicBezTo>
                  <a:cubicBezTo>
                    <a:pt x="378021" y="41355"/>
                    <a:pt x="381602" y="43633"/>
                    <a:pt x="384167" y="46927"/>
                  </a:cubicBezTo>
                  <a:cubicBezTo>
                    <a:pt x="386745" y="50234"/>
                    <a:pt x="388021" y="54102"/>
                    <a:pt x="388021" y="58542"/>
                  </a:cubicBezTo>
                  <a:cubicBezTo>
                    <a:pt x="387956" y="65703"/>
                    <a:pt x="385612" y="71198"/>
                    <a:pt x="380990" y="75052"/>
                  </a:cubicBezTo>
                  <a:cubicBezTo>
                    <a:pt x="376380" y="78906"/>
                    <a:pt x="370352" y="80833"/>
                    <a:pt x="362917" y="80833"/>
                  </a:cubicBezTo>
                  <a:cubicBezTo>
                    <a:pt x="355417" y="80833"/>
                    <a:pt x="349401" y="78906"/>
                    <a:pt x="344844" y="75052"/>
                  </a:cubicBezTo>
                  <a:cubicBezTo>
                    <a:pt x="340300" y="71198"/>
                    <a:pt x="338021" y="65703"/>
                    <a:pt x="338021" y="58542"/>
                  </a:cubicBezTo>
                  <a:cubicBezTo>
                    <a:pt x="338021" y="54661"/>
                    <a:pt x="339271" y="50964"/>
                    <a:pt x="341771" y="47448"/>
                  </a:cubicBezTo>
                  <a:cubicBezTo>
                    <a:pt x="344271" y="43945"/>
                    <a:pt x="347917" y="41355"/>
                    <a:pt x="352709" y="39688"/>
                  </a:cubicBezTo>
                  <a:cubicBezTo>
                    <a:pt x="348334" y="38854"/>
                    <a:pt x="344948" y="36745"/>
                    <a:pt x="342552" y="33333"/>
                  </a:cubicBezTo>
                  <a:cubicBezTo>
                    <a:pt x="340157" y="29935"/>
                    <a:pt x="338959" y="26146"/>
                    <a:pt x="338959" y="21979"/>
                  </a:cubicBezTo>
                  <a:cubicBezTo>
                    <a:pt x="338959" y="15456"/>
                    <a:pt x="341185" y="10391"/>
                    <a:pt x="345625" y="6771"/>
                  </a:cubicBezTo>
                  <a:cubicBezTo>
                    <a:pt x="350078" y="3164"/>
                    <a:pt x="355873" y="1354"/>
                    <a:pt x="363021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70"/>
                    <a:pt x="162708" y="14870"/>
                    <a:pt x="162708" y="21458"/>
                  </a:cubicBezTo>
                  <a:cubicBezTo>
                    <a:pt x="162708" y="25912"/>
                    <a:pt x="161341" y="30521"/>
                    <a:pt x="158594" y="35313"/>
                  </a:cubicBezTo>
                  <a:cubicBezTo>
                    <a:pt x="155859" y="40104"/>
                    <a:pt x="152578" y="44766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18" y="68855"/>
                    <a:pt x="121510" y="67188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61"/>
                    <a:pt x="131042" y="57500"/>
                    <a:pt x="133125" y="55209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2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76" y="25599"/>
                    <a:pt x="154167" y="23750"/>
                    <a:pt x="154167" y="22084"/>
                  </a:cubicBezTo>
                  <a:cubicBezTo>
                    <a:pt x="154167" y="17578"/>
                    <a:pt x="152852" y="14193"/>
                    <a:pt x="150209" y="11927"/>
                  </a:cubicBezTo>
                  <a:cubicBezTo>
                    <a:pt x="147578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30" y="15495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93"/>
                    <a:pt x="122162" y="9349"/>
                    <a:pt x="124167" y="7396"/>
                  </a:cubicBezTo>
                  <a:cubicBezTo>
                    <a:pt x="126185" y="5456"/>
                    <a:pt x="128568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70"/>
                    <a:pt x="45521" y="14870"/>
                    <a:pt x="45521" y="21458"/>
                  </a:cubicBezTo>
                  <a:cubicBezTo>
                    <a:pt x="45521" y="25912"/>
                    <a:pt x="44154" y="30521"/>
                    <a:pt x="41406" y="35313"/>
                  </a:cubicBezTo>
                  <a:cubicBezTo>
                    <a:pt x="38672" y="40104"/>
                    <a:pt x="35391" y="44766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30" y="68855"/>
                    <a:pt x="4323" y="67188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61"/>
                    <a:pt x="13854" y="57500"/>
                    <a:pt x="15937" y="55209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2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89" y="25599"/>
                    <a:pt x="36979" y="23750"/>
                    <a:pt x="36979" y="22084"/>
                  </a:cubicBezTo>
                  <a:cubicBezTo>
                    <a:pt x="36979" y="17578"/>
                    <a:pt x="35664" y="14193"/>
                    <a:pt x="33021" y="11927"/>
                  </a:cubicBezTo>
                  <a:cubicBezTo>
                    <a:pt x="30391" y="9675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43" y="15495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93"/>
                    <a:pt x="4974" y="9349"/>
                    <a:pt x="6979" y="7396"/>
                  </a:cubicBezTo>
                  <a:cubicBezTo>
                    <a:pt x="8998" y="5456"/>
                    <a:pt x="11380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24"/>
                    <a:pt x="310677" y="3646"/>
                  </a:cubicBezTo>
                  <a:cubicBezTo>
                    <a:pt x="313985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95" y="31016"/>
                    <a:pt x="323334" y="35872"/>
                    <a:pt x="323334" y="40729"/>
                  </a:cubicBezTo>
                  <a:cubicBezTo>
                    <a:pt x="323334" y="45664"/>
                    <a:pt x="322995" y="50521"/>
                    <a:pt x="322292" y="55313"/>
                  </a:cubicBezTo>
                  <a:cubicBezTo>
                    <a:pt x="321602" y="60104"/>
                    <a:pt x="320313" y="64453"/>
                    <a:pt x="318438" y="68334"/>
                  </a:cubicBezTo>
                  <a:cubicBezTo>
                    <a:pt x="316563" y="72162"/>
                    <a:pt x="313985" y="75248"/>
                    <a:pt x="310677" y="77604"/>
                  </a:cubicBezTo>
                  <a:cubicBezTo>
                    <a:pt x="307383" y="79974"/>
                    <a:pt x="303125" y="81146"/>
                    <a:pt x="297917" y="81146"/>
                  </a:cubicBezTo>
                  <a:cubicBezTo>
                    <a:pt x="292787" y="81146"/>
                    <a:pt x="288594" y="79974"/>
                    <a:pt x="285365" y="77604"/>
                  </a:cubicBezTo>
                  <a:cubicBezTo>
                    <a:pt x="282136" y="75248"/>
                    <a:pt x="279662" y="72162"/>
                    <a:pt x="277917" y="68334"/>
                  </a:cubicBezTo>
                  <a:cubicBezTo>
                    <a:pt x="276120" y="64453"/>
                    <a:pt x="274896" y="60104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16"/>
                    <a:pt x="274271" y="26146"/>
                  </a:cubicBezTo>
                  <a:cubicBezTo>
                    <a:pt x="274896" y="21289"/>
                    <a:pt x="276120" y="16914"/>
                    <a:pt x="277917" y="13021"/>
                  </a:cubicBezTo>
                  <a:cubicBezTo>
                    <a:pt x="279662" y="9206"/>
                    <a:pt x="282136" y="6081"/>
                    <a:pt x="285365" y="3646"/>
                  </a:cubicBezTo>
                  <a:cubicBezTo>
                    <a:pt x="288594" y="1224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24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16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3"/>
                  </a:cubicBezTo>
                  <a:cubicBezTo>
                    <a:pt x="113268" y="60104"/>
                    <a:pt x="111979" y="64453"/>
                    <a:pt x="110104" y="68334"/>
                  </a:cubicBezTo>
                  <a:cubicBezTo>
                    <a:pt x="108229" y="72162"/>
                    <a:pt x="105651" y="75248"/>
                    <a:pt x="102344" y="77604"/>
                  </a:cubicBezTo>
                  <a:cubicBezTo>
                    <a:pt x="99050" y="79974"/>
                    <a:pt x="94792" y="81146"/>
                    <a:pt x="89583" y="81146"/>
                  </a:cubicBezTo>
                  <a:cubicBezTo>
                    <a:pt x="84453" y="81146"/>
                    <a:pt x="80260" y="79974"/>
                    <a:pt x="77031" y="77604"/>
                  </a:cubicBezTo>
                  <a:cubicBezTo>
                    <a:pt x="73802" y="75248"/>
                    <a:pt x="71328" y="72162"/>
                    <a:pt x="69583" y="68334"/>
                  </a:cubicBezTo>
                  <a:cubicBezTo>
                    <a:pt x="67787" y="64453"/>
                    <a:pt x="66563" y="60104"/>
                    <a:pt x="65938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16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24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7468A4D6-8095-4A34-9552-5C473CDB3F66}"/>
                </a:ext>
              </a:extLst>
            </p:cNvPr>
            <p:cNvSpPr txBox="1"/>
            <p:nvPr/>
          </p:nvSpPr>
          <p:spPr>
            <a:xfrm>
              <a:off x="2970659" y="6000333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2024.08.19</a:t>
              </a:r>
            </a:p>
          </p:txBody>
        </p:sp>
        <p:grpSp>
          <p:nvGrpSpPr>
            <p:cNvPr id="614" name="그래픽 5">
              <a:extLst>
                <a:ext uri="{FF2B5EF4-FFF2-40B4-BE49-F238E27FC236}">
                  <a16:creationId xmlns:a16="http://schemas.microsoft.com/office/drawing/2014/main" id="{DB1CD998-01CC-4454-A7DD-920BE536A289}"/>
                </a:ext>
              </a:extLst>
            </p:cNvPr>
            <p:cNvGrpSpPr/>
            <p:nvPr/>
          </p:nvGrpSpPr>
          <p:grpSpPr>
            <a:xfrm>
              <a:off x="3972022" y="5976039"/>
              <a:ext cx="602291" cy="94505"/>
              <a:chOff x="3972022" y="5976039"/>
              <a:chExt cx="602291" cy="94505"/>
            </a:xfrm>
          </p:grpSpPr>
          <p:sp>
            <p:nvSpPr>
              <p:cNvPr id="615" name="자유형: 도형 614">
                <a:extLst>
                  <a:ext uri="{FF2B5EF4-FFF2-40B4-BE49-F238E27FC236}">
                    <a16:creationId xmlns:a16="http://schemas.microsoft.com/office/drawing/2014/main" id="{D6D66046-780A-40F4-AB34-356B0B5A9385}"/>
                  </a:ext>
                </a:extLst>
              </p:cNvPr>
              <p:cNvSpPr/>
              <p:nvPr/>
            </p:nvSpPr>
            <p:spPr>
              <a:xfrm>
                <a:off x="3972022" y="5976039"/>
                <a:ext cx="602291" cy="93125"/>
              </a:xfrm>
              <a:custGeom>
                <a:avLst/>
                <a:gdLst>
                  <a:gd name="connsiteX0" fmla="*/ 401250 w 602291"/>
                  <a:gd name="connsiteY0" fmla="*/ 69479 h 93125"/>
                  <a:gd name="connsiteX1" fmla="*/ 411979 w 602291"/>
                  <a:gd name="connsiteY1" fmla="*/ 69479 h 93125"/>
                  <a:gd name="connsiteX2" fmla="*/ 412865 w 602291"/>
                  <a:gd name="connsiteY2" fmla="*/ 69792 h 93125"/>
                  <a:gd name="connsiteX3" fmla="*/ 413125 w 602291"/>
                  <a:gd name="connsiteY3" fmla="*/ 70729 h 93125"/>
                  <a:gd name="connsiteX4" fmla="*/ 413125 w 602291"/>
                  <a:gd name="connsiteY4" fmla="*/ 77396 h 93125"/>
                  <a:gd name="connsiteX5" fmla="*/ 410000 w 602291"/>
                  <a:gd name="connsiteY5" fmla="*/ 88646 h 93125"/>
                  <a:gd name="connsiteX6" fmla="*/ 402396 w 602291"/>
                  <a:gd name="connsiteY6" fmla="*/ 93125 h 93125"/>
                  <a:gd name="connsiteX7" fmla="*/ 402396 w 602291"/>
                  <a:gd name="connsiteY7" fmla="*/ 89479 h 93125"/>
                  <a:gd name="connsiteX8" fmla="*/ 405886 w 602291"/>
                  <a:gd name="connsiteY8" fmla="*/ 85990 h 93125"/>
                  <a:gd name="connsiteX9" fmla="*/ 406667 w 602291"/>
                  <a:gd name="connsiteY9" fmla="*/ 80208 h 93125"/>
                  <a:gd name="connsiteX10" fmla="*/ 401250 w 602291"/>
                  <a:gd name="connsiteY10" fmla="*/ 80208 h 93125"/>
                  <a:gd name="connsiteX11" fmla="*/ 179896 w 602291"/>
                  <a:gd name="connsiteY11" fmla="*/ 69479 h 93125"/>
                  <a:gd name="connsiteX12" fmla="*/ 190625 w 602291"/>
                  <a:gd name="connsiteY12" fmla="*/ 69479 h 93125"/>
                  <a:gd name="connsiteX13" fmla="*/ 191510 w 602291"/>
                  <a:gd name="connsiteY13" fmla="*/ 69792 h 93125"/>
                  <a:gd name="connsiteX14" fmla="*/ 191771 w 602291"/>
                  <a:gd name="connsiteY14" fmla="*/ 70729 h 93125"/>
                  <a:gd name="connsiteX15" fmla="*/ 191771 w 602291"/>
                  <a:gd name="connsiteY15" fmla="*/ 77396 h 93125"/>
                  <a:gd name="connsiteX16" fmla="*/ 188646 w 602291"/>
                  <a:gd name="connsiteY16" fmla="*/ 88646 h 93125"/>
                  <a:gd name="connsiteX17" fmla="*/ 181042 w 602291"/>
                  <a:gd name="connsiteY17" fmla="*/ 93125 h 93125"/>
                  <a:gd name="connsiteX18" fmla="*/ 181042 w 602291"/>
                  <a:gd name="connsiteY18" fmla="*/ 89479 h 93125"/>
                  <a:gd name="connsiteX19" fmla="*/ 184531 w 602291"/>
                  <a:gd name="connsiteY19" fmla="*/ 85990 h 93125"/>
                  <a:gd name="connsiteX20" fmla="*/ 185313 w 602291"/>
                  <a:gd name="connsiteY20" fmla="*/ 80208 h 93125"/>
                  <a:gd name="connsiteX21" fmla="*/ 179896 w 602291"/>
                  <a:gd name="connsiteY21" fmla="*/ 80208 h 93125"/>
                  <a:gd name="connsiteX22" fmla="*/ 356146 w 602291"/>
                  <a:gd name="connsiteY22" fmla="*/ 42083 h 93125"/>
                  <a:gd name="connsiteX23" fmla="*/ 350000 w 602291"/>
                  <a:gd name="connsiteY23" fmla="*/ 43073 h 93125"/>
                  <a:gd name="connsiteX24" fmla="*/ 344687 w 602291"/>
                  <a:gd name="connsiteY24" fmla="*/ 45938 h 93125"/>
                  <a:gd name="connsiteX25" fmla="*/ 340886 w 602291"/>
                  <a:gd name="connsiteY25" fmla="*/ 50677 h 93125"/>
                  <a:gd name="connsiteX26" fmla="*/ 339479 w 602291"/>
                  <a:gd name="connsiteY26" fmla="*/ 57292 h 93125"/>
                  <a:gd name="connsiteX27" fmla="*/ 343906 w 602291"/>
                  <a:gd name="connsiteY27" fmla="*/ 68334 h 93125"/>
                  <a:gd name="connsiteX28" fmla="*/ 356146 w 602291"/>
                  <a:gd name="connsiteY28" fmla="*/ 72500 h 93125"/>
                  <a:gd name="connsiteX29" fmla="*/ 368281 w 602291"/>
                  <a:gd name="connsiteY29" fmla="*/ 68334 h 93125"/>
                  <a:gd name="connsiteX30" fmla="*/ 372813 w 602291"/>
                  <a:gd name="connsiteY30" fmla="*/ 57292 h 93125"/>
                  <a:gd name="connsiteX31" fmla="*/ 371354 w 602291"/>
                  <a:gd name="connsiteY31" fmla="*/ 50677 h 93125"/>
                  <a:gd name="connsiteX32" fmla="*/ 367500 w 602291"/>
                  <a:gd name="connsiteY32" fmla="*/ 45938 h 93125"/>
                  <a:gd name="connsiteX33" fmla="*/ 362187 w 602291"/>
                  <a:gd name="connsiteY33" fmla="*/ 43073 h 93125"/>
                  <a:gd name="connsiteX34" fmla="*/ 356146 w 602291"/>
                  <a:gd name="connsiteY34" fmla="*/ 42083 h 93125"/>
                  <a:gd name="connsiteX35" fmla="*/ 238958 w 602291"/>
                  <a:gd name="connsiteY35" fmla="*/ 42083 h 93125"/>
                  <a:gd name="connsiteX36" fmla="*/ 232812 w 602291"/>
                  <a:gd name="connsiteY36" fmla="*/ 43073 h 93125"/>
                  <a:gd name="connsiteX37" fmla="*/ 227500 w 602291"/>
                  <a:gd name="connsiteY37" fmla="*/ 45938 h 93125"/>
                  <a:gd name="connsiteX38" fmla="*/ 223698 w 602291"/>
                  <a:gd name="connsiteY38" fmla="*/ 50677 h 93125"/>
                  <a:gd name="connsiteX39" fmla="*/ 222292 w 602291"/>
                  <a:gd name="connsiteY39" fmla="*/ 57292 h 93125"/>
                  <a:gd name="connsiteX40" fmla="*/ 226719 w 602291"/>
                  <a:gd name="connsiteY40" fmla="*/ 68334 h 93125"/>
                  <a:gd name="connsiteX41" fmla="*/ 238958 w 602291"/>
                  <a:gd name="connsiteY41" fmla="*/ 72500 h 93125"/>
                  <a:gd name="connsiteX42" fmla="*/ 251094 w 602291"/>
                  <a:gd name="connsiteY42" fmla="*/ 68334 h 93125"/>
                  <a:gd name="connsiteX43" fmla="*/ 255625 w 602291"/>
                  <a:gd name="connsiteY43" fmla="*/ 57292 h 93125"/>
                  <a:gd name="connsiteX44" fmla="*/ 254167 w 602291"/>
                  <a:gd name="connsiteY44" fmla="*/ 50677 h 93125"/>
                  <a:gd name="connsiteX45" fmla="*/ 250313 w 602291"/>
                  <a:gd name="connsiteY45" fmla="*/ 45938 h 93125"/>
                  <a:gd name="connsiteX46" fmla="*/ 245000 w 602291"/>
                  <a:gd name="connsiteY46" fmla="*/ 43073 h 93125"/>
                  <a:gd name="connsiteX47" fmla="*/ 238958 w 602291"/>
                  <a:gd name="connsiteY47" fmla="*/ 42083 h 93125"/>
                  <a:gd name="connsiteX48" fmla="*/ 82916 w 602291"/>
                  <a:gd name="connsiteY48" fmla="*/ 34792 h 93125"/>
                  <a:gd name="connsiteX49" fmla="*/ 76406 w 602291"/>
                  <a:gd name="connsiteY49" fmla="*/ 36302 h 93125"/>
                  <a:gd name="connsiteX50" fmla="*/ 71354 w 602291"/>
                  <a:gd name="connsiteY50" fmla="*/ 40209 h 93125"/>
                  <a:gd name="connsiteX51" fmla="*/ 68021 w 602291"/>
                  <a:gd name="connsiteY51" fmla="*/ 45938 h 93125"/>
                  <a:gd name="connsiteX52" fmla="*/ 66875 w 602291"/>
                  <a:gd name="connsiteY52" fmla="*/ 52708 h 93125"/>
                  <a:gd name="connsiteX53" fmla="*/ 67969 w 602291"/>
                  <a:gd name="connsiteY53" fmla="*/ 60625 h 93125"/>
                  <a:gd name="connsiteX54" fmla="*/ 71146 w 602291"/>
                  <a:gd name="connsiteY54" fmla="*/ 66875 h 93125"/>
                  <a:gd name="connsiteX55" fmla="*/ 76146 w 602291"/>
                  <a:gd name="connsiteY55" fmla="*/ 71094 h 93125"/>
                  <a:gd name="connsiteX56" fmla="*/ 82708 w 602291"/>
                  <a:gd name="connsiteY56" fmla="*/ 72604 h 93125"/>
                  <a:gd name="connsiteX57" fmla="*/ 94792 w 602291"/>
                  <a:gd name="connsiteY57" fmla="*/ 67136 h 93125"/>
                  <a:gd name="connsiteX58" fmla="*/ 99063 w 602291"/>
                  <a:gd name="connsiteY58" fmla="*/ 53646 h 93125"/>
                  <a:gd name="connsiteX59" fmla="*/ 98021 w 602291"/>
                  <a:gd name="connsiteY59" fmla="*/ 46458 h 93125"/>
                  <a:gd name="connsiteX60" fmla="*/ 94896 w 602291"/>
                  <a:gd name="connsiteY60" fmla="*/ 40521 h 93125"/>
                  <a:gd name="connsiteX61" fmla="*/ 89896 w 602291"/>
                  <a:gd name="connsiteY61" fmla="*/ 36354 h 93125"/>
                  <a:gd name="connsiteX62" fmla="*/ 82916 w 602291"/>
                  <a:gd name="connsiteY62" fmla="*/ 34792 h 93125"/>
                  <a:gd name="connsiteX63" fmla="*/ 142187 w 602291"/>
                  <a:gd name="connsiteY63" fmla="*/ 9896 h 93125"/>
                  <a:gd name="connsiteX64" fmla="*/ 115312 w 602291"/>
                  <a:gd name="connsiteY64" fmla="*/ 53959 h 93125"/>
                  <a:gd name="connsiteX65" fmla="*/ 141979 w 602291"/>
                  <a:gd name="connsiteY65" fmla="*/ 53959 h 93125"/>
                  <a:gd name="connsiteX66" fmla="*/ 141979 w 602291"/>
                  <a:gd name="connsiteY66" fmla="*/ 19479 h 93125"/>
                  <a:gd name="connsiteX67" fmla="*/ 356146 w 602291"/>
                  <a:gd name="connsiteY67" fmla="*/ 6979 h 93125"/>
                  <a:gd name="connsiteX68" fmla="*/ 345000 w 602291"/>
                  <a:gd name="connsiteY68" fmla="*/ 10729 h 93125"/>
                  <a:gd name="connsiteX69" fmla="*/ 340417 w 602291"/>
                  <a:gd name="connsiteY69" fmla="*/ 20729 h 93125"/>
                  <a:gd name="connsiteX70" fmla="*/ 344896 w 602291"/>
                  <a:gd name="connsiteY70" fmla="*/ 30886 h 93125"/>
                  <a:gd name="connsiteX71" fmla="*/ 356146 w 602291"/>
                  <a:gd name="connsiteY71" fmla="*/ 34479 h 93125"/>
                  <a:gd name="connsiteX72" fmla="*/ 367292 w 602291"/>
                  <a:gd name="connsiteY72" fmla="*/ 30886 h 93125"/>
                  <a:gd name="connsiteX73" fmla="*/ 371875 w 602291"/>
                  <a:gd name="connsiteY73" fmla="*/ 20729 h 93125"/>
                  <a:gd name="connsiteX74" fmla="*/ 367292 w 602291"/>
                  <a:gd name="connsiteY74" fmla="*/ 10729 h 93125"/>
                  <a:gd name="connsiteX75" fmla="*/ 356146 w 602291"/>
                  <a:gd name="connsiteY75" fmla="*/ 6979 h 93125"/>
                  <a:gd name="connsiteX76" fmla="*/ 238958 w 602291"/>
                  <a:gd name="connsiteY76" fmla="*/ 6979 h 93125"/>
                  <a:gd name="connsiteX77" fmla="*/ 227813 w 602291"/>
                  <a:gd name="connsiteY77" fmla="*/ 10729 h 93125"/>
                  <a:gd name="connsiteX78" fmla="*/ 223229 w 602291"/>
                  <a:gd name="connsiteY78" fmla="*/ 20729 h 93125"/>
                  <a:gd name="connsiteX79" fmla="*/ 227708 w 602291"/>
                  <a:gd name="connsiteY79" fmla="*/ 30886 h 93125"/>
                  <a:gd name="connsiteX80" fmla="*/ 238958 w 602291"/>
                  <a:gd name="connsiteY80" fmla="*/ 34479 h 93125"/>
                  <a:gd name="connsiteX81" fmla="*/ 250104 w 602291"/>
                  <a:gd name="connsiteY81" fmla="*/ 30886 h 93125"/>
                  <a:gd name="connsiteX82" fmla="*/ 254688 w 602291"/>
                  <a:gd name="connsiteY82" fmla="*/ 20729 h 93125"/>
                  <a:gd name="connsiteX83" fmla="*/ 250104 w 602291"/>
                  <a:gd name="connsiteY83" fmla="*/ 10729 h 93125"/>
                  <a:gd name="connsiteX84" fmla="*/ 238958 w 602291"/>
                  <a:gd name="connsiteY84" fmla="*/ 6979 h 93125"/>
                  <a:gd name="connsiteX85" fmla="*/ 558646 w 602291"/>
                  <a:gd name="connsiteY85" fmla="*/ 1771 h 93125"/>
                  <a:gd name="connsiteX86" fmla="*/ 598334 w 602291"/>
                  <a:gd name="connsiteY86" fmla="*/ 1771 h 93125"/>
                  <a:gd name="connsiteX87" fmla="*/ 598334 w 602291"/>
                  <a:gd name="connsiteY87" fmla="*/ 8854 h 93125"/>
                  <a:gd name="connsiteX88" fmla="*/ 565000 w 602291"/>
                  <a:gd name="connsiteY88" fmla="*/ 8854 h 93125"/>
                  <a:gd name="connsiteX89" fmla="*/ 563542 w 602291"/>
                  <a:gd name="connsiteY89" fmla="*/ 34479 h 93125"/>
                  <a:gd name="connsiteX90" fmla="*/ 570365 w 602291"/>
                  <a:gd name="connsiteY90" fmla="*/ 29427 h 93125"/>
                  <a:gd name="connsiteX91" fmla="*/ 580417 w 602291"/>
                  <a:gd name="connsiteY91" fmla="*/ 27604 h 93125"/>
                  <a:gd name="connsiteX92" fmla="*/ 588854 w 602291"/>
                  <a:gd name="connsiteY92" fmla="*/ 29219 h 93125"/>
                  <a:gd name="connsiteX93" fmla="*/ 595833 w 602291"/>
                  <a:gd name="connsiteY93" fmla="*/ 34062 h 93125"/>
                  <a:gd name="connsiteX94" fmla="*/ 600521 w 602291"/>
                  <a:gd name="connsiteY94" fmla="*/ 42136 h 93125"/>
                  <a:gd name="connsiteX95" fmla="*/ 602292 w 602291"/>
                  <a:gd name="connsiteY95" fmla="*/ 53542 h 93125"/>
                  <a:gd name="connsiteX96" fmla="*/ 600573 w 602291"/>
                  <a:gd name="connsiteY96" fmla="*/ 64063 h 93125"/>
                  <a:gd name="connsiteX97" fmla="*/ 595729 w 602291"/>
                  <a:gd name="connsiteY97" fmla="*/ 72292 h 93125"/>
                  <a:gd name="connsiteX98" fmla="*/ 588073 w 602291"/>
                  <a:gd name="connsiteY98" fmla="*/ 77657 h 93125"/>
                  <a:gd name="connsiteX99" fmla="*/ 578229 w 602291"/>
                  <a:gd name="connsiteY99" fmla="*/ 79583 h 93125"/>
                  <a:gd name="connsiteX100" fmla="*/ 561563 w 602291"/>
                  <a:gd name="connsiteY100" fmla="*/ 74375 h 93125"/>
                  <a:gd name="connsiteX101" fmla="*/ 554271 w 602291"/>
                  <a:gd name="connsiteY101" fmla="*/ 59271 h 93125"/>
                  <a:gd name="connsiteX102" fmla="*/ 562500 w 602291"/>
                  <a:gd name="connsiteY102" fmla="*/ 59271 h 93125"/>
                  <a:gd name="connsiteX103" fmla="*/ 567813 w 602291"/>
                  <a:gd name="connsiteY103" fmla="*/ 69115 h 93125"/>
                  <a:gd name="connsiteX104" fmla="*/ 578542 w 602291"/>
                  <a:gd name="connsiteY104" fmla="*/ 72604 h 93125"/>
                  <a:gd name="connsiteX105" fmla="*/ 589532 w 602291"/>
                  <a:gd name="connsiteY105" fmla="*/ 67500 h 93125"/>
                  <a:gd name="connsiteX106" fmla="*/ 593959 w 602291"/>
                  <a:gd name="connsiteY106" fmla="*/ 53646 h 93125"/>
                  <a:gd name="connsiteX107" fmla="*/ 589584 w 602291"/>
                  <a:gd name="connsiteY107" fmla="*/ 39271 h 93125"/>
                  <a:gd name="connsiteX108" fmla="*/ 578646 w 602291"/>
                  <a:gd name="connsiteY108" fmla="*/ 34479 h 93125"/>
                  <a:gd name="connsiteX109" fmla="*/ 569479 w 602291"/>
                  <a:gd name="connsiteY109" fmla="*/ 37136 h 93125"/>
                  <a:gd name="connsiteX110" fmla="*/ 564271 w 602291"/>
                  <a:gd name="connsiteY110" fmla="*/ 44375 h 93125"/>
                  <a:gd name="connsiteX111" fmla="*/ 563958 w 602291"/>
                  <a:gd name="connsiteY111" fmla="*/ 45209 h 93125"/>
                  <a:gd name="connsiteX112" fmla="*/ 563646 w 602291"/>
                  <a:gd name="connsiteY112" fmla="*/ 45729 h 93125"/>
                  <a:gd name="connsiteX113" fmla="*/ 563073 w 602291"/>
                  <a:gd name="connsiteY113" fmla="*/ 46042 h 93125"/>
                  <a:gd name="connsiteX114" fmla="*/ 562188 w 602291"/>
                  <a:gd name="connsiteY114" fmla="*/ 46146 h 93125"/>
                  <a:gd name="connsiteX115" fmla="*/ 557188 w 602291"/>
                  <a:gd name="connsiteY115" fmla="*/ 46146 h 93125"/>
                  <a:gd name="connsiteX116" fmla="*/ 556042 w 602291"/>
                  <a:gd name="connsiteY116" fmla="*/ 45886 h 93125"/>
                  <a:gd name="connsiteX117" fmla="*/ 555833 w 602291"/>
                  <a:gd name="connsiteY117" fmla="*/ 44583 h 93125"/>
                  <a:gd name="connsiteX118" fmla="*/ 556979 w 602291"/>
                  <a:gd name="connsiteY118" fmla="*/ 3750 h 93125"/>
                  <a:gd name="connsiteX119" fmla="*/ 557344 w 602291"/>
                  <a:gd name="connsiteY119" fmla="*/ 2187 h 93125"/>
                  <a:gd name="connsiteX120" fmla="*/ 558646 w 602291"/>
                  <a:gd name="connsiteY120" fmla="*/ 1771 h 93125"/>
                  <a:gd name="connsiteX121" fmla="*/ 446250 w 602291"/>
                  <a:gd name="connsiteY121" fmla="*/ 1771 h 93125"/>
                  <a:gd name="connsiteX122" fmla="*/ 452188 w 602291"/>
                  <a:gd name="connsiteY122" fmla="*/ 1771 h 93125"/>
                  <a:gd name="connsiteX123" fmla="*/ 453750 w 602291"/>
                  <a:gd name="connsiteY123" fmla="*/ 2187 h 93125"/>
                  <a:gd name="connsiteX124" fmla="*/ 454167 w 602291"/>
                  <a:gd name="connsiteY124" fmla="*/ 3750 h 93125"/>
                  <a:gd name="connsiteX125" fmla="*/ 454167 w 602291"/>
                  <a:gd name="connsiteY125" fmla="*/ 77813 h 93125"/>
                  <a:gd name="connsiteX126" fmla="*/ 445938 w 602291"/>
                  <a:gd name="connsiteY126" fmla="*/ 77813 h 93125"/>
                  <a:gd name="connsiteX127" fmla="*/ 445938 w 602291"/>
                  <a:gd name="connsiteY127" fmla="*/ 10729 h 93125"/>
                  <a:gd name="connsiteX128" fmla="*/ 438906 w 602291"/>
                  <a:gd name="connsiteY128" fmla="*/ 16510 h 93125"/>
                  <a:gd name="connsiteX129" fmla="*/ 429688 w 602291"/>
                  <a:gd name="connsiteY129" fmla="*/ 21771 h 93125"/>
                  <a:gd name="connsiteX130" fmla="*/ 429688 w 602291"/>
                  <a:gd name="connsiteY130" fmla="*/ 13854 h 93125"/>
                  <a:gd name="connsiteX131" fmla="*/ 438334 w 602291"/>
                  <a:gd name="connsiteY131" fmla="*/ 8750 h 93125"/>
                  <a:gd name="connsiteX132" fmla="*/ 446250 w 602291"/>
                  <a:gd name="connsiteY132" fmla="*/ 1771 h 93125"/>
                  <a:gd name="connsiteX133" fmla="*/ 272188 w 602291"/>
                  <a:gd name="connsiteY133" fmla="*/ 1771 h 93125"/>
                  <a:gd name="connsiteX134" fmla="*/ 311875 w 602291"/>
                  <a:gd name="connsiteY134" fmla="*/ 1771 h 93125"/>
                  <a:gd name="connsiteX135" fmla="*/ 311875 w 602291"/>
                  <a:gd name="connsiteY135" fmla="*/ 8854 h 93125"/>
                  <a:gd name="connsiteX136" fmla="*/ 278542 w 602291"/>
                  <a:gd name="connsiteY136" fmla="*/ 8854 h 93125"/>
                  <a:gd name="connsiteX137" fmla="*/ 277083 w 602291"/>
                  <a:gd name="connsiteY137" fmla="*/ 34479 h 93125"/>
                  <a:gd name="connsiteX138" fmla="*/ 283906 w 602291"/>
                  <a:gd name="connsiteY138" fmla="*/ 29427 h 93125"/>
                  <a:gd name="connsiteX139" fmla="*/ 293958 w 602291"/>
                  <a:gd name="connsiteY139" fmla="*/ 27604 h 93125"/>
                  <a:gd name="connsiteX140" fmla="*/ 302396 w 602291"/>
                  <a:gd name="connsiteY140" fmla="*/ 29219 h 93125"/>
                  <a:gd name="connsiteX141" fmla="*/ 309375 w 602291"/>
                  <a:gd name="connsiteY141" fmla="*/ 34062 h 93125"/>
                  <a:gd name="connsiteX142" fmla="*/ 314063 w 602291"/>
                  <a:gd name="connsiteY142" fmla="*/ 42136 h 93125"/>
                  <a:gd name="connsiteX143" fmla="*/ 315833 w 602291"/>
                  <a:gd name="connsiteY143" fmla="*/ 53542 h 93125"/>
                  <a:gd name="connsiteX144" fmla="*/ 314115 w 602291"/>
                  <a:gd name="connsiteY144" fmla="*/ 64063 h 93125"/>
                  <a:gd name="connsiteX145" fmla="*/ 309271 w 602291"/>
                  <a:gd name="connsiteY145" fmla="*/ 72292 h 93125"/>
                  <a:gd name="connsiteX146" fmla="*/ 301615 w 602291"/>
                  <a:gd name="connsiteY146" fmla="*/ 77657 h 93125"/>
                  <a:gd name="connsiteX147" fmla="*/ 291771 w 602291"/>
                  <a:gd name="connsiteY147" fmla="*/ 79583 h 93125"/>
                  <a:gd name="connsiteX148" fmla="*/ 275104 w 602291"/>
                  <a:gd name="connsiteY148" fmla="*/ 74375 h 93125"/>
                  <a:gd name="connsiteX149" fmla="*/ 267813 w 602291"/>
                  <a:gd name="connsiteY149" fmla="*/ 59271 h 93125"/>
                  <a:gd name="connsiteX150" fmla="*/ 276042 w 602291"/>
                  <a:gd name="connsiteY150" fmla="*/ 59271 h 93125"/>
                  <a:gd name="connsiteX151" fmla="*/ 281354 w 602291"/>
                  <a:gd name="connsiteY151" fmla="*/ 69115 h 93125"/>
                  <a:gd name="connsiteX152" fmla="*/ 292083 w 602291"/>
                  <a:gd name="connsiteY152" fmla="*/ 72604 h 93125"/>
                  <a:gd name="connsiteX153" fmla="*/ 303073 w 602291"/>
                  <a:gd name="connsiteY153" fmla="*/ 67500 h 93125"/>
                  <a:gd name="connsiteX154" fmla="*/ 307500 w 602291"/>
                  <a:gd name="connsiteY154" fmla="*/ 53646 h 93125"/>
                  <a:gd name="connsiteX155" fmla="*/ 303125 w 602291"/>
                  <a:gd name="connsiteY155" fmla="*/ 39271 h 93125"/>
                  <a:gd name="connsiteX156" fmla="*/ 292188 w 602291"/>
                  <a:gd name="connsiteY156" fmla="*/ 34479 h 93125"/>
                  <a:gd name="connsiteX157" fmla="*/ 283021 w 602291"/>
                  <a:gd name="connsiteY157" fmla="*/ 37136 h 93125"/>
                  <a:gd name="connsiteX158" fmla="*/ 277813 w 602291"/>
                  <a:gd name="connsiteY158" fmla="*/ 44375 h 93125"/>
                  <a:gd name="connsiteX159" fmla="*/ 277500 w 602291"/>
                  <a:gd name="connsiteY159" fmla="*/ 45209 h 93125"/>
                  <a:gd name="connsiteX160" fmla="*/ 277188 w 602291"/>
                  <a:gd name="connsiteY160" fmla="*/ 45729 h 93125"/>
                  <a:gd name="connsiteX161" fmla="*/ 276615 w 602291"/>
                  <a:gd name="connsiteY161" fmla="*/ 46042 h 93125"/>
                  <a:gd name="connsiteX162" fmla="*/ 275729 w 602291"/>
                  <a:gd name="connsiteY162" fmla="*/ 46146 h 93125"/>
                  <a:gd name="connsiteX163" fmla="*/ 270729 w 602291"/>
                  <a:gd name="connsiteY163" fmla="*/ 46146 h 93125"/>
                  <a:gd name="connsiteX164" fmla="*/ 269583 w 602291"/>
                  <a:gd name="connsiteY164" fmla="*/ 45886 h 93125"/>
                  <a:gd name="connsiteX165" fmla="*/ 269375 w 602291"/>
                  <a:gd name="connsiteY165" fmla="*/ 44583 h 93125"/>
                  <a:gd name="connsiteX166" fmla="*/ 270521 w 602291"/>
                  <a:gd name="connsiteY166" fmla="*/ 3750 h 93125"/>
                  <a:gd name="connsiteX167" fmla="*/ 270885 w 602291"/>
                  <a:gd name="connsiteY167" fmla="*/ 2187 h 93125"/>
                  <a:gd name="connsiteX168" fmla="*/ 272188 w 602291"/>
                  <a:gd name="connsiteY168" fmla="*/ 1771 h 93125"/>
                  <a:gd name="connsiteX169" fmla="*/ 16562 w 602291"/>
                  <a:gd name="connsiteY169" fmla="*/ 1771 h 93125"/>
                  <a:gd name="connsiteX170" fmla="*/ 22500 w 602291"/>
                  <a:gd name="connsiteY170" fmla="*/ 1771 h 93125"/>
                  <a:gd name="connsiteX171" fmla="*/ 24062 w 602291"/>
                  <a:gd name="connsiteY171" fmla="*/ 2187 h 93125"/>
                  <a:gd name="connsiteX172" fmla="*/ 24479 w 602291"/>
                  <a:gd name="connsiteY172" fmla="*/ 3750 h 93125"/>
                  <a:gd name="connsiteX173" fmla="*/ 24479 w 602291"/>
                  <a:gd name="connsiteY173" fmla="*/ 77813 h 93125"/>
                  <a:gd name="connsiteX174" fmla="*/ 16250 w 602291"/>
                  <a:gd name="connsiteY174" fmla="*/ 77813 h 93125"/>
                  <a:gd name="connsiteX175" fmla="*/ 16250 w 602291"/>
                  <a:gd name="connsiteY175" fmla="*/ 10729 h 93125"/>
                  <a:gd name="connsiteX176" fmla="*/ 9218 w 602291"/>
                  <a:gd name="connsiteY176" fmla="*/ 16510 h 93125"/>
                  <a:gd name="connsiteX177" fmla="*/ 0 w 602291"/>
                  <a:gd name="connsiteY177" fmla="*/ 21771 h 93125"/>
                  <a:gd name="connsiteX178" fmla="*/ 0 w 602291"/>
                  <a:gd name="connsiteY178" fmla="*/ 13854 h 93125"/>
                  <a:gd name="connsiteX179" fmla="*/ 8646 w 602291"/>
                  <a:gd name="connsiteY179" fmla="*/ 8750 h 93125"/>
                  <a:gd name="connsiteX180" fmla="*/ 16562 w 602291"/>
                  <a:gd name="connsiteY180" fmla="*/ 1771 h 93125"/>
                  <a:gd name="connsiteX181" fmla="*/ 140833 w 602291"/>
                  <a:gd name="connsiteY181" fmla="*/ 625 h 93125"/>
                  <a:gd name="connsiteX182" fmla="*/ 147917 w 602291"/>
                  <a:gd name="connsiteY182" fmla="*/ 625 h 93125"/>
                  <a:gd name="connsiteX183" fmla="*/ 149479 w 602291"/>
                  <a:gd name="connsiteY183" fmla="*/ 1042 h 93125"/>
                  <a:gd name="connsiteX184" fmla="*/ 149896 w 602291"/>
                  <a:gd name="connsiteY184" fmla="*/ 2604 h 93125"/>
                  <a:gd name="connsiteX185" fmla="*/ 149896 w 602291"/>
                  <a:gd name="connsiteY185" fmla="*/ 53959 h 93125"/>
                  <a:gd name="connsiteX186" fmla="*/ 161250 w 602291"/>
                  <a:gd name="connsiteY186" fmla="*/ 53959 h 93125"/>
                  <a:gd name="connsiteX187" fmla="*/ 161250 w 602291"/>
                  <a:gd name="connsiteY187" fmla="*/ 61146 h 93125"/>
                  <a:gd name="connsiteX188" fmla="*/ 149896 w 602291"/>
                  <a:gd name="connsiteY188" fmla="*/ 61146 h 93125"/>
                  <a:gd name="connsiteX189" fmla="*/ 149896 w 602291"/>
                  <a:gd name="connsiteY189" fmla="*/ 77813 h 93125"/>
                  <a:gd name="connsiteX190" fmla="*/ 141771 w 602291"/>
                  <a:gd name="connsiteY190" fmla="*/ 77813 h 93125"/>
                  <a:gd name="connsiteX191" fmla="*/ 141771 w 602291"/>
                  <a:gd name="connsiteY191" fmla="*/ 61146 h 93125"/>
                  <a:gd name="connsiteX192" fmla="*/ 109375 w 602291"/>
                  <a:gd name="connsiteY192" fmla="*/ 61146 h 93125"/>
                  <a:gd name="connsiteX193" fmla="*/ 107813 w 602291"/>
                  <a:gd name="connsiteY193" fmla="*/ 60729 h 93125"/>
                  <a:gd name="connsiteX194" fmla="*/ 107396 w 602291"/>
                  <a:gd name="connsiteY194" fmla="*/ 59167 h 93125"/>
                  <a:gd name="connsiteX195" fmla="*/ 107396 w 602291"/>
                  <a:gd name="connsiteY195" fmla="*/ 54792 h 93125"/>
                  <a:gd name="connsiteX196" fmla="*/ 107656 w 602291"/>
                  <a:gd name="connsiteY196" fmla="*/ 53281 h 93125"/>
                  <a:gd name="connsiteX197" fmla="*/ 108333 w 602291"/>
                  <a:gd name="connsiteY197" fmla="*/ 51875 h 93125"/>
                  <a:gd name="connsiteX198" fmla="*/ 138750 w 602291"/>
                  <a:gd name="connsiteY198" fmla="*/ 1979 h 93125"/>
                  <a:gd name="connsiteX199" fmla="*/ 139583 w 602291"/>
                  <a:gd name="connsiteY199" fmla="*/ 990 h 93125"/>
                  <a:gd name="connsiteX200" fmla="*/ 140833 w 602291"/>
                  <a:gd name="connsiteY200" fmla="*/ 625 h 93125"/>
                  <a:gd name="connsiteX201" fmla="*/ 83750 w 602291"/>
                  <a:gd name="connsiteY201" fmla="*/ 104 h 93125"/>
                  <a:gd name="connsiteX202" fmla="*/ 99167 w 602291"/>
                  <a:gd name="connsiteY202" fmla="*/ 5469 h 93125"/>
                  <a:gd name="connsiteX203" fmla="*/ 106146 w 602291"/>
                  <a:gd name="connsiteY203" fmla="*/ 19896 h 93125"/>
                  <a:gd name="connsiteX204" fmla="*/ 97917 w 602291"/>
                  <a:gd name="connsiteY204" fmla="*/ 19896 h 93125"/>
                  <a:gd name="connsiteX205" fmla="*/ 93542 w 602291"/>
                  <a:gd name="connsiteY205" fmla="*/ 10573 h 93125"/>
                  <a:gd name="connsiteX206" fmla="*/ 83854 w 602291"/>
                  <a:gd name="connsiteY206" fmla="*/ 7083 h 93125"/>
                  <a:gd name="connsiteX207" fmla="*/ 74687 w 602291"/>
                  <a:gd name="connsiteY207" fmla="*/ 10521 h 93125"/>
                  <a:gd name="connsiteX208" fmla="*/ 68854 w 602291"/>
                  <a:gd name="connsiteY208" fmla="*/ 19167 h 93125"/>
                  <a:gd name="connsiteX209" fmla="*/ 65781 w 602291"/>
                  <a:gd name="connsiteY209" fmla="*/ 30313 h 93125"/>
                  <a:gd name="connsiteX210" fmla="*/ 64896 w 602291"/>
                  <a:gd name="connsiteY210" fmla="*/ 41563 h 93125"/>
                  <a:gd name="connsiteX211" fmla="*/ 72604 w 602291"/>
                  <a:gd name="connsiteY211" fmla="*/ 31615 h 93125"/>
                  <a:gd name="connsiteX212" fmla="*/ 85000 w 602291"/>
                  <a:gd name="connsiteY212" fmla="*/ 28333 h 93125"/>
                  <a:gd name="connsiteX213" fmla="*/ 101302 w 602291"/>
                  <a:gd name="connsiteY213" fmla="*/ 35313 h 93125"/>
                  <a:gd name="connsiteX214" fmla="*/ 107292 w 602291"/>
                  <a:gd name="connsiteY214" fmla="*/ 53854 h 93125"/>
                  <a:gd name="connsiteX215" fmla="*/ 105677 w 602291"/>
                  <a:gd name="connsiteY215" fmla="*/ 63959 h 93125"/>
                  <a:gd name="connsiteX216" fmla="*/ 100937 w 602291"/>
                  <a:gd name="connsiteY216" fmla="*/ 72188 h 93125"/>
                  <a:gd name="connsiteX217" fmla="*/ 93542 w 602291"/>
                  <a:gd name="connsiteY217" fmla="*/ 77604 h 93125"/>
                  <a:gd name="connsiteX218" fmla="*/ 83646 w 602291"/>
                  <a:gd name="connsiteY218" fmla="*/ 79583 h 93125"/>
                  <a:gd name="connsiteX219" fmla="*/ 69010 w 602291"/>
                  <a:gd name="connsiteY219" fmla="*/ 75052 h 93125"/>
                  <a:gd name="connsiteX220" fmla="*/ 60625 w 602291"/>
                  <a:gd name="connsiteY220" fmla="*/ 63542 h 93125"/>
                  <a:gd name="connsiteX221" fmla="*/ 58385 w 602291"/>
                  <a:gd name="connsiteY221" fmla="*/ 54323 h 93125"/>
                  <a:gd name="connsiteX222" fmla="*/ 57708 w 602291"/>
                  <a:gd name="connsiteY222" fmla="*/ 42188 h 93125"/>
                  <a:gd name="connsiteX223" fmla="*/ 59635 w 602291"/>
                  <a:gd name="connsiteY223" fmla="*/ 23906 h 93125"/>
                  <a:gd name="connsiteX224" fmla="*/ 65104 w 602291"/>
                  <a:gd name="connsiteY224" fmla="*/ 10729 h 93125"/>
                  <a:gd name="connsiteX225" fmla="*/ 73333 w 602291"/>
                  <a:gd name="connsiteY225" fmla="*/ 2813 h 93125"/>
                  <a:gd name="connsiteX226" fmla="*/ 83750 w 602291"/>
                  <a:gd name="connsiteY226" fmla="*/ 104 h 93125"/>
                  <a:gd name="connsiteX227" fmla="*/ 511042 w 602291"/>
                  <a:gd name="connsiteY227" fmla="*/ 0 h 93125"/>
                  <a:gd name="connsiteX228" fmla="*/ 519844 w 602291"/>
                  <a:gd name="connsiteY228" fmla="*/ 1198 h 93125"/>
                  <a:gd name="connsiteX229" fmla="*/ 527292 w 602291"/>
                  <a:gd name="connsiteY229" fmla="*/ 4896 h 93125"/>
                  <a:gd name="connsiteX230" fmla="*/ 532344 w 602291"/>
                  <a:gd name="connsiteY230" fmla="*/ 11250 h 93125"/>
                  <a:gd name="connsiteX231" fmla="*/ 534271 w 602291"/>
                  <a:gd name="connsiteY231" fmla="*/ 20417 h 93125"/>
                  <a:gd name="connsiteX232" fmla="*/ 530000 w 602291"/>
                  <a:gd name="connsiteY232" fmla="*/ 32084 h 93125"/>
                  <a:gd name="connsiteX233" fmla="*/ 518854 w 602291"/>
                  <a:gd name="connsiteY233" fmla="*/ 38437 h 93125"/>
                  <a:gd name="connsiteX234" fmla="*/ 531198 w 602291"/>
                  <a:gd name="connsiteY234" fmla="*/ 44844 h 93125"/>
                  <a:gd name="connsiteX235" fmla="*/ 535937 w 602291"/>
                  <a:gd name="connsiteY235" fmla="*/ 57708 h 93125"/>
                  <a:gd name="connsiteX236" fmla="*/ 533802 w 602291"/>
                  <a:gd name="connsiteY236" fmla="*/ 67656 h 93125"/>
                  <a:gd name="connsiteX237" fmla="*/ 528125 w 602291"/>
                  <a:gd name="connsiteY237" fmla="*/ 74479 h 93125"/>
                  <a:gd name="connsiteX238" fmla="*/ 520000 w 602291"/>
                  <a:gd name="connsiteY238" fmla="*/ 78334 h 93125"/>
                  <a:gd name="connsiteX239" fmla="*/ 510625 w 602291"/>
                  <a:gd name="connsiteY239" fmla="*/ 79583 h 93125"/>
                  <a:gd name="connsiteX240" fmla="*/ 492865 w 602291"/>
                  <a:gd name="connsiteY240" fmla="*/ 73646 h 93125"/>
                  <a:gd name="connsiteX241" fmla="*/ 486146 w 602291"/>
                  <a:gd name="connsiteY241" fmla="*/ 57188 h 93125"/>
                  <a:gd name="connsiteX242" fmla="*/ 494375 w 602291"/>
                  <a:gd name="connsiteY242" fmla="*/ 57188 h 93125"/>
                  <a:gd name="connsiteX243" fmla="*/ 499323 w 602291"/>
                  <a:gd name="connsiteY243" fmla="*/ 68542 h 93125"/>
                  <a:gd name="connsiteX244" fmla="*/ 510938 w 602291"/>
                  <a:gd name="connsiteY244" fmla="*/ 72396 h 93125"/>
                  <a:gd name="connsiteX245" fmla="*/ 523125 w 602291"/>
                  <a:gd name="connsiteY245" fmla="*/ 68334 h 93125"/>
                  <a:gd name="connsiteX246" fmla="*/ 527604 w 602291"/>
                  <a:gd name="connsiteY246" fmla="*/ 56771 h 93125"/>
                  <a:gd name="connsiteX247" fmla="*/ 526146 w 602291"/>
                  <a:gd name="connsiteY247" fmla="*/ 50157 h 93125"/>
                  <a:gd name="connsiteX248" fmla="*/ 522292 w 602291"/>
                  <a:gd name="connsiteY248" fmla="*/ 45625 h 93125"/>
                  <a:gd name="connsiteX249" fmla="*/ 516719 w 602291"/>
                  <a:gd name="connsiteY249" fmla="*/ 43021 h 93125"/>
                  <a:gd name="connsiteX250" fmla="*/ 510417 w 602291"/>
                  <a:gd name="connsiteY250" fmla="*/ 41979 h 93125"/>
                  <a:gd name="connsiteX251" fmla="*/ 506250 w 602291"/>
                  <a:gd name="connsiteY251" fmla="*/ 41979 h 93125"/>
                  <a:gd name="connsiteX252" fmla="*/ 504792 w 602291"/>
                  <a:gd name="connsiteY252" fmla="*/ 41719 h 93125"/>
                  <a:gd name="connsiteX253" fmla="*/ 504583 w 602291"/>
                  <a:gd name="connsiteY253" fmla="*/ 40313 h 93125"/>
                  <a:gd name="connsiteX254" fmla="*/ 504583 w 602291"/>
                  <a:gd name="connsiteY254" fmla="*/ 36459 h 93125"/>
                  <a:gd name="connsiteX255" fmla="*/ 504792 w 602291"/>
                  <a:gd name="connsiteY255" fmla="*/ 34792 h 93125"/>
                  <a:gd name="connsiteX256" fmla="*/ 506250 w 602291"/>
                  <a:gd name="connsiteY256" fmla="*/ 34375 h 93125"/>
                  <a:gd name="connsiteX257" fmla="*/ 509688 w 602291"/>
                  <a:gd name="connsiteY257" fmla="*/ 34375 h 93125"/>
                  <a:gd name="connsiteX258" fmla="*/ 515782 w 602291"/>
                  <a:gd name="connsiteY258" fmla="*/ 33594 h 93125"/>
                  <a:gd name="connsiteX259" fmla="*/ 520938 w 602291"/>
                  <a:gd name="connsiteY259" fmla="*/ 31146 h 93125"/>
                  <a:gd name="connsiteX260" fmla="*/ 524584 w 602291"/>
                  <a:gd name="connsiteY260" fmla="*/ 27032 h 93125"/>
                  <a:gd name="connsiteX261" fmla="*/ 525938 w 602291"/>
                  <a:gd name="connsiteY261" fmla="*/ 20833 h 93125"/>
                  <a:gd name="connsiteX262" fmla="*/ 521615 w 602291"/>
                  <a:gd name="connsiteY262" fmla="*/ 10729 h 93125"/>
                  <a:gd name="connsiteX263" fmla="*/ 510729 w 602291"/>
                  <a:gd name="connsiteY263" fmla="*/ 7188 h 93125"/>
                  <a:gd name="connsiteX264" fmla="*/ 500052 w 602291"/>
                  <a:gd name="connsiteY264" fmla="*/ 10729 h 93125"/>
                  <a:gd name="connsiteX265" fmla="*/ 495521 w 602291"/>
                  <a:gd name="connsiteY265" fmla="*/ 20938 h 93125"/>
                  <a:gd name="connsiteX266" fmla="*/ 487188 w 602291"/>
                  <a:gd name="connsiteY266" fmla="*/ 20938 h 93125"/>
                  <a:gd name="connsiteX267" fmla="*/ 493854 w 602291"/>
                  <a:gd name="connsiteY267" fmla="*/ 5625 h 93125"/>
                  <a:gd name="connsiteX268" fmla="*/ 511042 w 602291"/>
                  <a:gd name="connsiteY268" fmla="*/ 0 h 93125"/>
                  <a:gd name="connsiteX269" fmla="*/ 356146 w 602291"/>
                  <a:gd name="connsiteY269" fmla="*/ 0 h 93125"/>
                  <a:gd name="connsiteX270" fmla="*/ 373490 w 602291"/>
                  <a:gd name="connsiteY270" fmla="*/ 5417 h 93125"/>
                  <a:gd name="connsiteX271" fmla="*/ 380208 w 602291"/>
                  <a:gd name="connsiteY271" fmla="*/ 20625 h 93125"/>
                  <a:gd name="connsiteX272" fmla="*/ 379219 w 602291"/>
                  <a:gd name="connsiteY272" fmla="*/ 26250 h 93125"/>
                  <a:gd name="connsiteX273" fmla="*/ 376458 w 602291"/>
                  <a:gd name="connsiteY273" fmla="*/ 31563 h 93125"/>
                  <a:gd name="connsiteX274" fmla="*/ 372083 w 602291"/>
                  <a:gd name="connsiteY274" fmla="*/ 35990 h 93125"/>
                  <a:gd name="connsiteX275" fmla="*/ 366562 w 602291"/>
                  <a:gd name="connsiteY275" fmla="*/ 38750 h 93125"/>
                  <a:gd name="connsiteX276" fmla="*/ 377292 w 602291"/>
                  <a:gd name="connsiteY276" fmla="*/ 45573 h 93125"/>
                  <a:gd name="connsiteX277" fmla="*/ 381146 w 602291"/>
                  <a:gd name="connsiteY277" fmla="*/ 57188 h 93125"/>
                  <a:gd name="connsiteX278" fmla="*/ 374115 w 602291"/>
                  <a:gd name="connsiteY278" fmla="*/ 73698 h 93125"/>
                  <a:gd name="connsiteX279" fmla="*/ 356042 w 602291"/>
                  <a:gd name="connsiteY279" fmla="*/ 79479 h 93125"/>
                  <a:gd name="connsiteX280" fmla="*/ 337969 w 602291"/>
                  <a:gd name="connsiteY280" fmla="*/ 73698 h 93125"/>
                  <a:gd name="connsiteX281" fmla="*/ 331146 w 602291"/>
                  <a:gd name="connsiteY281" fmla="*/ 57188 h 93125"/>
                  <a:gd name="connsiteX282" fmla="*/ 334896 w 602291"/>
                  <a:gd name="connsiteY282" fmla="*/ 46094 h 93125"/>
                  <a:gd name="connsiteX283" fmla="*/ 345833 w 602291"/>
                  <a:gd name="connsiteY283" fmla="*/ 38333 h 93125"/>
                  <a:gd name="connsiteX284" fmla="*/ 335677 w 602291"/>
                  <a:gd name="connsiteY284" fmla="*/ 31979 h 93125"/>
                  <a:gd name="connsiteX285" fmla="*/ 332083 w 602291"/>
                  <a:gd name="connsiteY285" fmla="*/ 20625 h 93125"/>
                  <a:gd name="connsiteX286" fmla="*/ 338750 w 602291"/>
                  <a:gd name="connsiteY286" fmla="*/ 5417 h 93125"/>
                  <a:gd name="connsiteX287" fmla="*/ 356146 w 602291"/>
                  <a:gd name="connsiteY287" fmla="*/ 0 h 93125"/>
                  <a:gd name="connsiteX288" fmla="*/ 238958 w 602291"/>
                  <a:gd name="connsiteY288" fmla="*/ 0 h 93125"/>
                  <a:gd name="connsiteX289" fmla="*/ 256302 w 602291"/>
                  <a:gd name="connsiteY289" fmla="*/ 5417 h 93125"/>
                  <a:gd name="connsiteX290" fmla="*/ 263021 w 602291"/>
                  <a:gd name="connsiteY290" fmla="*/ 20625 h 93125"/>
                  <a:gd name="connsiteX291" fmla="*/ 262031 w 602291"/>
                  <a:gd name="connsiteY291" fmla="*/ 26250 h 93125"/>
                  <a:gd name="connsiteX292" fmla="*/ 259271 w 602291"/>
                  <a:gd name="connsiteY292" fmla="*/ 31563 h 93125"/>
                  <a:gd name="connsiteX293" fmla="*/ 254896 w 602291"/>
                  <a:gd name="connsiteY293" fmla="*/ 35990 h 93125"/>
                  <a:gd name="connsiteX294" fmla="*/ 249375 w 602291"/>
                  <a:gd name="connsiteY294" fmla="*/ 38750 h 93125"/>
                  <a:gd name="connsiteX295" fmla="*/ 260104 w 602291"/>
                  <a:gd name="connsiteY295" fmla="*/ 45573 h 93125"/>
                  <a:gd name="connsiteX296" fmla="*/ 263958 w 602291"/>
                  <a:gd name="connsiteY296" fmla="*/ 57188 h 93125"/>
                  <a:gd name="connsiteX297" fmla="*/ 256927 w 602291"/>
                  <a:gd name="connsiteY297" fmla="*/ 73698 h 93125"/>
                  <a:gd name="connsiteX298" fmla="*/ 238854 w 602291"/>
                  <a:gd name="connsiteY298" fmla="*/ 79479 h 93125"/>
                  <a:gd name="connsiteX299" fmla="*/ 220781 w 602291"/>
                  <a:gd name="connsiteY299" fmla="*/ 73698 h 93125"/>
                  <a:gd name="connsiteX300" fmla="*/ 213958 w 602291"/>
                  <a:gd name="connsiteY300" fmla="*/ 57188 h 93125"/>
                  <a:gd name="connsiteX301" fmla="*/ 217708 w 602291"/>
                  <a:gd name="connsiteY301" fmla="*/ 46094 h 93125"/>
                  <a:gd name="connsiteX302" fmla="*/ 228646 w 602291"/>
                  <a:gd name="connsiteY302" fmla="*/ 38333 h 93125"/>
                  <a:gd name="connsiteX303" fmla="*/ 218490 w 602291"/>
                  <a:gd name="connsiteY303" fmla="*/ 31979 h 93125"/>
                  <a:gd name="connsiteX304" fmla="*/ 214896 w 602291"/>
                  <a:gd name="connsiteY304" fmla="*/ 20625 h 93125"/>
                  <a:gd name="connsiteX305" fmla="*/ 221563 w 602291"/>
                  <a:gd name="connsiteY305" fmla="*/ 5417 h 93125"/>
                  <a:gd name="connsiteX306" fmla="*/ 238958 w 602291"/>
                  <a:gd name="connsiteY306" fmla="*/ 0 h 93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</a:cxnLst>
                <a:rect l="l" t="t" r="r" b="b"/>
                <a:pathLst>
                  <a:path w="602291" h="93125">
                    <a:moveTo>
                      <a:pt x="401250" y="69479"/>
                    </a:moveTo>
                    <a:lnTo>
                      <a:pt x="411979" y="69479"/>
                    </a:lnTo>
                    <a:cubicBezTo>
                      <a:pt x="412396" y="69479"/>
                      <a:pt x="412683" y="69583"/>
                      <a:pt x="412865" y="69792"/>
                    </a:cubicBezTo>
                    <a:cubicBezTo>
                      <a:pt x="413034" y="70000"/>
                      <a:pt x="413125" y="70312"/>
                      <a:pt x="413125" y="70729"/>
                    </a:cubicBezTo>
                    <a:lnTo>
                      <a:pt x="413125" y="77396"/>
                    </a:lnTo>
                    <a:cubicBezTo>
                      <a:pt x="413125" y="82331"/>
                      <a:pt x="412083" y="86081"/>
                      <a:pt x="410000" y="88646"/>
                    </a:cubicBezTo>
                    <a:cubicBezTo>
                      <a:pt x="407917" y="91224"/>
                      <a:pt x="405378" y="92708"/>
                      <a:pt x="402396" y="93125"/>
                    </a:cubicBezTo>
                    <a:lnTo>
                      <a:pt x="402396" y="89479"/>
                    </a:lnTo>
                    <a:cubicBezTo>
                      <a:pt x="403985" y="89062"/>
                      <a:pt x="405156" y="87904"/>
                      <a:pt x="405886" y="85990"/>
                    </a:cubicBezTo>
                    <a:cubicBezTo>
                      <a:pt x="406615" y="84089"/>
                      <a:pt x="406875" y="82161"/>
                      <a:pt x="406667" y="80208"/>
                    </a:cubicBezTo>
                    <a:lnTo>
                      <a:pt x="401250" y="80208"/>
                    </a:lnTo>
                    <a:close/>
                    <a:moveTo>
                      <a:pt x="179896" y="69479"/>
                    </a:moveTo>
                    <a:lnTo>
                      <a:pt x="190625" y="69479"/>
                    </a:lnTo>
                    <a:cubicBezTo>
                      <a:pt x="191042" y="69479"/>
                      <a:pt x="191328" y="69583"/>
                      <a:pt x="191510" y="69792"/>
                    </a:cubicBezTo>
                    <a:cubicBezTo>
                      <a:pt x="191680" y="70000"/>
                      <a:pt x="191771" y="70312"/>
                      <a:pt x="191771" y="70729"/>
                    </a:cubicBezTo>
                    <a:lnTo>
                      <a:pt x="191771" y="77396"/>
                    </a:lnTo>
                    <a:cubicBezTo>
                      <a:pt x="191771" y="82331"/>
                      <a:pt x="190729" y="86081"/>
                      <a:pt x="188646" y="88646"/>
                    </a:cubicBezTo>
                    <a:cubicBezTo>
                      <a:pt x="186562" y="91224"/>
                      <a:pt x="184023" y="92708"/>
                      <a:pt x="181042" y="93125"/>
                    </a:cubicBezTo>
                    <a:lnTo>
                      <a:pt x="181042" y="89479"/>
                    </a:lnTo>
                    <a:cubicBezTo>
                      <a:pt x="182630" y="89062"/>
                      <a:pt x="183802" y="87904"/>
                      <a:pt x="184531" y="85990"/>
                    </a:cubicBezTo>
                    <a:cubicBezTo>
                      <a:pt x="185260" y="84089"/>
                      <a:pt x="185521" y="82161"/>
                      <a:pt x="185313" y="80208"/>
                    </a:cubicBezTo>
                    <a:lnTo>
                      <a:pt x="179896" y="80208"/>
                    </a:lnTo>
                    <a:close/>
                    <a:moveTo>
                      <a:pt x="356146" y="42083"/>
                    </a:moveTo>
                    <a:cubicBezTo>
                      <a:pt x="354063" y="42083"/>
                      <a:pt x="352005" y="42422"/>
                      <a:pt x="350000" y="43073"/>
                    </a:cubicBezTo>
                    <a:cubicBezTo>
                      <a:pt x="347982" y="43737"/>
                      <a:pt x="346211" y="44688"/>
                      <a:pt x="344687" y="45938"/>
                    </a:cubicBezTo>
                    <a:cubicBezTo>
                      <a:pt x="343086" y="47187"/>
                      <a:pt x="341823" y="48776"/>
                      <a:pt x="340886" y="50677"/>
                    </a:cubicBezTo>
                    <a:cubicBezTo>
                      <a:pt x="339948" y="52591"/>
                      <a:pt x="339479" y="54792"/>
                      <a:pt x="339479" y="57292"/>
                    </a:cubicBezTo>
                    <a:cubicBezTo>
                      <a:pt x="339479" y="61875"/>
                      <a:pt x="340951" y="65560"/>
                      <a:pt x="343906" y="68334"/>
                    </a:cubicBezTo>
                    <a:cubicBezTo>
                      <a:pt x="346849" y="71120"/>
                      <a:pt x="350938" y="72500"/>
                      <a:pt x="356146" y="72500"/>
                    </a:cubicBezTo>
                    <a:cubicBezTo>
                      <a:pt x="361211" y="72500"/>
                      <a:pt x="365261" y="71120"/>
                      <a:pt x="368281" y="68334"/>
                    </a:cubicBezTo>
                    <a:cubicBezTo>
                      <a:pt x="371302" y="65560"/>
                      <a:pt x="372813" y="61875"/>
                      <a:pt x="372813" y="57292"/>
                    </a:cubicBezTo>
                    <a:cubicBezTo>
                      <a:pt x="372813" y="54792"/>
                      <a:pt x="372318" y="52591"/>
                      <a:pt x="371354" y="50677"/>
                    </a:cubicBezTo>
                    <a:cubicBezTo>
                      <a:pt x="370378" y="48776"/>
                      <a:pt x="369088" y="47187"/>
                      <a:pt x="367500" y="45938"/>
                    </a:cubicBezTo>
                    <a:cubicBezTo>
                      <a:pt x="365964" y="44688"/>
                      <a:pt x="364193" y="43737"/>
                      <a:pt x="362187" y="43073"/>
                    </a:cubicBezTo>
                    <a:cubicBezTo>
                      <a:pt x="360169" y="42422"/>
                      <a:pt x="358151" y="42083"/>
                      <a:pt x="356146" y="42083"/>
                    </a:cubicBezTo>
                    <a:close/>
                    <a:moveTo>
                      <a:pt x="238958" y="42083"/>
                    </a:moveTo>
                    <a:cubicBezTo>
                      <a:pt x="236875" y="42083"/>
                      <a:pt x="234818" y="42422"/>
                      <a:pt x="232812" y="43073"/>
                    </a:cubicBezTo>
                    <a:cubicBezTo>
                      <a:pt x="230794" y="43737"/>
                      <a:pt x="229023" y="44688"/>
                      <a:pt x="227500" y="45938"/>
                    </a:cubicBezTo>
                    <a:cubicBezTo>
                      <a:pt x="225899" y="47187"/>
                      <a:pt x="224635" y="48776"/>
                      <a:pt x="223698" y="50677"/>
                    </a:cubicBezTo>
                    <a:cubicBezTo>
                      <a:pt x="222761" y="52591"/>
                      <a:pt x="222292" y="54792"/>
                      <a:pt x="222292" y="57292"/>
                    </a:cubicBezTo>
                    <a:cubicBezTo>
                      <a:pt x="222292" y="61875"/>
                      <a:pt x="223763" y="65560"/>
                      <a:pt x="226719" y="68334"/>
                    </a:cubicBezTo>
                    <a:cubicBezTo>
                      <a:pt x="229662" y="71120"/>
                      <a:pt x="233750" y="72500"/>
                      <a:pt x="238958" y="72500"/>
                    </a:cubicBezTo>
                    <a:cubicBezTo>
                      <a:pt x="244024" y="72500"/>
                      <a:pt x="248073" y="71120"/>
                      <a:pt x="251094" y="68334"/>
                    </a:cubicBezTo>
                    <a:cubicBezTo>
                      <a:pt x="254115" y="65560"/>
                      <a:pt x="255625" y="61875"/>
                      <a:pt x="255625" y="57292"/>
                    </a:cubicBezTo>
                    <a:cubicBezTo>
                      <a:pt x="255625" y="54792"/>
                      <a:pt x="255130" y="52591"/>
                      <a:pt x="254167" y="50677"/>
                    </a:cubicBezTo>
                    <a:cubicBezTo>
                      <a:pt x="253190" y="48776"/>
                      <a:pt x="251901" y="47187"/>
                      <a:pt x="250313" y="45938"/>
                    </a:cubicBezTo>
                    <a:cubicBezTo>
                      <a:pt x="248776" y="44688"/>
                      <a:pt x="247005" y="43737"/>
                      <a:pt x="245000" y="43073"/>
                    </a:cubicBezTo>
                    <a:cubicBezTo>
                      <a:pt x="242982" y="42422"/>
                      <a:pt x="240963" y="42083"/>
                      <a:pt x="238958" y="42083"/>
                    </a:cubicBezTo>
                    <a:close/>
                    <a:moveTo>
                      <a:pt x="82916" y="34792"/>
                    </a:moveTo>
                    <a:cubicBezTo>
                      <a:pt x="80547" y="34792"/>
                      <a:pt x="78385" y="35299"/>
                      <a:pt x="76406" y="36302"/>
                    </a:cubicBezTo>
                    <a:cubicBezTo>
                      <a:pt x="74427" y="37318"/>
                      <a:pt x="72734" y="38620"/>
                      <a:pt x="71354" y="40209"/>
                    </a:cubicBezTo>
                    <a:cubicBezTo>
                      <a:pt x="69896" y="41875"/>
                      <a:pt x="68776" y="43789"/>
                      <a:pt x="68021" y="45938"/>
                    </a:cubicBezTo>
                    <a:cubicBezTo>
                      <a:pt x="67252" y="48099"/>
                      <a:pt x="66875" y="50352"/>
                      <a:pt x="66875" y="52708"/>
                    </a:cubicBezTo>
                    <a:cubicBezTo>
                      <a:pt x="66875" y="55560"/>
                      <a:pt x="67240" y="58203"/>
                      <a:pt x="67969" y="60625"/>
                    </a:cubicBezTo>
                    <a:cubicBezTo>
                      <a:pt x="68698" y="63060"/>
                      <a:pt x="69753" y="65144"/>
                      <a:pt x="71146" y="66875"/>
                    </a:cubicBezTo>
                    <a:cubicBezTo>
                      <a:pt x="72526" y="68685"/>
                      <a:pt x="74193" y="70091"/>
                      <a:pt x="76146" y="71094"/>
                    </a:cubicBezTo>
                    <a:cubicBezTo>
                      <a:pt x="78086" y="72109"/>
                      <a:pt x="80273" y="72604"/>
                      <a:pt x="82708" y="72604"/>
                    </a:cubicBezTo>
                    <a:cubicBezTo>
                      <a:pt x="87917" y="72604"/>
                      <a:pt x="91940" y="70781"/>
                      <a:pt x="94792" y="67136"/>
                    </a:cubicBezTo>
                    <a:cubicBezTo>
                      <a:pt x="97630" y="63490"/>
                      <a:pt x="99063" y="58997"/>
                      <a:pt x="99063" y="53646"/>
                    </a:cubicBezTo>
                    <a:cubicBezTo>
                      <a:pt x="99063" y="51146"/>
                      <a:pt x="98711" y="48750"/>
                      <a:pt x="98021" y="46458"/>
                    </a:cubicBezTo>
                    <a:cubicBezTo>
                      <a:pt x="97318" y="44167"/>
                      <a:pt x="96276" y="42188"/>
                      <a:pt x="94896" y="40521"/>
                    </a:cubicBezTo>
                    <a:cubicBezTo>
                      <a:pt x="93567" y="38789"/>
                      <a:pt x="91901" y="37396"/>
                      <a:pt x="89896" y="36354"/>
                    </a:cubicBezTo>
                    <a:cubicBezTo>
                      <a:pt x="87878" y="35313"/>
                      <a:pt x="85547" y="34792"/>
                      <a:pt x="82916" y="34792"/>
                    </a:cubicBezTo>
                    <a:close/>
                    <a:moveTo>
                      <a:pt x="142187" y="9896"/>
                    </a:moveTo>
                    <a:lnTo>
                      <a:pt x="115312" y="53959"/>
                    </a:lnTo>
                    <a:lnTo>
                      <a:pt x="141979" y="53959"/>
                    </a:lnTo>
                    <a:lnTo>
                      <a:pt x="141979" y="19479"/>
                    </a:lnTo>
                    <a:close/>
                    <a:moveTo>
                      <a:pt x="356146" y="6979"/>
                    </a:moveTo>
                    <a:cubicBezTo>
                      <a:pt x="351771" y="6979"/>
                      <a:pt x="348047" y="8229"/>
                      <a:pt x="345000" y="10729"/>
                    </a:cubicBezTo>
                    <a:cubicBezTo>
                      <a:pt x="341940" y="13229"/>
                      <a:pt x="340417" y="16563"/>
                      <a:pt x="340417" y="20729"/>
                    </a:cubicBezTo>
                    <a:cubicBezTo>
                      <a:pt x="340417" y="25104"/>
                      <a:pt x="341901" y="28490"/>
                      <a:pt x="344896" y="30886"/>
                    </a:cubicBezTo>
                    <a:cubicBezTo>
                      <a:pt x="347878" y="33281"/>
                      <a:pt x="351627" y="34479"/>
                      <a:pt x="356146" y="34479"/>
                    </a:cubicBezTo>
                    <a:cubicBezTo>
                      <a:pt x="360521" y="34479"/>
                      <a:pt x="364232" y="33281"/>
                      <a:pt x="367292" y="30886"/>
                    </a:cubicBezTo>
                    <a:cubicBezTo>
                      <a:pt x="370339" y="28490"/>
                      <a:pt x="371875" y="25104"/>
                      <a:pt x="371875" y="20729"/>
                    </a:cubicBezTo>
                    <a:cubicBezTo>
                      <a:pt x="371875" y="16563"/>
                      <a:pt x="370339" y="13229"/>
                      <a:pt x="367292" y="10729"/>
                    </a:cubicBezTo>
                    <a:cubicBezTo>
                      <a:pt x="364232" y="8229"/>
                      <a:pt x="360521" y="6979"/>
                      <a:pt x="356146" y="6979"/>
                    </a:cubicBezTo>
                    <a:close/>
                    <a:moveTo>
                      <a:pt x="238958" y="6979"/>
                    </a:moveTo>
                    <a:cubicBezTo>
                      <a:pt x="234583" y="6979"/>
                      <a:pt x="230859" y="8229"/>
                      <a:pt x="227813" y="10729"/>
                    </a:cubicBezTo>
                    <a:cubicBezTo>
                      <a:pt x="224753" y="13229"/>
                      <a:pt x="223229" y="16563"/>
                      <a:pt x="223229" y="20729"/>
                    </a:cubicBezTo>
                    <a:cubicBezTo>
                      <a:pt x="223229" y="25104"/>
                      <a:pt x="224714" y="28490"/>
                      <a:pt x="227708" y="30886"/>
                    </a:cubicBezTo>
                    <a:cubicBezTo>
                      <a:pt x="230690" y="33281"/>
                      <a:pt x="234440" y="34479"/>
                      <a:pt x="238958" y="34479"/>
                    </a:cubicBezTo>
                    <a:cubicBezTo>
                      <a:pt x="243333" y="34479"/>
                      <a:pt x="247044" y="33281"/>
                      <a:pt x="250104" y="30886"/>
                    </a:cubicBezTo>
                    <a:cubicBezTo>
                      <a:pt x="253151" y="28490"/>
                      <a:pt x="254688" y="25104"/>
                      <a:pt x="254688" y="20729"/>
                    </a:cubicBezTo>
                    <a:cubicBezTo>
                      <a:pt x="254688" y="16563"/>
                      <a:pt x="253151" y="13229"/>
                      <a:pt x="250104" y="10729"/>
                    </a:cubicBezTo>
                    <a:cubicBezTo>
                      <a:pt x="247044" y="8229"/>
                      <a:pt x="243333" y="6979"/>
                      <a:pt x="238958" y="6979"/>
                    </a:cubicBezTo>
                    <a:close/>
                    <a:moveTo>
                      <a:pt x="558646" y="1771"/>
                    </a:moveTo>
                    <a:lnTo>
                      <a:pt x="598334" y="1771"/>
                    </a:lnTo>
                    <a:lnTo>
                      <a:pt x="598334" y="8854"/>
                    </a:lnTo>
                    <a:lnTo>
                      <a:pt x="565000" y="8854"/>
                    </a:lnTo>
                    <a:lnTo>
                      <a:pt x="563542" y="34479"/>
                    </a:lnTo>
                    <a:cubicBezTo>
                      <a:pt x="565130" y="32331"/>
                      <a:pt x="567409" y="30651"/>
                      <a:pt x="570365" y="29427"/>
                    </a:cubicBezTo>
                    <a:cubicBezTo>
                      <a:pt x="573308" y="28216"/>
                      <a:pt x="576667" y="27604"/>
                      <a:pt x="580417" y="27604"/>
                    </a:cubicBezTo>
                    <a:cubicBezTo>
                      <a:pt x="583399" y="27604"/>
                      <a:pt x="586211" y="28151"/>
                      <a:pt x="588854" y="29219"/>
                    </a:cubicBezTo>
                    <a:cubicBezTo>
                      <a:pt x="591485" y="30299"/>
                      <a:pt x="593815" y="31914"/>
                      <a:pt x="595833" y="34062"/>
                    </a:cubicBezTo>
                    <a:cubicBezTo>
                      <a:pt x="597774" y="36224"/>
                      <a:pt x="599336" y="38906"/>
                      <a:pt x="600521" y="42136"/>
                    </a:cubicBezTo>
                    <a:cubicBezTo>
                      <a:pt x="601693" y="45365"/>
                      <a:pt x="602292" y="49167"/>
                      <a:pt x="602292" y="53542"/>
                    </a:cubicBezTo>
                    <a:cubicBezTo>
                      <a:pt x="602292" y="57370"/>
                      <a:pt x="601719" y="60873"/>
                      <a:pt x="600573" y="64063"/>
                    </a:cubicBezTo>
                    <a:cubicBezTo>
                      <a:pt x="599427" y="67266"/>
                      <a:pt x="597813" y="70000"/>
                      <a:pt x="595729" y="72292"/>
                    </a:cubicBezTo>
                    <a:cubicBezTo>
                      <a:pt x="593568" y="74583"/>
                      <a:pt x="591016" y="76380"/>
                      <a:pt x="588073" y="77657"/>
                    </a:cubicBezTo>
                    <a:cubicBezTo>
                      <a:pt x="585117" y="78946"/>
                      <a:pt x="581836" y="79583"/>
                      <a:pt x="578229" y="79583"/>
                    </a:cubicBezTo>
                    <a:cubicBezTo>
                      <a:pt x="571628" y="79583"/>
                      <a:pt x="566068" y="77852"/>
                      <a:pt x="561563" y="74375"/>
                    </a:cubicBezTo>
                    <a:cubicBezTo>
                      <a:pt x="557044" y="70912"/>
                      <a:pt x="554610" y="65873"/>
                      <a:pt x="554271" y="59271"/>
                    </a:cubicBezTo>
                    <a:lnTo>
                      <a:pt x="562500" y="59271"/>
                    </a:lnTo>
                    <a:cubicBezTo>
                      <a:pt x="563125" y="63516"/>
                      <a:pt x="564896" y="66797"/>
                      <a:pt x="567813" y="69115"/>
                    </a:cubicBezTo>
                    <a:cubicBezTo>
                      <a:pt x="570729" y="71445"/>
                      <a:pt x="574297" y="72604"/>
                      <a:pt x="578542" y="72604"/>
                    </a:cubicBezTo>
                    <a:cubicBezTo>
                      <a:pt x="582917" y="72604"/>
                      <a:pt x="586576" y="70912"/>
                      <a:pt x="589532" y="67500"/>
                    </a:cubicBezTo>
                    <a:cubicBezTo>
                      <a:pt x="592474" y="64102"/>
                      <a:pt x="593959" y="59479"/>
                      <a:pt x="593959" y="53646"/>
                    </a:cubicBezTo>
                    <a:cubicBezTo>
                      <a:pt x="593959" y="47266"/>
                      <a:pt x="592500" y="42474"/>
                      <a:pt x="589584" y="39271"/>
                    </a:cubicBezTo>
                    <a:cubicBezTo>
                      <a:pt x="586667" y="36081"/>
                      <a:pt x="583021" y="34479"/>
                      <a:pt x="578646" y="34479"/>
                    </a:cubicBezTo>
                    <a:cubicBezTo>
                      <a:pt x="575169" y="34479"/>
                      <a:pt x="572110" y="35365"/>
                      <a:pt x="569479" y="37136"/>
                    </a:cubicBezTo>
                    <a:cubicBezTo>
                      <a:pt x="566836" y="38906"/>
                      <a:pt x="565104" y="41328"/>
                      <a:pt x="564271" y="44375"/>
                    </a:cubicBezTo>
                    <a:cubicBezTo>
                      <a:pt x="564128" y="44727"/>
                      <a:pt x="564024" y="45000"/>
                      <a:pt x="563958" y="45209"/>
                    </a:cubicBezTo>
                    <a:cubicBezTo>
                      <a:pt x="563881" y="45417"/>
                      <a:pt x="563776" y="45599"/>
                      <a:pt x="563646" y="45729"/>
                    </a:cubicBezTo>
                    <a:cubicBezTo>
                      <a:pt x="563503" y="45873"/>
                      <a:pt x="563308" y="45977"/>
                      <a:pt x="563073" y="46042"/>
                    </a:cubicBezTo>
                    <a:cubicBezTo>
                      <a:pt x="562826" y="46120"/>
                      <a:pt x="562526" y="46146"/>
                      <a:pt x="562188" y="46146"/>
                    </a:cubicBezTo>
                    <a:lnTo>
                      <a:pt x="557188" y="46146"/>
                    </a:lnTo>
                    <a:cubicBezTo>
                      <a:pt x="556563" y="46146"/>
                      <a:pt x="556172" y="46068"/>
                      <a:pt x="556042" y="45886"/>
                    </a:cubicBezTo>
                    <a:cubicBezTo>
                      <a:pt x="555899" y="45716"/>
                      <a:pt x="555833" y="45286"/>
                      <a:pt x="555833" y="44583"/>
                    </a:cubicBezTo>
                    <a:lnTo>
                      <a:pt x="556979" y="3750"/>
                    </a:lnTo>
                    <a:cubicBezTo>
                      <a:pt x="556979" y="2995"/>
                      <a:pt x="557096" y="2474"/>
                      <a:pt x="557344" y="2187"/>
                    </a:cubicBezTo>
                    <a:cubicBezTo>
                      <a:pt x="557578" y="1914"/>
                      <a:pt x="558021" y="1771"/>
                      <a:pt x="558646" y="1771"/>
                    </a:cubicBezTo>
                    <a:close/>
                    <a:moveTo>
                      <a:pt x="446250" y="1771"/>
                    </a:moveTo>
                    <a:lnTo>
                      <a:pt x="452188" y="1771"/>
                    </a:lnTo>
                    <a:cubicBezTo>
                      <a:pt x="452943" y="1771"/>
                      <a:pt x="453464" y="1914"/>
                      <a:pt x="453750" y="2187"/>
                    </a:cubicBezTo>
                    <a:cubicBezTo>
                      <a:pt x="454024" y="2474"/>
                      <a:pt x="454167" y="2995"/>
                      <a:pt x="454167" y="3750"/>
                    </a:cubicBezTo>
                    <a:lnTo>
                      <a:pt x="454167" y="77813"/>
                    </a:lnTo>
                    <a:lnTo>
                      <a:pt x="445938" y="77813"/>
                    </a:lnTo>
                    <a:lnTo>
                      <a:pt x="445938" y="10729"/>
                    </a:lnTo>
                    <a:cubicBezTo>
                      <a:pt x="444062" y="12747"/>
                      <a:pt x="441719" y="14675"/>
                      <a:pt x="438906" y="16510"/>
                    </a:cubicBezTo>
                    <a:cubicBezTo>
                      <a:pt x="436094" y="18359"/>
                      <a:pt x="433021" y="20104"/>
                      <a:pt x="429688" y="21771"/>
                    </a:cubicBezTo>
                    <a:lnTo>
                      <a:pt x="429688" y="13854"/>
                    </a:lnTo>
                    <a:cubicBezTo>
                      <a:pt x="432669" y="12539"/>
                      <a:pt x="435547" y="10833"/>
                      <a:pt x="438334" y="8750"/>
                    </a:cubicBezTo>
                    <a:cubicBezTo>
                      <a:pt x="441107" y="6667"/>
                      <a:pt x="443750" y="4349"/>
                      <a:pt x="446250" y="1771"/>
                    </a:cubicBezTo>
                    <a:close/>
                    <a:moveTo>
                      <a:pt x="272188" y="1771"/>
                    </a:moveTo>
                    <a:lnTo>
                      <a:pt x="311875" y="1771"/>
                    </a:lnTo>
                    <a:lnTo>
                      <a:pt x="311875" y="8854"/>
                    </a:lnTo>
                    <a:lnTo>
                      <a:pt x="278542" y="8854"/>
                    </a:lnTo>
                    <a:lnTo>
                      <a:pt x="277083" y="34479"/>
                    </a:lnTo>
                    <a:cubicBezTo>
                      <a:pt x="278672" y="32331"/>
                      <a:pt x="280951" y="30651"/>
                      <a:pt x="283906" y="29427"/>
                    </a:cubicBezTo>
                    <a:cubicBezTo>
                      <a:pt x="286849" y="28216"/>
                      <a:pt x="290208" y="27604"/>
                      <a:pt x="293958" y="27604"/>
                    </a:cubicBezTo>
                    <a:cubicBezTo>
                      <a:pt x="296940" y="27604"/>
                      <a:pt x="299753" y="28151"/>
                      <a:pt x="302396" y="29219"/>
                    </a:cubicBezTo>
                    <a:cubicBezTo>
                      <a:pt x="305026" y="30299"/>
                      <a:pt x="307357" y="31914"/>
                      <a:pt x="309375" y="34062"/>
                    </a:cubicBezTo>
                    <a:cubicBezTo>
                      <a:pt x="311315" y="36224"/>
                      <a:pt x="312878" y="38906"/>
                      <a:pt x="314063" y="42136"/>
                    </a:cubicBezTo>
                    <a:cubicBezTo>
                      <a:pt x="315234" y="45365"/>
                      <a:pt x="315833" y="49167"/>
                      <a:pt x="315833" y="53542"/>
                    </a:cubicBezTo>
                    <a:cubicBezTo>
                      <a:pt x="315833" y="57370"/>
                      <a:pt x="315260" y="60873"/>
                      <a:pt x="314115" y="64063"/>
                    </a:cubicBezTo>
                    <a:cubicBezTo>
                      <a:pt x="312969" y="67266"/>
                      <a:pt x="311354" y="70000"/>
                      <a:pt x="309271" y="72292"/>
                    </a:cubicBezTo>
                    <a:cubicBezTo>
                      <a:pt x="307110" y="74583"/>
                      <a:pt x="304557" y="76380"/>
                      <a:pt x="301615" y="77657"/>
                    </a:cubicBezTo>
                    <a:cubicBezTo>
                      <a:pt x="298659" y="78946"/>
                      <a:pt x="295378" y="79583"/>
                      <a:pt x="291771" y="79583"/>
                    </a:cubicBezTo>
                    <a:cubicBezTo>
                      <a:pt x="285169" y="79583"/>
                      <a:pt x="279610" y="77852"/>
                      <a:pt x="275104" y="74375"/>
                    </a:cubicBezTo>
                    <a:cubicBezTo>
                      <a:pt x="270586" y="70912"/>
                      <a:pt x="268151" y="65873"/>
                      <a:pt x="267813" y="59271"/>
                    </a:cubicBezTo>
                    <a:lnTo>
                      <a:pt x="276042" y="59271"/>
                    </a:lnTo>
                    <a:cubicBezTo>
                      <a:pt x="276667" y="63516"/>
                      <a:pt x="278438" y="66797"/>
                      <a:pt x="281354" y="69115"/>
                    </a:cubicBezTo>
                    <a:cubicBezTo>
                      <a:pt x="284271" y="71445"/>
                      <a:pt x="287839" y="72604"/>
                      <a:pt x="292083" y="72604"/>
                    </a:cubicBezTo>
                    <a:cubicBezTo>
                      <a:pt x="296458" y="72604"/>
                      <a:pt x="300117" y="70912"/>
                      <a:pt x="303073" y="67500"/>
                    </a:cubicBezTo>
                    <a:cubicBezTo>
                      <a:pt x="306016" y="64102"/>
                      <a:pt x="307500" y="59479"/>
                      <a:pt x="307500" y="53646"/>
                    </a:cubicBezTo>
                    <a:cubicBezTo>
                      <a:pt x="307500" y="47266"/>
                      <a:pt x="306042" y="42474"/>
                      <a:pt x="303125" y="39271"/>
                    </a:cubicBezTo>
                    <a:cubicBezTo>
                      <a:pt x="300208" y="36081"/>
                      <a:pt x="296563" y="34479"/>
                      <a:pt x="292188" y="34479"/>
                    </a:cubicBezTo>
                    <a:cubicBezTo>
                      <a:pt x="288711" y="34479"/>
                      <a:pt x="285651" y="35365"/>
                      <a:pt x="283021" y="37136"/>
                    </a:cubicBezTo>
                    <a:cubicBezTo>
                      <a:pt x="280378" y="38906"/>
                      <a:pt x="278646" y="41328"/>
                      <a:pt x="277813" y="44375"/>
                    </a:cubicBezTo>
                    <a:cubicBezTo>
                      <a:pt x="277669" y="44727"/>
                      <a:pt x="277565" y="45000"/>
                      <a:pt x="277500" y="45209"/>
                    </a:cubicBezTo>
                    <a:cubicBezTo>
                      <a:pt x="277422" y="45417"/>
                      <a:pt x="277318" y="45599"/>
                      <a:pt x="277188" y="45729"/>
                    </a:cubicBezTo>
                    <a:cubicBezTo>
                      <a:pt x="277044" y="45873"/>
                      <a:pt x="276849" y="45977"/>
                      <a:pt x="276615" y="46042"/>
                    </a:cubicBezTo>
                    <a:cubicBezTo>
                      <a:pt x="276367" y="46120"/>
                      <a:pt x="276068" y="46146"/>
                      <a:pt x="275729" y="46146"/>
                    </a:cubicBezTo>
                    <a:lnTo>
                      <a:pt x="270729" y="46146"/>
                    </a:lnTo>
                    <a:cubicBezTo>
                      <a:pt x="270104" y="46146"/>
                      <a:pt x="269714" y="46068"/>
                      <a:pt x="269583" y="45886"/>
                    </a:cubicBezTo>
                    <a:cubicBezTo>
                      <a:pt x="269440" y="45716"/>
                      <a:pt x="269375" y="45286"/>
                      <a:pt x="269375" y="44583"/>
                    </a:cubicBezTo>
                    <a:lnTo>
                      <a:pt x="270521" y="3750"/>
                    </a:lnTo>
                    <a:cubicBezTo>
                      <a:pt x="270521" y="2995"/>
                      <a:pt x="270638" y="2474"/>
                      <a:pt x="270885" y="2187"/>
                    </a:cubicBezTo>
                    <a:cubicBezTo>
                      <a:pt x="271120" y="1914"/>
                      <a:pt x="271562" y="1771"/>
                      <a:pt x="272188" y="1771"/>
                    </a:cubicBezTo>
                    <a:close/>
                    <a:moveTo>
                      <a:pt x="16562" y="1771"/>
                    </a:moveTo>
                    <a:lnTo>
                      <a:pt x="22500" y="1771"/>
                    </a:lnTo>
                    <a:cubicBezTo>
                      <a:pt x="23255" y="1771"/>
                      <a:pt x="23776" y="1914"/>
                      <a:pt x="24062" y="2187"/>
                    </a:cubicBezTo>
                    <a:cubicBezTo>
                      <a:pt x="24336" y="2474"/>
                      <a:pt x="24479" y="2995"/>
                      <a:pt x="24479" y="3750"/>
                    </a:cubicBezTo>
                    <a:lnTo>
                      <a:pt x="24479" y="77813"/>
                    </a:lnTo>
                    <a:lnTo>
                      <a:pt x="16250" y="77813"/>
                    </a:lnTo>
                    <a:lnTo>
                      <a:pt x="16250" y="10729"/>
                    </a:lnTo>
                    <a:cubicBezTo>
                      <a:pt x="14375" y="12747"/>
                      <a:pt x="12031" y="14675"/>
                      <a:pt x="9218" y="16510"/>
                    </a:cubicBezTo>
                    <a:cubicBezTo>
                      <a:pt x="6406" y="18359"/>
                      <a:pt x="3333" y="20104"/>
                      <a:pt x="0" y="21771"/>
                    </a:cubicBezTo>
                    <a:lnTo>
                      <a:pt x="0" y="13854"/>
                    </a:lnTo>
                    <a:cubicBezTo>
                      <a:pt x="2981" y="12539"/>
                      <a:pt x="5859" y="10833"/>
                      <a:pt x="8646" y="8750"/>
                    </a:cubicBezTo>
                    <a:cubicBezTo>
                      <a:pt x="11419" y="6667"/>
                      <a:pt x="14062" y="4349"/>
                      <a:pt x="16562" y="1771"/>
                    </a:cubicBezTo>
                    <a:close/>
                    <a:moveTo>
                      <a:pt x="140833" y="625"/>
                    </a:moveTo>
                    <a:lnTo>
                      <a:pt x="147917" y="625"/>
                    </a:lnTo>
                    <a:cubicBezTo>
                      <a:pt x="148672" y="625"/>
                      <a:pt x="149192" y="769"/>
                      <a:pt x="149479" y="1042"/>
                    </a:cubicBezTo>
                    <a:cubicBezTo>
                      <a:pt x="149752" y="1328"/>
                      <a:pt x="149896" y="1849"/>
                      <a:pt x="149896" y="2604"/>
                    </a:cubicBezTo>
                    <a:lnTo>
                      <a:pt x="149896" y="53959"/>
                    </a:lnTo>
                    <a:lnTo>
                      <a:pt x="161250" y="53959"/>
                    </a:lnTo>
                    <a:lnTo>
                      <a:pt x="161250" y="61146"/>
                    </a:lnTo>
                    <a:lnTo>
                      <a:pt x="149896" y="61146"/>
                    </a:lnTo>
                    <a:lnTo>
                      <a:pt x="149896" y="77813"/>
                    </a:lnTo>
                    <a:lnTo>
                      <a:pt x="141771" y="77813"/>
                    </a:lnTo>
                    <a:lnTo>
                      <a:pt x="141771" y="61146"/>
                    </a:lnTo>
                    <a:lnTo>
                      <a:pt x="109375" y="61146"/>
                    </a:lnTo>
                    <a:cubicBezTo>
                      <a:pt x="108606" y="61146"/>
                      <a:pt x="108086" y="61016"/>
                      <a:pt x="107813" y="60729"/>
                    </a:cubicBezTo>
                    <a:cubicBezTo>
                      <a:pt x="107526" y="60456"/>
                      <a:pt x="107396" y="59935"/>
                      <a:pt x="107396" y="59167"/>
                    </a:cubicBezTo>
                    <a:lnTo>
                      <a:pt x="107396" y="54792"/>
                    </a:lnTo>
                    <a:cubicBezTo>
                      <a:pt x="107396" y="54310"/>
                      <a:pt x="107474" y="53802"/>
                      <a:pt x="107656" y="53281"/>
                    </a:cubicBezTo>
                    <a:cubicBezTo>
                      <a:pt x="107825" y="52760"/>
                      <a:pt x="108047" y="52292"/>
                      <a:pt x="108333" y="51875"/>
                    </a:cubicBezTo>
                    <a:lnTo>
                      <a:pt x="138750" y="1979"/>
                    </a:lnTo>
                    <a:cubicBezTo>
                      <a:pt x="138958" y="1562"/>
                      <a:pt x="139232" y="1237"/>
                      <a:pt x="139583" y="990"/>
                    </a:cubicBezTo>
                    <a:cubicBezTo>
                      <a:pt x="139922" y="755"/>
                      <a:pt x="140338" y="625"/>
                      <a:pt x="140833" y="625"/>
                    </a:cubicBezTo>
                    <a:close/>
                    <a:moveTo>
                      <a:pt x="83750" y="104"/>
                    </a:moveTo>
                    <a:cubicBezTo>
                      <a:pt x="90065" y="104"/>
                      <a:pt x="95208" y="1901"/>
                      <a:pt x="99167" y="5469"/>
                    </a:cubicBezTo>
                    <a:cubicBezTo>
                      <a:pt x="103125" y="9050"/>
                      <a:pt x="105443" y="13854"/>
                      <a:pt x="106146" y="19896"/>
                    </a:cubicBezTo>
                    <a:lnTo>
                      <a:pt x="97917" y="19896"/>
                    </a:lnTo>
                    <a:cubicBezTo>
                      <a:pt x="97708" y="16016"/>
                      <a:pt x="96250" y="12904"/>
                      <a:pt x="93542" y="10573"/>
                    </a:cubicBezTo>
                    <a:cubicBezTo>
                      <a:pt x="90833" y="8255"/>
                      <a:pt x="87604" y="7083"/>
                      <a:pt x="83854" y="7083"/>
                    </a:cubicBezTo>
                    <a:cubicBezTo>
                      <a:pt x="80169" y="7083"/>
                      <a:pt x="77109" y="8229"/>
                      <a:pt x="74687" y="10521"/>
                    </a:cubicBezTo>
                    <a:cubicBezTo>
                      <a:pt x="72252" y="12813"/>
                      <a:pt x="70312" y="15703"/>
                      <a:pt x="68854" y="19167"/>
                    </a:cubicBezTo>
                    <a:cubicBezTo>
                      <a:pt x="67396" y="22578"/>
                      <a:pt x="66367" y="26289"/>
                      <a:pt x="65781" y="30313"/>
                    </a:cubicBezTo>
                    <a:cubicBezTo>
                      <a:pt x="65182" y="34349"/>
                      <a:pt x="64896" y="38099"/>
                      <a:pt x="64896" y="41563"/>
                    </a:cubicBezTo>
                    <a:cubicBezTo>
                      <a:pt x="66419" y="37123"/>
                      <a:pt x="68984" y="33802"/>
                      <a:pt x="72604" y="31615"/>
                    </a:cubicBezTo>
                    <a:cubicBezTo>
                      <a:pt x="76211" y="29427"/>
                      <a:pt x="80338" y="28333"/>
                      <a:pt x="85000" y="28333"/>
                    </a:cubicBezTo>
                    <a:cubicBezTo>
                      <a:pt x="91875" y="28333"/>
                      <a:pt x="97305" y="30664"/>
                      <a:pt x="101302" y="35313"/>
                    </a:cubicBezTo>
                    <a:cubicBezTo>
                      <a:pt x="105286" y="39974"/>
                      <a:pt x="107292" y="46146"/>
                      <a:pt x="107292" y="53854"/>
                    </a:cubicBezTo>
                    <a:cubicBezTo>
                      <a:pt x="107292" y="57474"/>
                      <a:pt x="106745" y="60833"/>
                      <a:pt x="105677" y="63959"/>
                    </a:cubicBezTo>
                    <a:cubicBezTo>
                      <a:pt x="104596" y="67083"/>
                      <a:pt x="103021" y="69831"/>
                      <a:pt x="100937" y="72188"/>
                    </a:cubicBezTo>
                    <a:cubicBezTo>
                      <a:pt x="98919" y="74479"/>
                      <a:pt x="96458" y="76289"/>
                      <a:pt x="93542" y="77604"/>
                    </a:cubicBezTo>
                    <a:cubicBezTo>
                      <a:pt x="90625" y="78932"/>
                      <a:pt x="87318" y="79583"/>
                      <a:pt x="83646" y="79583"/>
                    </a:cubicBezTo>
                    <a:cubicBezTo>
                      <a:pt x="77877" y="79583"/>
                      <a:pt x="72995" y="78073"/>
                      <a:pt x="69010" y="75052"/>
                    </a:cubicBezTo>
                    <a:cubicBezTo>
                      <a:pt x="65013" y="72031"/>
                      <a:pt x="62213" y="68203"/>
                      <a:pt x="60625" y="63542"/>
                    </a:cubicBezTo>
                    <a:cubicBezTo>
                      <a:pt x="59583" y="60703"/>
                      <a:pt x="58828" y="57630"/>
                      <a:pt x="58385" y="54323"/>
                    </a:cubicBezTo>
                    <a:cubicBezTo>
                      <a:pt x="57929" y="51029"/>
                      <a:pt x="57708" y="46979"/>
                      <a:pt x="57708" y="42188"/>
                    </a:cubicBezTo>
                    <a:cubicBezTo>
                      <a:pt x="57708" y="35247"/>
                      <a:pt x="58346" y="29154"/>
                      <a:pt x="59635" y="23906"/>
                    </a:cubicBezTo>
                    <a:cubicBezTo>
                      <a:pt x="60911" y="18672"/>
                      <a:pt x="62734" y="14271"/>
                      <a:pt x="65104" y="10729"/>
                    </a:cubicBezTo>
                    <a:cubicBezTo>
                      <a:pt x="67396" y="7266"/>
                      <a:pt x="70130" y="4623"/>
                      <a:pt x="73333" y="2813"/>
                    </a:cubicBezTo>
                    <a:cubicBezTo>
                      <a:pt x="76523" y="1016"/>
                      <a:pt x="80000" y="104"/>
                      <a:pt x="83750" y="104"/>
                    </a:cubicBezTo>
                    <a:close/>
                    <a:moveTo>
                      <a:pt x="511042" y="0"/>
                    </a:moveTo>
                    <a:cubicBezTo>
                      <a:pt x="514089" y="0"/>
                      <a:pt x="517031" y="404"/>
                      <a:pt x="519844" y="1198"/>
                    </a:cubicBezTo>
                    <a:cubicBezTo>
                      <a:pt x="522656" y="2005"/>
                      <a:pt x="525130" y="3229"/>
                      <a:pt x="527292" y="4896"/>
                    </a:cubicBezTo>
                    <a:cubicBezTo>
                      <a:pt x="529375" y="6562"/>
                      <a:pt x="531055" y="8685"/>
                      <a:pt x="532344" y="11250"/>
                    </a:cubicBezTo>
                    <a:cubicBezTo>
                      <a:pt x="533620" y="13828"/>
                      <a:pt x="534271" y="16875"/>
                      <a:pt x="534271" y="20417"/>
                    </a:cubicBezTo>
                    <a:cubicBezTo>
                      <a:pt x="534271" y="24792"/>
                      <a:pt x="532839" y="28685"/>
                      <a:pt x="530000" y="32084"/>
                    </a:cubicBezTo>
                    <a:cubicBezTo>
                      <a:pt x="527149" y="35495"/>
                      <a:pt x="523438" y="37604"/>
                      <a:pt x="518854" y="38437"/>
                    </a:cubicBezTo>
                    <a:cubicBezTo>
                      <a:pt x="523920" y="39141"/>
                      <a:pt x="528034" y="41276"/>
                      <a:pt x="531198" y="44844"/>
                    </a:cubicBezTo>
                    <a:cubicBezTo>
                      <a:pt x="534349" y="48424"/>
                      <a:pt x="535937" y="52708"/>
                      <a:pt x="535937" y="57708"/>
                    </a:cubicBezTo>
                    <a:cubicBezTo>
                      <a:pt x="535937" y="61602"/>
                      <a:pt x="535221" y="64922"/>
                      <a:pt x="533802" y="67656"/>
                    </a:cubicBezTo>
                    <a:cubicBezTo>
                      <a:pt x="532370" y="70404"/>
                      <a:pt x="530482" y="72682"/>
                      <a:pt x="528125" y="74479"/>
                    </a:cubicBezTo>
                    <a:cubicBezTo>
                      <a:pt x="525755" y="76224"/>
                      <a:pt x="523047" y="77500"/>
                      <a:pt x="520000" y="78334"/>
                    </a:cubicBezTo>
                    <a:cubicBezTo>
                      <a:pt x="516940" y="79167"/>
                      <a:pt x="513815" y="79583"/>
                      <a:pt x="510625" y="79583"/>
                    </a:cubicBezTo>
                    <a:cubicBezTo>
                      <a:pt x="503125" y="79583"/>
                      <a:pt x="497201" y="77604"/>
                      <a:pt x="492865" y="73646"/>
                    </a:cubicBezTo>
                    <a:cubicBezTo>
                      <a:pt x="488516" y="69688"/>
                      <a:pt x="486276" y="64206"/>
                      <a:pt x="486146" y="57188"/>
                    </a:cubicBezTo>
                    <a:lnTo>
                      <a:pt x="494375" y="57188"/>
                    </a:lnTo>
                    <a:cubicBezTo>
                      <a:pt x="494857" y="62188"/>
                      <a:pt x="496511" y="65977"/>
                      <a:pt x="499323" y="68542"/>
                    </a:cubicBezTo>
                    <a:cubicBezTo>
                      <a:pt x="502136" y="71120"/>
                      <a:pt x="506003" y="72396"/>
                      <a:pt x="510938" y="72396"/>
                    </a:cubicBezTo>
                    <a:cubicBezTo>
                      <a:pt x="516068" y="72396"/>
                      <a:pt x="520130" y="71042"/>
                      <a:pt x="523125" y="68334"/>
                    </a:cubicBezTo>
                    <a:cubicBezTo>
                      <a:pt x="526107" y="65625"/>
                      <a:pt x="527604" y="61771"/>
                      <a:pt x="527604" y="56771"/>
                    </a:cubicBezTo>
                    <a:cubicBezTo>
                      <a:pt x="527604" y="54206"/>
                      <a:pt x="527110" y="52005"/>
                      <a:pt x="526146" y="50157"/>
                    </a:cubicBezTo>
                    <a:cubicBezTo>
                      <a:pt x="525169" y="48320"/>
                      <a:pt x="523880" y="46810"/>
                      <a:pt x="522292" y="45625"/>
                    </a:cubicBezTo>
                    <a:cubicBezTo>
                      <a:pt x="520625" y="44453"/>
                      <a:pt x="518763" y="43581"/>
                      <a:pt x="516719" y="43021"/>
                    </a:cubicBezTo>
                    <a:cubicBezTo>
                      <a:pt x="514662" y="42474"/>
                      <a:pt x="512565" y="42123"/>
                      <a:pt x="510417" y="41979"/>
                    </a:cubicBezTo>
                    <a:lnTo>
                      <a:pt x="506250" y="41979"/>
                    </a:lnTo>
                    <a:cubicBezTo>
                      <a:pt x="505417" y="41979"/>
                      <a:pt x="504922" y="41901"/>
                      <a:pt x="504792" y="41719"/>
                    </a:cubicBezTo>
                    <a:cubicBezTo>
                      <a:pt x="504649" y="41550"/>
                      <a:pt x="504583" y="41081"/>
                      <a:pt x="504583" y="40313"/>
                    </a:cubicBezTo>
                    <a:lnTo>
                      <a:pt x="504583" y="36459"/>
                    </a:lnTo>
                    <a:cubicBezTo>
                      <a:pt x="504583" y="35625"/>
                      <a:pt x="504649" y="35078"/>
                      <a:pt x="504792" y="34792"/>
                    </a:cubicBezTo>
                    <a:cubicBezTo>
                      <a:pt x="504922" y="34518"/>
                      <a:pt x="505417" y="34375"/>
                      <a:pt x="506250" y="34375"/>
                    </a:cubicBezTo>
                    <a:lnTo>
                      <a:pt x="509688" y="34375"/>
                    </a:lnTo>
                    <a:cubicBezTo>
                      <a:pt x="511771" y="34375"/>
                      <a:pt x="513802" y="34115"/>
                      <a:pt x="515782" y="33594"/>
                    </a:cubicBezTo>
                    <a:cubicBezTo>
                      <a:pt x="517760" y="33073"/>
                      <a:pt x="519479" y="32266"/>
                      <a:pt x="520938" y="31146"/>
                    </a:cubicBezTo>
                    <a:cubicBezTo>
                      <a:pt x="522461" y="30104"/>
                      <a:pt x="523672" y="28737"/>
                      <a:pt x="524584" y="27032"/>
                    </a:cubicBezTo>
                    <a:cubicBezTo>
                      <a:pt x="525482" y="25339"/>
                      <a:pt x="525938" y="23268"/>
                      <a:pt x="525938" y="20833"/>
                    </a:cubicBezTo>
                    <a:cubicBezTo>
                      <a:pt x="525938" y="16458"/>
                      <a:pt x="524492" y="13099"/>
                      <a:pt x="521615" y="10729"/>
                    </a:cubicBezTo>
                    <a:cubicBezTo>
                      <a:pt x="518724" y="8372"/>
                      <a:pt x="515104" y="7188"/>
                      <a:pt x="510729" y="7188"/>
                    </a:cubicBezTo>
                    <a:cubicBezTo>
                      <a:pt x="506211" y="7188"/>
                      <a:pt x="502656" y="8372"/>
                      <a:pt x="500052" y="10729"/>
                    </a:cubicBezTo>
                    <a:cubicBezTo>
                      <a:pt x="497448" y="13099"/>
                      <a:pt x="495938" y="16497"/>
                      <a:pt x="495521" y="20938"/>
                    </a:cubicBezTo>
                    <a:lnTo>
                      <a:pt x="487188" y="20938"/>
                    </a:lnTo>
                    <a:cubicBezTo>
                      <a:pt x="487253" y="14479"/>
                      <a:pt x="489479" y="9375"/>
                      <a:pt x="493854" y="5625"/>
                    </a:cubicBezTo>
                    <a:cubicBezTo>
                      <a:pt x="498229" y="1875"/>
                      <a:pt x="503958" y="0"/>
                      <a:pt x="511042" y="0"/>
                    </a:cubicBezTo>
                    <a:close/>
                    <a:moveTo>
                      <a:pt x="356146" y="0"/>
                    </a:moveTo>
                    <a:cubicBezTo>
                      <a:pt x="363229" y="0"/>
                      <a:pt x="369011" y="1810"/>
                      <a:pt x="373490" y="5417"/>
                    </a:cubicBezTo>
                    <a:cubicBezTo>
                      <a:pt x="377969" y="9036"/>
                      <a:pt x="380208" y="14102"/>
                      <a:pt x="380208" y="20625"/>
                    </a:cubicBezTo>
                    <a:cubicBezTo>
                      <a:pt x="380208" y="22500"/>
                      <a:pt x="379870" y="24375"/>
                      <a:pt x="379219" y="26250"/>
                    </a:cubicBezTo>
                    <a:cubicBezTo>
                      <a:pt x="378555" y="28125"/>
                      <a:pt x="377630" y="29896"/>
                      <a:pt x="376458" y="31563"/>
                    </a:cubicBezTo>
                    <a:cubicBezTo>
                      <a:pt x="375208" y="33229"/>
                      <a:pt x="373750" y="34714"/>
                      <a:pt x="372083" y="35990"/>
                    </a:cubicBezTo>
                    <a:cubicBezTo>
                      <a:pt x="370417" y="37279"/>
                      <a:pt x="368568" y="38203"/>
                      <a:pt x="366562" y="38750"/>
                    </a:cubicBezTo>
                    <a:cubicBezTo>
                      <a:pt x="371146" y="40000"/>
                      <a:pt x="374714" y="42279"/>
                      <a:pt x="377292" y="45573"/>
                    </a:cubicBezTo>
                    <a:cubicBezTo>
                      <a:pt x="379857" y="48880"/>
                      <a:pt x="381146" y="52747"/>
                      <a:pt x="381146" y="57188"/>
                    </a:cubicBezTo>
                    <a:cubicBezTo>
                      <a:pt x="381068" y="64349"/>
                      <a:pt x="378724" y="69844"/>
                      <a:pt x="374115" y="73698"/>
                    </a:cubicBezTo>
                    <a:cubicBezTo>
                      <a:pt x="369492" y="77552"/>
                      <a:pt x="363464" y="79479"/>
                      <a:pt x="356042" y="79479"/>
                    </a:cubicBezTo>
                    <a:cubicBezTo>
                      <a:pt x="348542" y="79479"/>
                      <a:pt x="342513" y="77552"/>
                      <a:pt x="337969" y="73698"/>
                    </a:cubicBezTo>
                    <a:cubicBezTo>
                      <a:pt x="333411" y="69844"/>
                      <a:pt x="331146" y="64349"/>
                      <a:pt x="331146" y="57188"/>
                    </a:cubicBezTo>
                    <a:cubicBezTo>
                      <a:pt x="331146" y="53307"/>
                      <a:pt x="332396" y="49609"/>
                      <a:pt x="334896" y="46094"/>
                    </a:cubicBezTo>
                    <a:cubicBezTo>
                      <a:pt x="337396" y="42591"/>
                      <a:pt x="341042" y="40000"/>
                      <a:pt x="345833" y="38333"/>
                    </a:cubicBezTo>
                    <a:cubicBezTo>
                      <a:pt x="341459" y="37500"/>
                      <a:pt x="338073" y="35391"/>
                      <a:pt x="335677" y="31979"/>
                    </a:cubicBezTo>
                    <a:cubicBezTo>
                      <a:pt x="333281" y="28581"/>
                      <a:pt x="332083" y="24792"/>
                      <a:pt x="332083" y="20625"/>
                    </a:cubicBezTo>
                    <a:cubicBezTo>
                      <a:pt x="332083" y="14102"/>
                      <a:pt x="334297" y="9036"/>
                      <a:pt x="338750" y="5417"/>
                    </a:cubicBezTo>
                    <a:cubicBezTo>
                      <a:pt x="343190" y="1810"/>
                      <a:pt x="348985" y="0"/>
                      <a:pt x="356146" y="0"/>
                    </a:cubicBezTo>
                    <a:close/>
                    <a:moveTo>
                      <a:pt x="238958" y="0"/>
                    </a:moveTo>
                    <a:cubicBezTo>
                      <a:pt x="246042" y="0"/>
                      <a:pt x="251823" y="1810"/>
                      <a:pt x="256302" y="5417"/>
                    </a:cubicBezTo>
                    <a:cubicBezTo>
                      <a:pt x="260781" y="9036"/>
                      <a:pt x="263021" y="14102"/>
                      <a:pt x="263021" y="20625"/>
                    </a:cubicBezTo>
                    <a:cubicBezTo>
                      <a:pt x="263021" y="22500"/>
                      <a:pt x="262682" y="24375"/>
                      <a:pt x="262031" y="26250"/>
                    </a:cubicBezTo>
                    <a:cubicBezTo>
                      <a:pt x="261367" y="28125"/>
                      <a:pt x="260443" y="29896"/>
                      <a:pt x="259271" y="31563"/>
                    </a:cubicBezTo>
                    <a:cubicBezTo>
                      <a:pt x="258021" y="33229"/>
                      <a:pt x="256562" y="34714"/>
                      <a:pt x="254896" y="35990"/>
                    </a:cubicBezTo>
                    <a:cubicBezTo>
                      <a:pt x="253229" y="37279"/>
                      <a:pt x="251380" y="38203"/>
                      <a:pt x="249375" y="38750"/>
                    </a:cubicBezTo>
                    <a:cubicBezTo>
                      <a:pt x="253958" y="40000"/>
                      <a:pt x="257526" y="42279"/>
                      <a:pt x="260104" y="45573"/>
                    </a:cubicBezTo>
                    <a:cubicBezTo>
                      <a:pt x="262669" y="48880"/>
                      <a:pt x="263958" y="52747"/>
                      <a:pt x="263958" y="57188"/>
                    </a:cubicBezTo>
                    <a:cubicBezTo>
                      <a:pt x="263880" y="64349"/>
                      <a:pt x="261537" y="69844"/>
                      <a:pt x="256927" y="73698"/>
                    </a:cubicBezTo>
                    <a:cubicBezTo>
                      <a:pt x="252305" y="77552"/>
                      <a:pt x="246276" y="79479"/>
                      <a:pt x="238854" y="79479"/>
                    </a:cubicBezTo>
                    <a:cubicBezTo>
                      <a:pt x="231354" y="79479"/>
                      <a:pt x="225326" y="77552"/>
                      <a:pt x="220781" y="73698"/>
                    </a:cubicBezTo>
                    <a:cubicBezTo>
                      <a:pt x="216224" y="69844"/>
                      <a:pt x="213958" y="64349"/>
                      <a:pt x="213958" y="57188"/>
                    </a:cubicBezTo>
                    <a:cubicBezTo>
                      <a:pt x="213958" y="53307"/>
                      <a:pt x="215208" y="49609"/>
                      <a:pt x="217708" y="46094"/>
                    </a:cubicBezTo>
                    <a:cubicBezTo>
                      <a:pt x="220208" y="42591"/>
                      <a:pt x="223854" y="40000"/>
                      <a:pt x="228646" y="38333"/>
                    </a:cubicBezTo>
                    <a:cubicBezTo>
                      <a:pt x="224271" y="37500"/>
                      <a:pt x="220885" y="35391"/>
                      <a:pt x="218490" y="31979"/>
                    </a:cubicBezTo>
                    <a:cubicBezTo>
                      <a:pt x="216094" y="28581"/>
                      <a:pt x="214896" y="24792"/>
                      <a:pt x="214896" y="20625"/>
                    </a:cubicBezTo>
                    <a:cubicBezTo>
                      <a:pt x="214896" y="14102"/>
                      <a:pt x="217109" y="9036"/>
                      <a:pt x="221563" y="5417"/>
                    </a:cubicBezTo>
                    <a:cubicBezTo>
                      <a:pt x="226003" y="1810"/>
                      <a:pt x="231797" y="0"/>
                      <a:pt x="238958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80EC1729-27DF-4295-BD6B-60EFF2A65987}"/>
                  </a:ext>
                </a:extLst>
              </p:cNvPr>
              <p:cNvSpPr txBox="1"/>
              <p:nvPr/>
            </p:nvSpPr>
            <p:spPr>
              <a:xfrm>
                <a:off x="3880582" y="5933679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164,858,135</a:t>
                </a:r>
              </a:p>
            </p:txBody>
          </p:sp>
        </p:grpSp>
        <p:sp>
          <p:nvSpPr>
            <p:cNvPr id="617" name="자유형: 도형 616">
              <a:extLst>
                <a:ext uri="{FF2B5EF4-FFF2-40B4-BE49-F238E27FC236}">
                  <a16:creationId xmlns:a16="http://schemas.microsoft.com/office/drawing/2014/main" id="{F4E3CAFA-8334-4FED-95A7-F47BA31A7BDA}"/>
                </a:ext>
              </a:extLst>
            </p:cNvPr>
            <p:cNvSpPr/>
            <p:nvPr/>
          </p:nvSpPr>
          <p:spPr>
            <a:xfrm>
              <a:off x="4879001" y="5971560"/>
              <a:ext cx="168646" cy="90624"/>
            </a:xfrm>
            <a:custGeom>
              <a:avLst/>
              <a:gdLst>
                <a:gd name="connsiteX0" fmla="*/ 13438 w 168646"/>
                <a:gd name="connsiteY0" fmla="*/ 64896 h 90624"/>
                <a:gd name="connsiteX1" fmla="*/ 21875 w 168646"/>
                <a:gd name="connsiteY1" fmla="*/ 64896 h 90624"/>
                <a:gd name="connsiteX2" fmla="*/ 21875 w 168646"/>
                <a:gd name="connsiteY2" fmla="*/ 83646 h 90624"/>
                <a:gd name="connsiteX3" fmla="*/ 74375 w 168646"/>
                <a:gd name="connsiteY3" fmla="*/ 83646 h 90624"/>
                <a:gd name="connsiteX4" fmla="*/ 74375 w 168646"/>
                <a:gd name="connsiteY4" fmla="*/ 90625 h 90624"/>
                <a:gd name="connsiteX5" fmla="*/ 15625 w 168646"/>
                <a:gd name="connsiteY5" fmla="*/ 90625 h 90624"/>
                <a:gd name="connsiteX6" fmla="*/ 13907 w 168646"/>
                <a:gd name="connsiteY6" fmla="*/ 90156 h 90624"/>
                <a:gd name="connsiteX7" fmla="*/ 13438 w 168646"/>
                <a:gd name="connsiteY7" fmla="*/ 88437 h 90624"/>
                <a:gd name="connsiteX8" fmla="*/ 106354 w 168646"/>
                <a:gd name="connsiteY8" fmla="*/ 61042 h 90624"/>
                <a:gd name="connsiteX9" fmla="*/ 114792 w 168646"/>
                <a:gd name="connsiteY9" fmla="*/ 61042 h 90624"/>
                <a:gd name="connsiteX10" fmla="*/ 114792 w 168646"/>
                <a:gd name="connsiteY10" fmla="*/ 83542 h 90624"/>
                <a:gd name="connsiteX11" fmla="*/ 168646 w 168646"/>
                <a:gd name="connsiteY11" fmla="*/ 83542 h 90624"/>
                <a:gd name="connsiteX12" fmla="*/ 168646 w 168646"/>
                <a:gd name="connsiteY12" fmla="*/ 90625 h 90624"/>
                <a:gd name="connsiteX13" fmla="*/ 108542 w 168646"/>
                <a:gd name="connsiteY13" fmla="*/ 90625 h 90624"/>
                <a:gd name="connsiteX14" fmla="*/ 106823 w 168646"/>
                <a:gd name="connsiteY14" fmla="*/ 90156 h 90624"/>
                <a:gd name="connsiteX15" fmla="*/ 106354 w 168646"/>
                <a:gd name="connsiteY15" fmla="*/ 88437 h 90624"/>
                <a:gd name="connsiteX16" fmla="*/ 26459 w 168646"/>
                <a:gd name="connsiteY16" fmla="*/ 30938 h 90624"/>
                <a:gd name="connsiteX17" fmla="*/ 15885 w 168646"/>
                <a:gd name="connsiteY17" fmla="*/ 33750 h 90624"/>
                <a:gd name="connsiteX18" fmla="*/ 11979 w 168646"/>
                <a:gd name="connsiteY18" fmla="*/ 41563 h 90624"/>
                <a:gd name="connsiteX19" fmla="*/ 15885 w 168646"/>
                <a:gd name="connsiteY19" fmla="*/ 49427 h 90624"/>
                <a:gd name="connsiteX20" fmla="*/ 26459 w 168646"/>
                <a:gd name="connsiteY20" fmla="*/ 52187 h 90624"/>
                <a:gd name="connsiteX21" fmla="*/ 36719 w 168646"/>
                <a:gd name="connsiteY21" fmla="*/ 49427 h 90624"/>
                <a:gd name="connsiteX22" fmla="*/ 40625 w 168646"/>
                <a:gd name="connsiteY22" fmla="*/ 41563 h 90624"/>
                <a:gd name="connsiteX23" fmla="*/ 36719 w 168646"/>
                <a:gd name="connsiteY23" fmla="*/ 33750 h 90624"/>
                <a:gd name="connsiteX24" fmla="*/ 26459 w 168646"/>
                <a:gd name="connsiteY24" fmla="*/ 30938 h 90624"/>
                <a:gd name="connsiteX25" fmla="*/ 26354 w 168646"/>
                <a:gd name="connsiteY25" fmla="*/ 24687 h 90624"/>
                <a:gd name="connsiteX26" fmla="*/ 42761 w 168646"/>
                <a:gd name="connsiteY26" fmla="*/ 29323 h 90624"/>
                <a:gd name="connsiteX27" fmla="*/ 49167 w 168646"/>
                <a:gd name="connsiteY27" fmla="*/ 41563 h 90624"/>
                <a:gd name="connsiteX28" fmla="*/ 42813 w 168646"/>
                <a:gd name="connsiteY28" fmla="*/ 53854 h 90624"/>
                <a:gd name="connsiteX29" fmla="*/ 26354 w 168646"/>
                <a:gd name="connsiteY29" fmla="*/ 58438 h 90624"/>
                <a:gd name="connsiteX30" fmla="*/ 9792 w 168646"/>
                <a:gd name="connsiteY30" fmla="*/ 53854 h 90624"/>
                <a:gd name="connsiteX31" fmla="*/ 3542 w 168646"/>
                <a:gd name="connsiteY31" fmla="*/ 41563 h 90624"/>
                <a:gd name="connsiteX32" fmla="*/ 9792 w 168646"/>
                <a:gd name="connsiteY32" fmla="*/ 29323 h 90624"/>
                <a:gd name="connsiteX33" fmla="*/ 26354 w 168646"/>
                <a:gd name="connsiteY33" fmla="*/ 24687 h 90624"/>
                <a:gd name="connsiteX34" fmla="*/ 0 w 168646"/>
                <a:gd name="connsiteY34" fmla="*/ 13333 h 90624"/>
                <a:gd name="connsiteX35" fmla="*/ 52917 w 168646"/>
                <a:gd name="connsiteY35" fmla="*/ 13333 h 90624"/>
                <a:gd name="connsiteX36" fmla="*/ 52917 w 168646"/>
                <a:gd name="connsiteY36" fmla="*/ 19896 h 90624"/>
                <a:gd name="connsiteX37" fmla="*/ 0 w 168646"/>
                <a:gd name="connsiteY37" fmla="*/ 19896 h 90624"/>
                <a:gd name="connsiteX38" fmla="*/ 94688 w 168646"/>
                <a:gd name="connsiteY38" fmla="*/ 4479 h 90624"/>
                <a:gd name="connsiteX39" fmla="*/ 139688 w 168646"/>
                <a:gd name="connsiteY39" fmla="*/ 4479 h 90624"/>
                <a:gd name="connsiteX40" fmla="*/ 139688 w 168646"/>
                <a:gd name="connsiteY40" fmla="*/ 11458 h 90624"/>
                <a:gd name="connsiteX41" fmla="*/ 121458 w 168646"/>
                <a:gd name="connsiteY41" fmla="*/ 11458 h 90624"/>
                <a:gd name="connsiteX42" fmla="*/ 121458 w 168646"/>
                <a:gd name="connsiteY42" fmla="*/ 17188 h 90624"/>
                <a:gd name="connsiteX43" fmla="*/ 123177 w 168646"/>
                <a:gd name="connsiteY43" fmla="*/ 26823 h 90624"/>
                <a:gd name="connsiteX44" fmla="*/ 127709 w 168646"/>
                <a:gd name="connsiteY44" fmla="*/ 34792 h 90624"/>
                <a:gd name="connsiteX45" fmla="*/ 135938 w 168646"/>
                <a:gd name="connsiteY45" fmla="*/ 42708 h 90624"/>
                <a:gd name="connsiteX46" fmla="*/ 145417 w 168646"/>
                <a:gd name="connsiteY46" fmla="*/ 47500 h 90624"/>
                <a:gd name="connsiteX47" fmla="*/ 142396 w 168646"/>
                <a:gd name="connsiteY47" fmla="*/ 50729 h 90624"/>
                <a:gd name="connsiteX48" fmla="*/ 140000 w 168646"/>
                <a:gd name="connsiteY48" fmla="*/ 53750 h 90624"/>
                <a:gd name="connsiteX49" fmla="*/ 133907 w 168646"/>
                <a:gd name="connsiteY49" fmla="*/ 50365 h 90624"/>
                <a:gd name="connsiteX50" fmla="*/ 127500 w 168646"/>
                <a:gd name="connsiteY50" fmla="*/ 45417 h 90624"/>
                <a:gd name="connsiteX51" fmla="*/ 121823 w 168646"/>
                <a:gd name="connsiteY51" fmla="*/ 39740 h 90624"/>
                <a:gd name="connsiteX52" fmla="*/ 117292 w 168646"/>
                <a:gd name="connsiteY52" fmla="*/ 32812 h 90624"/>
                <a:gd name="connsiteX53" fmla="*/ 113594 w 168646"/>
                <a:gd name="connsiteY53" fmla="*/ 40156 h 90624"/>
                <a:gd name="connsiteX54" fmla="*/ 108542 w 168646"/>
                <a:gd name="connsiteY54" fmla="*/ 46458 h 90624"/>
                <a:gd name="connsiteX55" fmla="*/ 101823 w 168646"/>
                <a:gd name="connsiteY55" fmla="*/ 52031 h 90624"/>
                <a:gd name="connsiteX56" fmla="*/ 94479 w 168646"/>
                <a:gd name="connsiteY56" fmla="*/ 56458 h 90624"/>
                <a:gd name="connsiteX57" fmla="*/ 91511 w 168646"/>
                <a:gd name="connsiteY57" fmla="*/ 53646 h 90624"/>
                <a:gd name="connsiteX58" fmla="*/ 88125 w 168646"/>
                <a:gd name="connsiteY58" fmla="*/ 50729 h 90624"/>
                <a:gd name="connsiteX59" fmla="*/ 98698 w 168646"/>
                <a:gd name="connsiteY59" fmla="*/ 44583 h 90624"/>
                <a:gd name="connsiteX60" fmla="*/ 107188 w 168646"/>
                <a:gd name="connsiteY60" fmla="*/ 35834 h 90624"/>
                <a:gd name="connsiteX61" fmla="*/ 111511 w 168646"/>
                <a:gd name="connsiteY61" fmla="*/ 27292 h 90624"/>
                <a:gd name="connsiteX62" fmla="*/ 113125 w 168646"/>
                <a:gd name="connsiteY62" fmla="*/ 17083 h 90624"/>
                <a:gd name="connsiteX63" fmla="*/ 113125 w 168646"/>
                <a:gd name="connsiteY63" fmla="*/ 11458 h 90624"/>
                <a:gd name="connsiteX64" fmla="*/ 94688 w 168646"/>
                <a:gd name="connsiteY64" fmla="*/ 11458 h 90624"/>
                <a:gd name="connsiteX65" fmla="*/ 157917 w 168646"/>
                <a:gd name="connsiteY65" fmla="*/ 208 h 90624"/>
                <a:gd name="connsiteX66" fmla="*/ 166042 w 168646"/>
                <a:gd name="connsiteY66" fmla="*/ 208 h 90624"/>
                <a:gd name="connsiteX67" fmla="*/ 166042 w 168646"/>
                <a:gd name="connsiteY67" fmla="*/ 67917 h 90624"/>
                <a:gd name="connsiteX68" fmla="*/ 157917 w 168646"/>
                <a:gd name="connsiteY68" fmla="*/ 67917 h 90624"/>
                <a:gd name="connsiteX69" fmla="*/ 157917 w 168646"/>
                <a:gd name="connsiteY69" fmla="*/ 29271 h 90624"/>
                <a:gd name="connsiteX70" fmla="*/ 138646 w 168646"/>
                <a:gd name="connsiteY70" fmla="*/ 29271 h 90624"/>
                <a:gd name="connsiteX71" fmla="*/ 138646 w 168646"/>
                <a:gd name="connsiteY71" fmla="*/ 21979 h 90624"/>
                <a:gd name="connsiteX72" fmla="*/ 157917 w 168646"/>
                <a:gd name="connsiteY72" fmla="*/ 21979 h 90624"/>
                <a:gd name="connsiteX73" fmla="*/ 63229 w 168646"/>
                <a:gd name="connsiteY73" fmla="*/ 208 h 90624"/>
                <a:gd name="connsiteX74" fmla="*/ 71354 w 168646"/>
                <a:gd name="connsiteY74" fmla="*/ 208 h 90624"/>
                <a:gd name="connsiteX75" fmla="*/ 71354 w 168646"/>
                <a:gd name="connsiteY75" fmla="*/ 28333 h 90624"/>
                <a:gd name="connsiteX76" fmla="*/ 84271 w 168646"/>
                <a:gd name="connsiteY76" fmla="*/ 28333 h 90624"/>
                <a:gd name="connsiteX77" fmla="*/ 84271 w 168646"/>
                <a:gd name="connsiteY77" fmla="*/ 35625 h 90624"/>
                <a:gd name="connsiteX78" fmla="*/ 71354 w 168646"/>
                <a:gd name="connsiteY78" fmla="*/ 35625 h 90624"/>
                <a:gd name="connsiteX79" fmla="*/ 71354 w 168646"/>
                <a:gd name="connsiteY79" fmla="*/ 68229 h 90624"/>
                <a:gd name="connsiteX80" fmla="*/ 63229 w 168646"/>
                <a:gd name="connsiteY80" fmla="*/ 68229 h 90624"/>
                <a:gd name="connsiteX81" fmla="*/ 12604 w 168646"/>
                <a:gd name="connsiteY81" fmla="*/ 0 h 90624"/>
                <a:gd name="connsiteX82" fmla="*/ 39896 w 168646"/>
                <a:gd name="connsiteY82" fmla="*/ 0 h 90624"/>
                <a:gd name="connsiteX83" fmla="*/ 39896 w 168646"/>
                <a:gd name="connsiteY83" fmla="*/ 6667 h 90624"/>
                <a:gd name="connsiteX84" fmla="*/ 12604 w 168646"/>
                <a:gd name="connsiteY84" fmla="*/ 6667 h 9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68646" h="90624">
                  <a:moveTo>
                    <a:pt x="13438" y="64896"/>
                  </a:moveTo>
                  <a:lnTo>
                    <a:pt x="21875" y="64896"/>
                  </a:lnTo>
                  <a:lnTo>
                    <a:pt x="21875" y="83646"/>
                  </a:lnTo>
                  <a:lnTo>
                    <a:pt x="74375" y="83646"/>
                  </a:lnTo>
                  <a:lnTo>
                    <a:pt x="74375" y="90625"/>
                  </a:lnTo>
                  <a:lnTo>
                    <a:pt x="15625" y="90625"/>
                  </a:lnTo>
                  <a:cubicBezTo>
                    <a:pt x="14792" y="90625"/>
                    <a:pt x="14219" y="90469"/>
                    <a:pt x="13907" y="90156"/>
                  </a:cubicBezTo>
                  <a:cubicBezTo>
                    <a:pt x="13594" y="89844"/>
                    <a:pt x="13438" y="89271"/>
                    <a:pt x="13438" y="88437"/>
                  </a:cubicBezTo>
                  <a:close/>
                  <a:moveTo>
                    <a:pt x="106354" y="61042"/>
                  </a:moveTo>
                  <a:lnTo>
                    <a:pt x="114792" y="61042"/>
                  </a:lnTo>
                  <a:lnTo>
                    <a:pt x="114792" y="83542"/>
                  </a:lnTo>
                  <a:lnTo>
                    <a:pt x="168646" y="83542"/>
                  </a:lnTo>
                  <a:lnTo>
                    <a:pt x="168646" y="90625"/>
                  </a:lnTo>
                  <a:lnTo>
                    <a:pt x="108542" y="90625"/>
                  </a:lnTo>
                  <a:cubicBezTo>
                    <a:pt x="107708" y="90625"/>
                    <a:pt x="107136" y="90469"/>
                    <a:pt x="106823" y="90156"/>
                  </a:cubicBezTo>
                  <a:cubicBezTo>
                    <a:pt x="106511" y="89844"/>
                    <a:pt x="106354" y="89271"/>
                    <a:pt x="106354" y="88437"/>
                  </a:cubicBezTo>
                  <a:close/>
                  <a:moveTo>
                    <a:pt x="26459" y="30938"/>
                  </a:moveTo>
                  <a:cubicBezTo>
                    <a:pt x="22018" y="30938"/>
                    <a:pt x="18490" y="31875"/>
                    <a:pt x="15885" y="33750"/>
                  </a:cubicBezTo>
                  <a:cubicBezTo>
                    <a:pt x="13282" y="35625"/>
                    <a:pt x="11979" y="38229"/>
                    <a:pt x="11979" y="41563"/>
                  </a:cubicBezTo>
                  <a:cubicBezTo>
                    <a:pt x="11979" y="44974"/>
                    <a:pt x="13282" y="47591"/>
                    <a:pt x="15885" y="49427"/>
                  </a:cubicBezTo>
                  <a:cubicBezTo>
                    <a:pt x="18490" y="51276"/>
                    <a:pt x="22018" y="52187"/>
                    <a:pt x="26459" y="52187"/>
                  </a:cubicBezTo>
                  <a:cubicBezTo>
                    <a:pt x="30703" y="52187"/>
                    <a:pt x="34115" y="51276"/>
                    <a:pt x="36719" y="49427"/>
                  </a:cubicBezTo>
                  <a:cubicBezTo>
                    <a:pt x="39323" y="47591"/>
                    <a:pt x="40625" y="44974"/>
                    <a:pt x="40625" y="41563"/>
                  </a:cubicBezTo>
                  <a:cubicBezTo>
                    <a:pt x="40625" y="38229"/>
                    <a:pt x="39323" y="35625"/>
                    <a:pt x="36719" y="33750"/>
                  </a:cubicBezTo>
                  <a:cubicBezTo>
                    <a:pt x="34115" y="31875"/>
                    <a:pt x="30703" y="30938"/>
                    <a:pt x="26459" y="30938"/>
                  </a:cubicBezTo>
                  <a:close/>
                  <a:moveTo>
                    <a:pt x="26354" y="24687"/>
                  </a:moveTo>
                  <a:cubicBezTo>
                    <a:pt x="33021" y="24687"/>
                    <a:pt x="38490" y="26237"/>
                    <a:pt x="42761" y="29323"/>
                  </a:cubicBezTo>
                  <a:cubicBezTo>
                    <a:pt x="47031" y="32422"/>
                    <a:pt x="49167" y="36498"/>
                    <a:pt x="49167" y="41563"/>
                  </a:cubicBezTo>
                  <a:cubicBezTo>
                    <a:pt x="49167" y="46706"/>
                    <a:pt x="47057" y="50807"/>
                    <a:pt x="42813" y="53854"/>
                  </a:cubicBezTo>
                  <a:cubicBezTo>
                    <a:pt x="38581" y="56914"/>
                    <a:pt x="33099" y="58438"/>
                    <a:pt x="26354" y="58438"/>
                  </a:cubicBezTo>
                  <a:cubicBezTo>
                    <a:pt x="19479" y="58438"/>
                    <a:pt x="13959" y="56914"/>
                    <a:pt x="9792" y="53854"/>
                  </a:cubicBezTo>
                  <a:cubicBezTo>
                    <a:pt x="5625" y="50807"/>
                    <a:pt x="3542" y="46706"/>
                    <a:pt x="3542" y="41563"/>
                  </a:cubicBezTo>
                  <a:cubicBezTo>
                    <a:pt x="3542" y="36498"/>
                    <a:pt x="5625" y="32422"/>
                    <a:pt x="9792" y="29323"/>
                  </a:cubicBezTo>
                  <a:cubicBezTo>
                    <a:pt x="13959" y="26237"/>
                    <a:pt x="19479" y="24687"/>
                    <a:pt x="26354" y="24687"/>
                  </a:cubicBezTo>
                  <a:close/>
                  <a:moveTo>
                    <a:pt x="0" y="13333"/>
                  </a:moveTo>
                  <a:lnTo>
                    <a:pt x="52917" y="13333"/>
                  </a:lnTo>
                  <a:lnTo>
                    <a:pt x="52917" y="19896"/>
                  </a:lnTo>
                  <a:lnTo>
                    <a:pt x="0" y="19896"/>
                  </a:lnTo>
                  <a:close/>
                  <a:moveTo>
                    <a:pt x="94688" y="4479"/>
                  </a:moveTo>
                  <a:lnTo>
                    <a:pt x="139688" y="4479"/>
                  </a:lnTo>
                  <a:lnTo>
                    <a:pt x="139688" y="11458"/>
                  </a:lnTo>
                  <a:lnTo>
                    <a:pt x="121458" y="11458"/>
                  </a:lnTo>
                  <a:lnTo>
                    <a:pt x="121458" y="17188"/>
                  </a:lnTo>
                  <a:cubicBezTo>
                    <a:pt x="121458" y="20664"/>
                    <a:pt x="122031" y="23880"/>
                    <a:pt x="123177" y="26823"/>
                  </a:cubicBezTo>
                  <a:cubicBezTo>
                    <a:pt x="124323" y="29778"/>
                    <a:pt x="125833" y="32435"/>
                    <a:pt x="127709" y="34792"/>
                  </a:cubicBezTo>
                  <a:cubicBezTo>
                    <a:pt x="130000" y="37917"/>
                    <a:pt x="132748" y="40560"/>
                    <a:pt x="135938" y="42708"/>
                  </a:cubicBezTo>
                  <a:cubicBezTo>
                    <a:pt x="139141" y="44870"/>
                    <a:pt x="142292" y="46458"/>
                    <a:pt x="145417" y="47500"/>
                  </a:cubicBezTo>
                  <a:cubicBezTo>
                    <a:pt x="144454" y="48476"/>
                    <a:pt x="143438" y="49557"/>
                    <a:pt x="142396" y="50729"/>
                  </a:cubicBezTo>
                  <a:cubicBezTo>
                    <a:pt x="141354" y="51914"/>
                    <a:pt x="140560" y="52917"/>
                    <a:pt x="140000" y="53750"/>
                  </a:cubicBezTo>
                  <a:cubicBezTo>
                    <a:pt x="138125" y="52917"/>
                    <a:pt x="136094" y="51797"/>
                    <a:pt x="133907" y="50365"/>
                  </a:cubicBezTo>
                  <a:cubicBezTo>
                    <a:pt x="131719" y="48945"/>
                    <a:pt x="129584" y="47292"/>
                    <a:pt x="127500" y="45417"/>
                  </a:cubicBezTo>
                  <a:cubicBezTo>
                    <a:pt x="125495" y="43750"/>
                    <a:pt x="123594" y="41862"/>
                    <a:pt x="121823" y="39740"/>
                  </a:cubicBezTo>
                  <a:cubicBezTo>
                    <a:pt x="120052" y="37630"/>
                    <a:pt x="118542" y="35313"/>
                    <a:pt x="117292" y="32812"/>
                  </a:cubicBezTo>
                  <a:cubicBezTo>
                    <a:pt x="116328" y="35456"/>
                    <a:pt x="115091" y="37904"/>
                    <a:pt x="113594" y="40156"/>
                  </a:cubicBezTo>
                  <a:cubicBezTo>
                    <a:pt x="112110" y="42422"/>
                    <a:pt x="110417" y="44518"/>
                    <a:pt x="108542" y="46458"/>
                  </a:cubicBezTo>
                  <a:cubicBezTo>
                    <a:pt x="106459" y="48476"/>
                    <a:pt x="104219" y="50339"/>
                    <a:pt x="101823" y="52031"/>
                  </a:cubicBezTo>
                  <a:cubicBezTo>
                    <a:pt x="99427" y="53737"/>
                    <a:pt x="96979" y="55208"/>
                    <a:pt x="94479" y="56458"/>
                  </a:cubicBezTo>
                  <a:cubicBezTo>
                    <a:pt x="93854" y="55768"/>
                    <a:pt x="92865" y="54831"/>
                    <a:pt x="91511" y="53646"/>
                  </a:cubicBezTo>
                  <a:cubicBezTo>
                    <a:pt x="90156" y="52474"/>
                    <a:pt x="89037" y="51498"/>
                    <a:pt x="88125" y="50729"/>
                  </a:cubicBezTo>
                  <a:cubicBezTo>
                    <a:pt x="91810" y="49140"/>
                    <a:pt x="95339" y="47083"/>
                    <a:pt x="98698" y="44583"/>
                  </a:cubicBezTo>
                  <a:cubicBezTo>
                    <a:pt x="102071" y="42083"/>
                    <a:pt x="104896" y="39167"/>
                    <a:pt x="107188" y="35834"/>
                  </a:cubicBezTo>
                  <a:cubicBezTo>
                    <a:pt x="108997" y="33268"/>
                    <a:pt x="110443" y="30417"/>
                    <a:pt x="111511" y="27292"/>
                  </a:cubicBezTo>
                  <a:cubicBezTo>
                    <a:pt x="112591" y="24167"/>
                    <a:pt x="113125" y="20768"/>
                    <a:pt x="113125" y="17083"/>
                  </a:cubicBezTo>
                  <a:lnTo>
                    <a:pt x="113125" y="11458"/>
                  </a:lnTo>
                  <a:lnTo>
                    <a:pt x="94688" y="11458"/>
                  </a:lnTo>
                  <a:close/>
                  <a:moveTo>
                    <a:pt x="157917" y="208"/>
                  </a:moveTo>
                  <a:lnTo>
                    <a:pt x="166042" y="208"/>
                  </a:lnTo>
                  <a:lnTo>
                    <a:pt x="166042" y="67917"/>
                  </a:lnTo>
                  <a:lnTo>
                    <a:pt x="157917" y="67917"/>
                  </a:lnTo>
                  <a:lnTo>
                    <a:pt x="157917" y="29271"/>
                  </a:lnTo>
                  <a:lnTo>
                    <a:pt x="138646" y="29271"/>
                  </a:lnTo>
                  <a:lnTo>
                    <a:pt x="138646" y="21979"/>
                  </a:lnTo>
                  <a:lnTo>
                    <a:pt x="157917" y="21979"/>
                  </a:lnTo>
                  <a:close/>
                  <a:moveTo>
                    <a:pt x="63229" y="208"/>
                  </a:moveTo>
                  <a:lnTo>
                    <a:pt x="71354" y="208"/>
                  </a:lnTo>
                  <a:lnTo>
                    <a:pt x="71354" y="28333"/>
                  </a:lnTo>
                  <a:lnTo>
                    <a:pt x="84271" y="28333"/>
                  </a:lnTo>
                  <a:lnTo>
                    <a:pt x="84271" y="35625"/>
                  </a:lnTo>
                  <a:lnTo>
                    <a:pt x="71354" y="35625"/>
                  </a:lnTo>
                  <a:lnTo>
                    <a:pt x="71354" y="68229"/>
                  </a:lnTo>
                  <a:lnTo>
                    <a:pt x="63229" y="68229"/>
                  </a:lnTo>
                  <a:close/>
                  <a:moveTo>
                    <a:pt x="12604" y="0"/>
                  </a:moveTo>
                  <a:lnTo>
                    <a:pt x="39896" y="0"/>
                  </a:lnTo>
                  <a:lnTo>
                    <a:pt x="39896" y="6667"/>
                  </a:lnTo>
                  <a:lnTo>
                    <a:pt x="12604" y="6667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8" name="TextBox 617">
              <a:extLst>
                <a:ext uri="{FF2B5EF4-FFF2-40B4-BE49-F238E27FC236}">
                  <a16:creationId xmlns:a16="http://schemas.microsoft.com/office/drawing/2014/main" id="{0B9356B3-458A-4C3B-A7B0-1EFE34318953}"/>
                </a:ext>
              </a:extLst>
            </p:cNvPr>
            <p:cNvSpPr txBox="1"/>
            <p:nvPr/>
          </p:nvSpPr>
          <p:spPr>
            <a:xfrm>
              <a:off x="4787561" y="5900971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한전</a:t>
              </a:r>
            </a:p>
          </p:txBody>
        </p:sp>
        <p:sp>
          <p:nvSpPr>
            <p:cNvPr id="619" name="자유형: 도형 618">
              <a:extLst>
                <a:ext uri="{FF2B5EF4-FFF2-40B4-BE49-F238E27FC236}">
                  <a16:creationId xmlns:a16="http://schemas.microsoft.com/office/drawing/2014/main" id="{DB784B25-9134-46D3-BE14-0AE044260BC5}"/>
                </a:ext>
              </a:extLst>
            </p:cNvPr>
            <p:cNvSpPr/>
            <p:nvPr/>
          </p:nvSpPr>
          <p:spPr>
            <a:xfrm>
              <a:off x="5073480" y="5976560"/>
              <a:ext cx="198021" cy="78645"/>
            </a:xfrm>
            <a:custGeom>
              <a:avLst/>
              <a:gdLst>
                <a:gd name="connsiteX0" fmla="*/ 71146 w 198021"/>
                <a:gd name="connsiteY0" fmla="*/ 7188 h 78645"/>
                <a:gd name="connsiteX1" fmla="*/ 71146 w 198021"/>
                <a:gd name="connsiteY1" fmla="*/ 70625 h 78645"/>
                <a:gd name="connsiteX2" fmla="*/ 84792 w 198021"/>
                <a:gd name="connsiteY2" fmla="*/ 70625 h 78645"/>
                <a:gd name="connsiteX3" fmla="*/ 106510 w 198021"/>
                <a:gd name="connsiteY3" fmla="*/ 62083 h 78645"/>
                <a:gd name="connsiteX4" fmla="*/ 113334 w 198021"/>
                <a:gd name="connsiteY4" fmla="*/ 38958 h 78645"/>
                <a:gd name="connsiteX5" fmla="*/ 104375 w 198021"/>
                <a:gd name="connsiteY5" fmla="*/ 14323 h 78645"/>
                <a:gd name="connsiteX6" fmla="*/ 80104 w 198021"/>
                <a:gd name="connsiteY6" fmla="*/ 7188 h 78645"/>
                <a:gd name="connsiteX7" fmla="*/ 0 w 198021"/>
                <a:gd name="connsiteY7" fmla="*/ 833 h 78645"/>
                <a:gd name="connsiteX8" fmla="*/ 7500 w 198021"/>
                <a:gd name="connsiteY8" fmla="*/ 833 h 78645"/>
                <a:gd name="connsiteX9" fmla="*/ 7500 w 198021"/>
                <a:gd name="connsiteY9" fmla="*/ 33021 h 78645"/>
                <a:gd name="connsiteX10" fmla="*/ 38542 w 198021"/>
                <a:gd name="connsiteY10" fmla="*/ 833 h 78645"/>
                <a:gd name="connsiteX11" fmla="*/ 49063 w 198021"/>
                <a:gd name="connsiteY11" fmla="*/ 833 h 78645"/>
                <a:gd name="connsiteX12" fmla="*/ 14479 w 198021"/>
                <a:gd name="connsiteY12" fmla="*/ 35938 h 78645"/>
                <a:gd name="connsiteX13" fmla="*/ 52500 w 198021"/>
                <a:gd name="connsiteY13" fmla="*/ 78646 h 78645"/>
                <a:gd name="connsiteX14" fmla="*/ 41875 w 198021"/>
                <a:gd name="connsiteY14" fmla="*/ 78646 h 78645"/>
                <a:gd name="connsiteX15" fmla="*/ 7500 w 198021"/>
                <a:gd name="connsiteY15" fmla="*/ 39583 h 78645"/>
                <a:gd name="connsiteX16" fmla="*/ 7500 w 198021"/>
                <a:gd name="connsiteY16" fmla="*/ 78646 h 78645"/>
                <a:gd name="connsiteX17" fmla="*/ 0 w 198021"/>
                <a:gd name="connsiteY17" fmla="*/ 78646 h 78645"/>
                <a:gd name="connsiteX18" fmla="*/ 143125 w 198021"/>
                <a:gd name="connsiteY18" fmla="*/ 0 h 78645"/>
                <a:gd name="connsiteX19" fmla="*/ 149792 w 198021"/>
                <a:gd name="connsiteY19" fmla="*/ 0 h 78645"/>
                <a:gd name="connsiteX20" fmla="*/ 150990 w 198021"/>
                <a:gd name="connsiteY20" fmla="*/ 364 h 78645"/>
                <a:gd name="connsiteX21" fmla="*/ 151875 w 198021"/>
                <a:gd name="connsiteY21" fmla="*/ 1354 h 78645"/>
                <a:gd name="connsiteX22" fmla="*/ 184271 w 198021"/>
                <a:gd name="connsiteY22" fmla="*/ 55521 h 78645"/>
                <a:gd name="connsiteX23" fmla="*/ 190208 w 198021"/>
                <a:gd name="connsiteY23" fmla="*/ 66875 h 78645"/>
                <a:gd name="connsiteX24" fmla="*/ 190000 w 198021"/>
                <a:gd name="connsiteY24" fmla="*/ 54479 h 78645"/>
                <a:gd name="connsiteX25" fmla="*/ 190000 w 198021"/>
                <a:gd name="connsiteY25" fmla="*/ 0 h 78645"/>
                <a:gd name="connsiteX26" fmla="*/ 198021 w 198021"/>
                <a:gd name="connsiteY26" fmla="*/ 0 h 78645"/>
                <a:gd name="connsiteX27" fmla="*/ 198021 w 198021"/>
                <a:gd name="connsiteY27" fmla="*/ 75833 h 78645"/>
                <a:gd name="connsiteX28" fmla="*/ 197604 w 198021"/>
                <a:gd name="connsiteY28" fmla="*/ 77396 h 78645"/>
                <a:gd name="connsiteX29" fmla="*/ 196250 w 198021"/>
                <a:gd name="connsiteY29" fmla="*/ 77813 h 78645"/>
                <a:gd name="connsiteX30" fmla="*/ 189583 w 198021"/>
                <a:gd name="connsiteY30" fmla="*/ 77813 h 78645"/>
                <a:gd name="connsiteX31" fmla="*/ 188334 w 198021"/>
                <a:gd name="connsiteY31" fmla="*/ 77448 h 78645"/>
                <a:gd name="connsiteX32" fmla="*/ 187500 w 198021"/>
                <a:gd name="connsiteY32" fmla="*/ 76458 h 78645"/>
                <a:gd name="connsiteX33" fmla="*/ 155104 w 198021"/>
                <a:gd name="connsiteY33" fmla="*/ 22292 h 78645"/>
                <a:gd name="connsiteX34" fmla="*/ 149167 w 198021"/>
                <a:gd name="connsiteY34" fmla="*/ 10937 h 78645"/>
                <a:gd name="connsiteX35" fmla="*/ 149375 w 198021"/>
                <a:gd name="connsiteY35" fmla="*/ 23333 h 78645"/>
                <a:gd name="connsiteX36" fmla="*/ 149375 w 198021"/>
                <a:gd name="connsiteY36" fmla="*/ 77813 h 78645"/>
                <a:gd name="connsiteX37" fmla="*/ 141354 w 198021"/>
                <a:gd name="connsiteY37" fmla="*/ 77813 h 78645"/>
                <a:gd name="connsiteX38" fmla="*/ 141354 w 198021"/>
                <a:gd name="connsiteY38" fmla="*/ 1979 h 78645"/>
                <a:gd name="connsiteX39" fmla="*/ 141719 w 198021"/>
                <a:gd name="connsiteY39" fmla="*/ 469 h 78645"/>
                <a:gd name="connsiteX40" fmla="*/ 143125 w 198021"/>
                <a:gd name="connsiteY40" fmla="*/ 0 h 78645"/>
                <a:gd name="connsiteX41" fmla="*/ 64792 w 198021"/>
                <a:gd name="connsiteY41" fmla="*/ 0 h 78645"/>
                <a:gd name="connsiteX42" fmla="*/ 82709 w 198021"/>
                <a:gd name="connsiteY42" fmla="*/ 0 h 78645"/>
                <a:gd name="connsiteX43" fmla="*/ 111615 w 198021"/>
                <a:gd name="connsiteY43" fmla="*/ 9792 h 78645"/>
                <a:gd name="connsiteX44" fmla="*/ 121771 w 198021"/>
                <a:gd name="connsiteY44" fmla="*/ 38958 h 78645"/>
                <a:gd name="connsiteX45" fmla="*/ 111615 w 198021"/>
                <a:gd name="connsiteY45" fmla="*/ 68073 h 78645"/>
                <a:gd name="connsiteX46" fmla="*/ 82709 w 198021"/>
                <a:gd name="connsiteY46" fmla="*/ 77813 h 78645"/>
                <a:gd name="connsiteX47" fmla="*/ 64792 w 198021"/>
                <a:gd name="connsiteY47" fmla="*/ 77813 h 78645"/>
                <a:gd name="connsiteX48" fmla="*/ 63386 w 198021"/>
                <a:gd name="connsiteY48" fmla="*/ 77396 h 78645"/>
                <a:gd name="connsiteX49" fmla="*/ 63021 w 198021"/>
                <a:gd name="connsiteY49" fmla="*/ 75833 h 78645"/>
                <a:gd name="connsiteX50" fmla="*/ 63021 w 198021"/>
                <a:gd name="connsiteY50" fmla="*/ 1979 h 78645"/>
                <a:gd name="connsiteX51" fmla="*/ 63386 w 198021"/>
                <a:gd name="connsiteY51" fmla="*/ 469 h 78645"/>
                <a:gd name="connsiteX52" fmla="*/ 64792 w 198021"/>
                <a:gd name="connsiteY52" fmla="*/ 0 h 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98021" h="78645">
                  <a:moveTo>
                    <a:pt x="71146" y="7188"/>
                  </a:moveTo>
                  <a:lnTo>
                    <a:pt x="71146" y="70625"/>
                  </a:lnTo>
                  <a:lnTo>
                    <a:pt x="84792" y="70625"/>
                  </a:lnTo>
                  <a:cubicBezTo>
                    <a:pt x="94714" y="70625"/>
                    <a:pt x="101953" y="67786"/>
                    <a:pt x="106510" y="62083"/>
                  </a:cubicBezTo>
                  <a:cubicBezTo>
                    <a:pt x="111055" y="56393"/>
                    <a:pt x="113334" y="48685"/>
                    <a:pt x="113334" y="38958"/>
                  </a:cubicBezTo>
                  <a:cubicBezTo>
                    <a:pt x="113334" y="27578"/>
                    <a:pt x="110339" y="19362"/>
                    <a:pt x="104375" y="14323"/>
                  </a:cubicBezTo>
                  <a:cubicBezTo>
                    <a:pt x="98399" y="9297"/>
                    <a:pt x="90313" y="6914"/>
                    <a:pt x="80104" y="7188"/>
                  </a:cubicBezTo>
                  <a:close/>
                  <a:moveTo>
                    <a:pt x="0" y="833"/>
                  </a:moveTo>
                  <a:lnTo>
                    <a:pt x="7500" y="833"/>
                  </a:lnTo>
                  <a:lnTo>
                    <a:pt x="7500" y="33021"/>
                  </a:lnTo>
                  <a:lnTo>
                    <a:pt x="38542" y="833"/>
                  </a:lnTo>
                  <a:lnTo>
                    <a:pt x="49063" y="833"/>
                  </a:lnTo>
                  <a:lnTo>
                    <a:pt x="14479" y="35938"/>
                  </a:lnTo>
                  <a:lnTo>
                    <a:pt x="52500" y="78646"/>
                  </a:lnTo>
                  <a:lnTo>
                    <a:pt x="41875" y="78646"/>
                  </a:lnTo>
                  <a:lnTo>
                    <a:pt x="7500" y="39583"/>
                  </a:lnTo>
                  <a:lnTo>
                    <a:pt x="7500" y="78646"/>
                  </a:lnTo>
                  <a:lnTo>
                    <a:pt x="0" y="78646"/>
                  </a:lnTo>
                  <a:close/>
                  <a:moveTo>
                    <a:pt x="143125" y="0"/>
                  </a:moveTo>
                  <a:lnTo>
                    <a:pt x="149792" y="0"/>
                  </a:lnTo>
                  <a:cubicBezTo>
                    <a:pt x="150209" y="0"/>
                    <a:pt x="150599" y="130"/>
                    <a:pt x="150990" y="364"/>
                  </a:cubicBezTo>
                  <a:cubicBezTo>
                    <a:pt x="151367" y="612"/>
                    <a:pt x="151667" y="937"/>
                    <a:pt x="151875" y="1354"/>
                  </a:cubicBezTo>
                  <a:lnTo>
                    <a:pt x="184271" y="55521"/>
                  </a:lnTo>
                  <a:lnTo>
                    <a:pt x="190208" y="66875"/>
                  </a:lnTo>
                  <a:lnTo>
                    <a:pt x="190000" y="54479"/>
                  </a:lnTo>
                  <a:lnTo>
                    <a:pt x="190000" y="0"/>
                  </a:lnTo>
                  <a:lnTo>
                    <a:pt x="198021" y="0"/>
                  </a:lnTo>
                  <a:lnTo>
                    <a:pt x="198021" y="75833"/>
                  </a:lnTo>
                  <a:cubicBezTo>
                    <a:pt x="198021" y="76602"/>
                    <a:pt x="197878" y="77122"/>
                    <a:pt x="197604" y="77396"/>
                  </a:cubicBezTo>
                  <a:cubicBezTo>
                    <a:pt x="197318" y="77682"/>
                    <a:pt x="196875" y="77813"/>
                    <a:pt x="196250" y="77813"/>
                  </a:cubicBezTo>
                  <a:lnTo>
                    <a:pt x="189583" y="77813"/>
                  </a:lnTo>
                  <a:cubicBezTo>
                    <a:pt x="189089" y="77813"/>
                    <a:pt x="188672" y="77695"/>
                    <a:pt x="188334" y="77448"/>
                  </a:cubicBezTo>
                  <a:cubicBezTo>
                    <a:pt x="187982" y="77213"/>
                    <a:pt x="187709" y="76875"/>
                    <a:pt x="187500" y="76458"/>
                  </a:cubicBezTo>
                  <a:lnTo>
                    <a:pt x="155104" y="22292"/>
                  </a:lnTo>
                  <a:lnTo>
                    <a:pt x="149167" y="10937"/>
                  </a:lnTo>
                  <a:lnTo>
                    <a:pt x="149375" y="23333"/>
                  </a:lnTo>
                  <a:lnTo>
                    <a:pt x="149375" y="77813"/>
                  </a:lnTo>
                  <a:lnTo>
                    <a:pt x="141354" y="77813"/>
                  </a:lnTo>
                  <a:lnTo>
                    <a:pt x="141354" y="1979"/>
                  </a:lnTo>
                  <a:cubicBezTo>
                    <a:pt x="141354" y="1289"/>
                    <a:pt x="141472" y="781"/>
                    <a:pt x="141719" y="469"/>
                  </a:cubicBezTo>
                  <a:cubicBezTo>
                    <a:pt x="141953" y="156"/>
                    <a:pt x="142422" y="0"/>
                    <a:pt x="143125" y="0"/>
                  </a:cubicBezTo>
                  <a:close/>
                  <a:moveTo>
                    <a:pt x="64792" y="0"/>
                  </a:moveTo>
                  <a:lnTo>
                    <a:pt x="82709" y="0"/>
                  </a:lnTo>
                  <a:cubicBezTo>
                    <a:pt x="95209" y="0"/>
                    <a:pt x="104844" y="3268"/>
                    <a:pt x="111615" y="9792"/>
                  </a:cubicBezTo>
                  <a:cubicBezTo>
                    <a:pt x="118386" y="16328"/>
                    <a:pt x="121771" y="26042"/>
                    <a:pt x="121771" y="38958"/>
                  </a:cubicBezTo>
                  <a:cubicBezTo>
                    <a:pt x="121771" y="51875"/>
                    <a:pt x="118386" y="61589"/>
                    <a:pt x="111615" y="68073"/>
                  </a:cubicBezTo>
                  <a:cubicBezTo>
                    <a:pt x="104844" y="74570"/>
                    <a:pt x="95209" y="77813"/>
                    <a:pt x="82709" y="77813"/>
                  </a:cubicBezTo>
                  <a:lnTo>
                    <a:pt x="64792" y="77813"/>
                  </a:lnTo>
                  <a:cubicBezTo>
                    <a:pt x="64089" y="77813"/>
                    <a:pt x="63620" y="77682"/>
                    <a:pt x="63386" y="77396"/>
                  </a:cubicBezTo>
                  <a:cubicBezTo>
                    <a:pt x="63138" y="77122"/>
                    <a:pt x="63021" y="76602"/>
                    <a:pt x="63021" y="75833"/>
                  </a:cubicBezTo>
                  <a:lnTo>
                    <a:pt x="63021" y="1979"/>
                  </a:lnTo>
                  <a:cubicBezTo>
                    <a:pt x="63021" y="1289"/>
                    <a:pt x="63138" y="781"/>
                    <a:pt x="63386" y="469"/>
                  </a:cubicBezTo>
                  <a:cubicBezTo>
                    <a:pt x="63620" y="156"/>
                    <a:pt x="64089" y="0"/>
                    <a:pt x="64792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0" name="TextBox 619">
              <a:extLst>
                <a:ext uri="{FF2B5EF4-FFF2-40B4-BE49-F238E27FC236}">
                  <a16:creationId xmlns:a16="http://schemas.microsoft.com/office/drawing/2014/main" id="{27E7DF7C-CD8D-4DB1-95F5-068497A04A16}"/>
                </a:ext>
              </a:extLst>
            </p:cNvPr>
            <p:cNvSpPr txBox="1"/>
            <p:nvPr/>
          </p:nvSpPr>
          <p:spPr>
            <a:xfrm>
              <a:off x="4982040" y="5934551"/>
              <a:ext cx="339130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KDN</a:t>
              </a:r>
            </a:p>
          </p:txBody>
        </p:sp>
        <p:sp>
          <p:nvSpPr>
            <p:cNvPr id="621" name="자유형: 도형 620">
              <a:extLst>
                <a:ext uri="{FF2B5EF4-FFF2-40B4-BE49-F238E27FC236}">
                  <a16:creationId xmlns:a16="http://schemas.microsoft.com/office/drawing/2014/main" id="{658F2243-4940-4824-8087-6588DC6E1A75}"/>
                </a:ext>
              </a:extLst>
            </p:cNvPr>
            <p:cNvSpPr/>
            <p:nvPr/>
          </p:nvSpPr>
          <p:spPr>
            <a:xfrm>
              <a:off x="951896" y="6295037"/>
              <a:ext cx="108125" cy="81146"/>
            </a:xfrm>
            <a:custGeom>
              <a:avLst/>
              <a:gdLst>
                <a:gd name="connsiteX0" fmla="*/ 82708 w 108125"/>
                <a:gd name="connsiteY0" fmla="*/ 7188 h 81146"/>
                <a:gd name="connsiteX1" fmla="*/ 73906 w 108125"/>
                <a:gd name="connsiteY1" fmla="*/ 10833 h 81146"/>
                <a:gd name="connsiteX2" fmla="*/ 69167 w 108125"/>
                <a:gd name="connsiteY2" fmla="*/ 19584 h 81146"/>
                <a:gd name="connsiteX3" fmla="*/ 67135 w 108125"/>
                <a:gd name="connsiteY3" fmla="*/ 30573 h 81146"/>
                <a:gd name="connsiteX4" fmla="*/ 66771 w 108125"/>
                <a:gd name="connsiteY4" fmla="*/ 40729 h 81146"/>
                <a:gd name="connsiteX5" fmla="*/ 67135 w 108125"/>
                <a:gd name="connsiteY5" fmla="*/ 50782 h 81146"/>
                <a:gd name="connsiteX6" fmla="*/ 69167 w 108125"/>
                <a:gd name="connsiteY6" fmla="*/ 61667 h 81146"/>
                <a:gd name="connsiteX7" fmla="*/ 73906 w 108125"/>
                <a:gd name="connsiteY7" fmla="*/ 70313 h 81146"/>
                <a:gd name="connsiteX8" fmla="*/ 82708 w 108125"/>
                <a:gd name="connsiteY8" fmla="*/ 73855 h 81146"/>
                <a:gd name="connsiteX9" fmla="*/ 91667 w 108125"/>
                <a:gd name="connsiteY9" fmla="*/ 70313 h 81146"/>
                <a:gd name="connsiteX10" fmla="*/ 96667 w 108125"/>
                <a:gd name="connsiteY10" fmla="*/ 61667 h 81146"/>
                <a:gd name="connsiteX11" fmla="*/ 98958 w 108125"/>
                <a:gd name="connsiteY11" fmla="*/ 50782 h 81146"/>
                <a:gd name="connsiteX12" fmla="*/ 99479 w 108125"/>
                <a:gd name="connsiteY12" fmla="*/ 40729 h 81146"/>
                <a:gd name="connsiteX13" fmla="*/ 98958 w 108125"/>
                <a:gd name="connsiteY13" fmla="*/ 30573 h 81146"/>
                <a:gd name="connsiteX14" fmla="*/ 96667 w 108125"/>
                <a:gd name="connsiteY14" fmla="*/ 19584 h 81146"/>
                <a:gd name="connsiteX15" fmla="*/ 91667 w 108125"/>
                <a:gd name="connsiteY15" fmla="*/ 10833 h 81146"/>
                <a:gd name="connsiteX16" fmla="*/ 82708 w 108125"/>
                <a:gd name="connsiteY16" fmla="*/ 7188 h 81146"/>
                <a:gd name="connsiteX17" fmla="*/ 16563 w 108125"/>
                <a:gd name="connsiteY17" fmla="*/ 3125 h 81146"/>
                <a:gd name="connsiteX18" fmla="*/ 22500 w 108125"/>
                <a:gd name="connsiteY18" fmla="*/ 3125 h 81146"/>
                <a:gd name="connsiteX19" fmla="*/ 24063 w 108125"/>
                <a:gd name="connsiteY19" fmla="*/ 3542 h 81146"/>
                <a:gd name="connsiteX20" fmla="*/ 24479 w 108125"/>
                <a:gd name="connsiteY20" fmla="*/ 5105 h 81146"/>
                <a:gd name="connsiteX21" fmla="*/ 24479 w 108125"/>
                <a:gd name="connsiteY21" fmla="*/ 79167 h 81146"/>
                <a:gd name="connsiteX22" fmla="*/ 16250 w 108125"/>
                <a:gd name="connsiteY22" fmla="*/ 79167 h 81146"/>
                <a:gd name="connsiteX23" fmla="*/ 16250 w 108125"/>
                <a:gd name="connsiteY23" fmla="*/ 12083 h 81146"/>
                <a:gd name="connsiteX24" fmla="*/ 9219 w 108125"/>
                <a:gd name="connsiteY24" fmla="*/ 17865 h 81146"/>
                <a:gd name="connsiteX25" fmla="*/ 0 w 108125"/>
                <a:gd name="connsiteY25" fmla="*/ 23125 h 81146"/>
                <a:gd name="connsiteX26" fmla="*/ 0 w 108125"/>
                <a:gd name="connsiteY26" fmla="*/ 15209 h 81146"/>
                <a:gd name="connsiteX27" fmla="*/ 8646 w 108125"/>
                <a:gd name="connsiteY27" fmla="*/ 10104 h 81146"/>
                <a:gd name="connsiteX28" fmla="*/ 16563 w 108125"/>
                <a:gd name="connsiteY28" fmla="*/ 3125 h 81146"/>
                <a:gd name="connsiteX29" fmla="*/ 82708 w 108125"/>
                <a:gd name="connsiteY29" fmla="*/ 0 h 81146"/>
                <a:gd name="connsiteX30" fmla="*/ 95469 w 108125"/>
                <a:gd name="connsiteY30" fmla="*/ 3646 h 81146"/>
                <a:gd name="connsiteX31" fmla="*/ 103229 w 108125"/>
                <a:gd name="connsiteY31" fmla="*/ 13021 h 81146"/>
                <a:gd name="connsiteX32" fmla="*/ 107083 w 108125"/>
                <a:gd name="connsiteY32" fmla="*/ 26146 h 81146"/>
                <a:gd name="connsiteX33" fmla="*/ 108125 w 108125"/>
                <a:gd name="connsiteY33" fmla="*/ 40729 h 81146"/>
                <a:gd name="connsiteX34" fmla="*/ 107083 w 108125"/>
                <a:gd name="connsiteY34" fmla="*/ 55313 h 81146"/>
                <a:gd name="connsiteX35" fmla="*/ 103229 w 108125"/>
                <a:gd name="connsiteY35" fmla="*/ 68334 h 81146"/>
                <a:gd name="connsiteX36" fmla="*/ 95469 w 108125"/>
                <a:gd name="connsiteY36" fmla="*/ 77604 h 81146"/>
                <a:gd name="connsiteX37" fmla="*/ 82708 w 108125"/>
                <a:gd name="connsiteY37" fmla="*/ 81146 h 81146"/>
                <a:gd name="connsiteX38" fmla="*/ 70156 w 108125"/>
                <a:gd name="connsiteY38" fmla="*/ 77604 h 81146"/>
                <a:gd name="connsiteX39" fmla="*/ 62708 w 108125"/>
                <a:gd name="connsiteY39" fmla="*/ 68334 h 81146"/>
                <a:gd name="connsiteX40" fmla="*/ 59063 w 108125"/>
                <a:gd name="connsiteY40" fmla="*/ 55313 h 81146"/>
                <a:gd name="connsiteX41" fmla="*/ 58125 w 108125"/>
                <a:gd name="connsiteY41" fmla="*/ 40729 h 81146"/>
                <a:gd name="connsiteX42" fmla="*/ 59063 w 108125"/>
                <a:gd name="connsiteY42" fmla="*/ 26146 h 81146"/>
                <a:gd name="connsiteX43" fmla="*/ 62708 w 108125"/>
                <a:gd name="connsiteY43" fmla="*/ 13021 h 81146"/>
                <a:gd name="connsiteX44" fmla="*/ 70156 w 108125"/>
                <a:gd name="connsiteY44" fmla="*/ 3646 h 81146"/>
                <a:gd name="connsiteX45" fmla="*/ 82708 w 108125"/>
                <a:gd name="connsiteY45" fmla="*/ 0 h 81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08125" h="81146">
                  <a:moveTo>
                    <a:pt x="82708" y="7188"/>
                  </a:moveTo>
                  <a:cubicBezTo>
                    <a:pt x="78958" y="7188"/>
                    <a:pt x="76023" y="8399"/>
                    <a:pt x="73906" y="10833"/>
                  </a:cubicBezTo>
                  <a:cubicBezTo>
                    <a:pt x="71788" y="13268"/>
                    <a:pt x="70208" y="16185"/>
                    <a:pt x="69167" y="19584"/>
                  </a:cubicBezTo>
                  <a:cubicBezTo>
                    <a:pt x="68055" y="23060"/>
                    <a:pt x="67378" y="26719"/>
                    <a:pt x="67135" y="30573"/>
                  </a:cubicBezTo>
                  <a:cubicBezTo>
                    <a:pt x="66892" y="34427"/>
                    <a:pt x="66771" y="37813"/>
                    <a:pt x="66771" y="40729"/>
                  </a:cubicBezTo>
                  <a:cubicBezTo>
                    <a:pt x="66771" y="43646"/>
                    <a:pt x="66892" y="46992"/>
                    <a:pt x="67135" y="50782"/>
                  </a:cubicBezTo>
                  <a:cubicBezTo>
                    <a:pt x="67378" y="54570"/>
                    <a:pt x="68055" y="58190"/>
                    <a:pt x="69167" y="61667"/>
                  </a:cubicBezTo>
                  <a:cubicBezTo>
                    <a:pt x="70208" y="65065"/>
                    <a:pt x="71788" y="67956"/>
                    <a:pt x="73906" y="70313"/>
                  </a:cubicBezTo>
                  <a:cubicBezTo>
                    <a:pt x="76023" y="72670"/>
                    <a:pt x="78958" y="73855"/>
                    <a:pt x="82708" y="73855"/>
                  </a:cubicBezTo>
                  <a:cubicBezTo>
                    <a:pt x="86458" y="73855"/>
                    <a:pt x="89444" y="72670"/>
                    <a:pt x="91667" y="70313"/>
                  </a:cubicBezTo>
                  <a:cubicBezTo>
                    <a:pt x="93888" y="67956"/>
                    <a:pt x="95555" y="65065"/>
                    <a:pt x="96667" y="61667"/>
                  </a:cubicBezTo>
                  <a:cubicBezTo>
                    <a:pt x="97846" y="58190"/>
                    <a:pt x="98611" y="54570"/>
                    <a:pt x="98958" y="50782"/>
                  </a:cubicBezTo>
                  <a:cubicBezTo>
                    <a:pt x="99305" y="46992"/>
                    <a:pt x="99479" y="43646"/>
                    <a:pt x="99479" y="40729"/>
                  </a:cubicBezTo>
                  <a:cubicBezTo>
                    <a:pt x="99479" y="37813"/>
                    <a:pt x="99305" y="34427"/>
                    <a:pt x="98958" y="30573"/>
                  </a:cubicBezTo>
                  <a:cubicBezTo>
                    <a:pt x="98611" y="26719"/>
                    <a:pt x="97846" y="23060"/>
                    <a:pt x="96667" y="19584"/>
                  </a:cubicBezTo>
                  <a:cubicBezTo>
                    <a:pt x="95555" y="16185"/>
                    <a:pt x="93888" y="13268"/>
                    <a:pt x="91667" y="10833"/>
                  </a:cubicBezTo>
                  <a:cubicBezTo>
                    <a:pt x="89444" y="8399"/>
                    <a:pt x="86458" y="7188"/>
                    <a:pt x="82708" y="7188"/>
                  </a:cubicBezTo>
                  <a:close/>
                  <a:moveTo>
                    <a:pt x="16563" y="3125"/>
                  </a:moveTo>
                  <a:lnTo>
                    <a:pt x="22500" y="3125"/>
                  </a:lnTo>
                  <a:cubicBezTo>
                    <a:pt x="23263" y="3125"/>
                    <a:pt x="23784" y="3268"/>
                    <a:pt x="24063" y="3542"/>
                  </a:cubicBezTo>
                  <a:cubicBezTo>
                    <a:pt x="24340" y="3815"/>
                    <a:pt x="24479" y="4336"/>
                    <a:pt x="24479" y="5105"/>
                  </a:cubicBezTo>
                  <a:lnTo>
                    <a:pt x="24479" y="79167"/>
                  </a:lnTo>
                  <a:lnTo>
                    <a:pt x="16250" y="79167"/>
                  </a:lnTo>
                  <a:lnTo>
                    <a:pt x="16250" y="12083"/>
                  </a:lnTo>
                  <a:cubicBezTo>
                    <a:pt x="14375" y="14102"/>
                    <a:pt x="12031" y="16029"/>
                    <a:pt x="9219" y="17865"/>
                  </a:cubicBezTo>
                  <a:cubicBezTo>
                    <a:pt x="6406" y="19701"/>
                    <a:pt x="3333" y="21458"/>
                    <a:pt x="0" y="23125"/>
                  </a:cubicBezTo>
                  <a:lnTo>
                    <a:pt x="0" y="15209"/>
                  </a:lnTo>
                  <a:cubicBezTo>
                    <a:pt x="2986" y="13893"/>
                    <a:pt x="5867" y="12188"/>
                    <a:pt x="8646" y="10104"/>
                  </a:cubicBezTo>
                  <a:cubicBezTo>
                    <a:pt x="11423" y="8021"/>
                    <a:pt x="14062" y="5690"/>
                    <a:pt x="16563" y="3125"/>
                  </a:cubicBezTo>
                  <a:close/>
                  <a:moveTo>
                    <a:pt x="82708" y="0"/>
                  </a:moveTo>
                  <a:cubicBezTo>
                    <a:pt x="87917" y="0"/>
                    <a:pt x="92169" y="1211"/>
                    <a:pt x="95469" y="3646"/>
                  </a:cubicBezTo>
                  <a:cubicBezTo>
                    <a:pt x="98767" y="6081"/>
                    <a:pt x="101354" y="9206"/>
                    <a:pt x="103229" y="13021"/>
                  </a:cubicBezTo>
                  <a:cubicBezTo>
                    <a:pt x="105104" y="16914"/>
                    <a:pt x="106388" y="21289"/>
                    <a:pt x="107083" y="26146"/>
                  </a:cubicBezTo>
                  <a:cubicBezTo>
                    <a:pt x="107777" y="31003"/>
                    <a:pt x="108125" y="35872"/>
                    <a:pt x="108125" y="40729"/>
                  </a:cubicBezTo>
                  <a:cubicBezTo>
                    <a:pt x="108125" y="45664"/>
                    <a:pt x="107777" y="50521"/>
                    <a:pt x="107083" y="55313"/>
                  </a:cubicBezTo>
                  <a:cubicBezTo>
                    <a:pt x="106388" y="60105"/>
                    <a:pt x="105104" y="64440"/>
                    <a:pt x="103229" y="68334"/>
                  </a:cubicBezTo>
                  <a:cubicBezTo>
                    <a:pt x="101354" y="72149"/>
                    <a:pt x="98767" y="75248"/>
                    <a:pt x="95469" y="77604"/>
                  </a:cubicBezTo>
                  <a:cubicBezTo>
                    <a:pt x="92169" y="79961"/>
                    <a:pt x="87917" y="81146"/>
                    <a:pt x="82708" y="81146"/>
                  </a:cubicBezTo>
                  <a:cubicBezTo>
                    <a:pt x="77569" y="81146"/>
                    <a:pt x="73385" y="79961"/>
                    <a:pt x="70156" y="77604"/>
                  </a:cubicBezTo>
                  <a:cubicBezTo>
                    <a:pt x="66927" y="75248"/>
                    <a:pt x="64444" y="72149"/>
                    <a:pt x="62708" y="68334"/>
                  </a:cubicBezTo>
                  <a:cubicBezTo>
                    <a:pt x="60902" y="64440"/>
                    <a:pt x="59688" y="60105"/>
                    <a:pt x="59063" y="55313"/>
                  </a:cubicBezTo>
                  <a:cubicBezTo>
                    <a:pt x="58438" y="50521"/>
                    <a:pt x="58125" y="45664"/>
                    <a:pt x="58125" y="40729"/>
                  </a:cubicBezTo>
                  <a:cubicBezTo>
                    <a:pt x="58125" y="35872"/>
                    <a:pt x="58438" y="31003"/>
                    <a:pt x="59063" y="26146"/>
                  </a:cubicBezTo>
                  <a:cubicBezTo>
                    <a:pt x="59688" y="21289"/>
                    <a:pt x="60902" y="16914"/>
                    <a:pt x="62708" y="13021"/>
                  </a:cubicBezTo>
                  <a:cubicBezTo>
                    <a:pt x="64444" y="9206"/>
                    <a:pt x="66927" y="6081"/>
                    <a:pt x="70156" y="3646"/>
                  </a:cubicBezTo>
                  <a:cubicBezTo>
                    <a:pt x="73385" y="1211"/>
                    <a:pt x="77569" y="0"/>
                    <a:pt x="82708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2" name="TextBox 621">
              <a:extLst>
                <a:ext uri="{FF2B5EF4-FFF2-40B4-BE49-F238E27FC236}">
                  <a16:creationId xmlns:a16="http://schemas.microsoft.com/office/drawing/2014/main" id="{C9F42EA7-6EB8-4283-88F3-138B331D5269}"/>
                </a:ext>
              </a:extLst>
            </p:cNvPr>
            <p:cNvSpPr txBox="1"/>
            <p:nvPr/>
          </p:nvSpPr>
          <p:spPr>
            <a:xfrm>
              <a:off x="860456" y="6255215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10</a:t>
              </a:r>
            </a:p>
          </p:txBody>
        </p:sp>
        <p:grpSp>
          <p:nvGrpSpPr>
            <p:cNvPr id="623" name="그래픽 5">
              <a:extLst>
                <a:ext uri="{FF2B5EF4-FFF2-40B4-BE49-F238E27FC236}">
                  <a16:creationId xmlns:a16="http://schemas.microsoft.com/office/drawing/2014/main" id="{7C812E8E-D228-4486-B8D2-21D261E84328}"/>
                </a:ext>
              </a:extLst>
            </p:cNvPr>
            <p:cNvGrpSpPr/>
            <p:nvPr/>
          </p:nvGrpSpPr>
          <p:grpSpPr>
            <a:xfrm>
              <a:off x="1218300" y="6203605"/>
              <a:ext cx="364583" cy="130208"/>
              <a:chOff x="1218300" y="6203605"/>
              <a:chExt cx="364583" cy="130208"/>
            </a:xfrm>
          </p:grpSpPr>
          <p:sp>
            <p:nvSpPr>
              <p:cNvPr id="624" name="자유형: 도형 623">
                <a:extLst>
                  <a:ext uri="{FF2B5EF4-FFF2-40B4-BE49-F238E27FC236}">
                    <a16:creationId xmlns:a16="http://schemas.microsoft.com/office/drawing/2014/main" id="{10B9B28E-B337-4426-B693-4DBEFFCF9381}"/>
                  </a:ext>
                </a:extLst>
              </p:cNvPr>
              <p:cNvSpPr/>
              <p:nvPr/>
            </p:nvSpPr>
            <p:spPr>
              <a:xfrm>
                <a:off x="1218300" y="6227016"/>
                <a:ext cx="361041" cy="92291"/>
              </a:xfrm>
              <a:custGeom>
                <a:avLst/>
                <a:gdLst>
                  <a:gd name="connsiteX0" fmla="*/ 17188 w 361041"/>
                  <a:gd name="connsiteY0" fmla="*/ 62396 h 92291"/>
                  <a:gd name="connsiteX1" fmla="*/ 17188 w 361041"/>
                  <a:gd name="connsiteY1" fmla="*/ 84479 h 92291"/>
                  <a:gd name="connsiteX2" fmla="*/ 59583 w 361041"/>
                  <a:gd name="connsiteY2" fmla="*/ 84479 h 92291"/>
                  <a:gd name="connsiteX3" fmla="*/ 59583 w 361041"/>
                  <a:gd name="connsiteY3" fmla="*/ 62396 h 92291"/>
                  <a:gd name="connsiteX4" fmla="*/ 298750 w 361041"/>
                  <a:gd name="connsiteY4" fmla="*/ 60834 h 92291"/>
                  <a:gd name="connsiteX5" fmla="*/ 307188 w 361041"/>
                  <a:gd name="connsiteY5" fmla="*/ 60834 h 92291"/>
                  <a:gd name="connsiteX6" fmla="*/ 307188 w 361041"/>
                  <a:gd name="connsiteY6" fmla="*/ 83334 h 92291"/>
                  <a:gd name="connsiteX7" fmla="*/ 361042 w 361041"/>
                  <a:gd name="connsiteY7" fmla="*/ 83334 h 92291"/>
                  <a:gd name="connsiteX8" fmla="*/ 361042 w 361041"/>
                  <a:gd name="connsiteY8" fmla="*/ 90417 h 92291"/>
                  <a:gd name="connsiteX9" fmla="*/ 300938 w 361041"/>
                  <a:gd name="connsiteY9" fmla="*/ 90417 h 92291"/>
                  <a:gd name="connsiteX10" fmla="*/ 299219 w 361041"/>
                  <a:gd name="connsiteY10" fmla="*/ 89948 h 92291"/>
                  <a:gd name="connsiteX11" fmla="*/ 298750 w 361041"/>
                  <a:gd name="connsiteY11" fmla="*/ 88229 h 92291"/>
                  <a:gd name="connsiteX12" fmla="*/ 11250 w 361041"/>
                  <a:gd name="connsiteY12" fmla="*/ 55417 h 92291"/>
                  <a:gd name="connsiteX13" fmla="*/ 65521 w 361041"/>
                  <a:gd name="connsiteY13" fmla="*/ 55417 h 92291"/>
                  <a:gd name="connsiteX14" fmla="*/ 67240 w 361041"/>
                  <a:gd name="connsiteY14" fmla="*/ 55886 h 92291"/>
                  <a:gd name="connsiteX15" fmla="*/ 67708 w 361041"/>
                  <a:gd name="connsiteY15" fmla="*/ 57604 h 92291"/>
                  <a:gd name="connsiteX16" fmla="*/ 67708 w 361041"/>
                  <a:gd name="connsiteY16" fmla="*/ 89063 h 92291"/>
                  <a:gd name="connsiteX17" fmla="*/ 67240 w 361041"/>
                  <a:gd name="connsiteY17" fmla="*/ 90781 h 92291"/>
                  <a:gd name="connsiteX18" fmla="*/ 65521 w 361041"/>
                  <a:gd name="connsiteY18" fmla="*/ 91250 h 92291"/>
                  <a:gd name="connsiteX19" fmla="*/ 11250 w 361041"/>
                  <a:gd name="connsiteY19" fmla="*/ 91250 h 92291"/>
                  <a:gd name="connsiteX20" fmla="*/ 9531 w 361041"/>
                  <a:gd name="connsiteY20" fmla="*/ 90781 h 92291"/>
                  <a:gd name="connsiteX21" fmla="*/ 9063 w 361041"/>
                  <a:gd name="connsiteY21" fmla="*/ 89063 h 92291"/>
                  <a:gd name="connsiteX22" fmla="*/ 9063 w 361041"/>
                  <a:gd name="connsiteY22" fmla="*/ 57604 h 92291"/>
                  <a:gd name="connsiteX23" fmla="*/ 9531 w 361041"/>
                  <a:gd name="connsiteY23" fmla="*/ 55886 h 92291"/>
                  <a:gd name="connsiteX24" fmla="*/ 11250 w 361041"/>
                  <a:gd name="connsiteY24" fmla="*/ 55417 h 92291"/>
                  <a:gd name="connsiteX25" fmla="*/ 84688 w 361041"/>
                  <a:gd name="connsiteY25" fmla="*/ 54375 h 92291"/>
                  <a:gd name="connsiteX26" fmla="*/ 169271 w 361041"/>
                  <a:gd name="connsiteY26" fmla="*/ 54375 h 92291"/>
                  <a:gd name="connsiteX27" fmla="*/ 169271 w 361041"/>
                  <a:gd name="connsiteY27" fmla="*/ 61458 h 92291"/>
                  <a:gd name="connsiteX28" fmla="*/ 131458 w 361041"/>
                  <a:gd name="connsiteY28" fmla="*/ 61458 h 92291"/>
                  <a:gd name="connsiteX29" fmla="*/ 131458 w 361041"/>
                  <a:gd name="connsiteY29" fmla="*/ 92292 h 92291"/>
                  <a:gd name="connsiteX30" fmla="*/ 123125 w 361041"/>
                  <a:gd name="connsiteY30" fmla="*/ 92292 h 92291"/>
                  <a:gd name="connsiteX31" fmla="*/ 123125 w 361041"/>
                  <a:gd name="connsiteY31" fmla="*/ 61458 h 92291"/>
                  <a:gd name="connsiteX32" fmla="*/ 84688 w 361041"/>
                  <a:gd name="connsiteY32" fmla="*/ 61458 h 92291"/>
                  <a:gd name="connsiteX33" fmla="*/ 204583 w 361041"/>
                  <a:gd name="connsiteY33" fmla="*/ 52083 h 92291"/>
                  <a:gd name="connsiteX34" fmla="*/ 260729 w 361041"/>
                  <a:gd name="connsiteY34" fmla="*/ 52083 h 92291"/>
                  <a:gd name="connsiteX35" fmla="*/ 262448 w 361041"/>
                  <a:gd name="connsiteY35" fmla="*/ 52552 h 92291"/>
                  <a:gd name="connsiteX36" fmla="*/ 262917 w 361041"/>
                  <a:gd name="connsiteY36" fmla="*/ 54271 h 92291"/>
                  <a:gd name="connsiteX37" fmla="*/ 262917 w 361041"/>
                  <a:gd name="connsiteY37" fmla="*/ 72813 h 92291"/>
                  <a:gd name="connsiteX38" fmla="*/ 262448 w 361041"/>
                  <a:gd name="connsiteY38" fmla="*/ 74531 h 92291"/>
                  <a:gd name="connsiteX39" fmla="*/ 260729 w 361041"/>
                  <a:gd name="connsiteY39" fmla="*/ 75000 h 92291"/>
                  <a:gd name="connsiteX40" fmla="*/ 213333 w 361041"/>
                  <a:gd name="connsiteY40" fmla="*/ 75000 h 92291"/>
                  <a:gd name="connsiteX41" fmla="*/ 213333 w 361041"/>
                  <a:gd name="connsiteY41" fmla="*/ 85000 h 92291"/>
                  <a:gd name="connsiteX42" fmla="*/ 265104 w 361041"/>
                  <a:gd name="connsiteY42" fmla="*/ 85000 h 92291"/>
                  <a:gd name="connsiteX43" fmla="*/ 265104 w 361041"/>
                  <a:gd name="connsiteY43" fmla="*/ 91667 h 92291"/>
                  <a:gd name="connsiteX44" fmla="*/ 206771 w 361041"/>
                  <a:gd name="connsiteY44" fmla="*/ 91667 h 92291"/>
                  <a:gd name="connsiteX45" fmla="*/ 205052 w 361041"/>
                  <a:gd name="connsiteY45" fmla="*/ 91198 h 92291"/>
                  <a:gd name="connsiteX46" fmla="*/ 204583 w 361041"/>
                  <a:gd name="connsiteY46" fmla="*/ 89479 h 92291"/>
                  <a:gd name="connsiteX47" fmla="*/ 204583 w 361041"/>
                  <a:gd name="connsiteY47" fmla="*/ 70833 h 92291"/>
                  <a:gd name="connsiteX48" fmla="*/ 205052 w 361041"/>
                  <a:gd name="connsiteY48" fmla="*/ 69115 h 92291"/>
                  <a:gd name="connsiteX49" fmla="*/ 206771 w 361041"/>
                  <a:gd name="connsiteY49" fmla="*/ 68646 h 92291"/>
                  <a:gd name="connsiteX50" fmla="*/ 254271 w 361041"/>
                  <a:gd name="connsiteY50" fmla="*/ 68646 h 92291"/>
                  <a:gd name="connsiteX51" fmla="*/ 254271 w 361041"/>
                  <a:gd name="connsiteY51" fmla="*/ 58854 h 92291"/>
                  <a:gd name="connsiteX52" fmla="*/ 204583 w 361041"/>
                  <a:gd name="connsiteY52" fmla="*/ 58854 h 92291"/>
                  <a:gd name="connsiteX53" fmla="*/ 202500 w 361041"/>
                  <a:gd name="connsiteY53" fmla="*/ 22604 h 92291"/>
                  <a:gd name="connsiteX54" fmla="*/ 202500 w 361041"/>
                  <a:gd name="connsiteY54" fmla="*/ 36042 h 92291"/>
                  <a:gd name="connsiteX55" fmla="*/ 228333 w 361041"/>
                  <a:gd name="connsiteY55" fmla="*/ 36042 h 92291"/>
                  <a:gd name="connsiteX56" fmla="*/ 228333 w 361041"/>
                  <a:gd name="connsiteY56" fmla="*/ 22604 h 92291"/>
                  <a:gd name="connsiteX57" fmla="*/ 104063 w 361041"/>
                  <a:gd name="connsiteY57" fmla="*/ 20625 h 92291"/>
                  <a:gd name="connsiteX58" fmla="*/ 104063 w 361041"/>
                  <a:gd name="connsiteY58" fmla="*/ 35729 h 92291"/>
                  <a:gd name="connsiteX59" fmla="*/ 149688 w 361041"/>
                  <a:gd name="connsiteY59" fmla="*/ 35729 h 92291"/>
                  <a:gd name="connsiteX60" fmla="*/ 149688 w 361041"/>
                  <a:gd name="connsiteY60" fmla="*/ 20625 h 92291"/>
                  <a:gd name="connsiteX61" fmla="*/ 287084 w 361041"/>
                  <a:gd name="connsiteY61" fmla="*/ 4271 h 92291"/>
                  <a:gd name="connsiteX62" fmla="*/ 332084 w 361041"/>
                  <a:gd name="connsiteY62" fmla="*/ 4271 h 92291"/>
                  <a:gd name="connsiteX63" fmla="*/ 332084 w 361041"/>
                  <a:gd name="connsiteY63" fmla="*/ 11250 h 92291"/>
                  <a:gd name="connsiteX64" fmla="*/ 313854 w 361041"/>
                  <a:gd name="connsiteY64" fmla="*/ 11250 h 92291"/>
                  <a:gd name="connsiteX65" fmla="*/ 313854 w 361041"/>
                  <a:gd name="connsiteY65" fmla="*/ 16979 h 92291"/>
                  <a:gd name="connsiteX66" fmla="*/ 315573 w 361041"/>
                  <a:gd name="connsiteY66" fmla="*/ 26615 h 92291"/>
                  <a:gd name="connsiteX67" fmla="*/ 320104 w 361041"/>
                  <a:gd name="connsiteY67" fmla="*/ 34583 h 92291"/>
                  <a:gd name="connsiteX68" fmla="*/ 328334 w 361041"/>
                  <a:gd name="connsiteY68" fmla="*/ 42500 h 92291"/>
                  <a:gd name="connsiteX69" fmla="*/ 337813 w 361041"/>
                  <a:gd name="connsiteY69" fmla="*/ 47292 h 92291"/>
                  <a:gd name="connsiteX70" fmla="*/ 334792 w 361041"/>
                  <a:gd name="connsiteY70" fmla="*/ 50521 h 92291"/>
                  <a:gd name="connsiteX71" fmla="*/ 332396 w 361041"/>
                  <a:gd name="connsiteY71" fmla="*/ 53542 h 92291"/>
                  <a:gd name="connsiteX72" fmla="*/ 326302 w 361041"/>
                  <a:gd name="connsiteY72" fmla="*/ 50157 h 92291"/>
                  <a:gd name="connsiteX73" fmla="*/ 319896 w 361041"/>
                  <a:gd name="connsiteY73" fmla="*/ 45209 h 92291"/>
                  <a:gd name="connsiteX74" fmla="*/ 314219 w 361041"/>
                  <a:gd name="connsiteY74" fmla="*/ 39531 h 92291"/>
                  <a:gd name="connsiteX75" fmla="*/ 309688 w 361041"/>
                  <a:gd name="connsiteY75" fmla="*/ 32605 h 92291"/>
                  <a:gd name="connsiteX76" fmla="*/ 305990 w 361041"/>
                  <a:gd name="connsiteY76" fmla="*/ 39948 h 92291"/>
                  <a:gd name="connsiteX77" fmla="*/ 300938 w 361041"/>
                  <a:gd name="connsiteY77" fmla="*/ 46250 h 92291"/>
                  <a:gd name="connsiteX78" fmla="*/ 294219 w 361041"/>
                  <a:gd name="connsiteY78" fmla="*/ 51823 h 92291"/>
                  <a:gd name="connsiteX79" fmla="*/ 286875 w 361041"/>
                  <a:gd name="connsiteY79" fmla="*/ 56250 h 92291"/>
                  <a:gd name="connsiteX80" fmla="*/ 283906 w 361041"/>
                  <a:gd name="connsiteY80" fmla="*/ 53438 h 92291"/>
                  <a:gd name="connsiteX81" fmla="*/ 280521 w 361041"/>
                  <a:gd name="connsiteY81" fmla="*/ 50521 h 92291"/>
                  <a:gd name="connsiteX82" fmla="*/ 291094 w 361041"/>
                  <a:gd name="connsiteY82" fmla="*/ 44375 h 92291"/>
                  <a:gd name="connsiteX83" fmla="*/ 299583 w 361041"/>
                  <a:gd name="connsiteY83" fmla="*/ 35625 h 92291"/>
                  <a:gd name="connsiteX84" fmla="*/ 303906 w 361041"/>
                  <a:gd name="connsiteY84" fmla="*/ 27084 h 92291"/>
                  <a:gd name="connsiteX85" fmla="*/ 305521 w 361041"/>
                  <a:gd name="connsiteY85" fmla="*/ 16875 h 92291"/>
                  <a:gd name="connsiteX86" fmla="*/ 305521 w 361041"/>
                  <a:gd name="connsiteY86" fmla="*/ 11250 h 92291"/>
                  <a:gd name="connsiteX87" fmla="*/ 287084 w 361041"/>
                  <a:gd name="connsiteY87" fmla="*/ 11250 h 92291"/>
                  <a:gd name="connsiteX88" fmla="*/ 194479 w 361041"/>
                  <a:gd name="connsiteY88" fmla="*/ 2917 h 92291"/>
                  <a:gd name="connsiteX89" fmla="*/ 202500 w 361041"/>
                  <a:gd name="connsiteY89" fmla="*/ 2917 h 92291"/>
                  <a:gd name="connsiteX90" fmla="*/ 202500 w 361041"/>
                  <a:gd name="connsiteY90" fmla="*/ 15833 h 92291"/>
                  <a:gd name="connsiteX91" fmla="*/ 228333 w 361041"/>
                  <a:gd name="connsiteY91" fmla="*/ 15833 h 92291"/>
                  <a:gd name="connsiteX92" fmla="*/ 228333 w 361041"/>
                  <a:gd name="connsiteY92" fmla="*/ 2917 h 92291"/>
                  <a:gd name="connsiteX93" fmla="*/ 236354 w 361041"/>
                  <a:gd name="connsiteY93" fmla="*/ 2917 h 92291"/>
                  <a:gd name="connsiteX94" fmla="*/ 236354 w 361041"/>
                  <a:gd name="connsiteY94" fmla="*/ 40625 h 92291"/>
                  <a:gd name="connsiteX95" fmla="*/ 235886 w 361041"/>
                  <a:gd name="connsiteY95" fmla="*/ 42344 h 92291"/>
                  <a:gd name="connsiteX96" fmla="*/ 234167 w 361041"/>
                  <a:gd name="connsiteY96" fmla="*/ 42813 h 92291"/>
                  <a:gd name="connsiteX97" fmla="*/ 196667 w 361041"/>
                  <a:gd name="connsiteY97" fmla="*/ 42813 h 92291"/>
                  <a:gd name="connsiteX98" fmla="*/ 194948 w 361041"/>
                  <a:gd name="connsiteY98" fmla="*/ 42344 h 92291"/>
                  <a:gd name="connsiteX99" fmla="*/ 194479 w 361041"/>
                  <a:gd name="connsiteY99" fmla="*/ 40625 h 92291"/>
                  <a:gd name="connsiteX100" fmla="*/ 0 w 361041"/>
                  <a:gd name="connsiteY100" fmla="*/ 2604 h 92291"/>
                  <a:gd name="connsiteX101" fmla="*/ 8125 w 361041"/>
                  <a:gd name="connsiteY101" fmla="*/ 2604 h 92291"/>
                  <a:gd name="connsiteX102" fmla="*/ 8125 w 361041"/>
                  <a:gd name="connsiteY102" fmla="*/ 34792 h 92291"/>
                  <a:gd name="connsiteX103" fmla="*/ 17396 w 361041"/>
                  <a:gd name="connsiteY103" fmla="*/ 34792 h 92291"/>
                  <a:gd name="connsiteX104" fmla="*/ 28177 w 361041"/>
                  <a:gd name="connsiteY104" fmla="*/ 34479 h 92291"/>
                  <a:gd name="connsiteX105" fmla="*/ 39063 w 361041"/>
                  <a:gd name="connsiteY105" fmla="*/ 33646 h 92291"/>
                  <a:gd name="connsiteX106" fmla="*/ 48542 w 361041"/>
                  <a:gd name="connsiteY106" fmla="*/ 32552 h 92291"/>
                  <a:gd name="connsiteX107" fmla="*/ 55000 w 361041"/>
                  <a:gd name="connsiteY107" fmla="*/ 31354 h 92291"/>
                  <a:gd name="connsiteX108" fmla="*/ 55000 w 361041"/>
                  <a:gd name="connsiteY108" fmla="*/ 38438 h 92291"/>
                  <a:gd name="connsiteX109" fmla="*/ 48333 w 361041"/>
                  <a:gd name="connsiteY109" fmla="*/ 39792 h 92291"/>
                  <a:gd name="connsiteX110" fmla="*/ 38854 w 361041"/>
                  <a:gd name="connsiteY110" fmla="*/ 41042 h 92291"/>
                  <a:gd name="connsiteX111" fmla="*/ 27760 w 361041"/>
                  <a:gd name="connsiteY111" fmla="*/ 41927 h 92291"/>
                  <a:gd name="connsiteX112" fmla="*/ 15938 w 361041"/>
                  <a:gd name="connsiteY112" fmla="*/ 42292 h 92291"/>
                  <a:gd name="connsiteX113" fmla="*/ 2188 w 361041"/>
                  <a:gd name="connsiteY113" fmla="*/ 42292 h 92291"/>
                  <a:gd name="connsiteX114" fmla="*/ 469 w 361041"/>
                  <a:gd name="connsiteY114" fmla="*/ 41823 h 92291"/>
                  <a:gd name="connsiteX115" fmla="*/ 0 w 361041"/>
                  <a:gd name="connsiteY115" fmla="*/ 40104 h 92291"/>
                  <a:gd name="connsiteX116" fmla="*/ 95938 w 361041"/>
                  <a:gd name="connsiteY116" fmla="*/ 1979 h 92291"/>
                  <a:gd name="connsiteX117" fmla="*/ 104063 w 361041"/>
                  <a:gd name="connsiteY117" fmla="*/ 1979 h 92291"/>
                  <a:gd name="connsiteX118" fmla="*/ 104063 w 361041"/>
                  <a:gd name="connsiteY118" fmla="*/ 13855 h 92291"/>
                  <a:gd name="connsiteX119" fmla="*/ 149688 w 361041"/>
                  <a:gd name="connsiteY119" fmla="*/ 13855 h 92291"/>
                  <a:gd name="connsiteX120" fmla="*/ 149688 w 361041"/>
                  <a:gd name="connsiteY120" fmla="*/ 1979 h 92291"/>
                  <a:gd name="connsiteX121" fmla="*/ 157917 w 361041"/>
                  <a:gd name="connsiteY121" fmla="*/ 1979 h 92291"/>
                  <a:gd name="connsiteX122" fmla="*/ 157917 w 361041"/>
                  <a:gd name="connsiteY122" fmla="*/ 40521 h 92291"/>
                  <a:gd name="connsiteX123" fmla="*/ 157448 w 361041"/>
                  <a:gd name="connsiteY123" fmla="*/ 42240 h 92291"/>
                  <a:gd name="connsiteX124" fmla="*/ 155729 w 361041"/>
                  <a:gd name="connsiteY124" fmla="*/ 42708 h 92291"/>
                  <a:gd name="connsiteX125" fmla="*/ 98125 w 361041"/>
                  <a:gd name="connsiteY125" fmla="*/ 42708 h 92291"/>
                  <a:gd name="connsiteX126" fmla="*/ 96406 w 361041"/>
                  <a:gd name="connsiteY126" fmla="*/ 42240 h 92291"/>
                  <a:gd name="connsiteX127" fmla="*/ 95938 w 361041"/>
                  <a:gd name="connsiteY127" fmla="*/ 40521 h 92291"/>
                  <a:gd name="connsiteX128" fmla="*/ 350313 w 361041"/>
                  <a:gd name="connsiteY128" fmla="*/ 0 h 92291"/>
                  <a:gd name="connsiteX129" fmla="*/ 358438 w 361041"/>
                  <a:gd name="connsiteY129" fmla="*/ 0 h 92291"/>
                  <a:gd name="connsiteX130" fmla="*/ 358438 w 361041"/>
                  <a:gd name="connsiteY130" fmla="*/ 67709 h 92291"/>
                  <a:gd name="connsiteX131" fmla="*/ 350313 w 361041"/>
                  <a:gd name="connsiteY131" fmla="*/ 67709 h 92291"/>
                  <a:gd name="connsiteX132" fmla="*/ 350313 w 361041"/>
                  <a:gd name="connsiteY132" fmla="*/ 29063 h 92291"/>
                  <a:gd name="connsiteX133" fmla="*/ 331042 w 361041"/>
                  <a:gd name="connsiteY133" fmla="*/ 29063 h 92291"/>
                  <a:gd name="connsiteX134" fmla="*/ 331042 w 361041"/>
                  <a:gd name="connsiteY134" fmla="*/ 21771 h 92291"/>
                  <a:gd name="connsiteX135" fmla="*/ 350313 w 361041"/>
                  <a:gd name="connsiteY135" fmla="*/ 21771 h 92291"/>
                  <a:gd name="connsiteX136" fmla="*/ 254479 w 361041"/>
                  <a:gd name="connsiteY136" fmla="*/ 0 h 92291"/>
                  <a:gd name="connsiteX137" fmla="*/ 262708 w 361041"/>
                  <a:gd name="connsiteY137" fmla="*/ 0 h 92291"/>
                  <a:gd name="connsiteX138" fmla="*/ 262708 w 361041"/>
                  <a:gd name="connsiteY138" fmla="*/ 17188 h 92291"/>
                  <a:gd name="connsiteX139" fmla="*/ 275313 w 361041"/>
                  <a:gd name="connsiteY139" fmla="*/ 17188 h 92291"/>
                  <a:gd name="connsiteX140" fmla="*/ 275313 w 361041"/>
                  <a:gd name="connsiteY140" fmla="*/ 24375 h 92291"/>
                  <a:gd name="connsiteX141" fmla="*/ 262708 w 361041"/>
                  <a:gd name="connsiteY141" fmla="*/ 24375 h 92291"/>
                  <a:gd name="connsiteX142" fmla="*/ 262708 w 361041"/>
                  <a:gd name="connsiteY142" fmla="*/ 47500 h 92291"/>
                  <a:gd name="connsiteX143" fmla="*/ 254479 w 361041"/>
                  <a:gd name="connsiteY143" fmla="*/ 47500 h 92291"/>
                  <a:gd name="connsiteX144" fmla="*/ 59375 w 361041"/>
                  <a:gd name="connsiteY144" fmla="*/ 0 h 92291"/>
                  <a:gd name="connsiteX145" fmla="*/ 67500 w 361041"/>
                  <a:gd name="connsiteY145" fmla="*/ 0 h 92291"/>
                  <a:gd name="connsiteX146" fmla="*/ 67500 w 361041"/>
                  <a:gd name="connsiteY146" fmla="*/ 16146 h 92291"/>
                  <a:gd name="connsiteX147" fmla="*/ 80104 w 361041"/>
                  <a:gd name="connsiteY147" fmla="*/ 16146 h 92291"/>
                  <a:gd name="connsiteX148" fmla="*/ 80104 w 361041"/>
                  <a:gd name="connsiteY148" fmla="*/ 23438 h 92291"/>
                  <a:gd name="connsiteX149" fmla="*/ 67500 w 361041"/>
                  <a:gd name="connsiteY149" fmla="*/ 23438 h 92291"/>
                  <a:gd name="connsiteX150" fmla="*/ 67500 w 361041"/>
                  <a:gd name="connsiteY150" fmla="*/ 50313 h 92291"/>
                  <a:gd name="connsiteX151" fmla="*/ 59375 w 361041"/>
                  <a:gd name="connsiteY151" fmla="*/ 50313 h 92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</a:cxnLst>
                <a:rect l="l" t="t" r="r" b="b"/>
                <a:pathLst>
                  <a:path w="361041" h="92291">
                    <a:moveTo>
                      <a:pt x="17188" y="62396"/>
                    </a:moveTo>
                    <a:lnTo>
                      <a:pt x="17188" y="84479"/>
                    </a:lnTo>
                    <a:lnTo>
                      <a:pt x="59583" y="84479"/>
                    </a:lnTo>
                    <a:lnTo>
                      <a:pt x="59583" y="62396"/>
                    </a:lnTo>
                    <a:close/>
                    <a:moveTo>
                      <a:pt x="298750" y="60834"/>
                    </a:moveTo>
                    <a:lnTo>
                      <a:pt x="307188" y="60834"/>
                    </a:lnTo>
                    <a:lnTo>
                      <a:pt x="307188" y="83334"/>
                    </a:lnTo>
                    <a:lnTo>
                      <a:pt x="361042" y="83334"/>
                    </a:lnTo>
                    <a:lnTo>
                      <a:pt x="361042" y="90417"/>
                    </a:lnTo>
                    <a:lnTo>
                      <a:pt x="300938" y="90417"/>
                    </a:lnTo>
                    <a:cubicBezTo>
                      <a:pt x="300104" y="90417"/>
                      <a:pt x="299531" y="90261"/>
                      <a:pt x="299219" y="89948"/>
                    </a:cubicBezTo>
                    <a:cubicBezTo>
                      <a:pt x="298906" y="89635"/>
                      <a:pt x="298750" y="89063"/>
                      <a:pt x="298750" y="88229"/>
                    </a:cubicBezTo>
                    <a:close/>
                    <a:moveTo>
                      <a:pt x="11250" y="55417"/>
                    </a:moveTo>
                    <a:lnTo>
                      <a:pt x="65521" y="55417"/>
                    </a:lnTo>
                    <a:cubicBezTo>
                      <a:pt x="66354" y="55417"/>
                      <a:pt x="66927" y="55573"/>
                      <a:pt x="67240" y="55886"/>
                    </a:cubicBezTo>
                    <a:cubicBezTo>
                      <a:pt x="67552" y="56198"/>
                      <a:pt x="67708" y="56771"/>
                      <a:pt x="67708" y="57604"/>
                    </a:cubicBezTo>
                    <a:lnTo>
                      <a:pt x="67708" y="89063"/>
                    </a:lnTo>
                    <a:cubicBezTo>
                      <a:pt x="67708" y="89896"/>
                      <a:pt x="67552" y="90469"/>
                      <a:pt x="67240" y="90781"/>
                    </a:cubicBezTo>
                    <a:cubicBezTo>
                      <a:pt x="66927" y="91094"/>
                      <a:pt x="66354" y="91250"/>
                      <a:pt x="65521" y="91250"/>
                    </a:cubicBezTo>
                    <a:lnTo>
                      <a:pt x="11250" y="91250"/>
                    </a:lnTo>
                    <a:cubicBezTo>
                      <a:pt x="10417" y="91250"/>
                      <a:pt x="9844" y="91094"/>
                      <a:pt x="9531" y="90781"/>
                    </a:cubicBezTo>
                    <a:cubicBezTo>
                      <a:pt x="9219" y="90469"/>
                      <a:pt x="9063" y="89896"/>
                      <a:pt x="9063" y="89063"/>
                    </a:cubicBezTo>
                    <a:lnTo>
                      <a:pt x="9063" y="57604"/>
                    </a:lnTo>
                    <a:cubicBezTo>
                      <a:pt x="9063" y="56771"/>
                      <a:pt x="9219" y="56198"/>
                      <a:pt x="9531" y="55886"/>
                    </a:cubicBezTo>
                    <a:cubicBezTo>
                      <a:pt x="9844" y="55573"/>
                      <a:pt x="10417" y="55417"/>
                      <a:pt x="11250" y="55417"/>
                    </a:cubicBezTo>
                    <a:close/>
                    <a:moveTo>
                      <a:pt x="84688" y="54375"/>
                    </a:moveTo>
                    <a:lnTo>
                      <a:pt x="169271" y="54375"/>
                    </a:lnTo>
                    <a:lnTo>
                      <a:pt x="169271" y="61458"/>
                    </a:lnTo>
                    <a:lnTo>
                      <a:pt x="131458" y="61458"/>
                    </a:lnTo>
                    <a:lnTo>
                      <a:pt x="131458" y="92292"/>
                    </a:lnTo>
                    <a:lnTo>
                      <a:pt x="123125" y="92292"/>
                    </a:lnTo>
                    <a:lnTo>
                      <a:pt x="123125" y="61458"/>
                    </a:lnTo>
                    <a:lnTo>
                      <a:pt x="84688" y="61458"/>
                    </a:lnTo>
                    <a:close/>
                    <a:moveTo>
                      <a:pt x="204583" y="52083"/>
                    </a:moveTo>
                    <a:lnTo>
                      <a:pt x="260729" y="52083"/>
                    </a:lnTo>
                    <a:cubicBezTo>
                      <a:pt x="261563" y="52083"/>
                      <a:pt x="262136" y="52240"/>
                      <a:pt x="262448" y="52552"/>
                    </a:cubicBezTo>
                    <a:cubicBezTo>
                      <a:pt x="262761" y="52865"/>
                      <a:pt x="262917" y="53438"/>
                      <a:pt x="262917" y="54271"/>
                    </a:cubicBezTo>
                    <a:lnTo>
                      <a:pt x="262917" y="72813"/>
                    </a:lnTo>
                    <a:cubicBezTo>
                      <a:pt x="262917" y="73646"/>
                      <a:pt x="262761" y="74219"/>
                      <a:pt x="262448" y="74531"/>
                    </a:cubicBezTo>
                    <a:cubicBezTo>
                      <a:pt x="262136" y="74844"/>
                      <a:pt x="261563" y="75000"/>
                      <a:pt x="260729" y="75000"/>
                    </a:cubicBezTo>
                    <a:lnTo>
                      <a:pt x="213333" y="75000"/>
                    </a:lnTo>
                    <a:lnTo>
                      <a:pt x="213333" y="85000"/>
                    </a:lnTo>
                    <a:lnTo>
                      <a:pt x="265104" y="85000"/>
                    </a:lnTo>
                    <a:lnTo>
                      <a:pt x="265104" y="91667"/>
                    </a:lnTo>
                    <a:lnTo>
                      <a:pt x="206771" y="91667"/>
                    </a:lnTo>
                    <a:cubicBezTo>
                      <a:pt x="205938" y="91667"/>
                      <a:pt x="205365" y="91511"/>
                      <a:pt x="205052" y="91198"/>
                    </a:cubicBezTo>
                    <a:cubicBezTo>
                      <a:pt x="204740" y="90886"/>
                      <a:pt x="204583" y="90313"/>
                      <a:pt x="204583" y="89479"/>
                    </a:cubicBezTo>
                    <a:lnTo>
                      <a:pt x="204583" y="70833"/>
                    </a:lnTo>
                    <a:cubicBezTo>
                      <a:pt x="204583" y="70000"/>
                      <a:pt x="204740" y="69427"/>
                      <a:pt x="205052" y="69115"/>
                    </a:cubicBezTo>
                    <a:cubicBezTo>
                      <a:pt x="205365" y="68802"/>
                      <a:pt x="205938" y="68646"/>
                      <a:pt x="206771" y="68646"/>
                    </a:cubicBezTo>
                    <a:lnTo>
                      <a:pt x="254271" y="68646"/>
                    </a:lnTo>
                    <a:lnTo>
                      <a:pt x="254271" y="58854"/>
                    </a:lnTo>
                    <a:lnTo>
                      <a:pt x="204583" y="58854"/>
                    </a:lnTo>
                    <a:close/>
                    <a:moveTo>
                      <a:pt x="202500" y="22604"/>
                    </a:moveTo>
                    <a:lnTo>
                      <a:pt x="202500" y="36042"/>
                    </a:lnTo>
                    <a:lnTo>
                      <a:pt x="228333" y="36042"/>
                    </a:lnTo>
                    <a:lnTo>
                      <a:pt x="228333" y="22604"/>
                    </a:lnTo>
                    <a:close/>
                    <a:moveTo>
                      <a:pt x="104063" y="20625"/>
                    </a:moveTo>
                    <a:lnTo>
                      <a:pt x="104063" y="35729"/>
                    </a:lnTo>
                    <a:lnTo>
                      <a:pt x="149688" y="35729"/>
                    </a:lnTo>
                    <a:lnTo>
                      <a:pt x="149688" y="20625"/>
                    </a:lnTo>
                    <a:close/>
                    <a:moveTo>
                      <a:pt x="287084" y="4271"/>
                    </a:moveTo>
                    <a:lnTo>
                      <a:pt x="332084" y="4271"/>
                    </a:lnTo>
                    <a:lnTo>
                      <a:pt x="332084" y="11250"/>
                    </a:lnTo>
                    <a:lnTo>
                      <a:pt x="313854" y="11250"/>
                    </a:lnTo>
                    <a:lnTo>
                      <a:pt x="313854" y="16979"/>
                    </a:lnTo>
                    <a:cubicBezTo>
                      <a:pt x="313854" y="20456"/>
                      <a:pt x="314427" y="23659"/>
                      <a:pt x="315573" y="26615"/>
                    </a:cubicBezTo>
                    <a:cubicBezTo>
                      <a:pt x="316719" y="29571"/>
                      <a:pt x="318229" y="32227"/>
                      <a:pt x="320104" y="34583"/>
                    </a:cubicBezTo>
                    <a:cubicBezTo>
                      <a:pt x="322396" y="37709"/>
                      <a:pt x="325139" y="40352"/>
                      <a:pt x="328334" y="42500"/>
                    </a:cubicBezTo>
                    <a:cubicBezTo>
                      <a:pt x="331529" y="44649"/>
                      <a:pt x="334688" y="46250"/>
                      <a:pt x="337813" y="47292"/>
                    </a:cubicBezTo>
                    <a:cubicBezTo>
                      <a:pt x="336841" y="48268"/>
                      <a:pt x="335834" y="49336"/>
                      <a:pt x="334792" y="50521"/>
                    </a:cubicBezTo>
                    <a:cubicBezTo>
                      <a:pt x="333750" y="51706"/>
                      <a:pt x="332952" y="52708"/>
                      <a:pt x="332396" y="53542"/>
                    </a:cubicBezTo>
                    <a:cubicBezTo>
                      <a:pt x="330521" y="52708"/>
                      <a:pt x="328490" y="51576"/>
                      <a:pt x="326302" y="50157"/>
                    </a:cubicBezTo>
                    <a:cubicBezTo>
                      <a:pt x="324115" y="48737"/>
                      <a:pt x="321979" y="47084"/>
                      <a:pt x="319896" y="45209"/>
                    </a:cubicBezTo>
                    <a:cubicBezTo>
                      <a:pt x="317883" y="43542"/>
                      <a:pt x="315990" y="41654"/>
                      <a:pt x="314219" y="39531"/>
                    </a:cubicBezTo>
                    <a:cubicBezTo>
                      <a:pt x="312448" y="37409"/>
                      <a:pt x="310938" y="35104"/>
                      <a:pt x="309688" y="32605"/>
                    </a:cubicBezTo>
                    <a:cubicBezTo>
                      <a:pt x="308716" y="35247"/>
                      <a:pt x="307483" y="37696"/>
                      <a:pt x="305990" y="39948"/>
                    </a:cubicBezTo>
                    <a:cubicBezTo>
                      <a:pt x="304498" y="42201"/>
                      <a:pt x="302813" y="44310"/>
                      <a:pt x="300938" y="46250"/>
                    </a:cubicBezTo>
                    <a:cubicBezTo>
                      <a:pt x="298854" y="48268"/>
                      <a:pt x="296615" y="50117"/>
                      <a:pt x="294219" y="51823"/>
                    </a:cubicBezTo>
                    <a:cubicBezTo>
                      <a:pt x="291823" y="53529"/>
                      <a:pt x="289375" y="55000"/>
                      <a:pt x="286875" y="56250"/>
                    </a:cubicBezTo>
                    <a:cubicBezTo>
                      <a:pt x="286250" y="55560"/>
                      <a:pt x="285261" y="54623"/>
                      <a:pt x="283906" y="53438"/>
                    </a:cubicBezTo>
                    <a:cubicBezTo>
                      <a:pt x="282552" y="52253"/>
                      <a:pt x="281425" y="51289"/>
                      <a:pt x="280521" y="50521"/>
                    </a:cubicBezTo>
                    <a:cubicBezTo>
                      <a:pt x="284202" y="48920"/>
                      <a:pt x="287727" y="46875"/>
                      <a:pt x="291094" y="44375"/>
                    </a:cubicBezTo>
                    <a:cubicBezTo>
                      <a:pt x="294462" y="41875"/>
                      <a:pt x="297292" y="38958"/>
                      <a:pt x="299583" y="35625"/>
                    </a:cubicBezTo>
                    <a:cubicBezTo>
                      <a:pt x="301390" y="33060"/>
                      <a:pt x="302831" y="30208"/>
                      <a:pt x="303906" y="27084"/>
                    </a:cubicBezTo>
                    <a:cubicBezTo>
                      <a:pt x="304983" y="23959"/>
                      <a:pt x="305521" y="20560"/>
                      <a:pt x="305521" y="16875"/>
                    </a:cubicBezTo>
                    <a:lnTo>
                      <a:pt x="305521" y="11250"/>
                    </a:lnTo>
                    <a:lnTo>
                      <a:pt x="287084" y="11250"/>
                    </a:lnTo>
                    <a:close/>
                    <a:moveTo>
                      <a:pt x="194479" y="2917"/>
                    </a:moveTo>
                    <a:lnTo>
                      <a:pt x="202500" y="2917"/>
                    </a:lnTo>
                    <a:lnTo>
                      <a:pt x="202500" y="15833"/>
                    </a:lnTo>
                    <a:lnTo>
                      <a:pt x="228333" y="15833"/>
                    </a:lnTo>
                    <a:lnTo>
                      <a:pt x="228333" y="2917"/>
                    </a:lnTo>
                    <a:lnTo>
                      <a:pt x="236354" y="2917"/>
                    </a:lnTo>
                    <a:lnTo>
                      <a:pt x="236354" y="40625"/>
                    </a:lnTo>
                    <a:cubicBezTo>
                      <a:pt x="236354" y="41459"/>
                      <a:pt x="236198" y="42032"/>
                      <a:pt x="235886" y="42344"/>
                    </a:cubicBezTo>
                    <a:cubicBezTo>
                      <a:pt x="235573" y="42656"/>
                      <a:pt x="235000" y="42813"/>
                      <a:pt x="234167" y="42813"/>
                    </a:cubicBezTo>
                    <a:lnTo>
                      <a:pt x="196667" y="42813"/>
                    </a:lnTo>
                    <a:cubicBezTo>
                      <a:pt x="195834" y="42813"/>
                      <a:pt x="195261" y="42656"/>
                      <a:pt x="194948" y="42344"/>
                    </a:cubicBezTo>
                    <a:cubicBezTo>
                      <a:pt x="194636" y="42032"/>
                      <a:pt x="194479" y="41459"/>
                      <a:pt x="194479" y="40625"/>
                    </a:cubicBezTo>
                    <a:close/>
                    <a:moveTo>
                      <a:pt x="0" y="2604"/>
                    </a:moveTo>
                    <a:lnTo>
                      <a:pt x="8125" y="2604"/>
                    </a:lnTo>
                    <a:lnTo>
                      <a:pt x="8125" y="34792"/>
                    </a:lnTo>
                    <a:lnTo>
                      <a:pt x="17396" y="34792"/>
                    </a:lnTo>
                    <a:cubicBezTo>
                      <a:pt x="20799" y="34792"/>
                      <a:pt x="24393" y="34688"/>
                      <a:pt x="28177" y="34479"/>
                    </a:cubicBezTo>
                    <a:cubicBezTo>
                      <a:pt x="31962" y="34271"/>
                      <a:pt x="35591" y="33998"/>
                      <a:pt x="39063" y="33646"/>
                    </a:cubicBezTo>
                    <a:cubicBezTo>
                      <a:pt x="42535" y="33294"/>
                      <a:pt x="45695" y="32930"/>
                      <a:pt x="48542" y="32552"/>
                    </a:cubicBezTo>
                    <a:cubicBezTo>
                      <a:pt x="51389" y="32175"/>
                      <a:pt x="53542" y="31771"/>
                      <a:pt x="55000" y="31354"/>
                    </a:cubicBezTo>
                    <a:lnTo>
                      <a:pt x="55000" y="38438"/>
                    </a:lnTo>
                    <a:cubicBezTo>
                      <a:pt x="53333" y="38854"/>
                      <a:pt x="51112" y="39310"/>
                      <a:pt x="48333" y="39792"/>
                    </a:cubicBezTo>
                    <a:cubicBezTo>
                      <a:pt x="45556" y="40274"/>
                      <a:pt x="42396" y="40690"/>
                      <a:pt x="38854" y="41042"/>
                    </a:cubicBezTo>
                    <a:cubicBezTo>
                      <a:pt x="35383" y="41393"/>
                      <a:pt x="31685" y="41680"/>
                      <a:pt x="27760" y="41927"/>
                    </a:cubicBezTo>
                    <a:cubicBezTo>
                      <a:pt x="23837" y="42175"/>
                      <a:pt x="19896" y="42292"/>
                      <a:pt x="15938" y="42292"/>
                    </a:cubicBezTo>
                    <a:lnTo>
                      <a:pt x="2188" y="42292"/>
                    </a:lnTo>
                    <a:cubicBezTo>
                      <a:pt x="1354" y="42292"/>
                      <a:pt x="781" y="42136"/>
                      <a:pt x="469" y="41823"/>
                    </a:cubicBezTo>
                    <a:cubicBezTo>
                      <a:pt x="156" y="41511"/>
                      <a:pt x="0" y="40938"/>
                      <a:pt x="0" y="40104"/>
                    </a:cubicBezTo>
                    <a:close/>
                    <a:moveTo>
                      <a:pt x="95938" y="1979"/>
                    </a:moveTo>
                    <a:lnTo>
                      <a:pt x="104063" y="1979"/>
                    </a:lnTo>
                    <a:lnTo>
                      <a:pt x="104063" y="13855"/>
                    </a:lnTo>
                    <a:lnTo>
                      <a:pt x="149688" y="13855"/>
                    </a:lnTo>
                    <a:lnTo>
                      <a:pt x="149688" y="1979"/>
                    </a:lnTo>
                    <a:lnTo>
                      <a:pt x="157917" y="1979"/>
                    </a:lnTo>
                    <a:lnTo>
                      <a:pt x="157917" y="40521"/>
                    </a:lnTo>
                    <a:cubicBezTo>
                      <a:pt x="157917" y="41355"/>
                      <a:pt x="157761" y="41927"/>
                      <a:pt x="157448" y="42240"/>
                    </a:cubicBezTo>
                    <a:cubicBezTo>
                      <a:pt x="157136" y="42552"/>
                      <a:pt x="156563" y="42708"/>
                      <a:pt x="155729" y="42708"/>
                    </a:cubicBezTo>
                    <a:lnTo>
                      <a:pt x="98125" y="42708"/>
                    </a:lnTo>
                    <a:cubicBezTo>
                      <a:pt x="97292" y="42708"/>
                      <a:pt x="96719" y="42552"/>
                      <a:pt x="96406" y="42240"/>
                    </a:cubicBezTo>
                    <a:cubicBezTo>
                      <a:pt x="96094" y="41927"/>
                      <a:pt x="95938" y="41355"/>
                      <a:pt x="95938" y="40521"/>
                    </a:cubicBezTo>
                    <a:close/>
                    <a:moveTo>
                      <a:pt x="350313" y="0"/>
                    </a:moveTo>
                    <a:lnTo>
                      <a:pt x="358438" y="0"/>
                    </a:lnTo>
                    <a:lnTo>
                      <a:pt x="358438" y="67709"/>
                    </a:lnTo>
                    <a:lnTo>
                      <a:pt x="350313" y="67709"/>
                    </a:lnTo>
                    <a:lnTo>
                      <a:pt x="350313" y="29063"/>
                    </a:lnTo>
                    <a:lnTo>
                      <a:pt x="331042" y="29063"/>
                    </a:lnTo>
                    <a:lnTo>
                      <a:pt x="331042" y="21771"/>
                    </a:lnTo>
                    <a:lnTo>
                      <a:pt x="350313" y="21771"/>
                    </a:lnTo>
                    <a:close/>
                    <a:moveTo>
                      <a:pt x="254479" y="0"/>
                    </a:moveTo>
                    <a:lnTo>
                      <a:pt x="262708" y="0"/>
                    </a:lnTo>
                    <a:lnTo>
                      <a:pt x="262708" y="17188"/>
                    </a:lnTo>
                    <a:lnTo>
                      <a:pt x="275313" y="17188"/>
                    </a:lnTo>
                    <a:lnTo>
                      <a:pt x="275313" y="24375"/>
                    </a:lnTo>
                    <a:lnTo>
                      <a:pt x="262708" y="24375"/>
                    </a:lnTo>
                    <a:lnTo>
                      <a:pt x="262708" y="47500"/>
                    </a:lnTo>
                    <a:lnTo>
                      <a:pt x="254479" y="47500"/>
                    </a:lnTo>
                    <a:close/>
                    <a:moveTo>
                      <a:pt x="59375" y="0"/>
                    </a:moveTo>
                    <a:lnTo>
                      <a:pt x="67500" y="0"/>
                    </a:lnTo>
                    <a:lnTo>
                      <a:pt x="67500" y="16146"/>
                    </a:lnTo>
                    <a:lnTo>
                      <a:pt x="80104" y="16146"/>
                    </a:lnTo>
                    <a:lnTo>
                      <a:pt x="80104" y="23438"/>
                    </a:lnTo>
                    <a:lnTo>
                      <a:pt x="67500" y="23438"/>
                    </a:lnTo>
                    <a:lnTo>
                      <a:pt x="67500" y="50313"/>
                    </a:lnTo>
                    <a:lnTo>
                      <a:pt x="59375" y="50313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25" name="TextBox 624">
                <a:extLst>
                  <a:ext uri="{FF2B5EF4-FFF2-40B4-BE49-F238E27FC236}">
                    <a16:creationId xmlns:a16="http://schemas.microsoft.com/office/drawing/2014/main" id="{79D4B39C-72D0-4936-9229-1342077C53E3}"/>
                  </a:ext>
                </a:extLst>
              </p:cNvPr>
              <p:cNvSpPr txBox="1"/>
              <p:nvPr/>
            </p:nvSpPr>
            <p:spPr>
              <a:xfrm>
                <a:off x="1126860" y="6157885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남부발전</a:t>
                </a:r>
              </a:p>
            </p:txBody>
          </p:sp>
        </p:grpSp>
        <p:sp>
          <p:nvSpPr>
            <p:cNvPr id="626" name="자유형: 도형 625">
              <a:extLst>
                <a:ext uri="{FF2B5EF4-FFF2-40B4-BE49-F238E27FC236}">
                  <a16:creationId xmlns:a16="http://schemas.microsoft.com/office/drawing/2014/main" id="{9FD693E8-5526-4C70-9C97-43EE2A205ABC}"/>
                </a:ext>
              </a:extLst>
            </p:cNvPr>
            <p:cNvSpPr/>
            <p:nvPr/>
          </p:nvSpPr>
          <p:spPr>
            <a:xfrm>
              <a:off x="1625937" y="6225975"/>
              <a:ext cx="648232" cy="93958"/>
            </a:xfrm>
            <a:custGeom>
              <a:avLst/>
              <a:gdLst>
                <a:gd name="connsiteX0" fmla="*/ 465524 w 648232"/>
                <a:gd name="connsiteY0" fmla="*/ 73542 h 93958"/>
                <a:gd name="connsiteX1" fmla="*/ 550315 w 648232"/>
                <a:gd name="connsiteY1" fmla="*/ 73542 h 93958"/>
                <a:gd name="connsiteX2" fmla="*/ 550315 w 648232"/>
                <a:gd name="connsiteY2" fmla="*/ 80625 h 93958"/>
                <a:gd name="connsiteX3" fmla="*/ 465524 w 648232"/>
                <a:gd name="connsiteY3" fmla="*/ 80625 h 93958"/>
                <a:gd name="connsiteX4" fmla="*/ 594899 w 648232"/>
                <a:gd name="connsiteY4" fmla="*/ 66250 h 93958"/>
                <a:gd name="connsiteX5" fmla="*/ 594899 w 648232"/>
                <a:gd name="connsiteY5" fmla="*/ 85521 h 93958"/>
                <a:gd name="connsiteX6" fmla="*/ 640107 w 648232"/>
                <a:gd name="connsiteY6" fmla="*/ 85521 h 93958"/>
                <a:gd name="connsiteX7" fmla="*/ 640107 w 648232"/>
                <a:gd name="connsiteY7" fmla="*/ 66250 h 93958"/>
                <a:gd name="connsiteX8" fmla="*/ 98229 w 648232"/>
                <a:gd name="connsiteY8" fmla="*/ 65833 h 93958"/>
                <a:gd name="connsiteX9" fmla="*/ 159063 w 648232"/>
                <a:gd name="connsiteY9" fmla="*/ 65833 h 93958"/>
                <a:gd name="connsiteX10" fmla="*/ 160781 w 648232"/>
                <a:gd name="connsiteY10" fmla="*/ 66302 h 93958"/>
                <a:gd name="connsiteX11" fmla="*/ 161250 w 648232"/>
                <a:gd name="connsiteY11" fmla="*/ 68021 h 93958"/>
                <a:gd name="connsiteX12" fmla="*/ 161250 w 648232"/>
                <a:gd name="connsiteY12" fmla="*/ 93958 h 93958"/>
                <a:gd name="connsiteX13" fmla="*/ 152917 w 648232"/>
                <a:gd name="connsiteY13" fmla="*/ 93958 h 93958"/>
                <a:gd name="connsiteX14" fmla="*/ 152917 w 648232"/>
                <a:gd name="connsiteY14" fmla="*/ 72709 h 93958"/>
                <a:gd name="connsiteX15" fmla="*/ 98229 w 648232"/>
                <a:gd name="connsiteY15" fmla="*/ 72709 h 93958"/>
                <a:gd name="connsiteX16" fmla="*/ 210836 w 648232"/>
                <a:gd name="connsiteY16" fmla="*/ 61875 h 93958"/>
                <a:gd name="connsiteX17" fmla="*/ 219274 w 648232"/>
                <a:gd name="connsiteY17" fmla="*/ 61875 h 93958"/>
                <a:gd name="connsiteX18" fmla="*/ 219274 w 648232"/>
                <a:gd name="connsiteY18" fmla="*/ 84375 h 93958"/>
                <a:gd name="connsiteX19" fmla="*/ 273232 w 648232"/>
                <a:gd name="connsiteY19" fmla="*/ 84375 h 93958"/>
                <a:gd name="connsiteX20" fmla="*/ 273232 w 648232"/>
                <a:gd name="connsiteY20" fmla="*/ 91458 h 93958"/>
                <a:gd name="connsiteX21" fmla="*/ 213024 w 648232"/>
                <a:gd name="connsiteY21" fmla="*/ 91458 h 93958"/>
                <a:gd name="connsiteX22" fmla="*/ 211305 w 648232"/>
                <a:gd name="connsiteY22" fmla="*/ 90990 h 93958"/>
                <a:gd name="connsiteX23" fmla="*/ 210836 w 648232"/>
                <a:gd name="connsiteY23" fmla="*/ 89271 h 93958"/>
                <a:gd name="connsiteX24" fmla="*/ 299065 w 648232"/>
                <a:gd name="connsiteY24" fmla="*/ 61146 h 93958"/>
                <a:gd name="connsiteX25" fmla="*/ 307399 w 648232"/>
                <a:gd name="connsiteY25" fmla="*/ 61146 h 93958"/>
                <a:gd name="connsiteX26" fmla="*/ 307399 w 648232"/>
                <a:gd name="connsiteY26" fmla="*/ 84375 h 93958"/>
                <a:gd name="connsiteX27" fmla="*/ 360419 w 648232"/>
                <a:gd name="connsiteY27" fmla="*/ 84375 h 93958"/>
                <a:gd name="connsiteX28" fmla="*/ 360419 w 648232"/>
                <a:gd name="connsiteY28" fmla="*/ 91458 h 93958"/>
                <a:gd name="connsiteX29" fmla="*/ 301253 w 648232"/>
                <a:gd name="connsiteY29" fmla="*/ 91458 h 93958"/>
                <a:gd name="connsiteX30" fmla="*/ 299534 w 648232"/>
                <a:gd name="connsiteY30" fmla="*/ 90990 h 93958"/>
                <a:gd name="connsiteX31" fmla="*/ 299065 w 648232"/>
                <a:gd name="connsiteY31" fmla="*/ 89271 h 93958"/>
                <a:gd name="connsiteX32" fmla="*/ 588961 w 648232"/>
                <a:gd name="connsiteY32" fmla="*/ 59375 h 93958"/>
                <a:gd name="connsiteX33" fmla="*/ 646045 w 648232"/>
                <a:gd name="connsiteY33" fmla="*/ 59375 h 93958"/>
                <a:gd name="connsiteX34" fmla="*/ 647763 w 648232"/>
                <a:gd name="connsiteY34" fmla="*/ 59844 h 93958"/>
                <a:gd name="connsiteX35" fmla="*/ 648232 w 648232"/>
                <a:gd name="connsiteY35" fmla="*/ 61562 h 93958"/>
                <a:gd name="connsiteX36" fmla="*/ 648232 w 648232"/>
                <a:gd name="connsiteY36" fmla="*/ 90104 h 93958"/>
                <a:gd name="connsiteX37" fmla="*/ 647763 w 648232"/>
                <a:gd name="connsiteY37" fmla="*/ 91823 h 93958"/>
                <a:gd name="connsiteX38" fmla="*/ 646045 w 648232"/>
                <a:gd name="connsiteY38" fmla="*/ 92292 h 93958"/>
                <a:gd name="connsiteX39" fmla="*/ 588961 w 648232"/>
                <a:gd name="connsiteY39" fmla="*/ 92292 h 93958"/>
                <a:gd name="connsiteX40" fmla="*/ 587243 w 648232"/>
                <a:gd name="connsiteY40" fmla="*/ 91823 h 93958"/>
                <a:gd name="connsiteX41" fmla="*/ 586774 w 648232"/>
                <a:gd name="connsiteY41" fmla="*/ 90104 h 93958"/>
                <a:gd name="connsiteX42" fmla="*/ 586774 w 648232"/>
                <a:gd name="connsiteY42" fmla="*/ 61562 h 93958"/>
                <a:gd name="connsiteX43" fmla="*/ 587243 w 648232"/>
                <a:gd name="connsiteY43" fmla="*/ 59844 h 93958"/>
                <a:gd name="connsiteX44" fmla="*/ 588961 w 648232"/>
                <a:gd name="connsiteY44" fmla="*/ 59375 h 93958"/>
                <a:gd name="connsiteX45" fmla="*/ 88021 w 648232"/>
                <a:gd name="connsiteY45" fmla="*/ 49271 h 93958"/>
                <a:gd name="connsiteX46" fmla="*/ 172604 w 648232"/>
                <a:gd name="connsiteY46" fmla="*/ 49271 h 93958"/>
                <a:gd name="connsiteX47" fmla="*/ 172604 w 648232"/>
                <a:gd name="connsiteY47" fmla="*/ 56146 h 93958"/>
                <a:gd name="connsiteX48" fmla="*/ 88021 w 648232"/>
                <a:gd name="connsiteY48" fmla="*/ 56146 h 93958"/>
                <a:gd name="connsiteX49" fmla="*/ 38542 w 648232"/>
                <a:gd name="connsiteY49" fmla="*/ 28333 h 93958"/>
                <a:gd name="connsiteX50" fmla="*/ 39010 w 648232"/>
                <a:gd name="connsiteY50" fmla="*/ 33281 h 93958"/>
                <a:gd name="connsiteX51" fmla="*/ 39167 w 648232"/>
                <a:gd name="connsiteY51" fmla="*/ 38646 h 93958"/>
                <a:gd name="connsiteX52" fmla="*/ 39010 w 648232"/>
                <a:gd name="connsiteY52" fmla="*/ 43385 h 93958"/>
                <a:gd name="connsiteX53" fmla="*/ 38646 w 648232"/>
                <a:gd name="connsiteY53" fmla="*/ 47708 h 93958"/>
                <a:gd name="connsiteX54" fmla="*/ 50313 w 648232"/>
                <a:gd name="connsiteY54" fmla="*/ 47708 h 93958"/>
                <a:gd name="connsiteX55" fmla="*/ 50313 w 648232"/>
                <a:gd name="connsiteY55" fmla="*/ 28333 h 93958"/>
                <a:gd name="connsiteX56" fmla="*/ 97708 w 648232"/>
                <a:gd name="connsiteY56" fmla="*/ 14479 h 93958"/>
                <a:gd name="connsiteX57" fmla="*/ 162708 w 648232"/>
                <a:gd name="connsiteY57" fmla="*/ 14479 h 93958"/>
                <a:gd name="connsiteX58" fmla="*/ 162708 w 648232"/>
                <a:gd name="connsiteY58" fmla="*/ 21042 h 93958"/>
                <a:gd name="connsiteX59" fmla="*/ 135417 w 648232"/>
                <a:gd name="connsiteY59" fmla="*/ 21042 h 93958"/>
                <a:gd name="connsiteX60" fmla="*/ 140208 w 648232"/>
                <a:gd name="connsiteY60" fmla="*/ 27292 h 93958"/>
                <a:gd name="connsiteX61" fmla="*/ 148229 w 648232"/>
                <a:gd name="connsiteY61" fmla="*/ 31979 h 93958"/>
                <a:gd name="connsiteX62" fmla="*/ 157865 w 648232"/>
                <a:gd name="connsiteY62" fmla="*/ 35104 h 93958"/>
                <a:gd name="connsiteX63" fmla="*/ 167813 w 648232"/>
                <a:gd name="connsiteY63" fmla="*/ 36875 h 93958"/>
                <a:gd name="connsiteX64" fmla="*/ 162500 w 648232"/>
                <a:gd name="connsiteY64" fmla="*/ 43333 h 93958"/>
                <a:gd name="connsiteX65" fmla="*/ 153594 w 648232"/>
                <a:gd name="connsiteY65" fmla="*/ 41406 h 93958"/>
                <a:gd name="connsiteX66" fmla="*/ 144688 w 648232"/>
                <a:gd name="connsiteY66" fmla="*/ 38333 h 93958"/>
                <a:gd name="connsiteX67" fmla="*/ 136615 w 648232"/>
                <a:gd name="connsiteY67" fmla="*/ 33802 h 93958"/>
                <a:gd name="connsiteX68" fmla="*/ 130417 w 648232"/>
                <a:gd name="connsiteY68" fmla="*/ 27604 h 93958"/>
                <a:gd name="connsiteX69" fmla="*/ 124375 w 648232"/>
                <a:gd name="connsiteY69" fmla="*/ 33489 h 93958"/>
                <a:gd name="connsiteX70" fmla="*/ 116250 w 648232"/>
                <a:gd name="connsiteY70" fmla="*/ 38021 h 93958"/>
                <a:gd name="connsiteX71" fmla="*/ 107031 w 648232"/>
                <a:gd name="connsiteY71" fmla="*/ 41250 h 93958"/>
                <a:gd name="connsiteX72" fmla="*/ 98021 w 648232"/>
                <a:gd name="connsiteY72" fmla="*/ 43333 h 93958"/>
                <a:gd name="connsiteX73" fmla="*/ 92500 w 648232"/>
                <a:gd name="connsiteY73" fmla="*/ 36875 h 93958"/>
                <a:gd name="connsiteX74" fmla="*/ 102708 w 648232"/>
                <a:gd name="connsiteY74" fmla="*/ 35000 h 93958"/>
                <a:gd name="connsiteX75" fmla="*/ 112396 w 648232"/>
                <a:gd name="connsiteY75" fmla="*/ 31875 h 93958"/>
                <a:gd name="connsiteX76" fmla="*/ 120260 w 648232"/>
                <a:gd name="connsiteY76" fmla="*/ 27240 h 93958"/>
                <a:gd name="connsiteX77" fmla="*/ 125104 w 648232"/>
                <a:gd name="connsiteY77" fmla="*/ 21042 h 93958"/>
                <a:gd name="connsiteX78" fmla="*/ 97708 w 648232"/>
                <a:gd name="connsiteY78" fmla="*/ 21042 h 93958"/>
                <a:gd name="connsiteX79" fmla="*/ 19583 w 648232"/>
                <a:gd name="connsiteY79" fmla="*/ 11771 h 93958"/>
                <a:gd name="connsiteX80" fmla="*/ 14219 w 648232"/>
                <a:gd name="connsiteY80" fmla="*/ 14010 h 93958"/>
                <a:gd name="connsiteX81" fmla="*/ 10417 w 648232"/>
                <a:gd name="connsiteY81" fmla="*/ 19896 h 93958"/>
                <a:gd name="connsiteX82" fmla="*/ 8281 w 648232"/>
                <a:gd name="connsiteY82" fmla="*/ 28489 h 93958"/>
                <a:gd name="connsiteX83" fmla="*/ 7604 w 648232"/>
                <a:gd name="connsiteY83" fmla="*/ 38646 h 93958"/>
                <a:gd name="connsiteX84" fmla="*/ 8333 w 648232"/>
                <a:gd name="connsiteY84" fmla="*/ 49115 h 93958"/>
                <a:gd name="connsiteX85" fmla="*/ 10521 w 648232"/>
                <a:gd name="connsiteY85" fmla="*/ 57708 h 93958"/>
                <a:gd name="connsiteX86" fmla="*/ 14219 w 648232"/>
                <a:gd name="connsiteY86" fmla="*/ 63490 h 93958"/>
                <a:gd name="connsiteX87" fmla="*/ 19583 w 648232"/>
                <a:gd name="connsiteY87" fmla="*/ 65625 h 93958"/>
                <a:gd name="connsiteX88" fmla="*/ 24844 w 648232"/>
                <a:gd name="connsiteY88" fmla="*/ 63490 h 93958"/>
                <a:gd name="connsiteX89" fmla="*/ 28542 w 648232"/>
                <a:gd name="connsiteY89" fmla="*/ 57604 h 93958"/>
                <a:gd name="connsiteX90" fmla="*/ 30729 w 648232"/>
                <a:gd name="connsiteY90" fmla="*/ 49063 h 93958"/>
                <a:gd name="connsiteX91" fmla="*/ 31458 w 648232"/>
                <a:gd name="connsiteY91" fmla="*/ 38646 h 93958"/>
                <a:gd name="connsiteX92" fmla="*/ 30781 w 648232"/>
                <a:gd name="connsiteY92" fmla="*/ 28385 h 93958"/>
                <a:gd name="connsiteX93" fmla="*/ 28646 w 648232"/>
                <a:gd name="connsiteY93" fmla="*/ 19792 h 93958"/>
                <a:gd name="connsiteX94" fmla="*/ 24948 w 648232"/>
                <a:gd name="connsiteY94" fmla="*/ 13958 h 93958"/>
                <a:gd name="connsiteX95" fmla="*/ 19583 w 648232"/>
                <a:gd name="connsiteY95" fmla="*/ 11771 h 93958"/>
                <a:gd name="connsiteX96" fmla="*/ 291878 w 648232"/>
                <a:gd name="connsiteY96" fmla="*/ 5312 h 93958"/>
                <a:gd name="connsiteX97" fmla="*/ 331982 w 648232"/>
                <a:gd name="connsiteY97" fmla="*/ 5312 h 93958"/>
                <a:gd name="connsiteX98" fmla="*/ 331982 w 648232"/>
                <a:gd name="connsiteY98" fmla="*/ 12500 h 93958"/>
                <a:gd name="connsiteX99" fmla="*/ 297815 w 648232"/>
                <a:gd name="connsiteY99" fmla="*/ 12500 h 93958"/>
                <a:gd name="connsiteX100" fmla="*/ 297815 w 648232"/>
                <a:gd name="connsiteY100" fmla="*/ 42083 h 93958"/>
                <a:gd name="connsiteX101" fmla="*/ 302919 w 648232"/>
                <a:gd name="connsiteY101" fmla="*/ 42083 h 93958"/>
                <a:gd name="connsiteX102" fmla="*/ 324274 w 648232"/>
                <a:gd name="connsiteY102" fmla="*/ 41302 h 93958"/>
                <a:gd name="connsiteX103" fmla="*/ 344690 w 648232"/>
                <a:gd name="connsiteY103" fmla="*/ 38646 h 93958"/>
                <a:gd name="connsiteX104" fmla="*/ 344690 w 648232"/>
                <a:gd name="connsiteY104" fmla="*/ 45833 h 93958"/>
                <a:gd name="connsiteX105" fmla="*/ 334690 w 648232"/>
                <a:gd name="connsiteY105" fmla="*/ 47448 h 93958"/>
                <a:gd name="connsiteX106" fmla="*/ 323336 w 648232"/>
                <a:gd name="connsiteY106" fmla="*/ 48646 h 93958"/>
                <a:gd name="connsiteX107" fmla="*/ 311201 w 648232"/>
                <a:gd name="connsiteY107" fmla="*/ 49271 h 93958"/>
                <a:gd name="connsiteX108" fmla="*/ 299065 w 648232"/>
                <a:gd name="connsiteY108" fmla="*/ 49479 h 93958"/>
                <a:gd name="connsiteX109" fmla="*/ 291878 w 648232"/>
                <a:gd name="connsiteY109" fmla="*/ 49479 h 93958"/>
                <a:gd name="connsiteX110" fmla="*/ 290107 w 648232"/>
                <a:gd name="connsiteY110" fmla="*/ 49063 h 93958"/>
                <a:gd name="connsiteX111" fmla="*/ 289690 w 648232"/>
                <a:gd name="connsiteY111" fmla="*/ 47396 h 93958"/>
                <a:gd name="connsiteX112" fmla="*/ 289690 w 648232"/>
                <a:gd name="connsiteY112" fmla="*/ 7500 h 93958"/>
                <a:gd name="connsiteX113" fmla="*/ 290159 w 648232"/>
                <a:gd name="connsiteY113" fmla="*/ 5781 h 93958"/>
                <a:gd name="connsiteX114" fmla="*/ 291878 w 648232"/>
                <a:gd name="connsiteY114" fmla="*/ 5312 h 93958"/>
                <a:gd name="connsiteX115" fmla="*/ 199375 w 648232"/>
                <a:gd name="connsiteY115" fmla="*/ 5312 h 93958"/>
                <a:gd name="connsiteX116" fmla="*/ 246044 w 648232"/>
                <a:gd name="connsiteY116" fmla="*/ 5312 h 93958"/>
                <a:gd name="connsiteX117" fmla="*/ 246044 w 648232"/>
                <a:gd name="connsiteY117" fmla="*/ 12292 h 93958"/>
                <a:gd name="connsiteX118" fmla="*/ 227190 w 648232"/>
                <a:gd name="connsiteY118" fmla="*/ 12292 h 93958"/>
                <a:gd name="connsiteX119" fmla="*/ 227190 w 648232"/>
                <a:gd name="connsiteY119" fmla="*/ 16875 h 93958"/>
                <a:gd name="connsiteX120" fmla="*/ 229378 w 648232"/>
                <a:gd name="connsiteY120" fmla="*/ 27344 h 93958"/>
                <a:gd name="connsiteX121" fmla="*/ 235107 w 648232"/>
                <a:gd name="connsiteY121" fmla="*/ 35938 h 93958"/>
                <a:gd name="connsiteX122" fmla="*/ 243076 w 648232"/>
                <a:gd name="connsiteY122" fmla="*/ 42552 h 93958"/>
                <a:gd name="connsiteX123" fmla="*/ 251982 w 648232"/>
                <a:gd name="connsiteY123" fmla="*/ 46771 h 93958"/>
                <a:gd name="connsiteX124" fmla="*/ 246565 w 648232"/>
                <a:gd name="connsiteY124" fmla="*/ 52917 h 93958"/>
                <a:gd name="connsiteX125" fmla="*/ 240576 w 648232"/>
                <a:gd name="connsiteY125" fmla="*/ 49844 h 93958"/>
                <a:gd name="connsiteX126" fmla="*/ 234065 w 648232"/>
                <a:gd name="connsiteY126" fmla="*/ 45313 h 93958"/>
                <a:gd name="connsiteX127" fmla="*/ 227815 w 648232"/>
                <a:gd name="connsiteY127" fmla="*/ 39427 h 93958"/>
                <a:gd name="connsiteX128" fmla="*/ 222919 w 648232"/>
                <a:gd name="connsiteY128" fmla="*/ 32188 h 93958"/>
                <a:gd name="connsiteX129" fmla="*/ 218805 w 648232"/>
                <a:gd name="connsiteY129" fmla="*/ 39740 h 93958"/>
                <a:gd name="connsiteX130" fmla="*/ 213024 w 648232"/>
                <a:gd name="connsiteY130" fmla="*/ 46146 h 93958"/>
                <a:gd name="connsiteX131" fmla="*/ 206096 w 648232"/>
                <a:gd name="connsiteY131" fmla="*/ 51510 h 93958"/>
                <a:gd name="connsiteX132" fmla="*/ 198854 w 648232"/>
                <a:gd name="connsiteY132" fmla="*/ 55625 h 93958"/>
                <a:gd name="connsiteX133" fmla="*/ 192708 w 648232"/>
                <a:gd name="connsiteY133" fmla="*/ 50000 h 93958"/>
                <a:gd name="connsiteX134" fmla="*/ 202604 w 648232"/>
                <a:gd name="connsiteY134" fmla="*/ 44636 h 93958"/>
                <a:gd name="connsiteX135" fmla="*/ 210836 w 648232"/>
                <a:gd name="connsiteY135" fmla="*/ 37292 h 93958"/>
                <a:gd name="connsiteX136" fmla="*/ 216513 w 648232"/>
                <a:gd name="connsiteY136" fmla="*/ 27969 h 93958"/>
                <a:gd name="connsiteX137" fmla="*/ 218649 w 648232"/>
                <a:gd name="connsiteY137" fmla="*/ 16667 h 93958"/>
                <a:gd name="connsiteX138" fmla="*/ 218649 w 648232"/>
                <a:gd name="connsiteY138" fmla="*/ 12292 h 93958"/>
                <a:gd name="connsiteX139" fmla="*/ 199375 w 648232"/>
                <a:gd name="connsiteY139" fmla="*/ 12292 h 93958"/>
                <a:gd name="connsiteX140" fmla="*/ 578441 w 648232"/>
                <a:gd name="connsiteY140" fmla="*/ 5000 h 93958"/>
                <a:gd name="connsiteX141" fmla="*/ 609378 w 648232"/>
                <a:gd name="connsiteY141" fmla="*/ 5000 h 93958"/>
                <a:gd name="connsiteX142" fmla="*/ 609378 w 648232"/>
                <a:gd name="connsiteY142" fmla="*/ 11979 h 93958"/>
                <a:gd name="connsiteX143" fmla="*/ 584274 w 648232"/>
                <a:gd name="connsiteY143" fmla="*/ 11979 h 93958"/>
                <a:gd name="connsiteX144" fmla="*/ 584274 w 648232"/>
                <a:gd name="connsiteY144" fmla="*/ 23854 h 93958"/>
                <a:gd name="connsiteX145" fmla="*/ 607190 w 648232"/>
                <a:gd name="connsiteY145" fmla="*/ 23854 h 93958"/>
                <a:gd name="connsiteX146" fmla="*/ 607190 w 648232"/>
                <a:gd name="connsiteY146" fmla="*/ 30313 h 93958"/>
                <a:gd name="connsiteX147" fmla="*/ 584274 w 648232"/>
                <a:gd name="connsiteY147" fmla="*/ 30313 h 93958"/>
                <a:gd name="connsiteX148" fmla="*/ 584274 w 648232"/>
                <a:gd name="connsiteY148" fmla="*/ 43125 h 93958"/>
                <a:gd name="connsiteX149" fmla="*/ 589170 w 648232"/>
                <a:gd name="connsiteY149" fmla="*/ 43125 h 93958"/>
                <a:gd name="connsiteX150" fmla="*/ 595107 w 648232"/>
                <a:gd name="connsiteY150" fmla="*/ 43021 h 93958"/>
                <a:gd name="connsiteX151" fmla="*/ 602711 w 648232"/>
                <a:gd name="connsiteY151" fmla="*/ 42604 h 93958"/>
                <a:gd name="connsiteX152" fmla="*/ 610055 w 648232"/>
                <a:gd name="connsiteY152" fmla="*/ 42031 h 93958"/>
                <a:gd name="connsiteX153" fmla="*/ 615628 w 648232"/>
                <a:gd name="connsiteY153" fmla="*/ 41250 h 93958"/>
                <a:gd name="connsiteX154" fmla="*/ 615628 w 648232"/>
                <a:gd name="connsiteY154" fmla="*/ 48125 h 93958"/>
                <a:gd name="connsiteX155" fmla="*/ 611097 w 648232"/>
                <a:gd name="connsiteY155" fmla="*/ 48802 h 93958"/>
                <a:gd name="connsiteX156" fmla="*/ 603649 w 648232"/>
                <a:gd name="connsiteY156" fmla="*/ 49479 h 93958"/>
                <a:gd name="connsiteX157" fmla="*/ 595003 w 648232"/>
                <a:gd name="connsiteY157" fmla="*/ 50000 h 93958"/>
                <a:gd name="connsiteX158" fmla="*/ 586878 w 648232"/>
                <a:gd name="connsiteY158" fmla="*/ 50208 h 93958"/>
                <a:gd name="connsiteX159" fmla="*/ 578441 w 648232"/>
                <a:gd name="connsiteY159" fmla="*/ 50208 h 93958"/>
                <a:gd name="connsiteX160" fmla="*/ 576722 w 648232"/>
                <a:gd name="connsiteY160" fmla="*/ 49740 h 93958"/>
                <a:gd name="connsiteX161" fmla="*/ 576253 w 648232"/>
                <a:gd name="connsiteY161" fmla="*/ 48021 h 93958"/>
                <a:gd name="connsiteX162" fmla="*/ 576253 w 648232"/>
                <a:gd name="connsiteY162" fmla="*/ 7188 h 93958"/>
                <a:gd name="connsiteX163" fmla="*/ 576722 w 648232"/>
                <a:gd name="connsiteY163" fmla="*/ 5469 h 93958"/>
                <a:gd name="connsiteX164" fmla="*/ 578441 w 648232"/>
                <a:gd name="connsiteY164" fmla="*/ 5000 h 93958"/>
                <a:gd name="connsiteX165" fmla="*/ 398961 w 648232"/>
                <a:gd name="connsiteY165" fmla="*/ 4792 h 93958"/>
                <a:gd name="connsiteX166" fmla="*/ 407503 w 648232"/>
                <a:gd name="connsiteY166" fmla="*/ 4792 h 93958"/>
                <a:gd name="connsiteX167" fmla="*/ 407503 w 648232"/>
                <a:gd name="connsiteY167" fmla="*/ 22917 h 93958"/>
                <a:gd name="connsiteX168" fmla="*/ 413597 w 648232"/>
                <a:gd name="connsiteY168" fmla="*/ 48021 h 93958"/>
                <a:gd name="connsiteX169" fmla="*/ 432815 w 648232"/>
                <a:gd name="connsiteY169" fmla="*/ 66667 h 93958"/>
                <a:gd name="connsiteX170" fmla="*/ 426774 w 648232"/>
                <a:gd name="connsiteY170" fmla="*/ 72604 h 93958"/>
                <a:gd name="connsiteX171" fmla="*/ 412920 w 648232"/>
                <a:gd name="connsiteY171" fmla="*/ 60364 h 93958"/>
                <a:gd name="connsiteX172" fmla="*/ 403024 w 648232"/>
                <a:gd name="connsiteY172" fmla="*/ 43854 h 93958"/>
                <a:gd name="connsiteX173" fmla="*/ 393545 w 648232"/>
                <a:gd name="connsiteY173" fmla="*/ 61458 h 93958"/>
                <a:gd name="connsiteX174" fmla="*/ 379378 w 648232"/>
                <a:gd name="connsiteY174" fmla="*/ 75000 h 93958"/>
                <a:gd name="connsiteX175" fmla="*/ 372503 w 648232"/>
                <a:gd name="connsiteY175" fmla="*/ 69479 h 93958"/>
                <a:gd name="connsiteX176" fmla="*/ 392138 w 648232"/>
                <a:gd name="connsiteY176" fmla="*/ 49271 h 93958"/>
                <a:gd name="connsiteX177" fmla="*/ 398961 w 648232"/>
                <a:gd name="connsiteY177" fmla="*/ 21875 h 93958"/>
                <a:gd name="connsiteX178" fmla="*/ 503545 w 648232"/>
                <a:gd name="connsiteY178" fmla="*/ 4687 h 93958"/>
                <a:gd name="connsiteX179" fmla="*/ 512399 w 648232"/>
                <a:gd name="connsiteY179" fmla="*/ 4687 h 93958"/>
                <a:gd name="connsiteX180" fmla="*/ 512399 w 648232"/>
                <a:gd name="connsiteY180" fmla="*/ 12604 h 93958"/>
                <a:gd name="connsiteX181" fmla="*/ 515263 w 648232"/>
                <a:gd name="connsiteY181" fmla="*/ 24219 h 93958"/>
                <a:gd name="connsiteX182" fmla="*/ 522920 w 648232"/>
                <a:gd name="connsiteY182" fmla="*/ 34792 h 93958"/>
                <a:gd name="connsiteX183" fmla="*/ 533857 w 648232"/>
                <a:gd name="connsiteY183" fmla="*/ 43281 h 93958"/>
                <a:gd name="connsiteX184" fmla="*/ 546565 w 648232"/>
                <a:gd name="connsiteY184" fmla="*/ 48958 h 93958"/>
                <a:gd name="connsiteX185" fmla="*/ 540732 w 648232"/>
                <a:gd name="connsiteY185" fmla="*/ 55104 h 93958"/>
                <a:gd name="connsiteX186" fmla="*/ 531201 w 648232"/>
                <a:gd name="connsiteY186" fmla="*/ 50781 h 93958"/>
                <a:gd name="connsiteX187" fmla="*/ 521774 w 648232"/>
                <a:gd name="connsiteY187" fmla="*/ 44271 h 93958"/>
                <a:gd name="connsiteX188" fmla="*/ 513649 w 648232"/>
                <a:gd name="connsiteY188" fmla="*/ 36198 h 93958"/>
                <a:gd name="connsiteX189" fmla="*/ 508128 w 648232"/>
                <a:gd name="connsiteY189" fmla="*/ 26771 h 93958"/>
                <a:gd name="connsiteX190" fmla="*/ 502503 w 648232"/>
                <a:gd name="connsiteY190" fmla="*/ 36042 h 93958"/>
                <a:gd name="connsiteX191" fmla="*/ 494482 w 648232"/>
                <a:gd name="connsiteY191" fmla="*/ 44063 h 93958"/>
                <a:gd name="connsiteX192" fmla="*/ 485055 w 648232"/>
                <a:gd name="connsiteY192" fmla="*/ 50573 h 93958"/>
                <a:gd name="connsiteX193" fmla="*/ 475420 w 648232"/>
                <a:gd name="connsiteY193" fmla="*/ 55208 h 93958"/>
                <a:gd name="connsiteX194" fmla="*/ 469170 w 648232"/>
                <a:gd name="connsiteY194" fmla="*/ 48854 h 93958"/>
                <a:gd name="connsiteX195" fmla="*/ 481618 w 648232"/>
                <a:gd name="connsiteY195" fmla="*/ 43490 h 93958"/>
                <a:gd name="connsiteX196" fmla="*/ 492607 w 648232"/>
                <a:gd name="connsiteY196" fmla="*/ 35313 h 93958"/>
                <a:gd name="connsiteX197" fmla="*/ 500524 w 648232"/>
                <a:gd name="connsiteY197" fmla="*/ 24844 h 93958"/>
                <a:gd name="connsiteX198" fmla="*/ 503545 w 648232"/>
                <a:gd name="connsiteY198" fmla="*/ 12604 h 93958"/>
                <a:gd name="connsiteX199" fmla="*/ 622190 w 648232"/>
                <a:gd name="connsiteY199" fmla="*/ 2708 h 93958"/>
                <a:gd name="connsiteX200" fmla="*/ 630315 w 648232"/>
                <a:gd name="connsiteY200" fmla="*/ 2708 h 93958"/>
                <a:gd name="connsiteX201" fmla="*/ 630315 w 648232"/>
                <a:gd name="connsiteY201" fmla="*/ 54375 h 93958"/>
                <a:gd name="connsiteX202" fmla="*/ 622190 w 648232"/>
                <a:gd name="connsiteY202" fmla="*/ 54375 h 93958"/>
                <a:gd name="connsiteX203" fmla="*/ 622190 w 648232"/>
                <a:gd name="connsiteY203" fmla="*/ 28854 h 93958"/>
                <a:gd name="connsiteX204" fmla="*/ 610732 w 648232"/>
                <a:gd name="connsiteY204" fmla="*/ 28854 h 93958"/>
                <a:gd name="connsiteX205" fmla="*/ 610732 w 648232"/>
                <a:gd name="connsiteY205" fmla="*/ 21667 h 93958"/>
                <a:gd name="connsiteX206" fmla="*/ 622190 w 648232"/>
                <a:gd name="connsiteY206" fmla="*/ 21667 h 93958"/>
                <a:gd name="connsiteX207" fmla="*/ 50313 w 648232"/>
                <a:gd name="connsiteY207" fmla="*/ 2708 h 93958"/>
                <a:gd name="connsiteX208" fmla="*/ 58229 w 648232"/>
                <a:gd name="connsiteY208" fmla="*/ 2708 h 93958"/>
                <a:gd name="connsiteX209" fmla="*/ 58229 w 648232"/>
                <a:gd name="connsiteY209" fmla="*/ 88958 h 93958"/>
                <a:gd name="connsiteX210" fmla="*/ 50313 w 648232"/>
                <a:gd name="connsiteY210" fmla="*/ 88958 h 93958"/>
                <a:gd name="connsiteX211" fmla="*/ 50313 w 648232"/>
                <a:gd name="connsiteY211" fmla="*/ 55312 h 93958"/>
                <a:gd name="connsiteX212" fmla="*/ 37292 w 648232"/>
                <a:gd name="connsiteY212" fmla="*/ 55312 h 93958"/>
                <a:gd name="connsiteX213" fmla="*/ 30156 w 648232"/>
                <a:gd name="connsiteY213" fmla="*/ 68854 h 93958"/>
                <a:gd name="connsiteX214" fmla="*/ 19583 w 648232"/>
                <a:gd name="connsiteY214" fmla="*/ 73333 h 93958"/>
                <a:gd name="connsiteX215" fmla="*/ 11927 w 648232"/>
                <a:gd name="connsiteY215" fmla="*/ 71250 h 93958"/>
                <a:gd name="connsiteX216" fmla="*/ 5729 w 648232"/>
                <a:gd name="connsiteY216" fmla="*/ 64792 h 93958"/>
                <a:gd name="connsiteX217" fmla="*/ 1510 w 648232"/>
                <a:gd name="connsiteY217" fmla="*/ 54011 h 93958"/>
                <a:gd name="connsiteX218" fmla="*/ 0 w 648232"/>
                <a:gd name="connsiteY218" fmla="*/ 38646 h 93958"/>
                <a:gd name="connsiteX219" fmla="*/ 1510 w 648232"/>
                <a:gd name="connsiteY219" fmla="*/ 23229 h 93958"/>
                <a:gd name="connsiteX220" fmla="*/ 5625 w 648232"/>
                <a:gd name="connsiteY220" fmla="*/ 12500 h 93958"/>
                <a:gd name="connsiteX221" fmla="*/ 11875 w 648232"/>
                <a:gd name="connsiteY221" fmla="*/ 6146 h 93958"/>
                <a:gd name="connsiteX222" fmla="*/ 19583 w 648232"/>
                <a:gd name="connsiteY222" fmla="*/ 4063 h 93958"/>
                <a:gd name="connsiteX223" fmla="*/ 29844 w 648232"/>
                <a:gd name="connsiteY223" fmla="*/ 8229 h 93958"/>
                <a:gd name="connsiteX224" fmla="*/ 36979 w 648232"/>
                <a:gd name="connsiteY224" fmla="*/ 20833 h 93958"/>
                <a:gd name="connsiteX225" fmla="*/ 50313 w 648232"/>
                <a:gd name="connsiteY225" fmla="*/ 20833 h 93958"/>
                <a:gd name="connsiteX226" fmla="*/ 640107 w 648232"/>
                <a:gd name="connsiteY226" fmla="*/ 1041 h 93958"/>
                <a:gd name="connsiteX227" fmla="*/ 648128 w 648232"/>
                <a:gd name="connsiteY227" fmla="*/ 1041 h 93958"/>
                <a:gd name="connsiteX228" fmla="*/ 648128 w 648232"/>
                <a:gd name="connsiteY228" fmla="*/ 54375 h 93958"/>
                <a:gd name="connsiteX229" fmla="*/ 640107 w 648232"/>
                <a:gd name="connsiteY229" fmla="*/ 54375 h 93958"/>
                <a:gd name="connsiteX230" fmla="*/ 443440 w 648232"/>
                <a:gd name="connsiteY230" fmla="*/ 1041 h 93958"/>
                <a:gd name="connsiteX231" fmla="*/ 451774 w 648232"/>
                <a:gd name="connsiteY231" fmla="*/ 1041 h 93958"/>
                <a:gd name="connsiteX232" fmla="*/ 451774 w 648232"/>
                <a:gd name="connsiteY232" fmla="*/ 93333 h 93958"/>
                <a:gd name="connsiteX233" fmla="*/ 443440 w 648232"/>
                <a:gd name="connsiteY233" fmla="*/ 93333 h 93958"/>
                <a:gd name="connsiteX234" fmla="*/ 348961 w 648232"/>
                <a:gd name="connsiteY234" fmla="*/ 1041 h 93958"/>
                <a:gd name="connsiteX235" fmla="*/ 357190 w 648232"/>
                <a:gd name="connsiteY235" fmla="*/ 1041 h 93958"/>
                <a:gd name="connsiteX236" fmla="*/ 357190 w 648232"/>
                <a:gd name="connsiteY236" fmla="*/ 23854 h 93958"/>
                <a:gd name="connsiteX237" fmla="*/ 369690 w 648232"/>
                <a:gd name="connsiteY237" fmla="*/ 23854 h 93958"/>
                <a:gd name="connsiteX238" fmla="*/ 369690 w 648232"/>
                <a:gd name="connsiteY238" fmla="*/ 31146 h 93958"/>
                <a:gd name="connsiteX239" fmla="*/ 357190 w 648232"/>
                <a:gd name="connsiteY239" fmla="*/ 31146 h 93958"/>
                <a:gd name="connsiteX240" fmla="*/ 357190 w 648232"/>
                <a:gd name="connsiteY240" fmla="*/ 68750 h 93958"/>
                <a:gd name="connsiteX241" fmla="*/ 348961 w 648232"/>
                <a:gd name="connsiteY241" fmla="*/ 68750 h 93958"/>
                <a:gd name="connsiteX242" fmla="*/ 262503 w 648232"/>
                <a:gd name="connsiteY242" fmla="*/ 1041 h 93958"/>
                <a:gd name="connsiteX243" fmla="*/ 270628 w 648232"/>
                <a:gd name="connsiteY243" fmla="*/ 1041 h 93958"/>
                <a:gd name="connsiteX244" fmla="*/ 270628 w 648232"/>
                <a:gd name="connsiteY244" fmla="*/ 68750 h 93958"/>
                <a:gd name="connsiteX245" fmla="*/ 262503 w 648232"/>
                <a:gd name="connsiteY245" fmla="*/ 68750 h 93958"/>
                <a:gd name="connsiteX246" fmla="*/ 67500 w 648232"/>
                <a:gd name="connsiteY246" fmla="*/ 1041 h 93958"/>
                <a:gd name="connsiteX247" fmla="*/ 75417 w 648232"/>
                <a:gd name="connsiteY247" fmla="*/ 1041 h 93958"/>
                <a:gd name="connsiteX248" fmla="*/ 75417 w 648232"/>
                <a:gd name="connsiteY248" fmla="*/ 93437 h 93958"/>
                <a:gd name="connsiteX249" fmla="*/ 67500 w 648232"/>
                <a:gd name="connsiteY249" fmla="*/ 93437 h 93958"/>
                <a:gd name="connsiteX250" fmla="*/ 113229 w 648232"/>
                <a:gd name="connsiteY250" fmla="*/ 0 h 93958"/>
                <a:gd name="connsiteX251" fmla="*/ 147188 w 648232"/>
                <a:gd name="connsiteY251" fmla="*/ 0 h 93958"/>
                <a:gd name="connsiteX252" fmla="*/ 147188 w 648232"/>
                <a:gd name="connsiteY252" fmla="*/ 6667 h 93958"/>
                <a:gd name="connsiteX253" fmla="*/ 113229 w 648232"/>
                <a:gd name="connsiteY253" fmla="*/ 6667 h 93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</a:cxnLst>
              <a:rect l="l" t="t" r="r" b="b"/>
              <a:pathLst>
                <a:path w="648232" h="93958">
                  <a:moveTo>
                    <a:pt x="465524" y="73542"/>
                  </a:moveTo>
                  <a:lnTo>
                    <a:pt x="550315" y="73542"/>
                  </a:lnTo>
                  <a:lnTo>
                    <a:pt x="550315" y="80625"/>
                  </a:lnTo>
                  <a:lnTo>
                    <a:pt x="465524" y="80625"/>
                  </a:lnTo>
                  <a:close/>
                  <a:moveTo>
                    <a:pt x="594899" y="66250"/>
                  </a:moveTo>
                  <a:lnTo>
                    <a:pt x="594899" y="85521"/>
                  </a:lnTo>
                  <a:lnTo>
                    <a:pt x="640107" y="85521"/>
                  </a:lnTo>
                  <a:lnTo>
                    <a:pt x="640107" y="66250"/>
                  </a:lnTo>
                  <a:close/>
                  <a:moveTo>
                    <a:pt x="98229" y="65833"/>
                  </a:moveTo>
                  <a:lnTo>
                    <a:pt x="159063" y="65833"/>
                  </a:lnTo>
                  <a:cubicBezTo>
                    <a:pt x="159896" y="65833"/>
                    <a:pt x="160469" y="65990"/>
                    <a:pt x="160781" y="66302"/>
                  </a:cubicBezTo>
                  <a:cubicBezTo>
                    <a:pt x="161094" y="66615"/>
                    <a:pt x="161250" y="67188"/>
                    <a:pt x="161250" y="68021"/>
                  </a:cubicBezTo>
                  <a:lnTo>
                    <a:pt x="161250" y="93958"/>
                  </a:lnTo>
                  <a:lnTo>
                    <a:pt x="152917" y="93958"/>
                  </a:lnTo>
                  <a:lnTo>
                    <a:pt x="152917" y="72709"/>
                  </a:lnTo>
                  <a:lnTo>
                    <a:pt x="98229" y="72709"/>
                  </a:lnTo>
                  <a:close/>
                  <a:moveTo>
                    <a:pt x="210836" y="61875"/>
                  </a:moveTo>
                  <a:lnTo>
                    <a:pt x="219274" y="61875"/>
                  </a:lnTo>
                  <a:lnTo>
                    <a:pt x="219274" y="84375"/>
                  </a:lnTo>
                  <a:lnTo>
                    <a:pt x="273232" y="84375"/>
                  </a:lnTo>
                  <a:lnTo>
                    <a:pt x="273232" y="91458"/>
                  </a:lnTo>
                  <a:lnTo>
                    <a:pt x="213024" y="91458"/>
                  </a:lnTo>
                  <a:cubicBezTo>
                    <a:pt x="212190" y="91458"/>
                    <a:pt x="211617" y="91302"/>
                    <a:pt x="211305" y="90990"/>
                  </a:cubicBezTo>
                  <a:cubicBezTo>
                    <a:pt x="210992" y="90677"/>
                    <a:pt x="210836" y="90104"/>
                    <a:pt x="210836" y="89271"/>
                  </a:cubicBezTo>
                  <a:close/>
                  <a:moveTo>
                    <a:pt x="299065" y="61146"/>
                  </a:moveTo>
                  <a:lnTo>
                    <a:pt x="307399" y="61146"/>
                  </a:lnTo>
                  <a:lnTo>
                    <a:pt x="307399" y="84375"/>
                  </a:lnTo>
                  <a:lnTo>
                    <a:pt x="360419" y="84375"/>
                  </a:lnTo>
                  <a:lnTo>
                    <a:pt x="360419" y="91458"/>
                  </a:lnTo>
                  <a:lnTo>
                    <a:pt x="301253" y="91458"/>
                  </a:lnTo>
                  <a:cubicBezTo>
                    <a:pt x="300420" y="91458"/>
                    <a:pt x="299847" y="91302"/>
                    <a:pt x="299534" y="90990"/>
                  </a:cubicBezTo>
                  <a:cubicBezTo>
                    <a:pt x="299222" y="90677"/>
                    <a:pt x="299065" y="90104"/>
                    <a:pt x="299065" y="89271"/>
                  </a:cubicBezTo>
                  <a:close/>
                  <a:moveTo>
                    <a:pt x="588961" y="59375"/>
                  </a:moveTo>
                  <a:lnTo>
                    <a:pt x="646045" y="59375"/>
                  </a:lnTo>
                  <a:cubicBezTo>
                    <a:pt x="646878" y="59375"/>
                    <a:pt x="647451" y="59531"/>
                    <a:pt x="647763" y="59844"/>
                  </a:cubicBezTo>
                  <a:cubicBezTo>
                    <a:pt x="648076" y="60156"/>
                    <a:pt x="648232" y="60729"/>
                    <a:pt x="648232" y="61562"/>
                  </a:cubicBezTo>
                  <a:lnTo>
                    <a:pt x="648232" y="90104"/>
                  </a:lnTo>
                  <a:cubicBezTo>
                    <a:pt x="648232" y="90938"/>
                    <a:pt x="648076" y="91511"/>
                    <a:pt x="647763" y="91823"/>
                  </a:cubicBezTo>
                  <a:cubicBezTo>
                    <a:pt x="647451" y="92135"/>
                    <a:pt x="646878" y="92292"/>
                    <a:pt x="646045" y="92292"/>
                  </a:cubicBezTo>
                  <a:lnTo>
                    <a:pt x="588961" y="92292"/>
                  </a:lnTo>
                  <a:cubicBezTo>
                    <a:pt x="588128" y="92292"/>
                    <a:pt x="587555" y="92135"/>
                    <a:pt x="587243" y="91823"/>
                  </a:cubicBezTo>
                  <a:cubicBezTo>
                    <a:pt x="586930" y="91511"/>
                    <a:pt x="586774" y="90938"/>
                    <a:pt x="586774" y="90104"/>
                  </a:cubicBezTo>
                  <a:lnTo>
                    <a:pt x="586774" y="61562"/>
                  </a:lnTo>
                  <a:cubicBezTo>
                    <a:pt x="586774" y="60729"/>
                    <a:pt x="586930" y="60156"/>
                    <a:pt x="587243" y="59844"/>
                  </a:cubicBezTo>
                  <a:cubicBezTo>
                    <a:pt x="587555" y="59531"/>
                    <a:pt x="588128" y="59375"/>
                    <a:pt x="588961" y="59375"/>
                  </a:cubicBezTo>
                  <a:close/>
                  <a:moveTo>
                    <a:pt x="88021" y="49271"/>
                  </a:moveTo>
                  <a:lnTo>
                    <a:pt x="172604" y="49271"/>
                  </a:lnTo>
                  <a:lnTo>
                    <a:pt x="172604" y="56146"/>
                  </a:lnTo>
                  <a:lnTo>
                    <a:pt x="88021" y="56146"/>
                  </a:lnTo>
                  <a:close/>
                  <a:moveTo>
                    <a:pt x="38542" y="28333"/>
                  </a:moveTo>
                  <a:cubicBezTo>
                    <a:pt x="38750" y="29935"/>
                    <a:pt x="38906" y="31575"/>
                    <a:pt x="39010" y="33281"/>
                  </a:cubicBezTo>
                  <a:cubicBezTo>
                    <a:pt x="39115" y="34987"/>
                    <a:pt x="39167" y="36771"/>
                    <a:pt x="39167" y="38646"/>
                  </a:cubicBezTo>
                  <a:cubicBezTo>
                    <a:pt x="39167" y="40313"/>
                    <a:pt x="39115" y="41888"/>
                    <a:pt x="39010" y="43385"/>
                  </a:cubicBezTo>
                  <a:cubicBezTo>
                    <a:pt x="38906" y="44883"/>
                    <a:pt x="38785" y="46315"/>
                    <a:pt x="38646" y="47708"/>
                  </a:cubicBezTo>
                  <a:lnTo>
                    <a:pt x="50313" y="47708"/>
                  </a:lnTo>
                  <a:lnTo>
                    <a:pt x="50313" y="28333"/>
                  </a:lnTo>
                  <a:close/>
                  <a:moveTo>
                    <a:pt x="97708" y="14479"/>
                  </a:moveTo>
                  <a:lnTo>
                    <a:pt x="162708" y="14479"/>
                  </a:lnTo>
                  <a:lnTo>
                    <a:pt x="162708" y="21042"/>
                  </a:lnTo>
                  <a:lnTo>
                    <a:pt x="135417" y="21042"/>
                  </a:lnTo>
                  <a:cubicBezTo>
                    <a:pt x="136320" y="23398"/>
                    <a:pt x="137917" y="25482"/>
                    <a:pt x="140208" y="27292"/>
                  </a:cubicBezTo>
                  <a:cubicBezTo>
                    <a:pt x="142500" y="29101"/>
                    <a:pt x="145175" y="30664"/>
                    <a:pt x="148229" y="31979"/>
                  </a:cubicBezTo>
                  <a:cubicBezTo>
                    <a:pt x="151216" y="33229"/>
                    <a:pt x="154427" y="34271"/>
                    <a:pt x="157865" y="35104"/>
                  </a:cubicBezTo>
                  <a:cubicBezTo>
                    <a:pt x="161302" y="35938"/>
                    <a:pt x="164619" y="36523"/>
                    <a:pt x="167813" y="36875"/>
                  </a:cubicBezTo>
                  <a:lnTo>
                    <a:pt x="162500" y="43333"/>
                  </a:lnTo>
                  <a:cubicBezTo>
                    <a:pt x="159654" y="42852"/>
                    <a:pt x="156685" y="42201"/>
                    <a:pt x="153594" y="41406"/>
                  </a:cubicBezTo>
                  <a:cubicBezTo>
                    <a:pt x="150504" y="40612"/>
                    <a:pt x="147535" y="39583"/>
                    <a:pt x="144688" y="38333"/>
                  </a:cubicBezTo>
                  <a:cubicBezTo>
                    <a:pt x="141771" y="37083"/>
                    <a:pt x="139081" y="35573"/>
                    <a:pt x="136615" y="33802"/>
                  </a:cubicBezTo>
                  <a:cubicBezTo>
                    <a:pt x="134150" y="32031"/>
                    <a:pt x="132083" y="29961"/>
                    <a:pt x="130417" y="27604"/>
                  </a:cubicBezTo>
                  <a:cubicBezTo>
                    <a:pt x="128889" y="29831"/>
                    <a:pt x="126875" y="31784"/>
                    <a:pt x="124375" y="33489"/>
                  </a:cubicBezTo>
                  <a:cubicBezTo>
                    <a:pt x="121875" y="35195"/>
                    <a:pt x="119167" y="36706"/>
                    <a:pt x="116250" y="38021"/>
                  </a:cubicBezTo>
                  <a:cubicBezTo>
                    <a:pt x="113264" y="39271"/>
                    <a:pt x="110191" y="40352"/>
                    <a:pt x="107031" y="41250"/>
                  </a:cubicBezTo>
                  <a:cubicBezTo>
                    <a:pt x="103872" y="42148"/>
                    <a:pt x="100869" y="42852"/>
                    <a:pt x="98021" y="43333"/>
                  </a:cubicBezTo>
                  <a:lnTo>
                    <a:pt x="92500" y="36875"/>
                  </a:lnTo>
                  <a:cubicBezTo>
                    <a:pt x="95833" y="36458"/>
                    <a:pt x="99237" y="35834"/>
                    <a:pt x="102708" y="35000"/>
                  </a:cubicBezTo>
                  <a:cubicBezTo>
                    <a:pt x="106181" y="34167"/>
                    <a:pt x="109410" y="33125"/>
                    <a:pt x="112396" y="31875"/>
                  </a:cubicBezTo>
                  <a:cubicBezTo>
                    <a:pt x="115383" y="30560"/>
                    <a:pt x="118004" y="29010"/>
                    <a:pt x="120260" y="27240"/>
                  </a:cubicBezTo>
                  <a:cubicBezTo>
                    <a:pt x="122518" y="25469"/>
                    <a:pt x="124133" y="23398"/>
                    <a:pt x="125104" y="21042"/>
                  </a:cubicBezTo>
                  <a:lnTo>
                    <a:pt x="97708" y="21042"/>
                  </a:lnTo>
                  <a:close/>
                  <a:moveTo>
                    <a:pt x="19583" y="11771"/>
                  </a:moveTo>
                  <a:cubicBezTo>
                    <a:pt x="17500" y="11771"/>
                    <a:pt x="15712" y="12513"/>
                    <a:pt x="14219" y="14010"/>
                  </a:cubicBezTo>
                  <a:cubicBezTo>
                    <a:pt x="12727" y="15508"/>
                    <a:pt x="11458" y="17461"/>
                    <a:pt x="10417" y="19896"/>
                  </a:cubicBezTo>
                  <a:cubicBezTo>
                    <a:pt x="9445" y="22396"/>
                    <a:pt x="8733" y="25260"/>
                    <a:pt x="8281" y="28489"/>
                  </a:cubicBezTo>
                  <a:cubicBezTo>
                    <a:pt x="7831" y="31719"/>
                    <a:pt x="7604" y="35104"/>
                    <a:pt x="7604" y="38646"/>
                  </a:cubicBezTo>
                  <a:cubicBezTo>
                    <a:pt x="7604" y="42331"/>
                    <a:pt x="7848" y="45820"/>
                    <a:pt x="8333" y="49115"/>
                  </a:cubicBezTo>
                  <a:cubicBezTo>
                    <a:pt x="8820" y="52409"/>
                    <a:pt x="9549" y="55273"/>
                    <a:pt x="10521" y="57708"/>
                  </a:cubicBezTo>
                  <a:cubicBezTo>
                    <a:pt x="11494" y="60143"/>
                    <a:pt x="12727" y="62070"/>
                    <a:pt x="14219" y="63490"/>
                  </a:cubicBezTo>
                  <a:cubicBezTo>
                    <a:pt x="15712" y="64909"/>
                    <a:pt x="17500" y="65625"/>
                    <a:pt x="19583" y="65625"/>
                  </a:cubicBezTo>
                  <a:cubicBezTo>
                    <a:pt x="21598" y="65625"/>
                    <a:pt x="23352" y="64909"/>
                    <a:pt x="24844" y="63490"/>
                  </a:cubicBezTo>
                  <a:cubicBezTo>
                    <a:pt x="26337" y="62070"/>
                    <a:pt x="27570" y="60104"/>
                    <a:pt x="28542" y="57604"/>
                  </a:cubicBezTo>
                  <a:cubicBezTo>
                    <a:pt x="29514" y="55169"/>
                    <a:pt x="30244" y="52331"/>
                    <a:pt x="30729" y="49063"/>
                  </a:cubicBezTo>
                  <a:cubicBezTo>
                    <a:pt x="31216" y="45794"/>
                    <a:pt x="31458" y="42331"/>
                    <a:pt x="31458" y="38646"/>
                  </a:cubicBezTo>
                  <a:cubicBezTo>
                    <a:pt x="31458" y="35039"/>
                    <a:pt x="31233" y="31615"/>
                    <a:pt x="30781" y="28385"/>
                  </a:cubicBezTo>
                  <a:cubicBezTo>
                    <a:pt x="30331" y="25156"/>
                    <a:pt x="29619" y="22292"/>
                    <a:pt x="28646" y="19792"/>
                  </a:cubicBezTo>
                  <a:cubicBezTo>
                    <a:pt x="27675" y="17357"/>
                    <a:pt x="26441" y="15417"/>
                    <a:pt x="24948" y="13958"/>
                  </a:cubicBezTo>
                  <a:cubicBezTo>
                    <a:pt x="23456" y="12500"/>
                    <a:pt x="21667" y="11771"/>
                    <a:pt x="19583" y="11771"/>
                  </a:cubicBezTo>
                  <a:close/>
                  <a:moveTo>
                    <a:pt x="291878" y="5312"/>
                  </a:moveTo>
                  <a:lnTo>
                    <a:pt x="331982" y="5312"/>
                  </a:lnTo>
                  <a:lnTo>
                    <a:pt x="331982" y="12500"/>
                  </a:lnTo>
                  <a:lnTo>
                    <a:pt x="297815" y="12500"/>
                  </a:lnTo>
                  <a:lnTo>
                    <a:pt x="297815" y="42083"/>
                  </a:lnTo>
                  <a:lnTo>
                    <a:pt x="302919" y="42083"/>
                  </a:lnTo>
                  <a:cubicBezTo>
                    <a:pt x="309795" y="42083"/>
                    <a:pt x="316904" y="41823"/>
                    <a:pt x="324274" y="41302"/>
                  </a:cubicBezTo>
                  <a:cubicBezTo>
                    <a:pt x="331630" y="40781"/>
                    <a:pt x="338440" y="39896"/>
                    <a:pt x="344690" y="38646"/>
                  </a:cubicBezTo>
                  <a:lnTo>
                    <a:pt x="344690" y="45833"/>
                  </a:lnTo>
                  <a:cubicBezTo>
                    <a:pt x="341630" y="46458"/>
                    <a:pt x="338297" y="46992"/>
                    <a:pt x="334690" y="47448"/>
                  </a:cubicBezTo>
                  <a:cubicBezTo>
                    <a:pt x="331071" y="47903"/>
                    <a:pt x="327294" y="48294"/>
                    <a:pt x="323336" y="48646"/>
                  </a:cubicBezTo>
                  <a:cubicBezTo>
                    <a:pt x="319378" y="48919"/>
                    <a:pt x="315328" y="49128"/>
                    <a:pt x="311201" y="49271"/>
                  </a:cubicBezTo>
                  <a:cubicBezTo>
                    <a:pt x="307060" y="49414"/>
                    <a:pt x="303024" y="49479"/>
                    <a:pt x="299065" y="49479"/>
                  </a:cubicBezTo>
                  <a:lnTo>
                    <a:pt x="291878" y="49479"/>
                  </a:lnTo>
                  <a:cubicBezTo>
                    <a:pt x="290966" y="49479"/>
                    <a:pt x="290380" y="49336"/>
                    <a:pt x="290107" y="49063"/>
                  </a:cubicBezTo>
                  <a:cubicBezTo>
                    <a:pt x="289820" y="48789"/>
                    <a:pt x="289690" y="48229"/>
                    <a:pt x="289690" y="47396"/>
                  </a:cubicBezTo>
                  <a:lnTo>
                    <a:pt x="289690" y="7500"/>
                  </a:lnTo>
                  <a:cubicBezTo>
                    <a:pt x="289690" y="6667"/>
                    <a:pt x="289847" y="6094"/>
                    <a:pt x="290159" y="5781"/>
                  </a:cubicBezTo>
                  <a:cubicBezTo>
                    <a:pt x="290472" y="5469"/>
                    <a:pt x="291044" y="5312"/>
                    <a:pt x="291878" y="5312"/>
                  </a:cubicBezTo>
                  <a:close/>
                  <a:moveTo>
                    <a:pt x="199375" y="5312"/>
                  </a:moveTo>
                  <a:lnTo>
                    <a:pt x="246044" y="5312"/>
                  </a:lnTo>
                  <a:lnTo>
                    <a:pt x="246044" y="12292"/>
                  </a:lnTo>
                  <a:lnTo>
                    <a:pt x="227190" y="12292"/>
                  </a:lnTo>
                  <a:lnTo>
                    <a:pt x="227190" y="16875"/>
                  </a:lnTo>
                  <a:cubicBezTo>
                    <a:pt x="227190" y="20625"/>
                    <a:pt x="227919" y="24114"/>
                    <a:pt x="229378" y="27344"/>
                  </a:cubicBezTo>
                  <a:cubicBezTo>
                    <a:pt x="230836" y="30573"/>
                    <a:pt x="232737" y="33437"/>
                    <a:pt x="235107" y="35938"/>
                  </a:cubicBezTo>
                  <a:cubicBezTo>
                    <a:pt x="237464" y="38503"/>
                    <a:pt x="240120" y="40716"/>
                    <a:pt x="243076" y="42552"/>
                  </a:cubicBezTo>
                  <a:cubicBezTo>
                    <a:pt x="246018" y="44388"/>
                    <a:pt x="248987" y="45794"/>
                    <a:pt x="251982" y="46771"/>
                  </a:cubicBezTo>
                  <a:lnTo>
                    <a:pt x="246565" y="52917"/>
                  </a:lnTo>
                  <a:cubicBezTo>
                    <a:pt x="244755" y="52149"/>
                    <a:pt x="242763" y="51133"/>
                    <a:pt x="240576" y="49844"/>
                  </a:cubicBezTo>
                  <a:cubicBezTo>
                    <a:pt x="238388" y="48555"/>
                    <a:pt x="236214" y="47044"/>
                    <a:pt x="234065" y="45313"/>
                  </a:cubicBezTo>
                  <a:cubicBezTo>
                    <a:pt x="231839" y="43581"/>
                    <a:pt x="229755" y="41615"/>
                    <a:pt x="227815" y="39427"/>
                  </a:cubicBezTo>
                  <a:cubicBezTo>
                    <a:pt x="225862" y="37239"/>
                    <a:pt x="224234" y="34831"/>
                    <a:pt x="222919" y="32188"/>
                  </a:cubicBezTo>
                  <a:cubicBezTo>
                    <a:pt x="221878" y="34896"/>
                    <a:pt x="220498" y="37409"/>
                    <a:pt x="218805" y="39740"/>
                  </a:cubicBezTo>
                  <a:cubicBezTo>
                    <a:pt x="217099" y="42070"/>
                    <a:pt x="215172" y="44206"/>
                    <a:pt x="213024" y="46146"/>
                  </a:cubicBezTo>
                  <a:cubicBezTo>
                    <a:pt x="210862" y="48164"/>
                    <a:pt x="208557" y="49948"/>
                    <a:pt x="206096" y="51510"/>
                  </a:cubicBezTo>
                  <a:cubicBezTo>
                    <a:pt x="203629" y="53073"/>
                    <a:pt x="201216" y="54440"/>
                    <a:pt x="198854" y="55625"/>
                  </a:cubicBezTo>
                  <a:lnTo>
                    <a:pt x="192708" y="50000"/>
                  </a:lnTo>
                  <a:cubicBezTo>
                    <a:pt x="196181" y="48542"/>
                    <a:pt x="199479" y="46758"/>
                    <a:pt x="202604" y="44636"/>
                  </a:cubicBezTo>
                  <a:cubicBezTo>
                    <a:pt x="205732" y="42513"/>
                    <a:pt x="208466" y="40065"/>
                    <a:pt x="210836" y="37292"/>
                  </a:cubicBezTo>
                  <a:cubicBezTo>
                    <a:pt x="213193" y="34518"/>
                    <a:pt x="215081" y="31406"/>
                    <a:pt x="216513" y="27969"/>
                  </a:cubicBezTo>
                  <a:cubicBezTo>
                    <a:pt x="217932" y="24531"/>
                    <a:pt x="218649" y="20768"/>
                    <a:pt x="218649" y="16667"/>
                  </a:cubicBezTo>
                  <a:lnTo>
                    <a:pt x="218649" y="12292"/>
                  </a:lnTo>
                  <a:lnTo>
                    <a:pt x="199375" y="12292"/>
                  </a:lnTo>
                  <a:close/>
                  <a:moveTo>
                    <a:pt x="578441" y="5000"/>
                  </a:moveTo>
                  <a:lnTo>
                    <a:pt x="609378" y="5000"/>
                  </a:lnTo>
                  <a:lnTo>
                    <a:pt x="609378" y="11979"/>
                  </a:lnTo>
                  <a:lnTo>
                    <a:pt x="584274" y="11979"/>
                  </a:lnTo>
                  <a:lnTo>
                    <a:pt x="584274" y="23854"/>
                  </a:lnTo>
                  <a:lnTo>
                    <a:pt x="607190" y="23854"/>
                  </a:lnTo>
                  <a:lnTo>
                    <a:pt x="607190" y="30313"/>
                  </a:lnTo>
                  <a:lnTo>
                    <a:pt x="584274" y="30313"/>
                  </a:lnTo>
                  <a:lnTo>
                    <a:pt x="584274" y="43125"/>
                  </a:lnTo>
                  <a:lnTo>
                    <a:pt x="589170" y="43125"/>
                  </a:lnTo>
                  <a:cubicBezTo>
                    <a:pt x="590693" y="43125"/>
                    <a:pt x="592672" y="43086"/>
                    <a:pt x="595107" y="43021"/>
                  </a:cubicBezTo>
                  <a:cubicBezTo>
                    <a:pt x="597529" y="42956"/>
                    <a:pt x="600068" y="42812"/>
                    <a:pt x="602711" y="42604"/>
                  </a:cubicBezTo>
                  <a:cubicBezTo>
                    <a:pt x="605276" y="42461"/>
                    <a:pt x="607724" y="42279"/>
                    <a:pt x="610055" y="42031"/>
                  </a:cubicBezTo>
                  <a:cubicBezTo>
                    <a:pt x="612373" y="41784"/>
                    <a:pt x="614235" y="41523"/>
                    <a:pt x="615628" y="41250"/>
                  </a:cubicBezTo>
                  <a:lnTo>
                    <a:pt x="615628" y="48125"/>
                  </a:lnTo>
                  <a:cubicBezTo>
                    <a:pt x="614795" y="48333"/>
                    <a:pt x="613284" y="48555"/>
                    <a:pt x="611097" y="48802"/>
                  </a:cubicBezTo>
                  <a:cubicBezTo>
                    <a:pt x="608909" y="49049"/>
                    <a:pt x="606422" y="49271"/>
                    <a:pt x="603649" y="49479"/>
                  </a:cubicBezTo>
                  <a:cubicBezTo>
                    <a:pt x="600862" y="49688"/>
                    <a:pt x="597985" y="49857"/>
                    <a:pt x="595003" y="50000"/>
                  </a:cubicBezTo>
                  <a:cubicBezTo>
                    <a:pt x="592008" y="50143"/>
                    <a:pt x="589300" y="50208"/>
                    <a:pt x="586878" y="50208"/>
                  </a:cubicBezTo>
                  <a:lnTo>
                    <a:pt x="578441" y="50208"/>
                  </a:lnTo>
                  <a:cubicBezTo>
                    <a:pt x="577607" y="50208"/>
                    <a:pt x="577034" y="50052"/>
                    <a:pt x="576722" y="49740"/>
                  </a:cubicBezTo>
                  <a:cubicBezTo>
                    <a:pt x="576409" y="49427"/>
                    <a:pt x="576253" y="48854"/>
                    <a:pt x="576253" y="48021"/>
                  </a:cubicBezTo>
                  <a:lnTo>
                    <a:pt x="576253" y="7188"/>
                  </a:lnTo>
                  <a:cubicBezTo>
                    <a:pt x="576253" y="6354"/>
                    <a:pt x="576409" y="5781"/>
                    <a:pt x="576722" y="5469"/>
                  </a:cubicBezTo>
                  <a:cubicBezTo>
                    <a:pt x="577034" y="5156"/>
                    <a:pt x="577607" y="5000"/>
                    <a:pt x="578441" y="5000"/>
                  </a:cubicBezTo>
                  <a:close/>
                  <a:moveTo>
                    <a:pt x="398961" y="4792"/>
                  </a:moveTo>
                  <a:lnTo>
                    <a:pt x="407503" y="4792"/>
                  </a:lnTo>
                  <a:lnTo>
                    <a:pt x="407503" y="22917"/>
                  </a:lnTo>
                  <a:cubicBezTo>
                    <a:pt x="407503" y="32708"/>
                    <a:pt x="409534" y="41081"/>
                    <a:pt x="413597" y="48021"/>
                  </a:cubicBezTo>
                  <a:cubicBezTo>
                    <a:pt x="417659" y="54961"/>
                    <a:pt x="424065" y="61185"/>
                    <a:pt x="432815" y="66667"/>
                  </a:cubicBezTo>
                  <a:lnTo>
                    <a:pt x="426774" y="72604"/>
                  </a:lnTo>
                  <a:cubicBezTo>
                    <a:pt x="421839" y="69271"/>
                    <a:pt x="417216" y="65195"/>
                    <a:pt x="412920" y="60364"/>
                  </a:cubicBezTo>
                  <a:cubicBezTo>
                    <a:pt x="408610" y="55534"/>
                    <a:pt x="405315" y="50039"/>
                    <a:pt x="403024" y="43854"/>
                  </a:cubicBezTo>
                  <a:cubicBezTo>
                    <a:pt x="401149" y="50313"/>
                    <a:pt x="397985" y="56185"/>
                    <a:pt x="393545" y="61458"/>
                  </a:cubicBezTo>
                  <a:cubicBezTo>
                    <a:pt x="389091" y="66732"/>
                    <a:pt x="384378" y="71250"/>
                    <a:pt x="379378" y="75000"/>
                  </a:cubicBezTo>
                  <a:lnTo>
                    <a:pt x="372503" y="69479"/>
                  </a:lnTo>
                  <a:cubicBezTo>
                    <a:pt x="381044" y="64271"/>
                    <a:pt x="387581" y="57539"/>
                    <a:pt x="392138" y="49271"/>
                  </a:cubicBezTo>
                  <a:cubicBezTo>
                    <a:pt x="396683" y="41002"/>
                    <a:pt x="398961" y="31875"/>
                    <a:pt x="398961" y="21875"/>
                  </a:cubicBezTo>
                  <a:close/>
                  <a:moveTo>
                    <a:pt x="503545" y="4687"/>
                  </a:moveTo>
                  <a:lnTo>
                    <a:pt x="512399" y="4687"/>
                  </a:lnTo>
                  <a:lnTo>
                    <a:pt x="512399" y="12604"/>
                  </a:lnTo>
                  <a:cubicBezTo>
                    <a:pt x="512399" y="16563"/>
                    <a:pt x="513349" y="20430"/>
                    <a:pt x="515263" y="24219"/>
                  </a:cubicBezTo>
                  <a:cubicBezTo>
                    <a:pt x="517164" y="28008"/>
                    <a:pt x="519729" y="31523"/>
                    <a:pt x="522920" y="34792"/>
                  </a:cubicBezTo>
                  <a:cubicBezTo>
                    <a:pt x="526110" y="37982"/>
                    <a:pt x="529756" y="40820"/>
                    <a:pt x="533857" y="43281"/>
                  </a:cubicBezTo>
                  <a:cubicBezTo>
                    <a:pt x="537946" y="45742"/>
                    <a:pt x="542190" y="47643"/>
                    <a:pt x="546565" y="48958"/>
                  </a:cubicBezTo>
                  <a:lnTo>
                    <a:pt x="540732" y="55104"/>
                  </a:lnTo>
                  <a:cubicBezTo>
                    <a:pt x="537672" y="54063"/>
                    <a:pt x="534495" y="52617"/>
                    <a:pt x="531201" y="50781"/>
                  </a:cubicBezTo>
                  <a:cubicBezTo>
                    <a:pt x="527894" y="48945"/>
                    <a:pt x="524756" y="46771"/>
                    <a:pt x="521774" y="44271"/>
                  </a:cubicBezTo>
                  <a:cubicBezTo>
                    <a:pt x="518779" y="41836"/>
                    <a:pt x="516071" y="39154"/>
                    <a:pt x="513649" y="36198"/>
                  </a:cubicBezTo>
                  <a:cubicBezTo>
                    <a:pt x="511214" y="33242"/>
                    <a:pt x="509378" y="30104"/>
                    <a:pt x="508128" y="26771"/>
                  </a:cubicBezTo>
                  <a:cubicBezTo>
                    <a:pt x="506735" y="30039"/>
                    <a:pt x="504860" y="33125"/>
                    <a:pt x="502503" y="36042"/>
                  </a:cubicBezTo>
                  <a:cubicBezTo>
                    <a:pt x="500133" y="38958"/>
                    <a:pt x="497464" y="41628"/>
                    <a:pt x="494482" y="44063"/>
                  </a:cubicBezTo>
                  <a:cubicBezTo>
                    <a:pt x="491487" y="46498"/>
                    <a:pt x="488349" y="48659"/>
                    <a:pt x="485055" y="50573"/>
                  </a:cubicBezTo>
                  <a:cubicBezTo>
                    <a:pt x="481761" y="52487"/>
                    <a:pt x="478545" y="54023"/>
                    <a:pt x="475420" y="55208"/>
                  </a:cubicBezTo>
                  <a:lnTo>
                    <a:pt x="469170" y="48854"/>
                  </a:lnTo>
                  <a:cubicBezTo>
                    <a:pt x="473336" y="47604"/>
                    <a:pt x="477477" y="45820"/>
                    <a:pt x="481618" y="43490"/>
                  </a:cubicBezTo>
                  <a:cubicBezTo>
                    <a:pt x="485745" y="41159"/>
                    <a:pt x="489404" y="38437"/>
                    <a:pt x="492607" y="35313"/>
                  </a:cubicBezTo>
                  <a:cubicBezTo>
                    <a:pt x="495875" y="32188"/>
                    <a:pt x="498506" y="28698"/>
                    <a:pt x="500524" y="24844"/>
                  </a:cubicBezTo>
                  <a:cubicBezTo>
                    <a:pt x="502529" y="20990"/>
                    <a:pt x="503545" y="16914"/>
                    <a:pt x="503545" y="12604"/>
                  </a:cubicBezTo>
                  <a:close/>
                  <a:moveTo>
                    <a:pt x="622190" y="2708"/>
                  </a:moveTo>
                  <a:lnTo>
                    <a:pt x="630315" y="2708"/>
                  </a:lnTo>
                  <a:lnTo>
                    <a:pt x="630315" y="54375"/>
                  </a:lnTo>
                  <a:lnTo>
                    <a:pt x="622190" y="54375"/>
                  </a:lnTo>
                  <a:lnTo>
                    <a:pt x="622190" y="28854"/>
                  </a:lnTo>
                  <a:lnTo>
                    <a:pt x="610732" y="28854"/>
                  </a:lnTo>
                  <a:lnTo>
                    <a:pt x="610732" y="21667"/>
                  </a:lnTo>
                  <a:lnTo>
                    <a:pt x="622190" y="21667"/>
                  </a:lnTo>
                  <a:close/>
                  <a:moveTo>
                    <a:pt x="50313" y="2708"/>
                  </a:moveTo>
                  <a:lnTo>
                    <a:pt x="58229" y="2708"/>
                  </a:lnTo>
                  <a:lnTo>
                    <a:pt x="58229" y="88958"/>
                  </a:lnTo>
                  <a:lnTo>
                    <a:pt x="50313" y="88958"/>
                  </a:lnTo>
                  <a:lnTo>
                    <a:pt x="50313" y="55312"/>
                  </a:lnTo>
                  <a:lnTo>
                    <a:pt x="37292" y="55312"/>
                  </a:lnTo>
                  <a:cubicBezTo>
                    <a:pt x="35695" y="61354"/>
                    <a:pt x="33316" y="65872"/>
                    <a:pt x="30156" y="68854"/>
                  </a:cubicBezTo>
                  <a:cubicBezTo>
                    <a:pt x="26997" y="71836"/>
                    <a:pt x="23473" y="73333"/>
                    <a:pt x="19583" y="73333"/>
                  </a:cubicBezTo>
                  <a:cubicBezTo>
                    <a:pt x="16875" y="73333"/>
                    <a:pt x="14323" y="72643"/>
                    <a:pt x="11927" y="71250"/>
                  </a:cubicBezTo>
                  <a:cubicBezTo>
                    <a:pt x="9531" y="69857"/>
                    <a:pt x="7466" y="67709"/>
                    <a:pt x="5729" y="64792"/>
                  </a:cubicBezTo>
                  <a:cubicBezTo>
                    <a:pt x="3924" y="61940"/>
                    <a:pt x="2518" y="58346"/>
                    <a:pt x="1510" y="54011"/>
                  </a:cubicBezTo>
                  <a:cubicBezTo>
                    <a:pt x="504" y="49675"/>
                    <a:pt x="0" y="44544"/>
                    <a:pt x="0" y="38646"/>
                  </a:cubicBezTo>
                  <a:cubicBezTo>
                    <a:pt x="0" y="32748"/>
                    <a:pt x="504" y="27604"/>
                    <a:pt x="1510" y="23229"/>
                  </a:cubicBezTo>
                  <a:cubicBezTo>
                    <a:pt x="2518" y="18854"/>
                    <a:pt x="3889" y="15273"/>
                    <a:pt x="5625" y="12500"/>
                  </a:cubicBezTo>
                  <a:cubicBezTo>
                    <a:pt x="7431" y="9648"/>
                    <a:pt x="9514" y="7539"/>
                    <a:pt x="11875" y="6146"/>
                  </a:cubicBezTo>
                  <a:cubicBezTo>
                    <a:pt x="14237" y="4752"/>
                    <a:pt x="16806" y="4063"/>
                    <a:pt x="19583" y="4063"/>
                  </a:cubicBezTo>
                  <a:cubicBezTo>
                    <a:pt x="23333" y="4063"/>
                    <a:pt x="26754" y="5456"/>
                    <a:pt x="29844" y="8229"/>
                  </a:cubicBezTo>
                  <a:cubicBezTo>
                    <a:pt x="32935" y="11003"/>
                    <a:pt x="35313" y="15208"/>
                    <a:pt x="36979" y="20833"/>
                  </a:cubicBezTo>
                  <a:lnTo>
                    <a:pt x="50313" y="20833"/>
                  </a:lnTo>
                  <a:close/>
                  <a:moveTo>
                    <a:pt x="640107" y="1041"/>
                  </a:moveTo>
                  <a:lnTo>
                    <a:pt x="648128" y="1041"/>
                  </a:lnTo>
                  <a:lnTo>
                    <a:pt x="648128" y="54375"/>
                  </a:lnTo>
                  <a:lnTo>
                    <a:pt x="640107" y="54375"/>
                  </a:lnTo>
                  <a:close/>
                  <a:moveTo>
                    <a:pt x="443440" y="1041"/>
                  </a:moveTo>
                  <a:lnTo>
                    <a:pt x="451774" y="1041"/>
                  </a:lnTo>
                  <a:lnTo>
                    <a:pt x="451774" y="93333"/>
                  </a:lnTo>
                  <a:lnTo>
                    <a:pt x="443440" y="93333"/>
                  </a:lnTo>
                  <a:close/>
                  <a:moveTo>
                    <a:pt x="348961" y="1041"/>
                  </a:moveTo>
                  <a:lnTo>
                    <a:pt x="357190" y="1041"/>
                  </a:lnTo>
                  <a:lnTo>
                    <a:pt x="357190" y="23854"/>
                  </a:lnTo>
                  <a:lnTo>
                    <a:pt x="369690" y="23854"/>
                  </a:lnTo>
                  <a:lnTo>
                    <a:pt x="369690" y="31146"/>
                  </a:lnTo>
                  <a:lnTo>
                    <a:pt x="357190" y="31146"/>
                  </a:lnTo>
                  <a:lnTo>
                    <a:pt x="357190" y="68750"/>
                  </a:lnTo>
                  <a:lnTo>
                    <a:pt x="348961" y="68750"/>
                  </a:lnTo>
                  <a:close/>
                  <a:moveTo>
                    <a:pt x="262503" y="1041"/>
                  </a:moveTo>
                  <a:lnTo>
                    <a:pt x="270628" y="1041"/>
                  </a:lnTo>
                  <a:lnTo>
                    <a:pt x="270628" y="68750"/>
                  </a:lnTo>
                  <a:lnTo>
                    <a:pt x="262503" y="68750"/>
                  </a:lnTo>
                  <a:close/>
                  <a:moveTo>
                    <a:pt x="67500" y="1041"/>
                  </a:moveTo>
                  <a:lnTo>
                    <a:pt x="75417" y="1041"/>
                  </a:lnTo>
                  <a:lnTo>
                    <a:pt x="75417" y="93437"/>
                  </a:lnTo>
                  <a:lnTo>
                    <a:pt x="67500" y="93437"/>
                  </a:lnTo>
                  <a:close/>
                  <a:moveTo>
                    <a:pt x="113229" y="0"/>
                  </a:moveTo>
                  <a:lnTo>
                    <a:pt x="147188" y="0"/>
                  </a:lnTo>
                  <a:lnTo>
                    <a:pt x="147188" y="6667"/>
                  </a:lnTo>
                  <a:lnTo>
                    <a:pt x="113229" y="6667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7" name="TextBox 626">
              <a:extLst>
                <a:ext uri="{FF2B5EF4-FFF2-40B4-BE49-F238E27FC236}">
                  <a16:creationId xmlns:a16="http://schemas.microsoft.com/office/drawing/2014/main" id="{06C68AF8-328F-4DD0-A3DE-8F9EB11E2F67}"/>
                </a:ext>
              </a:extLst>
            </p:cNvPr>
            <p:cNvSpPr txBox="1"/>
            <p:nvPr/>
          </p:nvSpPr>
          <p:spPr>
            <a:xfrm>
              <a:off x="1534497" y="6158301"/>
              <a:ext cx="82090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예측진단시스템</a:t>
              </a:r>
            </a:p>
          </p:txBody>
        </p:sp>
        <p:sp>
          <p:nvSpPr>
            <p:cNvPr id="628" name="자유형: 도형 627">
              <a:extLst>
                <a:ext uri="{FF2B5EF4-FFF2-40B4-BE49-F238E27FC236}">
                  <a16:creationId xmlns:a16="http://schemas.microsoft.com/office/drawing/2014/main" id="{85F13D2C-50B4-4416-BB24-7D922364466E}"/>
                </a:ext>
              </a:extLst>
            </p:cNvPr>
            <p:cNvSpPr/>
            <p:nvPr/>
          </p:nvSpPr>
          <p:spPr>
            <a:xfrm>
              <a:off x="2290641" y="6222641"/>
              <a:ext cx="359700" cy="100000"/>
            </a:xfrm>
            <a:custGeom>
              <a:avLst/>
              <a:gdLst>
                <a:gd name="connsiteX0" fmla="*/ 206250 w 359700"/>
                <a:gd name="connsiteY0" fmla="*/ 16354 h 100000"/>
                <a:gd name="connsiteX1" fmla="*/ 206250 w 359700"/>
                <a:gd name="connsiteY1" fmla="*/ 79792 h 100000"/>
                <a:gd name="connsiteX2" fmla="*/ 219896 w 359700"/>
                <a:gd name="connsiteY2" fmla="*/ 79792 h 100000"/>
                <a:gd name="connsiteX3" fmla="*/ 241615 w 359700"/>
                <a:gd name="connsiteY3" fmla="*/ 71250 h 100000"/>
                <a:gd name="connsiteX4" fmla="*/ 248437 w 359700"/>
                <a:gd name="connsiteY4" fmla="*/ 48125 h 100000"/>
                <a:gd name="connsiteX5" fmla="*/ 239479 w 359700"/>
                <a:gd name="connsiteY5" fmla="*/ 23490 h 100000"/>
                <a:gd name="connsiteX6" fmla="*/ 215208 w 359700"/>
                <a:gd name="connsiteY6" fmla="*/ 16354 h 100000"/>
                <a:gd name="connsiteX7" fmla="*/ 50937 w 359700"/>
                <a:gd name="connsiteY7" fmla="*/ 16354 h 100000"/>
                <a:gd name="connsiteX8" fmla="*/ 50937 w 359700"/>
                <a:gd name="connsiteY8" fmla="*/ 46667 h 100000"/>
                <a:gd name="connsiteX9" fmla="*/ 65937 w 359700"/>
                <a:gd name="connsiteY9" fmla="*/ 46667 h 100000"/>
                <a:gd name="connsiteX10" fmla="*/ 79583 w 359700"/>
                <a:gd name="connsiteY10" fmla="*/ 43177 h 100000"/>
                <a:gd name="connsiteX11" fmla="*/ 84583 w 359700"/>
                <a:gd name="connsiteY11" fmla="*/ 31563 h 100000"/>
                <a:gd name="connsiteX12" fmla="*/ 79583 w 359700"/>
                <a:gd name="connsiteY12" fmla="*/ 19948 h 100000"/>
                <a:gd name="connsiteX13" fmla="*/ 65937 w 359700"/>
                <a:gd name="connsiteY13" fmla="*/ 16354 h 100000"/>
                <a:gd name="connsiteX14" fmla="*/ 199909 w 359700"/>
                <a:gd name="connsiteY14" fmla="*/ 9167 h 100000"/>
                <a:gd name="connsiteX15" fmla="*/ 217813 w 359700"/>
                <a:gd name="connsiteY15" fmla="*/ 9167 h 100000"/>
                <a:gd name="connsiteX16" fmla="*/ 246719 w 359700"/>
                <a:gd name="connsiteY16" fmla="*/ 18959 h 100000"/>
                <a:gd name="connsiteX17" fmla="*/ 256875 w 359700"/>
                <a:gd name="connsiteY17" fmla="*/ 48125 h 100000"/>
                <a:gd name="connsiteX18" fmla="*/ 246719 w 359700"/>
                <a:gd name="connsiteY18" fmla="*/ 77240 h 100000"/>
                <a:gd name="connsiteX19" fmla="*/ 217813 w 359700"/>
                <a:gd name="connsiteY19" fmla="*/ 86980 h 100000"/>
                <a:gd name="connsiteX20" fmla="*/ 199909 w 359700"/>
                <a:gd name="connsiteY20" fmla="*/ 86980 h 100000"/>
                <a:gd name="connsiteX21" fmla="*/ 198490 w 359700"/>
                <a:gd name="connsiteY21" fmla="*/ 86563 h 100000"/>
                <a:gd name="connsiteX22" fmla="*/ 198125 w 359700"/>
                <a:gd name="connsiteY22" fmla="*/ 85000 h 100000"/>
                <a:gd name="connsiteX23" fmla="*/ 198125 w 359700"/>
                <a:gd name="connsiteY23" fmla="*/ 11146 h 100000"/>
                <a:gd name="connsiteX24" fmla="*/ 198490 w 359700"/>
                <a:gd name="connsiteY24" fmla="*/ 9636 h 100000"/>
                <a:gd name="connsiteX25" fmla="*/ 199909 w 359700"/>
                <a:gd name="connsiteY25" fmla="*/ 9167 h 100000"/>
                <a:gd name="connsiteX26" fmla="*/ 109688 w 359700"/>
                <a:gd name="connsiteY26" fmla="*/ 9167 h 100000"/>
                <a:gd name="connsiteX27" fmla="*/ 117500 w 359700"/>
                <a:gd name="connsiteY27" fmla="*/ 9167 h 100000"/>
                <a:gd name="connsiteX28" fmla="*/ 118698 w 359700"/>
                <a:gd name="connsiteY28" fmla="*/ 9532 h 100000"/>
                <a:gd name="connsiteX29" fmla="*/ 119596 w 359700"/>
                <a:gd name="connsiteY29" fmla="*/ 10521 h 100000"/>
                <a:gd name="connsiteX30" fmla="*/ 139688 w 359700"/>
                <a:gd name="connsiteY30" fmla="*/ 66146 h 100000"/>
                <a:gd name="connsiteX31" fmla="*/ 143646 w 359700"/>
                <a:gd name="connsiteY31" fmla="*/ 76667 h 100000"/>
                <a:gd name="connsiteX32" fmla="*/ 147604 w 359700"/>
                <a:gd name="connsiteY32" fmla="*/ 66146 h 100000"/>
                <a:gd name="connsiteX33" fmla="*/ 167721 w 359700"/>
                <a:gd name="connsiteY33" fmla="*/ 10521 h 100000"/>
                <a:gd name="connsiteX34" fmla="*/ 168490 w 359700"/>
                <a:gd name="connsiteY34" fmla="*/ 9532 h 100000"/>
                <a:gd name="connsiteX35" fmla="*/ 169805 w 359700"/>
                <a:gd name="connsiteY35" fmla="*/ 9167 h 100000"/>
                <a:gd name="connsiteX36" fmla="*/ 177604 w 359700"/>
                <a:gd name="connsiteY36" fmla="*/ 9167 h 100000"/>
                <a:gd name="connsiteX37" fmla="*/ 178958 w 359700"/>
                <a:gd name="connsiteY37" fmla="*/ 9636 h 100000"/>
                <a:gd name="connsiteX38" fmla="*/ 179375 w 359700"/>
                <a:gd name="connsiteY38" fmla="*/ 11146 h 100000"/>
                <a:gd name="connsiteX39" fmla="*/ 179375 w 359700"/>
                <a:gd name="connsiteY39" fmla="*/ 86980 h 100000"/>
                <a:gd name="connsiteX40" fmla="*/ 171680 w 359700"/>
                <a:gd name="connsiteY40" fmla="*/ 86980 h 100000"/>
                <a:gd name="connsiteX41" fmla="*/ 171680 w 359700"/>
                <a:gd name="connsiteY41" fmla="*/ 28229 h 100000"/>
                <a:gd name="connsiteX42" fmla="*/ 171875 w 359700"/>
                <a:gd name="connsiteY42" fmla="*/ 18646 h 100000"/>
                <a:gd name="connsiteX43" fmla="*/ 148021 w 359700"/>
                <a:gd name="connsiteY43" fmla="*/ 85938 h 100000"/>
                <a:gd name="connsiteX44" fmla="*/ 147461 w 359700"/>
                <a:gd name="connsiteY44" fmla="*/ 86771 h 100000"/>
                <a:gd name="connsiteX45" fmla="*/ 146367 w 359700"/>
                <a:gd name="connsiteY45" fmla="*/ 86980 h 100000"/>
                <a:gd name="connsiteX46" fmla="*/ 140846 w 359700"/>
                <a:gd name="connsiteY46" fmla="*/ 86980 h 100000"/>
                <a:gd name="connsiteX47" fmla="*/ 139740 w 359700"/>
                <a:gd name="connsiteY47" fmla="*/ 86771 h 100000"/>
                <a:gd name="connsiteX48" fmla="*/ 139271 w 359700"/>
                <a:gd name="connsiteY48" fmla="*/ 85938 h 100000"/>
                <a:gd name="connsiteX49" fmla="*/ 115417 w 359700"/>
                <a:gd name="connsiteY49" fmla="*/ 18750 h 100000"/>
                <a:gd name="connsiteX50" fmla="*/ 115638 w 359700"/>
                <a:gd name="connsiteY50" fmla="*/ 28334 h 100000"/>
                <a:gd name="connsiteX51" fmla="*/ 115638 w 359700"/>
                <a:gd name="connsiteY51" fmla="*/ 86980 h 100000"/>
                <a:gd name="connsiteX52" fmla="*/ 107917 w 359700"/>
                <a:gd name="connsiteY52" fmla="*/ 86980 h 100000"/>
                <a:gd name="connsiteX53" fmla="*/ 107917 w 359700"/>
                <a:gd name="connsiteY53" fmla="*/ 11146 h 100000"/>
                <a:gd name="connsiteX54" fmla="*/ 108281 w 359700"/>
                <a:gd name="connsiteY54" fmla="*/ 9636 h 100000"/>
                <a:gd name="connsiteX55" fmla="*/ 109688 w 359700"/>
                <a:gd name="connsiteY55" fmla="*/ 9167 h 100000"/>
                <a:gd name="connsiteX56" fmla="*/ 44792 w 359700"/>
                <a:gd name="connsiteY56" fmla="*/ 9167 h 100000"/>
                <a:gd name="connsiteX57" fmla="*/ 67396 w 359700"/>
                <a:gd name="connsiteY57" fmla="*/ 9167 h 100000"/>
                <a:gd name="connsiteX58" fmla="*/ 77500 w 359700"/>
                <a:gd name="connsiteY58" fmla="*/ 10573 h 100000"/>
                <a:gd name="connsiteX59" fmla="*/ 85625 w 359700"/>
                <a:gd name="connsiteY59" fmla="*/ 14688 h 100000"/>
                <a:gd name="connsiteX60" fmla="*/ 91055 w 359700"/>
                <a:gd name="connsiteY60" fmla="*/ 21719 h 100000"/>
                <a:gd name="connsiteX61" fmla="*/ 93021 w 359700"/>
                <a:gd name="connsiteY61" fmla="*/ 31563 h 100000"/>
                <a:gd name="connsiteX62" fmla="*/ 91055 w 359700"/>
                <a:gd name="connsiteY62" fmla="*/ 41511 h 100000"/>
                <a:gd name="connsiteX63" fmla="*/ 85625 w 359700"/>
                <a:gd name="connsiteY63" fmla="*/ 48542 h 100000"/>
                <a:gd name="connsiteX64" fmla="*/ 77500 w 359700"/>
                <a:gd name="connsiteY64" fmla="*/ 52604 h 100000"/>
                <a:gd name="connsiteX65" fmla="*/ 67396 w 359700"/>
                <a:gd name="connsiteY65" fmla="*/ 53959 h 100000"/>
                <a:gd name="connsiteX66" fmla="*/ 51042 w 359700"/>
                <a:gd name="connsiteY66" fmla="*/ 53959 h 100000"/>
                <a:gd name="connsiteX67" fmla="*/ 51042 w 359700"/>
                <a:gd name="connsiteY67" fmla="*/ 86980 h 100000"/>
                <a:gd name="connsiteX68" fmla="*/ 42930 w 359700"/>
                <a:gd name="connsiteY68" fmla="*/ 86980 h 100000"/>
                <a:gd name="connsiteX69" fmla="*/ 42930 w 359700"/>
                <a:gd name="connsiteY69" fmla="*/ 11146 h 100000"/>
                <a:gd name="connsiteX70" fmla="*/ 43294 w 359700"/>
                <a:gd name="connsiteY70" fmla="*/ 9636 h 100000"/>
                <a:gd name="connsiteX71" fmla="*/ 44792 w 359700"/>
                <a:gd name="connsiteY71" fmla="*/ 9167 h 100000"/>
                <a:gd name="connsiteX72" fmla="*/ 305534 w 359700"/>
                <a:gd name="connsiteY72" fmla="*/ 7500 h 100000"/>
                <a:gd name="connsiteX73" fmla="*/ 314857 w 359700"/>
                <a:gd name="connsiteY73" fmla="*/ 8698 h 100000"/>
                <a:gd name="connsiteX74" fmla="*/ 323021 w 359700"/>
                <a:gd name="connsiteY74" fmla="*/ 12396 h 100000"/>
                <a:gd name="connsiteX75" fmla="*/ 328919 w 359700"/>
                <a:gd name="connsiteY75" fmla="*/ 18750 h 100000"/>
                <a:gd name="connsiteX76" fmla="*/ 331888 w 359700"/>
                <a:gd name="connsiteY76" fmla="*/ 27917 h 100000"/>
                <a:gd name="connsiteX77" fmla="*/ 323138 w 359700"/>
                <a:gd name="connsiteY77" fmla="*/ 27917 h 100000"/>
                <a:gd name="connsiteX78" fmla="*/ 317187 w 359700"/>
                <a:gd name="connsiteY78" fmla="*/ 18073 h 100000"/>
                <a:gd name="connsiteX79" fmla="*/ 305534 w 359700"/>
                <a:gd name="connsiteY79" fmla="*/ 14792 h 100000"/>
                <a:gd name="connsiteX80" fmla="*/ 294167 w 359700"/>
                <a:gd name="connsiteY80" fmla="*/ 17761 h 100000"/>
                <a:gd name="connsiteX81" fmla="*/ 286875 w 359700"/>
                <a:gd name="connsiteY81" fmla="*/ 25521 h 100000"/>
                <a:gd name="connsiteX82" fmla="*/ 283034 w 359700"/>
                <a:gd name="connsiteY82" fmla="*/ 36250 h 100000"/>
                <a:gd name="connsiteX83" fmla="*/ 281888 w 359700"/>
                <a:gd name="connsiteY83" fmla="*/ 48125 h 100000"/>
                <a:gd name="connsiteX84" fmla="*/ 283034 w 359700"/>
                <a:gd name="connsiteY84" fmla="*/ 60000 h 100000"/>
                <a:gd name="connsiteX85" fmla="*/ 286875 w 359700"/>
                <a:gd name="connsiteY85" fmla="*/ 70729 h 100000"/>
                <a:gd name="connsiteX86" fmla="*/ 294167 w 359700"/>
                <a:gd name="connsiteY86" fmla="*/ 78438 h 100000"/>
                <a:gd name="connsiteX87" fmla="*/ 305534 w 359700"/>
                <a:gd name="connsiteY87" fmla="*/ 81354 h 100000"/>
                <a:gd name="connsiteX88" fmla="*/ 317044 w 359700"/>
                <a:gd name="connsiteY88" fmla="*/ 78177 h 100000"/>
                <a:gd name="connsiteX89" fmla="*/ 323438 w 359700"/>
                <a:gd name="connsiteY89" fmla="*/ 67396 h 100000"/>
                <a:gd name="connsiteX90" fmla="*/ 332305 w 359700"/>
                <a:gd name="connsiteY90" fmla="*/ 67396 h 100000"/>
                <a:gd name="connsiteX91" fmla="*/ 329336 w 359700"/>
                <a:gd name="connsiteY91" fmla="*/ 76563 h 100000"/>
                <a:gd name="connsiteX92" fmla="*/ 323438 w 359700"/>
                <a:gd name="connsiteY92" fmla="*/ 83229 h 100000"/>
                <a:gd name="connsiteX93" fmla="*/ 315222 w 359700"/>
                <a:gd name="connsiteY93" fmla="*/ 87292 h 100000"/>
                <a:gd name="connsiteX94" fmla="*/ 305534 w 359700"/>
                <a:gd name="connsiteY94" fmla="*/ 88646 h 100000"/>
                <a:gd name="connsiteX95" fmla="*/ 290729 w 359700"/>
                <a:gd name="connsiteY95" fmla="*/ 85365 h 100000"/>
                <a:gd name="connsiteX96" fmla="*/ 280729 w 359700"/>
                <a:gd name="connsiteY96" fmla="*/ 76563 h 100000"/>
                <a:gd name="connsiteX97" fmla="*/ 274948 w 359700"/>
                <a:gd name="connsiteY97" fmla="*/ 63594 h 100000"/>
                <a:gd name="connsiteX98" fmla="*/ 273125 w 359700"/>
                <a:gd name="connsiteY98" fmla="*/ 48125 h 100000"/>
                <a:gd name="connsiteX99" fmla="*/ 274948 w 359700"/>
                <a:gd name="connsiteY99" fmla="*/ 32865 h 100000"/>
                <a:gd name="connsiteX100" fmla="*/ 280729 w 359700"/>
                <a:gd name="connsiteY100" fmla="*/ 19896 h 100000"/>
                <a:gd name="connsiteX101" fmla="*/ 290781 w 359700"/>
                <a:gd name="connsiteY101" fmla="*/ 10885 h 100000"/>
                <a:gd name="connsiteX102" fmla="*/ 305534 w 359700"/>
                <a:gd name="connsiteY102" fmla="*/ 7500 h 100000"/>
                <a:gd name="connsiteX103" fmla="*/ 332305 w 359700"/>
                <a:gd name="connsiteY103" fmla="*/ 0 h 100000"/>
                <a:gd name="connsiteX104" fmla="*/ 338542 w 359700"/>
                <a:gd name="connsiteY104" fmla="*/ 0 h 100000"/>
                <a:gd name="connsiteX105" fmla="*/ 347357 w 359700"/>
                <a:gd name="connsiteY105" fmla="*/ 11250 h 100000"/>
                <a:gd name="connsiteX106" fmla="*/ 354063 w 359700"/>
                <a:gd name="connsiteY106" fmla="*/ 23750 h 100000"/>
                <a:gd name="connsiteX107" fmla="*/ 358242 w 359700"/>
                <a:gd name="connsiteY107" fmla="*/ 36980 h 100000"/>
                <a:gd name="connsiteX108" fmla="*/ 359701 w 359700"/>
                <a:gd name="connsiteY108" fmla="*/ 50000 h 100000"/>
                <a:gd name="connsiteX109" fmla="*/ 358242 w 359700"/>
                <a:gd name="connsiteY109" fmla="*/ 63125 h 100000"/>
                <a:gd name="connsiteX110" fmla="*/ 354063 w 359700"/>
                <a:gd name="connsiteY110" fmla="*/ 76250 h 100000"/>
                <a:gd name="connsiteX111" fmla="*/ 347357 w 359700"/>
                <a:gd name="connsiteY111" fmla="*/ 88854 h 100000"/>
                <a:gd name="connsiteX112" fmla="*/ 338542 w 359700"/>
                <a:gd name="connsiteY112" fmla="*/ 100000 h 100000"/>
                <a:gd name="connsiteX113" fmla="*/ 332305 w 359700"/>
                <a:gd name="connsiteY113" fmla="*/ 100000 h 100000"/>
                <a:gd name="connsiteX114" fmla="*/ 345951 w 359700"/>
                <a:gd name="connsiteY114" fmla="*/ 75052 h 100000"/>
                <a:gd name="connsiteX115" fmla="*/ 350417 w 359700"/>
                <a:gd name="connsiteY115" fmla="*/ 50000 h 100000"/>
                <a:gd name="connsiteX116" fmla="*/ 345951 w 359700"/>
                <a:gd name="connsiteY116" fmla="*/ 25052 h 100000"/>
                <a:gd name="connsiteX117" fmla="*/ 332305 w 359700"/>
                <a:gd name="connsiteY117" fmla="*/ 0 h 100000"/>
                <a:gd name="connsiteX118" fmla="*/ 21146 w 359700"/>
                <a:gd name="connsiteY118" fmla="*/ 0 h 100000"/>
                <a:gd name="connsiteX119" fmla="*/ 27396 w 359700"/>
                <a:gd name="connsiteY119" fmla="*/ 0 h 100000"/>
                <a:gd name="connsiteX120" fmla="*/ 13698 w 359700"/>
                <a:gd name="connsiteY120" fmla="*/ 25052 h 100000"/>
                <a:gd name="connsiteX121" fmla="*/ 9284 w 359700"/>
                <a:gd name="connsiteY121" fmla="*/ 50000 h 100000"/>
                <a:gd name="connsiteX122" fmla="*/ 13698 w 359700"/>
                <a:gd name="connsiteY122" fmla="*/ 75052 h 100000"/>
                <a:gd name="connsiteX123" fmla="*/ 27396 w 359700"/>
                <a:gd name="connsiteY123" fmla="*/ 100000 h 100000"/>
                <a:gd name="connsiteX124" fmla="*/ 21146 w 359700"/>
                <a:gd name="connsiteY124" fmla="*/ 100000 h 100000"/>
                <a:gd name="connsiteX125" fmla="*/ 12239 w 359700"/>
                <a:gd name="connsiteY125" fmla="*/ 88854 h 100000"/>
                <a:gd name="connsiteX126" fmla="*/ 5521 w 359700"/>
                <a:gd name="connsiteY126" fmla="*/ 76250 h 100000"/>
                <a:gd name="connsiteX127" fmla="*/ 1406 w 359700"/>
                <a:gd name="connsiteY127" fmla="*/ 63125 h 100000"/>
                <a:gd name="connsiteX128" fmla="*/ 0 w 359700"/>
                <a:gd name="connsiteY128" fmla="*/ 50000 h 100000"/>
                <a:gd name="connsiteX129" fmla="*/ 1406 w 359700"/>
                <a:gd name="connsiteY129" fmla="*/ 36980 h 100000"/>
                <a:gd name="connsiteX130" fmla="*/ 5521 w 359700"/>
                <a:gd name="connsiteY130" fmla="*/ 23750 h 100000"/>
                <a:gd name="connsiteX131" fmla="*/ 12239 w 359700"/>
                <a:gd name="connsiteY131" fmla="*/ 11250 h 100000"/>
                <a:gd name="connsiteX132" fmla="*/ 21146 w 359700"/>
                <a:gd name="connsiteY132" fmla="*/ 0 h 10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359700" h="100000">
                  <a:moveTo>
                    <a:pt x="206250" y="16354"/>
                  </a:moveTo>
                  <a:lnTo>
                    <a:pt x="206250" y="79792"/>
                  </a:lnTo>
                  <a:lnTo>
                    <a:pt x="219896" y="79792"/>
                  </a:lnTo>
                  <a:cubicBezTo>
                    <a:pt x="229831" y="79792"/>
                    <a:pt x="237070" y="76940"/>
                    <a:pt x="241615" y="71250"/>
                  </a:cubicBezTo>
                  <a:cubicBezTo>
                    <a:pt x="246172" y="65560"/>
                    <a:pt x="248437" y="57852"/>
                    <a:pt x="248437" y="48125"/>
                  </a:cubicBezTo>
                  <a:cubicBezTo>
                    <a:pt x="248437" y="36732"/>
                    <a:pt x="245456" y="28529"/>
                    <a:pt x="239479" y="23490"/>
                  </a:cubicBezTo>
                  <a:cubicBezTo>
                    <a:pt x="233516" y="18451"/>
                    <a:pt x="225417" y="16081"/>
                    <a:pt x="215208" y="16354"/>
                  </a:cubicBezTo>
                  <a:close/>
                  <a:moveTo>
                    <a:pt x="50937" y="16354"/>
                  </a:moveTo>
                  <a:lnTo>
                    <a:pt x="50937" y="46667"/>
                  </a:lnTo>
                  <a:lnTo>
                    <a:pt x="65937" y="46667"/>
                  </a:lnTo>
                  <a:cubicBezTo>
                    <a:pt x="71706" y="46667"/>
                    <a:pt x="76250" y="45508"/>
                    <a:pt x="79583" y="43177"/>
                  </a:cubicBezTo>
                  <a:cubicBezTo>
                    <a:pt x="82917" y="40847"/>
                    <a:pt x="84583" y="36980"/>
                    <a:pt x="84583" y="31563"/>
                  </a:cubicBezTo>
                  <a:cubicBezTo>
                    <a:pt x="84583" y="26211"/>
                    <a:pt x="82917" y="22344"/>
                    <a:pt x="79583" y="19948"/>
                  </a:cubicBezTo>
                  <a:cubicBezTo>
                    <a:pt x="76250" y="17552"/>
                    <a:pt x="71706" y="16354"/>
                    <a:pt x="65937" y="16354"/>
                  </a:cubicBezTo>
                  <a:close/>
                  <a:moveTo>
                    <a:pt x="199909" y="9167"/>
                  </a:moveTo>
                  <a:lnTo>
                    <a:pt x="217813" y="9167"/>
                  </a:lnTo>
                  <a:cubicBezTo>
                    <a:pt x="230312" y="9167"/>
                    <a:pt x="239961" y="12435"/>
                    <a:pt x="246719" y="18959"/>
                  </a:cubicBezTo>
                  <a:cubicBezTo>
                    <a:pt x="253490" y="25482"/>
                    <a:pt x="256875" y="35208"/>
                    <a:pt x="256875" y="48125"/>
                  </a:cubicBezTo>
                  <a:cubicBezTo>
                    <a:pt x="256875" y="61042"/>
                    <a:pt x="253490" y="70742"/>
                    <a:pt x="246719" y="77240"/>
                  </a:cubicBezTo>
                  <a:cubicBezTo>
                    <a:pt x="239961" y="83737"/>
                    <a:pt x="230312" y="86980"/>
                    <a:pt x="217813" y="86980"/>
                  </a:cubicBezTo>
                  <a:lnTo>
                    <a:pt x="199909" y="86980"/>
                  </a:lnTo>
                  <a:cubicBezTo>
                    <a:pt x="199206" y="86980"/>
                    <a:pt x="198737" y="86836"/>
                    <a:pt x="198490" y="86563"/>
                  </a:cubicBezTo>
                  <a:cubicBezTo>
                    <a:pt x="198255" y="86289"/>
                    <a:pt x="198125" y="85768"/>
                    <a:pt x="198125" y="85000"/>
                  </a:cubicBezTo>
                  <a:lnTo>
                    <a:pt x="198125" y="11146"/>
                  </a:lnTo>
                  <a:cubicBezTo>
                    <a:pt x="198125" y="10456"/>
                    <a:pt x="198255" y="9948"/>
                    <a:pt x="198490" y="9636"/>
                  </a:cubicBezTo>
                  <a:cubicBezTo>
                    <a:pt x="198737" y="9323"/>
                    <a:pt x="199206" y="9167"/>
                    <a:pt x="199909" y="9167"/>
                  </a:cubicBezTo>
                  <a:close/>
                  <a:moveTo>
                    <a:pt x="109688" y="9167"/>
                  </a:moveTo>
                  <a:lnTo>
                    <a:pt x="117500" y="9167"/>
                  </a:lnTo>
                  <a:cubicBezTo>
                    <a:pt x="117917" y="9167"/>
                    <a:pt x="118320" y="9284"/>
                    <a:pt x="118698" y="9532"/>
                  </a:cubicBezTo>
                  <a:cubicBezTo>
                    <a:pt x="119089" y="9779"/>
                    <a:pt x="119375" y="10104"/>
                    <a:pt x="119596" y="10521"/>
                  </a:cubicBezTo>
                  <a:lnTo>
                    <a:pt x="139688" y="66146"/>
                  </a:lnTo>
                  <a:lnTo>
                    <a:pt x="143646" y="76667"/>
                  </a:lnTo>
                  <a:lnTo>
                    <a:pt x="147604" y="66146"/>
                  </a:lnTo>
                  <a:lnTo>
                    <a:pt x="167721" y="10521"/>
                  </a:lnTo>
                  <a:cubicBezTo>
                    <a:pt x="167852" y="10104"/>
                    <a:pt x="168112" y="9779"/>
                    <a:pt x="168490" y="9532"/>
                  </a:cubicBezTo>
                  <a:cubicBezTo>
                    <a:pt x="168880" y="9284"/>
                    <a:pt x="169310" y="9167"/>
                    <a:pt x="169805" y="9167"/>
                  </a:cubicBezTo>
                  <a:lnTo>
                    <a:pt x="177604" y="9167"/>
                  </a:lnTo>
                  <a:cubicBezTo>
                    <a:pt x="178229" y="9167"/>
                    <a:pt x="178685" y="9323"/>
                    <a:pt x="178958" y="9636"/>
                  </a:cubicBezTo>
                  <a:cubicBezTo>
                    <a:pt x="179245" y="9948"/>
                    <a:pt x="179375" y="10456"/>
                    <a:pt x="179375" y="11146"/>
                  </a:cubicBezTo>
                  <a:lnTo>
                    <a:pt x="179375" y="86980"/>
                  </a:lnTo>
                  <a:lnTo>
                    <a:pt x="171680" y="86980"/>
                  </a:lnTo>
                  <a:lnTo>
                    <a:pt x="171680" y="28229"/>
                  </a:lnTo>
                  <a:lnTo>
                    <a:pt x="171875" y="18646"/>
                  </a:lnTo>
                  <a:lnTo>
                    <a:pt x="148021" y="85938"/>
                  </a:lnTo>
                  <a:cubicBezTo>
                    <a:pt x="147891" y="86354"/>
                    <a:pt x="147695" y="86628"/>
                    <a:pt x="147461" y="86771"/>
                  </a:cubicBezTo>
                  <a:cubicBezTo>
                    <a:pt x="147214" y="86914"/>
                    <a:pt x="146849" y="86980"/>
                    <a:pt x="146367" y="86980"/>
                  </a:cubicBezTo>
                  <a:lnTo>
                    <a:pt x="140846" y="86980"/>
                  </a:lnTo>
                  <a:cubicBezTo>
                    <a:pt x="140352" y="86980"/>
                    <a:pt x="139987" y="86914"/>
                    <a:pt x="139740" y="86771"/>
                  </a:cubicBezTo>
                  <a:cubicBezTo>
                    <a:pt x="139505" y="86628"/>
                    <a:pt x="139349" y="86354"/>
                    <a:pt x="139271" y="85938"/>
                  </a:cubicBezTo>
                  <a:lnTo>
                    <a:pt x="115417" y="18750"/>
                  </a:lnTo>
                  <a:lnTo>
                    <a:pt x="115638" y="28334"/>
                  </a:lnTo>
                  <a:lnTo>
                    <a:pt x="115638" y="86980"/>
                  </a:lnTo>
                  <a:lnTo>
                    <a:pt x="107917" y="86980"/>
                  </a:lnTo>
                  <a:lnTo>
                    <a:pt x="107917" y="11146"/>
                  </a:lnTo>
                  <a:cubicBezTo>
                    <a:pt x="107917" y="10456"/>
                    <a:pt x="108047" y="9948"/>
                    <a:pt x="108281" y="9636"/>
                  </a:cubicBezTo>
                  <a:cubicBezTo>
                    <a:pt x="108529" y="9323"/>
                    <a:pt x="108997" y="9167"/>
                    <a:pt x="109688" y="9167"/>
                  </a:cubicBezTo>
                  <a:close/>
                  <a:moveTo>
                    <a:pt x="44792" y="9167"/>
                  </a:moveTo>
                  <a:lnTo>
                    <a:pt x="67396" y="9167"/>
                  </a:lnTo>
                  <a:cubicBezTo>
                    <a:pt x="71016" y="9167"/>
                    <a:pt x="74388" y="9636"/>
                    <a:pt x="77500" y="10573"/>
                  </a:cubicBezTo>
                  <a:cubicBezTo>
                    <a:pt x="80625" y="11510"/>
                    <a:pt x="83333" y="12878"/>
                    <a:pt x="85625" y="14688"/>
                  </a:cubicBezTo>
                  <a:cubicBezTo>
                    <a:pt x="87917" y="16563"/>
                    <a:pt x="89726" y="18907"/>
                    <a:pt x="91055" y="21719"/>
                  </a:cubicBezTo>
                  <a:cubicBezTo>
                    <a:pt x="92370" y="24531"/>
                    <a:pt x="93021" y="27813"/>
                    <a:pt x="93021" y="31563"/>
                  </a:cubicBezTo>
                  <a:cubicBezTo>
                    <a:pt x="93021" y="35378"/>
                    <a:pt x="92370" y="38698"/>
                    <a:pt x="91055" y="41511"/>
                  </a:cubicBezTo>
                  <a:cubicBezTo>
                    <a:pt x="89726" y="44323"/>
                    <a:pt x="87917" y="46667"/>
                    <a:pt x="85625" y="48542"/>
                  </a:cubicBezTo>
                  <a:cubicBezTo>
                    <a:pt x="83333" y="50352"/>
                    <a:pt x="80625" y="51706"/>
                    <a:pt x="77500" y="52604"/>
                  </a:cubicBezTo>
                  <a:cubicBezTo>
                    <a:pt x="74388" y="53503"/>
                    <a:pt x="71016" y="53959"/>
                    <a:pt x="67396" y="53959"/>
                  </a:cubicBezTo>
                  <a:lnTo>
                    <a:pt x="51042" y="53959"/>
                  </a:lnTo>
                  <a:lnTo>
                    <a:pt x="51042" y="86980"/>
                  </a:lnTo>
                  <a:lnTo>
                    <a:pt x="42930" y="86980"/>
                  </a:lnTo>
                  <a:lnTo>
                    <a:pt x="42930" y="11146"/>
                  </a:lnTo>
                  <a:cubicBezTo>
                    <a:pt x="42930" y="10456"/>
                    <a:pt x="43047" y="9948"/>
                    <a:pt x="43294" y="9636"/>
                  </a:cubicBezTo>
                  <a:cubicBezTo>
                    <a:pt x="43529" y="9323"/>
                    <a:pt x="44036" y="9167"/>
                    <a:pt x="44792" y="9167"/>
                  </a:cubicBezTo>
                  <a:close/>
                  <a:moveTo>
                    <a:pt x="305534" y="7500"/>
                  </a:moveTo>
                  <a:cubicBezTo>
                    <a:pt x="308724" y="7500"/>
                    <a:pt x="311823" y="7904"/>
                    <a:pt x="314857" y="8698"/>
                  </a:cubicBezTo>
                  <a:cubicBezTo>
                    <a:pt x="317865" y="9492"/>
                    <a:pt x="320599" y="10729"/>
                    <a:pt x="323021" y="12396"/>
                  </a:cubicBezTo>
                  <a:cubicBezTo>
                    <a:pt x="325391" y="14063"/>
                    <a:pt x="327344" y="16185"/>
                    <a:pt x="328919" y="18750"/>
                  </a:cubicBezTo>
                  <a:cubicBezTo>
                    <a:pt x="330482" y="21315"/>
                    <a:pt x="331471" y="24375"/>
                    <a:pt x="331888" y="27917"/>
                  </a:cubicBezTo>
                  <a:lnTo>
                    <a:pt x="323138" y="27917"/>
                  </a:lnTo>
                  <a:cubicBezTo>
                    <a:pt x="322513" y="23542"/>
                    <a:pt x="320521" y="20260"/>
                    <a:pt x="317187" y="18073"/>
                  </a:cubicBezTo>
                  <a:cubicBezTo>
                    <a:pt x="313854" y="15885"/>
                    <a:pt x="309974" y="14792"/>
                    <a:pt x="305534" y="14792"/>
                  </a:cubicBezTo>
                  <a:cubicBezTo>
                    <a:pt x="301016" y="14792"/>
                    <a:pt x="297227" y="15781"/>
                    <a:pt x="294167" y="17761"/>
                  </a:cubicBezTo>
                  <a:cubicBezTo>
                    <a:pt x="291120" y="19740"/>
                    <a:pt x="288685" y="22331"/>
                    <a:pt x="286875" y="25521"/>
                  </a:cubicBezTo>
                  <a:cubicBezTo>
                    <a:pt x="285078" y="28711"/>
                    <a:pt x="283789" y="32292"/>
                    <a:pt x="283034" y="36250"/>
                  </a:cubicBezTo>
                  <a:cubicBezTo>
                    <a:pt x="282266" y="40209"/>
                    <a:pt x="281888" y="44167"/>
                    <a:pt x="281888" y="48125"/>
                  </a:cubicBezTo>
                  <a:cubicBezTo>
                    <a:pt x="281888" y="52083"/>
                    <a:pt x="282266" y="56042"/>
                    <a:pt x="283034" y="60000"/>
                  </a:cubicBezTo>
                  <a:cubicBezTo>
                    <a:pt x="283789" y="63959"/>
                    <a:pt x="285078" y="67539"/>
                    <a:pt x="286875" y="70729"/>
                  </a:cubicBezTo>
                  <a:cubicBezTo>
                    <a:pt x="288685" y="73919"/>
                    <a:pt x="291120" y="76497"/>
                    <a:pt x="294167" y="78438"/>
                  </a:cubicBezTo>
                  <a:cubicBezTo>
                    <a:pt x="297227" y="80378"/>
                    <a:pt x="301016" y="81354"/>
                    <a:pt x="305534" y="81354"/>
                  </a:cubicBezTo>
                  <a:cubicBezTo>
                    <a:pt x="309974" y="81354"/>
                    <a:pt x="313815" y="80300"/>
                    <a:pt x="317044" y="78177"/>
                  </a:cubicBezTo>
                  <a:cubicBezTo>
                    <a:pt x="320273" y="76055"/>
                    <a:pt x="322409" y="72461"/>
                    <a:pt x="323438" y="67396"/>
                  </a:cubicBezTo>
                  <a:lnTo>
                    <a:pt x="332305" y="67396"/>
                  </a:lnTo>
                  <a:cubicBezTo>
                    <a:pt x="331888" y="70873"/>
                    <a:pt x="330885" y="73919"/>
                    <a:pt x="329336" y="76563"/>
                  </a:cubicBezTo>
                  <a:cubicBezTo>
                    <a:pt x="327761" y="79206"/>
                    <a:pt x="325807" y="81420"/>
                    <a:pt x="323438" y="83229"/>
                  </a:cubicBezTo>
                  <a:cubicBezTo>
                    <a:pt x="321016" y="85039"/>
                    <a:pt x="318268" y="86393"/>
                    <a:pt x="315222" y="87292"/>
                  </a:cubicBezTo>
                  <a:cubicBezTo>
                    <a:pt x="312162" y="88190"/>
                    <a:pt x="308932" y="88646"/>
                    <a:pt x="305534" y="88646"/>
                  </a:cubicBezTo>
                  <a:cubicBezTo>
                    <a:pt x="299766" y="88646"/>
                    <a:pt x="294831" y="87552"/>
                    <a:pt x="290729" y="85365"/>
                  </a:cubicBezTo>
                  <a:cubicBezTo>
                    <a:pt x="286641" y="83177"/>
                    <a:pt x="283307" y="80248"/>
                    <a:pt x="280729" y="76563"/>
                  </a:cubicBezTo>
                  <a:cubicBezTo>
                    <a:pt x="278099" y="72813"/>
                    <a:pt x="276172" y="68490"/>
                    <a:pt x="274948" y="63594"/>
                  </a:cubicBezTo>
                  <a:cubicBezTo>
                    <a:pt x="273737" y="58698"/>
                    <a:pt x="273125" y="53542"/>
                    <a:pt x="273125" y="48125"/>
                  </a:cubicBezTo>
                  <a:cubicBezTo>
                    <a:pt x="273125" y="42852"/>
                    <a:pt x="273737" y="37761"/>
                    <a:pt x="274948" y="32865"/>
                  </a:cubicBezTo>
                  <a:cubicBezTo>
                    <a:pt x="276172" y="27969"/>
                    <a:pt x="278099" y="23646"/>
                    <a:pt x="280729" y="19896"/>
                  </a:cubicBezTo>
                  <a:cubicBezTo>
                    <a:pt x="283372" y="16146"/>
                    <a:pt x="286732" y="13138"/>
                    <a:pt x="290781" y="10885"/>
                  </a:cubicBezTo>
                  <a:cubicBezTo>
                    <a:pt x="294844" y="8633"/>
                    <a:pt x="299766" y="7500"/>
                    <a:pt x="305534" y="7500"/>
                  </a:cubicBezTo>
                  <a:close/>
                  <a:moveTo>
                    <a:pt x="332305" y="0"/>
                  </a:moveTo>
                  <a:lnTo>
                    <a:pt x="338542" y="0"/>
                  </a:lnTo>
                  <a:cubicBezTo>
                    <a:pt x="341810" y="3477"/>
                    <a:pt x="344740" y="7227"/>
                    <a:pt x="347357" y="11250"/>
                  </a:cubicBezTo>
                  <a:cubicBezTo>
                    <a:pt x="349961" y="15273"/>
                    <a:pt x="352188" y="19440"/>
                    <a:pt x="354063" y="23750"/>
                  </a:cubicBezTo>
                  <a:cubicBezTo>
                    <a:pt x="355873" y="28125"/>
                    <a:pt x="357266" y="32539"/>
                    <a:pt x="358242" y="36980"/>
                  </a:cubicBezTo>
                  <a:cubicBezTo>
                    <a:pt x="359206" y="41419"/>
                    <a:pt x="359701" y="45768"/>
                    <a:pt x="359701" y="50000"/>
                  </a:cubicBezTo>
                  <a:cubicBezTo>
                    <a:pt x="359701" y="54310"/>
                    <a:pt x="359206" y="58685"/>
                    <a:pt x="358242" y="63125"/>
                  </a:cubicBezTo>
                  <a:cubicBezTo>
                    <a:pt x="357266" y="67565"/>
                    <a:pt x="355873" y="71940"/>
                    <a:pt x="354063" y="76250"/>
                  </a:cubicBezTo>
                  <a:cubicBezTo>
                    <a:pt x="352188" y="80625"/>
                    <a:pt x="349961" y="84831"/>
                    <a:pt x="347357" y="88854"/>
                  </a:cubicBezTo>
                  <a:cubicBezTo>
                    <a:pt x="344740" y="92878"/>
                    <a:pt x="341810" y="96602"/>
                    <a:pt x="338542" y="100000"/>
                  </a:cubicBezTo>
                  <a:lnTo>
                    <a:pt x="332305" y="100000"/>
                  </a:lnTo>
                  <a:cubicBezTo>
                    <a:pt x="338412" y="91940"/>
                    <a:pt x="342956" y="83633"/>
                    <a:pt x="345951" y="75052"/>
                  </a:cubicBezTo>
                  <a:cubicBezTo>
                    <a:pt x="348932" y="66472"/>
                    <a:pt x="350417" y="58125"/>
                    <a:pt x="350417" y="50000"/>
                  </a:cubicBezTo>
                  <a:cubicBezTo>
                    <a:pt x="350417" y="41940"/>
                    <a:pt x="348932" y="33633"/>
                    <a:pt x="345951" y="25052"/>
                  </a:cubicBezTo>
                  <a:cubicBezTo>
                    <a:pt x="342956" y="16472"/>
                    <a:pt x="338412" y="8125"/>
                    <a:pt x="332305" y="0"/>
                  </a:cubicBezTo>
                  <a:close/>
                  <a:moveTo>
                    <a:pt x="21146" y="0"/>
                  </a:moveTo>
                  <a:lnTo>
                    <a:pt x="27396" y="0"/>
                  </a:lnTo>
                  <a:cubicBezTo>
                    <a:pt x="21224" y="8125"/>
                    <a:pt x="16654" y="16472"/>
                    <a:pt x="13698" y="25052"/>
                  </a:cubicBezTo>
                  <a:cubicBezTo>
                    <a:pt x="10755" y="33633"/>
                    <a:pt x="9284" y="41940"/>
                    <a:pt x="9284" y="50000"/>
                  </a:cubicBezTo>
                  <a:cubicBezTo>
                    <a:pt x="9284" y="58125"/>
                    <a:pt x="10755" y="66472"/>
                    <a:pt x="13698" y="75052"/>
                  </a:cubicBezTo>
                  <a:cubicBezTo>
                    <a:pt x="16654" y="83633"/>
                    <a:pt x="21224" y="91940"/>
                    <a:pt x="27396" y="100000"/>
                  </a:cubicBezTo>
                  <a:lnTo>
                    <a:pt x="21146" y="100000"/>
                  </a:lnTo>
                  <a:cubicBezTo>
                    <a:pt x="17812" y="96602"/>
                    <a:pt x="14844" y="92878"/>
                    <a:pt x="12239" y="88854"/>
                  </a:cubicBezTo>
                  <a:cubicBezTo>
                    <a:pt x="9648" y="84831"/>
                    <a:pt x="7396" y="80625"/>
                    <a:pt x="5521" y="76250"/>
                  </a:cubicBezTo>
                  <a:cubicBezTo>
                    <a:pt x="3724" y="71940"/>
                    <a:pt x="2357" y="67565"/>
                    <a:pt x="1406" y="63125"/>
                  </a:cubicBezTo>
                  <a:cubicBezTo>
                    <a:pt x="469" y="58685"/>
                    <a:pt x="0" y="54310"/>
                    <a:pt x="0" y="50000"/>
                  </a:cubicBezTo>
                  <a:cubicBezTo>
                    <a:pt x="0" y="45768"/>
                    <a:pt x="469" y="41419"/>
                    <a:pt x="1406" y="36980"/>
                  </a:cubicBezTo>
                  <a:cubicBezTo>
                    <a:pt x="2357" y="32539"/>
                    <a:pt x="3724" y="28125"/>
                    <a:pt x="5521" y="23750"/>
                  </a:cubicBezTo>
                  <a:cubicBezTo>
                    <a:pt x="7396" y="19440"/>
                    <a:pt x="9648" y="15273"/>
                    <a:pt x="12239" y="11250"/>
                  </a:cubicBezTo>
                  <a:cubicBezTo>
                    <a:pt x="14844" y="7227"/>
                    <a:pt x="17812" y="3477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29" name="TextBox 628">
              <a:extLst>
                <a:ext uri="{FF2B5EF4-FFF2-40B4-BE49-F238E27FC236}">
                  <a16:creationId xmlns:a16="http://schemas.microsoft.com/office/drawing/2014/main" id="{7F9AE3A3-8316-47E3-937A-6AD643417FB8}"/>
                </a:ext>
              </a:extLst>
            </p:cNvPr>
            <p:cNvSpPr txBox="1"/>
            <p:nvPr/>
          </p:nvSpPr>
          <p:spPr>
            <a:xfrm>
              <a:off x="2199201" y="6173275"/>
              <a:ext cx="573505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(PMDC)</a:t>
              </a:r>
            </a:p>
          </p:txBody>
        </p:sp>
        <p:grpSp>
          <p:nvGrpSpPr>
            <p:cNvPr id="630" name="그래픽 5">
              <a:extLst>
                <a:ext uri="{FF2B5EF4-FFF2-40B4-BE49-F238E27FC236}">
                  <a16:creationId xmlns:a16="http://schemas.microsoft.com/office/drawing/2014/main" id="{075EB3A3-7E26-4825-82C8-9E101B59BB91}"/>
                </a:ext>
              </a:extLst>
            </p:cNvPr>
            <p:cNvGrpSpPr/>
            <p:nvPr/>
          </p:nvGrpSpPr>
          <p:grpSpPr>
            <a:xfrm>
              <a:off x="2665836" y="6204868"/>
              <a:ext cx="182291" cy="130208"/>
              <a:chOff x="2665836" y="6204868"/>
              <a:chExt cx="182291" cy="130208"/>
            </a:xfrm>
          </p:grpSpPr>
          <p:sp>
            <p:nvSpPr>
              <p:cNvPr id="631" name="자유형: 도형 630">
                <a:extLst>
                  <a:ext uri="{FF2B5EF4-FFF2-40B4-BE49-F238E27FC236}">
                    <a16:creationId xmlns:a16="http://schemas.microsoft.com/office/drawing/2014/main" id="{71679D53-D0BF-47DD-B4ED-1A0811F9AAC2}"/>
                  </a:ext>
                </a:extLst>
              </p:cNvPr>
              <p:cNvSpPr/>
              <p:nvPr/>
            </p:nvSpPr>
            <p:spPr>
              <a:xfrm>
                <a:off x="2665836" y="6226183"/>
                <a:ext cx="169375" cy="94687"/>
              </a:xfrm>
              <a:custGeom>
                <a:avLst/>
                <a:gdLst>
                  <a:gd name="connsiteX0" fmla="*/ 11354 w 169375"/>
                  <a:gd name="connsiteY0" fmla="*/ 65000 h 94687"/>
                  <a:gd name="connsiteX1" fmla="*/ 19375 w 169375"/>
                  <a:gd name="connsiteY1" fmla="*/ 65000 h 94687"/>
                  <a:gd name="connsiteX2" fmla="*/ 19375 w 169375"/>
                  <a:gd name="connsiteY2" fmla="*/ 84167 h 94687"/>
                  <a:gd name="connsiteX3" fmla="*/ 76667 w 169375"/>
                  <a:gd name="connsiteY3" fmla="*/ 84167 h 94687"/>
                  <a:gd name="connsiteX4" fmla="*/ 76667 w 169375"/>
                  <a:gd name="connsiteY4" fmla="*/ 91250 h 94687"/>
                  <a:gd name="connsiteX5" fmla="*/ 13542 w 169375"/>
                  <a:gd name="connsiteY5" fmla="*/ 91250 h 94687"/>
                  <a:gd name="connsiteX6" fmla="*/ 11823 w 169375"/>
                  <a:gd name="connsiteY6" fmla="*/ 90781 h 94687"/>
                  <a:gd name="connsiteX7" fmla="*/ 11354 w 169375"/>
                  <a:gd name="connsiteY7" fmla="*/ 89062 h 94687"/>
                  <a:gd name="connsiteX8" fmla="*/ 137500 w 169375"/>
                  <a:gd name="connsiteY8" fmla="*/ 64167 h 94687"/>
                  <a:gd name="connsiteX9" fmla="*/ 120833 w 169375"/>
                  <a:gd name="connsiteY9" fmla="*/ 67292 h 94687"/>
                  <a:gd name="connsiteX10" fmla="*/ 114375 w 169375"/>
                  <a:gd name="connsiteY10" fmla="*/ 76042 h 94687"/>
                  <a:gd name="connsiteX11" fmla="*/ 120833 w 169375"/>
                  <a:gd name="connsiteY11" fmla="*/ 84896 h 94687"/>
                  <a:gd name="connsiteX12" fmla="*/ 137500 w 169375"/>
                  <a:gd name="connsiteY12" fmla="*/ 88125 h 94687"/>
                  <a:gd name="connsiteX13" fmla="*/ 154167 w 169375"/>
                  <a:gd name="connsiteY13" fmla="*/ 85000 h 94687"/>
                  <a:gd name="connsiteX14" fmla="*/ 160729 w 169375"/>
                  <a:gd name="connsiteY14" fmla="*/ 76354 h 94687"/>
                  <a:gd name="connsiteX15" fmla="*/ 154167 w 169375"/>
                  <a:gd name="connsiteY15" fmla="*/ 67448 h 94687"/>
                  <a:gd name="connsiteX16" fmla="*/ 137500 w 169375"/>
                  <a:gd name="connsiteY16" fmla="*/ 64167 h 94687"/>
                  <a:gd name="connsiteX17" fmla="*/ 137500 w 169375"/>
                  <a:gd name="connsiteY17" fmla="*/ 57500 h 94687"/>
                  <a:gd name="connsiteX18" fmla="*/ 160781 w 169375"/>
                  <a:gd name="connsiteY18" fmla="*/ 62656 h 94687"/>
                  <a:gd name="connsiteX19" fmla="*/ 169375 w 169375"/>
                  <a:gd name="connsiteY19" fmla="*/ 76250 h 94687"/>
                  <a:gd name="connsiteX20" fmla="*/ 160781 w 169375"/>
                  <a:gd name="connsiteY20" fmla="*/ 89740 h 94687"/>
                  <a:gd name="connsiteX21" fmla="*/ 137500 w 169375"/>
                  <a:gd name="connsiteY21" fmla="*/ 94688 h 94687"/>
                  <a:gd name="connsiteX22" fmla="*/ 114219 w 169375"/>
                  <a:gd name="connsiteY22" fmla="*/ 89688 h 94687"/>
                  <a:gd name="connsiteX23" fmla="*/ 105729 w 169375"/>
                  <a:gd name="connsiteY23" fmla="*/ 76146 h 94687"/>
                  <a:gd name="connsiteX24" fmla="*/ 114271 w 169375"/>
                  <a:gd name="connsiteY24" fmla="*/ 62604 h 94687"/>
                  <a:gd name="connsiteX25" fmla="*/ 137500 w 169375"/>
                  <a:gd name="connsiteY25" fmla="*/ 57500 h 94687"/>
                  <a:gd name="connsiteX26" fmla="*/ 0 w 169375"/>
                  <a:gd name="connsiteY26" fmla="*/ 47500 h 94687"/>
                  <a:gd name="connsiteX27" fmla="*/ 84583 w 169375"/>
                  <a:gd name="connsiteY27" fmla="*/ 47500 h 94687"/>
                  <a:gd name="connsiteX28" fmla="*/ 84583 w 169375"/>
                  <a:gd name="connsiteY28" fmla="*/ 54584 h 94687"/>
                  <a:gd name="connsiteX29" fmla="*/ 47708 w 169375"/>
                  <a:gd name="connsiteY29" fmla="*/ 54584 h 94687"/>
                  <a:gd name="connsiteX30" fmla="*/ 47708 w 169375"/>
                  <a:gd name="connsiteY30" fmla="*/ 74479 h 94687"/>
                  <a:gd name="connsiteX31" fmla="*/ 39479 w 169375"/>
                  <a:gd name="connsiteY31" fmla="*/ 74479 h 94687"/>
                  <a:gd name="connsiteX32" fmla="*/ 39479 w 169375"/>
                  <a:gd name="connsiteY32" fmla="*/ 54584 h 94687"/>
                  <a:gd name="connsiteX33" fmla="*/ 0 w 169375"/>
                  <a:gd name="connsiteY33" fmla="*/ 54584 h 94687"/>
                  <a:gd name="connsiteX34" fmla="*/ 141354 w 169375"/>
                  <a:gd name="connsiteY34" fmla="*/ 17813 h 94687"/>
                  <a:gd name="connsiteX35" fmla="*/ 142188 w 169375"/>
                  <a:gd name="connsiteY35" fmla="*/ 21563 h 94687"/>
                  <a:gd name="connsiteX36" fmla="*/ 142500 w 169375"/>
                  <a:gd name="connsiteY36" fmla="*/ 25313 h 94687"/>
                  <a:gd name="connsiteX37" fmla="*/ 142240 w 169375"/>
                  <a:gd name="connsiteY37" fmla="*/ 28750 h 94687"/>
                  <a:gd name="connsiteX38" fmla="*/ 141563 w 169375"/>
                  <a:gd name="connsiteY38" fmla="*/ 31979 h 94687"/>
                  <a:gd name="connsiteX39" fmla="*/ 160000 w 169375"/>
                  <a:gd name="connsiteY39" fmla="*/ 31979 h 94687"/>
                  <a:gd name="connsiteX40" fmla="*/ 160000 w 169375"/>
                  <a:gd name="connsiteY40" fmla="*/ 17813 h 94687"/>
                  <a:gd name="connsiteX41" fmla="*/ 118750 w 169375"/>
                  <a:gd name="connsiteY41" fmla="*/ 9063 h 94687"/>
                  <a:gd name="connsiteX42" fmla="*/ 107240 w 169375"/>
                  <a:gd name="connsiteY42" fmla="*/ 13854 h 94687"/>
                  <a:gd name="connsiteX43" fmla="*/ 103229 w 169375"/>
                  <a:gd name="connsiteY43" fmla="*/ 25208 h 94687"/>
                  <a:gd name="connsiteX44" fmla="*/ 107240 w 169375"/>
                  <a:gd name="connsiteY44" fmla="*/ 36719 h 94687"/>
                  <a:gd name="connsiteX45" fmla="*/ 118750 w 169375"/>
                  <a:gd name="connsiteY45" fmla="*/ 41563 h 94687"/>
                  <a:gd name="connsiteX46" fmla="*/ 130156 w 169375"/>
                  <a:gd name="connsiteY46" fmla="*/ 36719 h 94687"/>
                  <a:gd name="connsiteX47" fmla="*/ 134271 w 169375"/>
                  <a:gd name="connsiteY47" fmla="*/ 25208 h 94687"/>
                  <a:gd name="connsiteX48" fmla="*/ 130156 w 169375"/>
                  <a:gd name="connsiteY48" fmla="*/ 13854 h 94687"/>
                  <a:gd name="connsiteX49" fmla="*/ 118750 w 169375"/>
                  <a:gd name="connsiteY49" fmla="*/ 9063 h 94687"/>
                  <a:gd name="connsiteX50" fmla="*/ 42396 w 169375"/>
                  <a:gd name="connsiteY50" fmla="*/ 6562 h 94687"/>
                  <a:gd name="connsiteX51" fmla="*/ 25208 w 169375"/>
                  <a:gd name="connsiteY51" fmla="*/ 9896 h 94687"/>
                  <a:gd name="connsiteX52" fmla="*/ 18750 w 169375"/>
                  <a:gd name="connsiteY52" fmla="*/ 19688 h 94687"/>
                  <a:gd name="connsiteX53" fmla="*/ 25104 w 169375"/>
                  <a:gd name="connsiteY53" fmla="*/ 29010 h 94687"/>
                  <a:gd name="connsiteX54" fmla="*/ 42396 w 169375"/>
                  <a:gd name="connsiteY54" fmla="*/ 32084 h 94687"/>
                  <a:gd name="connsiteX55" fmla="*/ 59479 w 169375"/>
                  <a:gd name="connsiteY55" fmla="*/ 29010 h 94687"/>
                  <a:gd name="connsiteX56" fmla="*/ 65938 w 169375"/>
                  <a:gd name="connsiteY56" fmla="*/ 19688 h 94687"/>
                  <a:gd name="connsiteX57" fmla="*/ 59427 w 169375"/>
                  <a:gd name="connsiteY57" fmla="*/ 9948 h 94687"/>
                  <a:gd name="connsiteX58" fmla="*/ 42396 w 169375"/>
                  <a:gd name="connsiteY58" fmla="*/ 6562 h 94687"/>
                  <a:gd name="connsiteX59" fmla="*/ 160000 w 169375"/>
                  <a:gd name="connsiteY59" fmla="*/ 833 h 94687"/>
                  <a:gd name="connsiteX60" fmla="*/ 168229 w 169375"/>
                  <a:gd name="connsiteY60" fmla="*/ 833 h 94687"/>
                  <a:gd name="connsiteX61" fmla="*/ 168229 w 169375"/>
                  <a:gd name="connsiteY61" fmla="*/ 56562 h 94687"/>
                  <a:gd name="connsiteX62" fmla="*/ 160000 w 169375"/>
                  <a:gd name="connsiteY62" fmla="*/ 56562 h 94687"/>
                  <a:gd name="connsiteX63" fmla="*/ 160000 w 169375"/>
                  <a:gd name="connsiteY63" fmla="*/ 38854 h 94687"/>
                  <a:gd name="connsiteX64" fmla="*/ 138334 w 169375"/>
                  <a:gd name="connsiteY64" fmla="*/ 38854 h 94687"/>
                  <a:gd name="connsiteX65" fmla="*/ 130104 w 169375"/>
                  <a:gd name="connsiteY65" fmla="*/ 46042 h 94687"/>
                  <a:gd name="connsiteX66" fmla="*/ 118750 w 169375"/>
                  <a:gd name="connsiteY66" fmla="*/ 48750 h 94687"/>
                  <a:gd name="connsiteX67" fmla="*/ 109011 w 169375"/>
                  <a:gd name="connsiteY67" fmla="*/ 46875 h 94687"/>
                  <a:gd name="connsiteX68" fmla="*/ 101458 w 169375"/>
                  <a:gd name="connsiteY68" fmla="*/ 41875 h 94687"/>
                  <a:gd name="connsiteX69" fmla="*/ 96511 w 169375"/>
                  <a:gd name="connsiteY69" fmla="*/ 34375 h 94687"/>
                  <a:gd name="connsiteX70" fmla="*/ 94792 w 169375"/>
                  <a:gd name="connsiteY70" fmla="*/ 25313 h 94687"/>
                  <a:gd name="connsiteX71" fmla="*/ 96511 w 169375"/>
                  <a:gd name="connsiteY71" fmla="*/ 16250 h 94687"/>
                  <a:gd name="connsiteX72" fmla="*/ 101458 w 169375"/>
                  <a:gd name="connsiteY72" fmla="*/ 8750 h 94687"/>
                  <a:gd name="connsiteX73" fmla="*/ 109011 w 169375"/>
                  <a:gd name="connsiteY73" fmla="*/ 3750 h 94687"/>
                  <a:gd name="connsiteX74" fmla="*/ 118750 w 169375"/>
                  <a:gd name="connsiteY74" fmla="*/ 1875 h 94687"/>
                  <a:gd name="connsiteX75" fmla="*/ 129688 w 169375"/>
                  <a:gd name="connsiteY75" fmla="*/ 4375 h 94687"/>
                  <a:gd name="connsiteX76" fmla="*/ 137708 w 169375"/>
                  <a:gd name="connsiteY76" fmla="*/ 10937 h 94687"/>
                  <a:gd name="connsiteX77" fmla="*/ 160104 w 169375"/>
                  <a:gd name="connsiteY77" fmla="*/ 10937 h 94687"/>
                  <a:gd name="connsiteX78" fmla="*/ 42396 w 169375"/>
                  <a:gd name="connsiteY78" fmla="*/ 0 h 94687"/>
                  <a:gd name="connsiteX79" fmla="*/ 66563 w 169375"/>
                  <a:gd name="connsiteY79" fmla="*/ 5469 h 94687"/>
                  <a:gd name="connsiteX80" fmla="*/ 74792 w 169375"/>
                  <a:gd name="connsiteY80" fmla="*/ 19688 h 94687"/>
                  <a:gd name="connsiteX81" fmla="*/ 66615 w 169375"/>
                  <a:gd name="connsiteY81" fmla="*/ 33594 h 94687"/>
                  <a:gd name="connsiteX82" fmla="*/ 42396 w 169375"/>
                  <a:gd name="connsiteY82" fmla="*/ 38750 h 94687"/>
                  <a:gd name="connsiteX83" fmla="*/ 18177 w 169375"/>
                  <a:gd name="connsiteY83" fmla="*/ 33594 h 94687"/>
                  <a:gd name="connsiteX84" fmla="*/ 9896 w 169375"/>
                  <a:gd name="connsiteY84" fmla="*/ 19688 h 94687"/>
                  <a:gd name="connsiteX85" fmla="*/ 18177 w 169375"/>
                  <a:gd name="connsiteY85" fmla="*/ 5469 h 94687"/>
                  <a:gd name="connsiteX86" fmla="*/ 42396 w 169375"/>
                  <a:gd name="connsiteY86" fmla="*/ 0 h 94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169375" h="94687">
                    <a:moveTo>
                      <a:pt x="11354" y="65000"/>
                    </a:moveTo>
                    <a:lnTo>
                      <a:pt x="19375" y="65000"/>
                    </a:lnTo>
                    <a:lnTo>
                      <a:pt x="19375" y="84167"/>
                    </a:lnTo>
                    <a:lnTo>
                      <a:pt x="76667" y="84167"/>
                    </a:lnTo>
                    <a:lnTo>
                      <a:pt x="76667" y="91250"/>
                    </a:lnTo>
                    <a:lnTo>
                      <a:pt x="13542" y="91250"/>
                    </a:lnTo>
                    <a:cubicBezTo>
                      <a:pt x="12708" y="91250"/>
                      <a:pt x="12136" y="91094"/>
                      <a:pt x="11823" y="90781"/>
                    </a:cubicBezTo>
                    <a:cubicBezTo>
                      <a:pt x="11510" y="90469"/>
                      <a:pt x="11354" y="89896"/>
                      <a:pt x="11354" y="89062"/>
                    </a:cubicBezTo>
                    <a:close/>
                    <a:moveTo>
                      <a:pt x="137500" y="64167"/>
                    </a:moveTo>
                    <a:cubicBezTo>
                      <a:pt x="130690" y="64167"/>
                      <a:pt x="125143" y="65208"/>
                      <a:pt x="120833" y="67292"/>
                    </a:cubicBezTo>
                    <a:cubicBezTo>
                      <a:pt x="116524" y="69375"/>
                      <a:pt x="114375" y="72292"/>
                      <a:pt x="114375" y="76042"/>
                    </a:cubicBezTo>
                    <a:cubicBezTo>
                      <a:pt x="114375" y="79792"/>
                      <a:pt x="116524" y="82748"/>
                      <a:pt x="120833" y="84896"/>
                    </a:cubicBezTo>
                    <a:cubicBezTo>
                      <a:pt x="125143" y="87044"/>
                      <a:pt x="130690" y="88125"/>
                      <a:pt x="137500" y="88125"/>
                    </a:cubicBezTo>
                    <a:cubicBezTo>
                      <a:pt x="144232" y="88125"/>
                      <a:pt x="149792" y="87084"/>
                      <a:pt x="154167" y="85000"/>
                    </a:cubicBezTo>
                    <a:cubicBezTo>
                      <a:pt x="158542" y="82917"/>
                      <a:pt x="160729" y="80039"/>
                      <a:pt x="160729" y="76354"/>
                    </a:cubicBezTo>
                    <a:cubicBezTo>
                      <a:pt x="160729" y="72604"/>
                      <a:pt x="158542" y="69636"/>
                      <a:pt x="154167" y="67448"/>
                    </a:cubicBezTo>
                    <a:cubicBezTo>
                      <a:pt x="149792" y="65261"/>
                      <a:pt x="144232" y="64167"/>
                      <a:pt x="137500" y="64167"/>
                    </a:cubicBezTo>
                    <a:close/>
                    <a:moveTo>
                      <a:pt x="137500" y="57500"/>
                    </a:moveTo>
                    <a:cubicBezTo>
                      <a:pt x="147292" y="57500"/>
                      <a:pt x="155052" y="59219"/>
                      <a:pt x="160781" y="62656"/>
                    </a:cubicBezTo>
                    <a:cubicBezTo>
                      <a:pt x="166511" y="66094"/>
                      <a:pt x="169375" y="70625"/>
                      <a:pt x="169375" y="76250"/>
                    </a:cubicBezTo>
                    <a:cubicBezTo>
                      <a:pt x="169375" y="81940"/>
                      <a:pt x="166511" y="86445"/>
                      <a:pt x="160781" y="89740"/>
                    </a:cubicBezTo>
                    <a:cubicBezTo>
                      <a:pt x="155052" y="93034"/>
                      <a:pt x="147292" y="94688"/>
                      <a:pt x="137500" y="94688"/>
                    </a:cubicBezTo>
                    <a:cubicBezTo>
                      <a:pt x="127643" y="94688"/>
                      <a:pt x="119883" y="93021"/>
                      <a:pt x="114219" y="89688"/>
                    </a:cubicBezTo>
                    <a:cubicBezTo>
                      <a:pt x="108555" y="86354"/>
                      <a:pt x="105729" y="81836"/>
                      <a:pt x="105729" y="76146"/>
                    </a:cubicBezTo>
                    <a:cubicBezTo>
                      <a:pt x="105729" y="70521"/>
                      <a:pt x="108581" y="66003"/>
                      <a:pt x="114271" y="62604"/>
                    </a:cubicBezTo>
                    <a:cubicBezTo>
                      <a:pt x="119961" y="59206"/>
                      <a:pt x="127708" y="57500"/>
                      <a:pt x="137500" y="57500"/>
                    </a:cubicBezTo>
                    <a:close/>
                    <a:moveTo>
                      <a:pt x="0" y="47500"/>
                    </a:moveTo>
                    <a:lnTo>
                      <a:pt x="84583" y="47500"/>
                    </a:lnTo>
                    <a:lnTo>
                      <a:pt x="84583" y="54584"/>
                    </a:lnTo>
                    <a:lnTo>
                      <a:pt x="47708" y="54584"/>
                    </a:lnTo>
                    <a:lnTo>
                      <a:pt x="47708" y="74479"/>
                    </a:lnTo>
                    <a:lnTo>
                      <a:pt x="39479" y="74479"/>
                    </a:lnTo>
                    <a:lnTo>
                      <a:pt x="39479" y="54584"/>
                    </a:lnTo>
                    <a:lnTo>
                      <a:pt x="0" y="54584"/>
                    </a:lnTo>
                    <a:close/>
                    <a:moveTo>
                      <a:pt x="141354" y="17813"/>
                    </a:moveTo>
                    <a:cubicBezTo>
                      <a:pt x="141706" y="19063"/>
                      <a:pt x="141979" y="20312"/>
                      <a:pt x="142188" y="21563"/>
                    </a:cubicBezTo>
                    <a:cubicBezTo>
                      <a:pt x="142396" y="22813"/>
                      <a:pt x="142500" y="24063"/>
                      <a:pt x="142500" y="25313"/>
                    </a:cubicBezTo>
                    <a:cubicBezTo>
                      <a:pt x="142500" y="26497"/>
                      <a:pt x="142409" y="27643"/>
                      <a:pt x="142240" y="28750"/>
                    </a:cubicBezTo>
                    <a:cubicBezTo>
                      <a:pt x="142071" y="29857"/>
                      <a:pt x="141836" y="30938"/>
                      <a:pt x="141563" y="31979"/>
                    </a:cubicBezTo>
                    <a:lnTo>
                      <a:pt x="160000" y="31979"/>
                    </a:lnTo>
                    <a:lnTo>
                      <a:pt x="160000" y="17813"/>
                    </a:lnTo>
                    <a:close/>
                    <a:moveTo>
                      <a:pt x="118750" y="9063"/>
                    </a:moveTo>
                    <a:cubicBezTo>
                      <a:pt x="113750" y="9063"/>
                      <a:pt x="109909" y="10664"/>
                      <a:pt x="107240" y="13854"/>
                    </a:cubicBezTo>
                    <a:cubicBezTo>
                      <a:pt x="104570" y="17045"/>
                      <a:pt x="103229" y="20833"/>
                      <a:pt x="103229" y="25208"/>
                    </a:cubicBezTo>
                    <a:cubicBezTo>
                      <a:pt x="103229" y="29649"/>
                      <a:pt x="104570" y="33490"/>
                      <a:pt x="107240" y="36719"/>
                    </a:cubicBezTo>
                    <a:cubicBezTo>
                      <a:pt x="109909" y="39948"/>
                      <a:pt x="113750" y="41563"/>
                      <a:pt x="118750" y="41563"/>
                    </a:cubicBezTo>
                    <a:cubicBezTo>
                      <a:pt x="123607" y="41563"/>
                      <a:pt x="127409" y="39948"/>
                      <a:pt x="130156" y="36719"/>
                    </a:cubicBezTo>
                    <a:cubicBezTo>
                      <a:pt x="132904" y="33490"/>
                      <a:pt x="134271" y="29649"/>
                      <a:pt x="134271" y="25208"/>
                    </a:cubicBezTo>
                    <a:cubicBezTo>
                      <a:pt x="134271" y="20833"/>
                      <a:pt x="132904" y="17045"/>
                      <a:pt x="130156" y="13854"/>
                    </a:cubicBezTo>
                    <a:cubicBezTo>
                      <a:pt x="127409" y="10664"/>
                      <a:pt x="123607" y="9063"/>
                      <a:pt x="118750" y="9063"/>
                    </a:cubicBezTo>
                    <a:close/>
                    <a:moveTo>
                      <a:pt x="42396" y="6562"/>
                    </a:moveTo>
                    <a:cubicBezTo>
                      <a:pt x="35247" y="6562"/>
                      <a:pt x="29518" y="7670"/>
                      <a:pt x="25208" y="9896"/>
                    </a:cubicBezTo>
                    <a:cubicBezTo>
                      <a:pt x="20899" y="12122"/>
                      <a:pt x="18750" y="15378"/>
                      <a:pt x="18750" y="19688"/>
                    </a:cubicBezTo>
                    <a:cubicBezTo>
                      <a:pt x="18750" y="23854"/>
                      <a:pt x="20873" y="26966"/>
                      <a:pt x="25104" y="29010"/>
                    </a:cubicBezTo>
                    <a:cubicBezTo>
                      <a:pt x="29336" y="31055"/>
                      <a:pt x="35104" y="32084"/>
                      <a:pt x="42396" y="32084"/>
                    </a:cubicBezTo>
                    <a:cubicBezTo>
                      <a:pt x="49479" y="32084"/>
                      <a:pt x="55169" y="31055"/>
                      <a:pt x="59479" y="29010"/>
                    </a:cubicBezTo>
                    <a:cubicBezTo>
                      <a:pt x="63789" y="26966"/>
                      <a:pt x="65938" y="23854"/>
                      <a:pt x="65938" y="19688"/>
                    </a:cubicBezTo>
                    <a:cubicBezTo>
                      <a:pt x="65938" y="15456"/>
                      <a:pt x="63763" y="12201"/>
                      <a:pt x="59427" y="9948"/>
                    </a:cubicBezTo>
                    <a:cubicBezTo>
                      <a:pt x="55091" y="7695"/>
                      <a:pt x="49414" y="6562"/>
                      <a:pt x="42396" y="6562"/>
                    </a:cubicBezTo>
                    <a:close/>
                    <a:moveTo>
                      <a:pt x="160000" y="833"/>
                    </a:moveTo>
                    <a:lnTo>
                      <a:pt x="168229" y="833"/>
                    </a:lnTo>
                    <a:lnTo>
                      <a:pt x="168229" y="56562"/>
                    </a:lnTo>
                    <a:lnTo>
                      <a:pt x="160000" y="56562"/>
                    </a:lnTo>
                    <a:lnTo>
                      <a:pt x="160000" y="38854"/>
                    </a:lnTo>
                    <a:lnTo>
                      <a:pt x="138334" y="38854"/>
                    </a:lnTo>
                    <a:cubicBezTo>
                      <a:pt x="136250" y="41836"/>
                      <a:pt x="133503" y="44232"/>
                      <a:pt x="130104" y="46042"/>
                    </a:cubicBezTo>
                    <a:cubicBezTo>
                      <a:pt x="126706" y="47852"/>
                      <a:pt x="122917" y="48750"/>
                      <a:pt x="118750" y="48750"/>
                    </a:cubicBezTo>
                    <a:cubicBezTo>
                      <a:pt x="115208" y="48750"/>
                      <a:pt x="111966" y="48125"/>
                      <a:pt x="109011" y="46875"/>
                    </a:cubicBezTo>
                    <a:cubicBezTo>
                      <a:pt x="106055" y="45625"/>
                      <a:pt x="103542" y="43958"/>
                      <a:pt x="101458" y="41875"/>
                    </a:cubicBezTo>
                    <a:cubicBezTo>
                      <a:pt x="99310" y="39727"/>
                      <a:pt x="97656" y="37227"/>
                      <a:pt x="96511" y="34375"/>
                    </a:cubicBezTo>
                    <a:cubicBezTo>
                      <a:pt x="95365" y="31524"/>
                      <a:pt x="94792" y="28503"/>
                      <a:pt x="94792" y="25313"/>
                    </a:cubicBezTo>
                    <a:cubicBezTo>
                      <a:pt x="94792" y="22122"/>
                      <a:pt x="95365" y="19102"/>
                      <a:pt x="96511" y="16250"/>
                    </a:cubicBezTo>
                    <a:cubicBezTo>
                      <a:pt x="97656" y="13399"/>
                      <a:pt x="99310" y="10899"/>
                      <a:pt x="101458" y="8750"/>
                    </a:cubicBezTo>
                    <a:cubicBezTo>
                      <a:pt x="103542" y="6667"/>
                      <a:pt x="106055" y="5000"/>
                      <a:pt x="109011" y="3750"/>
                    </a:cubicBezTo>
                    <a:cubicBezTo>
                      <a:pt x="111966" y="2500"/>
                      <a:pt x="115208" y="1875"/>
                      <a:pt x="118750" y="1875"/>
                    </a:cubicBezTo>
                    <a:cubicBezTo>
                      <a:pt x="122774" y="1875"/>
                      <a:pt x="126419" y="2708"/>
                      <a:pt x="129688" y="4375"/>
                    </a:cubicBezTo>
                    <a:cubicBezTo>
                      <a:pt x="132956" y="6042"/>
                      <a:pt x="135625" y="8229"/>
                      <a:pt x="137708" y="10937"/>
                    </a:cubicBezTo>
                    <a:lnTo>
                      <a:pt x="160104" y="10937"/>
                    </a:lnTo>
                    <a:close/>
                    <a:moveTo>
                      <a:pt x="42396" y="0"/>
                    </a:moveTo>
                    <a:cubicBezTo>
                      <a:pt x="53021" y="0"/>
                      <a:pt x="61081" y="1823"/>
                      <a:pt x="66563" y="5469"/>
                    </a:cubicBezTo>
                    <a:cubicBezTo>
                      <a:pt x="72044" y="9115"/>
                      <a:pt x="74792" y="13854"/>
                      <a:pt x="74792" y="19688"/>
                    </a:cubicBezTo>
                    <a:cubicBezTo>
                      <a:pt x="74792" y="25521"/>
                      <a:pt x="72070" y="30156"/>
                      <a:pt x="66615" y="33594"/>
                    </a:cubicBezTo>
                    <a:cubicBezTo>
                      <a:pt x="61159" y="37031"/>
                      <a:pt x="53086" y="38750"/>
                      <a:pt x="42396" y="38750"/>
                    </a:cubicBezTo>
                    <a:cubicBezTo>
                      <a:pt x="31771" y="38750"/>
                      <a:pt x="23698" y="37031"/>
                      <a:pt x="18177" y="33594"/>
                    </a:cubicBezTo>
                    <a:cubicBezTo>
                      <a:pt x="12656" y="30156"/>
                      <a:pt x="9896" y="25521"/>
                      <a:pt x="9896" y="19688"/>
                    </a:cubicBezTo>
                    <a:cubicBezTo>
                      <a:pt x="9896" y="13854"/>
                      <a:pt x="12656" y="9115"/>
                      <a:pt x="18177" y="5469"/>
                    </a:cubicBezTo>
                    <a:cubicBezTo>
                      <a:pt x="23698" y="1823"/>
                      <a:pt x="31771" y="0"/>
                      <a:pt x="42396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2" name="TextBox 631">
                <a:extLst>
                  <a:ext uri="{FF2B5EF4-FFF2-40B4-BE49-F238E27FC236}">
                    <a16:creationId xmlns:a16="http://schemas.microsoft.com/office/drawing/2014/main" id="{60425416-52E2-4B4D-9253-6B88F75420E9}"/>
                  </a:ext>
                </a:extLst>
              </p:cNvPr>
              <p:cNvSpPr txBox="1"/>
              <p:nvPr/>
            </p:nvSpPr>
            <p:spPr>
              <a:xfrm>
                <a:off x="2574396" y="6159148"/>
                <a:ext cx="36517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운영</a:t>
                </a:r>
              </a:p>
            </p:txBody>
          </p:sp>
        </p:grpSp>
        <p:grpSp>
          <p:nvGrpSpPr>
            <p:cNvPr id="633" name="그래픽 5">
              <a:extLst>
                <a:ext uri="{FF2B5EF4-FFF2-40B4-BE49-F238E27FC236}">
                  <a16:creationId xmlns:a16="http://schemas.microsoft.com/office/drawing/2014/main" id="{C3BB1787-5C62-4656-B454-BC693B19D8E1}"/>
                </a:ext>
              </a:extLst>
            </p:cNvPr>
            <p:cNvGrpSpPr/>
            <p:nvPr/>
          </p:nvGrpSpPr>
          <p:grpSpPr>
            <a:xfrm>
              <a:off x="1219029" y="6333917"/>
              <a:ext cx="91145" cy="130208"/>
              <a:chOff x="1219029" y="6333917"/>
              <a:chExt cx="91145" cy="130208"/>
            </a:xfrm>
          </p:grpSpPr>
          <p:sp>
            <p:nvSpPr>
              <p:cNvPr id="634" name="자유형: 도형 633">
                <a:extLst>
                  <a:ext uri="{FF2B5EF4-FFF2-40B4-BE49-F238E27FC236}">
                    <a16:creationId xmlns:a16="http://schemas.microsoft.com/office/drawing/2014/main" id="{DB71614D-3908-4127-AED5-BC6781D5EE15}"/>
                  </a:ext>
                </a:extLst>
              </p:cNvPr>
              <p:cNvSpPr/>
              <p:nvPr/>
            </p:nvSpPr>
            <p:spPr>
              <a:xfrm>
                <a:off x="1219029" y="6357329"/>
                <a:ext cx="74062" cy="92291"/>
              </a:xfrm>
              <a:custGeom>
                <a:avLst/>
                <a:gdLst>
                  <a:gd name="connsiteX0" fmla="*/ 7917 w 74062"/>
                  <a:gd name="connsiteY0" fmla="*/ 63541 h 92291"/>
                  <a:gd name="connsiteX1" fmla="*/ 70313 w 74062"/>
                  <a:gd name="connsiteY1" fmla="*/ 63541 h 92291"/>
                  <a:gd name="connsiteX2" fmla="*/ 70313 w 74062"/>
                  <a:gd name="connsiteY2" fmla="*/ 69896 h 92291"/>
                  <a:gd name="connsiteX3" fmla="*/ 43750 w 74062"/>
                  <a:gd name="connsiteY3" fmla="*/ 69896 h 92291"/>
                  <a:gd name="connsiteX4" fmla="*/ 48021 w 74062"/>
                  <a:gd name="connsiteY4" fmla="*/ 75521 h 92291"/>
                  <a:gd name="connsiteX5" fmla="*/ 55000 w 74062"/>
                  <a:gd name="connsiteY5" fmla="*/ 80208 h 92291"/>
                  <a:gd name="connsiteX6" fmla="*/ 63958 w 74062"/>
                  <a:gd name="connsiteY6" fmla="*/ 83802 h 92291"/>
                  <a:gd name="connsiteX7" fmla="*/ 74063 w 74062"/>
                  <a:gd name="connsiteY7" fmla="*/ 86042 h 92291"/>
                  <a:gd name="connsiteX8" fmla="*/ 68646 w 74062"/>
                  <a:gd name="connsiteY8" fmla="*/ 92291 h 92291"/>
                  <a:gd name="connsiteX9" fmla="*/ 51042 w 74062"/>
                  <a:gd name="connsiteY9" fmla="*/ 86458 h 92291"/>
                  <a:gd name="connsiteX10" fmla="*/ 39167 w 74062"/>
                  <a:gd name="connsiteY10" fmla="*/ 76979 h 92291"/>
                  <a:gd name="connsiteX11" fmla="*/ 27344 w 74062"/>
                  <a:gd name="connsiteY11" fmla="*/ 86406 h 92291"/>
                  <a:gd name="connsiteX12" fmla="*/ 10104 w 74062"/>
                  <a:gd name="connsiteY12" fmla="*/ 92291 h 92291"/>
                  <a:gd name="connsiteX13" fmla="*/ 4375 w 74062"/>
                  <a:gd name="connsiteY13" fmla="*/ 86042 h 92291"/>
                  <a:gd name="connsiteX14" fmla="*/ 14010 w 74062"/>
                  <a:gd name="connsiteY14" fmla="*/ 83958 h 92291"/>
                  <a:gd name="connsiteX15" fmla="*/ 22917 w 74062"/>
                  <a:gd name="connsiteY15" fmla="*/ 80521 h 92291"/>
                  <a:gd name="connsiteX16" fmla="*/ 29948 w 74062"/>
                  <a:gd name="connsiteY16" fmla="*/ 75781 h 92291"/>
                  <a:gd name="connsiteX17" fmla="*/ 34063 w 74062"/>
                  <a:gd name="connsiteY17" fmla="*/ 69896 h 92291"/>
                  <a:gd name="connsiteX18" fmla="*/ 7917 w 74062"/>
                  <a:gd name="connsiteY18" fmla="*/ 69896 h 92291"/>
                  <a:gd name="connsiteX19" fmla="*/ 23229 w 74062"/>
                  <a:gd name="connsiteY19" fmla="*/ 49687 h 92291"/>
                  <a:gd name="connsiteX20" fmla="*/ 53958 w 74062"/>
                  <a:gd name="connsiteY20" fmla="*/ 49687 h 92291"/>
                  <a:gd name="connsiteX21" fmla="*/ 53958 w 74062"/>
                  <a:gd name="connsiteY21" fmla="*/ 56250 h 92291"/>
                  <a:gd name="connsiteX22" fmla="*/ 23229 w 74062"/>
                  <a:gd name="connsiteY22" fmla="*/ 56250 h 92291"/>
                  <a:gd name="connsiteX23" fmla="*/ 8021 w 74062"/>
                  <a:gd name="connsiteY23" fmla="*/ 11042 h 92291"/>
                  <a:gd name="connsiteX24" fmla="*/ 8021 w 74062"/>
                  <a:gd name="connsiteY24" fmla="*/ 34271 h 92291"/>
                  <a:gd name="connsiteX25" fmla="*/ 33646 w 74062"/>
                  <a:gd name="connsiteY25" fmla="*/ 34271 h 92291"/>
                  <a:gd name="connsiteX26" fmla="*/ 33646 w 74062"/>
                  <a:gd name="connsiteY26" fmla="*/ 11042 h 92291"/>
                  <a:gd name="connsiteX27" fmla="*/ 2188 w 74062"/>
                  <a:gd name="connsiteY27" fmla="*/ 4062 h 92291"/>
                  <a:gd name="connsiteX28" fmla="*/ 39375 w 74062"/>
                  <a:gd name="connsiteY28" fmla="*/ 4062 h 92291"/>
                  <a:gd name="connsiteX29" fmla="*/ 41094 w 74062"/>
                  <a:gd name="connsiteY29" fmla="*/ 4531 h 92291"/>
                  <a:gd name="connsiteX30" fmla="*/ 41563 w 74062"/>
                  <a:gd name="connsiteY30" fmla="*/ 6250 h 92291"/>
                  <a:gd name="connsiteX31" fmla="*/ 41563 w 74062"/>
                  <a:gd name="connsiteY31" fmla="*/ 39063 h 92291"/>
                  <a:gd name="connsiteX32" fmla="*/ 41094 w 74062"/>
                  <a:gd name="connsiteY32" fmla="*/ 40781 h 92291"/>
                  <a:gd name="connsiteX33" fmla="*/ 39375 w 74062"/>
                  <a:gd name="connsiteY33" fmla="*/ 41250 h 92291"/>
                  <a:gd name="connsiteX34" fmla="*/ 2188 w 74062"/>
                  <a:gd name="connsiteY34" fmla="*/ 41250 h 92291"/>
                  <a:gd name="connsiteX35" fmla="*/ 469 w 74062"/>
                  <a:gd name="connsiteY35" fmla="*/ 40781 h 92291"/>
                  <a:gd name="connsiteX36" fmla="*/ 0 w 74062"/>
                  <a:gd name="connsiteY36" fmla="*/ 39063 h 92291"/>
                  <a:gd name="connsiteX37" fmla="*/ 0 w 74062"/>
                  <a:gd name="connsiteY37" fmla="*/ 6250 h 92291"/>
                  <a:gd name="connsiteX38" fmla="*/ 469 w 74062"/>
                  <a:gd name="connsiteY38" fmla="*/ 4531 h 92291"/>
                  <a:gd name="connsiteX39" fmla="*/ 2188 w 74062"/>
                  <a:gd name="connsiteY39" fmla="*/ 4062 h 92291"/>
                  <a:gd name="connsiteX40" fmla="*/ 61771 w 74062"/>
                  <a:gd name="connsiteY40" fmla="*/ 0 h 92291"/>
                  <a:gd name="connsiteX41" fmla="*/ 70000 w 74062"/>
                  <a:gd name="connsiteY41" fmla="*/ 0 h 92291"/>
                  <a:gd name="connsiteX42" fmla="*/ 70000 w 74062"/>
                  <a:gd name="connsiteY42" fmla="*/ 51771 h 92291"/>
                  <a:gd name="connsiteX43" fmla="*/ 61771 w 74062"/>
                  <a:gd name="connsiteY43" fmla="*/ 51771 h 92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74062" h="92291">
                    <a:moveTo>
                      <a:pt x="7917" y="63541"/>
                    </a:moveTo>
                    <a:lnTo>
                      <a:pt x="70313" y="63541"/>
                    </a:lnTo>
                    <a:lnTo>
                      <a:pt x="70313" y="69896"/>
                    </a:lnTo>
                    <a:lnTo>
                      <a:pt x="43750" y="69896"/>
                    </a:lnTo>
                    <a:cubicBezTo>
                      <a:pt x="44654" y="71914"/>
                      <a:pt x="46077" y="73789"/>
                      <a:pt x="48021" y="75521"/>
                    </a:cubicBezTo>
                    <a:cubicBezTo>
                      <a:pt x="49966" y="77252"/>
                      <a:pt x="52292" y="78815"/>
                      <a:pt x="55000" y="80208"/>
                    </a:cubicBezTo>
                    <a:cubicBezTo>
                      <a:pt x="57708" y="81602"/>
                      <a:pt x="60695" y="82799"/>
                      <a:pt x="63958" y="83802"/>
                    </a:cubicBezTo>
                    <a:cubicBezTo>
                      <a:pt x="67223" y="84805"/>
                      <a:pt x="70591" y="85560"/>
                      <a:pt x="74063" y="86042"/>
                    </a:cubicBezTo>
                    <a:lnTo>
                      <a:pt x="68646" y="92291"/>
                    </a:lnTo>
                    <a:cubicBezTo>
                      <a:pt x="62188" y="91107"/>
                      <a:pt x="56320" y="89167"/>
                      <a:pt x="51042" y="86458"/>
                    </a:cubicBezTo>
                    <a:cubicBezTo>
                      <a:pt x="45764" y="83750"/>
                      <a:pt x="41806" y="80586"/>
                      <a:pt x="39167" y="76979"/>
                    </a:cubicBezTo>
                    <a:cubicBezTo>
                      <a:pt x="36112" y="80729"/>
                      <a:pt x="32171" y="83867"/>
                      <a:pt x="27344" y="86406"/>
                    </a:cubicBezTo>
                    <a:cubicBezTo>
                      <a:pt x="22518" y="88945"/>
                      <a:pt x="16771" y="90898"/>
                      <a:pt x="10104" y="92291"/>
                    </a:cubicBezTo>
                    <a:lnTo>
                      <a:pt x="4375" y="86042"/>
                    </a:lnTo>
                    <a:cubicBezTo>
                      <a:pt x="7570" y="85625"/>
                      <a:pt x="10781" y="84935"/>
                      <a:pt x="14010" y="83958"/>
                    </a:cubicBezTo>
                    <a:cubicBezTo>
                      <a:pt x="17240" y="82982"/>
                      <a:pt x="20208" y="81836"/>
                      <a:pt x="22917" y="80521"/>
                    </a:cubicBezTo>
                    <a:cubicBezTo>
                      <a:pt x="25625" y="79128"/>
                      <a:pt x="27969" y="77552"/>
                      <a:pt x="29948" y="75781"/>
                    </a:cubicBezTo>
                    <a:cubicBezTo>
                      <a:pt x="31927" y="74010"/>
                      <a:pt x="33300" y="72044"/>
                      <a:pt x="34063" y="69896"/>
                    </a:cubicBezTo>
                    <a:lnTo>
                      <a:pt x="7917" y="69896"/>
                    </a:lnTo>
                    <a:close/>
                    <a:moveTo>
                      <a:pt x="23229" y="49687"/>
                    </a:moveTo>
                    <a:lnTo>
                      <a:pt x="53958" y="49687"/>
                    </a:lnTo>
                    <a:lnTo>
                      <a:pt x="53958" y="56250"/>
                    </a:lnTo>
                    <a:lnTo>
                      <a:pt x="23229" y="56250"/>
                    </a:lnTo>
                    <a:close/>
                    <a:moveTo>
                      <a:pt x="8021" y="11042"/>
                    </a:moveTo>
                    <a:lnTo>
                      <a:pt x="8021" y="34271"/>
                    </a:lnTo>
                    <a:lnTo>
                      <a:pt x="33646" y="34271"/>
                    </a:lnTo>
                    <a:lnTo>
                      <a:pt x="33646" y="11042"/>
                    </a:lnTo>
                    <a:close/>
                    <a:moveTo>
                      <a:pt x="2188" y="4062"/>
                    </a:moveTo>
                    <a:lnTo>
                      <a:pt x="39375" y="4062"/>
                    </a:lnTo>
                    <a:cubicBezTo>
                      <a:pt x="40208" y="4062"/>
                      <a:pt x="40781" y="4218"/>
                      <a:pt x="41094" y="4531"/>
                    </a:cubicBezTo>
                    <a:cubicBezTo>
                      <a:pt x="41406" y="4843"/>
                      <a:pt x="41563" y="5416"/>
                      <a:pt x="41563" y="6250"/>
                    </a:cubicBezTo>
                    <a:lnTo>
                      <a:pt x="41563" y="39063"/>
                    </a:lnTo>
                    <a:cubicBezTo>
                      <a:pt x="41563" y="39896"/>
                      <a:pt x="41406" y="40469"/>
                      <a:pt x="41094" y="40781"/>
                    </a:cubicBezTo>
                    <a:cubicBezTo>
                      <a:pt x="40781" y="41093"/>
                      <a:pt x="40208" y="41250"/>
                      <a:pt x="39375" y="41250"/>
                    </a:cubicBezTo>
                    <a:lnTo>
                      <a:pt x="2188" y="41250"/>
                    </a:lnTo>
                    <a:cubicBezTo>
                      <a:pt x="1354" y="41250"/>
                      <a:pt x="781" y="41093"/>
                      <a:pt x="469" y="40781"/>
                    </a:cubicBezTo>
                    <a:cubicBezTo>
                      <a:pt x="156" y="40469"/>
                      <a:pt x="0" y="39896"/>
                      <a:pt x="0" y="39063"/>
                    </a:cubicBezTo>
                    <a:lnTo>
                      <a:pt x="0" y="6250"/>
                    </a:lnTo>
                    <a:cubicBezTo>
                      <a:pt x="0" y="5416"/>
                      <a:pt x="156" y="4843"/>
                      <a:pt x="469" y="4531"/>
                    </a:cubicBezTo>
                    <a:cubicBezTo>
                      <a:pt x="781" y="4218"/>
                      <a:pt x="1354" y="4062"/>
                      <a:pt x="2188" y="4062"/>
                    </a:cubicBezTo>
                    <a:close/>
                    <a:moveTo>
                      <a:pt x="61771" y="0"/>
                    </a:moveTo>
                    <a:lnTo>
                      <a:pt x="70000" y="0"/>
                    </a:lnTo>
                    <a:lnTo>
                      <a:pt x="70000" y="51771"/>
                    </a:lnTo>
                    <a:lnTo>
                      <a:pt x="61771" y="51771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35" name="TextBox 634">
                <a:extLst>
                  <a:ext uri="{FF2B5EF4-FFF2-40B4-BE49-F238E27FC236}">
                    <a16:creationId xmlns:a16="http://schemas.microsoft.com/office/drawing/2014/main" id="{4CB905BD-90E7-4F84-88F0-7DA71874BE71}"/>
                  </a:ext>
                </a:extLst>
              </p:cNvPr>
              <p:cNvSpPr txBox="1"/>
              <p:nvPr/>
            </p:nvSpPr>
            <p:spPr>
              <a:xfrm>
                <a:off x="1127589" y="6288197"/>
                <a:ext cx="274025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및</a:t>
                </a:r>
              </a:p>
            </p:txBody>
          </p:sp>
        </p:grpSp>
        <p:sp>
          <p:nvSpPr>
            <p:cNvPr id="636" name="자유형: 도형 635">
              <a:extLst>
                <a:ext uri="{FF2B5EF4-FFF2-40B4-BE49-F238E27FC236}">
                  <a16:creationId xmlns:a16="http://schemas.microsoft.com/office/drawing/2014/main" id="{98A85EFC-730A-4FF4-9DAE-F8755CB35885}"/>
                </a:ext>
              </a:extLst>
            </p:cNvPr>
            <p:cNvSpPr/>
            <p:nvPr/>
          </p:nvSpPr>
          <p:spPr>
            <a:xfrm>
              <a:off x="1337981" y="6357433"/>
              <a:ext cx="371041" cy="92291"/>
            </a:xfrm>
            <a:custGeom>
              <a:avLst/>
              <a:gdLst>
                <a:gd name="connsiteX0" fmla="*/ 0 w 371041"/>
                <a:gd name="connsiteY0" fmla="*/ 52500 h 92291"/>
                <a:gd name="connsiteX1" fmla="*/ 84479 w 371041"/>
                <a:gd name="connsiteY1" fmla="*/ 52500 h 92291"/>
                <a:gd name="connsiteX2" fmla="*/ 84479 w 371041"/>
                <a:gd name="connsiteY2" fmla="*/ 59583 h 92291"/>
                <a:gd name="connsiteX3" fmla="*/ 62396 w 371041"/>
                <a:gd name="connsiteY3" fmla="*/ 59583 h 92291"/>
                <a:gd name="connsiteX4" fmla="*/ 62396 w 371041"/>
                <a:gd name="connsiteY4" fmla="*/ 92083 h 92291"/>
                <a:gd name="connsiteX5" fmla="*/ 54167 w 371041"/>
                <a:gd name="connsiteY5" fmla="*/ 92083 h 92291"/>
                <a:gd name="connsiteX6" fmla="*/ 54167 w 371041"/>
                <a:gd name="connsiteY6" fmla="*/ 59583 h 92291"/>
                <a:gd name="connsiteX7" fmla="*/ 30625 w 371041"/>
                <a:gd name="connsiteY7" fmla="*/ 59583 h 92291"/>
                <a:gd name="connsiteX8" fmla="*/ 30625 w 371041"/>
                <a:gd name="connsiteY8" fmla="*/ 91354 h 92291"/>
                <a:gd name="connsiteX9" fmla="*/ 22292 w 371041"/>
                <a:gd name="connsiteY9" fmla="*/ 91354 h 92291"/>
                <a:gd name="connsiteX10" fmla="*/ 22292 w 371041"/>
                <a:gd name="connsiteY10" fmla="*/ 59583 h 92291"/>
                <a:gd name="connsiteX11" fmla="*/ 0 w 371041"/>
                <a:gd name="connsiteY11" fmla="*/ 59583 h 92291"/>
                <a:gd name="connsiteX12" fmla="*/ 286563 w 371041"/>
                <a:gd name="connsiteY12" fmla="*/ 50833 h 92291"/>
                <a:gd name="connsiteX13" fmla="*/ 371042 w 371041"/>
                <a:gd name="connsiteY13" fmla="*/ 50833 h 92291"/>
                <a:gd name="connsiteX14" fmla="*/ 371042 w 371041"/>
                <a:gd name="connsiteY14" fmla="*/ 57917 h 92291"/>
                <a:gd name="connsiteX15" fmla="*/ 333333 w 371041"/>
                <a:gd name="connsiteY15" fmla="*/ 57917 h 92291"/>
                <a:gd name="connsiteX16" fmla="*/ 333333 w 371041"/>
                <a:gd name="connsiteY16" fmla="*/ 92291 h 92291"/>
                <a:gd name="connsiteX17" fmla="*/ 324896 w 371041"/>
                <a:gd name="connsiteY17" fmla="*/ 92291 h 92291"/>
                <a:gd name="connsiteX18" fmla="*/ 324896 w 371041"/>
                <a:gd name="connsiteY18" fmla="*/ 57917 h 92291"/>
                <a:gd name="connsiteX19" fmla="*/ 286563 w 371041"/>
                <a:gd name="connsiteY19" fmla="*/ 57917 h 92291"/>
                <a:gd name="connsiteX20" fmla="*/ 215000 w 371041"/>
                <a:gd name="connsiteY20" fmla="*/ 26667 h 92291"/>
                <a:gd name="connsiteX21" fmla="*/ 215000 w 371041"/>
                <a:gd name="connsiteY21" fmla="*/ 45729 h 92291"/>
                <a:gd name="connsiteX22" fmla="*/ 260208 w 371041"/>
                <a:gd name="connsiteY22" fmla="*/ 45729 h 92291"/>
                <a:gd name="connsiteX23" fmla="*/ 260208 w 371041"/>
                <a:gd name="connsiteY23" fmla="*/ 26667 h 92291"/>
                <a:gd name="connsiteX24" fmla="*/ 42292 w 371041"/>
                <a:gd name="connsiteY24" fmla="*/ 7396 h 92291"/>
                <a:gd name="connsiteX25" fmla="*/ 24844 w 371041"/>
                <a:gd name="connsiteY25" fmla="*/ 11198 h 92291"/>
                <a:gd name="connsiteX26" fmla="*/ 18229 w 371041"/>
                <a:gd name="connsiteY26" fmla="*/ 22187 h 92291"/>
                <a:gd name="connsiteX27" fmla="*/ 20052 w 371041"/>
                <a:gd name="connsiteY27" fmla="*/ 28437 h 92291"/>
                <a:gd name="connsiteX28" fmla="*/ 25104 w 371041"/>
                <a:gd name="connsiteY28" fmla="*/ 33021 h 92291"/>
                <a:gd name="connsiteX29" fmla="*/ 32760 w 371041"/>
                <a:gd name="connsiteY29" fmla="*/ 35833 h 92291"/>
                <a:gd name="connsiteX30" fmla="*/ 42292 w 371041"/>
                <a:gd name="connsiteY30" fmla="*/ 36771 h 92291"/>
                <a:gd name="connsiteX31" fmla="*/ 59427 w 371041"/>
                <a:gd name="connsiteY31" fmla="*/ 32969 h 92291"/>
                <a:gd name="connsiteX32" fmla="*/ 66250 w 371041"/>
                <a:gd name="connsiteY32" fmla="*/ 22187 h 92291"/>
                <a:gd name="connsiteX33" fmla="*/ 59479 w 371041"/>
                <a:gd name="connsiteY33" fmla="*/ 11198 h 92291"/>
                <a:gd name="connsiteX34" fmla="*/ 42292 w 371041"/>
                <a:gd name="connsiteY34" fmla="*/ 7396 h 92291"/>
                <a:gd name="connsiteX35" fmla="*/ 97917 w 371041"/>
                <a:gd name="connsiteY35" fmla="*/ 5104 h 92291"/>
                <a:gd name="connsiteX36" fmla="*/ 146458 w 371041"/>
                <a:gd name="connsiteY36" fmla="*/ 5104 h 92291"/>
                <a:gd name="connsiteX37" fmla="*/ 146458 w 371041"/>
                <a:gd name="connsiteY37" fmla="*/ 12083 h 92291"/>
                <a:gd name="connsiteX38" fmla="*/ 126354 w 371041"/>
                <a:gd name="connsiteY38" fmla="*/ 12083 h 92291"/>
                <a:gd name="connsiteX39" fmla="*/ 126354 w 371041"/>
                <a:gd name="connsiteY39" fmla="*/ 21354 h 92291"/>
                <a:gd name="connsiteX40" fmla="*/ 132604 w 371041"/>
                <a:gd name="connsiteY40" fmla="*/ 47031 h 92291"/>
                <a:gd name="connsiteX41" fmla="*/ 151667 w 371041"/>
                <a:gd name="connsiteY41" fmla="*/ 65312 h 92291"/>
                <a:gd name="connsiteX42" fmla="*/ 145729 w 371041"/>
                <a:gd name="connsiteY42" fmla="*/ 71250 h 92291"/>
                <a:gd name="connsiteX43" fmla="*/ 131875 w 371041"/>
                <a:gd name="connsiteY43" fmla="*/ 59167 h 92291"/>
                <a:gd name="connsiteX44" fmla="*/ 122083 w 371041"/>
                <a:gd name="connsiteY44" fmla="*/ 42396 h 92291"/>
                <a:gd name="connsiteX45" fmla="*/ 118021 w 371041"/>
                <a:gd name="connsiteY45" fmla="*/ 51614 h 92291"/>
                <a:gd name="connsiteX46" fmla="*/ 112083 w 371041"/>
                <a:gd name="connsiteY46" fmla="*/ 60312 h 92291"/>
                <a:gd name="connsiteX47" fmla="*/ 105156 w 371041"/>
                <a:gd name="connsiteY47" fmla="*/ 67812 h 92291"/>
                <a:gd name="connsiteX48" fmla="*/ 98021 w 371041"/>
                <a:gd name="connsiteY48" fmla="*/ 73750 h 92291"/>
                <a:gd name="connsiteX49" fmla="*/ 91250 w 371041"/>
                <a:gd name="connsiteY49" fmla="*/ 68021 h 92291"/>
                <a:gd name="connsiteX50" fmla="*/ 110781 w 371041"/>
                <a:gd name="connsiteY50" fmla="*/ 48229 h 92291"/>
                <a:gd name="connsiteX51" fmla="*/ 117813 w 371041"/>
                <a:gd name="connsiteY51" fmla="*/ 20000 h 92291"/>
                <a:gd name="connsiteX52" fmla="*/ 117813 w 371041"/>
                <a:gd name="connsiteY52" fmla="*/ 12083 h 92291"/>
                <a:gd name="connsiteX53" fmla="*/ 97917 w 371041"/>
                <a:gd name="connsiteY53" fmla="*/ 12083 h 92291"/>
                <a:gd name="connsiteX54" fmla="*/ 206771 w 371041"/>
                <a:gd name="connsiteY54" fmla="*/ 3542 h 92291"/>
                <a:gd name="connsiteX55" fmla="*/ 215000 w 371041"/>
                <a:gd name="connsiteY55" fmla="*/ 3542 h 92291"/>
                <a:gd name="connsiteX56" fmla="*/ 215000 w 371041"/>
                <a:gd name="connsiteY56" fmla="*/ 19687 h 92291"/>
                <a:gd name="connsiteX57" fmla="*/ 260208 w 371041"/>
                <a:gd name="connsiteY57" fmla="*/ 19687 h 92291"/>
                <a:gd name="connsiteX58" fmla="*/ 260208 w 371041"/>
                <a:gd name="connsiteY58" fmla="*/ 3542 h 92291"/>
                <a:gd name="connsiteX59" fmla="*/ 268438 w 371041"/>
                <a:gd name="connsiteY59" fmla="*/ 3542 h 92291"/>
                <a:gd name="connsiteX60" fmla="*/ 268438 w 371041"/>
                <a:gd name="connsiteY60" fmla="*/ 50729 h 92291"/>
                <a:gd name="connsiteX61" fmla="*/ 267969 w 371041"/>
                <a:gd name="connsiteY61" fmla="*/ 52448 h 92291"/>
                <a:gd name="connsiteX62" fmla="*/ 266250 w 371041"/>
                <a:gd name="connsiteY62" fmla="*/ 52917 h 92291"/>
                <a:gd name="connsiteX63" fmla="*/ 241771 w 371041"/>
                <a:gd name="connsiteY63" fmla="*/ 52917 h 92291"/>
                <a:gd name="connsiteX64" fmla="*/ 241771 w 371041"/>
                <a:gd name="connsiteY64" fmla="*/ 73333 h 92291"/>
                <a:gd name="connsiteX65" fmla="*/ 280000 w 371041"/>
                <a:gd name="connsiteY65" fmla="*/ 73333 h 92291"/>
                <a:gd name="connsiteX66" fmla="*/ 280000 w 371041"/>
                <a:gd name="connsiteY66" fmla="*/ 80521 h 92291"/>
                <a:gd name="connsiteX67" fmla="*/ 195208 w 371041"/>
                <a:gd name="connsiteY67" fmla="*/ 80521 h 92291"/>
                <a:gd name="connsiteX68" fmla="*/ 195208 w 371041"/>
                <a:gd name="connsiteY68" fmla="*/ 73333 h 92291"/>
                <a:gd name="connsiteX69" fmla="*/ 233229 w 371041"/>
                <a:gd name="connsiteY69" fmla="*/ 73333 h 92291"/>
                <a:gd name="connsiteX70" fmla="*/ 233229 w 371041"/>
                <a:gd name="connsiteY70" fmla="*/ 52917 h 92291"/>
                <a:gd name="connsiteX71" fmla="*/ 208958 w 371041"/>
                <a:gd name="connsiteY71" fmla="*/ 52917 h 92291"/>
                <a:gd name="connsiteX72" fmla="*/ 207240 w 371041"/>
                <a:gd name="connsiteY72" fmla="*/ 52448 h 92291"/>
                <a:gd name="connsiteX73" fmla="*/ 206771 w 371041"/>
                <a:gd name="connsiteY73" fmla="*/ 50729 h 92291"/>
                <a:gd name="connsiteX74" fmla="*/ 324167 w 371041"/>
                <a:gd name="connsiteY74" fmla="*/ 1979 h 92291"/>
                <a:gd name="connsiteX75" fmla="*/ 333333 w 371041"/>
                <a:gd name="connsiteY75" fmla="*/ 1979 h 92291"/>
                <a:gd name="connsiteX76" fmla="*/ 333333 w 371041"/>
                <a:gd name="connsiteY76" fmla="*/ 6771 h 92291"/>
                <a:gd name="connsiteX77" fmla="*/ 336146 w 371041"/>
                <a:gd name="connsiteY77" fmla="*/ 16771 h 92291"/>
                <a:gd name="connsiteX78" fmla="*/ 343646 w 371041"/>
                <a:gd name="connsiteY78" fmla="*/ 24687 h 92291"/>
                <a:gd name="connsiteX79" fmla="*/ 354375 w 371041"/>
                <a:gd name="connsiteY79" fmla="*/ 30521 h 92291"/>
                <a:gd name="connsiteX80" fmla="*/ 366771 w 371041"/>
                <a:gd name="connsiteY80" fmla="*/ 34167 h 92291"/>
                <a:gd name="connsiteX81" fmla="*/ 361563 w 371041"/>
                <a:gd name="connsiteY81" fmla="*/ 40729 h 92291"/>
                <a:gd name="connsiteX82" fmla="*/ 351615 w 371041"/>
                <a:gd name="connsiteY82" fmla="*/ 37448 h 92291"/>
                <a:gd name="connsiteX83" fmla="*/ 342084 w 371041"/>
                <a:gd name="connsiteY83" fmla="*/ 32604 h 92291"/>
                <a:gd name="connsiteX84" fmla="*/ 334115 w 371041"/>
                <a:gd name="connsiteY84" fmla="*/ 26354 h 92291"/>
                <a:gd name="connsiteX85" fmla="*/ 328854 w 371041"/>
                <a:gd name="connsiteY85" fmla="*/ 18750 h 92291"/>
                <a:gd name="connsiteX86" fmla="*/ 323021 w 371041"/>
                <a:gd name="connsiteY86" fmla="*/ 26615 h 92291"/>
                <a:gd name="connsiteX87" fmla="*/ 315104 w 371041"/>
                <a:gd name="connsiteY87" fmla="*/ 32708 h 92291"/>
                <a:gd name="connsiteX88" fmla="*/ 305886 w 371041"/>
                <a:gd name="connsiteY88" fmla="*/ 37396 h 92291"/>
                <a:gd name="connsiteX89" fmla="*/ 296146 w 371041"/>
                <a:gd name="connsiteY89" fmla="*/ 40729 h 92291"/>
                <a:gd name="connsiteX90" fmla="*/ 290417 w 371041"/>
                <a:gd name="connsiteY90" fmla="*/ 34271 h 92291"/>
                <a:gd name="connsiteX91" fmla="*/ 315729 w 371041"/>
                <a:gd name="connsiteY91" fmla="*/ 23333 h 92291"/>
                <a:gd name="connsiteX92" fmla="*/ 324167 w 371041"/>
                <a:gd name="connsiteY92" fmla="*/ 6875 h 92291"/>
                <a:gd name="connsiteX93" fmla="*/ 42292 w 371041"/>
                <a:gd name="connsiteY93" fmla="*/ 521 h 92291"/>
                <a:gd name="connsiteX94" fmla="*/ 66302 w 371041"/>
                <a:gd name="connsiteY94" fmla="*/ 6354 h 92291"/>
                <a:gd name="connsiteX95" fmla="*/ 75000 w 371041"/>
                <a:gd name="connsiteY95" fmla="*/ 22187 h 92291"/>
                <a:gd name="connsiteX96" fmla="*/ 66354 w 371041"/>
                <a:gd name="connsiteY96" fmla="*/ 37760 h 92291"/>
                <a:gd name="connsiteX97" fmla="*/ 42292 w 371041"/>
                <a:gd name="connsiteY97" fmla="*/ 43646 h 92291"/>
                <a:gd name="connsiteX98" fmla="*/ 28594 w 371041"/>
                <a:gd name="connsiteY98" fmla="*/ 42135 h 92291"/>
                <a:gd name="connsiteX99" fmla="*/ 18229 w 371041"/>
                <a:gd name="connsiteY99" fmla="*/ 37812 h 92291"/>
                <a:gd name="connsiteX100" fmla="*/ 11719 w 371041"/>
                <a:gd name="connsiteY100" fmla="*/ 31042 h 92291"/>
                <a:gd name="connsiteX101" fmla="*/ 9479 w 371041"/>
                <a:gd name="connsiteY101" fmla="*/ 22187 h 92291"/>
                <a:gd name="connsiteX102" fmla="*/ 18229 w 371041"/>
                <a:gd name="connsiteY102" fmla="*/ 6510 h 92291"/>
                <a:gd name="connsiteX103" fmla="*/ 42292 w 371041"/>
                <a:gd name="connsiteY103" fmla="*/ 521 h 92291"/>
                <a:gd name="connsiteX104" fmla="*/ 161771 w 371041"/>
                <a:gd name="connsiteY104" fmla="*/ 0 h 92291"/>
                <a:gd name="connsiteX105" fmla="*/ 170000 w 371041"/>
                <a:gd name="connsiteY105" fmla="*/ 0 h 92291"/>
                <a:gd name="connsiteX106" fmla="*/ 170000 w 371041"/>
                <a:gd name="connsiteY106" fmla="*/ 92291 h 92291"/>
                <a:gd name="connsiteX107" fmla="*/ 161771 w 371041"/>
                <a:gd name="connsiteY107" fmla="*/ 92291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</a:cxnLst>
              <a:rect l="l" t="t" r="r" b="b"/>
              <a:pathLst>
                <a:path w="371041" h="92291">
                  <a:moveTo>
                    <a:pt x="0" y="52500"/>
                  </a:moveTo>
                  <a:lnTo>
                    <a:pt x="84479" y="52500"/>
                  </a:lnTo>
                  <a:lnTo>
                    <a:pt x="84479" y="59583"/>
                  </a:lnTo>
                  <a:lnTo>
                    <a:pt x="62396" y="59583"/>
                  </a:lnTo>
                  <a:lnTo>
                    <a:pt x="62396" y="92083"/>
                  </a:lnTo>
                  <a:lnTo>
                    <a:pt x="54167" y="92083"/>
                  </a:lnTo>
                  <a:lnTo>
                    <a:pt x="54167" y="59583"/>
                  </a:lnTo>
                  <a:lnTo>
                    <a:pt x="30625" y="59583"/>
                  </a:lnTo>
                  <a:lnTo>
                    <a:pt x="30625" y="91354"/>
                  </a:lnTo>
                  <a:lnTo>
                    <a:pt x="22292" y="91354"/>
                  </a:lnTo>
                  <a:lnTo>
                    <a:pt x="22292" y="59583"/>
                  </a:lnTo>
                  <a:lnTo>
                    <a:pt x="0" y="59583"/>
                  </a:lnTo>
                  <a:close/>
                  <a:moveTo>
                    <a:pt x="286563" y="50833"/>
                  </a:moveTo>
                  <a:lnTo>
                    <a:pt x="371042" y="50833"/>
                  </a:lnTo>
                  <a:lnTo>
                    <a:pt x="371042" y="57917"/>
                  </a:lnTo>
                  <a:lnTo>
                    <a:pt x="333333" y="57917"/>
                  </a:lnTo>
                  <a:lnTo>
                    <a:pt x="333333" y="92291"/>
                  </a:lnTo>
                  <a:lnTo>
                    <a:pt x="324896" y="92291"/>
                  </a:lnTo>
                  <a:lnTo>
                    <a:pt x="324896" y="57917"/>
                  </a:lnTo>
                  <a:lnTo>
                    <a:pt x="286563" y="57917"/>
                  </a:lnTo>
                  <a:close/>
                  <a:moveTo>
                    <a:pt x="215000" y="26667"/>
                  </a:moveTo>
                  <a:lnTo>
                    <a:pt x="215000" y="45729"/>
                  </a:lnTo>
                  <a:lnTo>
                    <a:pt x="260208" y="45729"/>
                  </a:lnTo>
                  <a:lnTo>
                    <a:pt x="260208" y="26667"/>
                  </a:lnTo>
                  <a:close/>
                  <a:moveTo>
                    <a:pt x="42292" y="7396"/>
                  </a:moveTo>
                  <a:cubicBezTo>
                    <a:pt x="35070" y="7396"/>
                    <a:pt x="29254" y="8659"/>
                    <a:pt x="24844" y="11198"/>
                  </a:cubicBezTo>
                  <a:cubicBezTo>
                    <a:pt x="20435" y="13737"/>
                    <a:pt x="18229" y="17396"/>
                    <a:pt x="18229" y="22187"/>
                  </a:cubicBezTo>
                  <a:cubicBezTo>
                    <a:pt x="18229" y="24544"/>
                    <a:pt x="18837" y="26627"/>
                    <a:pt x="20052" y="28437"/>
                  </a:cubicBezTo>
                  <a:cubicBezTo>
                    <a:pt x="21268" y="30247"/>
                    <a:pt x="22952" y="31771"/>
                    <a:pt x="25104" y="33021"/>
                  </a:cubicBezTo>
                  <a:cubicBezTo>
                    <a:pt x="27258" y="34271"/>
                    <a:pt x="29810" y="35208"/>
                    <a:pt x="32760" y="35833"/>
                  </a:cubicBezTo>
                  <a:cubicBezTo>
                    <a:pt x="35712" y="36458"/>
                    <a:pt x="38889" y="36771"/>
                    <a:pt x="42292" y="36771"/>
                  </a:cubicBezTo>
                  <a:cubicBezTo>
                    <a:pt x="49167" y="36771"/>
                    <a:pt x="54879" y="35508"/>
                    <a:pt x="59427" y="32969"/>
                  </a:cubicBezTo>
                  <a:cubicBezTo>
                    <a:pt x="63977" y="30430"/>
                    <a:pt x="66250" y="26836"/>
                    <a:pt x="66250" y="22187"/>
                  </a:cubicBezTo>
                  <a:cubicBezTo>
                    <a:pt x="66250" y="17396"/>
                    <a:pt x="63994" y="13737"/>
                    <a:pt x="59479" y="11198"/>
                  </a:cubicBezTo>
                  <a:cubicBezTo>
                    <a:pt x="54966" y="8659"/>
                    <a:pt x="49237" y="7396"/>
                    <a:pt x="42292" y="7396"/>
                  </a:cubicBezTo>
                  <a:close/>
                  <a:moveTo>
                    <a:pt x="97917" y="5104"/>
                  </a:moveTo>
                  <a:lnTo>
                    <a:pt x="146458" y="5104"/>
                  </a:lnTo>
                  <a:lnTo>
                    <a:pt x="146458" y="12083"/>
                  </a:lnTo>
                  <a:lnTo>
                    <a:pt x="126354" y="12083"/>
                  </a:lnTo>
                  <a:lnTo>
                    <a:pt x="126354" y="21354"/>
                  </a:lnTo>
                  <a:cubicBezTo>
                    <a:pt x="126354" y="31289"/>
                    <a:pt x="128438" y="39844"/>
                    <a:pt x="132604" y="47031"/>
                  </a:cubicBezTo>
                  <a:cubicBezTo>
                    <a:pt x="136771" y="54219"/>
                    <a:pt x="143125" y="60312"/>
                    <a:pt x="151667" y="65312"/>
                  </a:cubicBezTo>
                  <a:lnTo>
                    <a:pt x="145729" y="71250"/>
                  </a:lnTo>
                  <a:cubicBezTo>
                    <a:pt x="140938" y="68125"/>
                    <a:pt x="136320" y="64102"/>
                    <a:pt x="131875" y="59167"/>
                  </a:cubicBezTo>
                  <a:cubicBezTo>
                    <a:pt x="127431" y="54232"/>
                    <a:pt x="124167" y="48646"/>
                    <a:pt x="122083" y="42396"/>
                  </a:cubicBezTo>
                  <a:cubicBezTo>
                    <a:pt x="121112" y="45521"/>
                    <a:pt x="119758" y="48594"/>
                    <a:pt x="118021" y="51614"/>
                  </a:cubicBezTo>
                  <a:cubicBezTo>
                    <a:pt x="116285" y="54635"/>
                    <a:pt x="114306" y="57539"/>
                    <a:pt x="112083" y="60312"/>
                  </a:cubicBezTo>
                  <a:cubicBezTo>
                    <a:pt x="109931" y="63021"/>
                    <a:pt x="107622" y="65521"/>
                    <a:pt x="105156" y="67812"/>
                  </a:cubicBezTo>
                  <a:cubicBezTo>
                    <a:pt x="102692" y="70104"/>
                    <a:pt x="100313" y="72083"/>
                    <a:pt x="98021" y="73750"/>
                  </a:cubicBezTo>
                  <a:lnTo>
                    <a:pt x="91250" y="68021"/>
                  </a:lnTo>
                  <a:cubicBezTo>
                    <a:pt x="99583" y="62813"/>
                    <a:pt x="106094" y="56211"/>
                    <a:pt x="110781" y="48229"/>
                  </a:cubicBezTo>
                  <a:cubicBezTo>
                    <a:pt x="115469" y="40247"/>
                    <a:pt x="117813" y="30833"/>
                    <a:pt x="117813" y="20000"/>
                  </a:cubicBezTo>
                  <a:lnTo>
                    <a:pt x="117813" y="12083"/>
                  </a:lnTo>
                  <a:lnTo>
                    <a:pt x="97917" y="12083"/>
                  </a:lnTo>
                  <a:close/>
                  <a:moveTo>
                    <a:pt x="206771" y="3542"/>
                  </a:moveTo>
                  <a:lnTo>
                    <a:pt x="215000" y="3542"/>
                  </a:lnTo>
                  <a:lnTo>
                    <a:pt x="215000" y="19687"/>
                  </a:lnTo>
                  <a:lnTo>
                    <a:pt x="260208" y="19687"/>
                  </a:lnTo>
                  <a:lnTo>
                    <a:pt x="260208" y="3542"/>
                  </a:lnTo>
                  <a:lnTo>
                    <a:pt x="268438" y="3542"/>
                  </a:lnTo>
                  <a:lnTo>
                    <a:pt x="268438" y="50729"/>
                  </a:lnTo>
                  <a:cubicBezTo>
                    <a:pt x="268438" y="51562"/>
                    <a:pt x="268281" y="52135"/>
                    <a:pt x="267969" y="52448"/>
                  </a:cubicBezTo>
                  <a:cubicBezTo>
                    <a:pt x="267656" y="52760"/>
                    <a:pt x="267083" y="52917"/>
                    <a:pt x="266250" y="52917"/>
                  </a:cubicBezTo>
                  <a:lnTo>
                    <a:pt x="241771" y="52917"/>
                  </a:lnTo>
                  <a:lnTo>
                    <a:pt x="241771" y="73333"/>
                  </a:lnTo>
                  <a:lnTo>
                    <a:pt x="280000" y="73333"/>
                  </a:lnTo>
                  <a:lnTo>
                    <a:pt x="280000" y="80521"/>
                  </a:lnTo>
                  <a:lnTo>
                    <a:pt x="195208" y="80521"/>
                  </a:lnTo>
                  <a:lnTo>
                    <a:pt x="195208" y="73333"/>
                  </a:lnTo>
                  <a:lnTo>
                    <a:pt x="233229" y="73333"/>
                  </a:lnTo>
                  <a:lnTo>
                    <a:pt x="233229" y="52917"/>
                  </a:lnTo>
                  <a:lnTo>
                    <a:pt x="208958" y="52917"/>
                  </a:lnTo>
                  <a:cubicBezTo>
                    <a:pt x="208125" y="52917"/>
                    <a:pt x="207552" y="52760"/>
                    <a:pt x="207240" y="52448"/>
                  </a:cubicBezTo>
                  <a:cubicBezTo>
                    <a:pt x="206927" y="52135"/>
                    <a:pt x="206771" y="51562"/>
                    <a:pt x="206771" y="50729"/>
                  </a:cubicBezTo>
                  <a:close/>
                  <a:moveTo>
                    <a:pt x="324167" y="1979"/>
                  </a:moveTo>
                  <a:lnTo>
                    <a:pt x="333333" y="1979"/>
                  </a:lnTo>
                  <a:lnTo>
                    <a:pt x="333333" y="6771"/>
                  </a:lnTo>
                  <a:cubicBezTo>
                    <a:pt x="333333" y="10455"/>
                    <a:pt x="334271" y="13789"/>
                    <a:pt x="336146" y="16771"/>
                  </a:cubicBezTo>
                  <a:cubicBezTo>
                    <a:pt x="338021" y="19753"/>
                    <a:pt x="340521" y="22396"/>
                    <a:pt x="343646" y="24687"/>
                  </a:cubicBezTo>
                  <a:cubicBezTo>
                    <a:pt x="346771" y="26979"/>
                    <a:pt x="350348" y="28919"/>
                    <a:pt x="354375" y="30521"/>
                  </a:cubicBezTo>
                  <a:cubicBezTo>
                    <a:pt x="358404" y="32122"/>
                    <a:pt x="362535" y="33333"/>
                    <a:pt x="366771" y="34167"/>
                  </a:cubicBezTo>
                  <a:lnTo>
                    <a:pt x="361563" y="40729"/>
                  </a:lnTo>
                  <a:cubicBezTo>
                    <a:pt x="358300" y="39896"/>
                    <a:pt x="354983" y="38802"/>
                    <a:pt x="351615" y="37448"/>
                  </a:cubicBezTo>
                  <a:cubicBezTo>
                    <a:pt x="348248" y="36094"/>
                    <a:pt x="345070" y="34479"/>
                    <a:pt x="342084" y="32604"/>
                  </a:cubicBezTo>
                  <a:cubicBezTo>
                    <a:pt x="339098" y="30729"/>
                    <a:pt x="336442" y="28646"/>
                    <a:pt x="334115" y="26354"/>
                  </a:cubicBezTo>
                  <a:cubicBezTo>
                    <a:pt x="331789" y="24062"/>
                    <a:pt x="330035" y="21523"/>
                    <a:pt x="328854" y="18750"/>
                  </a:cubicBezTo>
                  <a:cubicBezTo>
                    <a:pt x="327327" y="21667"/>
                    <a:pt x="325383" y="24284"/>
                    <a:pt x="323021" y="26615"/>
                  </a:cubicBezTo>
                  <a:cubicBezTo>
                    <a:pt x="320660" y="28945"/>
                    <a:pt x="318021" y="30977"/>
                    <a:pt x="315104" y="32708"/>
                  </a:cubicBezTo>
                  <a:cubicBezTo>
                    <a:pt x="312188" y="34518"/>
                    <a:pt x="309115" y="36081"/>
                    <a:pt x="305886" y="37396"/>
                  </a:cubicBezTo>
                  <a:cubicBezTo>
                    <a:pt x="302656" y="38711"/>
                    <a:pt x="299410" y="39831"/>
                    <a:pt x="296146" y="40729"/>
                  </a:cubicBezTo>
                  <a:lnTo>
                    <a:pt x="290417" y="34271"/>
                  </a:lnTo>
                  <a:cubicBezTo>
                    <a:pt x="301667" y="31562"/>
                    <a:pt x="310104" y="27916"/>
                    <a:pt x="315729" y="23333"/>
                  </a:cubicBezTo>
                  <a:cubicBezTo>
                    <a:pt x="321354" y="18750"/>
                    <a:pt x="324167" y="13268"/>
                    <a:pt x="324167" y="6875"/>
                  </a:cubicBezTo>
                  <a:close/>
                  <a:moveTo>
                    <a:pt x="42292" y="521"/>
                  </a:moveTo>
                  <a:cubicBezTo>
                    <a:pt x="52500" y="521"/>
                    <a:pt x="60504" y="2461"/>
                    <a:pt x="66302" y="6354"/>
                  </a:cubicBezTo>
                  <a:cubicBezTo>
                    <a:pt x="72102" y="10247"/>
                    <a:pt x="75000" y="15521"/>
                    <a:pt x="75000" y="22187"/>
                  </a:cubicBezTo>
                  <a:cubicBezTo>
                    <a:pt x="75000" y="28646"/>
                    <a:pt x="72118" y="33841"/>
                    <a:pt x="66354" y="37760"/>
                  </a:cubicBezTo>
                  <a:cubicBezTo>
                    <a:pt x="60591" y="41680"/>
                    <a:pt x="52570" y="43646"/>
                    <a:pt x="42292" y="43646"/>
                  </a:cubicBezTo>
                  <a:cubicBezTo>
                    <a:pt x="37223" y="43646"/>
                    <a:pt x="32656" y="43138"/>
                    <a:pt x="28594" y="42135"/>
                  </a:cubicBezTo>
                  <a:cubicBezTo>
                    <a:pt x="24531" y="41133"/>
                    <a:pt x="21077" y="39688"/>
                    <a:pt x="18229" y="37812"/>
                  </a:cubicBezTo>
                  <a:cubicBezTo>
                    <a:pt x="15383" y="35937"/>
                    <a:pt x="13212" y="33685"/>
                    <a:pt x="11719" y="31042"/>
                  </a:cubicBezTo>
                  <a:cubicBezTo>
                    <a:pt x="10227" y="28398"/>
                    <a:pt x="9479" y="25456"/>
                    <a:pt x="9479" y="22187"/>
                  </a:cubicBezTo>
                  <a:cubicBezTo>
                    <a:pt x="9479" y="15729"/>
                    <a:pt x="12396" y="10508"/>
                    <a:pt x="18229" y="6510"/>
                  </a:cubicBezTo>
                  <a:cubicBezTo>
                    <a:pt x="24063" y="2513"/>
                    <a:pt x="32083" y="521"/>
                    <a:pt x="42292" y="521"/>
                  </a:cubicBezTo>
                  <a:close/>
                  <a:moveTo>
                    <a:pt x="161771" y="0"/>
                  </a:moveTo>
                  <a:lnTo>
                    <a:pt x="170000" y="0"/>
                  </a:lnTo>
                  <a:lnTo>
                    <a:pt x="170000" y="92291"/>
                  </a:lnTo>
                  <a:lnTo>
                    <a:pt x="161771" y="92291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6AFA58B8-3E91-4949-84E8-1E734B0728D4}"/>
                </a:ext>
              </a:extLst>
            </p:cNvPr>
            <p:cNvSpPr txBox="1"/>
            <p:nvPr/>
          </p:nvSpPr>
          <p:spPr>
            <a:xfrm>
              <a:off x="1246541" y="6288302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유지보수</a:t>
              </a:r>
            </a:p>
          </p:txBody>
        </p:sp>
        <p:sp>
          <p:nvSpPr>
            <p:cNvPr id="638" name="자유형: 도형 637">
              <a:extLst>
                <a:ext uri="{FF2B5EF4-FFF2-40B4-BE49-F238E27FC236}">
                  <a16:creationId xmlns:a16="http://schemas.microsoft.com/office/drawing/2014/main" id="{7492A58B-8D2D-47A6-B124-C65964E88034}"/>
                </a:ext>
              </a:extLst>
            </p:cNvPr>
            <p:cNvSpPr/>
            <p:nvPr/>
          </p:nvSpPr>
          <p:spPr>
            <a:xfrm>
              <a:off x="1748951" y="6356600"/>
              <a:ext cx="168225" cy="94791"/>
            </a:xfrm>
            <a:custGeom>
              <a:avLst/>
              <a:gdLst>
                <a:gd name="connsiteX0" fmla="*/ 42396 w 168225"/>
                <a:gd name="connsiteY0" fmla="*/ 66667 h 94791"/>
                <a:gd name="connsiteX1" fmla="*/ 24635 w 168225"/>
                <a:gd name="connsiteY1" fmla="*/ 69583 h 94791"/>
                <a:gd name="connsiteX2" fmla="*/ 18333 w 168225"/>
                <a:gd name="connsiteY2" fmla="*/ 77604 h 94791"/>
                <a:gd name="connsiteX3" fmla="*/ 24635 w 168225"/>
                <a:gd name="connsiteY3" fmla="*/ 85573 h 94791"/>
                <a:gd name="connsiteX4" fmla="*/ 42396 w 168225"/>
                <a:gd name="connsiteY4" fmla="*/ 88437 h 94791"/>
                <a:gd name="connsiteX5" fmla="*/ 59740 w 168225"/>
                <a:gd name="connsiteY5" fmla="*/ 85573 h 94791"/>
                <a:gd name="connsiteX6" fmla="*/ 66146 w 168225"/>
                <a:gd name="connsiteY6" fmla="*/ 77708 h 94791"/>
                <a:gd name="connsiteX7" fmla="*/ 59792 w 168225"/>
                <a:gd name="connsiteY7" fmla="*/ 69583 h 94791"/>
                <a:gd name="connsiteX8" fmla="*/ 42396 w 168225"/>
                <a:gd name="connsiteY8" fmla="*/ 66667 h 94791"/>
                <a:gd name="connsiteX9" fmla="*/ 42396 w 168225"/>
                <a:gd name="connsiteY9" fmla="*/ 60521 h 94791"/>
                <a:gd name="connsiteX10" fmla="*/ 67135 w 168225"/>
                <a:gd name="connsiteY10" fmla="*/ 65417 h 94791"/>
                <a:gd name="connsiteX11" fmla="*/ 75312 w 168225"/>
                <a:gd name="connsiteY11" fmla="*/ 77708 h 94791"/>
                <a:gd name="connsiteX12" fmla="*/ 67188 w 168225"/>
                <a:gd name="connsiteY12" fmla="*/ 89896 h 94791"/>
                <a:gd name="connsiteX13" fmla="*/ 42396 w 168225"/>
                <a:gd name="connsiteY13" fmla="*/ 94792 h 94791"/>
                <a:gd name="connsiteX14" fmla="*/ 17500 w 168225"/>
                <a:gd name="connsiteY14" fmla="*/ 89896 h 94791"/>
                <a:gd name="connsiteX15" fmla="*/ 9271 w 168225"/>
                <a:gd name="connsiteY15" fmla="*/ 77604 h 94791"/>
                <a:gd name="connsiteX16" fmla="*/ 17552 w 168225"/>
                <a:gd name="connsiteY16" fmla="*/ 65312 h 94791"/>
                <a:gd name="connsiteX17" fmla="*/ 42396 w 168225"/>
                <a:gd name="connsiteY17" fmla="*/ 60521 h 94791"/>
                <a:gd name="connsiteX18" fmla="*/ 106663 w 168225"/>
                <a:gd name="connsiteY18" fmla="*/ 59687 h 94791"/>
                <a:gd name="connsiteX19" fmla="*/ 165830 w 168225"/>
                <a:gd name="connsiteY19" fmla="*/ 59687 h 94791"/>
                <a:gd name="connsiteX20" fmla="*/ 167548 w 168225"/>
                <a:gd name="connsiteY20" fmla="*/ 60156 h 94791"/>
                <a:gd name="connsiteX21" fmla="*/ 168017 w 168225"/>
                <a:gd name="connsiteY21" fmla="*/ 61875 h 94791"/>
                <a:gd name="connsiteX22" fmla="*/ 168017 w 168225"/>
                <a:gd name="connsiteY22" fmla="*/ 93542 h 94791"/>
                <a:gd name="connsiteX23" fmla="*/ 159788 w 168225"/>
                <a:gd name="connsiteY23" fmla="*/ 93542 h 94791"/>
                <a:gd name="connsiteX24" fmla="*/ 159788 w 168225"/>
                <a:gd name="connsiteY24" fmla="*/ 66771 h 94791"/>
                <a:gd name="connsiteX25" fmla="*/ 106663 w 168225"/>
                <a:gd name="connsiteY25" fmla="*/ 66771 h 94791"/>
                <a:gd name="connsiteX26" fmla="*/ 53646 w 168225"/>
                <a:gd name="connsiteY26" fmla="*/ 34375 h 94791"/>
                <a:gd name="connsiteX27" fmla="*/ 48125 w 168225"/>
                <a:gd name="connsiteY27" fmla="*/ 35208 h 94791"/>
                <a:gd name="connsiteX28" fmla="*/ 42292 w 168225"/>
                <a:gd name="connsiteY28" fmla="*/ 35417 h 94791"/>
                <a:gd name="connsiteX29" fmla="*/ 36510 w 168225"/>
                <a:gd name="connsiteY29" fmla="*/ 35208 h 94791"/>
                <a:gd name="connsiteX30" fmla="*/ 31354 w 168225"/>
                <a:gd name="connsiteY30" fmla="*/ 34479 h 94791"/>
                <a:gd name="connsiteX31" fmla="*/ 31354 w 168225"/>
                <a:gd name="connsiteY31" fmla="*/ 46041 h 94791"/>
                <a:gd name="connsiteX32" fmla="*/ 53646 w 168225"/>
                <a:gd name="connsiteY32" fmla="*/ 46041 h 94791"/>
                <a:gd name="connsiteX33" fmla="*/ 141975 w 168225"/>
                <a:gd name="connsiteY33" fmla="*/ 18021 h 94791"/>
                <a:gd name="connsiteX34" fmla="*/ 142913 w 168225"/>
                <a:gd name="connsiteY34" fmla="*/ 21823 h 94791"/>
                <a:gd name="connsiteX35" fmla="*/ 143225 w 168225"/>
                <a:gd name="connsiteY35" fmla="*/ 25625 h 94791"/>
                <a:gd name="connsiteX36" fmla="*/ 143017 w 168225"/>
                <a:gd name="connsiteY36" fmla="*/ 28698 h 94791"/>
                <a:gd name="connsiteX37" fmla="*/ 142496 w 168225"/>
                <a:gd name="connsiteY37" fmla="*/ 31562 h 94791"/>
                <a:gd name="connsiteX38" fmla="*/ 159892 w 168225"/>
                <a:gd name="connsiteY38" fmla="*/ 31562 h 94791"/>
                <a:gd name="connsiteX39" fmla="*/ 159892 w 168225"/>
                <a:gd name="connsiteY39" fmla="*/ 18021 h 94791"/>
                <a:gd name="connsiteX40" fmla="*/ 118954 w 168225"/>
                <a:gd name="connsiteY40" fmla="*/ 9271 h 94791"/>
                <a:gd name="connsiteX41" fmla="*/ 107236 w 168225"/>
                <a:gd name="connsiteY41" fmla="*/ 14062 h 94791"/>
                <a:gd name="connsiteX42" fmla="*/ 103121 w 168225"/>
                <a:gd name="connsiteY42" fmla="*/ 25729 h 94791"/>
                <a:gd name="connsiteX43" fmla="*/ 107236 w 168225"/>
                <a:gd name="connsiteY43" fmla="*/ 37344 h 94791"/>
                <a:gd name="connsiteX44" fmla="*/ 118954 w 168225"/>
                <a:gd name="connsiteY44" fmla="*/ 42187 h 94791"/>
                <a:gd name="connsiteX45" fmla="*/ 130569 w 168225"/>
                <a:gd name="connsiteY45" fmla="*/ 37344 h 94791"/>
                <a:gd name="connsiteX46" fmla="*/ 134684 w 168225"/>
                <a:gd name="connsiteY46" fmla="*/ 25729 h 94791"/>
                <a:gd name="connsiteX47" fmla="*/ 130569 w 168225"/>
                <a:gd name="connsiteY47" fmla="*/ 14062 h 94791"/>
                <a:gd name="connsiteX48" fmla="*/ 118954 w 168225"/>
                <a:gd name="connsiteY48" fmla="*/ 9271 h 94791"/>
                <a:gd name="connsiteX49" fmla="*/ 42292 w 168225"/>
                <a:gd name="connsiteY49" fmla="*/ 6250 h 94791"/>
                <a:gd name="connsiteX50" fmla="*/ 24896 w 168225"/>
                <a:gd name="connsiteY50" fmla="*/ 9375 h 94791"/>
                <a:gd name="connsiteX51" fmla="*/ 18750 w 168225"/>
                <a:gd name="connsiteY51" fmla="*/ 17500 h 94791"/>
                <a:gd name="connsiteX52" fmla="*/ 25208 w 168225"/>
                <a:gd name="connsiteY52" fmla="*/ 25625 h 94791"/>
                <a:gd name="connsiteX53" fmla="*/ 42292 w 168225"/>
                <a:gd name="connsiteY53" fmla="*/ 28854 h 94791"/>
                <a:gd name="connsiteX54" fmla="*/ 59271 w 168225"/>
                <a:gd name="connsiteY54" fmla="*/ 25781 h 94791"/>
                <a:gd name="connsiteX55" fmla="*/ 65938 w 168225"/>
                <a:gd name="connsiteY55" fmla="*/ 17708 h 94791"/>
                <a:gd name="connsiteX56" fmla="*/ 59583 w 168225"/>
                <a:gd name="connsiteY56" fmla="*/ 9479 h 94791"/>
                <a:gd name="connsiteX57" fmla="*/ 42292 w 168225"/>
                <a:gd name="connsiteY57" fmla="*/ 6250 h 94791"/>
                <a:gd name="connsiteX58" fmla="*/ 159892 w 168225"/>
                <a:gd name="connsiteY58" fmla="*/ 625 h 94791"/>
                <a:gd name="connsiteX59" fmla="*/ 168225 w 168225"/>
                <a:gd name="connsiteY59" fmla="*/ 625 h 94791"/>
                <a:gd name="connsiteX60" fmla="*/ 168225 w 168225"/>
                <a:gd name="connsiteY60" fmla="*/ 54687 h 94791"/>
                <a:gd name="connsiteX61" fmla="*/ 159892 w 168225"/>
                <a:gd name="connsiteY61" fmla="*/ 54687 h 94791"/>
                <a:gd name="connsiteX62" fmla="*/ 159892 w 168225"/>
                <a:gd name="connsiteY62" fmla="*/ 38542 h 94791"/>
                <a:gd name="connsiteX63" fmla="*/ 139580 w 168225"/>
                <a:gd name="connsiteY63" fmla="*/ 38542 h 94791"/>
                <a:gd name="connsiteX64" fmla="*/ 131090 w 168225"/>
                <a:gd name="connsiteY64" fmla="*/ 46562 h 94791"/>
                <a:gd name="connsiteX65" fmla="*/ 118850 w 168225"/>
                <a:gd name="connsiteY65" fmla="*/ 49583 h 94791"/>
                <a:gd name="connsiteX66" fmla="*/ 109059 w 168225"/>
                <a:gd name="connsiteY66" fmla="*/ 47708 h 94791"/>
                <a:gd name="connsiteX67" fmla="*/ 101350 w 168225"/>
                <a:gd name="connsiteY67" fmla="*/ 42604 h 94791"/>
                <a:gd name="connsiteX68" fmla="*/ 96350 w 168225"/>
                <a:gd name="connsiteY68" fmla="*/ 35000 h 94791"/>
                <a:gd name="connsiteX69" fmla="*/ 94580 w 168225"/>
                <a:gd name="connsiteY69" fmla="*/ 25625 h 94791"/>
                <a:gd name="connsiteX70" fmla="*/ 96350 w 168225"/>
                <a:gd name="connsiteY70" fmla="*/ 16510 h 94791"/>
                <a:gd name="connsiteX71" fmla="*/ 101350 w 168225"/>
                <a:gd name="connsiteY71" fmla="*/ 8958 h 94791"/>
                <a:gd name="connsiteX72" fmla="*/ 109059 w 168225"/>
                <a:gd name="connsiteY72" fmla="*/ 3802 h 94791"/>
                <a:gd name="connsiteX73" fmla="*/ 118850 w 168225"/>
                <a:gd name="connsiteY73" fmla="*/ 1875 h 94791"/>
                <a:gd name="connsiteX74" fmla="*/ 129996 w 168225"/>
                <a:gd name="connsiteY74" fmla="*/ 4427 h 94791"/>
                <a:gd name="connsiteX75" fmla="*/ 138330 w 168225"/>
                <a:gd name="connsiteY75" fmla="*/ 11042 h 94791"/>
                <a:gd name="connsiteX76" fmla="*/ 159892 w 168225"/>
                <a:gd name="connsiteY76" fmla="*/ 11042 h 94791"/>
                <a:gd name="connsiteX77" fmla="*/ 42292 w 168225"/>
                <a:gd name="connsiteY77" fmla="*/ 0 h 94791"/>
                <a:gd name="connsiteX78" fmla="*/ 66771 w 168225"/>
                <a:gd name="connsiteY78" fmla="*/ 5260 h 94791"/>
                <a:gd name="connsiteX79" fmla="*/ 74792 w 168225"/>
                <a:gd name="connsiteY79" fmla="*/ 17812 h 94791"/>
                <a:gd name="connsiteX80" fmla="*/ 71510 w 168225"/>
                <a:gd name="connsiteY80" fmla="*/ 26146 h 94791"/>
                <a:gd name="connsiteX81" fmla="*/ 61667 w 168225"/>
                <a:gd name="connsiteY81" fmla="*/ 32500 h 94791"/>
                <a:gd name="connsiteX82" fmla="*/ 61667 w 168225"/>
                <a:gd name="connsiteY82" fmla="*/ 46041 h 94791"/>
                <a:gd name="connsiteX83" fmla="*/ 84579 w 168225"/>
                <a:gd name="connsiteY83" fmla="*/ 46041 h 94791"/>
                <a:gd name="connsiteX84" fmla="*/ 84579 w 168225"/>
                <a:gd name="connsiteY84" fmla="*/ 53125 h 94791"/>
                <a:gd name="connsiteX85" fmla="*/ 0 w 168225"/>
                <a:gd name="connsiteY85" fmla="*/ 53125 h 94791"/>
                <a:gd name="connsiteX86" fmla="*/ 0 w 168225"/>
                <a:gd name="connsiteY86" fmla="*/ 46041 h 94791"/>
                <a:gd name="connsiteX87" fmla="*/ 23229 w 168225"/>
                <a:gd name="connsiteY87" fmla="*/ 46041 h 94791"/>
                <a:gd name="connsiteX88" fmla="*/ 23229 w 168225"/>
                <a:gd name="connsiteY88" fmla="*/ 32500 h 94791"/>
                <a:gd name="connsiteX89" fmla="*/ 13281 w 168225"/>
                <a:gd name="connsiteY89" fmla="*/ 26094 h 94791"/>
                <a:gd name="connsiteX90" fmla="*/ 10000 w 168225"/>
                <a:gd name="connsiteY90" fmla="*/ 17604 h 94791"/>
                <a:gd name="connsiteX91" fmla="*/ 18125 w 168225"/>
                <a:gd name="connsiteY91" fmla="*/ 5208 h 94791"/>
                <a:gd name="connsiteX92" fmla="*/ 42292 w 168225"/>
                <a:gd name="connsiteY92" fmla="*/ 0 h 9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68225" h="94791">
                  <a:moveTo>
                    <a:pt x="42396" y="66667"/>
                  </a:moveTo>
                  <a:cubicBezTo>
                    <a:pt x="34758" y="66667"/>
                    <a:pt x="28837" y="67643"/>
                    <a:pt x="24635" y="69583"/>
                  </a:cubicBezTo>
                  <a:cubicBezTo>
                    <a:pt x="20435" y="71523"/>
                    <a:pt x="18333" y="74205"/>
                    <a:pt x="18333" y="77604"/>
                  </a:cubicBezTo>
                  <a:cubicBezTo>
                    <a:pt x="18333" y="81002"/>
                    <a:pt x="20435" y="83659"/>
                    <a:pt x="24635" y="85573"/>
                  </a:cubicBezTo>
                  <a:cubicBezTo>
                    <a:pt x="28837" y="87487"/>
                    <a:pt x="34758" y="88437"/>
                    <a:pt x="42396" y="88437"/>
                  </a:cubicBezTo>
                  <a:cubicBezTo>
                    <a:pt x="49688" y="88437"/>
                    <a:pt x="55469" y="87487"/>
                    <a:pt x="59740" y="85573"/>
                  </a:cubicBezTo>
                  <a:cubicBezTo>
                    <a:pt x="64010" y="83659"/>
                    <a:pt x="66146" y="81042"/>
                    <a:pt x="66146" y="77708"/>
                  </a:cubicBezTo>
                  <a:cubicBezTo>
                    <a:pt x="66146" y="74232"/>
                    <a:pt x="64029" y="71523"/>
                    <a:pt x="59792" y="69583"/>
                  </a:cubicBezTo>
                  <a:cubicBezTo>
                    <a:pt x="55556" y="67643"/>
                    <a:pt x="49758" y="66667"/>
                    <a:pt x="42396" y="66667"/>
                  </a:cubicBezTo>
                  <a:close/>
                  <a:moveTo>
                    <a:pt x="42396" y="60521"/>
                  </a:moveTo>
                  <a:cubicBezTo>
                    <a:pt x="53437" y="60521"/>
                    <a:pt x="61685" y="62148"/>
                    <a:pt x="67135" y="65417"/>
                  </a:cubicBezTo>
                  <a:cubicBezTo>
                    <a:pt x="72587" y="68685"/>
                    <a:pt x="75312" y="72773"/>
                    <a:pt x="75312" y="77708"/>
                  </a:cubicBezTo>
                  <a:cubicBezTo>
                    <a:pt x="75312" y="82565"/>
                    <a:pt x="72604" y="86627"/>
                    <a:pt x="67188" y="89896"/>
                  </a:cubicBezTo>
                  <a:cubicBezTo>
                    <a:pt x="61771" y="93164"/>
                    <a:pt x="53508" y="94792"/>
                    <a:pt x="42396" y="94792"/>
                  </a:cubicBezTo>
                  <a:cubicBezTo>
                    <a:pt x="31285" y="94792"/>
                    <a:pt x="22987" y="93164"/>
                    <a:pt x="17500" y="89896"/>
                  </a:cubicBezTo>
                  <a:cubicBezTo>
                    <a:pt x="12014" y="86627"/>
                    <a:pt x="9271" y="82539"/>
                    <a:pt x="9271" y="77604"/>
                  </a:cubicBezTo>
                  <a:cubicBezTo>
                    <a:pt x="9271" y="72604"/>
                    <a:pt x="12031" y="68502"/>
                    <a:pt x="17552" y="65312"/>
                  </a:cubicBezTo>
                  <a:cubicBezTo>
                    <a:pt x="23073" y="62122"/>
                    <a:pt x="31354" y="60521"/>
                    <a:pt x="42396" y="60521"/>
                  </a:cubicBezTo>
                  <a:close/>
                  <a:moveTo>
                    <a:pt x="106663" y="59687"/>
                  </a:moveTo>
                  <a:lnTo>
                    <a:pt x="165830" y="59687"/>
                  </a:lnTo>
                  <a:cubicBezTo>
                    <a:pt x="166663" y="59687"/>
                    <a:pt x="167236" y="59843"/>
                    <a:pt x="167548" y="60156"/>
                  </a:cubicBezTo>
                  <a:cubicBezTo>
                    <a:pt x="167861" y="60469"/>
                    <a:pt x="168017" y="61042"/>
                    <a:pt x="168017" y="61875"/>
                  </a:cubicBezTo>
                  <a:lnTo>
                    <a:pt x="168017" y="93542"/>
                  </a:lnTo>
                  <a:lnTo>
                    <a:pt x="159788" y="93542"/>
                  </a:lnTo>
                  <a:lnTo>
                    <a:pt x="159788" y="66771"/>
                  </a:lnTo>
                  <a:lnTo>
                    <a:pt x="106663" y="66771"/>
                  </a:lnTo>
                  <a:close/>
                  <a:moveTo>
                    <a:pt x="53646" y="34375"/>
                  </a:moveTo>
                  <a:cubicBezTo>
                    <a:pt x="51910" y="34792"/>
                    <a:pt x="50070" y="35065"/>
                    <a:pt x="48125" y="35208"/>
                  </a:cubicBezTo>
                  <a:cubicBezTo>
                    <a:pt x="46181" y="35352"/>
                    <a:pt x="44237" y="35417"/>
                    <a:pt x="42292" y="35417"/>
                  </a:cubicBezTo>
                  <a:cubicBezTo>
                    <a:pt x="40348" y="35417"/>
                    <a:pt x="38421" y="35352"/>
                    <a:pt x="36510" y="35208"/>
                  </a:cubicBezTo>
                  <a:cubicBezTo>
                    <a:pt x="34602" y="35065"/>
                    <a:pt x="32883" y="34831"/>
                    <a:pt x="31354" y="34479"/>
                  </a:cubicBezTo>
                  <a:lnTo>
                    <a:pt x="31354" y="46041"/>
                  </a:lnTo>
                  <a:lnTo>
                    <a:pt x="53646" y="46041"/>
                  </a:lnTo>
                  <a:close/>
                  <a:moveTo>
                    <a:pt x="141975" y="18021"/>
                  </a:moveTo>
                  <a:cubicBezTo>
                    <a:pt x="142392" y="19271"/>
                    <a:pt x="142705" y="20534"/>
                    <a:pt x="142913" y="21823"/>
                  </a:cubicBezTo>
                  <a:cubicBezTo>
                    <a:pt x="143121" y="23112"/>
                    <a:pt x="143225" y="24375"/>
                    <a:pt x="143225" y="25625"/>
                  </a:cubicBezTo>
                  <a:cubicBezTo>
                    <a:pt x="143225" y="26666"/>
                    <a:pt x="143160" y="27695"/>
                    <a:pt x="143017" y="28698"/>
                  </a:cubicBezTo>
                  <a:cubicBezTo>
                    <a:pt x="142887" y="29700"/>
                    <a:pt x="142705" y="30664"/>
                    <a:pt x="142496" y="31562"/>
                  </a:cubicBezTo>
                  <a:lnTo>
                    <a:pt x="159892" y="31562"/>
                  </a:lnTo>
                  <a:lnTo>
                    <a:pt x="159892" y="18021"/>
                  </a:lnTo>
                  <a:close/>
                  <a:moveTo>
                    <a:pt x="118954" y="9271"/>
                  </a:moveTo>
                  <a:cubicBezTo>
                    <a:pt x="113889" y="9271"/>
                    <a:pt x="109983" y="10872"/>
                    <a:pt x="107236" y="14062"/>
                  </a:cubicBezTo>
                  <a:cubicBezTo>
                    <a:pt x="104501" y="17252"/>
                    <a:pt x="103121" y="21146"/>
                    <a:pt x="103121" y="25729"/>
                  </a:cubicBezTo>
                  <a:cubicBezTo>
                    <a:pt x="103121" y="30247"/>
                    <a:pt x="104501" y="34115"/>
                    <a:pt x="107236" y="37344"/>
                  </a:cubicBezTo>
                  <a:cubicBezTo>
                    <a:pt x="109983" y="40573"/>
                    <a:pt x="113889" y="42187"/>
                    <a:pt x="118954" y="42187"/>
                  </a:cubicBezTo>
                  <a:cubicBezTo>
                    <a:pt x="123954" y="42187"/>
                    <a:pt x="127835" y="40573"/>
                    <a:pt x="130569" y="37344"/>
                  </a:cubicBezTo>
                  <a:cubicBezTo>
                    <a:pt x="133316" y="34115"/>
                    <a:pt x="134684" y="30247"/>
                    <a:pt x="134684" y="25729"/>
                  </a:cubicBezTo>
                  <a:cubicBezTo>
                    <a:pt x="134684" y="21146"/>
                    <a:pt x="133316" y="17252"/>
                    <a:pt x="130569" y="14062"/>
                  </a:cubicBezTo>
                  <a:cubicBezTo>
                    <a:pt x="127835" y="10872"/>
                    <a:pt x="123954" y="9271"/>
                    <a:pt x="118954" y="9271"/>
                  </a:cubicBezTo>
                  <a:close/>
                  <a:moveTo>
                    <a:pt x="42292" y="6250"/>
                  </a:moveTo>
                  <a:cubicBezTo>
                    <a:pt x="34792" y="6250"/>
                    <a:pt x="28994" y="7292"/>
                    <a:pt x="24896" y="9375"/>
                  </a:cubicBezTo>
                  <a:cubicBezTo>
                    <a:pt x="20799" y="11458"/>
                    <a:pt x="18750" y="14166"/>
                    <a:pt x="18750" y="17500"/>
                  </a:cubicBezTo>
                  <a:cubicBezTo>
                    <a:pt x="18750" y="20768"/>
                    <a:pt x="20904" y="23476"/>
                    <a:pt x="25208" y="25625"/>
                  </a:cubicBezTo>
                  <a:cubicBezTo>
                    <a:pt x="29514" y="27773"/>
                    <a:pt x="35208" y="28854"/>
                    <a:pt x="42292" y="28854"/>
                  </a:cubicBezTo>
                  <a:cubicBezTo>
                    <a:pt x="49167" y="28854"/>
                    <a:pt x="54827" y="27825"/>
                    <a:pt x="59271" y="25781"/>
                  </a:cubicBezTo>
                  <a:cubicBezTo>
                    <a:pt x="63716" y="23737"/>
                    <a:pt x="65938" y="21042"/>
                    <a:pt x="65938" y="17708"/>
                  </a:cubicBezTo>
                  <a:cubicBezTo>
                    <a:pt x="65938" y="14375"/>
                    <a:pt x="63820" y="11627"/>
                    <a:pt x="59583" y="9479"/>
                  </a:cubicBezTo>
                  <a:cubicBezTo>
                    <a:pt x="55348" y="7331"/>
                    <a:pt x="49583" y="6250"/>
                    <a:pt x="42292" y="6250"/>
                  </a:cubicBezTo>
                  <a:close/>
                  <a:moveTo>
                    <a:pt x="159892" y="625"/>
                  </a:moveTo>
                  <a:lnTo>
                    <a:pt x="168225" y="625"/>
                  </a:lnTo>
                  <a:lnTo>
                    <a:pt x="168225" y="54687"/>
                  </a:lnTo>
                  <a:lnTo>
                    <a:pt x="159892" y="54687"/>
                  </a:lnTo>
                  <a:lnTo>
                    <a:pt x="159892" y="38542"/>
                  </a:lnTo>
                  <a:lnTo>
                    <a:pt x="139580" y="38542"/>
                  </a:lnTo>
                  <a:cubicBezTo>
                    <a:pt x="137496" y="41875"/>
                    <a:pt x="134671" y="44544"/>
                    <a:pt x="131090" y="46562"/>
                  </a:cubicBezTo>
                  <a:cubicBezTo>
                    <a:pt x="127522" y="48581"/>
                    <a:pt x="123434" y="49583"/>
                    <a:pt x="118850" y="49583"/>
                  </a:cubicBezTo>
                  <a:cubicBezTo>
                    <a:pt x="115309" y="49583"/>
                    <a:pt x="112053" y="48958"/>
                    <a:pt x="109059" y="47708"/>
                  </a:cubicBezTo>
                  <a:cubicBezTo>
                    <a:pt x="106077" y="46458"/>
                    <a:pt x="103512" y="44752"/>
                    <a:pt x="101350" y="42604"/>
                  </a:cubicBezTo>
                  <a:cubicBezTo>
                    <a:pt x="99202" y="40456"/>
                    <a:pt x="97535" y="37917"/>
                    <a:pt x="96350" y="35000"/>
                  </a:cubicBezTo>
                  <a:cubicBezTo>
                    <a:pt x="95178" y="32083"/>
                    <a:pt x="94580" y="28958"/>
                    <a:pt x="94580" y="25625"/>
                  </a:cubicBezTo>
                  <a:cubicBezTo>
                    <a:pt x="94580" y="22435"/>
                    <a:pt x="95178" y="19388"/>
                    <a:pt x="96350" y="16510"/>
                  </a:cubicBezTo>
                  <a:cubicBezTo>
                    <a:pt x="97535" y="13633"/>
                    <a:pt x="99202" y="11107"/>
                    <a:pt x="101350" y="8958"/>
                  </a:cubicBezTo>
                  <a:cubicBezTo>
                    <a:pt x="103512" y="6810"/>
                    <a:pt x="106077" y="5091"/>
                    <a:pt x="109059" y="3802"/>
                  </a:cubicBezTo>
                  <a:cubicBezTo>
                    <a:pt x="112053" y="2513"/>
                    <a:pt x="115309" y="1875"/>
                    <a:pt x="118850" y="1875"/>
                  </a:cubicBezTo>
                  <a:cubicBezTo>
                    <a:pt x="122952" y="1875"/>
                    <a:pt x="126663" y="2721"/>
                    <a:pt x="129996" y="4427"/>
                  </a:cubicBezTo>
                  <a:cubicBezTo>
                    <a:pt x="133330" y="6133"/>
                    <a:pt x="136116" y="8333"/>
                    <a:pt x="138330" y="11042"/>
                  </a:cubicBezTo>
                  <a:lnTo>
                    <a:pt x="159892" y="11042"/>
                  </a:lnTo>
                  <a:close/>
                  <a:moveTo>
                    <a:pt x="42292" y="0"/>
                  </a:moveTo>
                  <a:cubicBezTo>
                    <a:pt x="53264" y="0"/>
                    <a:pt x="61425" y="1758"/>
                    <a:pt x="66771" y="5260"/>
                  </a:cubicBezTo>
                  <a:cubicBezTo>
                    <a:pt x="72118" y="8763"/>
                    <a:pt x="74792" y="12956"/>
                    <a:pt x="74792" y="17812"/>
                  </a:cubicBezTo>
                  <a:cubicBezTo>
                    <a:pt x="74792" y="20794"/>
                    <a:pt x="73698" y="23580"/>
                    <a:pt x="71510" y="26146"/>
                  </a:cubicBezTo>
                  <a:cubicBezTo>
                    <a:pt x="69323" y="28711"/>
                    <a:pt x="66042" y="30833"/>
                    <a:pt x="61667" y="32500"/>
                  </a:cubicBezTo>
                  <a:lnTo>
                    <a:pt x="61667" y="46041"/>
                  </a:lnTo>
                  <a:lnTo>
                    <a:pt x="84579" y="46041"/>
                  </a:lnTo>
                  <a:lnTo>
                    <a:pt x="84579" y="53125"/>
                  </a:lnTo>
                  <a:lnTo>
                    <a:pt x="0" y="53125"/>
                  </a:lnTo>
                  <a:lnTo>
                    <a:pt x="0" y="46041"/>
                  </a:lnTo>
                  <a:lnTo>
                    <a:pt x="23229" y="46041"/>
                  </a:lnTo>
                  <a:lnTo>
                    <a:pt x="23229" y="32500"/>
                  </a:lnTo>
                  <a:cubicBezTo>
                    <a:pt x="18785" y="30833"/>
                    <a:pt x="15469" y="28698"/>
                    <a:pt x="13281" y="26094"/>
                  </a:cubicBezTo>
                  <a:cubicBezTo>
                    <a:pt x="11094" y="23489"/>
                    <a:pt x="10000" y="20664"/>
                    <a:pt x="10000" y="17604"/>
                  </a:cubicBezTo>
                  <a:cubicBezTo>
                    <a:pt x="10000" y="12812"/>
                    <a:pt x="12708" y="8685"/>
                    <a:pt x="18125" y="5208"/>
                  </a:cubicBezTo>
                  <a:cubicBezTo>
                    <a:pt x="23542" y="1732"/>
                    <a:pt x="31598" y="0"/>
                    <a:pt x="42292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39" name="TextBox 638">
              <a:extLst>
                <a:ext uri="{FF2B5EF4-FFF2-40B4-BE49-F238E27FC236}">
                  <a16:creationId xmlns:a16="http://schemas.microsoft.com/office/drawing/2014/main" id="{559B77D5-459F-483A-A097-E9644A5FF64A}"/>
                </a:ext>
              </a:extLst>
            </p:cNvPr>
            <p:cNvSpPr txBox="1"/>
            <p:nvPr/>
          </p:nvSpPr>
          <p:spPr>
            <a:xfrm>
              <a:off x="1657511" y="6289656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용역</a:t>
              </a:r>
            </a:p>
          </p:txBody>
        </p:sp>
        <p:sp>
          <p:nvSpPr>
            <p:cNvPr id="640" name="자유형: 도형 639">
              <a:extLst>
                <a:ext uri="{FF2B5EF4-FFF2-40B4-BE49-F238E27FC236}">
                  <a16:creationId xmlns:a16="http://schemas.microsoft.com/office/drawing/2014/main" id="{F84CD06D-58BA-4650-B74B-41BCA2DD23A3}"/>
                </a:ext>
              </a:extLst>
            </p:cNvPr>
            <p:cNvSpPr/>
            <p:nvPr/>
          </p:nvSpPr>
          <p:spPr>
            <a:xfrm>
              <a:off x="3018050" y="6229933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3 h 81562"/>
                <a:gd name="connsiteX3" fmla="*/ 408021 w 631667"/>
                <a:gd name="connsiteY3" fmla="*/ 81563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3 h 81562"/>
                <a:gd name="connsiteX7" fmla="*/ 251771 w 631667"/>
                <a:gd name="connsiteY7" fmla="*/ 81563 h 81562"/>
                <a:gd name="connsiteX8" fmla="*/ 363021 w 631667"/>
                <a:gd name="connsiteY8" fmla="*/ 43438 h 81562"/>
                <a:gd name="connsiteX9" fmla="*/ 356875 w 631667"/>
                <a:gd name="connsiteY9" fmla="*/ 44427 h 81562"/>
                <a:gd name="connsiteX10" fmla="*/ 351563 w 631667"/>
                <a:gd name="connsiteY10" fmla="*/ 47292 h 81562"/>
                <a:gd name="connsiteX11" fmla="*/ 347761 w 631667"/>
                <a:gd name="connsiteY11" fmla="*/ 52031 h 81562"/>
                <a:gd name="connsiteX12" fmla="*/ 346354 w 631667"/>
                <a:gd name="connsiteY12" fmla="*/ 58646 h 81562"/>
                <a:gd name="connsiteX13" fmla="*/ 350781 w 631667"/>
                <a:gd name="connsiteY13" fmla="*/ 69688 h 81562"/>
                <a:gd name="connsiteX14" fmla="*/ 363021 w 631667"/>
                <a:gd name="connsiteY14" fmla="*/ 73855 h 81562"/>
                <a:gd name="connsiteX15" fmla="*/ 375156 w 631667"/>
                <a:gd name="connsiteY15" fmla="*/ 69688 h 81562"/>
                <a:gd name="connsiteX16" fmla="*/ 379688 w 631667"/>
                <a:gd name="connsiteY16" fmla="*/ 58646 h 81562"/>
                <a:gd name="connsiteX17" fmla="*/ 378229 w 631667"/>
                <a:gd name="connsiteY17" fmla="*/ 52031 h 81562"/>
                <a:gd name="connsiteX18" fmla="*/ 374375 w 631667"/>
                <a:gd name="connsiteY18" fmla="*/ 47292 h 81562"/>
                <a:gd name="connsiteX19" fmla="*/ 369063 w 631667"/>
                <a:gd name="connsiteY19" fmla="*/ 44427 h 81562"/>
                <a:gd name="connsiteX20" fmla="*/ 363021 w 631667"/>
                <a:gd name="connsiteY20" fmla="*/ 43438 h 81562"/>
                <a:gd name="connsiteX21" fmla="*/ 598855 w 631667"/>
                <a:gd name="connsiteY21" fmla="*/ 33958 h 81562"/>
                <a:gd name="connsiteX22" fmla="*/ 604219 w 631667"/>
                <a:gd name="connsiteY22" fmla="*/ 34948 h 81562"/>
                <a:gd name="connsiteX23" fmla="*/ 609063 w 631667"/>
                <a:gd name="connsiteY23" fmla="*/ 37917 h 81562"/>
                <a:gd name="connsiteX24" fmla="*/ 613854 w 631667"/>
                <a:gd name="connsiteY24" fmla="*/ 41407 h 81562"/>
                <a:gd name="connsiteX25" fmla="*/ 618125 w 631667"/>
                <a:gd name="connsiteY25" fmla="*/ 42604 h 81562"/>
                <a:gd name="connsiteX26" fmla="*/ 623386 w 631667"/>
                <a:gd name="connsiteY26" fmla="*/ 40313 h 81562"/>
                <a:gd name="connsiteX27" fmla="*/ 626980 w 631667"/>
                <a:gd name="connsiteY27" fmla="*/ 33958 h 81562"/>
                <a:gd name="connsiteX28" fmla="*/ 631667 w 631667"/>
                <a:gd name="connsiteY28" fmla="*/ 36771 h 81562"/>
                <a:gd name="connsiteX29" fmla="*/ 626719 w 631667"/>
                <a:gd name="connsiteY29" fmla="*/ 45834 h 81562"/>
                <a:gd name="connsiteX30" fmla="*/ 618021 w 631667"/>
                <a:gd name="connsiteY30" fmla="*/ 49271 h 81562"/>
                <a:gd name="connsiteX31" fmla="*/ 612605 w 631667"/>
                <a:gd name="connsiteY31" fmla="*/ 48333 h 81562"/>
                <a:gd name="connsiteX32" fmla="*/ 607813 w 631667"/>
                <a:gd name="connsiteY32" fmla="*/ 45313 h 81562"/>
                <a:gd name="connsiteX33" fmla="*/ 602969 w 631667"/>
                <a:gd name="connsiteY33" fmla="*/ 41875 h 81562"/>
                <a:gd name="connsiteX34" fmla="*/ 598750 w 631667"/>
                <a:gd name="connsiteY34" fmla="*/ 40625 h 81562"/>
                <a:gd name="connsiteX35" fmla="*/ 593646 w 631667"/>
                <a:gd name="connsiteY35" fmla="*/ 42656 h 81562"/>
                <a:gd name="connsiteX36" fmla="*/ 590105 w 631667"/>
                <a:gd name="connsiteY36" fmla="*/ 48438 h 81562"/>
                <a:gd name="connsiteX37" fmla="*/ 585417 w 631667"/>
                <a:gd name="connsiteY37" fmla="*/ 45625 h 81562"/>
                <a:gd name="connsiteX38" fmla="*/ 590313 w 631667"/>
                <a:gd name="connsiteY38" fmla="*/ 37396 h 81562"/>
                <a:gd name="connsiteX39" fmla="*/ 598855 w 631667"/>
                <a:gd name="connsiteY39" fmla="*/ 33958 h 81562"/>
                <a:gd name="connsiteX40" fmla="*/ 363021 w 631667"/>
                <a:gd name="connsiteY40" fmla="*/ 8334 h 81562"/>
                <a:gd name="connsiteX41" fmla="*/ 351875 w 631667"/>
                <a:gd name="connsiteY41" fmla="*/ 12083 h 81562"/>
                <a:gd name="connsiteX42" fmla="*/ 347292 w 631667"/>
                <a:gd name="connsiteY42" fmla="*/ 22084 h 81562"/>
                <a:gd name="connsiteX43" fmla="*/ 351771 w 631667"/>
                <a:gd name="connsiteY43" fmla="*/ 32240 h 81562"/>
                <a:gd name="connsiteX44" fmla="*/ 363021 w 631667"/>
                <a:gd name="connsiteY44" fmla="*/ 35834 h 81562"/>
                <a:gd name="connsiteX45" fmla="*/ 374167 w 631667"/>
                <a:gd name="connsiteY45" fmla="*/ 32240 h 81562"/>
                <a:gd name="connsiteX46" fmla="*/ 378750 w 631667"/>
                <a:gd name="connsiteY46" fmla="*/ 22084 h 81562"/>
                <a:gd name="connsiteX47" fmla="*/ 374167 w 631667"/>
                <a:gd name="connsiteY47" fmla="*/ 12083 h 81562"/>
                <a:gd name="connsiteX48" fmla="*/ 363021 w 631667"/>
                <a:gd name="connsiteY48" fmla="*/ 8334 h 81562"/>
                <a:gd name="connsiteX49" fmla="*/ 519271 w 631667"/>
                <a:gd name="connsiteY49" fmla="*/ 7188 h 81562"/>
                <a:gd name="connsiteX50" fmla="*/ 510469 w 631667"/>
                <a:gd name="connsiteY50" fmla="*/ 10833 h 81562"/>
                <a:gd name="connsiteX51" fmla="*/ 505729 w 631667"/>
                <a:gd name="connsiteY51" fmla="*/ 19584 h 81562"/>
                <a:gd name="connsiteX52" fmla="*/ 503698 w 631667"/>
                <a:gd name="connsiteY52" fmla="*/ 30573 h 81562"/>
                <a:gd name="connsiteX53" fmla="*/ 503334 w 631667"/>
                <a:gd name="connsiteY53" fmla="*/ 40729 h 81562"/>
                <a:gd name="connsiteX54" fmla="*/ 503698 w 631667"/>
                <a:gd name="connsiteY54" fmla="*/ 50782 h 81562"/>
                <a:gd name="connsiteX55" fmla="*/ 505729 w 631667"/>
                <a:gd name="connsiteY55" fmla="*/ 61667 h 81562"/>
                <a:gd name="connsiteX56" fmla="*/ 510469 w 631667"/>
                <a:gd name="connsiteY56" fmla="*/ 70313 h 81562"/>
                <a:gd name="connsiteX57" fmla="*/ 519271 w 631667"/>
                <a:gd name="connsiteY57" fmla="*/ 73855 h 81562"/>
                <a:gd name="connsiteX58" fmla="*/ 528230 w 631667"/>
                <a:gd name="connsiteY58" fmla="*/ 70313 h 81562"/>
                <a:gd name="connsiteX59" fmla="*/ 533229 w 631667"/>
                <a:gd name="connsiteY59" fmla="*/ 61667 h 81562"/>
                <a:gd name="connsiteX60" fmla="*/ 535521 w 631667"/>
                <a:gd name="connsiteY60" fmla="*/ 50782 h 81562"/>
                <a:gd name="connsiteX61" fmla="*/ 536042 w 631667"/>
                <a:gd name="connsiteY61" fmla="*/ 40729 h 81562"/>
                <a:gd name="connsiteX62" fmla="*/ 535521 w 631667"/>
                <a:gd name="connsiteY62" fmla="*/ 30573 h 81562"/>
                <a:gd name="connsiteX63" fmla="*/ 533229 w 631667"/>
                <a:gd name="connsiteY63" fmla="*/ 19584 h 81562"/>
                <a:gd name="connsiteX64" fmla="*/ 528230 w 631667"/>
                <a:gd name="connsiteY64" fmla="*/ 10833 h 81562"/>
                <a:gd name="connsiteX65" fmla="*/ 519271 w 631667"/>
                <a:gd name="connsiteY65" fmla="*/ 7188 h 81562"/>
                <a:gd name="connsiteX66" fmla="*/ 297917 w 631667"/>
                <a:gd name="connsiteY66" fmla="*/ 7188 h 81562"/>
                <a:gd name="connsiteX67" fmla="*/ 289115 w 631667"/>
                <a:gd name="connsiteY67" fmla="*/ 10833 h 81562"/>
                <a:gd name="connsiteX68" fmla="*/ 284375 w 631667"/>
                <a:gd name="connsiteY68" fmla="*/ 19584 h 81562"/>
                <a:gd name="connsiteX69" fmla="*/ 282344 w 631667"/>
                <a:gd name="connsiteY69" fmla="*/ 30573 h 81562"/>
                <a:gd name="connsiteX70" fmla="*/ 281979 w 631667"/>
                <a:gd name="connsiteY70" fmla="*/ 40729 h 81562"/>
                <a:gd name="connsiteX71" fmla="*/ 282344 w 631667"/>
                <a:gd name="connsiteY71" fmla="*/ 50782 h 81562"/>
                <a:gd name="connsiteX72" fmla="*/ 284375 w 631667"/>
                <a:gd name="connsiteY72" fmla="*/ 61667 h 81562"/>
                <a:gd name="connsiteX73" fmla="*/ 289115 w 631667"/>
                <a:gd name="connsiteY73" fmla="*/ 70313 h 81562"/>
                <a:gd name="connsiteX74" fmla="*/ 297917 w 631667"/>
                <a:gd name="connsiteY74" fmla="*/ 73855 h 81562"/>
                <a:gd name="connsiteX75" fmla="*/ 306875 w 631667"/>
                <a:gd name="connsiteY75" fmla="*/ 70313 h 81562"/>
                <a:gd name="connsiteX76" fmla="*/ 311875 w 631667"/>
                <a:gd name="connsiteY76" fmla="*/ 61667 h 81562"/>
                <a:gd name="connsiteX77" fmla="*/ 314167 w 631667"/>
                <a:gd name="connsiteY77" fmla="*/ 50782 h 81562"/>
                <a:gd name="connsiteX78" fmla="*/ 314688 w 631667"/>
                <a:gd name="connsiteY78" fmla="*/ 40729 h 81562"/>
                <a:gd name="connsiteX79" fmla="*/ 314167 w 631667"/>
                <a:gd name="connsiteY79" fmla="*/ 30573 h 81562"/>
                <a:gd name="connsiteX80" fmla="*/ 311875 w 631667"/>
                <a:gd name="connsiteY80" fmla="*/ 19584 h 81562"/>
                <a:gd name="connsiteX81" fmla="*/ 306875 w 631667"/>
                <a:gd name="connsiteY81" fmla="*/ 10833 h 81562"/>
                <a:gd name="connsiteX82" fmla="*/ 297917 w 631667"/>
                <a:gd name="connsiteY82" fmla="*/ 7188 h 81562"/>
                <a:gd name="connsiteX83" fmla="*/ 89583 w 631667"/>
                <a:gd name="connsiteY83" fmla="*/ 7188 h 81562"/>
                <a:gd name="connsiteX84" fmla="*/ 80781 w 631667"/>
                <a:gd name="connsiteY84" fmla="*/ 10833 h 81562"/>
                <a:gd name="connsiteX85" fmla="*/ 76042 w 631667"/>
                <a:gd name="connsiteY85" fmla="*/ 19584 h 81562"/>
                <a:gd name="connsiteX86" fmla="*/ 74011 w 631667"/>
                <a:gd name="connsiteY86" fmla="*/ 30573 h 81562"/>
                <a:gd name="connsiteX87" fmla="*/ 73646 w 631667"/>
                <a:gd name="connsiteY87" fmla="*/ 40729 h 81562"/>
                <a:gd name="connsiteX88" fmla="*/ 74011 w 631667"/>
                <a:gd name="connsiteY88" fmla="*/ 50782 h 81562"/>
                <a:gd name="connsiteX89" fmla="*/ 76042 w 631667"/>
                <a:gd name="connsiteY89" fmla="*/ 61667 h 81562"/>
                <a:gd name="connsiteX90" fmla="*/ 80781 w 631667"/>
                <a:gd name="connsiteY90" fmla="*/ 70313 h 81562"/>
                <a:gd name="connsiteX91" fmla="*/ 89583 w 631667"/>
                <a:gd name="connsiteY91" fmla="*/ 73855 h 81562"/>
                <a:gd name="connsiteX92" fmla="*/ 98542 w 631667"/>
                <a:gd name="connsiteY92" fmla="*/ 70313 h 81562"/>
                <a:gd name="connsiteX93" fmla="*/ 103542 w 631667"/>
                <a:gd name="connsiteY93" fmla="*/ 61667 h 81562"/>
                <a:gd name="connsiteX94" fmla="*/ 105833 w 631667"/>
                <a:gd name="connsiteY94" fmla="*/ 50782 h 81562"/>
                <a:gd name="connsiteX95" fmla="*/ 106354 w 631667"/>
                <a:gd name="connsiteY95" fmla="*/ 40729 h 81562"/>
                <a:gd name="connsiteX96" fmla="*/ 105833 w 631667"/>
                <a:gd name="connsiteY96" fmla="*/ 30573 h 81562"/>
                <a:gd name="connsiteX97" fmla="*/ 103542 w 631667"/>
                <a:gd name="connsiteY97" fmla="*/ 19584 h 81562"/>
                <a:gd name="connsiteX98" fmla="*/ 98542 w 631667"/>
                <a:gd name="connsiteY98" fmla="*/ 10833 h 81562"/>
                <a:gd name="connsiteX99" fmla="*/ 89583 w 631667"/>
                <a:gd name="connsiteY99" fmla="*/ 7188 h 81562"/>
                <a:gd name="connsiteX100" fmla="*/ 452709 w 631667"/>
                <a:gd name="connsiteY100" fmla="*/ 1354 h 81562"/>
                <a:gd name="connsiteX101" fmla="*/ 468750 w 631667"/>
                <a:gd name="connsiteY101" fmla="*/ 6458 h 81562"/>
                <a:gd name="connsiteX102" fmla="*/ 475209 w 631667"/>
                <a:gd name="connsiteY102" fmla="*/ 21458 h 81562"/>
                <a:gd name="connsiteX103" fmla="*/ 471094 w 631667"/>
                <a:gd name="connsiteY103" fmla="*/ 35313 h 81562"/>
                <a:gd name="connsiteX104" fmla="*/ 461250 w 631667"/>
                <a:gd name="connsiteY104" fmla="*/ 49271 h 81562"/>
                <a:gd name="connsiteX105" fmla="*/ 449375 w 631667"/>
                <a:gd name="connsiteY105" fmla="*/ 61979 h 81562"/>
                <a:gd name="connsiteX106" fmla="*/ 439167 w 631667"/>
                <a:gd name="connsiteY106" fmla="*/ 71979 h 81562"/>
                <a:gd name="connsiteX107" fmla="*/ 476875 w 631667"/>
                <a:gd name="connsiteY107" fmla="*/ 71979 h 81562"/>
                <a:gd name="connsiteX108" fmla="*/ 476875 w 631667"/>
                <a:gd name="connsiteY108" fmla="*/ 79167 h 81562"/>
                <a:gd name="connsiteX109" fmla="*/ 431146 w 631667"/>
                <a:gd name="connsiteY109" fmla="*/ 79167 h 81562"/>
                <a:gd name="connsiteX110" fmla="*/ 429948 w 631667"/>
                <a:gd name="connsiteY110" fmla="*/ 78854 h 81562"/>
                <a:gd name="connsiteX111" fmla="*/ 429688 w 631667"/>
                <a:gd name="connsiteY111" fmla="*/ 77604 h 81562"/>
                <a:gd name="connsiteX112" fmla="*/ 429688 w 631667"/>
                <a:gd name="connsiteY112" fmla="*/ 71354 h 81562"/>
                <a:gd name="connsiteX113" fmla="*/ 434011 w 631667"/>
                <a:gd name="connsiteY113" fmla="*/ 67188 h 81562"/>
                <a:gd name="connsiteX114" fmla="*/ 439584 w 631667"/>
                <a:gd name="connsiteY114" fmla="*/ 61667 h 81562"/>
                <a:gd name="connsiteX115" fmla="*/ 445625 w 631667"/>
                <a:gd name="connsiteY115" fmla="*/ 55209 h 81562"/>
                <a:gd name="connsiteX116" fmla="*/ 451771 w 631667"/>
                <a:gd name="connsiteY116" fmla="*/ 48125 h 81562"/>
                <a:gd name="connsiteX117" fmla="*/ 457500 w 631667"/>
                <a:gd name="connsiteY117" fmla="*/ 40990 h 81562"/>
                <a:gd name="connsiteX118" fmla="*/ 462188 w 631667"/>
                <a:gd name="connsiteY118" fmla="*/ 34063 h 81562"/>
                <a:gd name="connsiteX119" fmla="*/ 465469 w 631667"/>
                <a:gd name="connsiteY119" fmla="*/ 27605 h 81562"/>
                <a:gd name="connsiteX120" fmla="*/ 466667 w 631667"/>
                <a:gd name="connsiteY120" fmla="*/ 22084 h 81562"/>
                <a:gd name="connsiteX121" fmla="*/ 462709 w 631667"/>
                <a:gd name="connsiteY121" fmla="*/ 11927 h 81562"/>
                <a:gd name="connsiteX122" fmla="*/ 452500 w 631667"/>
                <a:gd name="connsiteY122" fmla="*/ 8542 h 81562"/>
                <a:gd name="connsiteX123" fmla="*/ 442657 w 631667"/>
                <a:gd name="connsiteY123" fmla="*/ 12709 h 81562"/>
                <a:gd name="connsiteX124" fmla="*/ 438854 w 631667"/>
                <a:gd name="connsiteY124" fmla="*/ 23542 h 81562"/>
                <a:gd name="connsiteX125" fmla="*/ 430313 w 631667"/>
                <a:gd name="connsiteY125" fmla="*/ 23542 h 81562"/>
                <a:gd name="connsiteX126" fmla="*/ 431979 w 631667"/>
                <a:gd name="connsiteY126" fmla="*/ 14427 h 81562"/>
                <a:gd name="connsiteX127" fmla="*/ 436667 w 631667"/>
                <a:gd name="connsiteY127" fmla="*/ 7396 h 81562"/>
                <a:gd name="connsiteX128" fmla="*/ 443802 w 631667"/>
                <a:gd name="connsiteY128" fmla="*/ 2917 h 81562"/>
                <a:gd name="connsiteX129" fmla="*/ 452709 w 631667"/>
                <a:gd name="connsiteY129" fmla="*/ 1354 h 81562"/>
                <a:gd name="connsiteX130" fmla="*/ 363021 w 631667"/>
                <a:gd name="connsiteY130" fmla="*/ 1354 h 81562"/>
                <a:gd name="connsiteX131" fmla="*/ 380365 w 631667"/>
                <a:gd name="connsiteY131" fmla="*/ 6771 h 81562"/>
                <a:gd name="connsiteX132" fmla="*/ 387084 w 631667"/>
                <a:gd name="connsiteY132" fmla="*/ 21979 h 81562"/>
                <a:gd name="connsiteX133" fmla="*/ 386094 w 631667"/>
                <a:gd name="connsiteY133" fmla="*/ 27605 h 81562"/>
                <a:gd name="connsiteX134" fmla="*/ 383334 w 631667"/>
                <a:gd name="connsiteY134" fmla="*/ 32917 h 81562"/>
                <a:gd name="connsiteX135" fmla="*/ 378959 w 631667"/>
                <a:gd name="connsiteY135" fmla="*/ 37344 h 81562"/>
                <a:gd name="connsiteX136" fmla="*/ 373438 w 631667"/>
                <a:gd name="connsiteY136" fmla="*/ 40104 h 81562"/>
                <a:gd name="connsiteX137" fmla="*/ 384167 w 631667"/>
                <a:gd name="connsiteY137" fmla="*/ 46927 h 81562"/>
                <a:gd name="connsiteX138" fmla="*/ 388021 w 631667"/>
                <a:gd name="connsiteY138" fmla="*/ 58542 h 81562"/>
                <a:gd name="connsiteX139" fmla="*/ 380990 w 631667"/>
                <a:gd name="connsiteY139" fmla="*/ 75052 h 81562"/>
                <a:gd name="connsiteX140" fmla="*/ 362917 w 631667"/>
                <a:gd name="connsiteY140" fmla="*/ 80833 h 81562"/>
                <a:gd name="connsiteX141" fmla="*/ 344844 w 631667"/>
                <a:gd name="connsiteY141" fmla="*/ 75052 h 81562"/>
                <a:gd name="connsiteX142" fmla="*/ 338021 w 631667"/>
                <a:gd name="connsiteY142" fmla="*/ 58542 h 81562"/>
                <a:gd name="connsiteX143" fmla="*/ 341771 w 631667"/>
                <a:gd name="connsiteY143" fmla="*/ 47448 h 81562"/>
                <a:gd name="connsiteX144" fmla="*/ 352708 w 631667"/>
                <a:gd name="connsiteY144" fmla="*/ 39688 h 81562"/>
                <a:gd name="connsiteX145" fmla="*/ 342552 w 631667"/>
                <a:gd name="connsiteY145" fmla="*/ 33334 h 81562"/>
                <a:gd name="connsiteX146" fmla="*/ 338958 w 631667"/>
                <a:gd name="connsiteY146" fmla="*/ 21979 h 81562"/>
                <a:gd name="connsiteX147" fmla="*/ 345625 w 631667"/>
                <a:gd name="connsiteY147" fmla="*/ 6771 h 81562"/>
                <a:gd name="connsiteX148" fmla="*/ 363021 w 631667"/>
                <a:gd name="connsiteY148" fmla="*/ 1354 h 81562"/>
                <a:gd name="connsiteX149" fmla="*/ 205417 w 631667"/>
                <a:gd name="connsiteY149" fmla="*/ 1354 h 81562"/>
                <a:gd name="connsiteX150" fmla="*/ 214219 w 631667"/>
                <a:gd name="connsiteY150" fmla="*/ 2552 h 81562"/>
                <a:gd name="connsiteX151" fmla="*/ 221667 w 631667"/>
                <a:gd name="connsiteY151" fmla="*/ 6250 h 81562"/>
                <a:gd name="connsiteX152" fmla="*/ 226719 w 631667"/>
                <a:gd name="connsiteY152" fmla="*/ 12604 h 81562"/>
                <a:gd name="connsiteX153" fmla="*/ 228646 w 631667"/>
                <a:gd name="connsiteY153" fmla="*/ 21771 h 81562"/>
                <a:gd name="connsiteX154" fmla="*/ 224375 w 631667"/>
                <a:gd name="connsiteY154" fmla="*/ 33438 h 81562"/>
                <a:gd name="connsiteX155" fmla="*/ 213229 w 631667"/>
                <a:gd name="connsiteY155" fmla="*/ 39792 h 81562"/>
                <a:gd name="connsiteX156" fmla="*/ 225573 w 631667"/>
                <a:gd name="connsiteY156" fmla="*/ 46198 h 81562"/>
                <a:gd name="connsiteX157" fmla="*/ 230313 w 631667"/>
                <a:gd name="connsiteY157" fmla="*/ 59063 h 81562"/>
                <a:gd name="connsiteX158" fmla="*/ 228177 w 631667"/>
                <a:gd name="connsiteY158" fmla="*/ 69011 h 81562"/>
                <a:gd name="connsiteX159" fmla="*/ 222500 w 631667"/>
                <a:gd name="connsiteY159" fmla="*/ 75833 h 81562"/>
                <a:gd name="connsiteX160" fmla="*/ 214375 w 631667"/>
                <a:gd name="connsiteY160" fmla="*/ 79688 h 81562"/>
                <a:gd name="connsiteX161" fmla="*/ 205000 w 631667"/>
                <a:gd name="connsiteY161" fmla="*/ 80938 h 81562"/>
                <a:gd name="connsiteX162" fmla="*/ 187240 w 631667"/>
                <a:gd name="connsiteY162" fmla="*/ 75000 h 81562"/>
                <a:gd name="connsiteX163" fmla="*/ 180521 w 631667"/>
                <a:gd name="connsiteY163" fmla="*/ 58542 h 81562"/>
                <a:gd name="connsiteX164" fmla="*/ 188750 w 631667"/>
                <a:gd name="connsiteY164" fmla="*/ 58542 h 81562"/>
                <a:gd name="connsiteX165" fmla="*/ 193698 w 631667"/>
                <a:gd name="connsiteY165" fmla="*/ 69896 h 81562"/>
                <a:gd name="connsiteX166" fmla="*/ 205313 w 631667"/>
                <a:gd name="connsiteY166" fmla="*/ 73750 h 81562"/>
                <a:gd name="connsiteX167" fmla="*/ 217500 w 631667"/>
                <a:gd name="connsiteY167" fmla="*/ 69688 h 81562"/>
                <a:gd name="connsiteX168" fmla="*/ 221979 w 631667"/>
                <a:gd name="connsiteY168" fmla="*/ 58125 h 81562"/>
                <a:gd name="connsiteX169" fmla="*/ 220521 w 631667"/>
                <a:gd name="connsiteY169" fmla="*/ 51511 h 81562"/>
                <a:gd name="connsiteX170" fmla="*/ 216667 w 631667"/>
                <a:gd name="connsiteY170" fmla="*/ 46979 h 81562"/>
                <a:gd name="connsiteX171" fmla="*/ 211094 w 631667"/>
                <a:gd name="connsiteY171" fmla="*/ 44375 h 81562"/>
                <a:gd name="connsiteX172" fmla="*/ 204792 w 631667"/>
                <a:gd name="connsiteY172" fmla="*/ 43333 h 81562"/>
                <a:gd name="connsiteX173" fmla="*/ 200625 w 631667"/>
                <a:gd name="connsiteY173" fmla="*/ 43333 h 81562"/>
                <a:gd name="connsiteX174" fmla="*/ 199167 w 631667"/>
                <a:gd name="connsiteY174" fmla="*/ 43073 h 81562"/>
                <a:gd name="connsiteX175" fmla="*/ 198958 w 631667"/>
                <a:gd name="connsiteY175" fmla="*/ 41667 h 81562"/>
                <a:gd name="connsiteX176" fmla="*/ 198958 w 631667"/>
                <a:gd name="connsiteY176" fmla="*/ 37813 h 81562"/>
                <a:gd name="connsiteX177" fmla="*/ 199167 w 631667"/>
                <a:gd name="connsiteY177" fmla="*/ 36146 h 81562"/>
                <a:gd name="connsiteX178" fmla="*/ 200625 w 631667"/>
                <a:gd name="connsiteY178" fmla="*/ 35729 h 81562"/>
                <a:gd name="connsiteX179" fmla="*/ 204063 w 631667"/>
                <a:gd name="connsiteY179" fmla="*/ 35729 h 81562"/>
                <a:gd name="connsiteX180" fmla="*/ 210156 w 631667"/>
                <a:gd name="connsiteY180" fmla="*/ 34948 h 81562"/>
                <a:gd name="connsiteX181" fmla="*/ 215313 w 631667"/>
                <a:gd name="connsiteY181" fmla="*/ 32500 h 81562"/>
                <a:gd name="connsiteX182" fmla="*/ 218959 w 631667"/>
                <a:gd name="connsiteY182" fmla="*/ 28386 h 81562"/>
                <a:gd name="connsiteX183" fmla="*/ 220313 w 631667"/>
                <a:gd name="connsiteY183" fmla="*/ 22188 h 81562"/>
                <a:gd name="connsiteX184" fmla="*/ 215990 w 631667"/>
                <a:gd name="connsiteY184" fmla="*/ 12083 h 81562"/>
                <a:gd name="connsiteX185" fmla="*/ 205104 w 631667"/>
                <a:gd name="connsiteY185" fmla="*/ 8542 h 81562"/>
                <a:gd name="connsiteX186" fmla="*/ 194427 w 631667"/>
                <a:gd name="connsiteY186" fmla="*/ 12083 h 81562"/>
                <a:gd name="connsiteX187" fmla="*/ 189896 w 631667"/>
                <a:gd name="connsiteY187" fmla="*/ 22292 h 81562"/>
                <a:gd name="connsiteX188" fmla="*/ 181563 w 631667"/>
                <a:gd name="connsiteY188" fmla="*/ 22292 h 81562"/>
                <a:gd name="connsiteX189" fmla="*/ 188229 w 631667"/>
                <a:gd name="connsiteY189" fmla="*/ 6979 h 81562"/>
                <a:gd name="connsiteX190" fmla="*/ 205417 w 631667"/>
                <a:gd name="connsiteY190" fmla="*/ 1354 h 81562"/>
                <a:gd name="connsiteX191" fmla="*/ 140208 w 631667"/>
                <a:gd name="connsiteY191" fmla="*/ 1354 h 81562"/>
                <a:gd name="connsiteX192" fmla="*/ 156250 w 631667"/>
                <a:gd name="connsiteY192" fmla="*/ 6458 h 81562"/>
                <a:gd name="connsiteX193" fmla="*/ 162708 w 631667"/>
                <a:gd name="connsiteY193" fmla="*/ 21458 h 81562"/>
                <a:gd name="connsiteX194" fmla="*/ 158594 w 631667"/>
                <a:gd name="connsiteY194" fmla="*/ 35313 h 81562"/>
                <a:gd name="connsiteX195" fmla="*/ 148750 w 631667"/>
                <a:gd name="connsiteY195" fmla="*/ 49271 h 81562"/>
                <a:gd name="connsiteX196" fmla="*/ 136875 w 631667"/>
                <a:gd name="connsiteY196" fmla="*/ 61979 h 81562"/>
                <a:gd name="connsiteX197" fmla="*/ 126667 w 631667"/>
                <a:gd name="connsiteY197" fmla="*/ 71979 h 81562"/>
                <a:gd name="connsiteX198" fmla="*/ 164375 w 631667"/>
                <a:gd name="connsiteY198" fmla="*/ 71979 h 81562"/>
                <a:gd name="connsiteX199" fmla="*/ 164375 w 631667"/>
                <a:gd name="connsiteY199" fmla="*/ 79167 h 81562"/>
                <a:gd name="connsiteX200" fmla="*/ 118646 w 631667"/>
                <a:gd name="connsiteY200" fmla="*/ 79167 h 81562"/>
                <a:gd name="connsiteX201" fmla="*/ 117448 w 631667"/>
                <a:gd name="connsiteY201" fmla="*/ 78854 h 81562"/>
                <a:gd name="connsiteX202" fmla="*/ 117188 w 631667"/>
                <a:gd name="connsiteY202" fmla="*/ 77604 h 81562"/>
                <a:gd name="connsiteX203" fmla="*/ 117188 w 631667"/>
                <a:gd name="connsiteY203" fmla="*/ 71354 h 81562"/>
                <a:gd name="connsiteX204" fmla="*/ 121510 w 631667"/>
                <a:gd name="connsiteY204" fmla="*/ 67188 h 81562"/>
                <a:gd name="connsiteX205" fmla="*/ 127084 w 631667"/>
                <a:gd name="connsiteY205" fmla="*/ 61667 h 81562"/>
                <a:gd name="connsiteX206" fmla="*/ 133125 w 631667"/>
                <a:gd name="connsiteY206" fmla="*/ 55209 h 81562"/>
                <a:gd name="connsiteX207" fmla="*/ 139271 w 631667"/>
                <a:gd name="connsiteY207" fmla="*/ 48125 h 81562"/>
                <a:gd name="connsiteX208" fmla="*/ 145000 w 631667"/>
                <a:gd name="connsiteY208" fmla="*/ 40990 h 81562"/>
                <a:gd name="connsiteX209" fmla="*/ 149688 w 631667"/>
                <a:gd name="connsiteY209" fmla="*/ 34063 h 81562"/>
                <a:gd name="connsiteX210" fmla="*/ 152969 w 631667"/>
                <a:gd name="connsiteY210" fmla="*/ 27605 h 81562"/>
                <a:gd name="connsiteX211" fmla="*/ 154167 w 631667"/>
                <a:gd name="connsiteY211" fmla="*/ 22084 h 81562"/>
                <a:gd name="connsiteX212" fmla="*/ 150208 w 631667"/>
                <a:gd name="connsiteY212" fmla="*/ 11927 h 81562"/>
                <a:gd name="connsiteX213" fmla="*/ 140000 w 631667"/>
                <a:gd name="connsiteY213" fmla="*/ 8542 h 81562"/>
                <a:gd name="connsiteX214" fmla="*/ 130156 w 631667"/>
                <a:gd name="connsiteY214" fmla="*/ 12709 h 81562"/>
                <a:gd name="connsiteX215" fmla="*/ 126354 w 631667"/>
                <a:gd name="connsiteY215" fmla="*/ 23542 h 81562"/>
                <a:gd name="connsiteX216" fmla="*/ 117813 w 631667"/>
                <a:gd name="connsiteY216" fmla="*/ 23542 h 81562"/>
                <a:gd name="connsiteX217" fmla="*/ 119479 w 631667"/>
                <a:gd name="connsiteY217" fmla="*/ 14427 h 81562"/>
                <a:gd name="connsiteX218" fmla="*/ 124167 w 631667"/>
                <a:gd name="connsiteY218" fmla="*/ 7396 h 81562"/>
                <a:gd name="connsiteX219" fmla="*/ 131302 w 631667"/>
                <a:gd name="connsiteY219" fmla="*/ 2917 h 81562"/>
                <a:gd name="connsiteX220" fmla="*/ 140208 w 631667"/>
                <a:gd name="connsiteY220" fmla="*/ 1354 h 81562"/>
                <a:gd name="connsiteX221" fmla="*/ 23021 w 631667"/>
                <a:gd name="connsiteY221" fmla="*/ 1354 h 81562"/>
                <a:gd name="connsiteX222" fmla="*/ 39063 w 631667"/>
                <a:gd name="connsiteY222" fmla="*/ 6458 h 81562"/>
                <a:gd name="connsiteX223" fmla="*/ 45521 w 631667"/>
                <a:gd name="connsiteY223" fmla="*/ 21458 h 81562"/>
                <a:gd name="connsiteX224" fmla="*/ 41406 w 631667"/>
                <a:gd name="connsiteY224" fmla="*/ 35313 h 81562"/>
                <a:gd name="connsiteX225" fmla="*/ 31562 w 631667"/>
                <a:gd name="connsiteY225" fmla="*/ 49271 h 81562"/>
                <a:gd name="connsiteX226" fmla="*/ 19688 w 631667"/>
                <a:gd name="connsiteY226" fmla="*/ 61979 h 81562"/>
                <a:gd name="connsiteX227" fmla="*/ 9479 w 631667"/>
                <a:gd name="connsiteY227" fmla="*/ 71979 h 81562"/>
                <a:gd name="connsiteX228" fmla="*/ 47188 w 631667"/>
                <a:gd name="connsiteY228" fmla="*/ 71979 h 81562"/>
                <a:gd name="connsiteX229" fmla="*/ 47188 w 631667"/>
                <a:gd name="connsiteY229" fmla="*/ 79167 h 81562"/>
                <a:gd name="connsiteX230" fmla="*/ 1458 w 631667"/>
                <a:gd name="connsiteY230" fmla="*/ 79167 h 81562"/>
                <a:gd name="connsiteX231" fmla="*/ 260 w 631667"/>
                <a:gd name="connsiteY231" fmla="*/ 78854 h 81562"/>
                <a:gd name="connsiteX232" fmla="*/ 0 w 631667"/>
                <a:gd name="connsiteY232" fmla="*/ 77604 h 81562"/>
                <a:gd name="connsiteX233" fmla="*/ 0 w 631667"/>
                <a:gd name="connsiteY233" fmla="*/ 71354 h 81562"/>
                <a:gd name="connsiteX234" fmla="*/ 4323 w 631667"/>
                <a:gd name="connsiteY234" fmla="*/ 67188 h 81562"/>
                <a:gd name="connsiteX235" fmla="*/ 9896 w 631667"/>
                <a:gd name="connsiteY235" fmla="*/ 61667 h 81562"/>
                <a:gd name="connsiteX236" fmla="*/ 15937 w 631667"/>
                <a:gd name="connsiteY236" fmla="*/ 55209 h 81562"/>
                <a:gd name="connsiteX237" fmla="*/ 22083 w 631667"/>
                <a:gd name="connsiteY237" fmla="*/ 48125 h 81562"/>
                <a:gd name="connsiteX238" fmla="*/ 27813 w 631667"/>
                <a:gd name="connsiteY238" fmla="*/ 40990 h 81562"/>
                <a:gd name="connsiteX239" fmla="*/ 32500 w 631667"/>
                <a:gd name="connsiteY239" fmla="*/ 34063 h 81562"/>
                <a:gd name="connsiteX240" fmla="*/ 35781 w 631667"/>
                <a:gd name="connsiteY240" fmla="*/ 27605 h 81562"/>
                <a:gd name="connsiteX241" fmla="*/ 36979 w 631667"/>
                <a:gd name="connsiteY241" fmla="*/ 22084 h 81562"/>
                <a:gd name="connsiteX242" fmla="*/ 33021 w 631667"/>
                <a:gd name="connsiteY242" fmla="*/ 11927 h 81562"/>
                <a:gd name="connsiteX243" fmla="*/ 22812 w 631667"/>
                <a:gd name="connsiteY243" fmla="*/ 8542 h 81562"/>
                <a:gd name="connsiteX244" fmla="*/ 12969 w 631667"/>
                <a:gd name="connsiteY244" fmla="*/ 12709 h 81562"/>
                <a:gd name="connsiteX245" fmla="*/ 9167 w 631667"/>
                <a:gd name="connsiteY245" fmla="*/ 23542 h 81562"/>
                <a:gd name="connsiteX246" fmla="*/ 625 w 631667"/>
                <a:gd name="connsiteY246" fmla="*/ 23542 h 81562"/>
                <a:gd name="connsiteX247" fmla="*/ 2292 w 631667"/>
                <a:gd name="connsiteY247" fmla="*/ 14427 h 81562"/>
                <a:gd name="connsiteX248" fmla="*/ 6979 w 631667"/>
                <a:gd name="connsiteY248" fmla="*/ 7396 h 81562"/>
                <a:gd name="connsiteX249" fmla="*/ 14115 w 631667"/>
                <a:gd name="connsiteY249" fmla="*/ 2917 h 81562"/>
                <a:gd name="connsiteX250" fmla="*/ 23021 w 631667"/>
                <a:gd name="connsiteY250" fmla="*/ 1354 h 81562"/>
                <a:gd name="connsiteX251" fmla="*/ 519271 w 631667"/>
                <a:gd name="connsiteY251" fmla="*/ 0 h 81562"/>
                <a:gd name="connsiteX252" fmla="*/ 532032 w 631667"/>
                <a:gd name="connsiteY252" fmla="*/ 3646 h 81562"/>
                <a:gd name="connsiteX253" fmla="*/ 539792 w 631667"/>
                <a:gd name="connsiteY253" fmla="*/ 13021 h 81562"/>
                <a:gd name="connsiteX254" fmla="*/ 543646 w 631667"/>
                <a:gd name="connsiteY254" fmla="*/ 26146 h 81562"/>
                <a:gd name="connsiteX255" fmla="*/ 544688 w 631667"/>
                <a:gd name="connsiteY255" fmla="*/ 40729 h 81562"/>
                <a:gd name="connsiteX256" fmla="*/ 543646 w 631667"/>
                <a:gd name="connsiteY256" fmla="*/ 55313 h 81562"/>
                <a:gd name="connsiteX257" fmla="*/ 539792 w 631667"/>
                <a:gd name="connsiteY257" fmla="*/ 68334 h 81562"/>
                <a:gd name="connsiteX258" fmla="*/ 532032 w 631667"/>
                <a:gd name="connsiteY258" fmla="*/ 77604 h 81562"/>
                <a:gd name="connsiteX259" fmla="*/ 519271 w 631667"/>
                <a:gd name="connsiteY259" fmla="*/ 81146 h 81562"/>
                <a:gd name="connsiteX260" fmla="*/ 506719 w 631667"/>
                <a:gd name="connsiteY260" fmla="*/ 77604 h 81562"/>
                <a:gd name="connsiteX261" fmla="*/ 499271 w 631667"/>
                <a:gd name="connsiteY261" fmla="*/ 68334 h 81562"/>
                <a:gd name="connsiteX262" fmla="*/ 495625 w 631667"/>
                <a:gd name="connsiteY262" fmla="*/ 55313 h 81562"/>
                <a:gd name="connsiteX263" fmla="*/ 494688 w 631667"/>
                <a:gd name="connsiteY263" fmla="*/ 40729 h 81562"/>
                <a:gd name="connsiteX264" fmla="*/ 495625 w 631667"/>
                <a:gd name="connsiteY264" fmla="*/ 26146 h 81562"/>
                <a:gd name="connsiteX265" fmla="*/ 499271 w 631667"/>
                <a:gd name="connsiteY265" fmla="*/ 13021 h 81562"/>
                <a:gd name="connsiteX266" fmla="*/ 506719 w 631667"/>
                <a:gd name="connsiteY266" fmla="*/ 3646 h 81562"/>
                <a:gd name="connsiteX267" fmla="*/ 519271 w 631667"/>
                <a:gd name="connsiteY267" fmla="*/ 0 h 81562"/>
                <a:gd name="connsiteX268" fmla="*/ 297917 w 631667"/>
                <a:gd name="connsiteY268" fmla="*/ 0 h 81562"/>
                <a:gd name="connsiteX269" fmla="*/ 310677 w 631667"/>
                <a:gd name="connsiteY269" fmla="*/ 3646 h 81562"/>
                <a:gd name="connsiteX270" fmla="*/ 318438 w 631667"/>
                <a:gd name="connsiteY270" fmla="*/ 13021 h 81562"/>
                <a:gd name="connsiteX271" fmla="*/ 322292 w 631667"/>
                <a:gd name="connsiteY271" fmla="*/ 26146 h 81562"/>
                <a:gd name="connsiteX272" fmla="*/ 323334 w 631667"/>
                <a:gd name="connsiteY272" fmla="*/ 40729 h 81562"/>
                <a:gd name="connsiteX273" fmla="*/ 322292 w 631667"/>
                <a:gd name="connsiteY273" fmla="*/ 55313 h 81562"/>
                <a:gd name="connsiteX274" fmla="*/ 318438 w 631667"/>
                <a:gd name="connsiteY274" fmla="*/ 68334 h 81562"/>
                <a:gd name="connsiteX275" fmla="*/ 310677 w 631667"/>
                <a:gd name="connsiteY275" fmla="*/ 77604 h 81562"/>
                <a:gd name="connsiteX276" fmla="*/ 297917 w 631667"/>
                <a:gd name="connsiteY276" fmla="*/ 81146 h 81562"/>
                <a:gd name="connsiteX277" fmla="*/ 285365 w 631667"/>
                <a:gd name="connsiteY277" fmla="*/ 77604 h 81562"/>
                <a:gd name="connsiteX278" fmla="*/ 277917 w 631667"/>
                <a:gd name="connsiteY278" fmla="*/ 68334 h 81562"/>
                <a:gd name="connsiteX279" fmla="*/ 274271 w 631667"/>
                <a:gd name="connsiteY279" fmla="*/ 55313 h 81562"/>
                <a:gd name="connsiteX280" fmla="*/ 273334 w 631667"/>
                <a:gd name="connsiteY280" fmla="*/ 40729 h 81562"/>
                <a:gd name="connsiteX281" fmla="*/ 274271 w 631667"/>
                <a:gd name="connsiteY281" fmla="*/ 26146 h 81562"/>
                <a:gd name="connsiteX282" fmla="*/ 277917 w 631667"/>
                <a:gd name="connsiteY282" fmla="*/ 13021 h 81562"/>
                <a:gd name="connsiteX283" fmla="*/ 285365 w 631667"/>
                <a:gd name="connsiteY283" fmla="*/ 3646 h 81562"/>
                <a:gd name="connsiteX284" fmla="*/ 297917 w 631667"/>
                <a:gd name="connsiteY284" fmla="*/ 0 h 81562"/>
                <a:gd name="connsiteX285" fmla="*/ 89583 w 631667"/>
                <a:gd name="connsiteY285" fmla="*/ 0 h 81562"/>
                <a:gd name="connsiteX286" fmla="*/ 102344 w 631667"/>
                <a:gd name="connsiteY286" fmla="*/ 3646 h 81562"/>
                <a:gd name="connsiteX287" fmla="*/ 110104 w 631667"/>
                <a:gd name="connsiteY287" fmla="*/ 13021 h 81562"/>
                <a:gd name="connsiteX288" fmla="*/ 113958 w 631667"/>
                <a:gd name="connsiteY288" fmla="*/ 26146 h 81562"/>
                <a:gd name="connsiteX289" fmla="*/ 115000 w 631667"/>
                <a:gd name="connsiteY289" fmla="*/ 40729 h 81562"/>
                <a:gd name="connsiteX290" fmla="*/ 113958 w 631667"/>
                <a:gd name="connsiteY290" fmla="*/ 55313 h 81562"/>
                <a:gd name="connsiteX291" fmla="*/ 110104 w 631667"/>
                <a:gd name="connsiteY291" fmla="*/ 68334 h 81562"/>
                <a:gd name="connsiteX292" fmla="*/ 102344 w 631667"/>
                <a:gd name="connsiteY292" fmla="*/ 77604 h 81562"/>
                <a:gd name="connsiteX293" fmla="*/ 89583 w 631667"/>
                <a:gd name="connsiteY293" fmla="*/ 81146 h 81562"/>
                <a:gd name="connsiteX294" fmla="*/ 77031 w 631667"/>
                <a:gd name="connsiteY294" fmla="*/ 77604 h 81562"/>
                <a:gd name="connsiteX295" fmla="*/ 69583 w 631667"/>
                <a:gd name="connsiteY295" fmla="*/ 68334 h 81562"/>
                <a:gd name="connsiteX296" fmla="*/ 65937 w 631667"/>
                <a:gd name="connsiteY296" fmla="*/ 55313 h 81562"/>
                <a:gd name="connsiteX297" fmla="*/ 65000 w 631667"/>
                <a:gd name="connsiteY297" fmla="*/ 40729 h 81562"/>
                <a:gd name="connsiteX298" fmla="*/ 65937 w 631667"/>
                <a:gd name="connsiteY298" fmla="*/ 26146 h 81562"/>
                <a:gd name="connsiteX299" fmla="*/ 69583 w 631667"/>
                <a:gd name="connsiteY299" fmla="*/ 13021 h 81562"/>
                <a:gd name="connsiteX300" fmla="*/ 77031 w 631667"/>
                <a:gd name="connsiteY300" fmla="*/ 3646 h 81562"/>
                <a:gd name="connsiteX301" fmla="*/ 89583 w 631667"/>
                <a:gd name="connsiteY30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021" y="43438"/>
                  </a:moveTo>
                  <a:cubicBezTo>
                    <a:pt x="360938" y="43438"/>
                    <a:pt x="358893" y="43763"/>
                    <a:pt x="356875" y="44427"/>
                  </a:cubicBezTo>
                  <a:cubicBezTo>
                    <a:pt x="354857" y="45091"/>
                    <a:pt x="353086" y="46042"/>
                    <a:pt x="351563" y="47292"/>
                  </a:cubicBezTo>
                  <a:cubicBezTo>
                    <a:pt x="349961" y="48542"/>
                    <a:pt x="348698" y="50118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26" y="66914"/>
                    <a:pt x="350781" y="69688"/>
                  </a:cubicBezTo>
                  <a:cubicBezTo>
                    <a:pt x="353737" y="72461"/>
                    <a:pt x="357813" y="73855"/>
                    <a:pt x="363021" y="73855"/>
                  </a:cubicBezTo>
                  <a:cubicBezTo>
                    <a:pt x="368086" y="73855"/>
                    <a:pt x="372136" y="72461"/>
                    <a:pt x="375156" y="69688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53" y="50118"/>
                    <a:pt x="375977" y="48542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44" y="43763"/>
                    <a:pt x="365039" y="43438"/>
                    <a:pt x="363021" y="43438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84"/>
                    <a:pt x="604219" y="34948"/>
                  </a:cubicBezTo>
                  <a:cubicBezTo>
                    <a:pt x="605782" y="35612"/>
                    <a:pt x="607396" y="36602"/>
                    <a:pt x="609063" y="37917"/>
                  </a:cubicBezTo>
                  <a:cubicBezTo>
                    <a:pt x="610938" y="39440"/>
                    <a:pt x="612539" y="40612"/>
                    <a:pt x="613854" y="41407"/>
                  </a:cubicBezTo>
                  <a:cubicBezTo>
                    <a:pt x="615170" y="42201"/>
                    <a:pt x="616602" y="42604"/>
                    <a:pt x="618125" y="42604"/>
                  </a:cubicBezTo>
                  <a:cubicBezTo>
                    <a:pt x="620352" y="42604"/>
                    <a:pt x="622097" y="41836"/>
                    <a:pt x="623386" y="40313"/>
                  </a:cubicBezTo>
                  <a:cubicBezTo>
                    <a:pt x="624675" y="38789"/>
                    <a:pt x="625873" y="36667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706"/>
                    <a:pt x="607813" y="45313"/>
                  </a:cubicBezTo>
                  <a:cubicBezTo>
                    <a:pt x="605938" y="43854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35"/>
                    <a:pt x="587956" y="39688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363021" y="8334"/>
                  </a:moveTo>
                  <a:cubicBezTo>
                    <a:pt x="358646" y="8334"/>
                    <a:pt x="354935" y="9584"/>
                    <a:pt x="351875" y="12083"/>
                  </a:cubicBezTo>
                  <a:cubicBezTo>
                    <a:pt x="348815" y="14584"/>
                    <a:pt x="347292" y="17917"/>
                    <a:pt x="347292" y="22084"/>
                  </a:cubicBezTo>
                  <a:cubicBezTo>
                    <a:pt x="347292" y="26459"/>
                    <a:pt x="348789" y="29844"/>
                    <a:pt x="351771" y="32240"/>
                  </a:cubicBezTo>
                  <a:cubicBezTo>
                    <a:pt x="354753" y="34635"/>
                    <a:pt x="358503" y="35834"/>
                    <a:pt x="363021" y="35834"/>
                  </a:cubicBezTo>
                  <a:cubicBezTo>
                    <a:pt x="367396" y="35834"/>
                    <a:pt x="371107" y="34635"/>
                    <a:pt x="374167" y="32240"/>
                  </a:cubicBezTo>
                  <a:cubicBezTo>
                    <a:pt x="377227" y="29844"/>
                    <a:pt x="378750" y="26459"/>
                    <a:pt x="378750" y="22084"/>
                  </a:cubicBezTo>
                  <a:cubicBezTo>
                    <a:pt x="378750" y="17917"/>
                    <a:pt x="377227" y="14584"/>
                    <a:pt x="374167" y="12083"/>
                  </a:cubicBezTo>
                  <a:cubicBezTo>
                    <a:pt x="371107" y="9584"/>
                    <a:pt x="367396" y="8334"/>
                    <a:pt x="363021" y="8334"/>
                  </a:cubicBezTo>
                  <a:close/>
                  <a:moveTo>
                    <a:pt x="519271" y="7188"/>
                  </a:moveTo>
                  <a:cubicBezTo>
                    <a:pt x="515521" y="7188"/>
                    <a:pt x="512591" y="8399"/>
                    <a:pt x="510469" y="10833"/>
                  </a:cubicBezTo>
                  <a:cubicBezTo>
                    <a:pt x="508347" y="13268"/>
                    <a:pt x="506771" y="16185"/>
                    <a:pt x="505729" y="19584"/>
                  </a:cubicBezTo>
                  <a:cubicBezTo>
                    <a:pt x="504623" y="23060"/>
                    <a:pt x="503946" y="26719"/>
                    <a:pt x="503698" y="30573"/>
                  </a:cubicBezTo>
                  <a:cubicBezTo>
                    <a:pt x="503451" y="34427"/>
                    <a:pt x="503334" y="37813"/>
                    <a:pt x="503334" y="40729"/>
                  </a:cubicBezTo>
                  <a:cubicBezTo>
                    <a:pt x="503334" y="43646"/>
                    <a:pt x="503451" y="46992"/>
                    <a:pt x="503698" y="50782"/>
                  </a:cubicBezTo>
                  <a:cubicBezTo>
                    <a:pt x="503946" y="54570"/>
                    <a:pt x="504623" y="58190"/>
                    <a:pt x="505729" y="61667"/>
                  </a:cubicBezTo>
                  <a:cubicBezTo>
                    <a:pt x="506771" y="65065"/>
                    <a:pt x="508347" y="67956"/>
                    <a:pt x="510469" y="70313"/>
                  </a:cubicBezTo>
                  <a:cubicBezTo>
                    <a:pt x="512591" y="72670"/>
                    <a:pt x="515521" y="73855"/>
                    <a:pt x="519271" y="73855"/>
                  </a:cubicBezTo>
                  <a:cubicBezTo>
                    <a:pt x="523021" y="73855"/>
                    <a:pt x="526003" y="72670"/>
                    <a:pt x="528230" y="70313"/>
                  </a:cubicBezTo>
                  <a:cubicBezTo>
                    <a:pt x="530456" y="67956"/>
                    <a:pt x="532123" y="65065"/>
                    <a:pt x="533229" y="61667"/>
                  </a:cubicBezTo>
                  <a:cubicBezTo>
                    <a:pt x="534414" y="58190"/>
                    <a:pt x="535170" y="54570"/>
                    <a:pt x="535521" y="50782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3"/>
                    <a:pt x="535873" y="34427"/>
                    <a:pt x="535521" y="30573"/>
                  </a:cubicBezTo>
                  <a:cubicBezTo>
                    <a:pt x="535170" y="26719"/>
                    <a:pt x="534414" y="23060"/>
                    <a:pt x="533229" y="19584"/>
                  </a:cubicBezTo>
                  <a:cubicBezTo>
                    <a:pt x="532123" y="16185"/>
                    <a:pt x="530456" y="13268"/>
                    <a:pt x="528230" y="10833"/>
                  </a:cubicBezTo>
                  <a:cubicBezTo>
                    <a:pt x="526003" y="8399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3"/>
                  </a:cubicBezTo>
                  <a:cubicBezTo>
                    <a:pt x="286992" y="13268"/>
                    <a:pt x="285417" y="16185"/>
                    <a:pt x="284375" y="19584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097" y="34427"/>
                    <a:pt x="281979" y="37813"/>
                    <a:pt x="281979" y="40729"/>
                  </a:cubicBezTo>
                  <a:cubicBezTo>
                    <a:pt x="281979" y="43646"/>
                    <a:pt x="282097" y="46992"/>
                    <a:pt x="282344" y="50782"/>
                  </a:cubicBezTo>
                  <a:cubicBezTo>
                    <a:pt x="282591" y="54570"/>
                    <a:pt x="283268" y="58190"/>
                    <a:pt x="284375" y="61667"/>
                  </a:cubicBezTo>
                  <a:cubicBezTo>
                    <a:pt x="285417" y="65065"/>
                    <a:pt x="286992" y="67956"/>
                    <a:pt x="289115" y="70313"/>
                  </a:cubicBezTo>
                  <a:cubicBezTo>
                    <a:pt x="291237" y="72670"/>
                    <a:pt x="294167" y="73855"/>
                    <a:pt x="297917" y="73855"/>
                  </a:cubicBezTo>
                  <a:cubicBezTo>
                    <a:pt x="301667" y="73855"/>
                    <a:pt x="304649" y="72670"/>
                    <a:pt x="306875" y="70313"/>
                  </a:cubicBezTo>
                  <a:cubicBezTo>
                    <a:pt x="309102" y="67956"/>
                    <a:pt x="310768" y="65065"/>
                    <a:pt x="311875" y="61667"/>
                  </a:cubicBezTo>
                  <a:cubicBezTo>
                    <a:pt x="313060" y="58190"/>
                    <a:pt x="313815" y="54570"/>
                    <a:pt x="314167" y="50782"/>
                  </a:cubicBezTo>
                  <a:cubicBezTo>
                    <a:pt x="314518" y="46992"/>
                    <a:pt x="314688" y="43646"/>
                    <a:pt x="314688" y="40729"/>
                  </a:cubicBezTo>
                  <a:cubicBezTo>
                    <a:pt x="314688" y="37813"/>
                    <a:pt x="314518" y="34427"/>
                    <a:pt x="314167" y="30573"/>
                  </a:cubicBezTo>
                  <a:cubicBezTo>
                    <a:pt x="313815" y="26719"/>
                    <a:pt x="313060" y="23060"/>
                    <a:pt x="311875" y="19584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49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3"/>
                  </a:cubicBezTo>
                  <a:cubicBezTo>
                    <a:pt x="78659" y="13268"/>
                    <a:pt x="77083" y="16185"/>
                    <a:pt x="76042" y="19584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63" y="34427"/>
                    <a:pt x="73646" y="37813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70"/>
                    <a:pt x="74935" y="58190"/>
                    <a:pt x="76042" y="61667"/>
                  </a:cubicBezTo>
                  <a:cubicBezTo>
                    <a:pt x="77083" y="65065"/>
                    <a:pt x="78659" y="67956"/>
                    <a:pt x="80781" y="70313"/>
                  </a:cubicBezTo>
                  <a:cubicBezTo>
                    <a:pt x="82904" y="72670"/>
                    <a:pt x="85833" y="73855"/>
                    <a:pt x="89583" y="73855"/>
                  </a:cubicBezTo>
                  <a:cubicBezTo>
                    <a:pt x="93333" y="73855"/>
                    <a:pt x="96315" y="72670"/>
                    <a:pt x="98542" y="70313"/>
                  </a:cubicBezTo>
                  <a:cubicBezTo>
                    <a:pt x="100768" y="67956"/>
                    <a:pt x="102435" y="65065"/>
                    <a:pt x="103542" y="61667"/>
                  </a:cubicBezTo>
                  <a:cubicBezTo>
                    <a:pt x="104727" y="58190"/>
                    <a:pt x="105482" y="54570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82" y="26719"/>
                    <a:pt x="104727" y="23060"/>
                    <a:pt x="103542" y="19584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40" y="3060"/>
                    <a:pt x="468750" y="6458"/>
                  </a:cubicBezTo>
                  <a:cubicBezTo>
                    <a:pt x="473060" y="9857"/>
                    <a:pt x="475209" y="14857"/>
                    <a:pt x="475209" y="21458"/>
                  </a:cubicBezTo>
                  <a:cubicBezTo>
                    <a:pt x="475209" y="25899"/>
                    <a:pt x="473841" y="30521"/>
                    <a:pt x="471094" y="35313"/>
                  </a:cubicBezTo>
                  <a:cubicBezTo>
                    <a:pt x="468347" y="40104"/>
                    <a:pt x="465065" y="44753"/>
                    <a:pt x="461250" y="49271"/>
                  </a:cubicBezTo>
                  <a:cubicBezTo>
                    <a:pt x="457435" y="53789"/>
                    <a:pt x="453477" y="58021"/>
                    <a:pt x="449375" y="61979"/>
                  </a:cubicBezTo>
                  <a:cubicBezTo>
                    <a:pt x="445274" y="65938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17" y="79063"/>
                    <a:pt x="429948" y="78854"/>
                  </a:cubicBezTo>
                  <a:cubicBezTo>
                    <a:pt x="429779" y="78646"/>
                    <a:pt x="429688" y="78230"/>
                    <a:pt x="429688" y="77604"/>
                  </a:cubicBezTo>
                  <a:lnTo>
                    <a:pt x="429688" y="71354"/>
                  </a:lnTo>
                  <a:cubicBezTo>
                    <a:pt x="430873" y="70248"/>
                    <a:pt x="432305" y="68855"/>
                    <a:pt x="434011" y="67188"/>
                  </a:cubicBezTo>
                  <a:cubicBezTo>
                    <a:pt x="435716" y="65521"/>
                    <a:pt x="437565" y="63685"/>
                    <a:pt x="439584" y="61667"/>
                  </a:cubicBezTo>
                  <a:cubicBezTo>
                    <a:pt x="441524" y="59649"/>
                    <a:pt x="443542" y="57500"/>
                    <a:pt x="445625" y="55209"/>
                  </a:cubicBezTo>
                  <a:cubicBezTo>
                    <a:pt x="447709" y="52917"/>
                    <a:pt x="449753" y="50560"/>
                    <a:pt x="451771" y="48125"/>
                  </a:cubicBezTo>
                  <a:cubicBezTo>
                    <a:pt x="453789" y="45768"/>
                    <a:pt x="455690" y="43385"/>
                    <a:pt x="457500" y="40990"/>
                  </a:cubicBezTo>
                  <a:cubicBezTo>
                    <a:pt x="459310" y="38594"/>
                    <a:pt x="460873" y="36289"/>
                    <a:pt x="462188" y="34063"/>
                  </a:cubicBezTo>
                  <a:cubicBezTo>
                    <a:pt x="463581" y="31771"/>
                    <a:pt x="464675" y="29623"/>
                    <a:pt x="465469" y="27605"/>
                  </a:cubicBezTo>
                  <a:cubicBezTo>
                    <a:pt x="466263" y="25586"/>
                    <a:pt x="466667" y="23750"/>
                    <a:pt x="466667" y="22084"/>
                  </a:cubicBezTo>
                  <a:cubicBezTo>
                    <a:pt x="466667" y="17565"/>
                    <a:pt x="465352" y="14180"/>
                    <a:pt x="462709" y="11927"/>
                  </a:cubicBezTo>
                  <a:cubicBezTo>
                    <a:pt x="460065" y="9675"/>
                    <a:pt x="456667" y="8542"/>
                    <a:pt x="452500" y="8542"/>
                  </a:cubicBezTo>
                  <a:cubicBezTo>
                    <a:pt x="448477" y="8542"/>
                    <a:pt x="445196" y="9935"/>
                    <a:pt x="442657" y="12709"/>
                  </a:cubicBezTo>
                  <a:cubicBezTo>
                    <a:pt x="440117" y="15482"/>
                    <a:pt x="438854" y="19102"/>
                    <a:pt x="438854" y="23542"/>
                  </a:cubicBezTo>
                  <a:lnTo>
                    <a:pt x="430313" y="23542"/>
                  </a:lnTo>
                  <a:cubicBezTo>
                    <a:pt x="430313" y="20208"/>
                    <a:pt x="430873" y="17174"/>
                    <a:pt x="431979" y="14427"/>
                  </a:cubicBezTo>
                  <a:cubicBezTo>
                    <a:pt x="433086" y="11680"/>
                    <a:pt x="434649" y="9336"/>
                    <a:pt x="436667" y="7396"/>
                  </a:cubicBezTo>
                  <a:cubicBezTo>
                    <a:pt x="438685" y="5456"/>
                    <a:pt x="441055" y="3959"/>
                    <a:pt x="443802" y="2917"/>
                  </a:cubicBezTo>
                  <a:cubicBezTo>
                    <a:pt x="446550" y="1875"/>
                    <a:pt x="449518" y="1354"/>
                    <a:pt x="452709" y="1354"/>
                  </a:cubicBezTo>
                  <a:close/>
                  <a:moveTo>
                    <a:pt x="363021" y="1354"/>
                  </a:moveTo>
                  <a:cubicBezTo>
                    <a:pt x="370104" y="1354"/>
                    <a:pt x="375886" y="3164"/>
                    <a:pt x="380365" y="6771"/>
                  </a:cubicBezTo>
                  <a:cubicBezTo>
                    <a:pt x="384844" y="10378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5"/>
                  </a:cubicBezTo>
                  <a:cubicBezTo>
                    <a:pt x="385430" y="29479"/>
                    <a:pt x="384519" y="31250"/>
                    <a:pt x="383334" y="32917"/>
                  </a:cubicBezTo>
                  <a:cubicBezTo>
                    <a:pt x="382084" y="34583"/>
                    <a:pt x="380625" y="36055"/>
                    <a:pt x="378959" y="37344"/>
                  </a:cubicBezTo>
                  <a:cubicBezTo>
                    <a:pt x="377292" y="38633"/>
                    <a:pt x="375456" y="39545"/>
                    <a:pt x="373438" y="40104"/>
                  </a:cubicBezTo>
                  <a:cubicBezTo>
                    <a:pt x="378021" y="41355"/>
                    <a:pt x="381602" y="43633"/>
                    <a:pt x="384167" y="46927"/>
                  </a:cubicBezTo>
                  <a:cubicBezTo>
                    <a:pt x="386732" y="50222"/>
                    <a:pt x="388021" y="54102"/>
                    <a:pt x="388021" y="58542"/>
                  </a:cubicBezTo>
                  <a:cubicBezTo>
                    <a:pt x="387956" y="65690"/>
                    <a:pt x="385612" y="71198"/>
                    <a:pt x="380990" y="75052"/>
                  </a:cubicBezTo>
                  <a:cubicBezTo>
                    <a:pt x="376367" y="78907"/>
                    <a:pt x="370352" y="80833"/>
                    <a:pt x="362917" y="80833"/>
                  </a:cubicBezTo>
                  <a:cubicBezTo>
                    <a:pt x="355417" y="80833"/>
                    <a:pt x="349388" y="78907"/>
                    <a:pt x="344844" y="75052"/>
                  </a:cubicBezTo>
                  <a:cubicBezTo>
                    <a:pt x="340300" y="71198"/>
                    <a:pt x="338021" y="65690"/>
                    <a:pt x="338021" y="58542"/>
                  </a:cubicBezTo>
                  <a:cubicBezTo>
                    <a:pt x="338021" y="54649"/>
                    <a:pt x="339271" y="50951"/>
                    <a:pt x="341771" y="47448"/>
                  </a:cubicBezTo>
                  <a:cubicBezTo>
                    <a:pt x="344271" y="43945"/>
                    <a:pt x="347917" y="41355"/>
                    <a:pt x="352708" y="39688"/>
                  </a:cubicBezTo>
                  <a:cubicBezTo>
                    <a:pt x="348334" y="38854"/>
                    <a:pt x="344948" y="36732"/>
                    <a:pt x="342552" y="33334"/>
                  </a:cubicBezTo>
                  <a:cubicBezTo>
                    <a:pt x="340157" y="29935"/>
                    <a:pt x="338958" y="26146"/>
                    <a:pt x="338958" y="21979"/>
                  </a:cubicBezTo>
                  <a:cubicBezTo>
                    <a:pt x="338958" y="15456"/>
                    <a:pt x="341185" y="10378"/>
                    <a:pt x="345625" y="6771"/>
                  </a:cubicBezTo>
                  <a:cubicBezTo>
                    <a:pt x="350065" y="3164"/>
                    <a:pt x="355873" y="1354"/>
                    <a:pt x="363021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58"/>
                    <a:pt x="214219" y="2552"/>
                  </a:cubicBezTo>
                  <a:cubicBezTo>
                    <a:pt x="217031" y="3347"/>
                    <a:pt x="219518" y="4584"/>
                    <a:pt x="221667" y="6250"/>
                  </a:cubicBezTo>
                  <a:cubicBezTo>
                    <a:pt x="223750" y="7917"/>
                    <a:pt x="225430" y="10039"/>
                    <a:pt x="226719" y="12604"/>
                  </a:cubicBezTo>
                  <a:cubicBezTo>
                    <a:pt x="228008" y="15169"/>
                    <a:pt x="228646" y="18229"/>
                    <a:pt x="228646" y="21771"/>
                  </a:cubicBezTo>
                  <a:cubicBezTo>
                    <a:pt x="228646" y="26146"/>
                    <a:pt x="227227" y="30039"/>
                    <a:pt x="224375" y="33438"/>
                  </a:cubicBezTo>
                  <a:cubicBezTo>
                    <a:pt x="221524" y="36836"/>
                    <a:pt x="217813" y="38958"/>
                    <a:pt x="213229" y="39792"/>
                  </a:cubicBezTo>
                  <a:cubicBezTo>
                    <a:pt x="218294" y="40482"/>
                    <a:pt x="222409" y="42617"/>
                    <a:pt x="225573" y="46198"/>
                  </a:cubicBezTo>
                  <a:cubicBezTo>
                    <a:pt x="228737" y="49779"/>
                    <a:pt x="230313" y="54063"/>
                    <a:pt x="230313" y="59063"/>
                  </a:cubicBezTo>
                  <a:cubicBezTo>
                    <a:pt x="230313" y="62956"/>
                    <a:pt x="229596" y="66263"/>
                    <a:pt x="228177" y="69011"/>
                  </a:cubicBezTo>
                  <a:cubicBezTo>
                    <a:pt x="226758" y="71758"/>
                    <a:pt x="224857" y="74024"/>
                    <a:pt x="222500" y="75833"/>
                  </a:cubicBezTo>
                  <a:cubicBezTo>
                    <a:pt x="220143" y="77565"/>
                    <a:pt x="217435" y="78854"/>
                    <a:pt x="214375" y="79688"/>
                  </a:cubicBezTo>
                  <a:cubicBezTo>
                    <a:pt x="211315" y="80521"/>
                    <a:pt x="208190" y="80938"/>
                    <a:pt x="205000" y="80938"/>
                  </a:cubicBezTo>
                  <a:cubicBezTo>
                    <a:pt x="197500" y="80938"/>
                    <a:pt x="191576" y="78959"/>
                    <a:pt x="187240" y="75000"/>
                  </a:cubicBezTo>
                  <a:cubicBezTo>
                    <a:pt x="182904" y="71042"/>
                    <a:pt x="180664" y="65560"/>
                    <a:pt x="180521" y="58542"/>
                  </a:cubicBezTo>
                  <a:lnTo>
                    <a:pt x="188750" y="58542"/>
                  </a:lnTo>
                  <a:cubicBezTo>
                    <a:pt x="189232" y="63542"/>
                    <a:pt x="190886" y="67331"/>
                    <a:pt x="193698" y="69896"/>
                  </a:cubicBezTo>
                  <a:cubicBezTo>
                    <a:pt x="196510" y="72461"/>
                    <a:pt x="200378" y="73750"/>
                    <a:pt x="205313" y="73750"/>
                  </a:cubicBezTo>
                  <a:cubicBezTo>
                    <a:pt x="210456" y="73750"/>
                    <a:pt x="214518" y="72396"/>
                    <a:pt x="217500" y="69688"/>
                  </a:cubicBezTo>
                  <a:cubicBezTo>
                    <a:pt x="220482" y="66979"/>
                    <a:pt x="221979" y="63125"/>
                    <a:pt x="221979" y="58125"/>
                  </a:cubicBezTo>
                  <a:cubicBezTo>
                    <a:pt x="221979" y="55560"/>
                    <a:pt x="221498" y="53347"/>
                    <a:pt x="220521" y="51511"/>
                  </a:cubicBezTo>
                  <a:cubicBezTo>
                    <a:pt x="219544" y="49675"/>
                    <a:pt x="218268" y="48164"/>
                    <a:pt x="216667" y="46979"/>
                  </a:cubicBezTo>
                  <a:cubicBezTo>
                    <a:pt x="215000" y="45795"/>
                    <a:pt x="213138" y="44935"/>
                    <a:pt x="211094" y="44375"/>
                  </a:cubicBezTo>
                  <a:cubicBezTo>
                    <a:pt x="209050" y="43815"/>
                    <a:pt x="206940" y="43477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2"/>
                    <a:pt x="199167" y="43073"/>
                  </a:cubicBezTo>
                  <a:cubicBezTo>
                    <a:pt x="199024" y="42904"/>
                    <a:pt x="198958" y="42435"/>
                    <a:pt x="198958" y="41667"/>
                  </a:cubicBezTo>
                  <a:lnTo>
                    <a:pt x="198958" y="37813"/>
                  </a:lnTo>
                  <a:cubicBezTo>
                    <a:pt x="198958" y="36980"/>
                    <a:pt x="199024" y="36420"/>
                    <a:pt x="199167" y="36146"/>
                  </a:cubicBezTo>
                  <a:cubicBezTo>
                    <a:pt x="199310" y="35872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7"/>
                    <a:pt x="213854" y="33607"/>
                    <a:pt x="215313" y="32500"/>
                  </a:cubicBezTo>
                  <a:cubicBezTo>
                    <a:pt x="216836" y="31459"/>
                    <a:pt x="218060" y="30091"/>
                    <a:pt x="218959" y="28386"/>
                  </a:cubicBezTo>
                  <a:cubicBezTo>
                    <a:pt x="219857" y="26680"/>
                    <a:pt x="220313" y="24623"/>
                    <a:pt x="220313" y="22188"/>
                  </a:cubicBezTo>
                  <a:cubicBezTo>
                    <a:pt x="220313" y="17813"/>
                    <a:pt x="218867" y="14440"/>
                    <a:pt x="215990" y="12083"/>
                  </a:cubicBezTo>
                  <a:cubicBezTo>
                    <a:pt x="213112" y="9727"/>
                    <a:pt x="209479" y="8542"/>
                    <a:pt x="205104" y="8542"/>
                  </a:cubicBezTo>
                  <a:cubicBezTo>
                    <a:pt x="200586" y="8542"/>
                    <a:pt x="197031" y="9727"/>
                    <a:pt x="194427" y="12083"/>
                  </a:cubicBezTo>
                  <a:cubicBezTo>
                    <a:pt x="191823" y="14440"/>
                    <a:pt x="190313" y="17852"/>
                    <a:pt x="189896" y="22292"/>
                  </a:cubicBezTo>
                  <a:lnTo>
                    <a:pt x="181563" y="22292"/>
                  </a:lnTo>
                  <a:cubicBezTo>
                    <a:pt x="181628" y="15833"/>
                    <a:pt x="183854" y="10729"/>
                    <a:pt x="188229" y="6979"/>
                  </a:cubicBezTo>
                  <a:cubicBezTo>
                    <a:pt x="192604" y="3229"/>
                    <a:pt x="198333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60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05" y="68855"/>
                    <a:pt x="121510" y="67188"/>
                  </a:cubicBezTo>
                  <a:cubicBezTo>
                    <a:pt x="123216" y="65521"/>
                    <a:pt x="125065" y="63685"/>
                    <a:pt x="127084" y="61667"/>
                  </a:cubicBezTo>
                  <a:cubicBezTo>
                    <a:pt x="129023" y="59649"/>
                    <a:pt x="131042" y="57500"/>
                    <a:pt x="133125" y="55209"/>
                  </a:cubicBezTo>
                  <a:cubicBezTo>
                    <a:pt x="135208" y="52917"/>
                    <a:pt x="137253" y="50560"/>
                    <a:pt x="139271" y="48125"/>
                  </a:cubicBezTo>
                  <a:cubicBezTo>
                    <a:pt x="141289" y="45768"/>
                    <a:pt x="143190" y="43385"/>
                    <a:pt x="145000" y="40990"/>
                  </a:cubicBezTo>
                  <a:cubicBezTo>
                    <a:pt x="146810" y="38594"/>
                    <a:pt x="148373" y="36289"/>
                    <a:pt x="149688" y="34063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17" y="15482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56"/>
                    <a:pt x="128555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60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89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17" y="68855"/>
                    <a:pt x="4323" y="67188"/>
                  </a:cubicBezTo>
                  <a:cubicBezTo>
                    <a:pt x="6029" y="65521"/>
                    <a:pt x="7878" y="63685"/>
                    <a:pt x="9896" y="61667"/>
                  </a:cubicBezTo>
                  <a:cubicBezTo>
                    <a:pt x="11836" y="59649"/>
                    <a:pt x="13854" y="57500"/>
                    <a:pt x="15937" y="55209"/>
                  </a:cubicBezTo>
                  <a:cubicBezTo>
                    <a:pt x="18021" y="52917"/>
                    <a:pt x="20065" y="50560"/>
                    <a:pt x="22083" y="48125"/>
                  </a:cubicBezTo>
                  <a:cubicBezTo>
                    <a:pt x="24102" y="45768"/>
                    <a:pt x="26003" y="43385"/>
                    <a:pt x="27813" y="40990"/>
                  </a:cubicBezTo>
                  <a:cubicBezTo>
                    <a:pt x="29623" y="38594"/>
                    <a:pt x="31185" y="36289"/>
                    <a:pt x="32500" y="34063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75"/>
                    <a:pt x="26979" y="8542"/>
                    <a:pt x="22812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30" y="15482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56"/>
                    <a:pt x="11367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79" y="0"/>
                    <a:pt x="528737" y="1211"/>
                    <a:pt x="532032" y="3646"/>
                  </a:cubicBezTo>
                  <a:cubicBezTo>
                    <a:pt x="535326" y="6081"/>
                    <a:pt x="537917" y="9206"/>
                    <a:pt x="539792" y="13021"/>
                  </a:cubicBezTo>
                  <a:cubicBezTo>
                    <a:pt x="541667" y="16914"/>
                    <a:pt x="542956" y="21289"/>
                    <a:pt x="543646" y="26146"/>
                  </a:cubicBezTo>
                  <a:cubicBezTo>
                    <a:pt x="544336" y="31003"/>
                    <a:pt x="544688" y="35872"/>
                    <a:pt x="544688" y="40729"/>
                  </a:cubicBezTo>
                  <a:cubicBezTo>
                    <a:pt x="544688" y="45664"/>
                    <a:pt x="544336" y="50521"/>
                    <a:pt x="543646" y="55313"/>
                  </a:cubicBezTo>
                  <a:cubicBezTo>
                    <a:pt x="542956" y="60105"/>
                    <a:pt x="541667" y="64440"/>
                    <a:pt x="539792" y="68334"/>
                  </a:cubicBezTo>
                  <a:cubicBezTo>
                    <a:pt x="537917" y="72149"/>
                    <a:pt x="535326" y="75248"/>
                    <a:pt x="532032" y="77604"/>
                  </a:cubicBezTo>
                  <a:cubicBezTo>
                    <a:pt x="528737" y="79961"/>
                    <a:pt x="524479" y="81146"/>
                    <a:pt x="519271" y="81146"/>
                  </a:cubicBezTo>
                  <a:cubicBezTo>
                    <a:pt x="514128" y="81146"/>
                    <a:pt x="509948" y="79961"/>
                    <a:pt x="506719" y="77604"/>
                  </a:cubicBezTo>
                  <a:cubicBezTo>
                    <a:pt x="503490" y="75248"/>
                    <a:pt x="501003" y="72149"/>
                    <a:pt x="499271" y="68334"/>
                  </a:cubicBezTo>
                  <a:cubicBezTo>
                    <a:pt x="497461" y="64440"/>
                    <a:pt x="496250" y="60105"/>
                    <a:pt x="495625" y="55313"/>
                  </a:cubicBezTo>
                  <a:cubicBezTo>
                    <a:pt x="495000" y="50521"/>
                    <a:pt x="494688" y="45664"/>
                    <a:pt x="494688" y="40729"/>
                  </a:cubicBezTo>
                  <a:cubicBezTo>
                    <a:pt x="494688" y="35872"/>
                    <a:pt x="495000" y="31003"/>
                    <a:pt x="495625" y="26146"/>
                  </a:cubicBezTo>
                  <a:cubicBezTo>
                    <a:pt x="496250" y="21289"/>
                    <a:pt x="497461" y="16914"/>
                    <a:pt x="499271" y="13021"/>
                  </a:cubicBezTo>
                  <a:cubicBezTo>
                    <a:pt x="501003" y="9206"/>
                    <a:pt x="503490" y="6081"/>
                    <a:pt x="506719" y="3646"/>
                  </a:cubicBezTo>
                  <a:cubicBezTo>
                    <a:pt x="509948" y="1211"/>
                    <a:pt x="514128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72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82" y="31003"/>
                    <a:pt x="323334" y="35872"/>
                    <a:pt x="323334" y="40729"/>
                  </a:cubicBezTo>
                  <a:cubicBezTo>
                    <a:pt x="323334" y="45664"/>
                    <a:pt x="322982" y="50521"/>
                    <a:pt x="322292" y="55313"/>
                  </a:cubicBezTo>
                  <a:cubicBezTo>
                    <a:pt x="321602" y="60105"/>
                    <a:pt x="320313" y="64440"/>
                    <a:pt x="318438" y="68334"/>
                  </a:cubicBezTo>
                  <a:cubicBezTo>
                    <a:pt x="316563" y="72149"/>
                    <a:pt x="313972" y="75248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74" y="81146"/>
                    <a:pt x="288594" y="79961"/>
                    <a:pt x="285365" y="77604"/>
                  </a:cubicBezTo>
                  <a:cubicBezTo>
                    <a:pt x="282136" y="75248"/>
                    <a:pt x="279649" y="72149"/>
                    <a:pt x="277917" y="68334"/>
                  </a:cubicBezTo>
                  <a:cubicBezTo>
                    <a:pt x="276107" y="64440"/>
                    <a:pt x="274896" y="60105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03"/>
                    <a:pt x="274271" y="26146"/>
                  </a:cubicBezTo>
                  <a:cubicBezTo>
                    <a:pt x="274896" y="21289"/>
                    <a:pt x="276107" y="16914"/>
                    <a:pt x="277917" y="13021"/>
                  </a:cubicBezTo>
                  <a:cubicBezTo>
                    <a:pt x="279649" y="9206"/>
                    <a:pt x="282136" y="6081"/>
                    <a:pt x="285365" y="3646"/>
                  </a:cubicBezTo>
                  <a:cubicBezTo>
                    <a:pt x="288594" y="1211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8" y="26146"/>
                  </a:cubicBezTo>
                  <a:cubicBezTo>
                    <a:pt x="114649" y="31003"/>
                    <a:pt x="115000" y="35872"/>
                    <a:pt x="115000" y="40729"/>
                  </a:cubicBezTo>
                  <a:cubicBezTo>
                    <a:pt x="115000" y="45664"/>
                    <a:pt x="114649" y="50521"/>
                    <a:pt x="113958" y="55313"/>
                  </a:cubicBezTo>
                  <a:cubicBezTo>
                    <a:pt x="113268" y="60105"/>
                    <a:pt x="111979" y="64440"/>
                    <a:pt x="110104" y="68334"/>
                  </a:cubicBezTo>
                  <a:cubicBezTo>
                    <a:pt x="108229" y="72149"/>
                    <a:pt x="105638" y="75248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48"/>
                    <a:pt x="71315" y="72149"/>
                    <a:pt x="69583" y="68334"/>
                  </a:cubicBezTo>
                  <a:cubicBezTo>
                    <a:pt x="67773" y="64440"/>
                    <a:pt x="66563" y="60105"/>
                    <a:pt x="65937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03"/>
                    <a:pt x="65937" y="26146"/>
                  </a:cubicBezTo>
                  <a:cubicBezTo>
                    <a:pt x="66563" y="21289"/>
                    <a:pt x="67773" y="16914"/>
                    <a:pt x="69583" y="13021"/>
                  </a:cubicBezTo>
                  <a:cubicBezTo>
                    <a:pt x="71315" y="9206"/>
                    <a:pt x="73802" y="6081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1" name="TextBox 640">
              <a:extLst>
                <a:ext uri="{FF2B5EF4-FFF2-40B4-BE49-F238E27FC236}">
                  <a16:creationId xmlns:a16="http://schemas.microsoft.com/office/drawing/2014/main" id="{9A7DE933-B40C-4426-A04A-61710A499DC8}"/>
                </a:ext>
              </a:extLst>
            </p:cNvPr>
            <p:cNvSpPr txBox="1"/>
            <p:nvPr/>
          </p:nvSpPr>
          <p:spPr>
            <a:xfrm>
              <a:off x="2926610" y="6190476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2023.08.20 ~</a:t>
              </a:r>
            </a:p>
          </p:txBody>
        </p:sp>
        <p:sp>
          <p:nvSpPr>
            <p:cNvPr id="642" name="자유형: 도형 641">
              <a:extLst>
                <a:ext uri="{FF2B5EF4-FFF2-40B4-BE49-F238E27FC236}">
                  <a16:creationId xmlns:a16="http://schemas.microsoft.com/office/drawing/2014/main" id="{2F09AB71-1592-4872-9883-E1F25CF6F2AD}"/>
                </a:ext>
              </a:extLst>
            </p:cNvPr>
            <p:cNvSpPr/>
            <p:nvPr/>
          </p:nvSpPr>
          <p:spPr>
            <a:xfrm>
              <a:off x="3062099" y="6360141"/>
              <a:ext cx="544167" cy="81562"/>
            </a:xfrm>
            <a:custGeom>
              <a:avLst/>
              <a:gdLst>
                <a:gd name="connsiteX0" fmla="*/ 408021 w 544167"/>
                <a:gd name="connsiteY0" fmla="*/ 70833 h 81562"/>
                <a:gd name="connsiteX1" fmla="*/ 418750 w 544167"/>
                <a:gd name="connsiteY1" fmla="*/ 70833 h 81562"/>
                <a:gd name="connsiteX2" fmla="*/ 418750 w 544167"/>
                <a:gd name="connsiteY2" fmla="*/ 81563 h 81562"/>
                <a:gd name="connsiteX3" fmla="*/ 408021 w 544167"/>
                <a:gd name="connsiteY3" fmla="*/ 81563 h 81562"/>
                <a:gd name="connsiteX4" fmla="*/ 251771 w 544167"/>
                <a:gd name="connsiteY4" fmla="*/ 70833 h 81562"/>
                <a:gd name="connsiteX5" fmla="*/ 262500 w 544167"/>
                <a:gd name="connsiteY5" fmla="*/ 70833 h 81562"/>
                <a:gd name="connsiteX6" fmla="*/ 262500 w 544167"/>
                <a:gd name="connsiteY6" fmla="*/ 81563 h 81562"/>
                <a:gd name="connsiteX7" fmla="*/ 251771 w 544167"/>
                <a:gd name="connsiteY7" fmla="*/ 81563 h 81562"/>
                <a:gd name="connsiteX8" fmla="*/ 363021 w 544167"/>
                <a:gd name="connsiteY8" fmla="*/ 43438 h 81562"/>
                <a:gd name="connsiteX9" fmla="*/ 356875 w 544167"/>
                <a:gd name="connsiteY9" fmla="*/ 44427 h 81562"/>
                <a:gd name="connsiteX10" fmla="*/ 351563 w 544167"/>
                <a:gd name="connsiteY10" fmla="*/ 47292 h 81562"/>
                <a:gd name="connsiteX11" fmla="*/ 347761 w 544167"/>
                <a:gd name="connsiteY11" fmla="*/ 52031 h 81562"/>
                <a:gd name="connsiteX12" fmla="*/ 346354 w 544167"/>
                <a:gd name="connsiteY12" fmla="*/ 58646 h 81562"/>
                <a:gd name="connsiteX13" fmla="*/ 350781 w 544167"/>
                <a:gd name="connsiteY13" fmla="*/ 69688 h 81562"/>
                <a:gd name="connsiteX14" fmla="*/ 363021 w 544167"/>
                <a:gd name="connsiteY14" fmla="*/ 73855 h 81562"/>
                <a:gd name="connsiteX15" fmla="*/ 375157 w 544167"/>
                <a:gd name="connsiteY15" fmla="*/ 69688 h 81562"/>
                <a:gd name="connsiteX16" fmla="*/ 379688 w 544167"/>
                <a:gd name="connsiteY16" fmla="*/ 58646 h 81562"/>
                <a:gd name="connsiteX17" fmla="*/ 378229 w 544167"/>
                <a:gd name="connsiteY17" fmla="*/ 52031 h 81562"/>
                <a:gd name="connsiteX18" fmla="*/ 374375 w 544167"/>
                <a:gd name="connsiteY18" fmla="*/ 47292 h 81562"/>
                <a:gd name="connsiteX19" fmla="*/ 369063 w 544167"/>
                <a:gd name="connsiteY19" fmla="*/ 44427 h 81562"/>
                <a:gd name="connsiteX20" fmla="*/ 363021 w 544167"/>
                <a:gd name="connsiteY20" fmla="*/ 43438 h 81562"/>
                <a:gd name="connsiteX21" fmla="*/ 214167 w 544167"/>
                <a:gd name="connsiteY21" fmla="*/ 11250 h 81562"/>
                <a:gd name="connsiteX22" fmla="*/ 187292 w 544167"/>
                <a:gd name="connsiteY22" fmla="*/ 55313 h 81562"/>
                <a:gd name="connsiteX23" fmla="*/ 213959 w 544167"/>
                <a:gd name="connsiteY23" fmla="*/ 55313 h 81562"/>
                <a:gd name="connsiteX24" fmla="*/ 213959 w 544167"/>
                <a:gd name="connsiteY24" fmla="*/ 20833 h 81562"/>
                <a:gd name="connsiteX25" fmla="*/ 519063 w 544167"/>
                <a:gd name="connsiteY25" fmla="*/ 8334 h 81562"/>
                <a:gd name="connsiteX26" fmla="*/ 507032 w 544167"/>
                <a:gd name="connsiteY26" fmla="*/ 13855 h 81562"/>
                <a:gd name="connsiteX27" fmla="*/ 502813 w 544167"/>
                <a:gd name="connsiteY27" fmla="*/ 27292 h 81562"/>
                <a:gd name="connsiteX28" fmla="*/ 503802 w 544167"/>
                <a:gd name="connsiteY28" fmla="*/ 34583 h 81562"/>
                <a:gd name="connsiteX29" fmla="*/ 506875 w 544167"/>
                <a:gd name="connsiteY29" fmla="*/ 40521 h 81562"/>
                <a:gd name="connsiteX30" fmla="*/ 511875 w 544167"/>
                <a:gd name="connsiteY30" fmla="*/ 44636 h 81562"/>
                <a:gd name="connsiteX31" fmla="*/ 518959 w 544167"/>
                <a:gd name="connsiteY31" fmla="*/ 46146 h 81562"/>
                <a:gd name="connsiteX32" fmla="*/ 525365 w 544167"/>
                <a:gd name="connsiteY32" fmla="*/ 44688 h 81562"/>
                <a:gd name="connsiteX33" fmla="*/ 530417 w 544167"/>
                <a:gd name="connsiteY33" fmla="*/ 40834 h 81562"/>
                <a:gd name="connsiteX34" fmla="*/ 533802 w 544167"/>
                <a:gd name="connsiteY34" fmla="*/ 35104 h 81562"/>
                <a:gd name="connsiteX35" fmla="*/ 535000 w 544167"/>
                <a:gd name="connsiteY35" fmla="*/ 28230 h 81562"/>
                <a:gd name="connsiteX36" fmla="*/ 533802 w 544167"/>
                <a:gd name="connsiteY36" fmla="*/ 20417 h 81562"/>
                <a:gd name="connsiteX37" fmla="*/ 530521 w 544167"/>
                <a:gd name="connsiteY37" fmla="*/ 14063 h 81562"/>
                <a:gd name="connsiteX38" fmla="*/ 525521 w 544167"/>
                <a:gd name="connsiteY38" fmla="*/ 9896 h 81562"/>
                <a:gd name="connsiteX39" fmla="*/ 519063 w 544167"/>
                <a:gd name="connsiteY39" fmla="*/ 8334 h 81562"/>
                <a:gd name="connsiteX40" fmla="*/ 363021 w 544167"/>
                <a:gd name="connsiteY40" fmla="*/ 8334 h 81562"/>
                <a:gd name="connsiteX41" fmla="*/ 351875 w 544167"/>
                <a:gd name="connsiteY41" fmla="*/ 12083 h 81562"/>
                <a:gd name="connsiteX42" fmla="*/ 347292 w 544167"/>
                <a:gd name="connsiteY42" fmla="*/ 22084 h 81562"/>
                <a:gd name="connsiteX43" fmla="*/ 351771 w 544167"/>
                <a:gd name="connsiteY43" fmla="*/ 32240 h 81562"/>
                <a:gd name="connsiteX44" fmla="*/ 363021 w 544167"/>
                <a:gd name="connsiteY44" fmla="*/ 35834 h 81562"/>
                <a:gd name="connsiteX45" fmla="*/ 374167 w 544167"/>
                <a:gd name="connsiteY45" fmla="*/ 32240 h 81562"/>
                <a:gd name="connsiteX46" fmla="*/ 378750 w 544167"/>
                <a:gd name="connsiteY46" fmla="*/ 22084 h 81562"/>
                <a:gd name="connsiteX47" fmla="*/ 374167 w 544167"/>
                <a:gd name="connsiteY47" fmla="*/ 12083 h 81562"/>
                <a:gd name="connsiteX48" fmla="*/ 363021 w 544167"/>
                <a:gd name="connsiteY48" fmla="*/ 8334 h 81562"/>
                <a:gd name="connsiteX49" fmla="*/ 297917 w 544167"/>
                <a:gd name="connsiteY49" fmla="*/ 7188 h 81562"/>
                <a:gd name="connsiteX50" fmla="*/ 289115 w 544167"/>
                <a:gd name="connsiteY50" fmla="*/ 10833 h 81562"/>
                <a:gd name="connsiteX51" fmla="*/ 284375 w 544167"/>
                <a:gd name="connsiteY51" fmla="*/ 19584 h 81562"/>
                <a:gd name="connsiteX52" fmla="*/ 282344 w 544167"/>
                <a:gd name="connsiteY52" fmla="*/ 30573 h 81562"/>
                <a:gd name="connsiteX53" fmla="*/ 281979 w 544167"/>
                <a:gd name="connsiteY53" fmla="*/ 40729 h 81562"/>
                <a:gd name="connsiteX54" fmla="*/ 282344 w 544167"/>
                <a:gd name="connsiteY54" fmla="*/ 50782 h 81562"/>
                <a:gd name="connsiteX55" fmla="*/ 284375 w 544167"/>
                <a:gd name="connsiteY55" fmla="*/ 61667 h 81562"/>
                <a:gd name="connsiteX56" fmla="*/ 289115 w 544167"/>
                <a:gd name="connsiteY56" fmla="*/ 70313 h 81562"/>
                <a:gd name="connsiteX57" fmla="*/ 297917 w 544167"/>
                <a:gd name="connsiteY57" fmla="*/ 73855 h 81562"/>
                <a:gd name="connsiteX58" fmla="*/ 306875 w 544167"/>
                <a:gd name="connsiteY58" fmla="*/ 70313 h 81562"/>
                <a:gd name="connsiteX59" fmla="*/ 311875 w 544167"/>
                <a:gd name="connsiteY59" fmla="*/ 61667 h 81562"/>
                <a:gd name="connsiteX60" fmla="*/ 314167 w 544167"/>
                <a:gd name="connsiteY60" fmla="*/ 50782 h 81562"/>
                <a:gd name="connsiteX61" fmla="*/ 314688 w 544167"/>
                <a:gd name="connsiteY61" fmla="*/ 40729 h 81562"/>
                <a:gd name="connsiteX62" fmla="*/ 314167 w 544167"/>
                <a:gd name="connsiteY62" fmla="*/ 30573 h 81562"/>
                <a:gd name="connsiteX63" fmla="*/ 311875 w 544167"/>
                <a:gd name="connsiteY63" fmla="*/ 19584 h 81562"/>
                <a:gd name="connsiteX64" fmla="*/ 306875 w 544167"/>
                <a:gd name="connsiteY64" fmla="*/ 10833 h 81562"/>
                <a:gd name="connsiteX65" fmla="*/ 297917 w 544167"/>
                <a:gd name="connsiteY65" fmla="*/ 7188 h 81562"/>
                <a:gd name="connsiteX66" fmla="*/ 89583 w 544167"/>
                <a:gd name="connsiteY66" fmla="*/ 7188 h 81562"/>
                <a:gd name="connsiteX67" fmla="*/ 80781 w 544167"/>
                <a:gd name="connsiteY67" fmla="*/ 10833 h 81562"/>
                <a:gd name="connsiteX68" fmla="*/ 76042 w 544167"/>
                <a:gd name="connsiteY68" fmla="*/ 19584 h 81562"/>
                <a:gd name="connsiteX69" fmla="*/ 74011 w 544167"/>
                <a:gd name="connsiteY69" fmla="*/ 30573 h 81562"/>
                <a:gd name="connsiteX70" fmla="*/ 73646 w 544167"/>
                <a:gd name="connsiteY70" fmla="*/ 40729 h 81562"/>
                <a:gd name="connsiteX71" fmla="*/ 74011 w 544167"/>
                <a:gd name="connsiteY71" fmla="*/ 50782 h 81562"/>
                <a:gd name="connsiteX72" fmla="*/ 76042 w 544167"/>
                <a:gd name="connsiteY72" fmla="*/ 61667 h 81562"/>
                <a:gd name="connsiteX73" fmla="*/ 80781 w 544167"/>
                <a:gd name="connsiteY73" fmla="*/ 70313 h 81562"/>
                <a:gd name="connsiteX74" fmla="*/ 89583 w 544167"/>
                <a:gd name="connsiteY74" fmla="*/ 73855 h 81562"/>
                <a:gd name="connsiteX75" fmla="*/ 98542 w 544167"/>
                <a:gd name="connsiteY75" fmla="*/ 70313 h 81562"/>
                <a:gd name="connsiteX76" fmla="*/ 103542 w 544167"/>
                <a:gd name="connsiteY76" fmla="*/ 61667 h 81562"/>
                <a:gd name="connsiteX77" fmla="*/ 105833 w 544167"/>
                <a:gd name="connsiteY77" fmla="*/ 50782 h 81562"/>
                <a:gd name="connsiteX78" fmla="*/ 106354 w 544167"/>
                <a:gd name="connsiteY78" fmla="*/ 40729 h 81562"/>
                <a:gd name="connsiteX79" fmla="*/ 105833 w 544167"/>
                <a:gd name="connsiteY79" fmla="*/ 30573 h 81562"/>
                <a:gd name="connsiteX80" fmla="*/ 103542 w 544167"/>
                <a:gd name="connsiteY80" fmla="*/ 19584 h 81562"/>
                <a:gd name="connsiteX81" fmla="*/ 98542 w 544167"/>
                <a:gd name="connsiteY81" fmla="*/ 10833 h 81562"/>
                <a:gd name="connsiteX82" fmla="*/ 89583 w 544167"/>
                <a:gd name="connsiteY82" fmla="*/ 7188 h 81562"/>
                <a:gd name="connsiteX83" fmla="*/ 453125 w 544167"/>
                <a:gd name="connsiteY83" fmla="*/ 3125 h 81562"/>
                <a:gd name="connsiteX84" fmla="*/ 459063 w 544167"/>
                <a:gd name="connsiteY84" fmla="*/ 3125 h 81562"/>
                <a:gd name="connsiteX85" fmla="*/ 460625 w 544167"/>
                <a:gd name="connsiteY85" fmla="*/ 3542 h 81562"/>
                <a:gd name="connsiteX86" fmla="*/ 461042 w 544167"/>
                <a:gd name="connsiteY86" fmla="*/ 5105 h 81562"/>
                <a:gd name="connsiteX87" fmla="*/ 461042 w 544167"/>
                <a:gd name="connsiteY87" fmla="*/ 79167 h 81562"/>
                <a:gd name="connsiteX88" fmla="*/ 452813 w 544167"/>
                <a:gd name="connsiteY88" fmla="*/ 79167 h 81562"/>
                <a:gd name="connsiteX89" fmla="*/ 452813 w 544167"/>
                <a:gd name="connsiteY89" fmla="*/ 12083 h 81562"/>
                <a:gd name="connsiteX90" fmla="*/ 445782 w 544167"/>
                <a:gd name="connsiteY90" fmla="*/ 17865 h 81562"/>
                <a:gd name="connsiteX91" fmla="*/ 436563 w 544167"/>
                <a:gd name="connsiteY91" fmla="*/ 23125 h 81562"/>
                <a:gd name="connsiteX92" fmla="*/ 436563 w 544167"/>
                <a:gd name="connsiteY92" fmla="*/ 15209 h 81562"/>
                <a:gd name="connsiteX93" fmla="*/ 445209 w 544167"/>
                <a:gd name="connsiteY93" fmla="*/ 10104 h 81562"/>
                <a:gd name="connsiteX94" fmla="*/ 453125 w 544167"/>
                <a:gd name="connsiteY94" fmla="*/ 3125 h 81562"/>
                <a:gd name="connsiteX95" fmla="*/ 212813 w 544167"/>
                <a:gd name="connsiteY95" fmla="*/ 1979 h 81562"/>
                <a:gd name="connsiteX96" fmla="*/ 219896 w 544167"/>
                <a:gd name="connsiteY96" fmla="*/ 1979 h 81562"/>
                <a:gd name="connsiteX97" fmla="*/ 221459 w 544167"/>
                <a:gd name="connsiteY97" fmla="*/ 2396 h 81562"/>
                <a:gd name="connsiteX98" fmla="*/ 221875 w 544167"/>
                <a:gd name="connsiteY98" fmla="*/ 3959 h 81562"/>
                <a:gd name="connsiteX99" fmla="*/ 221875 w 544167"/>
                <a:gd name="connsiteY99" fmla="*/ 55313 h 81562"/>
                <a:gd name="connsiteX100" fmla="*/ 233229 w 544167"/>
                <a:gd name="connsiteY100" fmla="*/ 55313 h 81562"/>
                <a:gd name="connsiteX101" fmla="*/ 233229 w 544167"/>
                <a:gd name="connsiteY101" fmla="*/ 62500 h 81562"/>
                <a:gd name="connsiteX102" fmla="*/ 221875 w 544167"/>
                <a:gd name="connsiteY102" fmla="*/ 62500 h 81562"/>
                <a:gd name="connsiteX103" fmla="*/ 221875 w 544167"/>
                <a:gd name="connsiteY103" fmla="*/ 79167 h 81562"/>
                <a:gd name="connsiteX104" fmla="*/ 213750 w 544167"/>
                <a:gd name="connsiteY104" fmla="*/ 79167 h 81562"/>
                <a:gd name="connsiteX105" fmla="*/ 213750 w 544167"/>
                <a:gd name="connsiteY105" fmla="*/ 62500 h 81562"/>
                <a:gd name="connsiteX106" fmla="*/ 181354 w 544167"/>
                <a:gd name="connsiteY106" fmla="*/ 62500 h 81562"/>
                <a:gd name="connsiteX107" fmla="*/ 179792 w 544167"/>
                <a:gd name="connsiteY107" fmla="*/ 62083 h 81562"/>
                <a:gd name="connsiteX108" fmla="*/ 179375 w 544167"/>
                <a:gd name="connsiteY108" fmla="*/ 60521 h 81562"/>
                <a:gd name="connsiteX109" fmla="*/ 179375 w 544167"/>
                <a:gd name="connsiteY109" fmla="*/ 56146 h 81562"/>
                <a:gd name="connsiteX110" fmla="*/ 179636 w 544167"/>
                <a:gd name="connsiteY110" fmla="*/ 54636 h 81562"/>
                <a:gd name="connsiteX111" fmla="*/ 180313 w 544167"/>
                <a:gd name="connsiteY111" fmla="*/ 53229 h 81562"/>
                <a:gd name="connsiteX112" fmla="*/ 210729 w 544167"/>
                <a:gd name="connsiteY112" fmla="*/ 3333 h 81562"/>
                <a:gd name="connsiteX113" fmla="*/ 211563 w 544167"/>
                <a:gd name="connsiteY113" fmla="*/ 2344 h 81562"/>
                <a:gd name="connsiteX114" fmla="*/ 212813 w 544167"/>
                <a:gd name="connsiteY114" fmla="*/ 1979 h 81562"/>
                <a:gd name="connsiteX115" fmla="*/ 518542 w 544167"/>
                <a:gd name="connsiteY115" fmla="*/ 1354 h 81562"/>
                <a:gd name="connsiteX116" fmla="*/ 528125 w 544167"/>
                <a:gd name="connsiteY116" fmla="*/ 2917 h 81562"/>
                <a:gd name="connsiteX117" fmla="*/ 536354 w 544167"/>
                <a:gd name="connsiteY117" fmla="*/ 8646 h 81562"/>
                <a:gd name="connsiteX118" fmla="*/ 542032 w 544167"/>
                <a:gd name="connsiteY118" fmla="*/ 20156 h 81562"/>
                <a:gd name="connsiteX119" fmla="*/ 544167 w 544167"/>
                <a:gd name="connsiteY119" fmla="*/ 38958 h 81562"/>
                <a:gd name="connsiteX120" fmla="*/ 537188 w 544167"/>
                <a:gd name="connsiteY120" fmla="*/ 70365 h 81562"/>
                <a:gd name="connsiteX121" fmla="*/ 518229 w 544167"/>
                <a:gd name="connsiteY121" fmla="*/ 80833 h 81562"/>
                <a:gd name="connsiteX122" fmla="*/ 502761 w 544167"/>
                <a:gd name="connsiteY122" fmla="*/ 75521 h 81562"/>
                <a:gd name="connsiteX123" fmla="*/ 495938 w 544167"/>
                <a:gd name="connsiteY123" fmla="*/ 61042 h 81562"/>
                <a:gd name="connsiteX124" fmla="*/ 504167 w 544167"/>
                <a:gd name="connsiteY124" fmla="*/ 61042 h 81562"/>
                <a:gd name="connsiteX125" fmla="*/ 508698 w 544167"/>
                <a:gd name="connsiteY125" fmla="*/ 70417 h 81562"/>
                <a:gd name="connsiteX126" fmla="*/ 518646 w 544167"/>
                <a:gd name="connsiteY126" fmla="*/ 73855 h 81562"/>
                <a:gd name="connsiteX127" fmla="*/ 527657 w 544167"/>
                <a:gd name="connsiteY127" fmla="*/ 70729 h 81562"/>
                <a:gd name="connsiteX128" fmla="*/ 533334 w 544167"/>
                <a:gd name="connsiteY128" fmla="*/ 62604 h 81562"/>
                <a:gd name="connsiteX129" fmla="*/ 536198 w 544167"/>
                <a:gd name="connsiteY129" fmla="*/ 51563 h 81562"/>
                <a:gd name="connsiteX130" fmla="*/ 536980 w 544167"/>
                <a:gd name="connsiteY130" fmla="*/ 39375 h 81562"/>
                <a:gd name="connsiteX131" fmla="*/ 529375 w 544167"/>
                <a:gd name="connsiteY131" fmla="*/ 49375 h 81562"/>
                <a:gd name="connsiteX132" fmla="*/ 517292 w 544167"/>
                <a:gd name="connsiteY132" fmla="*/ 52604 h 81562"/>
                <a:gd name="connsiteX133" fmla="*/ 500782 w 544167"/>
                <a:gd name="connsiteY133" fmla="*/ 45625 h 81562"/>
                <a:gd name="connsiteX134" fmla="*/ 494584 w 544167"/>
                <a:gd name="connsiteY134" fmla="*/ 27084 h 81562"/>
                <a:gd name="connsiteX135" fmla="*/ 496198 w 544167"/>
                <a:gd name="connsiteY135" fmla="*/ 17083 h 81562"/>
                <a:gd name="connsiteX136" fmla="*/ 500938 w 544167"/>
                <a:gd name="connsiteY136" fmla="*/ 8854 h 81562"/>
                <a:gd name="connsiteX137" fmla="*/ 508490 w 544167"/>
                <a:gd name="connsiteY137" fmla="*/ 3386 h 81562"/>
                <a:gd name="connsiteX138" fmla="*/ 518542 w 544167"/>
                <a:gd name="connsiteY138" fmla="*/ 1354 h 81562"/>
                <a:gd name="connsiteX139" fmla="*/ 363021 w 544167"/>
                <a:gd name="connsiteY139" fmla="*/ 1354 h 81562"/>
                <a:gd name="connsiteX140" fmla="*/ 380365 w 544167"/>
                <a:gd name="connsiteY140" fmla="*/ 6771 h 81562"/>
                <a:gd name="connsiteX141" fmla="*/ 387084 w 544167"/>
                <a:gd name="connsiteY141" fmla="*/ 21979 h 81562"/>
                <a:gd name="connsiteX142" fmla="*/ 386094 w 544167"/>
                <a:gd name="connsiteY142" fmla="*/ 27605 h 81562"/>
                <a:gd name="connsiteX143" fmla="*/ 383334 w 544167"/>
                <a:gd name="connsiteY143" fmla="*/ 32917 h 81562"/>
                <a:gd name="connsiteX144" fmla="*/ 378959 w 544167"/>
                <a:gd name="connsiteY144" fmla="*/ 37344 h 81562"/>
                <a:gd name="connsiteX145" fmla="*/ 373438 w 544167"/>
                <a:gd name="connsiteY145" fmla="*/ 40104 h 81562"/>
                <a:gd name="connsiteX146" fmla="*/ 384167 w 544167"/>
                <a:gd name="connsiteY146" fmla="*/ 46927 h 81562"/>
                <a:gd name="connsiteX147" fmla="*/ 388021 w 544167"/>
                <a:gd name="connsiteY147" fmla="*/ 58542 h 81562"/>
                <a:gd name="connsiteX148" fmla="*/ 380990 w 544167"/>
                <a:gd name="connsiteY148" fmla="*/ 75052 h 81562"/>
                <a:gd name="connsiteX149" fmla="*/ 362917 w 544167"/>
                <a:gd name="connsiteY149" fmla="*/ 80833 h 81562"/>
                <a:gd name="connsiteX150" fmla="*/ 344844 w 544167"/>
                <a:gd name="connsiteY150" fmla="*/ 75052 h 81562"/>
                <a:gd name="connsiteX151" fmla="*/ 338021 w 544167"/>
                <a:gd name="connsiteY151" fmla="*/ 58542 h 81562"/>
                <a:gd name="connsiteX152" fmla="*/ 341771 w 544167"/>
                <a:gd name="connsiteY152" fmla="*/ 47448 h 81562"/>
                <a:gd name="connsiteX153" fmla="*/ 352709 w 544167"/>
                <a:gd name="connsiteY153" fmla="*/ 39688 h 81562"/>
                <a:gd name="connsiteX154" fmla="*/ 342552 w 544167"/>
                <a:gd name="connsiteY154" fmla="*/ 33334 h 81562"/>
                <a:gd name="connsiteX155" fmla="*/ 338959 w 544167"/>
                <a:gd name="connsiteY155" fmla="*/ 21979 h 81562"/>
                <a:gd name="connsiteX156" fmla="*/ 345625 w 544167"/>
                <a:gd name="connsiteY156" fmla="*/ 6771 h 81562"/>
                <a:gd name="connsiteX157" fmla="*/ 363021 w 544167"/>
                <a:gd name="connsiteY157" fmla="*/ 1354 h 81562"/>
                <a:gd name="connsiteX158" fmla="*/ 140208 w 544167"/>
                <a:gd name="connsiteY158" fmla="*/ 1354 h 81562"/>
                <a:gd name="connsiteX159" fmla="*/ 156250 w 544167"/>
                <a:gd name="connsiteY159" fmla="*/ 6458 h 81562"/>
                <a:gd name="connsiteX160" fmla="*/ 162708 w 544167"/>
                <a:gd name="connsiteY160" fmla="*/ 21458 h 81562"/>
                <a:gd name="connsiteX161" fmla="*/ 158594 w 544167"/>
                <a:gd name="connsiteY161" fmla="*/ 35313 h 81562"/>
                <a:gd name="connsiteX162" fmla="*/ 148750 w 544167"/>
                <a:gd name="connsiteY162" fmla="*/ 49271 h 81562"/>
                <a:gd name="connsiteX163" fmla="*/ 136875 w 544167"/>
                <a:gd name="connsiteY163" fmla="*/ 61979 h 81562"/>
                <a:gd name="connsiteX164" fmla="*/ 126667 w 544167"/>
                <a:gd name="connsiteY164" fmla="*/ 71979 h 81562"/>
                <a:gd name="connsiteX165" fmla="*/ 164375 w 544167"/>
                <a:gd name="connsiteY165" fmla="*/ 71979 h 81562"/>
                <a:gd name="connsiteX166" fmla="*/ 164375 w 544167"/>
                <a:gd name="connsiteY166" fmla="*/ 79167 h 81562"/>
                <a:gd name="connsiteX167" fmla="*/ 118646 w 544167"/>
                <a:gd name="connsiteY167" fmla="*/ 79167 h 81562"/>
                <a:gd name="connsiteX168" fmla="*/ 117448 w 544167"/>
                <a:gd name="connsiteY168" fmla="*/ 78854 h 81562"/>
                <a:gd name="connsiteX169" fmla="*/ 117188 w 544167"/>
                <a:gd name="connsiteY169" fmla="*/ 77604 h 81562"/>
                <a:gd name="connsiteX170" fmla="*/ 117188 w 544167"/>
                <a:gd name="connsiteY170" fmla="*/ 71354 h 81562"/>
                <a:gd name="connsiteX171" fmla="*/ 121510 w 544167"/>
                <a:gd name="connsiteY171" fmla="*/ 67188 h 81562"/>
                <a:gd name="connsiteX172" fmla="*/ 127084 w 544167"/>
                <a:gd name="connsiteY172" fmla="*/ 61667 h 81562"/>
                <a:gd name="connsiteX173" fmla="*/ 133125 w 544167"/>
                <a:gd name="connsiteY173" fmla="*/ 55209 h 81562"/>
                <a:gd name="connsiteX174" fmla="*/ 139271 w 544167"/>
                <a:gd name="connsiteY174" fmla="*/ 48125 h 81562"/>
                <a:gd name="connsiteX175" fmla="*/ 145000 w 544167"/>
                <a:gd name="connsiteY175" fmla="*/ 40990 h 81562"/>
                <a:gd name="connsiteX176" fmla="*/ 149688 w 544167"/>
                <a:gd name="connsiteY176" fmla="*/ 34063 h 81562"/>
                <a:gd name="connsiteX177" fmla="*/ 152969 w 544167"/>
                <a:gd name="connsiteY177" fmla="*/ 27605 h 81562"/>
                <a:gd name="connsiteX178" fmla="*/ 154167 w 544167"/>
                <a:gd name="connsiteY178" fmla="*/ 22084 h 81562"/>
                <a:gd name="connsiteX179" fmla="*/ 150209 w 544167"/>
                <a:gd name="connsiteY179" fmla="*/ 11927 h 81562"/>
                <a:gd name="connsiteX180" fmla="*/ 140000 w 544167"/>
                <a:gd name="connsiteY180" fmla="*/ 8542 h 81562"/>
                <a:gd name="connsiteX181" fmla="*/ 130156 w 544167"/>
                <a:gd name="connsiteY181" fmla="*/ 12709 h 81562"/>
                <a:gd name="connsiteX182" fmla="*/ 126354 w 544167"/>
                <a:gd name="connsiteY182" fmla="*/ 23542 h 81562"/>
                <a:gd name="connsiteX183" fmla="*/ 117813 w 544167"/>
                <a:gd name="connsiteY183" fmla="*/ 23542 h 81562"/>
                <a:gd name="connsiteX184" fmla="*/ 119479 w 544167"/>
                <a:gd name="connsiteY184" fmla="*/ 14427 h 81562"/>
                <a:gd name="connsiteX185" fmla="*/ 124167 w 544167"/>
                <a:gd name="connsiteY185" fmla="*/ 7396 h 81562"/>
                <a:gd name="connsiteX186" fmla="*/ 131302 w 544167"/>
                <a:gd name="connsiteY186" fmla="*/ 2917 h 81562"/>
                <a:gd name="connsiteX187" fmla="*/ 140208 w 544167"/>
                <a:gd name="connsiteY187" fmla="*/ 1354 h 81562"/>
                <a:gd name="connsiteX188" fmla="*/ 23021 w 544167"/>
                <a:gd name="connsiteY188" fmla="*/ 1354 h 81562"/>
                <a:gd name="connsiteX189" fmla="*/ 39063 w 544167"/>
                <a:gd name="connsiteY189" fmla="*/ 6458 h 81562"/>
                <a:gd name="connsiteX190" fmla="*/ 45521 w 544167"/>
                <a:gd name="connsiteY190" fmla="*/ 21458 h 81562"/>
                <a:gd name="connsiteX191" fmla="*/ 41406 w 544167"/>
                <a:gd name="connsiteY191" fmla="*/ 35313 h 81562"/>
                <a:gd name="connsiteX192" fmla="*/ 31563 w 544167"/>
                <a:gd name="connsiteY192" fmla="*/ 49271 h 81562"/>
                <a:gd name="connsiteX193" fmla="*/ 19688 w 544167"/>
                <a:gd name="connsiteY193" fmla="*/ 61979 h 81562"/>
                <a:gd name="connsiteX194" fmla="*/ 9479 w 544167"/>
                <a:gd name="connsiteY194" fmla="*/ 71979 h 81562"/>
                <a:gd name="connsiteX195" fmla="*/ 47188 w 544167"/>
                <a:gd name="connsiteY195" fmla="*/ 71979 h 81562"/>
                <a:gd name="connsiteX196" fmla="*/ 47188 w 544167"/>
                <a:gd name="connsiteY196" fmla="*/ 79167 h 81562"/>
                <a:gd name="connsiteX197" fmla="*/ 1458 w 544167"/>
                <a:gd name="connsiteY197" fmla="*/ 79167 h 81562"/>
                <a:gd name="connsiteX198" fmla="*/ 260 w 544167"/>
                <a:gd name="connsiteY198" fmla="*/ 78854 h 81562"/>
                <a:gd name="connsiteX199" fmla="*/ 0 w 544167"/>
                <a:gd name="connsiteY199" fmla="*/ 77604 h 81562"/>
                <a:gd name="connsiteX200" fmla="*/ 0 w 544167"/>
                <a:gd name="connsiteY200" fmla="*/ 71354 h 81562"/>
                <a:gd name="connsiteX201" fmla="*/ 4323 w 544167"/>
                <a:gd name="connsiteY201" fmla="*/ 67188 h 81562"/>
                <a:gd name="connsiteX202" fmla="*/ 9896 w 544167"/>
                <a:gd name="connsiteY202" fmla="*/ 61667 h 81562"/>
                <a:gd name="connsiteX203" fmla="*/ 15937 w 544167"/>
                <a:gd name="connsiteY203" fmla="*/ 55209 h 81562"/>
                <a:gd name="connsiteX204" fmla="*/ 22083 w 544167"/>
                <a:gd name="connsiteY204" fmla="*/ 48125 h 81562"/>
                <a:gd name="connsiteX205" fmla="*/ 27813 w 544167"/>
                <a:gd name="connsiteY205" fmla="*/ 40990 h 81562"/>
                <a:gd name="connsiteX206" fmla="*/ 32500 w 544167"/>
                <a:gd name="connsiteY206" fmla="*/ 34063 h 81562"/>
                <a:gd name="connsiteX207" fmla="*/ 35781 w 544167"/>
                <a:gd name="connsiteY207" fmla="*/ 27605 h 81562"/>
                <a:gd name="connsiteX208" fmla="*/ 36979 w 544167"/>
                <a:gd name="connsiteY208" fmla="*/ 22084 h 81562"/>
                <a:gd name="connsiteX209" fmla="*/ 33021 w 544167"/>
                <a:gd name="connsiteY209" fmla="*/ 11927 h 81562"/>
                <a:gd name="connsiteX210" fmla="*/ 22813 w 544167"/>
                <a:gd name="connsiteY210" fmla="*/ 8542 h 81562"/>
                <a:gd name="connsiteX211" fmla="*/ 12969 w 544167"/>
                <a:gd name="connsiteY211" fmla="*/ 12709 h 81562"/>
                <a:gd name="connsiteX212" fmla="*/ 9167 w 544167"/>
                <a:gd name="connsiteY212" fmla="*/ 23542 h 81562"/>
                <a:gd name="connsiteX213" fmla="*/ 625 w 544167"/>
                <a:gd name="connsiteY213" fmla="*/ 23542 h 81562"/>
                <a:gd name="connsiteX214" fmla="*/ 2292 w 544167"/>
                <a:gd name="connsiteY214" fmla="*/ 14427 h 81562"/>
                <a:gd name="connsiteX215" fmla="*/ 6979 w 544167"/>
                <a:gd name="connsiteY215" fmla="*/ 7396 h 81562"/>
                <a:gd name="connsiteX216" fmla="*/ 14115 w 544167"/>
                <a:gd name="connsiteY216" fmla="*/ 2917 h 81562"/>
                <a:gd name="connsiteX217" fmla="*/ 23021 w 544167"/>
                <a:gd name="connsiteY217" fmla="*/ 1354 h 81562"/>
                <a:gd name="connsiteX218" fmla="*/ 297917 w 544167"/>
                <a:gd name="connsiteY218" fmla="*/ 0 h 81562"/>
                <a:gd name="connsiteX219" fmla="*/ 310677 w 544167"/>
                <a:gd name="connsiteY219" fmla="*/ 3646 h 81562"/>
                <a:gd name="connsiteX220" fmla="*/ 318438 w 544167"/>
                <a:gd name="connsiteY220" fmla="*/ 13021 h 81562"/>
                <a:gd name="connsiteX221" fmla="*/ 322292 w 544167"/>
                <a:gd name="connsiteY221" fmla="*/ 26146 h 81562"/>
                <a:gd name="connsiteX222" fmla="*/ 323334 w 544167"/>
                <a:gd name="connsiteY222" fmla="*/ 40729 h 81562"/>
                <a:gd name="connsiteX223" fmla="*/ 322292 w 544167"/>
                <a:gd name="connsiteY223" fmla="*/ 55313 h 81562"/>
                <a:gd name="connsiteX224" fmla="*/ 318438 w 544167"/>
                <a:gd name="connsiteY224" fmla="*/ 68334 h 81562"/>
                <a:gd name="connsiteX225" fmla="*/ 310677 w 544167"/>
                <a:gd name="connsiteY225" fmla="*/ 77604 h 81562"/>
                <a:gd name="connsiteX226" fmla="*/ 297917 w 544167"/>
                <a:gd name="connsiteY226" fmla="*/ 81146 h 81562"/>
                <a:gd name="connsiteX227" fmla="*/ 285365 w 544167"/>
                <a:gd name="connsiteY227" fmla="*/ 77604 h 81562"/>
                <a:gd name="connsiteX228" fmla="*/ 277917 w 544167"/>
                <a:gd name="connsiteY228" fmla="*/ 68334 h 81562"/>
                <a:gd name="connsiteX229" fmla="*/ 274271 w 544167"/>
                <a:gd name="connsiteY229" fmla="*/ 55313 h 81562"/>
                <a:gd name="connsiteX230" fmla="*/ 273334 w 544167"/>
                <a:gd name="connsiteY230" fmla="*/ 40729 h 81562"/>
                <a:gd name="connsiteX231" fmla="*/ 274271 w 544167"/>
                <a:gd name="connsiteY231" fmla="*/ 26146 h 81562"/>
                <a:gd name="connsiteX232" fmla="*/ 277917 w 544167"/>
                <a:gd name="connsiteY232" fmla="*/ 13021 h 81562"/>
                <a:gd name="connsiteX233" fmla="*/ 285365 w 544167"/>
                <a:gd name="connsiteY233" fmla="*/ 3646 h 81562"/>
                <a:gd name="connsiteX234" fmla="*/ 297917 w 544167"/>
                <a:gd name="connsiteY234" fmla="*/ 0 h 81562"/>
                <a:gd name="connsiteX235" fmla="*/ 89583 w 544167"/>
                <a:gd name="connsiteY235" fmla="*/ 0 h 81562"/>
                <a:gd name="connsiteX236" fmla="*/ 102344 w 544167"/>
                <a:gd name="connsiteY236" fmla="*/ 3646 h 81562"/>
                <a:gd name="connsiteX237" fmla="*/ 110104 w 544167"/>
                <a:gd name="connsiteY237" fmla="*/ 13021 h 81562"/>
                <a:gd name="connsiteX238" fmla="*/ 113959 w 544167"/>
                <a:gd name="connsiteY238" fmla="*/ 26146 h 81562"/>
                <a:gd name="connsiteX239" fmla="*/ 115000 w 544167"/>
                <a:gd name="connsiteY239" fmla="*/ 40729 h 81562"/>
                <a:gd name="connsiteX240" fmla="*/ 113959 w 544167"/>
                <a:gd name="connsiteY240" fmla="*/ 55313 h 81562"/>
                <a:gd name="connsiteX241" fmla="*/ 110104 w 544167"/>
                <a:gd name="connsiteY241" fmla="*/ 68334 h 81562"/>
                <a:gd name="connsiteX242" fmla="*/ 102344 w 544167"/>
                <a:gd name="connsiteY242" fmla="*/ 77604 h 81562"/>
                <a:gd name="connsiteX243" fmla="*/ 89583 w 544167"/>
                <a:gd name="connsiteY243" fmla="*/ 81146 h 81562"/>
                <a:gd name="connsiteX244" fmla="*/ 77031 w 544167"/>
                <a:gd name="connsiteY244" fmla="*/ 77604 h 81562"/>
                <a:gd name="connsiteX245" fmla="*/ 69583 w 544167"/>
                <a:gd name="connsiteY245" fmla="*/ 68334 h 81562"/>
                <a:gd name="connsiteX246" fmla="*/ 65938 w 544167"/>
                <a:gd name="connsiteY246" fmla="*/ 55313 h 81562"/>
                <a:gd name="connsiteX247" fmla="*/ 65000 w 544167"/>
                <a:gd name="connsiteY247" fmla="*/ 40729 h 81562"/>
                <a:gd name="connsiteX248" fmla="*/ 65938 w 544167"/>
                <a:gd name="connsiteY248" fmla="*/ 26146 h 81562"/>
                <a:gd name="connsiteX249" fmla="*/ 69583 w 544167"/>
                <a:gd name="connsiteY249" fmla="*/ 13021 h 81562"/>
                <a:gd name="connsiteX250" fmla="*/ 77031 w 544167"/>
                <a:gd name="connsiteY250" fmla="*/ 3646 h 81562"/>
                <a:gd name="connsiteX251" fmla="*/ 89583 w 544167"/>
                <a:gd name="connsiteY251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</a:cxnLst>
              <a:rect l="l" t="t" r="r" b="b"/>
              <a:pathLst>
                <a:path w="5441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021" y="43438"/>
                  </a:moveTo>
                  <a:cubicBezTo>
                    <a:pt x="360938" y="43438"/>
                    <a:pt x="358893" y="43763"/>
                    <a:pt x="356875" y="44427"/>
                  </a:cubicBezTo>
                  <a:cubicBezTo>
                    <a:pt x="354870" y="45091"/>
                    <a:pt x="353099" y="46042"/>
                    <a:pt x="351563" y="47292"/>
                  </a:cubicBezTo>
                  <a:cubicBezTo>
                    <a:pt x="349974" y="48542"/>
                    <a:pt x="348698" y="50118"/>
                    <a:pt x="347761" y="52031"/>
                  </a:cubicBezTo>
                  <a:cubicBezTo>
                    <a:pt x="346823" y="53945"/>
                    <a:pt x="346354" y="56146"/>
                    <a:pt x="346354" y="58646"/>
                  </a:cubicBezTo>
                  <a:cubicBezTo>
                    <a:pt x="346354" y="63229"/>
                    <a:pt x="347839" y="66914"/>
                    <a:pt x="350781" y="69688"/>
                  </a:cubicBezTo>
                  <a:cubicBezTo>
                    <a:pt x="353737" y="72461"/>
                    <a:pt x="357813" y="73855"/>
                    <a:pt x="363021" y="73855"/>
                  </a:cubicBezTo>
                  <a:cubicBezTo>
                    <a:pt x="368099" y="73855"/>
                    <a:pt x="372136" y="72461"/>
                    <a:pt x="375157" y="69688"/>
                  </a:cubicBezTo>
                  <a:cubicBezTo>
                    <a:pt x="378177" y="66914"/>
                    <a:pt x="379688" y="63229"/>
                    <a:pt x="379688" y="58646"/>
                  </a:cubicBezTo>
                  <a:cubicBezTo>
                    <a:pt x="379688" y="56146"/>
                    <a:pt x="379206" y="53945"/>
                    <a:pt x="378229" y="52031"/>
                  </a:cubicBezTo>
                  <a:cubicBezTo>
                    <a:pt x="377266" y="50118"/>
                    <a:pt x="375977" y="48542"/>
                    <a:pt x="374375" y="47292"/>
                  </a:cubicBezTo>
                  <a:cubicBezTo>
                    <a:pt x="372852" y="46042"/>
                    <a:pt x="371081" y="45091"/>
                    <a:pt x="369063" y="44427"/>
                  </a:cubicBezTo>
                  <a:cubicBezTo>
                    <a:pt x="367058" y="43763"/>
                    <a:pt x="365039" y="43438"/>
                    <a:pt x="363021" y="43438"/>
                  </a:cubicBezTo>
                  <a:close/>
                  <a:moveTo>
                    <a:pt x="214167" y="11250"/>
                  </a:moveTo>
                  <a:lnTo>
                    <a:pt x="187292" y="55313"/>
                  </a:lnTo>
                  <a:lnTo>
                    <a:pt x="213959" y="55313"/>
                  </a:lnTo>
                  <a:lnTo>
                    <a:pt x="213959" y="20833"/>
                  </a:lnTo>
                  <a:close/>
                  <a:moveTo>
                    <a:pt x="519063" y="8334"/>
                  </a:moveTo>
                  <a:cubicBezTo>
                    <a:pt x="513855" y="8334"/>
                    <a:pt x="509844" y="10169"/>
                    <a:pt x="507032" y="13855"/>
                  </a:cubicBezTo>
                  <a:cubicBezTo>
                    <a:pt x="504219" y="17539"/>
                    <a:pt x="502813" y="22018"/>
                    <a:pt x="502813" y="27292"/>
                  </a:cubicBezTo>
                  <a:cubicBezTo>
                    <a:pt x="502813" y="29857"/>
                    <a:pt x="503151" y="32292"/>
                    <a:pt x="503802" y="34583"/>
                  </a:cubicBezTo>
                  <a:cubicBezTo>
                    <a:pt x="504467" y="36875"/>
                    <a:pt x="505495" y="38854"/>
                    <a:pt x="506875" y="40521"/>
                  </a:cubicBezTo>
                  <a:cubicBezTo>
                    <a:pt x="508204" y="42253"/>
                    <a:pt x="509870" y="43633"/>
                    <a:pt x="511875" y="44636"/>
                  </a:cubicBezTo>
                  <a:cubicBezTo>
                    <a:pt x="513894" y="45638"/>
                    <a:pt x="516250" y="46146"/>
                    <a:pt x="518959" y="46146"/>
                  </a:cubicBezTo>
                  <a:cubicBezTo>
                    <a:pt x="521250" y="46146"/>
                    <a:pt x="523386" y="45664"/>
                    <a:pt x="525365" y="44688"/>
                  </a:cubicBezTo>
                  <a:cubicBezTo>
                    <a:pt x="527344" y="43711"/>
                    <a:pt x="529037" y="42435"/>
                    <a:pt x="530417" y="40834"/>
                  </a:cubicBezTo>
                  <a:cubicBezTo>
                    <a:pt x="531875" y="39167"/>
                    <a:pt x="533008" y="37253"/>
                    <a:pt x="533802" y="35104"/>
                  </a:cubicBezTo>
                  <a:cubicBezTo>
                    <a:pt x="534610" y="32956"/>
                    <a:pt x="535000" y="30664"/>
                    <a:pt x="535000" y="28230"/>
                  </a:cubicBezTo>
                  <a:cubicBezTo>
                    <a:pt x="535000" y="25456"/>
                    <a:pt x="534610" y="22852"/>
                    <a:pt x="533802" y="20417"/>
                  </a:cubicBezTo>
                  <a:cubicBezTo>
                    <a:pt x="533008" y="17982"/>
                    <a:pt x="531915" y="15873"/>
                    <a:pt x="530521" y="14063"/>
                  </a:cubicBezTo>
                  <a:cubicBezTo>
                    <a:pt x="529141" y="12331"/>
                    <a:pt x="527474" y="10938"/>
                    <a:pt x="525521" y="9896"/>
                  </a:cubicBezTo>
                  <a:cubicBezTo>
                    <a:pt x="523581" y="8854"/>
                    <a:pt x="521433" y="8334"/>
                    <a:pt x="519063" y="8334"/>
                  </a:cubicBezTo>
                  <a:close/>
                  <a:moveTo>
                    <a:pt x="363021" y="8334"/>
                  </a:moveTo>
                  <a:cubicBezTo>
                    <a:pt x="358646" y="8334"/>
                    <a:pt x="354935" y="9584"/>
                    <a:pt x="351875" y="12083"/>
                  </a:cubicBezTo>
                  <a:cubicBezTo>
                    <a:pt x="348828" y="14584"/>
                    <a:pt x="347292" y="17917"/>
                    <a:pt x="347292" y="22084"/>
                  </a:cubicBezTo>
                  <a:cubicBezTo>
                    <a:pt x="347292" y="26459"/>
                    <a:pt x="348789" y="29844"/>
                    <a:pt x="351771" y="32240"/>
                  </a:cubicBezTo>
                  <a:cubicBezTo>
                    <a:pt x="354766" y="34635"/>
                    <a:pt x="358516" y="35834"/>
                    <a:pt x="363021" y="35834"/>
                  </a:cubicBezTo>
                  <a:cubicBezTo>
                    <a:pt x="367396" y="35834"/>
                    <a:pt x="371120" y="34635"/>
                    <a:pt x="374167" y="32240"/>
                  </a:cubicBezTo>
                  <a:cubicBezTo>
                    <a:pt x="377227" y="29844"/>
                    <a:pt x="378750" y="26459"/>
                    <a:pt x="378750" y="22084"/>
                  </a:cubicBezTo>
                  <a:cubicBezTo>
                    <a:pt x="378750" y="17917"/>
                    <a:pt x="377227" y="14584"/>
                    <a:pt x="374167" y="12083"/>
                  </a:cubicBezTo>
                  <a:cubicBezTo>
                    <a:pt x="371120" y="9584"/>
                    <a:pt x="367396" y="8334"/>
                    <a:pt x="363021" y="8334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3"/>
                  </a:cubicBezTo>
                  <a:cubicBezTo>
                    <a:pt x="287005" y="13268"/>
                    <a:pt x="285417" y="16185"/>
                    <a:pt x="284375" y="19584"/>
                  </a:cubicBezTo>
                  <a:cubicBezTo>
                    <a:pt x="283268" y="23060"/>
                    <a:pt x="282591" y="26719"/>
                    <a:pt x="282344" y="30573"/>
                  </a:cubicBezTo>
                  <a:cubicBezTo>
                    <a:pt x="282110" y="34427"/>
                    <a:pt x="281979" y="37813"/>
                    <a:pt x="281979" y="40729"/>
                  </a:cubicBezTo>
                  <a:cubicBezTo>
                    <a:pt x="281979" y="43646"/>
                    <a:pt x="282110" y="46992"/>
                    <a:pt x="282344" y="50782"/>
                  </a:cubicBezTo>
                  <a:cubicBezTo>
                    <a:pt x="282591" y="54570"/>
                    <a:pt x="283268" y="58190"/>
                    <a:pt x="284375" y="61667"/>
                  </a:cubicBezTo>
                  <a:cubicBezTo>
                    <a:pt x="285417" y="65065"/>
                    <a:pt x="287005" y="67956"/>
                    <a:pt x="289115" y="70313"/>
                  </a:cubicBezTo>
                  <a:cubicBezTo>
                    <a:pt x="291237" y="72670"/>
                    <a:pt x="294167" y="73855"/>
                    <a:pt x="297917" y="73855"/>
                  </a:cubicBezTo>
                  <a:cubicBezTo>
                    <a:pt x="301667" y="73855"/>
                    <a:pt x="304662" y="72670"/>
                    <a:pt x="306875" y="70313"/>
                  </a:cubicBezTo>
                  <a:cubicBezTo>
                    <a:pt x="309102" y="67956"/>
                    <a:pt x="310768" y="65065"/>
                    <a:pt x="311875" y="61667"/>
                  </a:cubicBezTo>
                  <a:cubicBezTo>
                    <a:pt x="313060" y="58190"/>
                    <a:pt x="313828" y="54570"/>
                    <a:pt x="314167" y="50782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3"/>
                    <a:pt x="314519" y="34427"/>
                    <a:pt x="314167" y="30573"/>
                  </a:cubicBezTo>
                  <a:cubicBezTo>
                    <a:pt x="313828" y="26719"/>
                    <a:pt x="313060" y="23060"/>
                    <a:pt x="311875" y="19584"/>
                  </a:cubicBezTo>
                  <a:cubicBezTo>
                    <a:pt x="310768" y="16185"/>
                    <a:pt x="309102" y="13268"/>
                    <a:pt x="306875" y="10833"/>
                  </a:cubicBezTo>
                  <a:cubicBezTo>
                    <a:pt x="304662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3"/>
                  </a:cubicBezTo>
                  <a:cubicBezTo>
                    <a:pt x="78672" y="13268"/>
                    <a:pt x="77084" y="16185"/>
                    <a:pt x="76042" y="19584"/>
                  </a:cubicBezTo>
                  <a:cubicBezTo>
                    <a:pt x="74935" y="23060"/>
                    <a:pt x="74258" y="26719"/>
                    <a:pt x="74011" y="30573"/>
                  </a:cubicBezTo>
                  <a:cubicBezTo>
                    <a:pt x="73776" y="34427"/>
                    <a:pt x="73646" y="37813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70"/>
                    <a:pt x="74935" y="58190"/>
                    <a:pt x="76042" y="61667"/>
                  </a:cubicBezTo>
                  <a:cubicBezTo>
                    <a:pt x="77084" y="65065"/>
                    <a:pt x="78672" y="67956"/>
                    <a:pt x="80781" y="70313"/>
                  </a:cubicBezTo>
                  <a:cubicBezTo>
                    <a:pt x="82904" y="72670"/>
                    <a:pt x="85834" y="73855"/>
                    <a:pt x="89583" y="73855"/>
                  </a:cubicBezTo>
                  <a:cubicBezTo>
                    <a:pt x="93333" y="73855"/>
                    <a:pt x="96328" y="72670"/>
                    <a:pt x="98542" y="70313"/>
                  </a:cubicBezTo>
                  <a:cubicBezTo>
                    <a:pt x="100768" y="67956"/>
                    <a:pt x="102435" y="65065"/>
                    <a:pt x="103542" y="61667"/>
                  </a:cubicBezTo>
                  <a:cubicBezTo>
                    <a:pt x="104727" y="58190"/>
                    <a:pt x="105495" y="54570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3"/>
                    <a:pt x="106185" y="34427"/>
                    <a:pt x="105833" y="30573"/>
                  </a:cubicBezTo>
                  <a:cubicBezTo>
                    <a:pt x="105495" y="26719"/>
                    <a:pt x="104727" y="23060"/>
                    <a:pt x="103542" y="19584"/>
                  </a:cubicBezTo>
                  <a:cubicBezTo>
                    <a:pt x="102435" y="16185"/>
                    <a:pt x="100768" y="13268"/>
                    <a:pt x="98542" y="10833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68"/>
                    <a:pt x="460625" y="3542"/>
                  </a:cubicBezTo>
                  <a:cubicBezTo>
                    <a:pt x="460912" y="3815"/>
                    <a:pt x="461042" y="4336"/>
                    <a:pt x="461042" y="5105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102"/>
                    <a:pt x="448594" y="16029"/>
                    <a:pt x="445782" y="17865"/>
                  </a:cubicBezTo>
                  <a:cubicBezTo>
                    <a:pt x="442969" y="19701"/>
                    <a:pt x="439896" y="21458"/>
                    <a:pt x="436563" y="23125"/>
                  </a:cubicBezTo>
                  <a:lnTo>
                    <a:pt x="436563" y="15209"/>
                  </a:lnTo>
                  <a:cubicBezTo>
                    <a:pt x="439558" y="13893"/>
                    <a:pt x="442435" y="12188"/>
                    <a:pt x="445209" y="10104"/>
                  </a:cubicBezTo>
                  <a:cubicBezTo>
                    <a:pt x="447995" y="8021"/>
                    <a:pt x="450625" y="5690"/>
                    <a:pt x="453125" y="3125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23"/>
                    <a:pt x="221459" y="2396"/>
                  </a:cubicBezTo>
                  <a:cubicBezTo>
                    <a:pt x="221745" y="2669"/>
                    <a:pt x="221875" y="3190"/>
                    <a:pt x="221875" y="3959"/>
                  </a:cubicBezTo>
                  <a:lnTo>
                    <a:pt x="221875" y="55313"/>
                  </a:lnTo>
                  <a:lnTo>
                    <a:pt x="233229" y="55313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99" y="62500"/>
                    <a:pt x="180078" y="62357"/>
                    <a:pt x="179792" y="62083"/>
                  </a:cubicBezTo>
                  <a:cubicBezTo>
                    <a:pt x="179518" y="61810"/>
                    <a:pt x="179375" y="61289"/>
                    <a:pt x="179375" y="60521"/>
                  </a:cubicBezTo>
                  <a:lnTo>
                    <a:pt x="179375" y="56146"/>
                  </a:lnTo>
                  <a:cubicBezTo>
                    <a:pt x="179375" y="55664"/>
                    <a:pt x="179466" y="55157"/>
                    <a:pt x="179636" y="54636"/>
                  </a:cubicBezTo>
                  <a:cubicBezTo>
                    <a:pt x="179818" y="54115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24" y="2591"/>
                    <a:pt x="211563" y="2344"/>
                  </a:cubicBezTo>
                  <a:cubicBezTo>
                    <a:pt x="211914" y="2096"/>
                    <a:pt x="212331" y="1979"/>
                    <a:pt x="212813" y="1979"/>
                  </a:cubicBezTo>
                  <a:close/>
                  <a:moveTo>
                    <a:pt x="518542" y="1354"/>
                  </a:moveTo>
                  <a:cubicBezTo>
                    <a:pt x="521875" y="1354"/>
                    <a:pt x="525078" y="1875"/>
                    <a:pt x="528125" y="2917"/>
                  </a:cubicBezTo>
                  <a:cubicBezTo>
                    <a:pt x="531185" y="3959"/>
                    <a:pt x="533933" y="5873"/>
                    <a:pt x="536354" y="8646"/>
                  </a:cubicBezTo>
                  <a:cubicBezTo>
                    <a:pt x="538724" y="11419"/>
                    <a:pt x="540612" y="15261"/>
                    <a:pt x="542032" y="20156"/>
                  </a:cubicBezTo>
                  <a:cubicBezTo>
                    <a:pt x="543464" y="25052"/>
                    <a:pt x="544167" y="31315"/>
                    <a:pt x="544167" y="38958"/>
                  </a:cubicBezTo>
                  <a:cubicBezTo>
                    <a:pt x="544167" y="52917"/>
                    <a:pt x="541849" y="63386"/>
                    <a:pt x="537188" y="70365"/>
                  </a:cubicBezTo>
                  <a:cubicBezTo>
                    <a:pt x="532539" y="77344"/>
                    <a:pt x="526224" y="80833"/>
                    <a:pt x="518229" y="80833"/>
                  </a:cubicBezTo>
                  <a:cubicBezTo>
                    <a:pt x="511849" y="80833"/>
                    <a:pt x="506693" y="79063"/>
                    <a:pt x="502761" y="75521"/>
                  </a:cubicBezTo>
                  <a:cubicBezTo>
                    <a:pt x="498841" y="71979"/>
                    <a:pt x="496563" y="67149"/>
                    <a:pt x="495938" y="61042"/>
                  </a:cubicBezTo>
                  <a:lnTo>
                    <a:pt x="504167" y="61042"/>
                  </a:lnTo>
                  <a:cubicBezTo>
                    <a:pt x="504310" y="65000"/>
                    <a:pt x="505821" y="68125"/>
                    <a:pt x="508698" y="70417"/>
                  </a:cubicBezTo>
                  <a:cubicBezTo>
                    <a:pt x="511589" y="72709"/>
                    <a:pt x="514896" y="73855"/>
                    <a:pt x="518646" y="73855"/>
                  </a:cubicBezTo>
                  <a:cubicBezTo>
                    <a:pt x="522266" y="73855"/>
                    <a:pt x="525261" y="72813"/>
                    <a:pt x="527657" y="70729"/>
                  </a:cubicBezTo>
                  <a:cubicBezTo>
                    <a:pt x="530052" y="68646"/>
                    <a:pt x="531953" y="65938"/>
                    <a:pt x="533334" y="62604"/>
                  </a:cubicBezTo>
                  <a:cubicBezTo>
                    <a:pt x="534727" y="59336"/>
                    <a:pt x="535677" y="55664"/>
                    <a:pt x="536198" y="51563"/>
                  </a:cubicBezTo>
                  <a:cubicBezTo>
                    <a:pt x="536719" y="47461"/>
                    <a:pt x="536980" y="43399"/>
                    <a:pt x="536980" y="39375"/>
                  </a:cubicBezTo>
                  <a:cubicBezTo>
                    <a:pt x="535391" y="43893"/>
                    <a:pt x="532852" y="47227"/>
                    <a:pt x="529375" y="49375"/>
                  </a:cubicBezTo>
                  <a:cubicBezTo>
                    <a:pt x="525912" y="51523"/>
                    <a:pt x="521875" y="52604"/>
                    <a:pt x="517292" y="52604"/>
                  </a:cubicBezTo>
                  <a:cubicBezTo>
                    <a:pt x="510417" y="52604"/>
                    <a:pt x="504922" y="50274"/>
                    <a:pt x="500782" y="45625"/>
                  </a:cubicBezTo>
                  <a:cubicBezTo>
                    <a:pt x="496654" y="40977"/>
                    <a:pt x="494584" y="34792"/>
                    <a:pt x="494584" y="27084"/>
                  </a:cubicBezTo>
                  <a:cubicBezTo>
                    <a:pt x="494584" y="23542"/>
                    <a:pt x="495130" y="20208"/>
                    <a:pt x="496198" y="17083"/>
                  </a:cubicBezTo>
                  <a:cubicBezTo>
                    <a:pt x="497279" y="13959"/>
                    <a:pt x="498855" y="11211"/>
                    <a:pt x="500938" y="8854"/>
                  </a:cubicBezTo>
                  <a:cubicBezTo>
                    <a:pt x="503021" y="6563"/>
                    <a:pt x="505547" y="4740"/>
                    <a:pt x="508490" y="3386"/>
                  </a:cubicBezTo>
                  <a:cubicBezTo>
                    <a:pt x="511446" y="2031"/>
                    <a:pt x="514792" y="1354"/>
                    <a:pt x="518542" y="1354"/>
                  </a:cubicBezTo>
                  <a:close/>
                  <a:moveTo>
                    <a:pt x="363021" y="1354"/>
                  </a:moveTo>
                  <a:cubicBezTo>
                    <a:pt x="370105" y="1354"/>
                    <a:pt x="375886" y="3164"/>
                    <a:pt x="380365" y="6771"/>
                  </a:cubicBezTo>
                  <a:cubicBezTo>
                    <a:pt x="384844" y="10378"/>
                    <a:pt x="387084" y="15456"/>
                    <a:pt x="387084" y="21979"/>
                  </a:cubicBezTo>
                  <a:cubicBezTo>
                    <a:pt x="387084" y="23854"/>
                    <a:pt x="386758" y="25729"/>
                    <a:pt x="386094" y="27605"/>
                  </a:cubicBezTo>
                  <a:cubicBezTo>
                    <a:pt x="385443" y="29479"/>
                    <a:pt x="384519" y="31250"/>
                    <a:pt x="383334" y="32917"/>
                  </a:cubicBezTo>
                  <a:cubicBezTo>
                    <a:pt x="382084" y="34583"/>
                    <a:pt x="380625" y="36055"/>
                    <a:pt x="378959" y="37344"/>
                  </a:cubicBezTo>
                  <a:cubicBezTo>
                    <a:pt x="377292" y="38633"/>
                    <a:pt x="375456" y="39545"/>
                    <a:pt x="373438" y="40104"/>
                  </a:cubicBezTo>
                  <a:cubicBezTo>
                    <a:pt x="378021" y="41355"/>
                    <a:pt x="381602" y="43633"/>
                    <a:pt x="384167" y="46927"/>
                  </a:cubicBezTo>
                  <a:cubicBezTo>
                    <a:pt x="386745" y="50222"/>
                    <a:pt x="388021" y="54102"/>
                    <a:pt x="388021" y="58542"/>
                  </a:cubicBezTo>
                  <a:cubicBezTo>
                    <a:pt x="387956" y="65690"/>
                    <a:pt x="385612" y="71198"/>
                    <a:pt x="380990" y="75052"/>
                  </a:cubicBezTo>
                  <a:cubicBezTo>
                    <a:pt x="376380" y="78907"/>
                    <a:pt x="370352" y="80833"/>
                    <a:pt x="362917" y="80833"/>
                  </a:cubicBezTo>
                  <a:cubicBezTo>
                    <a:pt x="355417" y="80833"/>
                    <a:pt x="349401" y="78907"/>
                    <a:pt x="344844" y="75052"/>
                  </a:cubicBezTo>
                  <a:cubicBezTo>
                    <a:pt x="340300" y="71198"/>
                    <a:pt x="338021" y="65690"/>
                    <a:pt x="338021" y="58542"/>
                  </a:cubicBezTo>
                  <a:cubicBezTo>
                    <a:pt x="338021" y="54649"/>
                    <a:pt x="339271" y="50951"/>
                    <a:pt x="341771" y="47448"/>
                  </a:cubicBezTo>
                  <a:cubicBezTo>
                    <a:pt x="344271" y="43945"/>
                    <a:pt x="347917" y="41355"/>
                    <a:pt x="352709" y="39688"/>
                  </a:cubicBezTo>
                  <a:cubicBezTo>
                    <a:pt x="348334" y="38854"/>
                    <a:pt x="344948" y="36732"/>
                    <a:pt x="342552" y="33334"/>
                  </a:cubicBezTo>
                  <a:cubicBezTo>
                    <a:pt x="340157" y="29935"/>
                    <a:pt x="338959" y="26146"/>
                    <a:pt x="338959" y="21979"/>
                  </a:cubicBezTo>
                  <a:cubicBezTo>
                    <a:pt x="338959" y="15456"/>
                    <a:pt x="341185" y="10378"/>
                    <a:pt x="345625" y="6771"/>
                  </a:cubicBezTo>
                  <a:cubicBezTo>
                    <a:pt x="350078" y="3164"/>
                    <a:pt x="355873" y="1354"/>
                    <a:pt x="363021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60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89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4"/>
                  </a:cubicBezTo>
                  <a:cubicBezTo>
                    <a:pt x="117279" y="78646"/>
                    <a:pt x="117188" y="78230"/>
                    <a:pt x="117188" y="77604"/>
                  </a:cubicBezTo>
                  <a:lnTo>
                    <a:pt x="117188" y="71354"/>
                  </a:lnTo>
                  <a:cubicBezTo>
                    <a:pt x="118373" y="70248"/>
                    <a:pt x="119818" y="68855"/>
                    <a:pt x="121510" y="67188"/>
                  </a:cubicBezTo>
                  <a:cubicBezTo>
                    <a:pt x="123216" y="65521"/>
                    <a:pt x="125078" y="63685"/>
                    <a:pt x="127084" y="61667"/>
                  </a:cubicBezTo>
                  <a:cubicBezTo>
                    <a:pt x="129037" y="59649"/>
                    <a:pt x="131042" y="57500"/>
                    <a:pt x="133125" y="55209"/>
                  </a:cubicBezTo>
                  <a:cubicBezTo>
                    <a:pt x="135208" y="52917"/>
                    <a:pt x="137266" y="50560"/>
                    <a:pt x="139271" y="48125"/>
                  </a:cubicBezTo>
                  <a:cubicBezTo>
                    <a:pt x="141289" y="45768"/>
                    <a:pt x="143203" y="43385"/>
                    <a:pt x="145000" y="40990"/>
                  </a:cubicBezTo>
                  <a:cubicBezTo>
                    <a:pt x="146810" y="38594"/>
                    <a:pt x="148373" y="36289"/>
                    <a:pt x="149688" y="34063"/>
                  </a:cubicBezTo>
                  <a:cubicBezTo>
                    <a:pt x="151081" y="31771"/>
                    <a:pt x="152175" y="29623"/>
                    <a:pt x="152969" y="27605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75"/>
                    <a:pt x="144167" y="8542"/>
                    <a:pt x="140000" y="8542"/>
                  </a:cubicBezTo>
                  <a:cubicBezTo>
                    <a:pt x="135977" y="8542"/>
                    <a:pt x="132696" y="9935"/>
                    <a:pt x="130156" y="12709"/>
                  </a:cubicBezTo>
                  <a:cubicBezTo>
                    <a:pt x="127630" y="15482"/>
                    <a:pt x="126354" y="19102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74"/>
                    <a:pt x="119479" y="14427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56"/>
                    <a:pt x="128568" y="3959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60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89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4"/>
                  </a:cubicBezTo>
                  <a:cubicBezTo>
                    <a:pt x="91" y="78646"/>
                    <a:pt x="0" y="78230"/>
                    <a:pt x="0" y="77604"/>
                  </a:cubicBezTo>
                  <a:lnTo>
                    <a:pt x="0" y="71354"/>
                  </a:lnTo>
                  <a:cubicBezTo>
                    <a:pt x="1185" y="70248"/>
                    <a:pt x="2630" y="68855"/>
                    <a:pt x="4323" y="67188"/>
                  </a:cubicBezTo>
                  <a:cubicBezTo>
                    <a:pt x="6029" y="65521"/>
                    <a:pt x="7891" y="63685"/>
                    <a:pt x="9896" y="61667"/>
                  </a:cubicBezTo>
                  <a:cubicBezTo>
                    <a:pt x="11849" y="59649"/>
                    <a:pt x="13854" y="57500"/>
                    <a:pt x="15937" y="55209"/>
                  </a:cubicBezTo>
                  <a:cubicBezTo>
                    <a:pt x="18021" y="52917"/>
                    <a:pt x="20078" y="50560"/>
                    <a:pt x="22083" y="48125"/>
                  </a:cubicBezTo>
                  <a:cubicBezTo>
                    <a:pt x="24102" y="45768"/>
                    <a:pt x="26016" y="43385"/>
                    <a:pt x="27813" y="40990"/>
                  </a:cubicBezTo>
                  <a:cubicBezTo>
                    <a:pt x="29623" y="38594"/>
                    <a:pt x="31185" y="36289"/>
                    <a:pt x="32500" y="34063"/>
                  </a:cubicBezTo>
                  <a:cubicBezTo>
                    <a:pt x="33893" y="31771"/>
                    <a:pt x="34987" y="29623"/>
                    <a:pt x="35781" y="27605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75"/>
                    <a:pt x="26979" y="8542"/>
                    <a:pt x="22813" y="8542"/>
                  </a:cubicBezTo>
                  <a:cubicBezTo>
                    <a:pt x="18789" y="8542"/>
                    <a:pt x="15508" y="9935"/>
                    <a:pt x="12969" y="12709"/>
                  </a:cubicBezTo>
                  <a:cubicBezTo>
                    <a:pt x="10443" y="15482"/>
                    <a:pt x="9167" y="19102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74"/>
                    <a:pt x="2292" y="14427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56"/>
                    <a:pt x="11380" y="3959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81"/>
                    <a:pt x="316563" y="9206"/>
                    <a:pt x="318438" y="13021"/>
                  </a:cubicBezTo>
                  <a:cubicBezTo>
                    <a:pt x="320313" y="16914"/>
                    <a:pt x="321602" y="21289"/>
                    <a:pt x="322292" y="26146"/>
                  </a:cubicBezTo>
                  <a:cubicBezTo>
                    <a:pt x="322995" y="31003"/>
                    <a:pt x="323334" y="35872"/>
                    <a:pt x="323334" y="40729"/>
                  </a:cubicBezTo>
                  <a:cubicBezTo>
                    <a:pt x="323334" y="45664"/>
                    <a:pt x="322995" y="50521"/>
                    <a:pt x="322292" y="55313"/>
                  </a:cubicBezTo>
                  <a:cubicBezTo>
                    <a:pt x="321602" y="60105"/>
                    <a:pt x="320313" y="64440"/>
                    <a:pt x="318438" y="68334"/>
                  </a:cubicBezTo>
                  <a:cubicBezTo>
                    <a:pt x="316563" y="72149"/>
                    <a:pt x="313985" y="75248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48"/>
                    <a:pt x="279662" y="72149"/>
                    <a:pt x="277917" y="68334"/>
                  </a:cubicBezTo>
                  <a:cubicBezTo>
                    <a:pt x="276120" y="64440"/>
                    <a:pt x="274896" y="60105"/>
                    <a:pt x="274271" y="55313"/>
                  </a:cubicBezTo>
                  <a:cubicBezTo>
                    <a:pt x="273646" y="50521"/>
                    <a:pt x="273334" y="45664"/>
                    <a:pt x="273334" y="40729"/>
                  </a:cubicBezTo>
                  <a:cubicBezTo>
                    <a:pt x="273334" y="35872"/>
                    <a:pt x="273646" y="31003"/>
                    <a:pt x="274271" y="26146"/>
                  </a:cubicBezTo>
                  <a:cubicBezTo>
                    <a:pt x="274896" y="21289"/>
                    <a:pt x="276120" y="16914"/>
                    <a:pt x="277917" y="13021"/>
                  </a:cubicBezTo>
                  <a:cubicBezTo>
                    <a:pt x="279662" y="9206"/>
                    <a:pt x="282136" y="6081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81"/>
                    <a:pt x="108229" y="9206"/>
                    <a:pt x="110104" y="13021"/>
                  </a:cubicBezTo>
                  <a:cubicBezTo>
                    <a:pt x="111979" y="16914"/>
                    <a:pt x="113268" y="21289"/>
                    <a:pt x="113959" y="26146"/>
                  </a:cubicBezTo>
                  <a:cubicBezTo>
                    <a:pt x="114662" y="31003"/>
                    <a:pt x="115000" y="35872"/>
                    <a:pt x="115000" y="40729"/>
                  </a:cubicBezTo>
                  <a:cubicBezTo>
                    <a:pt x="115000" y="45664"/>
                    <a:pt x="114662" y="50521"/>
                    <a:pt x="113959" y="55313"/>
                  </a:cubicBezTo>
                  <a:cubicBezTo>
                    <a:pt x="113268" y="60105"/>
                    <a:pt x="111979" y="64440"/>
                    <a:pt x="110104" y="68334"/>
                  </a:cubicBezTo>
                  <a:cubicBezTo>
                    <a:pt x="108229" y="72149"/>
                    <a:pt x="105651" y="75248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48"/>
                    <a:pt x="71328" y="72149"/>
                    <a:pt x="69583" y="68334"/>
                  </a:cubicBezTo>
                  <a:cubicBezTo>
                    <a:pt x="67787" y="64440"/>
                    <a:pt x="66563" y="60105"/>
                    <a:pt x="65938" y="55313"/>
                  </a:cubicBezTo>
                  <a:cubicBezTo>
                    <a:pt x="65313" y="50521"/>
                    <a:pt x="65000" y="45664"/>
                    <a:pt x="65000" y="40729"/>
                  </a:cubicBezTo>
                  <a:cubicBezTo>
                    <a:pt x="65000" y="35872"/>
                    <a:pt x="65313" y="31003"/>
                    <a:pt x="65938" y="26146"/>
                  </a:cubicBezTo>
                  <a:cubicBezTo>
                    <a:pt x="66563" y="21289"/>
                    <a:pt x="67787" y="16914"/>
                    <a:pt x="69583" y="13021"/>
                  </a:cubicBezTo>
                  <a:cubicBezTo>
                    <a:pt x="71328" y="9206"/>
                    <a:pt x="73802" y="6081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3" name="TextBox 642">
              <a:extLst>
                <a:ext uri="{FF2B5EF4-FFF2-40B4-BE49-F238E27FC236}">
                  <a16:creationId xmlns:a16="http://schemas.microsoft.com/office/drawing/2014/main" id="{89AF9AF1-E499-46C9-AEE5-3BB934C19F7E}"/>
                </a:ext>
              </a:extLst>
            </p:cNvPr>
            <p:cNvSpPr txBox="1"/>
            <p:nvPr/>
          </p:nvSpPr>
          <p:spPr>
            <a:xfrm>
              <a:off x="2970659" y="6320684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2024.08.19</a:t>
              </a:r>
            </a:p>
          </p:txBody>
        </p:sp>
        <p:grpSp>
          <p:nvGrpSpPr>
            <p:cNvPr id="644" name="그래픽 5">
              <a:extLst>
                <a:ext uri="{FF2B5EF4-FFF2-40B4-BE49-F238E27FC236}">
                  <a16:creationId xmlns:a16="http://schemas.microsoft.com/office/drawing/2014/main" id="{FEC7C59A-19A1-4A14-8621-98805F9AEF2D}"/>
                </a:ext>
              </a:extLst>
            </p:cNvPr>
            <p:cNvGrpSpPr/>
            <p:nvPr/>
          </p:nvGrpSpPr>
          <p:grpSpPr>
            <a:xfrm>
              <a:off x="3962230" y="6295037"/>
              <a:ext cx="612291" cy="95690"/>
              <a:chOff x="3962230" y="6295037"/>
              <a:chExt cx="612291" cy="95690"/>
            </a:xfrm>
          </p:grpSpPr>
          <p:sp>
            <p:nvSpPr>
              <p:cNvPr id="645" name="자유형: 도형 644">
                <a:extLst>
                  <a:ext uri="{FF2B5EF4-FFF2-40B4-BE49-F238E27FC236}">
                    <a16:creationId xmlns:a16="http://schemas.microsoft.com/office/drawing/2014/main" id="{FCB69EA6-9A23-495C-B776-CE67CED77EF2}"/>
                  </a:ext>
                </a:extLst>
              </p:cNvPr>
              <p:cNvSpPr/>
              <p:nvPr/>
            </p:nvSpPr>
            <p:spPr>
              <a:xfrm>
                <a:off x="3962230" y="6295037"/>
                <a:ext cx="612291" cy="94479"/>
              </a:xfrm>
              <a:custGeom>
                <a:avLst/>
                <a:gdLst>
                  <a:gd name="connsiteX0" fmla="*/ 411042 w 612291"/>
                  <a:gd name="connsiteY0" fmla="*/ 70833 h 94479"/>
                  <a:gd name="connsiteX1" fmla="*/ 421771 w 612291"/>
                  <a:gd name="connsiteY1" fmla="*/ 70833 h 94479"/>
                  <a:gd name="connsiteX2" fmla="*/ 422656 w 612291"/>
                  <a:gd name="connsiteY2" fmla="*/ 71146 h 94479"/>
                  <a:gd name="connsiteX3" fmla="*/ 422917 w 612291"/>
                  <a:gd name="connsiteY3" fmla="*/ 72084 h 94479"/>
                  <a:gd name="connsiteX4" fmla="*/ 422917 w 612291"/>
                  <a:gd name="connsiteY4" fmla="*/ 78750 h 94479"/>
                  <a:gd name="connsiteX5" fmla="*/ 419792 w 612291"/>
                  <a:gd name="connsiteY5" fmla="*/ 90000 h 94479"/>
                  <a:gd name="connsiteX6" fmla="*/ 412188 w 612291"/>
                  <a:gd name="connsiteY6" fmla="*/ 94479 h 94479"/>
                  <a:gd name="connsiteX7" fmla="*/ 412188 w 612291"/>
                  <a:gd name="connsiteY7" fmla="*/ 90834 h 94479"/>
                  <a:gd name="connsiteX8" fmla="*/ 415677 w 612291"/>
                  <a:gd name="connsiteY8" fmla="*/ 87344 h 94479"/>
                  <a:gd name="connsiteX9" fmla="*/ 416459 w 612291"/>
                  <a:gd name="connsiteY9" fmla="*/ 81563 h 94479"/>
                  <a:gd name="connsiteX10" fmla="*/ 411042 w 612291"/>
                  <a:gd name="connsiteY10" fmla="*/ 81563 h 94479"/>
                  <a:gd name="connsiteX11" fmla="*/ 189688 w 612291"/>
                  <a:gd name="connsiteY11" fmla="*/ 70833 h 94479"/>
                  <a:gd name="connsiteX12" fmla="*/ 200417 w 612291"/>
                  <a:gd name="connsiteY12" fmla="*/ 70833 h 94479"/>
                  <a:gd name="connsiteX13" fmla="*/ 201302 w 612291"/>
                  <a:gd name="connsiteY13" fmla="*/ 71146 h 94479"/>
                  <a:gd name="connsiteX14" fmla="*/ 201563 w 612291"/>
                  <a:gd name="connsiteY14" fmla="*/ 72084 h 94479"/>
                  <a:gd name="connsiteX15" fmla="*/ 201563 w 612291"/>
                  <a:gd name="connsiteY15" fmla="*/ 78750 h 94479"/>
                  <a:gd name="connsiteX16" fmla="*/ 198437 w 612291"/>
                  <a:gd name="connsiteY16" fmla="*/ 90000 h 94479"/>
                  <a:gd name="connsiteX17" fmla="*/ 190834 w 612291"/>
                  <a:gd name="connsiteY17" fmla="*/ 94479 h 94479"/>
                  <a:gd name="connsiteX18" fmla="*/ 190834 w 612291"/>
                  <a:gd name="connsiteY18" fmla="*/ 90834 h 94479"/>
                  <a:gd name="connsiteX19" fmla="*/ 194323 w 612291"/>
                  <a:gd name="connsiteY19" fmla="*/ 87344 h 94479"/>
                  <a:gd name="connsiteX20" fmla="*/ 195104 w 612291"/>
                  <a:gd name="connsiteY20" fmla="*/ 81563 h 94479"/>
                  <a:gd name="connsiteX21" fmla="*/ 189688 w 612291"/>
                  <a:gd name="connsiteY21" fmla="*/ 81563 h 94479"/>
                  <a:gd name="connsiteX22" fmla="*/ 587292 w 612291"/>
                  <a:gd name="connsiteY22" fmla="*/ 43438 h 94479"/>
                  <a:gd name="connsiteX23" fmla="*/ 581146 w 612291"/>
                  <a:gd name="connsiteY23" fmla="*/ 44427 h 94479"/>
                  <a:gd name="connsiteX24" fmla="*/ 575834 w 612291"/>
                  <a:gd name="connsiteY24" fmla="*/ 47292 h 94479"/>
                  <a:gd name="connsiteX25" fmla="*/ 572032 w 612291"/>
                  <a:gd name="connsiteY25" fmla="*/ 52031 h 94479"/>
                  <a:gd name="connsiteX26" fmla="*/ 570625 w 612291"/>
                  <a:gd name="connsiteY26" fmla="*/ 58646 h 94479"/>
                  <a:gd name="connsiteX27" fmla="*/ 575052 w 612291"/>
                  <a:gd name="connsiteY27" fmla="*/ 69688 h 94479"/>
                  <a:gd name="connsiteX28" fmla="*/ 587292 w 612291"/>
                  <a:gd name="connsiteY28" fmla="*/ 73855 h 94479"/>
                  <a:gd name="connsiteX29" fmla="*/ 599428 w 612291"/>
                  <a:gd name="connsiteY29" fmla="*/ 69688 h 94479"/>
                  <a:gd name="connsiteX30" fmla="*/ 603959 w 612291"/>
                  <a:gd name="connsiteY30" fmla="*/ 58646 h 94479"/>
                  <a:gd name="connsiteX31" fmla="*/ 602500 w 612291"/>
                  <a:gd name="connsiteY31" fmla="*/ 52031 h 94479"/>
                  <a:gd name="connsiteX32" fmla="*/ 598646 w 612291"/>
                  <a:gd name="connsiteY32" fmla="*/ 47292 h 94479"/>
                  <a:gd name="connsiteX33" fmla="*/ 593334 w 612291"/>
                  <a:gd name="connsiteY33" fmla="*/ 44427 h 94479"/>
                  <a:gd name="connsiteX34" fmla="*/ 587292 w 612291"/>
                  <a:gd name="connsiteY34" fmla="*/ 43438 h 94479"/>
                  <a:gd name="connsiteX35" fmla="*/ 248750 w 612291"/>
                  <a:gd name="connsiteY35" fmla="*/ 43438 h 94479"/>
                  <a:gd name="connsiteX36" fmla="*/ 242604 w 612291"/>
                  <a:gd name="connsiteY36" fmla="*/ 44427 h 94479"/>
                  <a:gd name="connsiteX37" fmla="*/ 237292 w 612291"/>
                  <a:gd name="connsiteY37" fmla="*/ 47292 h 94479"/>
                  <a:gd name="connsiteX38" fmla="*/ 233490 w 612291"/>
                  <a:gd name="connsiteY38" fmla="*/ 52031 h 94479"/>
                  <a:gd name="connsiteX39" fmla="*/ 232084 w 612291"/>
                  <a:gd name="connsiteY39" fmla="*/ 58646 h 94479"/>
                  <a:gd name="connsiteX40" fmla="*/ 236511 w 612291"/>
                  <a:gd name="connsiteY40" fmla="*/ 69688 h 94479"/>
                  <a:gd name="connsiteX41" fmla="*/ 248750 w 612291"/>
                  <a:gd name="connsiteY41" fmla="*/ 73855 h 94479"/>
                  <a:gd name="connsiteX42" fmla="*/ 260886 w 612291"/>
                  <a:gd name="connsiteY42" fmla="*/ 69688 h 94479"/>
                  <a:gd name="connsiteX43" fmla="*/ 265417 w 612291"/>
                  <a:gd name="connsiteY43" fmla="*/ 58646 h 94479"/>
                  <a:gd name="connsiteX44" fmla="*/ 263959 w 612291"/>
                  <a:gd name="connsiteY44" fmla="*/ 52031 h 94479"/>
                  <a:gd name="connsiteX45" fmla="*/ 260104 w 612291"/>
                  <a:gd name="connsiteY45" fmla="*/ 47292 h 94479"/>
                  <a:gd name="connsiteX46" fmla="*/ 254792 w 612291"/>
                  <a:gd name="connsiteY46" fmla="*/ 44427 h 94479"/>
                  <a:gd name="connsiteX47" fmla="*/ 248750 w 612291"/>
                  <a:gd name="connsiteY47" fmla="*/ 43438 h 94479"/>
                  <a:gd name="connsiteX48" fmla="*/ 34792 w 612291"/>
                  <a:gd name="connsiteY48" fmla="*/ 11250 h 94479"/>
                  <a:gd name="connsiteX49" fmla="*/ 7917 w 612291"/>
                  <a:gd name="connsiteY49" fmla="*/ 55313 h 94479"/>
                  <a:gd name="connsiteX50" fmla="*/ 34583 w 612291"/>
                  <a:gd name="connsiteY50" fmla="*/ 55313 h 94479"/>
                  <a:gd name="connsiteX51" fmla="*/ 34583 w 612291"/>
                  <a:gd name="connsiteY51" fmla="*/ 20833 h 94479"/>
                  <a:gd name="connsiteX52" fmla="*/ 587292 w 612291"/>
                  <a:gd name="connsiteY52" fmla="*/ 8334 h 94479"/>
                  <a:gd name="connsiteX53" fmla="*/ 576146 w 612291"/>
                  <a:gd name="connsiteY53" fmla="*/ 12083 h 94479"/>
                  <a:gd name="connsiteX54" fmla="*/ 571563 w 612291"/>
                  <a:gd name="connsiteY54" fmla="*/ 22084 h 94479"/>
                  <a:gd name="connsiteX55" fmla="*/ 576042 w 612291"/>
                  <a:gd name="connsiteY55" fmla="*/ 32240 h 94479"/>
                  <a:gd name="connsiteX56" fmla="*/ 587292 w 612291"/>
                  <a:gd name="connsiteY56" fmla="*/ 35834 h 94479"/>
                  <a:gd name="connsiteX57" fmla="*/ 598438 w 612291"/>
                  <a:gd name="connsiteY57" fmla="*/ 32240 h 94479"/>
                  <a:gd name="connsiteX58" fmla="*/ 603021 w 612291"/>
                  <a:gd name="connsiteY58" fmla="*/ 22084 h 94479"/>
                  <a:gd name="connsiteX59" fmla="*/ 598438 w 612291"/>
                  <a:gd name="connsiteY59" fmla="*/ 12083 h 94479"/>
                  <a:gd name="connsiteX60" fmla="*/ 587292 w 612291"/>
                  <a:gd name="connsiteY60" fmla="*/ 8334 h 94479"/>
                  <a:gd name="connsiteX61" fmla="*/ 365730 w 612291"/>
                  <a:gd name="connsiteY61" fmla="*/ 8334 h 94479"/>
                  <a:gd name="connsiteX62" fmla="*/ 353698 w 612291"/>
                  <a:gd name="connsiteY62" fmla="*/ 13855 h 94479"/>
                  <a:gd name="connsiteX63" fmla="*/ 349479 w 612291"/>
                  <a:gd name="connsiteY63" fmla="*/ 27292 h 94479"/>
                  <a:gd name="connsiteX64" fmla="*/ 350469 w 612291"/>
                  <a:gd name="connsiteY64" fmla="*/ 34583 h 94479"/>
                  <a:gd name="connsiteX65" fmla="*/ 353542 w 612291"/>
                  <a:gd name="connsiteY65" fmla="*/ 40521 h 94479"/>
                  <a:gd name="connsiteX66" fmla="*/ 358542 w 612291"/>
                  <a:gd name="connsiteY66" fmla="*/ 44636 h 94479"/>
                  <a:gd name="connsiteX67" fmla="*/ 365625 w 612291"/>
                  <a:gd name="connsiteY67" fmla="*/ 46146 h 94479"/>
                  <a:gd name="connsiteX68" fmla="*/ 372031 w 612291"/>
                  <a:gd name="connsiteY68" fmla="*/ 44688 h 94479"/>
                  <a:gd name="connsiteX69" fmla="*/ 377083 w 612291"/>
                  <a:gd name="connsiteY69" fmla="*/ 40834 h 94479"/>
                  <a:gd name="connsiteX70" fmla="*/ 380469 w 612291"/>
                  <a:gd name="connsiteY70" fmla="*/ 35104 h 94479"/>
                  <a:gd name="connsiteX71" fmla="*/ 381667 w 612291"/>
                  <a:gd name="connsiteY71" fmla="*/ 28230 h 94479"/>
                  <a:gd name="connsiteX72" fmla="*/ 380469 w 612291"/>
                  <a:gd name="connsiteY72" fmla="*/ 20417 h 94479"/>
                  <a:gd name="connsiteX73" fmla="*/ 377188 w 612291"/>
                  <a:gd name="connsiteY73" fmla="*/ 14063 h 94479"/>
                  <a:gd name="connsiteX74" fmla="*/ 372188 w 612291"/>
                  <a:gd name="connsiteY74" fmla="*/ 9896 h 94479"/>
                  <a:gd name="connsiteX75" fmla="*/ 365730 w 612291"/>
                  <a:gd name="connsiteY75" fmla="*/ 8334 h 94479"/>
                  <a:gd name="connsiteX76" fmla="*/ 248750 w 612291"/>
                  <a:gd name="connsiteY76" fmla="*/ 8334 h 94479"/>
                  <a:gd name="connsiteX77" fmla="*/ 237605 w 612291"/>
                  <a:gd name="connsiteY77" fmla="*/ 12083 h 94479"/>
                  <a:gd name="connsiteX78" fmla="*/ 233021 w 612291"/>
                  <a:gd name="connsiteY78" fmla="*/ 22084 h 94479"/>
                  <a:gd name="connsiteX79" fmla="*/ 237500 w 612291"/>
                  <a:gd name="connsiteY79" fmla="*/ 32240 h 94479"/>
                  <a:gd name="connsiteX80" fmla="*/ 248750 w 612291"/>
                  <a:gd name="connsiteY80" fmla="*/ 35834 h 94479"/>
                  <a:gd name="connsiteX81" fmla="*/ 259896 w 612291"/>
                  <a:gd name="connsiteY81" fmla="*/ 32240 h 94479"/>
                  <a:gd name="connsiteX82" fmla="*/ 264479 w 612291"/>
                  <a:gd name="connsiteY82" fmla="*/ 22084 h 94479"/>
                  <a:gd name="connsiteX83" fmla="*/ 259896 w 612291"/>
                  <a:gd name="connsiteY83" fmla="*/ 12083 h 94479"/>
                  <a:gd name="connsiteX84" fmla="*/ 248750 w 612291"/>
                  <a:gd name="connsiteY84" fmla="*/ 8334 h 94479"/>
                  <a:gd name="connsiteX85" fmla="*/ 144375 w 612291"/>
                  <a:gd name="connsiteY85" fmla="*/ 8334 h 94479"/>
                  <a:gd name="connsiteX86" fmla="*/ 132344 w 612291"/>
                  <a:gd name="connsiteY86" fmla="*/ 13855 h 94479"/>
                  <a:gd name="connsiteX87" fmla="*/ 128125 w 612291"/>
                  <a:gd name="connsiteY87" fmla="*/ 27292 h 94479"/>
                  <a:gd name="connsiteX88" fmla="*/ 129115 w 612291"/>
                  <a:gd name="connsiteY88" fmla="*/ 34583 h 94479"/>
                  <a:gd name="connsiteX89" fmla="*/ 132188 w 612291"/>
                  <a:gd name="connsiteY89" fmla="*/ 40521 h 94479"/>
                  <a:gd name="connsiteX90" fmla="*/ 137188 w 612291"/>
                  <a:gd name="connsiteY90" fmla="*/ 44636 h 94479"/>
                  <a:gd name="connsiteX91" fmla="*/ 144271 w 612291"/>
                  <a:gd name="connsiteY91" fmla="*/ 46146 h 94479"/>
                  <a:gd name="connsiteX92" fmla="*/ 150677 w 612291"/>
                  <a:gd name="connsiteY92" fmla="*/ 44688 h 94479"/>
                  <a:gd name="connsiteX93" fmla="*/ 155729 w 612291"/>
                  <a:gd name="connsiteY93" fmla="*/ 40834 h 94479"/>
                  <a:gd name="connsiteX94" fmla="*/ 159115 w 612291"/>
                  <a:gd name="connsiteY94" fmla="*/ 35104 h 94479"/>
                  <a:gd name="connsiteX95" fmla="*/ 160313 w 612291"/>
                  <a:gd name="connsiteY95" fmla="*/ 28230 h 94479"/>
                  <a:gd name="connsiteX96" fmla="*/ 159115 w 612291"/>
                  <a:gd name="connsiteY96" fmla="*/ 20417 h 94479"/>
                  <a:gd name="connsiteX97" fmla="*/ 155833 w 612291"/>
                  <a:gd name="connsiteY97" fmla="*/ 14063 h 94479"/>
                  <a:gd name="connsiteX98" fmla="*/ 150834 w 612291"/>
                  <a:gd name="connsiteY98" fmla="*/ 9896 h 94479"/>
                  <a:gd name="connsiteX99" fmla="*/ 144375 w 612291"/>
                  <a:gd name="connsiteY99" fmla="*/ 8334 h 94479"/>
                  <a:gd name="connsiteX100" fmla="*/ 522188 w 612291"/>
                  <a:gd name="connsiteY100" fmla="*/ 7188 h 94479"/>
                  <a:gd name="connsiteX101" fmla="*/ 513386 w 612291"/>
                  <a:gd name="connsiteY101" fmla="*/ 10833 h 94479"/>
                  <a:gd name="connsiteX102" fmla="*/ 508646 w 612291"/>
                  <a:gd name="connsiteY102" fmla="*/ 19584 h 94479"/>
                  <a:gd name="connsiteX103" fmla="*/ 506615 w 612291"/>
                  <a:gd name="connsiteY103" fmla="*/ 30573 h 94479"/>
                  <a:gd name="connsiteX104" fmla="*/ 506250 w 612291"/>
                  <a:gd name="connsiteY104" fmla="*/ 40729 h 94479"/>
                  <a:gd name="connsiteX105" fmla="*/ 506615 w 612291"/>
                  <a:gd name="connsiteY105" fmla="*/ 50782 h 94479"/>
                  <a:gd name="connsiteX106" fmla="*/ 508646 w 612291"/>
                  <a:gd name="connsiteY106" fmla="*/ 61667 h 94479"/>
                  <a:gd name="connsiteX107" fmla="*/ 513386 w 612291"/>
                  <a:gd name="connsiteY107" fmla="*/ 70313 h 94479"/>
                  <a:gd name="connsiteX108" fmla="*/ 522188 w 612291"/>
                  <a:gd name="connsiteY108" fmla="*/ 73855 h 94479"/>
                  <a:gd name="connsiteX109" fmla="*/ 531146 w 612291"/>
                  <a:gd name="connsiteY109" fmla="*/ 70313 h 94479"/>
                  <a:gd name="connsiteX110" fmla="*/ 536146 w 612291"/>
                  <a:gd name="connsiteY110" fmla="*/ 61667 h 94479"/>
                  <a:gd name="connsiteX111" fmla="*/ 538438 w 612291"/>
                  <a:gd name="connsiteY111" fmla="*/ 50782 h 94479"/>
                  <a:gd name="connsiteX112" fmla="*/ 538959 w 612291"/>
                  <a:gd name="connsiteY112" fmla="*/ 40729 h 94479"/>
                  <a:gd name="connsiteX113" fmla="*/ 538438 w 612291"/>
                  <a:gd name="connsiteY113" fmla="*/ 30573 h 94479"/>
                  <a:gd name="connsiteX114" fmla="*/ 536146 w 612291"/>
                  <a:gd name="connsiteY114" fmla="*/ 19584 h 94479"/>
                  <a:gd name="connsiteX115" fmla="*/ 531146 w 612291"/>
                  <a:gd name="connsiteY115" fmla="*/ 10833 h 94479"/>
                  <a:gd name="connsiteX116" fmla="*/ 522188 w 612291"/>
                  <a:gd name="connsiteY116" fmla="*/ 7188 h 94479"/>
                  <a:gd name="connsiteX117" fmla="*/ 432709 w 612291"/>
                  <a:gd name="connsiteY117" fmla="*/ 3125 h 94479"/>
                  <a:gd name="connsiteX118" fmla="*/ 477708 w 612291"/>
                  <a:gd name="connsiteY118" fmla="*/ 3125 h 94479"/>
                  <a:gd name="connsiteX119" fmla="*/ 479219 w 612291"/>
                  <a:gd name="connsiteY119" fmla="*/ 3594 h 94479"/>
                  <a:gd name="connsiteX120" fmla="*/ 479688 w 612291"/>
                  <a:gd name="connsiteY120" fmla="*/ 5105 h 94479"/>
                  <a:gd name="connsiteX121" fmla="*/ 479688 w 612291"/>
                  <a:gd name="connsiteY121" fmla="*/ 9063 h 94479"/>
                  <a:gd name="connsiteX122" fmla="*/ 479427 w 612291"/>
                  <a:gd name="connsiteY122" fmla="*/ 10625 h 94479"/>
                  <a:gd name="connsiteX123" fmla="*/ 478854 w 612291"/>
                  <a:gd name="connsiteY123" fmla="*/ 11979 h 94479"/>
                  <a:gd name="connsiteX124" fmla="*/ 451667 w 612291"/>
                  <a:gd name="connsiteY124" fmla="*/ 79167 h 94479"/>
                  <a:gd name="connsiteX125" fmla="*/ 442396 w 612291"/>
                  <a:gd name="connsiteY125" fmla="*/ 79167 h 94479"/>
                  <a:gd name="connsiteX126" fmla="*/ 470938 w 612291"/>
                  <a:gd name="connsiteY126" fmla="*/ 10313 h 94479"/>
                  <a:gd name="connsiteX127" fmla="*/ 432709 w 612291"/>
                  <a:gd name="connsiteY127" fmla="*/ 10313 h 94479"/>
                  <a:gd name="connsiteX128" fmla="*/ 276458 w 612291"/>
                  <a:gd name="connsiteY128" fmla="*/ 3125 h 94479"/>
                  <a:gd name="connsiteX129" fmla="*/ 321458 w 612291"/>
                  <a:gd name="connsiteY129" fmla="*/ 3125 h 94479"/>
                  <a:gd name="connsiteX130" fmla="*/ 322969 w 612291"/>
                  <a:gd name="connsiteY130" fmla="*/ 3594 h 94479"/>
                  <a:gd name="connsiteX131" fmla="*/ 323438 w 612291"/>
                  <a:gd name="connsiteY131" fmla="*/ 5105 h 94479"/>
                  <a:gd name="connsiteX132" fmla="*/ 323438 w 612291"/>
                  <a:gd name="connsiteY132" fmla="*/ 9063 h 94479"/>
                  <a:gd name="connsiteX133" fmla="*/ 323177 w 612291"/>
                  <a:gd name="connsiteY133" fmla="*/ 10625 h 94479"/>
                  <a:gd name="connsiteX134" fmla="*/ 322604 w 612291"/>
                  <a:gd name="connsiteY134" fmla="*/ 11979 h 94479"/>
                  <a:gd name="connsiteX135" fmla="*/ 295417 w 612291"/>
                  <a:gd name="connsiteY135" fmla="*/ 79167 h 94479"/>
                  <a:gd name="connsiteX136" fmla="*/ 286146 w 612291"/>
                  <a:gd name="connsiteY136" fmla="*/ 79167 h 94479"/>
                  <a:gd name="connsiteX137" fmla="*/ 314688 w 612291"/>
                  <a:gd name="connsiteY137" fmla="*/ 10313 h 94479"/>
                  <a:gd name="connsiteX138" fmla="*/ 276458 w 612291"/>
                  <a:gd name="connsiteY138" fmla="*/ 10313 h 94479"/>
                  <a:gd name="connsiteX139" fmla="*/ 91458 w 612291"/>
                  <a:gd name="connsiteY139" fmla="*/ 3125 h 94479"/>
                  <a:gd name="connsiteX140" fmla="*/ 97396 w 612291"/>
                  <a:gd name="connsiteY140" fmla="*/ 3125 h 94479"/>
                  <a:gd name="connsiteX141" fmla="*/ 98958 w 612291"/>
                  <a:gd name="connsiteY141" fmla="*/ 3542 h 94479"/>
                  <a:gd name="connsiteX142" fmla="*/ 99375 w 612291"/>
                  <a:gd name="connsiteY142" fmla="*/ 5105 h 94479"/>
                  <a:gd name="connsiteX143" fmla="*/ 99375 w 612291"/>
                  <a:gd name="connsiteY143" fmla="*/ 79167 h 94479"/>
                  <a:gd name="connsiteX144" fmla="*/ 91146 w 612291"/>
                  <a:gd name="connsiteY144" fmla="*/ 79167 h 94479"/>
                  <a:gd name="connsiteX145" fmla="*/ 91146 w 612291"/>
                  <a:gd name="connsiteY145" fmla="*/ 12083 h 94479"/>
                  <a:gd name="connsiteX146" fmla="*/ 84115 w 612291"/>
                  <a:gd name="connsiteY146" fmla="*/ 17865 h 94479"/>
                  <a:gd name="connsiteX147" fmla="*/ 74896 w 612291"/>
                  <a:gd name="connsiteY147" fmla="*/ 23125 h 94479"/>
                  <a:gd name="connsiteX148" fmla="*/ 74896 w 612291"/>
                  <a:gd name="connsiteY148" fmla="*/ 15209 h 94479"/>
                  <a:gd name="connsiteX149" fmla="*/ 83542 w 612291"/>
                  <a:gd name="connsiteY149" fmla="*/ 10104 h 94479"/>
                  <a:gd name="connsiteX150" fmla="*/ 91458 w 612291"/>
                  <a:gd name="connsiteY150" fmla="*/ 3125 h 94479"/>
                  <a:gd name="connsiteX151" fmla="*/ 33437 w 612291"/>
                  <a:gd name="connsiteY151" fmla="*/ 1979 h 94479"/>
                  <a:gd name="connsiteX152" fmla="*/ 40521 w 612291"/>
                  <a:gd name="connsiteY152" fmla="*/ 1979 h 94479"/>
                  <a:gd name="connsiteX153" fmla="*/ 42083 w 612291"/>
                  <a:gd name="connsiteY153" fmla="*/ 2396 h 94479"/>
                  <a:gd name="connsiteX154" fmla="*/ 42500 w 612291"/>
                  <a:gd name="connsiteY154" fmla="*/ 3959 h 94479"/>
                  <a:gd name="connsiteX155" fmla="*/ 42500 w 612291"/>
                  <a:gd name="connsiteY155" fmla="*/ 55313 h 94479"/>
                  <a:gd name="connsiteX156" fmla="*/ 53854 w 612291"/>
                  <a:gd name="connsiteY156" fmla="*/ 55313 h 94479"/>
                  <a:gd name="connsiteX157" fmla="*/ 53854 w 612291"/>
                  <a:gd name="connsiteY157" fmla="*/ 62500 h 94479"/>
                  <a:gd name="connsiteX158" fmla="*/ 42500 w 612291"/>
                  <a:gd name="connsiteY158" fmla="*/ 62500 h 94479"/>
                  <a:gd name="connsiteX159" fmla="*/ 42500 w 612291"/>
                  <a:gd name="connsiteY159" fmla="*/ 79167 h 94479"/>
                  <a:gd name="connsiteX160" fmla="*/ 34375 w 612291"/>
                  <a:gd name="connsiteY160" fmla="*/ 79167 h 94479"/>
                  <a:gd name="connsiteX161" fmla="*/ 34375 w 612291"/>
                  <a:gd name="connsiteY161" fmla="*/ 62500 h 94479"/>
                  <a:gd name="connsiteX162" fmla="*/ 1979 w 612291"/>
                  <a:gd name="connsiteY162" fmla="*/ 62500 h 94479"/>
                  <a:gd name="connsiteX163" fmla="*/ 417 w 612291"/>
                  <a:gd name="connsiteY163" fmla="*/ 62083 h 94479"/>
                  <a:gd name="connsiteX164" fmla="*/ 0 w 612291"/>
                  <a:gd name="connsiteY164" fmla="*/ 60521 h 94479"/>
                  <a:gd name="connsiteX165" fmla="*/ 0 w 612291"/>
                  <a:gd name="connsiteY165" fmla="*/ 56146 h 94479"/>
                  <a:gd name="connsiteX166" fmla="*/ 260 w 612291"/>
                  <a:gd name="connsiteY166" fmla="*/ 54636 h 94479"/>
                  <a:gd name="connsiteX167" fmla="*/ 937 w 612291"/>
                  <a:gd name="connsiteY167" fmla="*/ 53229 h 94479"/>
                  <a:gd name="connsiteX168" fmla="*/ 31354 w 612291"/>
                  <a:gd name="connsiteY168" fmla="*/ 3333 h 94479"/>
                  <a:gd name="connsiteX169" fmla="*/ 32188 w 612291"/>
                  <a:gd name="connsiteY169" fmla="*/ 2344 h 94479"/>
                  <a:gd name="connsiteX170" fmla="*/ 33437 w 612291"/>
                  <a:gd name="connsiteY170" fmla="*/ 1979 h 94479"/>
                  <a:gd name="connsiteX171" fmla="*/ 587292 w 612291"/>
                  <a:gd name="connsiteY171" fmla="*/ 1354 h 94479"/>
                  <a:gd name="connsiteX172" fmla="*/ 604636 w 612291"/>
                  <a:gd name="connsiteY172" fmla="*/ 6771 h 94479"/>
                  <a:gd name="connsiteX173" fmla="*/ 611354 w 612291"/>
                  <a:gd name="connsiteY173" fmla="*/ 21979 h 94479"/>
                  <a:gd name="connsiteX174" fmla="*/ 610365 w 612291"/>
                  <a:gd name="connsiteY174" fmla="*/ 27605 h 94479"/>
                  <a:gd name="connsiteX175" fmla="*/ 607605 w 612291"/>
                  <a:gd name="connsiteY175" fmla="*/ 32917 h 94479"/>
                  <a:gd name="connsiteX176" fmla="*/ 603230 w 612291"/>
                  <a:gd name="connsiteY176" fmla="*/ 37344 h 94479"/>
                  <a:gd name="connsiteX177" fmla="*/ 597709 w 612291"/>
                  <a:gd name="connsiteY177" fmla="*/ 40104 h 94479"/>
                  <a:gd name="connsiteX178" fmla="*/ 608438 w 612291"/>
                  <a:gd name="connsiteY178" fmla="*/ 46927 h 94479"/>
                  <a:gd name="connsiteX179" fmla="*/ 612292 w 612291"/>
                  <a:gd name="connsiteY179" fmla="*/ 58542 h 94479"/>
                  <a:gd name="connsiteX180" fmla="*/ 605261 w 612291"/>
                  <a:gd name="connsiteY180" fmla="*/ 75052 h 94479"/>
                  <a:gd name="connsiteX181" fmla="*/ 587188 w 612291"/>
                  <a:gd name="connsiteY181" fmla="*/ 80833 h 94479"/>
                  <a:gd name="connsiteX182" fmla="*/ 569115 w 612291"/>
                  <a:gd name="connsiteY182" fmla="*/ 75052 h 94479"/>
                  <a:gd name="connsiteX183" fmla="*/ 562292 w 612291"/>
                  <a:gd name="connsiteY183" fmla="*/ 58542 h 94479"/>
                  <a:gd name="connsiteX184" fmla="*/ 566042 w 612291"/>
                  <a:gd name="connsiteY184" fmla="*/ 47448 h 94479"/>
                  <a:gd name="connsiteX185" fmla="*/ 576980 w 612291"/>
                  <a:gd name="connsiteY185" fmla="*/ 39688 h 94479"/>
                  <a:gd name="connsiteX186" fmla="*/ 566823 w 612291"/>
                  <a:gd name="connsiteY186" fmla="*/ 33334 h 94479"/>
                  <a:gd name="connsiteX187" fmla="*/ 563230 w 612291"/>
                  <a:gd name="connsiteY187" fmla="*/ 21979 h 94479"/>
                  <a:gd name="connsiteX188" fmla="*/ 569896 w 612291"/>
                  <a:gd name="connsiteY188" fmla="*/ 6771 h 94479"/>
                  <a:gd name="connsiteX189" fmla="*/ 587292 w 612291"/>
                  <a:gd name="connsiteY189" fmla="*/ 1354 h 94479"/>
                  <a:gd name="connsiteX190" fmla="*/ 365209 w 612291"/>
                  <a:gd name="connsiteY190" fmla="*/ 1354 h 94479"/>
                  <a:gd name="connsiteX191" fmla="*/ 374792 w 612291"/>
                  <a:gd name="connsiteY191" fmla="*/ 2917 h 94479"/>
                  <a:gd name="connsiteX192" fmla="*/ 383021 w 612291"/>
                  <a:gd name="connsiteY192" fmla="*/ 8646 h 94479"/>
                  <a:gd name="connsiteX193" fmla="*/ 388698 w 612291"/>
                  <a:gd name="connsiteY193" fmla="*/ 20156 h 94479"/>
                  <a:gd name="connsiteX194" fmla="*/ 390833 w 612291"/>
                  <a:gd name="connsiteY194" fmla="*/ 38958 h 94479"/>
                  <a:gd name="connsiteX195" fmla="*/ 383855 w 612291"/>
                  <a:gd name="connsiteY195" fmla="*/ 70365 h 94479"/>
                  <a:gd name="connsiteX196" fmla="*/ 364896 w 612291"/>
                  <a:gd name="connsiteY196" fmla="*/ 80833 h 94479"/>
                  <a:gd name="connsiteX197" fmla="*/ 349427 w 612291"/>
                  <a:gd name="connsiteY197" fmla="*/ 75521 h 94479"/>
                  <a:gd name="connsiteX198" fmla="*/ 342605 w 612291"/>
                  <a:gd name="connsiteY198" fmla="*/ 61042 h 94479"/>
                  <a:gd name="connsiteX199" fmla="*/ 350834 w 612291"/>
                  <a:gd name="connsiteY199" fmla="*/ 61042 h 94479"/>
                  <a:gd name="connsiteX200" fmla="*/ 355365 w 612291"/>
                  <a:gd name="connsiteY200" fmla="*/ 70417 h 94479"/>
                  <a:gd name="connsiteX201" fmla="*/ 365313 w 612291"/>
                  <a:gd name="connsiteY201" fmla="*/ 73855 h 94479"/>
                  <a:gd name="connsiteX202" fmla="*/ 374323 w 612291"/>
                  <a:gd name="connsiteY202" fmla="*/ 70729 h 94479"/>
                  <a:gd name="connsiteX203" fmla="*/ 380000 w 612291"/>
                  <a:gd name="connsiteY203" fmla="*/ 62604 h 94479"/>
                  <a:gd name="connsiteX204" fmla="*/ 382865 w 612291"/>
                  <a:gd name="connsiteY204" fmla="*/ 51563 h 94479"/>
                  <a:gd name="connsiteX205" fmla="*/ 383646 w 612291"/>
                  <a:gd name="connsiteY205" fmla="*/ 39375 h 94479"/>
                  <a:gd name="connsiteX206" fmla="*/ 376042 w 612291"/>
                  <a:gd name="connsiteY206" fmla="*/ 49375 h 94479"/>
                  <a:gd name="connsiteX207" fmla="*/ 363958 w 612291"/>
                  <a:gd name="connsiteY207" fmla="*/ 52604 h 94479"/>
                  <a:gd name="connsiteX208" fmla="*/ 347448 w 612291"/>
                  <a:gd name="connsiteY208" fmla="*/ 45625 h 94479"/>
                  <a:gd name="connsiteX209" fmla="*/ 341250 w 612291"/>
                  <a:gd name="connsiteY209" fmla="*/ 27084 h 94479"/>
                  <a:gd name="connsiteX210" fmla="*/ 342865 w 612291"/>
                  <a:gd name="connsiteY210" fmla="*/ 17083 h 94479"/>
                  <a:gd name="connsiteX211" fmla="*/ 347605 w 612291"/>
                  <a:gd name="connsiteY211" fmla="*/ 8854 h 94479"/>
                  <a:gd name="connsiteX212" fmla="*/ 355156 w 612291"/>
                  <a:gd name="connsiteY212" fmla="*/ 3386 h 94479"/>
                  <a:gd name="connsiteX213" fmla="*/ 365209 w 612291"/>
                  <a:gd name="connsiteY213" fmla="*/ 1354 h 94479"/>
                  <a:gd name="connsiteX214" fmla="*/ 248750 w 612291"/>
                  <a:gd name="connsiteY214" fmla="*/ 1354 h 94479"/>
                  <a:gd name="connsiteX215" fmla="*/ 266094 w 612291"/>
                  <a:gd name="connsiteY215" fmla="*/ 6771 h 94479"/>
                  <a:gd name="connsiteX216" fmla="*/ 272813 w 612291"/>
                  <a:gd name="connsiteY216" fmla="*/ 21979 h 94479"/>
                  <a:gd name="connsiteX217" fmla="*/ 271823 w 612291"/>
                  <a:gd name="connsiteY217" fmla="*/ 27605 h 94479"/>
                  <a:gd name="connsiteX218" fmla="*/ 269063 w 612291"/>
                  <a:gd name="connsiteY218" fmla="*/ 32917 h 94479"/>
                  <a:gd name="connsiteX219" fmla="*/ 264688 w 612291"/>
                  <a:gd name="connsiteY219" fmla="*/ 37344 h 94479"/>
                  <a:gd name="connsiteX220" fmla="*/ 259167 w 612291"/>
                  <a:gd name="connsiteY220" fmla="*/ 40104 h 94479"/>
                  <a:gd name="connsiteX221" fmla="*/ 269896 w 612291"/>
                  <a:gd name="connsiteY221" fmla="*/ 46927 h 94479"/>
                  <a:gd name="connsiteX222" fmla="*/ 273750 w 612291"/>
                  <a:gd name="connsiteY222" fmla="*/ 58542 h 94479"/>
                  <a:gd name="connsiteX223" fmla="*/ 266719 w 612291"/>
                  <a:gd name="connsiteY223" fmla="*/ 75052 h 94479"/>
                  <a:gd name="connsiteX224" fmla="*/ 248646 w 612291"/>
                  <a:gd name="connsiteY224" fmla="*/ 80833 h 94479"/>
                  <a:gd name="connsiteX225" fmla="*/ 230573 w 612291"/>
                  <a:gd name="connsiteY225" fmla="*/ 75052 h 94479"/>
                  <a:gd name="connsiteX226" fmla="*/ 223750 w 612291"/>
                  <a:gd name="connsiteY226" fmla="*/ 58542 h 94479"/>
                  <a:gd name="connsiteX227" fmla="*/ 227500 w 612291"/>
                  <a:gd name="connsiteY227" fmla="*/ 47448 h 94479"/>
                  <a:gd name="connsiteX228" fmla="*/ 238438 w 612291"/>
                  <a:gd name="connsiteY228" fmla="*/ 39688 h 94479"/>
                  <a:gd name="connsiteX229" fmla="*/ 228282 w 612291"/>
                  <a:gd name="connsiteY229" fmla="*/ 33334 h 94479"/>
                  <a:gd name="connsiteX230" fmla="*/ 224688 w 612291"/>
                  <a:gd name="connsiteY230" fmla="*/ 21979 h 94479"/>
                  <a:gd name="connsiteX231" fmla="*/ 231354 w 612291"/>
                  <a:gd name="connsiteY231" fmla="*/ 6771 h 94479"/>
                  <a:gd name="connsiteX232" fmla="*/ 248750 w 612291"/>
                  <a:gd name="connsiteY232" fmla="*/ 1354 h 94479"/>
                  <a:gd name="connsiteX233" fmla="*/ 143854 w 612291"/>
                  <a:gd name="connsiteY233" fmla="*/ 1354 h 94479"/>
                  <a:gd name="connsiteX234" fmla="*/ 153438 w 612291"/>
                  <a:gd name="connsiteY234" fmla="*/ 2917 h 94479"/>
                  <a:gd name="connsiteX235" fmla="*/ 161667 w 612291"/>
                  <a:gd name="connsiteY235" fmla="*/ 8646 h 94479"/>
                  <a:gd name="connsiteX236" fmla="*/ 167344 w 612291"/>
                  <a:gd name="connsiteY236" fmla="*/ 20156 h 94479"/>
                  <a:gd name="connsiteX237" fmla="*/ 169479 w 612291"/>
                  <a:gd name="connsiteY237" fmla="*/ 38958 h 94479"/>
                  <a:gd name="connsiteX238" fmla="*/ 162500 w 612291"/>
                  <a:gd name="connsiteY238" fmla="*/ 70365 h 94479"/>
                  <a:gd name="connsiteX239" fmla="*/ 143542 w 612291"/>
                  <a:gd name="connsiteY239" fmla="*/ 80833 h 94479"/>
                  <a:gd name="connsiteX240" fmla="*/ 128073 w 612291"/>
                  <a:gd name="connsiteY240" fmla="*/ 75521 h 94479"/>
                  <a:gd name="connsiteX241" fmla="*/ 121250 w 612291"/>
                  <a:gd name="connsiteY241" fmla="*/ 61042 h 94479"/>
                  <a:gd name="connsiteX242" fmla="*/ 129479 w 612291"/>
                  <a:gd name="connsiteY242" fmla="*/ 61042 h 94479"/>
                  <a:gd name="connsiteX243" fmla="*/ 134010 w 612291"/>
                  <a:gd name="connsiteY243" fmla="*/ 70417 h 94479"/>
                  <a:gd name="connsiteX244" fmla="*/ 143958 w 612291"/>
                  <a:gd name="connsiteY244" fmla="*/ 73855 h 94479"/>
                  <a:gd name="connsiteX245" fmla="*/ 152969 w 612291"/>
                  <a:gd name="connsiteY245" fmla="*/ 70729 h 94479"/>
                  <a:gd name="connsiteX246" fmla="*/ 158646 w 612291"/>
                  <a:gd name="connsiteY246" fmla="*/ 62604 h 94479"/>
                  <a:gd name="connsiteX247" fmla="*/ 161510 w 612291"/>
                  <a:gd name="connsiteY247" fmla="*/ 51563 h 94479"/>
                  <a:gd name="connsiteX248" fmla="*/ 162292 w 612291"/>
                  <a:gd name="connsiteY248" fmla="*/ 39375 h 94479"/>
                  <a:gd name="connsiteX249" fmla="*/ 154688 w 612291"/>
                  <a:gd name="connsiteY249" fmla="*/ 49375 h 94479"/>
                  <a:gd name="connsiteX250" fmla="*/ 142604 w 612291"/>
                  <a:gd name="connsiteY250" fmla="*/ 52604 h 94479"/>
                  <a:gd name="connsiteX251" fmla="*/ 126094 w 612291"/>
                  <a:gd name="connsiteY251" fmla="*/ 45625 h 94479"/>
                  <a:gd name="connsiteX252" fmla="*/ 119896 w 612291"/>
                  <a:gd name="connsiteY252" fmla="*/ 27084 h 94479"/>
                  <a:gd name="connsiteX253" fmla="*/ 121510 w 612291"/>
                  <a:gd name="connsiteY253" fmla="*/ 17083 h 94479"/>
                  <a:gd name="connsiteX254" fmla="*/ 126250 w 612291"/>
                  <a:gd name="connsiteY254" fmla="*/ 8854 h 94479"/>
                  <a:gd name="connsiteX255" fmla="*/ 133802 w 612291"/>
                  <a:gd name="connsiteY255" fmla="*/ 3386 h 94479"/>
                  <a:gd name="connsiteX256" fmla="*/ 143854 w 612291"/>
                  <a:gd name="connsiteY256" fmla="*/ 1354 h 94479"/>
                  <a:gd name="connsiteX257" fmla="*/ 522188 w 612291"/>
                  <a:gd name="connsiteY257" fmla="*/ 0 h 94479"/>
                  <a:gd name="connsiteX258" fmla="*/ 534948 w 612291"/>
                  <a:gd name="connsiteY258" fmla="*/ 3646 h 94479"/>
                  <a:gd name="connsiteX259" fmla="*/ 542709 w 612291"/>
                  <a:gd name="connsiteY259" fmla="*/ 13021 h 94479"/>
                  <a:gd name="connsiteX260" fmla="*/ 546563 w 612291"/>
                  <a:gd name="connsiteY260" fmla="*/ 26146 h 94479"/>
                  <a:gd name="connsiteX261" fmla="*/ 547604 w 612291"/>
                  <a:gd name="connsiteY261" fmla="*/ 40729 h 94479"/>
                  <a:gd name="connsiteX262" fmla="*/ 546563 w 612291"/>
                  <a:gd name="connsiteY262" fmla="*/ 55313 h 94479"/>
                  <a:gd name="connsiteX263" fmla="*/ 542709 w 612291"/>
                  <a:gd name="connsiteY263" fmla="*/ 68334 h 94479"/>
                  <a:gd name="connsiteX264" fmla="*/ 534948 w 612291"/>
                  <a:gd name="connsiteY264" fmla="*/ 77604 h 94479"/>
                  <a:gd name="connsiteX265" fmla="*/ 522188 w 612291"/>
                  <a:gd name="connsiteY265" fmla="*/ 81146 h 94479"/>
                  <a:gd name="connsiteX266" fmla="*/ 509636 w 612291"/>
                  <a:gd name="connsiteY266" fmla="*/ 77604 h 94479"/>
                  <a:gd name="connsiteX267" fmla="*/ 502188 w 612291"/>
                  <a:gd name="connsiteY267" fmla="*/ 68334 h 94479"/>
                  <a:gd name="connsiteX268" fmla="*/ 498542 w 612291"/>
                  <a:gd name="connsiteY268" fmla="*/ 55313 h 94479"/>
                  <a:gd name="connsiteX269" fmla="*/ 497604 w 612291"/>
                  <a:gd name="connsiteY269" fmla="*/ 40729 h 94479"/>
                  <a:gd name="connsiteX270" fmla="*/ 498542 w 612291"/>
                  <a:gd name="connsiteY270" fmla="*/ 26146 h 94479"/>
                  <a:gd name="connsiteX271" fmla="*/ 502188 w 612291"/>
                  <a:gd name="connsiteY271" fmla="*/ 13021 h 94479"/>
                  <a:gd name="connsiteX272" fmla="*/ 509636 w 612291"/>
                  <a:gd name="connsiteY272" fmla="*/ 3646 h 94479"/>
                  <a:gd name="connsiteX273" fmla="*/ 522188 w 612291"/>
                  <a:gd name="connsiteY273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</a:cxnLst>
                <a:rect l="l" t="t" r="r" b="b"/>
                <a:pathLst>
                  <a:path w="612291" h="94479">
                    <a:moveTo>
                      <a:pt x="411042" y="70833"/>
                    </a:moveTo>
                    <a:lnTo>
                      <a:pt x="421771" y="70833"/>
                    </a:lnTo>
                    <a:cubicBezTo>
                      <a:pt x="422188" y="70833"/>
                      <a:pt x="422474" y="70938"/>
                      <a:pt x="422656" y="71146"/>
                    </a:cubicBezTo>
                    <a:cubicBezTo>
                      <a:pt x="422826" y="71354"/>
                      <a:pt x="422917" y="71667"/>
                      <a:pt x="422917" y="72084"/>
                    </a:cubicBezTo>
                    <a:lnTo>
                      <a:pt x="422917" y="78750"/>
                    </a:lnTo>
                    <a:cubicBezTo>
                      <a:pt x="422917" y="83685"/>
                      <a:pt x="421875" y="87435"/>
                      <a:pt x="419792" y="90000"/>
                    </a:cubicBezTo>
                    <a:cubicBezTo>
                      <a:pt x="417708" y="92565"/>
                      <a:pt x="415170" y="94063"/>
                      <a:pt x="412188" y="94479"/>
                    </a:cubicBezTo>
                    <a:lnTo>
                      <a:pt x="412188" y="90834"/>
                    </a:lnTo>
                    <a:cubicBezTo>
                      <a:pt x="413776" y="90417"/>
                      <a:pt x="414948" y="89258"/>
                      <a:pt x="415677" y="87344"/>
                    </a:cubicBezTo>
                    <a:cubicBezTo>
                      <a:pt x="416407" y="85430"/>
                      <a:pt x="416667" y="83503"/>
                      <a:pt x="416459" y="81563"/>
                    </a:cubicBezTo>
                    <a:lnTo>
                      <a:pt x="411042" y="81563"/>
                    </a:lnTo>
                    <a:close/>
                    <a:moveTo>
                      <a:pt x="189688" y="70833"/>
                    </a:moveTo>
                    <a:lnTo>
                      <a:pt x="200417" y="70833"/>
                    </a:lnTo>
                    <a:cubicBezTo>
                      <a:pt x="200834" y="70833"/>
                      <a:pt x="201120" y="70938"/>
                      <a:pt x="201302" y="71146"/>
                    </a:cubicBezTo>
                    <a:cubicBezTo>
                      <a:pt x="201471" y="71354"/>
                      <a:pt x="201563" y="71667"/>
                      <a:pt x="201563" y="72084"/>
                    </a:cubicBezTo>
                    <a:lnTo>
                      <a:pt x="201563" y="78750"/>
                    </a:lnTo>
                    <a:cubicBezTo>
                      <a:pt x="201563" y="83685"/>
                      <a:pt x="200521" y="87435"/>
                      <a:pt x="198437" y="90000"/>
                    </a:cubicBezTo>
                    <a:cubicBezTo>
                      <a:pt x="196354" y="92565"/>
                      <a:pt x="193815" y="94063"/>
                      <a:pt x="190834" y="94479"/>
                    </a:cubicBezTo>
                    <a:lnTo>
                      <a:pt x="190834" y="90834"/>
                    </a:lnTo>
                    <a:cubicBezTo>
                      <a:pt x="192422" y="90417"/>
                      <a:pt x="193594" y="89258"/>
                      <a:pt x="194323" y="87344"/>
                    </a:cubicBezTo>
                    <a:cubicBezTo>
                      <a:pt x="195052" y="85430"/>
                      <a:pt x="195313" y="83503"/>
                      <a:pt x="195104" y="81563"/>
                    </a:cubicBezTo>
                    <a:lnTo>
                      <a:pt x="189688" y="81563"/>
                    </a:lnTo>
                    <a:close/>
                    <a:moveTo>
                      <a:pt x="587292" y="43438"/>
                    </a:moveTo>
                    <a:cubicBezTo>
                      <a:pt x="585209" y="43438"/>
                      <a:pt x="583152" y="43763"/>
                      <a:pt x="581146" y="44427"/>
                    </a:cubicBezTo>
                    <a:cubicBezTo>
                      <a:pt x="579128" y="45091"/>
                      <a:pt x="577357" y="46042"/>
                      <a:pt x="575834" y="47292"/>
                    </a:cubicBezTo>
                    <a:cubicBezTo>
                      <a:pt x="574232" y="48542"/>
                      <a:pt x="572969" y="50118"/>
                      <a:pt x="572032" y="52031"/>
                    </a:cubicBezTo>
                    <a:cubicBezTo>
                      <a:pt x="571094" y="53945"/>
                      <a:pt x="570625" y="56146"/>
                      <a:pt x="570625" y="58646"/>
                    </a:cubicBezTo>
                    <a:cubicBezTo>
                      <a:pt x="570625" y="63229"/>
                      <a:pt x="572097" y="66914"/>
                      <a:pt x="575052" y="69688"/>
                    </a:cubicBezTo>
                    <a:cubicBezTo>
                      <a:pt x="577995" y="72461"/>
                      <a:pt x="582084" y="73855"/>
                      <a:pt x="587292" y="73855"/>
                    </a:cubicBezTo>
                    <a:cubicBezTo>
                      <a:pt x="592357" y="73855"/>
                      <a:pt x="596407" y="72461"/>
                      <a:pt x="599428" y="69688"/>
                    </a:cubicBezTo>
                    <a:cubicBezTo>
                      <a:pt x="602448" y="66914"/>
                      <a:pt x="603959" y="63229"/>
                      <a:pt x="603959" y="58646"/>
                    </a:cubicBezTo>
                    <a:cubicBezTo>
                      <a:pt x="603959" y="56146"/>
                      <a:pt x="603464" y="53945"/>
                      <a:pt x="602500" y="52031"/>
                    </a:cubicBezTo>
                    <a:cubicBezTo>
                      <a:pt x="601524" y="50118"/>
                      <a:pt x="600235" y="48542"/>
                      <a:pt x="598646" y="47292"/>
                    </a:cubicBezTo>
                    <a:cubicBezTo>
                      <a:pt x="597110" y="46042"/>
                      <a:pt x="595339" y="45091"/>
                      <a:pt x="593334" y="44427"/>
                    </a:cubicBezTo>
                    <a:cubicBezTo>
                      <a:pt x="591315" y="43763"/>
                      <a:pt x="589297" y="43438"/>
                      <a:pt x="587292" y="43438"/>
                    </a:cubicBezTo>
                    <a:close/>
                    <a:moveTo>
                      <a:pt x="248750" y="43438"/>
                    </a:moveTo>
                    <a:cubicBezTo>
                      <a:pt x="246667" y="43438"/>
                      <a:pt x="244610" y="43763"/>
                      <a:pt x="242604" y="44427"/>
                    </a:cubicBezTo>
                    <a:cubicBezTo>
                      <a:pt x="240586" y="45091"/>
                      <a:pt x="238815" y="46042"/>
                      <a:pt x="237292" y="47292"/>
                    </a:cubicBezTo>
                    <a:cubicBezTo>
                      <a:pt x="235690" y="48542"/>
                      <a:pt x="234427" y="50118"/>
                      <a:pt x="233490" y="52031"/>
                    </a:cubicBezTo>
                    <a:cubicBezTo>
                      <a:pt x="232552" y="53945"/>
                      <a:pt x="232084" y="56146"/>
                      <a:pt x="232084" y="58646"/>
                    </a:cubicBezTo>
                    <a:cubicBezTo>
                      <a:pt x="232084" y="63229"/>
                      <a:pt x="233555" y="66914"/>
                      <a:pt x="236511" y="69688"/>
                    </a:cubicBezTo>
                    <a:cubicBezTo>
                      <a:pt x="239453" y="72461"/>
                      <a:pt x="243542" y="73855"/>
                      <a:pt x="248750" y="73855"/>
                    </a:cubicBezTo>
                    <a:cubicBezTo>
                      <a:pt x="253815" y="73855"/>
                      <a:pt x="257865" y="72461"/>
                      <a:pt x="260886" y="69688"/>
                    </a:cubicBezTo>
                    <a:cubicBezTo>
                      <a:pt x="263906" y="66914"/>
                      <a:pt x="265417" y="63229"/>
                      <a:pt x="265417" y="58646"/>
                    </a:cubicBezTo>
                    <a:cubicBezTo>
                      <a:pt x="265417" y="56146"/>
                      <a:pt x="264922" y="53945"/>
                      <a:pt x="263959" y="52031"/>
                    </a:cubicBezTo>
                    <a:cubicBezTo>
                      <a:pt x="262982" y="50118"/>
                      <a:pt x="261693" y="48542"/>
                      <a:pt x="260104" y="47292"/>
                    </a:cubicBezTo>
                    <a:cubicBezTo>
                      <a:pt x="258568" y="46042"/>
                      <a:pt x="256797" y="45091"/>
                      <a:pt x="254792" y="44427"/>
                    </a:cubicBezTo>
                    <a:cubicBezTo>
                      <a:pt x="252774" y="43763"/>
                      <a:pt x="250755" y="43438"/>
                      <a:pt x="248750" y="43438"/>
                    </a:cubicBezTo>
                    <a:close/>
                    <a:moveTo>
                      <a:pt x="34792" y="11250"/>
                    </a:moveTo>
                    <a:lnTo>
                      <a:pt x="7917" y="55313"/>
                    </a:lnTo>
                    <a:lnTo>
                      <a:pt x="34583" y="55313"/>
                    </a:lnTo>
                    <a:lnTo>
                      <a:pt x="34583" y="20833"/>
                    </a:lnTo>
                    <a:close/>
                    <a:moveTo>
                      <a:pt x="587292" y="8334"/>
                    </a:moveTo>
                    <a:cubicBezTo>
                      <a:pt x="582917" y="8334"/>
                      <a:pt x="579193" y="9584"/>
                      <a:pt x="576146" y="12083"/>
                    </a:cubicBezTo>
                    <a:cubicBezTo>
                      <a:pt x="573086" y="14584"/>
                      <a:pt x="571563" y="17917"/>
                      <a:pt x="571563" y="22084"/>
                    </a:cubicBezTo>
                    <a:cubicBezTo>
                      <a:pt x="571563" y="26459"/>
                      <a:pt x="573047" y="29844"/>
                      <a:pt x="576042" y="32240"/>
                    </a:cubicBezTo>
                    <a:cubicBezTo>
                      <a:pt x="579024" y="34635"/>
                      <a:pt x="582774" y="35834"/>
                      <a:pt x="587292" y="35834"/>
                    </a:cubicBezTo>
                    <a:cubicBezTo>
                      <a:pt x="591667" y="35834"/>
                      <a:pt x="595378" y="34635"/>
                      <a:pt x="598438" y="32240"/>
                    </a:cubicBezTo>
                    <a:cubicBezTo>
                      <a:pt x="601485" y="29844"/>
                      <a:pt x="603021" y="26459"/>
                      <a:pt x="603021" y="22084"/>
                    </a:cubicBezTo>
                    <a:cubicBezTo>
                      <a:pt x="603021" y="17917"/>
                      <a:pt x="601485" y="14584"/>
                      <a:pt x="598438" y="12083"/>
                    </a:cubicBezTo>
                    <a:cubicBezTo>
                      <a:pt x="595378" y="9584"/>
                      <a:pt x="591667" y="8334"/>
                      <a:pt x="587292" y="8334"/>
                    </a:cubicBezTo>
                    <a:close/>
                    <a:moveTo>
                      <a:pt x="365730" y="8334"/>
                    </a:moveTo>
                    <a:cubicBezTo>
                      <a:pt x="360521" y="8334"/>
                      <a:pt x="356511" y="10169"/>
                      <a:pt x="353698" y="13855"/>
                    </a:cubicBezTo>
                    <a:cubicBezTo>
                      <a:pt x="350886" y="17539"/>
                      <a:pt x="349479" y="22018"/>
                      <a:pt x="349479" y="27292"/>
                    </a:cubicBezTo>
                    <a:cubicBezTo>
                      <a:pt x="349479" y="29857"/>
                      <a:pt x="349805" y="32292"/>
                      <a:pt x="350469" y="34583"/>
                    </a:cubicBezTo>
                    <a:cubicBezTo>
                      <a:pt x="351120" y="36875"/>
                      <a:pt x="352149" y="38854"/>
                      <a:pt x="353542" y="40521"/>
                    </a:cubicBezTo>
                    <a:cubicBezTo>
                      <a:pt x="354857" y="42253"/>
                      <a:pt x="356524" y="43633"/>
                      <a:pt x="358542" y="44636"/>
                    </a:cubicBezTo>
                    <a:cubicBezTo>
                      <a:pt x="360547" y="45638"/>
                      <a:pt x="362917" y="46146"/>
                      <a:pt x="365625" y="46146"/>
                    </a:cubicBezTo>
                    <a:cubicBezTo>
                      <a:pt x="367917" y="46146"/>
                      <a:pt x="370052" y="45664"/>
                      <a:pt x="372031" y="44688"/>
                    </a:cubicBezTo>
                    <a:cubicBezTo>
                      <a:pt x="374011" y="43711"/>
                      <a:pt x="375690" y="42435"/>
                      <a:pt x="377083" y="40834"/>
                    </a:cubicBezTo>
                    <a:cubicBezTo>
                      <a:pt x="378542" y="39167"/>
                      <a:pt x="379662" y="37253"/>
                      <a:pt x="380469" y="35104"/>
                    </a:cubicBezTo>
                    <a:cubicBezTo>
                      <a:pt x="381263" y="32956"/>
                      <a:pt x="381667" y="30664"/>
                      <a:pt x="381667" y="28230"/>
                    </a:cubicBezTo>
                    <a:cubicBezTo>
                      <a:pt x="381667" y="25456"/>
                      <a:pt x="381263" y="22852"/>
                      <a:pt x="380469" y="20417"/>
                    </a:cubicBezTo>
                    <a:cubicBezTo>
                      <a:pt x="379662" y="17982"/>
                      <a:pt x="378568" y="15873"/>
                      <a:pt x="377188" y="14063"/>
                    </a:cubicBezTo>
                    <a:cubicBezTo>
                      <a:pt x="375794" y="12331"/>
                      <a:pt x="374128" y="10938"/>
                      <a:pt x="372188" y="9896"/>
                    </a:cubicBezTo>
                    <a:cubicBezTo>
                      <a:pt x="370234" y="8854"/>
                      <a:pt x="368086" y="8334"/>
                      <a:pt x="365730" y="8334"/>
                    </a:cubicBezTo>
                    <a:close/>
                    <a:moveTo>
                      <a:pt x="248750" y="8334"/>
                    </a:moveTo>
                    <a:cubicBezTo>
                      <a:pt x="244375" y="8334"/>
                      <a:pt x="240651" y="9584"/>
                      <a:pt x="237605" y="12083"/>
                    </a:cubicBezTo>
                    <a:cubicBezTo>
                      <a:pt x="234544" y="14584"/>
                      <a:pt x="233021" y="17917"/>
                      <a:pt x="233021" y="22084"/>
                    </a:cubicBezTo>
                    <a:cubicBezTo>
                      <a:pt x="233021" y="26459"/>
                      <a:pt x="234505" y="29844"/>
                      <a:pt x="237500" y="32240"/>
                    </a:cubicBezTo>
                    <a:cubicBezTo>
                      <a:pt x="240482" y="34635"/>
                      <a:pt x="244232" y="35834"/>
                      <a:pt x="248750" y="35834"/>
                    </a:cubicBezTo>
                    <a:cubicBezTo>
                      <a:pt x="253125" y="35834"/>
                      <a:pt x="256836" y="34635"/>
                      <a:pt x="259896" y="32240"/>
                    </a:cubicBezTo>
                    <a:cubicBezTo>
                      <a:pt x="262943" y="29844"/>
                      <a:pt x="264479" y="26459"/>
                      <a:pt x="264479" y="22084"/>
                    </a:cubicBezTo>
                    <a:cubicBezTo>
                      <a:pt x="264479" y="17917"/>
                      <a:pt x="262943" y="14584"/>
                      <a:pt x="259896" y="12083"/>
                    </a:cubicBezTo>
                    <a:cubicBezTo>
                      <a:pt x="256836" y="9584"/>
                      <a:pt x="253125" y="8334"/>
                      <a:pt x="248750" y="8334"/>
                    </a:cubicBezTo>
                    <a:close/>
                    <a:moveTo>
                      <a:pt x="144375" y="8334"/>
                    </a:moveTo>
                    <a:cubicBezTo>
                      <a:pt x="139167" y="8334"/>
                      <a:pt x="135156" y="10169"/>
                      <a:pt x="132344" y="13855"/>
                    </a:cubicBezTo>
                    <a:cubicBezTo>
                      <a:pt x="129531" y="17539"/>
                      <a:pt x="128125" y="22018"/>
                      <a:pt x="128125" y="27292"/>
                    </a:cubicBezTo>
                    <a:cubicBezTo>
                      <a:pt x="128125" y="29857"/>
                      <a:pt x="128450" y="32292"/>
                      <a:pt x="129115" y="34583"/>
                    </a:cubicBezTo>
                    <a:cubicBezTo>
                      <a:pt x="129766" y="36875"/>
                      <a:pt x="130795" y="38854"/>
                      <a:pt x="132188" y="40521"/>
                    </a:cubicBezTo>
                    <a:cubicBezTo>
                      <a:pt x="133503" y="42253"/>
                      <a:pt x="135170" y="43633"/>
                      <a:pt x="137188" y="44636"/>
                    </a:cubicBezTo>
                    <a:cubicBezTo>
                      <a:pt x="139193" y="45638"/>
                      <a:pt x="141563" y="46146"/>
                      <a:pt x="144271" y="46146"/>
                    </a:cubicBezTo>
                    <a:cubicBezTo>
                      <a:pt x="146563" y="46146"/>
                      <a:pt x="148698" y="45664"/>
                      <a:pt x="150677" y="44688"/>
                    </a:cubicBezTo>
                    <a:cubicBezTo>
                      <a:pt x="152656" y="43711"/>
                      <a:pt x="154336" y="42435"/>
                      <a:pt x="155729" y="40834"/>
                    </a:cubicBezTo>
                    <a:cubicBezTo>
                      <a:pt x="157187" y="39167"/>
                      <a:pt x="158307" y="37253"/>
                      <a:pt x="159115" y="35104"/>
                    </a:cubicBezTo>
                    <a:cubicBezTo>
                      <a:pt x="159909" y="32956"/>
                      <a:pt x="160313" y="30664"/>
                      <a:pt x="160313" y="28230"/>
                    </a:cubicBezTo>
                    <a:cubicBezTo>
                      <a:pt x="160313" y="25456"/>
                      <a:pt x="159909" y="22852"/>
                      <a:pt x="159115" y="20417"/>
                    </a:cubicBezTo>
                    <a:cubicBezTo>
                      <a:pt x="158307" y="17982"/>
                      <a:pt x="157214" y="15873"/>
                      <a:pt x="155833" y="14063"/>
                    </a:cubicBezTo>
                    <a:cubicBezTo>
                      <a:pt x="154440" y="12331"/>
                      <a:pt x="152774" y="10938"/>
                      <a:pt x="150834" y="9896"/>
                    </a:cubicBezTo>
                    <a:cubicBezTo>
                      <a:pt x="148880" y="8854"/>
                      <a:pt x="146732" y="8334"/>
                      <a:pt x="144375" y="8334"/>
                    </a:cubicBezTo>
                    <a:close/>
                    <a:moveTo>
                      <a:pt x="522188" y="7188"/>
                    </a:moveTo>
                    <a:cubicBezTo>
                      <a:pt x="518438" y="7188"/>
                      <a:pt x="515495" y="8399"/>
                      <a:pt x="513386" y="10833"/>
                    </a:cubicBezTo>
                    <a:cubicBezTo>
                      <a:pt x="511263" y="13268"/>
                      <a:pt x="509688" y="16185"/>
                      <a:pt x="508646" y="19584"/>
                    </a:cubicBezTo>
                    <a:cubicBezTo>
                      <a:pt x="507526" y="23060"/>
                      <a:pt x="506849" y="26719"/>
                      <a:pt x="506615" y="30573"/>
                    </a:cubicBezTo>
                    <a:cubicBezTo>
                      <a:pt x="506368" y="34427"/>
                      <a:pt x="506250" y="37813"/>
                      <a:pt x="506250" y="40729"/>
                    </a:cubicBezTo>
                    <a:cubicBezTo>
                      <a:pt x="506250" y="43646"/>
                      <a:pt x="506368" y="46992"/>
                      <a:pt x="506615" y="50782"/>
                    </a:cubicBezTo>
                    <a:cubicBezTo>
                      <a:pt x="506849" y="54570"/>
                      <a:pt x="507526" y="58190"/>
                      <a:pt x="508646" y="61667"/>
                    </a:cubicBezTo>
                    <a:cubicBezTo>
                      <a:pt x="509688" y="65065"/>
                      <a:pt x="511263" y="67956"/>
                      <a:pt x="513386" y="70313"/>
                    </a:cubicBezTo>
                    <a:cubicBezTo>
                      <a:pt x="515495" y="72670"/>
                      <a:pt x="518438" y="73855"/>
                      <a:pt x="522188" y="73855"/>
                    </a:cubicBezTo>
                    <a:cubicBezTo>
                      <a:pt x="525938" y="73855"/>
                      <a:pt x="528920" y="72670"/>
                      <a:pt x="531146" y="70313"/>
                    </a:cubicBezTo>
                    <a:cubicBezTo>
                      <a:pt x="533360" y="67956"/>
                      <a:pt x="535026" y="65065"/>
                      <a:pt x="536146" y="61667"/>
                    </a:cubicBezTo>
                    <a:cubicBezTo>
                      <a:pt x="537318" y="58190"/>
                      <a:pt x="538086" y="54570"/>
                      <a:pt x="538438" y="50782"/>
                    </a:cubicBezTo>
                    <a:cubicBezTo>
                      <a:pt x="538776" y="46992"/>
                      <a:pt x="538959" y="43646"/>
                      <a:pt x="538959" y="40729"/>
                    </a:cubicBezTo>
                    <a:cubicBezTo>
                      <a:pt x="538959" y="37813"/>
                      <a:pt x="538776" y="34427"/>
                      <a:pt x="538438" y="30573"/>
                    </a:cubicBezTo>
                    <a:cubicBezTo>
                      <a:pt x="538086" y="26719"/>
                      <a:pt x="537318" y="23060"/>
                      <a:pt x="536146" y="19584"/>
                    </a:cubicBezTo>
                    <a:cubicBezTo>
                      <a:pt x="535026" y="16185"/>
                      <a:pt x="533360" y="13268"/>
                      <a:pt x="531146" y="10833"/>
                    </a:cubicBezTo>
                    <a:cubicBezTo>
                      <a:pt x="528920" y="8399"/>
                      <a:pt x="525938" y="7188"/>
                      <a:pt x="522188" y="7188"/>
                    </a:cubicBezTo>
                    <a:close/>
                    <a:moveTo>
                      <a:pt x="432709" y="3125"/>
                    </a:moveTo>
                    <a:lnTo>
                      <a:pt x="477708" y="3125"/>
                    </a:lnTo>
                    <a:cubicBezTo>
                      <a:pt x="478399" y="3125"/>
                      <a:pt x="478906" y="3281"/>
                      <a:pt x="479219" y="3594"/>
                    </a:cubicBezTo>
                    <a:cubicBezTo>
                      <a:pt x="479532" y="3906"/>
                      <a:pt x="479688" y="4414"/>
                      <a:pt x="479688" y="5105"/>
                    </a:cubicBezTo>
                    <a:lnTo>
                      <a:pt x="479688" y="9063"/>
                    </a:lnTo>
                    <a:cubicBezTo>
                      <a:pt x="479688" y="9623"/>
                      <a:pt x="479597" y="10144"/>
                      <a:pt x="479427" y="10625"/>
                    </a:cubicBezTo>
                    <a:cubicBezTo>
                      <a:pt x="479245" y="11107"/>
                      <a:pt x="479063" y="11563"/>
                      <a:pt x="478854" y="11979"/>
                    </a:cubicBezTo>
                    <a:lnTo>
                      <a:pt x="451667" y="79167"/>
                    </a:lnTo>
                    <a:lnTo>
                      <a:pt x="442396" y="79167"/>
                    </a:lnTo>
                    <a:lnTo>
                      <a:pt x="470938" y="10313"/>
                    </a:lnTo>
                    <a:lnTo>
                      <a:pt x="432709" y="10313"/>
                    </a:lnTo>
                    <a:close/>
                    <a:moveTo>
                      <a:pt x="276458" y="3125"/>
                    </a:moveTo>
                    <a:lnTo>
                      <a:pt x="321458" y="3125"/>
                    </a:lnTo>
                    <a:cubicBezTo>
                      <a:pt x="322149" y="3125"/>
                      <a:pt x="322656" y="3281"/>
                      <a:pt x="322969" y="3594"/>
                    </a:cubicBezTo>
                    <a:cubicBezTo>
                      <a:pt x="323281" y="3906"/>
                      <a:pt x="323438" y="4414"/>
                      <a:pt x="323438" y="5105"/>
                    </a:cubicBezTo>
                    <a:lnTo>
                      <a:pt x="323438" y="9063"/>
                    </a:lnTo>
                    <a:cubicBezTo>
                      <a:pt x="323438" y="9623"/>
                      <a:pt x="323347" y="10144"/>
                      <a:pt x="323177" y="10625"/>
                    </a:cubicBezTo>
                    <a:cubicBezTo>
                      <a:pt x="322995" y="11107"/>
                      <a:pt x="322813" y="11563"/>
                      <a:pt x="322604" y="11979"/>
                    </a:cubicBezTo>
                    <a:lnTo>
                      <a:pt x="295417" y="79167"/>
                    </a:lnTo>
                    <a:lnTo>
                      <a:pt x="286146" y="79167"/>
                    </a:lnTo>
                    <a:lnTo>
                      <a:pt x="314688" y="10313"/>
                    </a:lnTo>
                    <a:lnTo>
                      <a:pt x="276458" y="10313"/>
                    </a:lnTo>
                    <a:close/>
                    <a:moveTo>
                      <a:pt x="91458" y="3125"/>
                    </a:moveTo>
                    <a:lnTo>
                      <a:pt x="97396" y="3125"/>
                    </a:lnTo>
                    <a:cubicBezTo>
                      <a:pt x="98151" y="3125"/>
                      <a:pt x="98672" y="3268"/>
                      <a:pt x="98958" y="3542"/>
                    </a:cubicBezTo>
                    <a:cubicBezTo>
                      <a:pt x="99232" y="3815"/>
                      <a:pt x="99375" y="4336"/>
                      <a:pt x="99375" y="5105"/>
                    </a:cubicBezTo>
                    <a:lnTo>
                      <a:pt x="99375" y="79167"/>
                    </a:lnTo>
                    <a:lnTo>
                      <a:pt x="91146" y="79167"/>
                    </a:lnTo>
                    <a:lnTo>
                      <a:pt x="91146" y="12083"/>
                    </a:lnTo>
                    <a:cubicBezTo>
                      <a:pt x="89271" y="14102"/>
                      <a:pt x="86927" y="16029"/>
                      <a:pt x="84115" y="17865"/>
                    </a:cubicBezTo>
                    <a:cubicBezTo>
                      <a:pt x="81302" y="19701"/>
                      <a:pt x="78229" y="21458"/>
                      <a:pt x="74896" y="23125"/>
                    </a:cubicBezTo>
                    <a:lnTo>
                      <a:pt x="74896" y="15209"/>
                    </a:lnTo>
                    <a:cubicBezTo>
                      <a:pt x="77877" y="13893"/>
                      <a:pt x="80755" y="12188"/>
                      <a:pt x="83542" y="10104"/>
                    </a:cubicBezTo>
                    <a:cubicBezTo>
                      <a:pt x="86315" y="8021"/>
                      <a:pt x="88958" y="5690"/>
                      <a:pt x="91458" y="3125"/>
                    </a:cubicBezTo>
                    <a:close/>
                    <a:moveTo>
                      <a:pt x="33437" y="1979"/>
                    </a:moveTo>
                    <a:lnTo>
                      <a:pt x="40521" y="1979"/>
                    </a:lnTo>
                    <a:cubicBezTo>
                      <a:pt x="41276" y="1979"/>
                      <a:pt x="41797" y="2123"/>
                      <a:pt x="42083" y="2396"/>
                    </a:cubicBezTo>
                    <a:cubicBezTo>
                      <a:pt x="42357" y="2669"/>
                      <a:pt x="42500" y="3190"/>
                      <a:pt x="42500" y="3959"/>
                    </a:cubicBezTo>
                    <a:lnTo>
                      <a:pt x="42500" y="55313"/>
                    </a:lnTo>
                    <a:lnTo>
                      <a:pt x="53854" y="55313"/>
                    </a:lnTo>
                    <a:lnTo>
                      <a:pt x="53854" y="62500"/>
                    </a:lnTo>
                    <a:lnTo>
                      <a:pt x="42500" y="62500"/>
                    </a:lnTo>
                    <a:lnTo>
                      <a:pt x="42500" y="79167"/>
                    </a:lnTo>
                    <a:lnTo>
                      <a:pt x="34375" y="79167"/>
                    </a:lnTo>
                    <a:lnTo>
                      <a:pt x="34375" y="62500"/>
                    </a:lnTo>
                    <a:lnTo>
                      <a:pt x="1979" y="62500"/>
                    </a:lnTo>
                    <a:cubicBezTo>
                      <a:pt x="1211" y="62500"/>
                      <a:pt x="690" y="62357"/>
                      <a:pt x="417" y="62083"/>
                    </a:cubicBezTo>
                    <a:cubicBezTo>
                      <a:pt x="130" y="61810"/>
                      <a:pt x="0" y="61289"/>
                      <a:pt x="0" y="60521"/>
                    </a:cubicBezTo>
                    <a:lnTo>
                      <a:pt x="0" y="56146"/>
                    </a:lnTo>
                    <a:cubicBezTo>
                      <a:pt x="0" y="55664"/>
                      <a:pt x="78" y="55157"/>
                      <a:pt x="260" y="54636"/>
                    </a:cubicBezTo>
                    <a:cubicBezTo>
                      <a:pt x="430" y="54115"/>
                      <a:pt x="651" y="53646"/>
                      <a:pt x="937" y="53229"/>
                    </a:cubicBezTo>
                    <a:lnTo>
                      <a:pt x="31354" y="3333"/>
                    </a:lnTo>
                    <a:cubicBezTo>
                      <a:pt x="31563" y="2917"/>
                      <a:pt x="31836" y="2591"/>
                      <a:pt x="32188" y="2344"/>
                    </a:cubicBezTo>
                    <a:cubicBezTo>
                      <a:pt x="32526" y="2096"/>
                      <a:pt x="32943" y="1979"/>
                      <a:pt x="33437" y="1979"/>
                    </a:cubicBezTo>
                    <a:close/>
                    <a:moveTo>
                      <a:pt x="587292" y="1354"/>
                    </a:moveTo>
                    <a:cubicBezTo>
                      <a:pt x="594375" y="1354"/>
                      <a:pt x="600157" y="3164"/>
                      <a:pt x="604636" y="6771"/>
                    </a:cubicBezTo>
                    <a:cubicBezTo>
                      <a:pt x="609115" y="10378"/>
                      <a:pt x="611354" y="15456"/>
                      <a:pt x="611354" y="21979"/>
                    </a:cubicBezTo>
                    <a:cubicBezTo>
                      <a:pt x="611354" y="23854"/>
                      <a:pt x="611016" y="25729"/>
                      <a:pt x="610365" y="27605"/>
                    </a:cubicBezTo>
                    <a:cubicBezTo>
                      <a:pt x="609701" y="29479"/>
                      <a:pt x="608776" y="31250"/>
                      <a:pt x="607605" y="32917"/>
                    </a:cubicBezTo>
                    <a:cubicBezTo>
                      <a:pt x="606354" y="34583"/>
                      <a:pt x="604896" y="36055"/>
                      <a:pt x="603230" y="37344"/>
                    </a:cubicBezTo>
                    <a:cubicBezTo>
                      <a:pt x="601563" y="38633"/>
                      <a:pt x="599714" y="39545"/>
                      <a:pt x="597709" y="40104"/>
                    </a:cubicBezTo>
                    <a:cubicBezTo>
                      <a:pt x="602292" y="41355"/>
                      <a:pt x="605860" y="43633"/>
                      <a:pt x="608438" y="46927"/>
                    </a:cubicBezTo>
                    <a:cubicBezTo>
                      <a:pt x="611003" y="50222"/>
                      <a:pt x="612292" y="54102"/>
                      <a:pt x="612292" y="58542"/>
                    </a:cubicBezTo>
                    <a:cubicBezTo>
                      <a:pt x="612214" y="65690"/>
                      <a:pt x="609870" y="71198"/>
                      <a:pt x="605261" y="75052"/>
                    </a:cubicBezTo>
                    <a:cubicBezTo>
                      <a:pt x="600638" y="78907"/>
                      <a:pt x="594610" y="80833"/>
                      <a:pt x="587188" y="80833"/>
                    </a:cubicBezTo>
                    <a:cubicBezTo>
                      <a:pt x="579688" y="80833"/>
                      <a:pt x="573659" y="78907"/>
                      <a:pt x="569115" y="75052"/>
                    </a:cubicBezTo>
                    <a:cubicBezTo>
                      <a:pt x="564558" y="71198"/>
                      <a:pt x="562292" y="65690"/>
                      <a:pt x="562292" y="58542"/>
                    </a:cubicBezTo>
                    <a:cubicBezTo>
                      <a:pt x="562292" y="54649"/>
                      <a:pt x="563542" y="50951"/>
                      <a:pt x="566042" y="47448"/>
                    </a:cubicBezTo>
                    <a:cubicBezTo>
                      <a:pt x="568542" y="43945"/>
                      <a:pt x="572188" y="41355"/>
                      <a:pt x="576980" y="39688"/>
                    </a:cubicBezTo>
                    <a:cubicBezTo>
                      <a:pt x="572605" y="38854"/>
                      <a:pt x="569219" y="36732"/>
                      <a:pt x="566823" y="33334"/>
                    </a:cubicBezTo>
                    <a:cubicBezTo>
                      <a:pt x="564427" y="29935"/>
                      <a:pt x="563230" y="26146"/>
                      <a:pt x="563230" y="21979"/>
                    </a:cubicBezTo>
                    <a:cubicBezTo>
                      <a:pt x="563230" y="15456"/>
                      <a:pt x="565443" y="10378"/>
                      <a:pt x="569896" y="6771"/>
                    </a:cubicBezTo>
                    <a:cubicBezTo>
                      <a:pt x="574336" y="3164"/>
                      <a:pt x="580131" y="1354"/>
                      <a:pt x="587292" y="1354"/>
                    </a:cubicBezTo>
                    <a:close/>
                    <a:moveTo>
                      <a:pt x="365209" y="1354"/>
                    </a:moveTo>
                    <a:cubicBezTo>
                      <a:pt x="368542" y="1354"/>
                      <a:pt x="371732" y="1875"/>
                      <a:pt x="374792" y="2917"/>
                    </a:cubicBezTo>
                    <a:cubicBezTo>
                      <a:pt x="377839" y="3959"/>
                      <a:pt x="380586" y="5873"/>
                      <a:pt x="383021" y="8646"/>
                    </a:cubicBezTo>
                    <a:cubicBezTo>
                      <a:pt x="385378" y="11419"/>
                      <a:pt x="387266" y="15261"/>
                      <a:pt x="388698" y="20156"/>
                    </a:cubicBezTo>
                    <a:cubicBezTo>
                      <a:pt x="390117" y="25052"/>
                      <a:pt x="390833" y="31315"/>
                      <a:pt x="390833" y="38958"/>
                    </a:cubicBezTo>
                    <a:cubicBezTo>
                      <a:pt x="390833" y="52917"/>
                      <a:pt x="388503" y="63386"/>
                      <a:pt x="383855" y="70365"/>
                    </a:cubicBezTo>
                    <a:cubicBezTo>
                      <a:pt x="379193" y="77344"/>
                      <a:pt x="372878" y="80833"/>
                      <a:pt x="364896" y="80833"/>
                    </a:cubicBezTo>
                    <a:cubicBezTo>
                      <a:pt x="358503" y="80833"/>
                      <a:pt x="353346" y="79063"/>
                      <a:pt x="349427" y="75521"/>
                    </a:cubicBezTo>
                    <a:cubicBezTo>
                      <a:pt x="345495" y="71979"/>
                      <a:pt x="343230" y="67149"/>
                      <a:pt x="342605" y="61042"/>
                    </a:cubicBezTo>
                    <a:lnTo>
                      <a:pt x="350834" y="61042"/>
                    </a:lnTo>
                    <a:cubicBezTo>
                      <a:pt x="350964" y="65000"/>
                      <a:pt x="352474" y="68125"/>
                      <a:pt x="355365" y="70417"/>
                    </a:cubicBezTo>
                    <a:cubicBezTo>
                      <a:pt x="358242" y="72709"/>
                      <a:pt x="361563" y="73855"/>
                      <a:pt x="365313" y="73855"/>
                    </a:cubicBezTo>
                    <a:cubicBezTo>
                      <a:pt x="368920" y="73855"/>
                      <a:pt x="371927" y="72813"/>
                      <a:pt x="374323" y="70729"/>
                    </a:cubicBezTo>
                    <a:cubicBezTo>
                      <a:pt x="376719" y="68646"/>
                      <a:pt x="378607" y="65938"/>
                      <a:pt x="380000" y="62604"/>
                    </a:cubicBezTo>
                    <a:cubicBezTo>
                      <a:pt x="381381" y="59336"/>
                      <a:pt x="382344" y="55664"/>
                      <a:pt x="382865" y="51563"/>
                    </a:cubicBezTo>
                    <a:cubicBezTo>
                      <a:pt x="383386" y="47461"/>
                      <a:pt x="383646" y="43399"/>
                      <a:pt x="383646" y="39375"/>
                    </a:cubicBezTo>
                    <a:cubicBezTo>
                      <a:pt x="382045" y="43893"/>
                      <a:pt x="379505" y="47227"/>
                      <a:pt x="376042" y="49375"/>
                    </a:cubicBezTo>
                    <a:cubicBezTo>
                      <a:pt x="372565" y="51523"/>
                      <a:pt x="368542" y="52604"/>
                      <a:pt x="363958" y="52604"/>
                    </a:cubicBezTo>
                    <a:cubicBezTo>
                      <a:pt x="357084" y="52604"/>
                      <a:pt x="351576" y="50274"/>
                      <a:pt x="347448" y="45625"/>
                    </a:cubicBezTo>
                    <a:cubicBezTo>
                      <a:pt x="343307" y="40977"/>
                      <a:pt x="341250" y="34792"/>
                      <a:pt x="341250" y="27084"/>
                    </a:cubicBezTo>
                    <a:cubicBezTo>
                      <a:pt x="341250" y="23542"/>
                      <a:pt x="341784" y="20208"/>
                      <a:pt x="342865" y="17083"/>
                    </a:cubicBezTo>
                    <a:cubicBezTo>
                      <a:pt x="343933" y="13959"/>
                      <a:pt x="345521" y="11211"/>
                      <a:pt x="347605" y="8854"/>
                    </a:cubicBezTo>
                    <a:cubicBezTo>
                      <a:pt x="349688" y="6563"/>
                      <a:pt x="352201" y="4740"/>
                      <a:pt x="355156" y="3386"/>
                    </a:cubicBezTo>
                    <a:cubicBezTo>
                      <a:pt x="358099" y="2031"/>
                      <a:pt x="361459" y="1354"/>
                      <a:pt x="365209" y="1354"/>
                    </a:cubicBezTo>
                    <a:close/>
                    <a:moveTo>
                      <a:pt x="248750" y="1354"/>
                    </a:moveTo>
                    <a:cubicBezTo>
                      <a:pt x="255834" y="1354"/>
                      <a:pt x="261615" y="3164"/>
                      <a:pt x="266094" y="6771"/>
                    </a:cubicBezTo>
                    <a:cubicBezTo>
                      <a:pt x="270573" y="10378"/>
                      <a:pt x="272813" y="15456"/>
                      <a:pt x="272813" y="21979"/>
                    </a:cubicBezTo>
                    <a:cubicBezTo>
                      <a:pt x="272813" y="23854"/>
                      <a:pt x="272474" y="25729"/>
                      <a:pt x="271823" y="27605"/>
                    </a:cubicBezTo>
                    <a:cubicBezTo>
                      <a:pt x="271159" y="29479"/>
                      <a:pt x="270235" y="31250"/>
                      <a:pt x="269063" y="32917"/>
                    </a:cubicBezTo>
                    <a:cubicBezTo>
                      <a:pt x="267813" y="34583"/>
                      <a:pt x="266354" y="36055"/>
                      <a:pt x="264688" y="37344"/>
                    </a:cubicBezTo>
                    <a:cubicBezTo>
                      <a:pt x="263021" y="38633"/>
                      <a:pt x="261172" y="39545"/>
                      <a:pt x="259167" y="40104"/>
                    </a:cubicBezTo>
                    <a:cubicBezTo>
                      <a:pt x="263750" y="41355"/>
                      <a:pt x="267318" y="43633"/>
                      <a:pt x="269896" y="46927"/>
                    </a:cubicBezTo>
                    <a:cubicBezTo>
                      <a:pt x="272461" y="50222"/>
                      <a:pt x="273750" y="54102"/>
                      <a:pt x="273750" y="58542"/>
                    </a:cubicBezTo>
                    <a:cubicBezTo>
                      <a:pt x="273672" y="65690"/>
                      <a:pt x="271328" y="71198"/>
                      <a:pt x="266719" y="75052"/>
                    </a:cubicBezTo>
                    <a:cubicBezTo>
                      <a:pt x="262096" y="78907"/>
                      <a:pt x="256068" y="80833"/>
                      <a:pt x="248646" y="80833"/>
                    </a:cubicBezTo>
                    <a:cubicBezTo>
                      <a:pt x="241146" y="80833"/>
                      <a:pt x="235117" y="78907"/>
                      <a:pt x="230573" y="75052"/>
                    </a:cubicBezTo>
                    <a:cubicBezTo>
                      <a:pt x="226016" y="71198"/>
                      <a:pt x="223750" y="65690"/>
                      <a:pt x="223750" y="58542"/>
                    </a:cubicBezTo>
                    <a:cubicBezTo>
                      <a:pt x="223750" y="54649"/>
                      <a:pt x="225000" y="50951"/>
                      <a:pt x="227500" y="47448"/>
                    </a:cubicBezTo>
                    <a:cubicBezTo>
                      <a:pt x="230000" y="43945"/>
                      <a:pt x="233646" y="41355"/>
                      <a:pt x="238438" y="39688"/>
                    </a:cubicBezTo>
                    <a:cubicBezTo>
                      <a:pt x="234063" y="38854"/>
                      <a:pt x="230677" y="36732"/>
                      <a:pt x="228282" y="33334"/>
                    </a:cubicBezTo>
                    <a:cubicBezTo>
                      <a:pt x="225885" y="29935"/>
                      <a:pt x="224688" y="26146"/>
                      <a:pt x="224688" y="21979"/>
                    </a:cubicBezTo>
                    <a:cubicBezTo>
                      <a:pt x="224688" y="15456"/>
                      <a:pt x="226901" y="10378"/>
                      <a:pt x="231354" y="6771"/>
                    </a:cubicBezTo>
                    <a:cubicBezTo>
                      <a:pt x="235795" y="3164"/>
                      <a:pt x="241589" y="1354"/>
                      <a:pt x="248750" y="1354"/>
                    </a:cubicBezTo>
                    <a:close/>
                    <a:moveTo>
                      <a:pt x="143854" y="1354"/>
                    </a:moveTo>
                    <a:cubicBezTo>
                      <a:pt x="147188" y="1354"/>
                      <a:pt x="150378" y="1875"/>
                      <a:pt x="153438" y="2917"/>
                    </a:cubicBezTo>
                    <a:cubicBezTo>
                      <a:pt x="156485" y="3959"/>
                      <a:pt x="159232" y="5873"/>
                      <a:pt x="161667" y="8646"/>
                    </a:cubicBezTo>
                    <a:cubicBezTo>
                      <a:pt x="164024" y="11419"/>
                      <a:pt x="165912" y="15261"/>
                      <a:pt x="167344" y="20156"/>
                    </a:cubicBezTo>
                    <a:cubicBezTo>
                      <a:pt x="168763" y="25052"/>
                      <a:pt x="169479" y="31315"/>
                      <a:pt x="169479" y="38958"/>
                    </a:cubicBezTo>
                    <a:cubicBezTo>
                      <a:pt x="169479" y="52917"/>
                      <a:pt x="167149" y="63386"/>
                      <a:pt x="162500" y="70365"/>
                    </a:cubicBezTo>
                    <a:cubicBezTo>
                      <a:pt x="157839" y="77344"/>
                      <a:pt x="151523" y="80833"/>
                      <a:pt x="143542" y="80833"/>
                    </a:cubicBezTo>
                    <a:cubicBezTo>
                      <a:pt x="137148" y="80833"/>
                      <a:pt x="131992" y="79063"/>
                      <a:pt x="128073" y="75521"/>
                    </a:cubicBezTo>
                    <a:cubicBezTo>
                      <a:pt x="124141" y="71979"/>
                      <a:pt x="121875" y="67149"/>
                      <a:pt x="121250" y="61042"/>
                    </a:cubicBezTo>
                    <a:lnTo>
                      <a:pt x="129479" y="61042"/>
                    </a:lnTo>
                    <a:cubicBezTo>
                      <a:pt x="129610" y="65000"/>
                      <a:pt x="131120" y="68125"/>
                      <a:pt x="134010" y="70417"/>
                    </a:cubicBezTo>
                    <a:cubicBezTo>
                      <a:pt x="136888" y="72709"/>
                      <a:pt x="140208" y="73855"/>
                      <a:pt x="143958" y="73855"/>
                    </a:cubicBezTo>
                    <a:cubicBezTo>
                      <a:pt x="147565" y="73855"/>
                      <a:pt x="150573" y="72813"/>
                      <a:pt x="152969" y="70729"/>
                    </a:cubicBezTo>
                    <a:cubicBezTo>
                      <a:pt x="155365" y="68646"/>
                      <a:pt x="157253" y="65938"/>
                      <a:pt x="158646" y="62604"/>
                    </a:cubicBezTo>
                    <a:cubicBezTo>
                      <a:pt x="160026" y="59336"/>
                      <a:pt x="160990" y="55664"/>
                      <a:pt x="161510" y="51563"/>
                    </a:cubicBezTo>
                    <a:cubicBezTo>
                      <a:pt x="162031" y="47461"/>
                      <a:pt x="162292" y="43399"/>
                      <a:pt x="162292" y="39375"/>
                    </a:cubicBezTo>
                    <a:cubicBezTo>
                      <a:pt x="160690" y="43893"/>
                      <a:pt x="158151" y="47227"/>
                      <a:pt x="154688" y="49375"/>
                    </a:cubicBezTo>
                    <a:cubicBezTo>
                      <a:pt x="151211" y="51523"/>
                      <a:pt x="147188" y="52604"/>
                      <a:pt x="142604" y="52604"/>
                    </a:cubicBezTo>
                    <a:cubicBezTo>
                      <a:pt x="135729" y="52604"/>
                      <a:pt x="130222" y="50274"/>
                      <a:pt x="126094" y="45625"/>
                    </a:cubicBezTo>
                    <a:cubicBezTo>
                      <a:pt x="121953" y="40977"/>
                      <a:pt x="119896" y="34792"/>
                      <a:pt x="119896" y="27084"/>
                    </a:cubicBezTo>
                    <a:cubicBezTo>
                      <a:pt x="119896" y="23542"/>
                      <a:pt x="120430" y="20208"/>
                      <a:pt x="121510" y="17083"/>
                    </a:cubicBezTo>
                    <a:cubicBezTo>
                      <a:pt x="122578" y="13959"/>
                      <a:pt x="124167" y="11211"/>
                      <a:pt x="126250" y="8854"/>
                    </a:cubicBezTo>
                    <a:cubicBezTo>
                      <a:pt x="128333" y="6563"/>
                      <a:pt x="130847" y="4740"/>
                      <a:pt x="133802" y="3386"/>
                    </a:cubicBezTo>
                    <a:cubicBezTo>
                      <a:pt x="136745" y="2031"/>
                      <a:pt x="140104" y="1354"/>
                      <a:pt x="143854" y="1354"/>
                    </a:cubicBezTo>
                    <a:close/>
                    <a:moveTo>
                      <a:pt x="522188" y="0"/>
                    </a:moveTo>
                    <a:cubicBezTo>
                      <a:pt x="527396" y="0"/>
                      <a:pt x="531641" y="1211"/>
                      <a:pt x="534948" y="3646"/>
                    </a:cubicBezTo>
                    <a:cubicBezTo>
                      <a:pt x="538243" y="6081"/>
                      <a:pt x="540834" y="9206"/>
                      <a:pt x="542709" y="13021"/>
                    </a:cubicBezTo>
                    <a:cubicBezTo>
                      <a:pt x="544584" y="16914"/>
                      <a:pt x="545860" y="21289"/>
                      <a:pt x="546563" y="26146"/>
                    </a:cubicBezTo>
                    <a:cubicBezTo>
                      <a:pt x="547253" y="31003"/>
                      <a:pt x="547604" y="35872"/>
                      <a:pt x="547604" y="40729"/>
                    </a:cubicBezTo>
                    <a:cubicBezTo>
                      <a:pt x="547604" y="45664"/>
                      <a:pt x="547253" y="50521"/>
                      <a:pt x="546563" y="55313"/>
                    </a:cubicBezTo>
                    <a:cubicBezTo>
                      <a:pt x="545860" y="60105"/>
                      <a:pt x="544584" y="64440"/>
                      <a:pt x="542709" y="68334"/>
                    </a:cubicBezTo>
                    <a:cubicBezTo>
                      <a:pt x="540834" y="72149"/>
                      <a:pt x="538243" y="75248"/>
                      <a:pt x="534948" y="77604"/>
                    </a:cubicBezTo>
                    <a:cubicBezTo>
                      <a:pt x="531641" y="79961"/>
                      <a:pt x="527396" y="81146"/>
                      <a:pt x="522188" y="81146"/>
                    </a:cubicBezTo>
                    <a:cubicBezTo>
                      <a:pt x="517045" y="81146"/>
                      <a:pt x="512865" y="79961"/>
                      <a:pt x="509636" y="77604"/>
                    </a:cubicBezTo>
                    <a:cubicBezTo>
                      <a:pt x="506407" y="75248"/>
                      <a:pt x="503919" y="72149"/>
                      <a:pt x="502188" y="68334"/>
                    </a:cubicBezTo>
                    <a:cubicBezTo>
                      <a:pt x="500378" y="64440"/>
                      <a:pt x="499167" y="60105"/>
                      <a:pt x="498542" y="55313"/>
                    </a:cubicBezTo>
                    <a:cubicBezTo>
                      <a:pt x="497917" y="50521"/>
                      <a:pt x="497604" y="45664"/>
                      <a:pt x="497604" y="40729"/>
                    </a:cubicBezTo>
                    <a:cubicBezTo>
                      <a:pt x="497604" y="35872"/>
                      <a:pt x="497917" y="31003"/>
                      <a:pt x="498542" y="26146"/>
                    </a:cubicBezTo>
                    <a:cubicBezTo>
                      <a:pt x="499167" y="21289"/>
                      <a:pt x="500378" y="16914"/>
                      <a:pt x="502188" y="13021"/>
                    </a:cubicBezTo>
                    <a:cubicBezTo>
                      <a:pt x="503919" y="9206"/>
                      <a:pt x="506407" y="6081"/>
                      <a:pt x="509636" y="3646"/>
                    </a:cubicBezTo>
                    <a:cubicBezTo>
                      <a:pt x="512865" y="1211"/>
                      <a:pt x="517045" y="0"/>
                      <a:pt x="522188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6" name="TextBox 645">
                <a:extLst>
                  <a:ext uri="{FF2B5EF4-FFF2-40B4-BE49-F238E27FC236}">
                    <a16:creationId xmlns:a16="http://schemas.microsoft.com/office/drawing/2014/main" id="{A1C78887-A5E1-4A61-ABBC-FF13D4E6634F}"/>
                  </a:ext>
                </a:extLst>
              </p:cNvPr>
              <p:cNvSpPr txBox="1"/>
              <p:nvPr/>
            </p:nvSpPr>
            <p:spPr>
              <a:xfrm>
                <a:off x="3870790" y="6253862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419,879,708</a:t>
                </a:r>
              </a:p>
            </p:txBody>
          </p:sp>
        </p:grpSp>
        <p:sp>
          <p:nvSpPr>
            <p:cNvPr id="647" name="자유형: 도형 646">
              <a:extLst>
                <a:ext uri="{FF2B5EF4-FFF2-40B4-BE49-F238E27FC236}">
                  <a16:creationId xmlns:a16="http://schemas.microsoft.com/office/drawing/2014/main" id="{85C34970-0575-4BC2-B380-1FC9BED6B4DC}"/>
                </a:ext>
              </a:extLst>
            </p:cNvPr>
            <p:cNvSpPr/>
            <p:nvPr/>
          </p:nvSpPr>
          <p:spPr>
            <a:xfrm>
              <a:off x="4879001" y="6291912"/>
              <a:ext cx="168646" cy="90624"/>
            </a:xfrm>
            <a:custGeom>
              <a:avLst/>
              <a:gdLst>
                <a:gd name="connsiteX0" fmla="*/ 13438 w 168646"/>
                <a:gd name="connsiteY0" fmla="*/ 64896 h 90624"/>
                <a:gd name="connsiteX1" fmla="*/ 21875 w 168646"/>
                <a:gd name="connsiteY1" fmla="*/ 64896 h 90624"/>
                <a:gd name="connsiteX2" fmla="*/ 21875 w 168646"/>
                <a:gd name="connsiteY2" fmla="*/ 83646 h 90624"/>
                <a:gd name="connsiteX3" fmla="*/ 74375 w 168646"/>
                <a:gd name="connsiteY3" fmla="*/ 83646 h 90624"/>
                <a:gd name="connsiteX4" fmla="*/ 74375 w 168646"/>
                <a:gd name="connsiteY4" fmla="*/ 90625 h 90624"/>
                <a:gd name="connsiteX5" fmla="*/ 15625 w 168646"/>
                <a:gd name="connsiteY5" fmla="*/ 90625 h 90624"/>
                <a:gd name="connsiteX6" fmla="*/ 13907 w 168646"/>
                <a:gd name="connsiteY6" fmla="*/ 90156 h 90624"/>
                <a:gd name="connsiteX7" fmla="*/ 13438 w 168646"/>
                <a:gd name="connsiteY7" fmla="*/ 88437 h 90624"/>
                <a:gd name="connsiteX8" fmla="*/ 106354 w 168646"/>
                <a:gd name="connsiteY8" fmla="*/ 61042 h 90624"/>
                <a:gd name="connsiteX9" fmla="*/ 114792 w 168646"/>
                <a:gd name="connsiteY9" fmla="*/ 61042 h 90624"/>
                <a:gd name="connsiteX10" fmla="*/ 114792 w 168646"/>
                <a:gd name="connsiteY10" fmla="*/ 83542 h 90624"/>
                <a:gd name="connsiteX11" fmla="*/ 168646 w 168646"/>
                <a:gd name="connsiteY11" fmla="*/ 83542 h 90624"/>
                <a:gd name="connsiteX12" fmla="*/ 168646 w 168646"/>
                <a:gd name="connsiteY12" fmla="*/ 90625 h 90624"/>
                <a:gd name="connsiteX13" fmla="*/ 108542 w 168646"/>
                <a:gd name="connsiteY13" fmla="*/ 90625 h 90624"/>
                <a:gd name="connsiteX14" fmla="*/ 106823 w 168646"/>
                <a:gd name="connsiteY14" fmla="*/ 90156 h 90624"/>
                <a:gd name="connsiteX15" fmla="*/ 106354 w 168646"/>
                <a:gd name="connsiteY15" fmla="*/ 88437 h 90624"/>
                <a:gd name="connsiteX16" fmla="*/ 26459 w 168646"/>
                <a:gd name="connsiteY16" fmla="*/ 30938 h 90624"/>
                <a:gd name="connsiteX17" fmla="*/ 15885 w 168646"/>
                <a:gd name="connsiteY17" fmla="*/ 33750 h 90624"/>
                <a:gd name="connsiteX18" fmla="*/ 11979 w 168646"/>
                <a:gd name="connsiteY18" fmla="*/ 41563 h 90624"/>
                <a:gd name="connsiteX19" fmla="*/ 15885 w 168646"/>
                <a:gd name="connsiteY19" fmla="*/ 49427 h 90624"/>
                <a:gd name="connsiteX20" fmla="*/ 26459 w 168646"/>
                <a:gd name="connsiteY20" fmla="*/ 52187 h 90624"/>
                <a:gd name="connsiteX21" fmla="*/ 36719 w 168646"/>
                <a:gd name="connsiteY21" fmla="*/ 49427 h 90624"/>
                <a:gd name="connsiteX22" fmla="*/ 40625 w 168646"/>
                <a:gd name="connsiteY22" fmla="*/ 41563 h 90624"/>
                <a:gd name="connsiteX23" fmla="*/ 36719 w 168646"/>
                <a:gd name="connsiteY23" fmla="*/ 33750 h 90624"/>
                <a:gd name="connsiteX24" fmla="*/ 26459 w 168646"/>
                <a:gd name="connsiteY24" fmla="*/ 30938 h 90624"/>
                <a:gd name="connsiteX25" fmla="*/ 26354 w 168646"/>
                <a:gd name="connsiteY25" fmla="*/ 24687 h 90624"/>
                <a:gd name="connsiteX26" fmla="*/ 42761 w 168646"/>
                <a:gd name="connsiteY26" fmla="*/ 29323 h 90624"/>
                <a:gd name="connsiteX27" fmla="*/ 49167 w 168646"/>
                <a:gd name="connsiteY27" fmla="*/ 41563 h 90624"/>
                <a:gd name="connsiteX28" fmla="*/ 42813 w 168646"/>
                <a:gd name="connsiteY28" fmla="*/ 53854 h 90624"/>
                <a:gd name="connsiteX29" fmla="*/ 26354 w 168646"/>
                <a:gd name="connsiteY29" fmla="*/ 58438 h 90624"/>
                <a:gd name="connsiteX30" fmla="*/ 9792 w 168646"/>
                <a:gd name="connsiteY30" fmla="*/ 53854 h 90624"/>
                <a:gd name="connsiteX31" fmla="*/ 3542 w 168646"/>
                <a:gd name="connsiteY31" fmla="*/ 41563 h 90624"/>
                <a:gd name="connsiteX32" fmla="*/ 9792 w 168646"/>
                <a:gd name="connsiteY32" fmla="*/ 29323 h 90624"/>
                <a:gd name="connsiteX33" fmla="*/ 26354 w 168646"/>
                <a:gd name="connsiteY33" fmla="*/ 24687 h 90624"/>
                <a:gd name="connsiteX34" fmla="*/ 0 w 168646"/>
                <a:gd name="connsiteY34" fmla="*/ 13334 h 90624"/>
                <a:gd name="connsiteX35" fmla="*/ 52917 w 168646"/>
                <a:gd name="connsiteY35" fmla="*/ 13334 h 90624"/>
                <a:gd name="connsiteX36" fmla="*/ 52917 w 168646"/>
                <a:gd name="connsiteY36" fmla="*/ 19896 h 90624"/>
                <a:gd name="connsiteX37" fmla="*/ 0 w 168646"/>
                <a:gd name="connsiteY37" fmla="*/ 19896 h 90624"/>
                <a:gd name="connsiteX38" fmla="*/ 94688 w 168646"/>
                <a:gd name="connsiteY38" fmla="*/ 4479 h 90624"/>
                <a:gd name="connsiteX39" fmla="*/ 139688 w 168646"/>
                <a:gd name="connsiteY39" fmla="*/ 4479 h 90624"/>
                <a:gd name="connsiteX40" fmla="*/ 139688 w 168646"/>
                <a:gd name="connsiteY40" fmla="*/ 11458 h 90624"/>
                <a:gd name="connsiteX41" fmla="*/ 121458 w 168646"/>
                <a:gd name="connsiteY41" fmla="*/ 11458 h 90624"/>
                <a:gd name="connsiteX42" fmla="*/ 121458 w 168646"/>
                <a:gd name="connsiteY42" fmla="*/ 17188 h 90624"/>
                <a:gd name="connsiteX43" fmla="*/ 123177 w 168646"/>
                <a:gd name="connsiteY43" fmla="*/ 26823 h 90624"/>
                <a:gd name="connsiteX44" fmla="*/ 127709 w 168646"/>
                <a:gd name="connsiteY44" fmla="*/ 34792 h 90624"/>
                <a:gd name="connsiteX45" fmla="*/ 135938 w 168646"/>
                <a:gd name="connsiteY45" fmla="*/ 42708 h 90624"/>
                <a:gd name="connsiteX46" fmla="*/ 145417 w 168646"/>
                <a:gd name="connsiteY46" fmla="*/ 47500 h 90624"/>
                <a:gd name="connsiteX47" fmla="*/ 142396 w 168646"/>
                <a:gd name="connsiteY47" fmla="*/ 50729 h 90624"/>
                <a:gd name="connsiteX48" fmla="*/ 140000 w 168646"/>
                <a:gd name="connsiteY48" fmla="*/ 53750 h 90624"/>
                <a:gd name="connsiteX49" fmla="*/ 133907 w 168646"/>
                <a:gd name="connsiteY49" fmla="*/ 50365 h 90624"/>
                <a:gd name="connsiteX50" fmla="*/ 127500 w 168646"/>
                <a:gd name="connsiteY50" fmla="*/ 45417 h 90624"/>
                <a:gd name="connsiteX51" fmla="*/ 121823 w 168646"/>
                <a:gd name="connsiteY51" fmla="*/ 39740 h 90624"/>
                <a:gd name="connsiteX52" fmla="*/ 117292 w 168646"/>
                <a:gd name="connsiteY52" fmla="*/ 32813 h 90624"/>
                <a:gd name="connsiteX53" fmla="*/ 113594 w 168646"/>
                <a:gd name="connsiteY53" fmla="*/ 40156 h 90624"/>
                <a:gd name="connsiteX54" fmla="*/ 108542 w 168646"/>
                <a:gd name="connsiteY54" fmla="*/ 46458 h 90624"/>
                <a:gd name="connsiteX55" fmla="*/ 101823 w 168646"/>
                <a:gd name="connsiteY55" fmla="*/ 52031 h 90624"/>
                <a:gd name="connsiteX56" fmla="*/ 94479 w 168646"/>
                <a:gd name="connsiteY56" fmla="*/ 56458 h 90624"/>
                <a:gd name="connsiteX57" fmla="*/ 91511 w 168646"/>
                <a:gd name="connsiteY57" fmla="*/ 53646 h 90624"/>
                <a:gd name="connsiteX58" fmla="*/ 88125 w 168646"/>
                <a:gd name="connsiteY58" fmla="*/ 50729 h 90624"/>
                <a:gd name="connsiteX59" fmla="*/ 98698 w 168646"/>
                <a:gd name="connsiteY59" fmla="*/ 44583 h 90624"/>
                <a:gd name="connsiteX60" fmla="*/ 107188 w 168646"/>
                <a:gd name="connsiteY60" fmla="*/ 35834 h 90624"/>
                <a:gd name="connsiteX61" fmla="*/ 111511 w 168646"/>
                <a:gd name="connsiteY61" fmla="*/ 27292 h 90624"/>
                <a:gd name="connsiteX62" fmla="*/ 113125 w 168646"/>
                <a:gd name="connsiteY62" fmla="*/ 17083 h 90624"/>
                <a:gd name="connsiteX63" fmla="*/ 113125 w 168646"/>
                <a:gd name="connsiteY63" fmla="*/ 11458 h 90624"/>
                <a:gd name="connsiteX64" fmla="*/ 94688 w 168646"/>
                <a:gd name="connsiteY64" fmla="*/ 11458 h 90624"/>
                <a:gd name="connsiteX65" fmla="*/ 157917 w 168646"/>
                <a:gd name="connsiteY65" fmla="*/ 208 h 90624"/>
                <a:gd name="connsiteX66" fmla="*/ 166042 w 168646"/>
                <a:gd name="connsiteY66" fmla="*/ 208 h 90624"/>
                <a:gd name="connsiteX67" fmla="*/ 166042 w 168646"/>
                <a:gd name="connsiteY67" fmla="*/ 67917 h 90624"/>
                <a:gd name="connsiteX68" fmla="*/ 157917 w 168646"/>
                <a:gd name="connsiteY68" fmla="*/ 67917 h 90624"/>
                <a:gd name="connsiteX69" fmla="*/ 157917 w 168646"/>
                <a:gd name="connsiteY69" fmla="*/ 29271 h 90624"/>
                <a:gd name="connsiteX70" fmla="*/ 138646 w 168646"/>
                <a:gd name="connsiteY70" fmla="*/ 29271 h 90624"/>
                <a:gd name="connsiteX71" fmla="*/ 138646 w 168646"/>
                <a:gd name="connsiteY71" fmla="*/ 21979 h 90624"/>
                <a:gd name="connsiteX72" fmla="*/ 157917 w 168646"/>
                <a:gd name="connsiteY72" fmla="*/ 21979 h 90624"/>
                <a:gd name="connsiteX73" fmla="*/ 63229 w 168646"/>
                <a:gd name="connsiteY73" fmla="*/ 208 h 90624"/>
                <a:gd name="connsiteX74" fmla="*/ 71354 w 168646"/>
                <a:gd name="connsiteY74" fmla="*/ 208 h 90624"/>
                <a:gd name="connsiteX75" fmla="*/ 71354 w 168646"/>
                <a:gd name="connsiteY75" fmla="*/ 28333 h 90624"/>
                <a:gd name="connsiteX76" fmla="*/ 84271 w 168646"/>
                <a:gd name="connsiteY76" fmla="*/ 28333 h 90624"/>
                <a:gd name="connsiteX77" fmla="*/ 84271 w 168646"/>
                <a:gd name="connsiteY77" fmla="*/ 35625 h 90624"/>
                <a:gd name="connsiteX78" fmla="*/ 71354 w 168646"/>
                <a:gd name="connsiteY78" fmla="*/ 35625 h 90624"/>
                <a:gd name="connsiteX79" fmla="*/ 71354 w 168646"/>
                <a:gd name="connsiteY79" fmla="*/ 68229 h 90624"/>
                <a:gd name="connsiteX80" fmla="*/ 63229 w 168646"/>
                <a:gd name="connsiteY80" fmla="*/ 68229 h 90624"/>
                <a:gd name="connsiteX81" fmla="*/ 12604 w 168646"/>
                <a:gd name="connsiteY81" fmla="*/ 0 h 90624"/>
                <a:gd name="connsiteX82" fmla="*/ 39896 w 168646"/>
                <a:gd name="connsiteY82" fmla="*/ 0 h 90624"/>
                <a:gd name="connsiteX83" fmla="*/ 39896 w 168646"/>
                <a:gd name="connsiteY83" fmla="*/ 6667 h 90624"/>
                <a:gd name="connsiteX84" fmla="*/ 12604 w 168646"/>
                <a:gd name="connsiteY84" fmla="*/ 6667 h 90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68646" h="90624">
                  <a:moveTo>
                    <a:pt x="13438" y="64896"/>
                  </a:moveTo>
                  <a:lnTo>
                    <a:pt x="21875" y="64896"/>
                  </a:lnTo>
                  <a:lnTo>
                    <a:pt x="21875" y="83646"/>
                  </a:lnTo>
                  <a:lnTo>
                    <a:pt x="74375" y="83646"/>
                  </a:lnTo>
                  <a:lnTo>
                    <a:pt x="74375" y="90625"/>
                  </a:lnTo>
                  <a:lnTo>
                    <a:pt x="15625" y="90625"/>
                  </a:lnTo>
                  <a:cubicBezTo>
                    <a:pt x="14792" y="90625"/>
                    <a:pt x="14219" y="90469"/>
                    <a:pt x="13907" y="90156"/>
                  </a:cubicBezTo>
                  <a:cubicBezTo>
                    <a:pt x="13594" y="89844"/>
                    <a:pt x="13438" y="89271"/>
                    <a:pt x="13438" y="88437"/>
                  </a:cubicBezTo>
                  <a:close/>
                  <a:moveTo>
                    <a:pt x="106354" y="61042"/>
                  </a:moveTo>
                  <a:lnTo>
                    <a:pt x="114792" y="61042"/>
                  </a:lnTo>
                  <a:lnTo>
                    <a:pt x="114792" y="83542"/>
                  </a:lnTo>
                  <a:lnTo>
                    <a:pt x="168646" y="83542"/>
                  </a:lnTo>
                  <a:lnTo>
                    <a:pt x="168646" y="90625"/>
                  </a:lnTo>
                  <a:lnTo>
                    <a:pt x="108542" y="90625"/>
                  </a:lnTo>
                  <a:cubicBezTo>
                    <a:pt x="107708" y="90625"/>
                    <a:pt x="107136" y="90469"/>
                    <a:pt x="106823" y="90156"/>
                  </a:cubicBezTo>
                  <a:cubicBezTo>
                    <a:pt x="106511" y="89844"/>
                    <a:pt x="106354" y="89271"/>
                    <a:pt x="106354" y="88437"/>
                  </a:cubicBezTo>
                  <a:close/>
                  <a:moveTo>
                    <a:pt x="26459" y="30938"/>
                  </a:moveTo>
                  <a:cubicBezTo>
                    <a:pt x="22018" y="30938"/>
                    <a:pt x="18490" y="31875"/>
                    <a:pt x="15885" y="33750"/>
                  </a:cubicBezTo>
                  <a:cubicBezTo>
                    <a:pt x="13282" y="35625"/>
                    <a:pt x="11979" y="38229"/>
                    <a:pt x="11979" y="41563"/>
                  </a:cubicBezTo>
                  <a:cubicBezTo>
                    <a:pt x="11979" y="44961"/>
                    <a:pt x="13282" y="47591"/>
                    <a:pt x="15885" y="49427"/>
                  </a:cubicBezTo>
                  <a:cubicBezTo>
                    <a:pt x="18490" y="51263"/>
                    <a:pt x="22018" y="52187"/>
                    <a:pt x="26459" y="52187"/>
                  </a:cubicBezTo>
                  <a:cubicBezTo>
                    <a:pt x="30703" y="52187"/>
                    <a:pt x="34115" y="51263"/>
                    <a:pt x="36719" y="49427"/>
                  </a:cubicBezTo>
                  <a:cubicBezTo>
                    <a:pt x="39323" y="47591"/>
                    <a:pt x="40625" y="44961"/>
                    <a:pt x="40625" y="41563"/>
                  </a:cubicBezTo>
                  <a:cubicBezTo>
                    <a:pt x="40625" y="38229"/>
                    <a:pt x="39323" y="35625"/>
                    <a:pt x="36719" y="33750"/>
                  </a:cubicBezTo>
                  <a:cubicBezTo>
                    <a:pt x="34115" y="31875"/>
                    <a:pt x="30703" y="30938"/>
                    <a:pt x="26459" y="30938"/>
                  </a:cubicBezTo>
                  <a:close/>
                  <a:moveTo>
                    <a:pt x="26354" y="24687"/>
                  </a:moveTo>
                  <a:cubicBezTo>
                    <a:pt x="33021" y="24687"/>
                    <a:pt x="38490" y="26237"/>
                    <a:pt x="42761" y="29323"/>
                  </a:cubicBezTo>
                  <a:cubicBezTo>
                    <a:pt x="47031" y="32409"/>
                    <a:pt x="49167" y="36498"/>
                    <a:pt x="49167" y="41563"/>
                  </a:cubicBezTo>
                  <a:cubicBezTo>
                    <a:pt x="49167" y="46706"/>
                    <a:pt x="47057" y="50794"/>
                    <a:pt x="42813" y="53854"/>
                  </a:cubicBezTo>
                  <a:cubicBezTo>
                    <a:pt x="38581" y="56914"/>
                    <a:pt x="33099" y="58438"/>
                    <a:pt x="26354" y="58438"/>
                  </a:cubicBezTo>
                  <a:cubicBezTo>
                    <a:pt x="19479" y="58438"/>
                    <a:pt x="13959" y="56914"/>
                    <a:pt x="9792" y="53854"/>
                  </a:cubicBezTo>
                  <a:cubicBezTo>
                    <a:pt x="5625" y="50794"/>
                    <a:pt x="3542" y="46706"/>
                    <a:pt x="3542" y="41563"/>
                  </a:cubicBezTo>
                  <a:cubicBezTo>
                    <a:pt x="3542" y="36498"/>
                    <a:pt x="5625" y="32409"/>
                    <a:pt x="9792" y="29323"/>
                  </a:cubicBezTo>
                  <a:cubicBezTo>
                    <a:pt x="13959" y="26237"/>
                    <a:pt x="19479" y="24687"/>
                    <a:pt x="26354" y="24687"/>
                  </a:cubicBezTo>
                  <a:close/>
                  <a:moveTo>
                    <a:pt x="0" y="13334"/>
                  </a:moveTo>
                  <a:lnTo>
                    <a:pt x="52917" y="13334"/>
                  </a:lnTo>
                  <a:lnTo>
                    <a:pt x="52917" y="19896"/>
                  </a:lnTo>
                  <a:lnTo>
                    <a:pt x="0" y="19896"/>
                  </a:lnTo>
                  <a:close/>
                  <a:moveTo>
                    <a:pt x="94688" y="4479"/>
                  </a:moveTo>
                  <a:lnTo>
                    <a:pt x="139688" y="4479"/>
                  </a:lnTo>
                  <a:lnTo>
                    <a:pt x="139688" y="11458"/>
                  </a:lnTo>
                  <a:lnTo>
                    <a:pt x="121458" y="11458"/>
                  </a:lnTo>
                  <a:lnTo>
                    <a:pt x="121458" y="17188"/>
                  </a:lnTo>
                  <a:cubicBezTo>
                    <a:pt x="121458" y="20664"/>
                    <a:pt x="122031" y="23867"/>
                    <a:pt x="123177" y="26823"/>
                  </a:cubicBezTo>
                  <a:cubicBezTo>
                    <a:pt x="124323" y="29779"/>
                    <a:pt x="125833" y="32435"/>
                    <a:pt x="127709" y="34792"/>
                  </a:cubicBezTo>
                  <a:cubicBezTo>
                    <a:pt x="130000" y="37917"/>
                    <a:pt x="132748" y="40560"/>
                    <a:pt x="135938" y="42708"/>
                  </a:cubicBezTo>
                  <a:cubicBezTo>
                    <a:pt x="139141" y="44857"/>
                    <a:pt x="142292" y="46458"/>
                    <a:pt x="145417" y="47500"/>
                  </a:cubicBezTo>
                  <a:cubicBezTo>
                    <a:pt x="144454" y="48476"/>
                    <a:pt x="143438" y="49544"/>
                    <a:pt x="142396" y="50729"/>
                  </a:cubicBezTo>
                  <a:cubicBezTo>
                    <a:pt x="141354" y="51914"/>
                    <a:pt x="140560" y="52917"/>
                    <a:pt x="140000" y="53750"/>
                  </a:cubicBezTo>
                  <a:cubicBezTo>
                    <a:pt x="138125" y="52917"/>
                    <a:pt x="136094" y="51784"/>
                    <a:pt x="133907" y="50365"/>
                  </a:cubicBezTo>
                  <a:cubicBezTo>
                    <a:pt x="131719" y="48945"/>
                    <a:pt x="129584" y="47292"/>
                    <a:pt x="127500" y="45417"/>
                  </a:cubicBezTo>
                  <a:cubicBezTo>
                    <a:pt x="125495" y="43750"/>
                    <a:pt x="123594" y="41862"/>
                    <a:pt x="121823" y="39740"/>
                  </a:cubicBezTo>
                  <a:cubicBezTo>
                    <a:pt x="120052" y="37617"/>
                    <a:pt x="118542" y="35313"/>
                    <a:pt x="117292" y="32813"/>
                  </a:cubicBezTo>
                  <a:cubicBezTo>
                    <a:pt x="116328" y="35456"/>
                    <a:pt x="115091" y="37904"/>
                    <a:pt x="113594" y="40156"/>
                  </a:cubicBezTo>
                  <a:cubicBezTo>
                    <a:pt x="112110" y="42409"/>
                    <a:pt x="110417" y="44518"/>
                    <a:pt x="108542" y="46458"/>
                  </a:cubicBezTo>
                  <a:cubicBezTo>
                    <a:pt x="106459" y="48476"/>
                    <a:pt x="104219" y="50325"/>
                    <a:pt x="101823" y="52031"/>
                  </a:cubicBezTo>
                  <a:cubicBezTo>
                    <a:pt x="99427" y="53737"/>
                    <a:pt x="96979" y="55208"/>
                    <a:pt x="94479" y="56458"/>
                  </a:cubicBezTo>
                  <a:cubicBezTo>
                    <a:pt x="93854" y="55769"/>
                    <a:pt x="92865" y="54831"/>
                    <a:pt x="91511" y="53646"/>
                  </a:cubicBezTo>
                  <a:cubicBezTo>
                    <a:pt x="90156" y="52461"/>
                    <a:pt x="89037" y="51498"/>
                    <a:pt x="88125" y="50729"/>
                  </a:cubicBezTo>
                  <a:cubicBezTo>
                    <a:pt x="91810" y="49128"/>
                    <a:pt x="95339" y="47083"/>
                    <a:pt x="98698" y="44583"/>
                  </a:cubicBezTo>
                  <a:cubicBezTo>
                    <a:pt x="102071" y="42083"/>
                    <a:pt x="104896" y="39167"/>
                    <a:pt x="107188" y="35834"/>
                  </a:cubicBezTo>
                  <a:cubicBezTo>
                    <a:pt x="108997" y="33268"/>
                    <a:pt x="110443" y="30417"/>
                    <a:pt x="111511" y="27292"/>
                  </a:cubicBezTo>
                  <a:cubicBezTo>
                    <a:pt x="112591" y="24167"/>
                    <a:pt x="113125" y="20768"/>
                    <a:pt x="113125" y="17083"/>
                  </a:cubicBezTo>
                  <a:lnTo>
                    <a:pt x="113125" y="11458"/>
                  </a:lnTo>
                  <a:lnTo>
                    <a:pt x="94688" y="11458"/>
                  </a:lnTo>
                  <a:close/>
                  <a:moveTo>
                    <a:pt x="157917" y="208"/>
                  </a:moveTo>
                  <a:lnTo>
                    <a:pt x="166042" y="208"/>
                  </a:lnTo>
                  <a:lnTo>
                    <a:pt x="166042" y="67917"/>
                  </a:lnTo>
                  <a:lnTo>
                    <a:pt x="157917" y="67917"/>
                  </a:lnTo>
                  <a:lnTo>
                    <a:pt x="157917" y="29271"/>
                  </a:lnTo>
                  <a:lnTo>
                    <a:pt x="138646" y="29271"/>
                  </a:lnTo>
                  <a:lnTo>
                    <a:pt x="138646" y="21979"/>
                  </a:lnTo>
                  <a:lnTo>
                    <a:pt x="157917" y="21979"/>
                  </a:lnTo>
                  <a:close/>
                  <a:moveTo>
                    <a:pt x="63229" y="208"/>
                  </a:moveTo>
                  <a:lnTo>
                    <a:pt x="71354" y="208"/>
                  </a:lnTo>
                  <a:lnTo>
                    <a:pt x="71354" y="28333"/>
                  </a:lnTo>
                  <a:lnTo>
                    <a:pt x="84271" y="28333"/>
                  </a:lnTo>
                  <a:lnTo>
                    <a:pt x="84271" y="35625"/>
                  </a:lnTo>
                  <a:lnTo>
                    <a:pt x="71354" y="35625"/>
                  </a:lnTo>
                  <a:lnTo>
                    <a:pt x="71354" y="68229"/>
                  </a:lnTo>
                  <a:lnTo>
                    <a:pt x="63229" y="68229"/>
                  </a:lnTo>
                  <a:close/>
                  <a:moveTo>
                    <a:pt x="12604" y="0"/>
                  </a:moveTo>
                  <a:lnTo>
                    <a:pt x="39896" y="0"/>
                  </a:lnTo>
                  <a:lnTo>
                    <a:pt x="39896" y="6667"/>
                  </a:lnTo>
                  <a:lnTo>
                    <a:pt x="12604" y="6667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36CA9EB4-8A9F-49E6-9E9D-25EAB1D1AA03}"/>
                </a:ext>
              </a:extLst>
            </p:cNvPr>
            <p:cNvSpPr txBox="1"/>
            <p:nvPr/>
          </p:nvSpPr>
          <p:spPr>
            <a:xfrm>
              <a:off x="4787561" y="6221322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한전</a:t>
              </a:r>
            </a:p>
          </p:txBody>
        </p:sp>
        <p:sp>
          <p:nvSpPr>
            <p:cNvPr id="649" name="자유형: 도형 648">
              <a:extLst>
                <a:ext uri="{FF2B5EF4-FFF2-40B4-BE49-F238E27FC236}">
                  <a16:creationId xmlns:a16="http://schemas.microsoft.com/office/drawing/2014/main" id="{F9A62F97-4213-4341-8024-759D05ECDCDD}"/>
                </a:ext>
              </a:extLst>
            </p:cNvPr>
            <p:cNvSpPr/>
            <p:nvPr/>
          </p:nvSpPr>
          <p:spPr>
            <a:xfrm>
              <a:off x="5073480" y="6296912"/>
              <a:ext cx="198021" cy="78645"/>
            </a:xfrm>
            <a:custGeom>
              <a:avLst/>
              <a:gdLst>
                <a:gd name="connsiteX0" fmla="*/ 71146 w 198021"/>
                <a:gd name="connsiteY0" fmla="*/ 7188 h 78645"/>
                <a:gd name="connsiteX1" fmla="*/ 71146 w 198021"/>
                <a:gd name="connsiteY1" fmla="*/ 70625 h 78645"/>
                <a:gd name="connsiteX2" fmla="*/ 84792 w 198021"/>
                <a:gd name="connsiteY2" fmla="*/ 70625 h 78645"/>
                <a:gd name="connsiteX3" fmla="*/ 106510 w 198021"/>
                <a:gd name="connsiteY3" fmla="*/ 62083 h 78645"/>
                <a:gd name="connsiteX4" fmla="*/ 113334 w 198021"/>
                <a:gd name="connsiteY4" fmla="*/ 38958 h 78645"/>
                <a:gd name="connsiteX5" fmla="*/ 104375 w 198021"/>
                <a:gd name="connsiteY5" fmla="*/ 14323 h 78645"/>
                <a:gd name="connsiteX6" fmla="*/ 80104 w 198021"/>
                <a:gd name="connsiteY6" fmla="*/ 7188 h 78645"/>
                <a:gd name="connsiteX7" fmla="*/ 0 w 198021"/>
                <a:gd name="connsiteY7" fmla="*/ 833 h 78645"/>
                <a:gd name="connsiteX8" fmla="*/ 7500 w 198021"/>
                <a:gd name="connsiteY8" fmla="*/ 833 h 78645"/>
                <a:gd name="connsiteX9" fmla="*/ 7500 w 198021"/>
                <a:gd name="connsiteY9" fmla="*/ 33021 h 78645"/>
                <a:gd name="connsiteX10" fmla="*/ 38542 w 198021"/>
                <a:gd name="connsiteY10" fmla="*/ 833 h 78645"/>
                <a:gd name="connsiteX11" fmla="*/ 49063 w 198021"/>
                <a:gd name="connsiteY11" fmla="*/ 833 h 78645"/>
                <a:gd name="connsiteX12" fmla="*/ 14479 w 198021"/>
                <a:gd name="connsiteY12" fmla="*/ 35938 h 78645"/>
                <a:gd name="connsiteX13" fmla="*/ 52500 w 198021"/>
                <a:gd name="connsiteY13" fmla="*/ 78646 h 78645"/>
                <a:gd name="connsiteX14" fmla="*/ 41875 w 198021"/>
                <a:gd name="connsiteY14" fmla="*/ 78646 h 78645"/>
                <a:gd name="connsiteX15" fmla="*/ 7500 w 198021"/>
                <a:gd name="connsiteY15" fmla="*/ 39583 h 78645"/>
                <a:gd name="connsiteX16" fmla="*/ 7500 w 198021"/>
                <a:gd name="connsiteY16" fmla="*/ 78646 h 78645"/>
                <a:gd name="connsiteX17" fmla="*/ 0 w 198021"/>
                <a:gd name="connsiteY17" fmla="*/ 78646 h 78645"/>
                <a:gd name="connsiteX18" fmla="*/ 143125 w 198021"/>
                <a:gd name="connsiteY18" fmla="*/ 0 h 78645"/>
                <a:gd name="connsiteX19" fmla="*/ 149792 w 198021"/>
                <a:gd name="connsiteY19" fmla="*/ 0 h 78645"/>
                <a:gd name="connsiteX20" fmla="*/ 150990 w 198021"/>
                <a:gd name="connsiteY20" fmla="*/ 365 h 78645"/>
                <a:gd name="connsiteX21" fmla="*/ 151875 w 198021"/>
                <a:gd name="connsiteY21" fmla="*/ 1354 h 78645"/>
                <a:gd name="connsiteX22" fmla="*/ 184271 w 198021"/>
                <a:gd name="connsiteY22" fmla="*/ 55521 h 78645"/>
                <a:gd name="connsiteX23" fmla="*/ 190208 w 198021"/>
                <a:gd name="connsiteY23" fmla="*/ 66875 h 78645"/>
                <a:gd name="connsiteX24" fmla="*/ 190000 w 198021"/>
                <a:gd name="connsiteY24" fmla="*/ 54479 h 78645"/>
                <a:gd name="connsiteX25" fmla="*/ 190000 w 198021"/>
                <a:gd name="connsiteY25" fmla="*/ 0 h 78645"/>
                <a:gd name="connsiteX26" fmla="*/ 198021 w 198021"/>
                <a:gd name="connsiteY26" fmla="*/ 0 h 78645"/>
                <a:gd name="connsiteX27" fmla="*/ 198021 w 198021"/>
                <a:gd name="connsiteY27" fmla="*/ 75833 h 78645"/>
                <a:gd name="connsiteX28" fmla="*/ 197604 w 198021"/>
                <a:gd name="connsiteY28" fmla="*/ 77396 h 78645"/>
                <a:gd name="connsiteX29" fmla="*/ 196250 w 198021"/>
                <a:gd name="connsiteY29" fmla="*/ 77813 h 78645"/>
                <a:gd name="connsiteX30" fmla="*/ 189583 w 198021"/>
                <a:gd name="connsiteY30" fmla="*/ 77813 h 78645"/>
                <a:gd name="connsiteX31" fmla="*/ 188334 w 198021"/>
                <a:gd name="connsiteY31" fmla="*/ 77448 h 78645"/>
                <a:gd name="connsiteX32" fmla="*/ 187500 w 198021"/>
                <a:gd name="connsiteY32" fmla="*/ 76458 h 78645"/>
                <a:gd name="connsiteX33" fmla="*/ 155104 w 198021"/>
                <a:gd name="connsiteY33" fmla="*/ 22292 h 78645"/>
                <a:gd name="connsiteX34" fmla="*/ 149167 w 198021"/>
                <a:gd name="connsiteY34" fmla="*/ 10937 h 78645"/>
                <a:gd name="connsiteX35" fmla="*/ 149375 w 198021"/>
                <a:gd name="connsiteY35" fmla="*/ 23333 h 78645"/>
                <a:gd name="connsiteX36" fmla="*/ 149375 w 198021"/>
                <a:gd name="connsiteY36" fmla="*/ 77813 h 78645"/>
                <a:gd name="connsiteX37" fmla="*/ 141354 w 198021"/>
                <a:gd name="connsiteY37" fmla="*/ 77813 h 78645"/>
                <a:gd name="connsiteX38" fmla="*/ 141354 w 198021"/>
                <a:gd name="connsiteY38" fmla="*/ 1979 h 78645"/>
                <a:gd name="connsiteX39" fmla="*/ 141719 w 198021"/>
                <a:gd name="connsiteY39" fmla="*/ 469 h 78645"/>
                <a:gd name="connsiteX40" fmla="*/ 143125 w 198021"/>
                <a:gd name="connsiteY40" fmla="*/ 0 h 78645"/>
                <a:gd name="connsiteX41" fmla="*/ 64792 w 198021"/>
                <a:gd name="connsiteY41" fmla="*/ 0 h 78645"/>
                <a:gd name="connsiteX42" fmla="*/ 82709 w 198021"/>
                <a:gd name="connsiteY42" fmla="*/ 0 h 78645"/>
                <a:gd name="connsiteX43" fmla="*/ 111615 w 198021"/>
                <a:gd name="connsiteY43" fmla="*/ 9792 h 78645"/>
                <a:gd name="connsiteX44" fmla="*/ 121771 w 198021"/>
                <a:gd name="connsiteY44" fmla="*/ 38958 h 78645"/>
                <a:gd name="connsiteX45" fmla="*/ 111615 w 198021"/>
                <a:gd name="connsiteY45" fmla="*/ 68073 h 78645"/>
                <a:gd name="connsiteX46" fmla="*/ 82709 w 198021"/>
                <a:gd name="connsiteY46" fmla="*/ 77813 h 78645"/>
                <a:gd name="connsiteX47" fmla="*/ 64792 w 198021"/>
                <a:gd name="connsiteY47" fmla="*/ 77813 h 78645"/>
                <a:gd name="connsiteX48" fmla="*/ 63386 w 198021"/>
                <a:gd name="connsiteY48" fmla="*/ 77396 h 78645"/>
                <a:gd name="connsiteX49" fmla="*/ 63021 w 198021"/>
                <a:gd name="connsiteY49" fmla="*/ 75833 h 78645"/>
                <a:gd name="connsiteX50" fmla="*/ 63021 w 198021"/>
                <a:gd name="connsiteY50" fmla="*/ 1979 h 78645"/>
                <a:gd name="connsiteX51" fmla="*/ 63386 w 198021"/>
                <a:gd name="connsiteY51" fmla="*/ 469 h 78645"/>
                <a:gd name="connsiteX52" fmla="*/ 64792 w 198021"/>
                <a:gd name="connsiteY52" fmla="*/ 0 h 78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98021" h="78645">
                  <a:moveTo>
                    <a:pt x="71146" y="7188"/>
                  </a:moveTo>
                  <a:lnTo>
                    <a:pt x="71146" y="70625"/>
                  </a:lnTo>
                  <a:lnTo>
                    <a:pt x="84792" y="70625"/>
                  </a:lnTo>
                  <a:cubicBezTo>
                    <a:pt x="94714" y="70625"/>
                    <a:pt x="101953" y="67774"/>
                    <a:pt x="106510" y="62083"/>
                  </a:cubicBezTo>
                  <a:cubicBezTo>
                    <a:pt x="111055" y="56393"/>
                    <a:pt x="113334" y="48685"/>
                    <a:pt x="113334" y="38958"/>
                  </a:cubicBezTo>
                  <a:cubicBezTo>
                    <a:pt x="113334" y="27565"/>
                    <a:pt x="110339" y="19362"/>
                    <a:pt x="104375" y="14323"/>
                  </a:cubicBezTo>
                  <a:cubicBezTo>
                    <a:pt x="98399" y="9284"/>
                    <a:pt x="90313" y="6914"/>
                    <a:pt x="80104" y="7188"/>
                  </a:cubicBezTo>
                  <a:close/>
                  <a:moveTo>
                    <a:pt x="0" y="833"/>
                  </a:moveTo>
                  <a:lnTo>
                    <a:pt x="7500" y="833"/>
                  </a:lnTo>
                  <a:lnTo>
                    <a:pt x="7500" y="33021"/>
                  </a:lnTo>
                  <a:lnTo>
                    <a:pt x="38542" y="833"/>
                  </a:lnTo>
                  <a:lnTo>
                    <a:pt x="49063" y="833"/>
                  </a:lnTo>
                  <a:lnTo>
                    <a:pt x="14479" y="35938"/>
                  </a:lnTo>
                  <a:lnTo>
                    <a:pt x="52500" y="78646"/>
                  </a:lnTo>
                  <a:lnTo>
                    <a:pt x="41875" y="78646"/>
                  </a:lnTo>
                  <a:lnTo>
                    <a:pt x="7500" y="39583"/>
                  </a:lnTo>
                  <a:lnTo>
                    <a:pt x="7500" y="78646"/>
                  </a:lnTo>
                  <a:lnTo>
                    <a:pt x="0" y="78646"/>
                  </a:lnTo>
                  <a:close/>
                  <a:moveTo>
                    <a:pt x="143125" y="0"/>
                  </a:moveTo>
                  <a:lnTo>
                    <a:pt x="149792" y="0"/>
                  </a:lnTo>
                  <a:cubicBezTo>
                    <a:pt x="150209" y="0"/>
                    <a:pt x="150599" y="117"/>
                    <a:pt x="150990" y="365"/>
                  </a:cubicBezTo>
                  <a:cubicBezTo>
                    <a:pt x="151367" y="612"/>
                    <a:pt x="151667" y="937"/>
                    <a:pt x="151875" y="1354"/>
                  </a:cubicBezTo>
                  <a:lnTo>
                    <a:pt x="184271" y="55521"/>
                  </a:lnTo>
                  <a:lnTo>
                    <a:pt x="190208" y="66875"/>
                  </a:lnTo>
                  <a:lnTo>
                    <a:pt x="190000" y="54479"/>
                  </a:lnTo>
                  <a:lnTo>
                    <a:pt x="190000" y="0"/>
                  </a:lnTo>
                  <a:lnTo>
                    <a:pt x="198021" y="0"/>
                  </a:lnTo>
                  <a:lnTo>
                    <a:pt x="198021" y="75833"/>
                  </a:lnTo>
                  <a:cubicBezTo>
                    <a:pt x="198021" y="76602"/>
                    <a:pt x="197878" y="77122"/>
                    <a:pt x="197604" y="77396"/>
                  </a:cubicBezTo>
                  <a:cubicBezTo>
                    <a:pt x="197318" y="77669"/>
                    <a:pt x="196875" y="77813"/>
                    <a:pt x="196250" y="77813"/>
                  </a:cubicBezTo>
                  <a:lnTo>
                    <a:pt x="189583" y="77813"/>
                  </a:lnTo>
                  <a:cubicBezTo>
                    <a:pt x="189089" y="77813"/>
                    <a:pt x="188672" y="77695"/>
                    <a:pt x="188334" y="77448"/>
                  </a:cubicBezTo>
                  <a:cubicBezTo>
                    <a:pt x="187982" y="77201"/>
                    <a:pt x="187709" y="76875"/>
                    <a:pt x="187500" y="76458"/>
                  </a:cubicBezTo>
                  <a:lnTo>
                    <a:pt x="155104" y="22292"/>
                  </a:lnTo>
                  <a:lnTo>
                    <a:pt x="149167" y="10937"/>
                  </a:lnTo>
                  <a:lnTo>
                    <a:pt x="149375" y="23333"/>
                  </a:lnTo>
                  <a:lnTo>
                    <a:pt x="149375" y="77813"/>
                  </a:lnTo>
                  <a:lnTo>
                    <a:pt x="141354" y="77813"/>
                  </a:lnTo>
                  <a:lnTo>
                    <a:pt x="141354" y="1979"/>
                  </a:lnTo>
                  <a:cubicBezTo>
                    <a:pt x="141354" y="1289"/>
                    <a:pt x="141472" y="781"/>
                    <a:pt x="141719" y="469"/>
                  </a:cubicBezTo>
                  <a:cubicBezTo>
                    <a:pt x="141953" y="156"/>
                    <a:pt x="142422" y="0"/>
                    <a:pt x="143125" y="0"/>
                  </a:cubicBezTo>
                  <a:close/>
                  <a:moveTo>
                    <a:pt x="64792" y="0"/>
                  </a:moveTo>
                  <a:lnTo>
                    <a:pt x="82709" y="0"/>
                  </a:lnTo>
                  <a:cubicBezTo>
                    <a:pt x="95209" y="0"/>
                    <a:pt x="104844" y="3268"/>
                    <a:pt x="111615" y="9792"/>
                  </a:cubicBezTo>
                  <a:cubicBezTo>
                    <a:pt x="118386" y="16315"/>
                    <a:pt x="121771" y="26042"/>
                    <a:pt x="121771" y="38958"/>
                  </a:cubicBezTo>
                  <a:cubicBezTo>
                    <a:pt x="121771" y="51875"/>
                    <a:pt x="118386" y="61576"/>
                    <a:pt x="111615" y="68073"/>
                  </a:cubicBezTo>
                  <a:cubicBezTo>
                    <a:pt x="104844" y="74570"/>
                    <a:pt x="95209" y="77813"/>
                    <a:pt x="82709" y="77813"/>
                  </a:cubicBezTo>
                  <a:lnTo>
                    <a:pt x="64792" y="77813"/>
                  </a:lnTo>
                  <a:cubicBezTo>
                    <a:pt x="64089" y="77813"/>
                    <a:pt x="63620" y="77669"/>
                    <a:pt x="63386" y="77396"/>
                  </a:cubicBezTo>
                  <a:cubicBezTo>
                    <a:pt x="63138" y="77122"/>
                    <a:pt x="63021" y="76602"/>
                    <a:pt x="63021" y="75833"/>
                  </a:cubicBezTo>
                  <a:lnTo>
                    <a:pt x="63021" y="1979"/>
                  </a:lnTo>
                  <a:cubicBezTo>
                    <a:pt x="63021" y="1289"/>
                    <a:pt x="63138" y="781"/>
                    <a:pt x="63386" y="469"/>
                  </a:cubicBezTo>
                  <a:cubicBezTo>
                    <a:pt x="63620" y="156"/>
                    <a:pt x="64089" y="0"/>
                    <a:pt x="64792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1CA76007-FB80-4796-9928-6BA2616842CF}"/>
                </a:ext>
              </a:extLst>
            </p:cNvPr>
            <p:cNvSpPr txBox="1"/>
            <p:nvPr/>
          </p:nvSpPr>
          <p:spPr>
            <a:xfrm>
              <a:off x="4982040" y="6254903"/>
              <a:ext cx="339130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KDN</a:t>
              </a:r>
            </a:p>
          </p:txBody>
        </p:sp>
        <p:sp>
          <p:nvSpPr>
            <p:cNvPr id="651" name="자유형: 도형 650">
              <a:extLst>
                <a:ext uri="{FF2B5EF4-FFF2-40B4-BE49-F238E27FC236}">
                  <a16:creationId xmlns:a16="http://schemas.microsoft.com/office/drawing/2014/main" id="{AEA4F44C-BF86-4A52-9F44-83E9DCDBD561}"/>
                </a:ext>
              </a:extLst>
            </p:cNvPr>
            <p:cNvSpPr/>
            <p:nvPr/>
          </p:nvSpPr>
          <p:spPr>
            <a:xfrm>
              <a:off x="951896" y="6618514"/>
              <a:ext cx="89583" cy="76041"/>
            </a:xfrm>
            <a:custGeom>
              <a:avLst/>
              <a:gdLst>
                <a:gd name="connsiteX0" fmla="*/ 81667 w 89583"/>
                <a:gd name="connsiteY0" fmla="*/ 0 h 76041"/>
                <a:gd name="connsiteX1" fmla="*/ 87604 w 89583"/>
                <a:gd name="connsiteY1" fmla="*/ 0 h 76041"/>
                <a:gd name="connsiteX2" fmla="*/ 89167 w 89583"/>
                <a:gd name="connsiteY2" fmla="*/ 416 h 76041"/>
                <a:gd name="connsiteX3" fmla="*/ 89583 w 89583"/>
                <a:gd name="connsiteY3" fmla="*/ 1979 h 76041"/>
                <a:gd name="connsiteX4" fmla="*/ 89583 w 89583"/>
                <a:gd name="connsiteY4" fmla="*/ 76042 h 76041"/>
                <a:gd name="connsiteX5" fmla="*/ 81354 w 89583"/>
                <a:gd name="connsiteY5" fmla="*/ 76042 h 76041"/>
                <a:gd name="connsiteX6" fmla="*/ 81354 w 89583"/>
                <a:gd name="connsiteY6" fmla="*/ 8958 h 76041"/>
                <a:gd name="connsiteX7" fmla="*/ 74323 w 89583"/>
                <a:gd name="connsiteY7" fmla="*/ 14739 h 76041"/>
                <a:gd name="connsiteX8" fmla="*/ 65104 w 89583"/>
                <a:gd name="connsiteY8" fmla="*/ 20000 h 76041"/>
                <a:gd name="connsiteX9" fmla="*/ 65104 w 89583"/>
                <a:gd name="connsiteY9" fmla="*/ 12083 h 76041"/>
                <a:gd name="connsiteX10" fmla="*/ 73750 w 89583"/>
                <a:gd name="connsiteY10" fmla="*/ 6979 h 76041"/>
                <a:gd name="connsiteX11" fmla="*/ 81667 w 89583"/>
                <a:gd name="connsiteY11" fmla="*/ 0 h 76041"/>
                <a:gd name="connsiteX12" fmla="*/ 16563 w 89583"/>
                <a:gd name="connsiteY12" fmla="*/ 0 h 76041"/>
                <a:gd name="connsiteX13" fmla="*/ 22500 w 89583"/>
                <a:gd name="connsiteY13" fmla="*/ 0 h 76041"/>
                <a:gd name="connsiteX14" fmla="*/ 24063 w 89583"/>
                <a:gd name="connsiteY14" fmla="*/ 416 h 76041"/>
                <a:gd name="connsiteX15" fmla="*/ 24479 w 89583"/>
                <a:gd name="connsiteY15" fmla="*/ 1979 h 76041"/>
                <a:gd name="connsiteX16" fmla="*/ 24479 w 89583"/>
                <a:gd name="connsiteY16" fmla="*/ 76042 h 76041"/>
                <a:gd name="connsiteX17" fmla="*/ 16250 w 89583"/>
                <a:gd name="connsiteY17" fmla="*/ 76042 h 76041"/>
                <a:gd name="connsiteX18" fmla="*/ 16250 w 89583"/>
                <a:gd name="connsiteY18" fmla="*/ 8958 h 76041"/>
                <a:gd name="connsiteX19" fmla="*/ 9219 w 89583"/>
                <a:gd name="connsiteY19" fmla="*/ 14739 h 76041"/>
                <a:gd name="connsiteX20" fmla="*/ 0 w 89583"/>
                <a:gd name="connsiteY20" fmla="*/ 20000 h 76041"/>
                <a:gd name="connsiteX21" fmla="*/ 0 w 89583"/>
                <a:gd name="connsiteY21" fmla="*/ 12083 h 76041"/>
                <a:gd name="connsiteX22" fmla="*/ 8646 w 89583"/>
                <a:gd name="connsiteY22" fmla="*/ 6979 h 76041"/>
                <a:gd name="connsiteX23" fmla="*/ 16563 w 89583"/>
                <a:gd name="connsiteY23" fmla="*/ 0 h 76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89583" h="76041">
                  <a:moveTo>
                    <a:pt x="81667" y="0"/>
                  </a:moveTo>
                  <a:lnTo>
                    <a:pt x="87604" y="0"/>
                  </a:lnTo>
                  <a:cubicBezTo>
                    <a:pt x="88367" y="0"/>
                    <a:pt x="88888" y="130"/>
                    <a:pt x="89167" y="416"/>
                  </a:cubicBezTo>
                  <a:cubicBezTo>
                    <a:pt x="89444" y="690"/>
                    <a:pt x="89583" y="1211"/>
                    <a:pt x="89583" y="1979"/>
                  </a:cubicBezTo>
                  <a:lnTo>
                    <a:pt x="89583" y="76042"/>
                  </a:lnTo>
                  <a:lnTo>
                    <a:pt x="81354" y="76042"/>
                  </a:lnTo>
                  <a:lnTo>
                    <a:pt x="81354" y="8958"/>
                  </a:lnTo>
                  <a:cubicBezTo>
                    <a:pt x="79479" y="10964"/>
                    <a:pt x="77135" y="12891"/>
                    <a:pt x="74323" y="14739"/>
                  </a:cubicBezTo>
                  <a:cubicBezTo>
                    <a:pt x="71510" y="16576"/>
                    <a:pt x="68437" y="18333"/>
                    <a:pt x="65104" y="20000"/>
                  </a:cubicBezTo>
                  <a:lnTo>
                    <a:pt x="65104" y="12083"/>
                  </a:lnTo>
                  <a:cubicBezTo>
                    <a:pt x="68090" y="10755"/>
                    <a:pt x="70971" y="9062"/>
                    <a:pt x="73750" y="6979"/>
                  </a:cubicBezTo>
                  <a:cubicBezTo>
                    <a:pt x="76527" y="4896"/>
                    <a:pt x="79167" y="2565"/>
                    <a:pt x="81667" y="0"/>
                  </a:cubicBezTo>
                  <a:close/>
                  <a:moveTo>
                    <a:pt x="16563" y="0"/>
                  </a:moveTo>
                  <a:lnTo>
                    <a:pt x="22500" y="0"/>
                  </a:lnTo>
                  <a:cubicBezTo>
                    <a:pt x="23263" y="0"/>
                    <a:pt x="23784" y="130"/>
                    <a:pt x="24063" y="416"/>
                  </a:cubicBezTo>
                  <a:cubicBezTo>
                    <a:pt x="24340" y="690"/>
                    <a:pt x="24479" y="1211"/>
                    <a:pt x="24479" y="1979"/>
                  </a:cubicBezTo>
                  <a:lnTo>
                    <a:pt x="24479" y="76042"/>
                  </a:lnTo>
                  <a:lnTo>
                    <a:pt x="16250" y="76042"/>
                  </a:lnTo>
                  <a:lnTo>
                    <a:pt x="16250" y="8958"/>
                  </a:lnTo>
                  <a:cubicBezTo>
                    <a:pt x="14375" y="10964"/>
                    <a:pt x="12031" y="12891"/>
                    <a:pt x="9219" y="14739"/>
                  </a:cubicBezTo>
                  <a:cubicBezTo>
                    <a:pt x="6406" y="16576"/>
                    <a:pt x="3333" y="18333"/>
                    <a:pt x="0" y="20000"/>
                  </a:cubicBezTo>
                  <a:lnTo>
                    <a:pt x="0" y="12083"/>
                  </a:lnTo>
                  <a:cubicBezTo>
                    <a:pt x="2986" y="10755"/>
                    <a:pt x="5867" y="9062"/>
                    <a:pt x="8646" y="6979"/>
                  </a:cubicBezTo>
                  <a:cubicBezTo>
                    <a:pt x="11423" y="4896"/>
                    <a:pt x="14062" y="2565"/>
                    <a:pt x="1656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7D185B54-8AAF-4FD7-9D28-E3CF44CC3C3B}"/>
                </a:ext>
              </a:extLst>
            </p:cNvPr>
            <p:cNvSpPr txBox="1"/>
            <p:nvPr/>
          </p:nvSpPr>
          <p:spPr>
            <a:xfrm>
              <a:off x="860456" y="6574226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11</a:t>
              </a:r>
            </a:p>
          </p:txBody>
        </p:sp>
        <p:grpSp>
          <p:nvGrpSpPr>
            <p:cNvPr id="653" name="그래픽 5">
              <a:extLst>
                <a:ext uri="{FF2B5EF4-FFF2-40B4-BE49-F238E27FC236}">
                  <a16:creationId xmlns:a16="http://schemas.microsoft.com/office/drawing/2014/main" id="{6B4DB101-9ECA-422E-AC73-6E5A77428A18}"/>
                </a:ext>
              </a:extLst>
            </p:cNvPr>
            <p:cNvGrpSpPr/>
            <p:nvPr/>
          </p:nvGrpSpPr>
          <p:grpSpPr>
            <a:xfrm>
              <a:off x="1212467" y="6525323"/>
              <a:ext cx="455729" cy="130208"/>
              <a:chOff x="1212467" y="6525323"/>
              <a:chExt cx="455729" cy="130208"/>
            </a:xfrm>
          </p:grpSpPr>
          <p:sp>
            <p:nvSpPr>
              <p:cNvPr id="654" name="자유형: 도형 653">
                <a:extLst>
                  <a:ext uri="{FF2B5EF4-FFF2-40B4-BE49-F238E27FC236}">
                    <a16:creationId xmlns:a16="http://schemas.microsoft.com/office/drawing/2014/main" id="{398E3AC8-A544-4B84-8D37-3D28E995AD66}"/>
                  </a:ext>
                </a:extLst>
              </p:cNvPr>
              <p:cNvSpPr/>
              <p:nvPr/>
            </p:nvSpPr>
            <p:spPr>
              <a:xfrm>
                <a:off x="1212467" y="6547368"/>
                <a:ext cx="455416" cy="93853"/>
              </a:xfrm>
              <a:custGeom>
                <a:avLst/>
                <a:gdLst>
                  <a:gd name="connsiteX0" fmla="*/ 285729 w 455416"/>
                  <a:gd name="connsiteY0" fmla="*/ 72500 h 93853"/>
                  <a:gd name="connsiteX1" fmla="*/ 370521 w 455416"/>
                  <a:gd name="connsiteY1" fmla="*/ 72500 h 93853"/>
                  <a:gd name="connsiteX2" fmla="*/ 370521 w 455416"/>
                  <a:gd name="connsiteY2" fmla="*/ 79583 h 93853"/>
                  <a:gd name="connsiteX3" fmla="*/ 285729 w 455416"/>
                  <a:gd name="connsiteY3" fmla="*/ 79583 h 93853"/>
                  <a:gd name="connsiteX4" fmla="*/ 402084 w 455416"/>
                  <a:gd name="connsiteY4" fmla="*/ 65208 h 93853"/>
                  <a:gd name="connsiteX5" fmla="*/ 402084 w 455416"/>
                  <a:gd name="connsiteY5" fmla="*/ 84479 h 93853"/>
                  <a:gd name="connsiteX6" fmla="*/ 447292 w 455416"/>
                  <a:gd name="connsiteY6" fmla="*/ 84479 h 93853"/>
                  <a:gd name="connsiteX7" fmla="*/ 447292 w 455416"/>
                  <a:gd name="connsiteY7" fmla="*/ 65208 h 93853"/>
                  <a:gd name="connsiteX8" fmla="*/ 47917 w 455416"/>
                  <a:gd name="connsiteY8" fmla="*/ 63229 h 93853"/>
                  <a:gd name="connsiteX9" fmla="*/ 39010 w 455416"/>
                  <a:gd name="connsiteY9" fmla="*/ 64062 h 93853"/>
                  <a:gd name="connsiteX10" fmla="*/ 31771 w 455416"/>
                  <a:gd name="connsiteY10" fmla="*/ 66458 h 93853"/>
                  <a:gd name="connsiteX11" fmla="*/ 27031 w 455416"/>
                  <a:gd name="connsiteY11" fmla="*/ 70156 h 93853"/>
                  <a:gd name="connsiteX12" fmla="*/ 25313 w 455416"/>
                  <a:gd name="connsiteY12" fmla="*/ 75208 h 93853"/>
                  <a:gd name="connsiteX13" fmla="*/ 27031 w 455416"/>
                  <a:gd name="connsiteY13" fmla="*/ 80313 h 93853"/>
                  <a:gd name="connsiteX14" fmla="*/ 31875 w 455416"/>
                  <a:gd name="connsiteY14" fmla="*/ 84167 h 93853"/>
                  <a:gd name="connsiteX15" fmla="*/ 39010 w 455416"/>
                  <a:gd name="connsiteY15" fmla="*/ 86562 h 93853"/>
                  <a:gd name="connsiteX16" fmla="*/ 47917 w 455416"/>
                  <a:gd name="connsiteY16" fmla="*/ 87396 h 93853"/>
                  <a:gd name="connsiteX17" fmla="*/ 56979 w 455416"/>
                  <a:gd name="connsiteY17" fmla="*/ 86562 h 93853"/>
                  <a:gd name="connsiteX18" fmla="*/ 64271 w 455416"/>
                  <a:gd name="connsiteY18" fmla="*/ 84167 h 93853"/>
                  <a:gd name="connsiteX19" fmla="*/ 69063 w 455416"/>
                  <a:gd name="connsiteY19" fmla="*/ 80365 h 93853"/>
                  <a:gd name="connsiteX20" fmla="*/ 70833 w 455416"/>
                  <a:gd name="connsiteY20" fmla="*/ 75312 h 93853"/>
                  <a:gd name="connsiteX21" fmla="*/ 64323 w 455416"/>
                  <a:gd name="connsiteY21" fmla="*/ 66458 h 93853"/>
                  <a:gd name="connsiteX22" fmla="*/ 47917 w 455416"/>
                  <a:gd name="connsiteY22" fmla="*/ 63229 h 93853"/>
                  <a:gd name="connsiteX23" fmla="*/ 396146 w 455416"/>
                  <a:gd name="connsiteY23" fmla="*/ 58333 h 93853"/>
                  <a:gd name="connsiteX24" fmla="*/ 453229 w 455416"/>
                  <a:gd name="connsiteY24" fmla="*/ 58333 h 93853"/>
                  <a:gd name="connsiteX25" fmla="*/ 454948 w 455416"/>
                  <a:gd name="connsiteY25" fmla="*/ 58802 h 93853"/>
                  <a:gd name="connsiteX26" fmla="*/ 455417 w 455416"/>
                  <a:gd name="connsiteY26" fmla="*/ 60521 h 93853"/>
                  <a:gd name="connsiteX27" fmla="*/ 455417 w 455416"/>
                  <a:gd name="connsiteY27" fmla="*/ 89062 h 93853"/>
                  <a:gd name="connsiteX28" fmla="*/ 454948 w 455416"/>
                  <a:gd name="connsiteY28" fmla="*/ 90781 h 93853"/>
                  <a:gd name="connsiteX29" fmla="*/ 453229 w 455416"/>
                  <a:gd name="connsiteY29" fmla="*/ 91250 h 93853"/>
                  <a:gd name="connsiteX30" fmla="*/ 396146 w 455416"/>
                  <a:gd name="connsiteY30" fmla="*/ 91250 h 93853"/>
                  <a:gd name="connsiteX31" fmla="*/ 394427 w 455416"/>
                  <a:gd name="connsiteY31" fmla="*/ 90781 h 93853"/>
                  <a:gd name="connsiteX32" fmla="*/ 393959 w 455416"/>
                  <a:gd name="connsiteY32" fmla="*/ 89062 h 93853"/>
                  <a:gd name="connsiteX33" fmla="*/ 393959 w 455416"/>
                  <a:gd name="connsiteY33" fmla="*/ 60521 h 93853"/>
                  <a:gd name="connsiteX34" fmla="*/ 394427 w 455416"/>
                  <a:gd name="connsiteY34" fmla="*/ 58802 h 93853"/>
                  <a:gd name="connsiteX35" fmla="*/ 396146 w 455416"/>
                  <a:gd name="connsiteY35" fmla="*/ 58333 h 93853"/>
                  <a:gd name="connsiteX36" fmla="*/ 47917 w 455416"/>
                  <a:gd name="connsiteY36" fmla="*/ 56458 h 93853"/>
                  <a:gd name="connsiteX37" fmla="*/ 70885 w 455416"/>
                  <a:gd name="connsiteY37" fmla="*/ 61615 h 93853"/>
                  <a:gd name="connsiteX38" fmla="*/ 79479 w 455416"/>
                  <a:gd name="connsiteY38" fmla="*/ 75208 h 93853"/>
                  <a:gd name="connsiteX39" fmla="*/ 70885 w 455416"/>
                  <a:gd name="connsiteY39" fmla="*/ 88854 h 93853"/>
                  <a:gd name="connsiteX40" fmla="*/ 47917 w 455416"/>
                  <a:gd name="connsiteY40" fmla="*/ 93854 h 93853"/>
                  <a:gd name="connsiteX41" fmla="*/ 34948 w 455416"/>
                  <a:gd name="connsiteY41" fmla="*/ 92552 h 93853"/>
                  <a:gd name="connsiteX42" fmla="*/ 25104 w 455416"/>
                  <a:gd name="connsiteY42" fmla="*/ 88854 h 93853"/>
                  <a:gd name="connsiteX43" fmla="*/ 18750 w 455416"/>
                  <a:gd name="connsiteY43" fmla="*/ 82969 h 93853"/>
                  <a:gd name="connsiteX44" fmla="*/ 16563 w 455416"/>
                  <a:gd name="connsiteY44" fmla="*/ 75208 h 93853"/>
                  <a:gd name="connsiteX45" fmla="*/ 18802 w 455416"/>
                  <a:gd name="connsiteY45" fmla="*/ 67552 h 93853"/>
                  <a:gd name="connsiteX46" fmla="*/ 25208 w 455416"/>
                  <a:gd name="connsiteY46" fmla="*/ 61667 h 93853"/>
                  <a:gd name="connsiteX47" fmla="*/ 35104 w 455416"/>
                  <a:gd name="connsiteY47" fmla="*/ 57812 h 93853"/>
                  <a:gd name="connsiteX48" fmla="*/ 47917 w 455416"/>
                  <a:gd name="connsiteY48" fmla="*/ 56458 h 93853"/>
                  <a:gd name="connsiteX49" fmla="*/ 110208 w 455416"/>
                  <a:gd name="connsiteY49" fmla="*/ 26875 h 93853"/>
                  <a:gd name="connsiteX50" fmla="*/ 110208 w 455416"/>
                  <a:gd name="connsiteY50" fmla="*/ 45937 h 93853"/>
                  <a:gd name="connsiteX51" fmla="*/ 155417 w 455416"/>
                  <a:gd name="connsiteY51" fmla="*/ 45937 h 93853"/>
                  <a:gd name="connsiteX52" fmla="*/ 155417 w 455416"/>
                  <a:gd name="connsiteY52" fmla="*/ 26875 h 93853"/>
                  <a:gd name="connsiteX53" fmla="*/ 6354 w 455416"/>
                  <a:gd name="connsiteY53" fmla="*/ 4270 h 93853"/>
                  <a:gd name="connsiteX54" fmla="*/ 51458 w 455416"/>
                  <a:gd name="connsiteY54" fmla="*/ 4270 h 93853"/>
                  <a:gd name="connsiteX55" fmla="*/ 51458 w 455416"/>
                  <a:gd name="connsiteY55" fmla="*/ 11250 h 93853"/>
                  <a:gd name="connsiteX56" fmla="*/ 33333 w 455416"/>
                  <a:gd name="connsiteY56" fmla="*/ 11250 h 93853"/>
                  <a:gd name="connsiteX57" fmla="*/ 33333 w 455416"/>
                  <a:gd name="connsiteY57" fmla="*/ 15000 h 93853"/>
                  <a:gd name="connsiteX58" fmla="*/ 35312 w 455416"/>
                  <a:gd name="connsiteY58" fmla="*/ 25417 h 93853"/>
                  <a:gd name="connsiteX59" fmla="*/ 40625 w 455416"/>
                  <a:gd name="connsiteY59" fmla="*/ 33854 h 93853"/>
                  <a:gd name="connsiteX60" fmla="*/ 48229 w 455416"/>
                  <a:gd name="connsiteY60" fmla="*/ 40156 h 93853"/>
                  <a:gd name="connsiteX61" fmla="*/ 57188 w 455416"/>
                  <a:gd name="connsiteY61" fmla="*/ 44271 h 93853"/>
                  <a:gd name="connsiteX62" fmla="*/ 51979 w 455416"/>
                  <a:gd name="connsiteY62" fmla="*/ 50312 h 93853"/>
                  <a:gd name="connsiteX63" fmla="*/ 46042 w 455416"/>
                  <a:gd name="connsiteY63" fmla="*/ 47239 h 93853"/>
                  <a:gd name="connsiteX64" fmla="*/ 39688 w 455416"/>
                  <a:gd name="connsiteY64" fmla="*/ 42812 h 93853"/>
                  <a:gd name="connsiteX65" fmla="*/ 33750 w 455416"/>
                  <a:gd name="connsiteY65" fmla="*/ 37187 h 93853"/>
                  <a:gd name="connsiteX66" fmla="*/ 29062 w 455416"/>
                  <a:gd name="connsiteY66" fmla="*/ 30312 h 93853"/>
                  <a:gd name="connsiteX67" fmla="*/ 20208 w 455416"/>
                  <a:gd name="connsiteY67" fmla="*/ 43490 h 93853"/>
                  <a:gd name="connsiteX68" fmla="*/ 6146 w 455416"/>
                  <a:gd name="connsiteY68" fmla="*/ 53125 h 93853"/>
                  <a:gd name="connsiteX69" fmla="*/ 0 w 455416"/>
                  <a:gd name="connsiteY69" fmla="*/ 47604 h 93853"/>
                  <a:gd name="connsiteX70" fmla="*/ 9479 w 455416"/>
                  <a:gd name="connsiteY70" fmla="*/ 42552 h 93853"/>
                  <a:gd name="connsiteX71" fmla="*/ 17292 w 455416"/>
                  <a:gd name="connsiteY71" fmla="*/ 35312 h 93853"/>
                  <a:gd name="connsiteX72" fmla="*/ 22656 w 455416"/>
                  <a:gd name="connsiteY72" fmla="*/ 26146 h 93853"/>
                  <a:gd name="connsiteX73" fmla="*/ 24688 w 455416"/>
                  <a:gd name="connsiteY73" fmla="*/ 14791 h 93853"/>
                  <a:gd name="connsiteX74" fmla="*/ 24688 w 455416"/>
                  <a:gd name="connsiteY74" fmla="*/ 11250 h 93853"/>
                  <a:gd name="connsiteX75" fmla="*/ 6354 w 455416"/>
                  <a:gd name="connsiteY75" fmla="*/ 11250 h 93853"/>
                  <a:gd name="connsiteX76" fmla="*/ 385625 w 455416"/>
                  <a:gd name="connsiteY76" fmla="*/ 3958 h 93853"/>
                  <a:gd name="connsiteX77" fmla="*/ 416563 w 455416"/>
                  <a:gd name="connsiteY77" fmla="*/ 3958 h 93853"/>
                  <a:gd name="connsiteX78" fmla="*/ 416563 w 455416"/>
                  <a:gd name="connsiteY78" fmla="*/ 10937 h 93853"/>
                  <a:gd name="connsiteX79" fmla="*/ 391459 w 455416"/>
                  <a:gd name="connsiteY79" fmla="*/ 10937 h 93853"/>
                  <a:gd name="connsiteX80" fmla="*/ 391459 w 455416"/>
                  <a:gd name="connsiteY80" fmla="*/ 22812 h 93853"/>
                  <a:gd name="connsiteX81" fmla="*/ 414375 w 455416"/>
                  <a:gd name="connsiteY81" fmla="*/ 22812 h 93853"/>
                  <a:gd name="connsiteX82" fmla="*/ 414375 w 455416"/>
                  <a:gd name="connsiteY82" fmla="*/ 29271 h 93853"/>
                  <a:gd name="connsiteX83" fmla="*/ 391459 w 455416"/>
                  <a:gd name="connsiteY83" fmla="*/ 29271 h 93853"/>
                  <a:gd name="connsiteX84" fmla="*/ 391459 w 455416"/>
                  <a:gd name="connsiteY84" fmla="*/ 42083 h 93853"/>
                  <a:gd name="connsiteX85" fmla="*/ 396354 w 455416"/>
                  <a:gd name="connsiteY85" fmla="*/ 42083 h 93853"/>
                  <a:gd name="connsiteX86" fmla="*/ 402292 w 455416"/>
                  <a:gd name="connsiteY86" fmla="*/ 41979 h 93853"/>
                  <a:gd name="connsiteX87" fmla="*/ 409896 w 455416"/>
                  <a:gd name="connsiteY87" fmla="*/ 41562 h 93853"/>
                  <a:gd name="connsiteX88" fmla="*/ 417240 w 455416"/>
                  <a:gd name="connsiteY88" fmla="*/ 40989 h 93853"/>
                  <a:gd name="connsiteX89" fmla="*/ 422813 w 455416"/>
                  <a:gd name="connsiteY89" fmla="*/ 40208 h 93853"/>
                  <a:gd name="connsiteX90" fmla="*/ 422813 w 455416"/>
                  <a:gd name="connsiteY90" fmla="*/ 47083 h 93853"/>
                  <a:gd name="connsiteX91" fmla="*/ 418281 w 455416"/>
                  <a:gd name="connsiteY91" fmla="*/ 47760 h 93853"/>
                  <a:gd name="connsiteX92" fmla="*/ 410834 w 455416"/>
                  <a:gd name="connsiteY92" fmla="*/ 48438 h 93853"/>
                  <a:gd name="connsiteX93" fmla="*/ 402188 w 455416"/>
                  <a:gd name="connsiteY93" fmla="*/ 48958 h 93853"/>
                  <a:gd name="connsiteX94" fmla="*/ 394063 w 455416"/>
                  <a:gd name="connsiteY94" fmla="*/ 49167 h 93853"/>
                  <a:gd name="connsiteX95" fmla="*/ 385625 w 455416"/>
                  <a:gd name="connsiteY95" fmla="*/ 49167 h 93853"/>
                  <a:gd name="connsiteX96" fmla="*/ 383906 w 455416"/>
                  <a:gd name="connsiteY96" fmla="*/ 48698 h 93853"/>
                  <a:gd name="connsiteX97" fmla="*/ 383438 w 455416"/>
                  <a:gd name="connsiteY97" fmla="*/ 46979 h 93853"/>
                  <a:gd name="connsiteX98" fmla="*/ 383438 w 455416"/>
                  <a:gd name="connsiteY98" fmla="*/ 6146 h 93853"/>
                  <a:gd name="connsiteX99" fmla="*/ 383906 w 455416"/>
                  <a:gd name="connsiteY99" fmla="*/ 4427 h 93853"/>
                  <a:gd name="connsiteX100" fmla="*/ 385625 w 455416"/>
                  <a:gd name="connsiteY100" fmla="*/ 3958 h 93853"/>
                  <a:gd name="connsiteX101" fmla="*/ 219167 w 455416"/>
                  <a:gd name="connsiteY101" fmla="*/ 3750 h 93853"/>
                  <a:gd name="connsiteX102" fmla="*/ 227708 w 455416"/>
                  <a:gd name="connsiteY102" fmla="*/ 3750 h 93853"/>
                  <a:gd name="connsiteX103" fmla="*/ 227708 w 455416"/>
                  <a:gd name="connsiteY103" fmla="*/ 21875 h 93853"/>
                  <a:gd name="connsiteX104" fmla="*/ 233802 w 455416"/>
                  <a:gd name="connsiteY104" fmla="*/ 46979 h 93853"/>
                  <a:gd name="connsiteX105" fmla="*/ 253021 w 455416"/>
                  <a:gd name="connsiteY105" fmla="*/ 65625 h 93853"/>
                  <a:gd name="connsiteX106" fmla="*/ 246979 w 455416"/>
                  <a:gd name="connsiteY106" fmla="*/ 71562 h 93853"/>
                  <a:gd name="connsiteX107" fmla="*/ 233125 w 455416"/>
                  <a:gd name="connsiteY107" fmla="*/ 59323 h 93853"/>
                  <a:gd name="connsiteX108" fmla="*/ 223229 w 455416"/>
                  <a:gd name="connsiteY108" fmla="*/ 42812 h 93853"/>
                  <a:gd name="connsiteX109" fmla="*/ 213750 w 455416"/>
                  <a:gd name="connsiteY109" fmla="*/ 60416 h 93853"/>
                  <a:gd name="connsiteX110" fmla="*/ 199583 w 455416"/>
                  <a:gd name="connsiteY110" fmla="*/ 73958 h 93853"/>
                  <a:gd name="connsiteX111" fmla="*/ 192708 w 455416"/>
                  <a:gd name="connsiteY111" fmla="*/ 68437 h 93853"/>
                  <a:gd name="connsiteX112" fmla="*/ 212344 w 455416"/>
                  <a:gd name="connsiteY112" fmla="*/ 48229 h 93853"/>
                  <a:gd name="connsiteX113" fmla="*/ 219167 w 455416"/>
                  <a:gd name="connsiteY113" fmla="*/ 20833 h 93853"/>
                  <a:gd name="connsiteX114" fmla="*/ 101979 w 455416"/>
                  <a:gd name="connsiteY114" fmla="*/ 3750 h 93853"/>
                  <a:gd name="connsiteX115" fmla="*/ 110208 w 455416"/>
                  <a:gd name="connsiteY115" fmla="*/ 3750 h 93853"/>
                  <a:gd name="connsiteX116" fmla="*/ 110208 w 455416"/>
                  <a:gd name="connsiteY116" fmla="*/ 19896 h 93853"/>
                  <a:gd name="connsiteX117" fmla="*/ 155417 w 455416"/>
                  <a:gd name="connsiteY117" fmla="*/ 19896 h 93853"/>
                  <a:gd name="connsiteX118" fmla="*/ 155417 w 455416"/>
                  <a:gd name="connsiteY118" fmla="*/ 3750 h 93853"/>
                  <a:gd name="connsiteX119" fmla="*/ 163646 w 455416"/>
                  <a:gd name="connsiteY119" fmla="*/ 3750 h 93853"/>
                  <a:gd name="connsiteX120" fmla="*/ 163646 w 455416"/>
                  <a:gd name="connsiteY120" fmla="*/ 50937 h 93853"/>
                  <a:gd name="connsiteX121" fmla="*/ 163177 w 455416"/>
                  <a:gd name="connsiteY121" fmla="*/ 52656 h 93853"/>
                  <a:gd name="connsiteX122" fmla="*/ 161458 w 455416"/>
                  <a:gd name="connsiteY122" fmla="*/ 53125 h 93853"/>
                  <a:gd name="connsiteX123" fmla="*/ 136979 w 455416"/>
                  <a:gd name="connsiteY123" fmla="*/ 53125 h 93853"/>
                  <a:gd name="connsiteX124" fmla="*/ 136979 w 455416"/>
                  <a:gd name="connsiteY124" fmla="*/ 73541 h 93853"/>
                  <a:gd name="connsiteX125" fmla="*/ 175208 w 455416"/>
                  <a:gd name="connsiteY125" fmla="*/ 73541 h 93853"/>
                  <a:gd name="connsiteX126" fmla="*/ 175208 w 455416"/>
                  <a:gd name="connsiteY126" fmla="*/ 80729 h 93853"/>
                  <a:gd name="connsiteX127" fmla="*/ 90417 w 455416"/>
                  <a:gd name="connsiteY127" fmla="*/ 80729 h 93853"/>
                  <a:gd name="connsiteX128" fmla="*/ 90417 w 455416"/>
                  <a:gd name="connsiteY128" fmla="*/ 73541 h 93853"/>
                  <a:gd name="connsiteX129" fmla="*/ 128438 w 455416"/>
                  <a:gd name="connsiteY129" fmla="*/ 73541 h 93853"/>
                  <a:gd name="connsiteX130" fmla="*/ 128438 w 455416"/>
                  <a:gd name="connsiteY130" fmla="*/ 53125 h 93853"/>
                  <a:gd name="connsiteX131" fmla="*/ 104167 w 455416"/>
                  <a:gd name="connsiteY131" fmla="*/ 53125 h 93853"/>
                  <a:gd name="connsiteX132" fmla="*/ 102448 w 455416"/>
                  <a:gd name="connsiteY132" fmla="*/ 52656 h 93853"/>
                  <a:gd name="connsiteX133" fmla="*/ 101979 w 455416"/>
                  <a:gd name="connsiteY133" fmla="*/ 50937 h 93853"/>
                  <a:gd name="connsiteX134" fmla="*/ 323750 w 455416"/>
                  <a:gd name="connsiteY134" fmla="*/ 3646 h 93853"/>
                  <a:gd name="connsiteX135" fmla="*/ 332604 w 455416"/>
                  <a:gd name="connsiteY135" fmla="*/ 3646 h 93853"/>
                  <a:gd name="connsiteX136" fmla="*/ 332604 w 455416"/>
                  <a:gd name="connsiteY136" fmla="*/ 11563 h 93853"/>
                  <a:gd name="connsiteX137" fmla="*/ 335469 w 455416"/>
                  <a:gd name="connsiteY137" fmla="*/ 23177 h 93853"/>
                  <a:gd name="connsiteX138" fmla="*/ 343125 w 455416"/>
                  <a:gd name="connsiteY138" fmla="*/ 33750 h 93853"/>
                  <a:gd name="connsiteX139" fmla="*/ 354063 w 455416"/>
                  <a:gd name="connsiteY139" fmla="*/ 42239 h 93853"/>
                  <a:gd name="connsiteX140" fmla="*/ 366771 w 455416"/>
                  <a:gd name="connsiteY140" fmla="*/ 47917 h 93853"/>
                  <a:gd name="connsiteX141" fmla="*/ 360938 w 455416"/>
                  <a:gd name="connsiteY141" fmla="*/ 54062 h 93853"/>
                  <a:gd name="connsiteX142" fmla="*/ 351406 w 455416"/>
                  <a:gd name="connsiteY142" fmla="*/ 49739 h 93853"/>
                  <a:gd name="connsiteX143" fmla="*/ 341979 w 455416"/>
                  <a:gd name="connsiteY143" fmla="*/ 43229 h 93853"/>
                  <a:gd name="connsiteX144" fmla="*/ 333854 w 455416"/>
                  <a:gd name="connsiteY144" fmla="*/ 35156 h 93853"/>
                  <a:gd name="connsiteX145" fmla="*/ 328334 w 455416"/>
                  <a:gd name="connsiteY145" fmla="*/ 25729 h 93853"/>
                  <a:gd name="connsiteX146" fmla="*/ 322709 w 455416"/>
                  <a:gd name="connsiteY146" fmla="*/ 35000 h 93853"/>
                  <a:gd name="connsiteX147" fmla="*/ 314688 w 455416"/>
                  <a:gd name="connsiteY147" fmla="*/ 43021 h 93853"/>
                  <a:gd name="connsiteX148" fmla="*/ 305261 w 455416"/>
                  <a:gd name="connsiteY148" fmla="*/ 49531 h 93853"/>
                  <a:gd name="connsiteX149" fmla="*/ 295625 w 455416"/>
                  <a:gd name="connsiteY149" fmla="*/ 54166 h 93853"/>
                  <a:gd name="connsiteX150" fmla="*/ 289375 w 455416"/>
                  <a:gd name="connsiteY150" fmla="*/ 47812 h 93853"/>
                  <a:gd name="connsiteX151" fmla="*/ 301823 w 455416"/>
                  <a:gd name="connsiteY151" fmla="*/ 42448 h 93853"/>
                  <a:gd name="connsiteX152" fmla="*/ 312813 w 455416"/>
                  <a:gd name="connsiteY152" fmla="*/ 34271 h 93853"/>
                  <a:gd name="connsiteX153" fmla="*/ 320729 w 455416"/>
                  <a:gd name="connsiteY153" fmla="*/ 23802 h 93853"/>
                  <a:gd name="connsiteX154" fmla="*/ 323750 w 455416"/>
                  <a:gd name="connsiteY154" fmla="*/ 11563 h 93853"/>
                  <a:gd name="connsiteX155" fmla="*/ 429375 w 455416"/>
                  <a:gd name="connsiteY155" fmla="*/ 1667 h 93853"/>
                  <a:gd name="connsiteX156" fmla="*/ 437500 w 455416"/>
                  <a:gd name="connsiteY156" fmla="*/ 1667 h 93853"/>
                  <a:gd name="connsiteX157" fmla="*/ 437500 w 455416"/>
                  <a:gd name="connsiteY157" fmla="*/ 53333 h 93853"/>
                  <a:gd name="connsiteX158" fmla="*/ 429375 w 455416"/>
                  <a:gd name="connsiteY158" fmla="*/ 53333 h 93853"/>
                  <a:gd name="connsiteX159" fmla="*/ 429375 w 455416"/>
                  <a:gd name="connsiteY159" fmla="*/ 27812 h 93853"/>
                  <a:gd name="connsiteX160" fmla="*/ 417917 w 455416"/>
                  <a:gd name="connsiteY160" fmla="*/ 27812 h 93853"/>
                  <a:gd name="connsiteX161" fmla="*/ 417917 w 455416"/>
                  <a:gd name="connsiteY161" fmla="*/ 20625 h 93853"/>
                  <a:gd name="connsiteX162" fmla="*/ 429375 w 455416"/>
                  <a:gd name="connsiteY162" fmla="*/ 20625 h 93853"/>
                  <a:gd name="connsiteX163" fmla="*/ 447292 w 455416"/>
                  <a:gd name="connsiteY163" fmla="*/ 0 h 93853"/>
                  <a:gd name="connsiteX164" fmla="*/ 455313 w 455416"/>
                  <a:gd name="connsiteY164" fmla="*/ 0 h 93853"/>
                  <a:gd name="connsiteX165" fmla="*/ 455313 w 455416"/>
                  <a:gd name="connsiteY165" fmla="*/ 53333 h 93853"/>
                  <a:gd name="connsiteX166" fmla="*/ 447292 w 455416"/>
                  <a:gd name="connsiteY166" fmla="*/ 53333 h 93853"/>
                  <a:gd name="connsiteX167" fmla="*/ 263646 w 455416"/>
                  <a:gd name="connsiteY167" fmla="*/ 0 h 93853"/>
                  <a:gd name="connsiteX168" fmla="*/ 271979 w 455416"/>
                  <a:gd name="connsiteY168" fmla="*/ 0 h 93853"/>
                  <a:gd name="connsiteX169" fmla="*/ 271979 w 455416"/>
                  <a:gd name="connsiteY169" fmla="*/ 92291 h 93853"/>
                  <a:gd name="connsiteX170" fmla="*/ 263646 w 455416"/>
                  <a:gd name="connsiteY170" fmla="*/ 92291 h 93853"/>
                  <a:gd name="connsiteX171" fmla="*/ 69688 w 455416"/>
                  <a:gd name="connsiteY171" fmla="*/ 0 h 93853"/>
                  <a:gd name="connsiteX172" fmla="*/ 77813 w 455416"/>
                  <a:gd name="connsiteY172" fmla="*/ 0 h 93853"/>
                  <a:gd name="connsiteX173" fmla="*/ 77813 w 455416"/>
                  <a:gd name="connsiteY173" fmla="*/ 55937 h 93853"/>
                  <a:gd name="connsiteX174" fmla="*/ 69688 w 455416"/>
                  <a:gd name="connsiteY174" fmla="*/ 55937 h 93853"/>
                  <a:gd name="connsiteX175" fmla="*/ 69688 w 455416"/>
                  <a:gd name="connsiteY175" fmla="*/ 27916 h 93853"/>
                  <a:gd name="connsiteX176" fmla="*/ 50521 w 455416"/>
                  <a:gd name="connsiteY176" fmla="*/ 27916 h 93853"/>
                  <a:gd name="connsiteX177" fmla="*/ 50521 w 455416"/>
                  <a:gd name="connsiteY177" fmla="*/ 21042 h 93853"/>
                  <a:gd name="connsiteX178" fmla="*/ 69688 w 455416"/>
                  <a:gd name="connsiteY178" fmla="*/ 21042 h 9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455416" h="93853">
                    <a:moveTo>
                      <a:pt x="285729" y="72500"/>
                    </a:moveTo>
                    <a:lnTo>
                      <a:pt x="370521" y="72500"/>
                    </a:lnTo>
                    <a:lnTo>
                      <a:pt x="370521" y="79583"/>
                    </a:lnTo>
                    <a:lnTo>
                      <a:pt x="285729" y="79583"/>
                    </a:lnTo>
                    <a:close/>
                    <a:moveTo>
                      <a:pt x="402084" y="65208"/>
                    </a:moveTo>
                    <a:lnTo>
                      <a:pt x="402084" y="84479"/>
                    </a:lnTo>
                    <a:lnTo>
                      <a:pt x="447292" y="84479"/>
                    </a:lnTo>
                    <a:lnTo>
                      <a:pt x="447292" y="65208"/>
                    </a:lnTo>
                    <a:close/>
                    <a:moveTo>
                      <a:pt x="47917" y="63229"/>
                    </a:moveTo>
                    <a:cubicBezTo>
                      <a:pt x="44723" y="63229"/>
                      <a:pt x="41754" y="63502"/>
                      <a:pt x="39010" y="64062"/>
                    </a:cubicBezTo>
                    <a:cubicBezTo>
                      <a:pt x="36268" y="64609"/>
                      <a:pt x="33854" y="65417"/>
                      <a:pt x="31771" y="66458"/>
                    </a:cubicBezTo>
                    <a:cubicBezTo>
                      <a:pt x="29758" y="67422"/>
                      <a:pt x="28177" y="68659"/>
                      <a:pt x="27031" y="70156"/>
                    </a:cubicBezTo>
                    <a:cubicBezTo>
                      <a:pt x="25885" y="71640"/>
                      <a:pt x="25313" y="73333"/>
                      <a:pt x="25313" y="75208"/>
                    </a:cubicBezTo>
                    <a:cubicBezTo>
                      <a:pt x="25313" y="77083"/>
                      <a:pt x="25885" y="78776"/>
                      <a:pt x="27031" y="80313"/>
                    </a:cubicBezTo>
                    <a:cubicBezTo>
                      <a:pt x="28177" y="81836"/>
                      <a:pt x="29792" y="83125"/>
                      <a:pt x="31875" y="84167"/>
                    </a:cubicBezTo>
                    <a:cubicBezTo>
                      <a:pt x="33889" y="85208"/>
                      <a:pt x="36268" y="86002"/>
                      <a:pt x="39010" y="86562"/>
                    </a:cubicBezTo>
                    <a:cubicBezTo>
                      <a:pt x="41754" y="87109"/>
                      <a:pt x="44723" y="87396"/>
                      <a:pt x="47917" y="87396"/>
                    </a:cubicBezTo>
                    <a:cubicBezTo>
                      <a:pt x="51181" y="87396"/>
                      <a:pt x="54202" y="87109"/>
                      <a:pt x="56979" y="86562"/>
                    </a:cubicBezTo>
                    <a:cubicBezTo>
                      <a:pt x="59758" y="86002"/>
                      <a:pt x="62188" y="85208"/>
                      <a:pt x="64271" y="84167"/>
                    </a:cubicBezTo>
                    <a:cubicBezTo>
                      <a:pt x="66285" y="83125"/>
                      <a:pt x="67883" y="81849"/>
                      <a:pt x="69063" y="80365"/>
                    </a:cubicBezTo>
                    <a:cubicBezTo>
                      <a:pt x="70244" y="78867"/>
                      <a:pt x="70833" y="77187"/>
                      <a:pt x="70833" y="75312"/>
                    </a:cubicBezTo>
                    <a:cubicBezTo>
                      <a:pt x="70833" y="71562"/>
                      <a:pt x="68664" y="68607"/>
                      <a:pt x="64323" y="66458"/>
                    </a:cubicBezTo>
                    <a:cubicBezTo>
                      <a:pt x="59983" y="64297"/>
                      <a:pt x="54514" y="63229"/>
                      <a:pt x="47917" y="63229"/>
                    </a:cubicBezTo>
                    <a:close/>
                    <a:moveTo>
                      <a:pt x="396146" y="58333"/>
                    </a:moveTo>
                    <a:lnTo>
                      <a:pt x="453229" y="58333"/>
                    </a:lnTo>
                    <a:cubicBezTo>
                      <a:pt x="454063" y="58333"/>
                      <a:pt x="454636" y="58489"/>
                      <a:pt x="454948" y="58802"/>
                    </a:cubicBezTo>
                    <a:cubicBezTo>
                      <a:pt x="455261" y="59114"/>
                      <a:pt x="455417" y="59687"/>
                      <a:pt x="455417" y="60521"/>
                    </a:cubicBezTo>
                    <a:lnTo>
                      <a:pt x="455417" y="89062"/>
                    </a:lnTo>
                    <a:cubicBezTo>
                      <a:pt x="455417" y="89896"/>
                      <a:pt x="455261" y="90469"/>
                      <a:pt x="454948" y="90781"/>
                    </a:cubicBezTo>
                    <a:cubicBezTo>
                      <a:pt x="454636" y="91093"/>
                      <a:pt x="454063" y="91250"/>
                      <a:pt x="453229" y="91250"/>
                    </a:cubicBezTo>
                    <a:lnTo>
                      <a:pt x="396146" y="91250"/>
                    </a:lnTo>
                    <a:cubicBezTo>
                      <a:pt x="395313" y="91250"/>
                      <a:pt x="394740" y="91093"/>
                      <a:pt x="394427" y="90781"/>
                    </a:cubicBezTo>
                    <a:cubicBezTo>
                      <a:pt x="394115" y="90469"/>
                      <a:pt x="393959" y="89896"/>
                      <a:pt x="393959" y="89062"/>
                    </a:cubicBezTo>
                    <a:lnTo>
                      <a:pt x="393959" y="60521"/>
                    </a:lnTo>
                    <a:cubicBezTo>
                      <a:pt x="393959" y="59687"/>
                      <a:pt x="394115" y="59114"/>
                      <a:pt x="394427" y="58802"/>
                    </a:cubicBezTo>
                    <a:cubicBezTo>
                      <a:pt x="394740" y="58489"/>
                      <a:pt x="395313" y="58333"/>
                      <a:pt x="396146" y="58333"/>
                    </a:cubicBezTo>
                    <a:close/>
                    <a:moveTo>
                      <a:pt x="47917" y="56458"/>
                    </a:moveTo>
                    <a:cubicBezTo>
                      <a:pt x="57500" y="56458"/>
                      <a:pt x="65156" y="58177"/>
                      <a:pt x="70885" y="61615"/>
                    </a:cubicBezTo>
                    <a:cubicBezTo>
                      <a:pt x="76615" y="65052"/>
                      <a:pt x="79479" y="69583"/>
                      <a:pt x="79479" y="75208"/>
                    </a:cubicBezTo>
                    <a:cubicBezTo>
                      <a:pt x="79479" y="80963"/>
                      <a:pt x="76615" y="85521"/>
                      <a:pt x="70885" y="88854"/>
                    </a:cubicBezTo>
                    <a:cubicBezTo>
                      <a:pt x="65156" y="92187"/>
                      <a:pt x="57500" y="93854"/>
                      <a:pt x="47917" y="93854"/>
                    </a:cubicBezTo>
                    <a:cubicBezTo>
                      <a:pt x="43125" y="93854"/>
                      <a:pt x="38802" y="93411"/>
                      <a:pt x="34948" y="92552"/>
                    </a:cubicBezTo>
                    <a:cubicBezTo>
                      <a:pt x="31094" y="91680"/>
                      <a:pt x="27812" y="90443"/>
                      <a:pt x="25104" y="88854"/>
                    </a:cubicBezTo>
                    <a:cubicBezTo>
                      <a:pt x="22327" y="87252"/>
                      <a:pt x="20208" y="85286"/>
                      <a:pt x="18750" y="82969"/>
                    </a:cubicBezTo>
                    <a:cubicBezTo>
                      <a:pt x="17292" y="80638"/>
                      <a:pt x="16563" y="78047"/>
                      <a:pt x="16563" y="75208"/>
                    </a:cubicBezTo>
                    <a:cubicBezTo>
                      <a:pt x="16563" y="72422"/>
                      <a:pt x="17310" y="69870"/>
                      <a:pt x="18802" y="67552"/>
                    </a:cubicBezTo>
                    <a:cubicBezTo>
                      <a:pt x="20296" y="65221"/>
                      <a:pt x="22431" y="63255"/>
                      <a:pt x="25208" y="61667"/>
                    </a:cubicBezTo>
                    <a:cubicBezTo>
                      <a:pt x="27987" y="60000"/>
                      <a:pt x="31285" y="58711"/>
                      <a:pt x="35104" y="57812"/>
                    </a:cubicBezTo>
                    <a:cubicBezTo>
                      <a:pt x="38924" y="56901"/>
                      <a:pt x="43195" y="56458"/>
                      <a:pt x="47917" y="56458"/>
                    </a:cubicBezTo>
                    <a:close/>
                    <a:moveTo>
                      <a:pt x="110208" y="26875"/>
                    </a:moveTo>
                    <a:lnTo>
                      <a:pt x="110208" y="45937"/>
                    </a:lnTo>
                    <a:lnTo>
                      <a:pt x="155417" y="45937"/>
                    </a:lnTo>
                    <a:lnTo>
                      <a:pt x="155417" y="26875"/>
                    </a:lnTo>
                    <a:close/>
                    <a:moveTo>
                      <a:pt x="6354" y="4270"/>
                    </a:moveTo>
                    <a:lnTo>
                      <a:pt x="51458" y="4270"/>
                    </a:lnTo>
                    <a:lnTo>
                      <a:pt x="51458" y="11250"/>
                    </a:lnTo>
                    <a:lnTo>
                      <a:pt x="33333" y="11250"/>
                    </a:lnTo>
                    <a:lnTo>
                      <a:pt x="33333" y="15000"/>
                    </a:lnTo>
                    <a:cubicBezTo>
                      <a:pt x="33333" y="18815"/>
                      <a:pt x="33993" y="22291"/>
                      <a:pt x="35312" y="25417"/>
                    </a:cubicBezTo>
                    <a:cubicBezTo>
                      <a:pt x="36633" y="28541"/>
                      <a:pt x="38404" y="31354"/>
                      <a:pt x="40625" y="33854"/>
                    </a:cubicBezTo>
                    <a:cubicBezTo>
                      <a:pt x="42848" y="36276"/>
                      <a:pt x="45383" y="38385"/>
                      <a:pt x="48229" y="40156"/>
                    </a:cubicBezTo>
                    <a:cubicBezTo>
                      <a:pt x="51077" y="41927"/>
                      <a:pt x="54063" y="43294"/>
                      <a:pt x="57188" y="44271"/>
                    </a:cubicBezTo>
                    <a:lnTo>
                      <a:pt x="51979" y="50312"/>
                    </a:lnTo>
                    <a:cubicBezTo>
                      <a:pt x="50175" y="49544"/>
                      <a:pt x="48195" y="48515"/>
                      <a:pt x="46042" y="47239"/>
                    </a:cubicBezTo>
                    <a:cubicBezTo>
                      <a:pt x="43889" y="45950"/>
                      <a:pt x="41771" y="44479"/>
                      <a:pt x="39688" y="42812"/>
                    </a:cubicBezTo>
                    <a:cubicBezTo>
                      <a:pt x="37604" y="41146"/>
                      <a:pt x="35625" y="39271"/>
                      <a:pt x="33750" y="37187"/>
                    </a:cubicBezTo>
                    <a:cubicBezTo>
                      <a:pt x="31875" y="35104"/>
                      <a:pt x="30313" y="32812"/>
                      <a:pt x="29062" y="30312"/>
                    </a:cubicBezTo>
                    <a:cubicBezTo>
                      <a:pt x="27327" y="35104"/>
                      <a:pt x="24375" y="39492"/>
                      <a:pt x="20208" y="43490"/>
                    </a:cubicBezTo>
                    <a:cubicBezTo>
                      <a:pt x="16042" y="47474"/>
                      <a:pt x="11354" y="50690"/>
                      <a:pt x="6146" y="53125"/>
                    </a:cubicBezTo>
                    <a:lnTo>
                      <a:pt x="0" y="47604"/>
                    </a:lnTo>
                    <a:cubicBezTo>
                      <a:pt x="3333" y="46276"/>
                      <a:pt x="6493" y="44596"/>
                      <a:pt x="9479" y="42552"/>
                    </a:cubicBezTo>
                    <a:cubicBezTo>
                      <a:pt x="12466" y="40495"/>
                      <a:pt x="15070" y="38086"/>
                      <a:pt x="17292" y="35312"/>
                    </a:cubicBezTo>
                    <a:cubicBezTo>
                      <a:pt x="19514" y="32604"/>
                      <a:pt x="21302" y="29544"/>
                      <a:pt x="22656" y="26146"/>
                    </a:cubicBezTo>
                    <a:cubicBezTo>
                      <a:pt x="24010" y="22734"/>
                      <a:pt x="24688" y="18958"/>
                      <a:pt x="24688" y="14791"/>
                    </a:cubicBezTo>
                    <a:lnTo>
                      <a:pt x="24688" y="11250"/>
                    </a:lnTo>
                    <a:lnTo>
                      <a:pt x="6354" y="11250"/>
                    </a:lnTo>
                    <a:close/>
                    <a:moveTo>
                      <a:pt x="385625" y="3958"/>
                    </a:moveTo>
                    <a:lnTo>
                      <a:pt x="416563" y="3958"/>
                    </a:lnTo>
                    <a:lnTo>
                      <a:pt x="416563" y="10937"/>
                    </a:lnTo>
                    <a:lnTo>
                      <a:pt x="391459" y="10937"/>
                    </a:lnTo>
                    <a:lnTo>
                      <a:pt x="391459" y="22812"/>
                    </a:lnTo>
                    <a:lnTo>
                      <a:pt x="414375" y="22812"/>
                    </a:lnTo>
                    <a:lnTo>
                      <a:pt x="414375" y="29271"/>
                    </a:lnTo>
                    <a:lnTo>
                      <a:pt x="391459" y="29271"/>
                    </a:lnTo>
                    <a:lnTo>
                      <a:pt x="391459" y="42083"/>
                    </a:lnTo>
                    <a:lnTo>
                      <a:pt x="396354" y="42083"/>
                    </a:lnTo>
                    <a:cubicBezTo>
                      <a:pt x="397883" y="42083"/>
                      <a:pt x="399862" y="42044"/>
                      <a:pt x="402292" y="41979"/>
                    </a:cubicBezTo>
                    <a:cubicBezTo>
                      <a:pt x="404723" y="41901"/>
                      <a:pt x="407258" y="41771"/>
                      <a:pt x="409896" y="41562"/>
                    </a:cubicBezTo>
                    <a:cubicBezTo>
                      <a:pt x="412466" y="41419"/>
                      <a:pt x="414914" y="41224"/>
                      <a:pt x="417240" y="40989"/>
                    </a:cubicBezTo>
                    <a:cubicBezTo>
                      <a:pt x="419567" y="40742"/>
                      <a:pt x="421425" y="40482"/>
                      <a:pt x="422813" y="40208"/>
                    </a:cubicBezTo>
                    <a:lnTo>
                      <a:pt x="422813" y="47083"/>
                    </a:lnTo>
                    <a:cubicBezTo>
                      <a:pt x="421979" y="47292"/>
                      <a:pt x="420469" y="47513"/>
                      <a:pt x="418281" y="47760"/>
                    </a:cubicBezTo>
                    <a:cubicBezTo>
                      <a:pt x="416094" y="47994"/>
                      <a:pt x="413612" y="48229"/>
                      <a:pt x="410834" y="48438"/>
                    </a:cubicBezTo>
                    <a:cubicBezTo>
                      <a:pt x="408056" y="48646"/>
                      <a:pt x="405175" y="48815"/>
                      <a:pt x="402188" y="48958"/>
                    </a:cubicBezTo>
                    <a:cubicBezTo>
                      <a:pt x="399202" y="49088"/>
                      <a:pt x="396494" y="49167"/>
                      <a:pt x="394063" y="49167"/>
                    </a:cubicBezTo>
                    <a:lnTo>
                      <a:pt x="385625" y="49167"/>
                    </a:lnTo>
                    <a:cubicBezTo>
                      <a:pt x="384792" y="49167"/>
                      <a:pt x="384219" y="49010"/>
                      <a:pt x="383906" y="48698"/>
                    </a:cubicBezTo>
                    <a:cubicBezTo>
                      <a:pt x="383594" y="48385"/>
                      <a:pt x="383438" y="47812"/>
                      <a:pt x="383438" y="46979"/>
                    </a:cubicBezTo>
                    <a:lnTo>
                      <a:pt x="383438" y="6146"/>
                    </a:lnTo>
                    <a:cubicBezTo>
                      <a:pt x="383438" y="5312"/>
                      <a:pt x="383594" y="4739"/>
                      <a:pt x="383906" y="4427"/>
                    </a:cubicBezTo>
                    <a:cubicBezTo>
                      <a:pt x="384219" y="4114"/>
                      <a:pt x="384792" y="3958"/>
                      <a:pt x="385625" y="3958"/>
                    </a:cubicBezTo>
                    <a:close/>
                    <a:moveTo>
                      <a:pt x="219167" y="3750"/>
                    </a:moveTo>
                    <a:lnTo>
                      <a:pt x="227708" y="3750"/>
                    </a:lnTo>
                    <a:lnTo>
                      <a:pt x="227708" y="21875"/>
                    </a:lnTo>
                    <a:cubicBezTo>
                      <a:pt x="227708" y="31666"/>
                      <a:pt x="229740" y="40026"/>
                      <a:pt x="233802" y="46979"/>
                    </a:cubicBezTo>
                    <a:cubicBezTo>
                      <a:pt x="237865" y="53919"/>
                      <a:pt x="244271" y="60130"/>
                      <a:pt x="253021" y="65625"/>
                    </a:cubicBezTo>
                    <a:lnTo>
                      <a:pt x="246979" y="71562"/>
                    </a:lnTo>
                    <a:cubicBezTo>
                      <a:pt x="242050" y="68229"/>
                      <a:pt x="237431" y="64141"/>
                      <a:pt x="233125" y="59323"/>
                    </a:cubicBezTo>
                    <a:cubicBezTo>
                      <a:pt x="228820" y="54492"/>
                      <a:pt x="225521" y="48984"/>
                      <a:pt x="223229" y="42812"/>
                    </a:cubicBezTo>
                    <a:cubicBezTo>
                      <a:pt x="221354" y="49271"/>
                      <a:pt x="218195" y="55130"/>
                      <a:pt x="213750" y="60416"/>
                    </a:cubicBezTo>
                    <a:cubicBezTo>
                      <a:pt x="209306" y="65690"/>
                      <a:pt x="204583" y="70208"/>
                      <a:pt x="199583" y="73958"/>
                    </a:cubicBezTo>
                    <a:lnTo>
                      <a:pt x="192708" y="68437"/>
                    </a:lnTo>
                    <a:cubicBezTo>
                      <a:pt x="201250" y="63229"/>
                      <a:pt x="207796" y="56484"/>
                      <a:pt x="212344" y="48229"/>
                    </a:cubicBezTo>
                    <a:cubicBezTo>
                      <a:pt x="216893" y="39961"/>
                      <a:pt x="219167" y="30833"/>
                      <a:pt x="219167" y="20833"/>
                    </a:cubicBezTo>
                    <a:close/>
                    <a:moveTo>
                      <a:pt x="101979" y="3750"/>
                    </a:moveTo>
                    <a:lnTo>
                      <a:pt x="110208" y="3750"/>
                    </a:lnTo>
                    <a:lnTo>
                      <a:pt x="110208" y="19896"/>
                    </a:lnTo>
                    <a:lnTo>
                      <a:pt x="155417" y="19896"/>
                    </a:lnTo>
                    <a:lnTo>
                      <a:pt x="155417" y="3750"/>
                    </a:lnTo>
                    <a:lnTo>
                      <a:pt x="163646" y="3750"/>
                    </a:lnTo>
                    <a:lnTo>
                      <a:pt x="163646" y="50937"/>
                    </a:lnTo>
                    <a:cubicBezTo>
                      <a:pt x="163646" y="51771"/>
                      <a:pt x="163490" y="52344"/>
                      <a:pt x="163177" y="52656"/>
                    </a:cubicBezTo>
                    <a:cubicBezTo>
                      <a:pt x="162865" y="52969"/>
                      <a:pt x="162292" y="53125"/>
                      <a:pt x="161458" y="53125"/>
                    </a:cubicBezTo>
                    <a:lnTo>
                      <a:pt x="136979" y="53125"/>
                    </a:lnTo>
                    <a:lnTo>
                      <a:pt x="136979" y="73541"/>
                    </a:lnTo>
                    <a:lnTo>
                      <a:pt x="175208" y="73541"/>
                    </a:lnTo>
                    <a:lnTo>
                      <a:pt x="175208" y="80729"/>
                    </a:lnTo>
                    <a:lnTo>
                      <a:pt x="90417" y="80729"/>
                    </a:lnTo>
                    <a:lnTo>
                      <a:pt x="90417" y="73541"/>
                    </a:lnTo>
                    <a:lnTo>
                      <a:pt x="128438" y="73541"/>
                    </a:lnTo>
                    <a:lnTo>
                      <a:pt x="128438" y="53125"/>
                    </a:lnTo>
                    <a:lnTo>
                      <a:pt x="104167" y="53125"/>
                    </a:lnTo>
                    <a:cubicBezTo>
                      <a:pt x="103333" y="53125"/>
                      <a:pt x="102760" y="52969"/>
                      <a:pt x="102448" y="52656"/>
                    </a:cubicBezTo>
                    <a:cubicBezTo>
                      <a:pt x="102135" y="52344"/>
                      <a:pt x="101979" y="51771"/>
                      <a:pt x="101979" y="50937"/>
                    </a:cubicBezTo>
                    <a:close/>
                    <a:moveTo>
                      <a:pt x="323750" y="3646"/>
                    </a:moveTo>
                    <a:lnTo>
                      <a:pt x="332604" y="3646"/>
                    </a:lnTo>
                    <a:lnTo>
                      <a:pt x="332604" y="11563"/>
                    </a:lnTo>
                    <a:cubicBezTo>
                      <a:pt x="332604" y="15521"/>
                      <a:pt x="333560" y="19388"/>
                      <a:pt x="335469" y="23177"/>
                    </a:cubicBezTo>
                    <a:cubicBezTo>
                      <a:pt x="337379" y="26953"/>
                      <a:pt x="339931" y="30481"/>
                      <a:pt x="343125" y="33750"/>
                    </a:cubicBezTo>
                    <a:cubicBezTo>
                      <a:pt x="346321" y="36940"/>
                      <a:pt x="349966" y="39765"/>
                      <a:pt x="354063" y="42239"/>
                    </a:cubicBezTo>
                    <a:cubicBezTo>
                      <a:pt x="358160" y="44700"/>
                      <a:pt x="362396" y="46588"/>
                      <a:pt x="366771" y="47917"/>
                    </a:cubicBezTo>
                    <a:lnTo>
                      <a:pt x="360938" y="54062"/>
                    </a:lnTo>
                    <a:cubicBezTo>
                      <a:pt x="357883" y="53021"/>
                      <a:pt x="354706" y="51576"/>
                      <a:pt x="351406" y="49739"/>
                    </a:cubicBezTo>
                    <a:cubicBezTo>
                      <a:pt x="348108" y="47890"/>
                      <a:pt x="344966" y="45729"/>
                      <a:pt x="341979" y="43229"/>
                    </a:cubicBezTo>
                    <a:cubicBezTo>
                      <a:pt x="338994" y="40794"/>
                      <a:pt x="336285" y="38099"/>
                      <a:pt x="333854" y="35156"/>
                    </a:cubicBezTo>
                    <a:cubicBezTo>
                      <a:pt x="331425" y="32200"/>
                      <a:pt x="329584" y="29062"/>
                      <a:pt x="328334" y="25729"/>
                    </a:cubicBezTo>
                    <a:cubicBezTo>
                      <a:pt x="326946" y="28984"/>
                      <a:pt x="325070" y="32083"/>
                      <a:pt x="322709" y="35000"/>
                    </a:cubicBezTo>
                    <a:cubicBezTo>
                      <a:pt x="320348" y="37917"/>
                      <a:pt x="317675" y="40586"/>
                      <a:pt x="314688" y="43021"/>
                    </a:cubicBezTo>
                    <a:cubicBezTo>
                      <a:pt x="311702" y="45443"/>
                      <a:pt x="308560" y="47617"/>
                      <a:pt x="305261" y="49531"/>
                    </a:cubicBezTo>
                    <a:cubicBezTo>
                      <a:pt x="301962" y="51432"/>
                      <a:pt x="298750" y="52982"/>
                      <a:pt x="295625" y="54166"/>
                    </a:cubicBezTo>
                    <a:lnTo>
                      <a:pt x="289375" y="47812"/>
                    </a:lnTo>
                    <a:cubicBezTo>
                      <a:pt x="293542" y="46562"/>
                      <a:pt x="297692" y="44765"/>
                      <a:pt x="301823" y="42448"/>
                    </a:cubicBezTo>
                    <a:cubicBezTo>
                      <a:pt x="305956" y="40117"/>
                      <a:pt x="309619" y="37396"/>
                      <a:pt x="312813" y="34271"/>
                    </a:cubicBezTo>
                    <a:cubicBezTo>
                      <a:pt x="316077" y="31146"/>
                      <a:pt x="318716" y="27656"/>
                      <a:pt x="320729" y="23802"/>
                    </a:cubicBezTo>
                    <a:cubicBezTo>
                      <a:pt x="322744" y="19948"/>
                      <a:pt x="323750" y="15859"/>
                      <a:pt x="323750" y="11563"/>
                    </a:cubicBezTo>
                    <a:close/>
                    <a:moveTo>
                      <a:pt x="429375" y="1667"/>
                    </a:moveTo>
                    <a:lnTo>
                      <a:pt x="437500" y="1667"/>
                    </a:lnTo>
                    <a:lnTo>
                      <a:pt x="437500" y="53333"/>
                    </a:lnTo>
                    <a:lnTo>
                      <a:pt x="429375" y="53333"/>
                    </a:lnTo>
                    <a:lnTo>
                      <a:pt x="429375" y="27812"/>
                    </a:lnTo>
                    <a:lnTo>
                      <a:pt x="417917" y="27812"/>
                    </a:lnTo>
                    <a:lnTo>
                      <a:pt x="417917" y="20625"/>
                    </a:lnTo>
                    <a:lnTo>
                      <a:pt x="429375" y="20625"/>
                    </a:lnTo>
                    <a:close/>
                    <a:moveTo>
                      <a:pt x="447292" y="0"/>
                    </a:moveTo>
                    <a:lnTo>
                      <a:pt x="455313" y="0"/>
                    </a:lnTo>
                    <a:lnTo>
                      <a:pt x="455313" y="53333"/>
                    </a:lnTo>
                    <a:lnTo>
                      <a:pt x="447292" y="53333"/>
                    </a:lnTo>
                    <a:close/>
                    <a:moveTo>
                      <a:pt x="263646" y="0"/>
                    </a:moveTo>
                    <a:lnTo>
                      <a:pt x="271979" y="0"/>
                    </a:lnTo>
                    <a:lnTo>
                      <a:pt x="271979" y="92291"/>
                    </a:lnTo>
                    <a:lnTo>
                      <a:pt x="263646" y="92291"/>
                    </a:lnTo>
                    <a:close/>
                    <a:moveTo>
                      <a:pt x="69688" y="0"/>
                    </a:moveTo>
                    <a:lnTo>
                      <a:pt x="77813" y="0"/>
                    </a:lnTo>
                    <a:lnTo>
                      <a:pt x="77813" y="55937"/>
                    </a:lnTo>
                    <a:lnTo>
                      <a:pt x="69688" y="55937"/>
                    </a:lnTo>
                    <a:lnTo>
                      <a:pt x="69688" y="27916"/>
                    </a:lnTo>
                    <a:lnTo>
                      <a:pt x="50521" y="27916"/>
                    </a:lnTo>
                    <a:lnTo>
                      <a:pt x="50521" y="21042"/>
                    </a:lnTo>
                    <a:lnTo>
                      <a:pt x="69688" y="21042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55" name="TextBox 654">
                <a:extLst>
                  <a:ext uri="{FF2B5EF4-FFF2-40B4-BE49-F238E27FC236}">
                    <a16:creationId xmlns:a16="http://schemas.microsoft.com/office/drawing/2014/main" id="{F998F43F-4D76-4E53-8F29-7F0C6055BA0F}"/>
                  </a:ext>
                </a:extLst>
              </p:cNvPr>
              <p:cNvSpPr txBox="1"/>
              <p:nvPr/>
            </p:nvSpPr>
            <p:spPr>
              <a:xfrm>
                <a:off x="1121027" y="6479603"/>
                <a:ext cx="638609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정보시스템</a:t>
                </a:r>
              </a:p>
            </p:txBody>
          </p:sp>
        </p:grpSp>
        <p:sp>
          <p:nvSpPr>
            <p:cNvPr id="656" name="자유형: 도형 655">
              <a:extLst>
                <a:ext uri="{FF2B5EF4-FFF2-40B4-BE49-F238E27FC236}">
                  <a16:creationId xmlns:a16="http://schemas.microsoft.com/office/drawing/2014/main" id="{66F3DE85-077E-4D74-A5D7-6D7D19C8266F}"/>
                </a:ext>
              </a:extLst>
            </p:cNvPr>
            <p:cNvSpPr/>
            <p:nvPr/>
          </p:nvSpPr>
          <p:spPr>
            <a:xfrm>
              <a:off x="1689790" y="6542993"/>
              <a:ext cx="27395" cy="99999"/>
            </a:xfrm>
            <a:custGeom>
              <a:avLst/>
              <a:gdLst>
                <a:gd name="connsiteX0" fmla="*/ 21146 w 27395"/>
                <a:gd name="connsiteY0" fmla="*/ 0 h 99999"/>
                <a:gd name="connsiteX1" fmla="*/ 27396 w 27395"/>
                <a:gd name="connsiteY1" fmla="*/ 0 h 99999"/>
                <a:gd name="connsiteX2" fmla="*/ 13698 w 27395"/>
                <a:gd name="connsiteY2" fmla="*/ 25052 h 99999"/>
                <a:gd name="connsiteX3" fmla="*/ 9271 w 27395"/>
                <a:gd name="connsiteY3" fmla="*/ 50000 h 99999"/>
                <a:gd name="connsiteX4" fmla="*/ 13698 w 27395"/>
                <a:gd name="connsiteY4" fmla="*/ 75052 h 99999"/>
                <a:gd name="connsiteX5" fmla="*/ 27396 w 27395"/>
                <a:gd name="connsiteY5" fmla="*/ 100000 h 99999"/>
                <a:gd name="connsiteX6" fmla="*/ 21146 w 27395"/>
                <a:gd name="connsiteY6" fmla="*/ 100000 h 99999"/>
                <a:gd name="connsiteX7" fmla="*/ 12240 w 27395"/>
                <a:gd name="connsiteY7" fmla="*/ 88854 h 99999"/>
                <a:gd name="connsiteX8" fmla="*/ 5521 w 27395"/>
                <a:gd name="connsiteY8" fmla="*/ 76250 h 99999"/>
                <a:gd name="connsiteX9" fmla="*/ 1406 w 27395"/>
                <a:gd name="connsiteY9" fmla="*/ 63125 h 99999"/>
                <a:gd name="connsiteX10" fmla="*/ 0 w 27395"/>
                <a:gd name="connsiteY10" fmla="*/ 50000 h 99999"/>
                <a:gd name="connsiteX11" fmla="*/ 1406 w 27395"/>
                <a:gd name="connsiteY11" fmla="*/ 36979 h 99999"/>
                <a:gd name="connsiteX12" fmla="*/ 5521 w 27395"/>
                <a:gd name="connsiteY12" fmla="*/ 23750 h 99999"/>
                <a:gd name="connsiteX13" fmla="*/ 12240 w 27395"/>
                <a:gd name="connsiteY13" fmla="*/ 11250 h 99999"/>
                <a:gd name="connsiteX14" fmla="*/ 21146 w 27395"/>
                <a:gd name="connsiteY14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95" h="99999">
                  <a:moveTo>
                    <a:pt x="21146" y="0"/>
                  </a:moveTo>
                  <a:lnTo>
                    <a:pt x="27396" y="0"/>
                  </a:lnTo>
                  <a:cubicBezTo>
                    <a:pt x="21215" y="8125"/>
                    <a:pt x="16648" y="16471"/>
                    <a:pt x="13698" y="25052"/>
                  </a:cubicBezTo>
                  <a:cubicBezTo>
                    <a:pt x="10746" y="33619"/>
                    <a:pt x="9271" y="41940"/>
                    <a:pt x="9271" y="50000"/>
                  </a:cubicBezTo>
                  <a:cubicBezTo>
                    <a:pt x="9271" y="58125"/>
                    <a:pt x="10746" y="66471"/>
                    <a:pt x="13698" y="75052"/>
                  </a:cubicBezTo>
                  <a:cubicBezTo>
                    <a:pt x="16648" y="83620"/>
                    <a:pt x="21215" y="91940"/>
                    <a:pt x="27396" y="100000"/>
                  </a:cubicBezTo>
                  <a:lnTo>
                    <a:pt x="21146" y="100000"/>
                  </a:lnTo>
                  <a:cubicBezTo>
                    <a:pt x="17813" y="96589"/>
                    <a:pt x="14844" y="92878"/>
                    <a:pt x="12240" y="88854"/>
                  </a:cubicBezTo>
                  <a:cubicBezTo>
                    <a:pt x="9635" y="84817"/>
                    <a:pt x="7396" y="80625"/>
                    <a:pt x="5521" y="76250"/>
                  </a:cubicBezTo>
                  <a:cubicBezTo>
                    <a:pt x="3715" y="71940"/>
                    <a:pt x="2344" y="67565"/>
                    <a:pt x="1406" y="63125"/>
                  </a:cubicBezTo>
                  <a:cubicBezTo>
                    <a:pt x="469" y="58672"/>
                    <a:pt x="0" y="54297"/>
                    <a:pt x="0" y="50000"/>
                  </a:cubicBezTo>
                  <a:cubicBezTo>
                    <a:pt x="0" y="45755"/>
                    <a:pt x="469" y="41419"/>
                    <a:pt x="1406" y="36979"/>
                  </a:cubicBezTo>
                  <a:cubicBezTo>
                    <a:pt x="2344" y="32526"/>
                    <a:pt x="3715" y="28125"/>
                    <a:pt x="5521" y="23750"/>
                  </a:cubicBezTo>
                  <a:cubicBezTo>
                    <a:pt x="7396" y="19440"/>
                    <a:pt x="9635" y="15273"/>
                    <a:pt x="12240" y="11250"/>
                  </a:cubicBezTo>
                  <a:cubicBezTo>
                    <a:pt x="14844" y="7213"/>
                    <a:pt x="17813" y="3463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60402266-23CE-4DEB-8144-304F99130DE7}"/>
                </a:ext>
              </a:extLst>
            </p:cNvPr>
            <p:cNvSpPr txBox="1"/>
            <p:nvPr/>
          </p:nvSpPr>
          <p:spPr>
            <a:xfrm>
              <a:off x="1598350" y="6493627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</a:p>
          </p:txBody>
        </p:sp>
        <p:sp>
          <p:nvSpPr>
            <p:cNvPr id="658" name="자유형: 도형 657">
              <a:extLst>
                <a:ext uri="{FF2B5EF4-FFF2-40B4-BE49-F238E27FC236}">
                  <a16:creationId xmlns:a16="http://schemas.microsoft.com/office/drawing/2014/main" id="{35084205-328E-4076-9C81-5BE0DEEF37C0}"/>
                </a:ext>
              </a:extLst>
            </p:cNvPr>
            <p:cNvSpPr/>
            <p:nvPr/>
          </p:nvSpPr>
          <p:spPr>
            <a:xfrm>
              <a:off x="1718489" y="6547368"/>
              <a:ext cx="365002" cy="93853"/>
            </a:xfrm>
            <a:custGeom>
              <a:avLst/>
              <a:gdLst>
                <a:gd name="connsiteX0" fmla="*/ 243336 w 365002"/>
                <a:gd name="connsiteY0" fmla="*/ 63229 h 93853"/>
                <a:gd name="connsiteX1" fmla="*/ 234430 w 365002"/>
                <a:gd name="connsiteY1" fmla="*/ 64062 h 93853"/>
                <a:gd name="connsiteX2" fmla="*/ 227190 w 365002"/>
                <a:gd name="connsiteY2" fmla="*/ 66458 h 93853"/>
                <a:gd name="connsiteX3" fmla="*/ 222451 w 365002"/>
                <a:gd name="connsiteY3" fmla="*/ 70156 h 93853"/>
                <a:gd name="connsiteX4" fmla="*/ 220732 w 365002"/>
                <a:gd name="connsiteY4" fmla="*/ 75208 h 93853"/>
                <a:gd name="connsiteX5" fmla="*/ 222451 w 365002"/>
                <a:gd name="connsiteY5" fmla="*/ 80313 h 93853"/>
                <a:gd name="connsiteX6" fmla="*/ 227294 w 365002"/>
                <a:gd name="connsiteY6" fmla="*/ 84167 h 93853"/>
                <a:gd name="connsiteX7" fmla="*/ 234430 w 365002"/>
                <a:gd name="connsiteY7" fmla="*/ 86562 h 93853"/>
                <a:gd name="connsiteX8" fmla="*/ 243336 w 365002"/>
                <a:gd name="connsiteY8" fmla="*/ 87396 h 93853"/>
                <a:gd name="connsiteX9" fmla="*/ 252399 w 365002"/>
                <a:gd name="connsiteY9" fmla="*/ 86562 h 93853"/>
                <a:gd name="connsiteX10" fmla="*/ 259690 w 365002"/>
                <a:gd name="connsiteY10" fmla="*/ 84167 h 93853"/>
                <a:gd name="connsiteX11" fmla="*/ 264482 w 365002"/>
                <a:gd name="connsiteY11" fmla="*/ 80365 h 93853"/>
                <a:gd name="connsiteX12" fmla="*/ 266253 w 365002"/>
                <a:gd name="connsiteY12" fmla="*/ 75312 h 93853"/>
                <a:gd name="connsiteX13" fmla="*/ 259742 w 365002"/>
                <a:gd name="connsiteY13" fmla="*/ 66458 h 93853"/>
                <a:gd name="connsiteX14" fmla="*/ 243336 w 365002"/>
                <a:gd name="connsiteY14" fmla="*/ 63229 h 93853"/>
                <a:gd name="connsiteX15" fmla="*/ 243336 w 365002"/>
                <a:gd name="connsiteY15" fmla="*/ 56458 h 93853"/>
                <a:gd name="connsiteX16" fmla="*/ 266305 w 365002"/>
                <a:gd name="connsiteY16" fmla="*/ 61615 h 93853"/>
                <a:gd name="connsiteX17" fmla="*/ 274899 w 365002"/>
                <a:gd name="connsiteY17" fmla="*/ 75208 h 93853"/>
                <a:gd name="connsiteX18" fmla="*/ 266305 w 365002"/>
                <a:gd name="connsiteY18" fmla="*/ 88854 h 93853"/>
                <a:gd name="connsiteX19" fmla="*/ 243336 w 365002"/>
                <a:gd name="connsiteY19" fmla="*/ 93854 h 93853"/>
                <a:gd name="connsiteX20" fmla="*/ 230367 w 365002"/>
                <a:gd name="connsiteY20" fmla="*/ 92552 h 93853"/>
                <a:gd name="connsiteX21" fmla="*/ 220524 w 365002"/>
                <a:gd name="connsiteY21" fmla="*/ 88854 h 93853"/>
                <a:gd name="connsiteX22" fmla="*/ 214169 w 365002"/>
                <a:gd name="connsiteY22" fmla="*/ 82969 h 93853"/>
                <a:gd name="connsiteX23" fmla="*/ 211982 w 365002"/>
                <a:gd name="connsiteY23" fmla="*/ 75208 h 93853"/>
                <a:gd name="connsiteX24" fmla="*/ 214221 w 365002"/>
                <a:gd name="connsiteY24" fmla="*/ 67552 h 93853"/>
                <a:gd name="connsiteX25" fmla="*/ 220628 w 365002"/>
                <a:gd name="connsiteY25" fmla="*/ 61667 h 93853"/>
                <a:gd name="connsiteX26" fmla="*/ 230524 w 365002"/>
                <a:gd name="connsiteY26" fmla="*/ 57812 h 93853"/>
                <a:gd name="connsiteX27" fmla="*/ 243336 w 365002"/>
                <a:gd name="connsiteY27" fmla="*/ 56458 h 93853"/>
                <a:gd name="connsiteX28" fmla="*/ 110313 w 365002"/>
                <a:gd name="connsiteY28" fmla="*/ 52917 h 93853"/>
                <a:gd name="connsiteX29" fmla="*/ 168128 w 365002"/>
                <a:gd name="connsiteY29" fmla="*/ 52917 h 93853"/>
                <a:gd name="connsiteX30" fmla="*/ 169846 w 365002"/>
                <a:gd name="connsiteY30" fmla="*/ 53385 h 93853"/>
                <a:gd name="connsiteX31" fmla="*/ 170315 w 365002"/>
                <a:gd name="connsiteY31" fmla="*/ 55104 h 93853"/>
                <a:gd name="connsiteX32" fmla="*/ 170315 w 365002"/>
                <a:gd name="connsiteY32" fmla="*/ 73021 h 93853"/>
                <a:gd name="connsiteX33" fmla="*/ 169846 w 365002"/>
                <a:gd name="connsiteY33" fmla="*/ 74739 h 93853"/>
                <a:gd name="connsiteX34" fmla="*/ 168128 w 365002"/>
                <a:gd name="connsiteY34" fmla="*/ 75208 h 93853"/>
                <a:gd name="connsiteX35" fmla="*/ 119169 w 365002"/>
                <a:gd name="connsiteY35" fmla="*/ 75208 h 93853"/>
                <a:gd name="connsiteX36" fmla="*/ 119169 w 365002"/>
                <a:gd name="connsiteY36" fmla="*/ 84792 h 93853"/>
                <a:gd name="connsiteX37" fmla="*/ 172399 w 365002"/>
                <a:gd name="connsiteY37" fmla="*/ 84792 h 93853"/>
                <a:gd name="connsiteX38" fmla="*/ 172399 w 365002"/>
                <a:gd name="connsiteY38" fmla="*/ 91458 h 93853"/>
                <a:gd name="connsiteX39" fmla="*/ 112500 w 365002"/>
                <a:gd name="connsiteY39" fmla="*/ 91458 h 93853"/>
                <a:gd name="connsiteX40" fmla="*/ 110781 w 365002"/>
                <a:gd name="connsiteY40" fmla="*/ 90989 h 93853"/>
                <a:gd name="connsiteX41" fmla="*/ 110313 w 365002"/>
                <a:gd name="connsiteY41" fmla="*/ 89271 h 93853"/>
                <a:gd name="connsiteX42" fmla="*/ 110313 w 365002"/>
                <a:gd name="connsiteY42" fmla="*/ 71042 h 93853"/>
                <a:gd name="connsiteX43" fmla="*/ 110781 w 365002"/>
                <a:gd name="connsiteY43" fmla="*/ 69323 h 93853"/>
                <a:gd name="connsiteX44" fmla="*/ 112500 w 365002"/>
                <a:gd name="connsiteY44" fmla="*/ 68854 h 93853"/>
                <a:gd name="connsiteX45" fmla="*/ 161461 w 365002"/>
                <a:gd name="connsiteY45" fmla="*/ 68854 h 93853"/>
                <a:gd name="connsiteX46" fmla="*/ 161461 w 365002"/>
                <a:gd name="connsiteY46" fmla="*/ 59687 h 93853"/>
                <a:gd name="connsiteX47" fmla="*/ 110313 w 365002"/>
                <a:gd name="connsiteY47" fmla="*/ 59687 h 93853"/>
                <a:gd name="connsiteX48" fmla="*/ 304274 w 365002"/>
                <a:gd name="connsiteY48" fmla="*/ 35625 h 93853"/>
                <a:gd name="connsiteX49" fmla="*/ 304274 w 365002"/>
                <a:gd name="connsiteY49" fmla="*/ 62292 h 93853"/>
                <a:gd name="connsiteX50" fmla="*/ 330419 w 365002"/>
                <a:gd name="connsiteY50" fmla="*/ 62292 h 93853"/>
                <a:gd name="connsiteX51" fmla="*/ 330419 w 365002"/>
                <a:gd name="connsiteY51" fmla="*/ 35625 h 93853"/>
                <a:gd name="connsiteX52" fmla="*/ 296044 w 365002"/>
                <a:gd name="connsiteY52" fmla="*/ 4479 h 93853"/>
                <a:gd name="connsiteX53" fmla="*/ 304274 w 365002"/>
                <a:gd name="connsiteY53" fmla="*/ 4479 h 93853"/>
                <a:gd name="connsiteX54" fmla="*/ 304274 w 365002"/>
                <a:gd name="connsiteY54" fmla="*/ 28333 h 93853"/>
                <a:gd name="connsiteX55" fmla="*/ 330419 w 365002"/>
                <a:gd name="connsiteY55" fmla="*/ 28333 h 93853"/>
                <a:gd name="connsiteX56" fmla="*/ 330419 w 365002"/>
                <a:gd name="connsiteY56" fmla="*/ 4479 h 93853"/>
                <a:gd name="connsiteX57" fmla="*/ 338440 w 365002"/>
                <a:gd name="connsiteY57" fmla="*/ 4479 h 93853"/>
                <a:gd name="connsiteX58" fmla="*/ 338440 w 365002"/>
                <a:gd name="connsiteY58" fmla="*/ 67292 h 93853"/>
                <a:gd name="connsiteX59" fmla="*/ 337972 w 365002"/>
                <a:gd name="connsiteY59" fmla="*/ 69010 h 93853"/>
                <a:gd name="connsiteX60" fmla="*/ 336253 w 365002"/>
                <a:gd name="connsiteY60" fmla="*/ 69479 h 93853"/>
                <a:gd name="connsiteX61" fmla="*/ 298232 w 365002"/>
                <a:gd name="connsiteY61" fmla="*/ 69479 h 93853"/>
                <a:gd name="connsiteX62" fmla="*/ 296513 w 365002"/>
                <a:gd name="connsiteY62" fmla="*/ 69010 h 93853"/>
                <a:gd name="connsiteX63" fmla="*/ 296044 w 365002"/>
                <a:gd name="connsiteY63" fmla="*/ 67292 h 93853"/>
                <a:gd name="connsiteX64" fmla="*/ 204065 w 365002"/>
                <a:gd name="connsiteY64" fmla="*/ 4270 h 93853"/>
                <a:gd name="connsiteX65" fmla="*/ 249274 w 365002"/>
                <a:gd name="connsiteY65" fmla="*/ 4270 h 93853"/>
                <a:gd name="connsiteX66" fmla="*/ 249274 w 365002"/>
                <a:gd name="connsiteY66" fmla="*/ 11250 h 93853"/>
                <a:gd name="connsiteX67" fmla="*/ 231044 w 365002"/>
                <a:gd name="connsiteY67" fmla="*/ 11250 h 93853"/>
                <a:gd name="connsiteX68" fmla="*/ 231044 w 365002"/>
                <a:gd name="connsiteY68" fmla="*/ 14166 h 93853"/>
                <a:gd name="connsiteX69" fmla="*/ 233024 w 365002"/>
                <a:gd name="connsiteY69" fmla="*/ 24531 h 93853"/>
                <a:gd name="connsiteX70" fmla="*/ 238336 w 365002"/>
                <a:gd name="connsiteY70" fmla="*/ 32812 h 93853"/>
                <a:gd name="connsiteX71" fmla="*/ 245940 w 365002"/>
                <a:gd name="connsiteY71" fmla="*/ 39063 h 93853"/>
                <a:gd name="connsiteX72" fmla="*/ 254899 w 365002"/>
                <a:gd name="connsiteY72" fmla="*/ 43125 h 93853"/>
                <a:gd name="connsiteX73" fmla="*/ 249690 w 365002"/>
                <a:gd name="connsiteY73" fmla="*/ 49167 h 93853"/>
                <a:gd name="connsiteX74" fmla="*/ 243753 w 365002"/>
                <a:gd name="connsiteY74" fmla="*/ 46146 h 93853"/>
                <a:gd name="connsiteX75" fmla="*/ 237399 w 365002"/>
                <a:gd name="connsiteY75" fmla="*/ 41875 h 93853"/>
                <a:gd name="connsiteX76" fmla="*/ 231461 w 365002"/>
                <a:gd name="connsiteY76" fmla="*/ 36302 h 93853"/>
                <a:gd name="connsiteX77" fmla="*/ 226774 w 365002"/>
                <a:gd name="connsiteY77" fmla="*/ 29479 h 93853"/>
                <a:gd name="connsiteX78" fmla="*/ 217815 w 365002"/>
                <a:gd name="connsiteY78" fmla="*/ 42448 h 93853"/>
                <a:gd name="connsiteX79" fmla="*/ 203649 w 365002"/>
                <a:gd name="connsiteY79" fmla="*/ 51875 h 93853"/>
                <a:gd name="connsiteX80" fmla="*/ 197503 w 365002"/>
                <a:gd name="connsiteY80" fmla="*/ 46354 h 93853"/>
                <a:gd name="connsiteX81" fmla="*/ 206982 w 365002"/>
                <a:gd name="connsiteY81" fmla="*/ 41354 h 93853"/>
                <a:gd name="connsiteX82" fmla="*/ 214899 w 365002"/>
                <a:gd name="connsiteY82" fmla="*/ 34271 h 93853"/>
                <a:gd name="connsiteX83" fmla="*/ 220367 w 365002"/>
                <a:gd name="connsiteY83" fmla="*/ 25260 h 93853"/>
                <a:gd name="connsiteX84" fmla="*/ 222399 w 365002"/>
                <a:gd name="connsiteY84" fmla="*/ 13958 h 93853"/>
                <a:gd name="connsiteX85" fmla="*/ 222399 w 365002"/>
                <a:gd name="connsiteY85" fmla="*/ 11250 h 93853"/>
                <a:gd name="connsiteX86" fmla="*/ 204065 w 365002"/>
                <a:gd name="connsiteY86" fmla="*/ 11250 h 93853"/>
                <a:gd name="connsiteX87" fmla="*/ 26458 w 365002"/>
                <a:gd name="connsiteY87" fmla="*/ 3750 h 93853"/>
                <a:gd name="connsiteX88" fmla="*/ 35000 w 365002"/>
                <a:gd name="connsiteY88" fmla="*/ 3750 h 93853"/>
                <a:gd name="connsiteX89" fmla="*/ 35000 w 365002"/>
                <a:gd name="connsiteY89" fmla="*/ 21875 h 93853"/>
                <a:gd name="connsiteX90" fmla="*/ 41094 w 365002"/>
                <a:gd name="connsiteY90" fmla="*/ 46979 h 93853"/>
                <a:gd name="connsiteX91" fmla="*/ 60313 w 365002"/>
                <a:gd name="connsiteY91" fmla="*/ 65625 h 93853"/>
                <a:gd name="connsiteX92" fmla="*/ 54271 w 365002"/>
                <a:gd name="connsiteY92" fmla="*/ 71562 h 93853"/>
                <a:gd name="connsiteX93" fmla="*/ 40417 w 365002"/>
                <a:gd name="connsiteY93" fmla="*/ 59323 h 93853"/>
                <a:gd name="connsiteX94" fmla="*/ 30521 w 365002"/>
                <a:gd name="connsiteY94" fmla="*/ 42812 h 93853"/>
                <a:gd name="connsiteX95" fmla="*/ 21042 w 365002"/>
                <a:gd name="connsiteY95" fmla="*/ 60416 h 93853"/>
                <a:gd name="connsiteX96" fmla="*/ 6875 w 365002"/>
                <a:gd name="connsiteY96" fmla="*/ 73958 h 93853"/>
                <a:gd name="connsiteX97" fmla="*/ 0 w 365002"/>
                <a:gd name="connsiteY97" fmla="*/ 68437 h 93853"/>
                <a:gd name="connsiteX98" fmla="*/ 19635 w 365002"/>
                <a:gd name="connsiteY98" fmla="*/ 48229 h 93853"/>
                <a:gd name="connsiteX99" fmla="*/ 26458 w 365002"/>
                <a:gd name="connsiteY99" fmla="*/ 20833 h 93853"/>
                <a:gd name="connsiteX100" fmla="*/ 117190 w 365002"/>
                <a:gd name="connsiteY100" fmla="*/ 1875 h 93853"/>
                <a:gd name="connsiteX101" fmla="*/ 125836 w 365002"/>
                <a:gd name="connsiteY101" fmla="*/ 1875 h 93853"/>
                <a:gd name="connsiteX102" fmla="*/ 125836 w 365002"/>
                <a:gd name="connsiteY102" fmla="*/ 10625 h 93853"/>
                <a:gd name="connsiteX103" fmla="*/ 127659 w 365002"/>
                <a:gd name="connsiteY103" fmla="*/ 19583 h 93853"/>
                <a:gd name="connsiteX104" fmla="*/ 132815 w 365002"/>
                <a:gd name="connsiteY104" fmla="*/ 27500 h 93853"/>
                <a:gd name="connsiteX105" fmla="*/ 140419 w 365002"/>
                <a:gd name="connsiteY105" fmla="*/ 33750 h 93853"/>
                <a:gd name="connsiteX106" fmla="*/ 149899 w 365002"/>
                <a:gd name="connsiteY106" fmla="*/ 38021 h 93853"/>
                <a:gd name="connsiteX107" fmla="*/ 144690 w 365002"/>
                <a:gd name="connsiteY107" fmla="*/ 44167 h 93853"/>
                <a:gd name="connsiteX108" fmla="*/ 131826 w 365002"/>
                <a:gd name="connsiteY108" fmla="*/ 36771 h 93853"/>
                <a:gd name="connsiteX109" fmla="*/ 121565 w 365002"/>
                <a:gd name="connsiteY109" fmla="*/ 25000 h 93853"/>
                <a:gd name="connsiteX110" fmla="*/ 112292 w 365002"/>
                <a:gd name="connsiteY110" fmla="*/ 37760 h 93853"/>
                <a:gd name="connsiteX111" fmla="*/ 98854 w 365002"/>
                <a:gd name="connsiteY111" fmla="*/ 46771 h 93853"/>
                <a:gd name="connsiteX112" fmla="*/ 92292 w 365002"/>
                <a:gd name="connsiteY112" fmla="*/ 41354 h 93853"/>
                <a:gd name="connsiteX113" fmla="*/ 102031 w 365002"/>
                <a:gd name="connsiteY113" fmla="*/ 36146 h 93853"/>
                <a:gd name="connsiteX114" fmla="*/ 109896 w 365002"/>
                <a:gd name="connsiteY114" fmla="*/ 29271 h 93853"/>
                <a:gd name="connsiteX115" fmla="*/ 115263 w 365002"/>
                <a:gd name="connsiteY115" fmla="*/ 20885 h 93853"/>
                <a:gd name="connsiteX116" fmla="*/ 117190 w 365002"/>
                <a:gd name="connsiteY116" fmla="*/ 10625 h 93853"/>
                <a:gd name="connsiteX117" fmla="*/ 356878 w 365002"/>
                <a:gd name="connsiteY117" fmla="*/ 0 h 93853"/>
                <a:gd name="connsiteX118" fmla="*/ 365003 w 365002"/>
                <a:gd name="connsiteY118" fmla="*/ 0 h 93853"/>
                <a:gd name="connsiteX119" fmla="*/ 365003 w 365002"/>
                <a:gd name="connsiteY119" fmla="*/ 92291 h 93853"/>
                <a:gd name="connsiteX120" fmla="*/ 356878 w 365002"/>
                <a:gd name="connsiteY120" fmla="*/ 92291 h 93853"/>
                <a:gd name="connsiteX121" fmla="*/ 264378 w 365002"/>
                <a:gd name="connsiteY121" fmla="*/ 0 h 93853"/>
                <a:gd name="connsiteX122" fmla="*/ 272399 w 365002"/>
                <a:gd name="connsiteY122" fmla="*/ 0 h 93853"/>
                <a:gd name="connsiteX123" fmla="*/ 272399 w 365002"/>
                <a:gd name="connsiteY123" fmla="*/ 20938 h 93853"/>
                <a:gd name="connsiteX124" fmla="*/ 285211 w 365002"/>
                <a:gd name="connsiteY124" fmla="*/ 20938 h 93853"/>
                <a:gd name="connsiteX125" fmla="*/ 285211 w 365002"/>
                <a:gd name="connsiteY125" fmla="*/ 28125 h 93853"/>
                <a:gd name="connsiteX126" fmla="*/ 272399 w 365002"/>
                <a:gd name="connsiteY126" fmla="*/ 28125 h 93853"/>
                <a:gd name="connsiteX127" fmla="*/ 272399 w 365002"/>
                <a:gd name="connsiteY127" fmla="*/ 56146 h 93853"/>
                <a:gd name="connsiteX128" fmla="*/ 264378 w 365002"/>
                <a:gd name="connsiteY128" fmla="*/ 56146 h 93853"/>
                <a:gd name="connsiteX129" fmla="*/ 162086 w 365002"/>
                <a:gd name="connsiteY129" fmla="*/ 0 h 93853"/>
                <a:gd name="connsiteX130" fmla="*/ 170419 w 365002"/>
                <a:gd name="connsiteY130" fmla="*/ 0 h 93853"/>
                <a:gd name="connsiteX131" fmla="*/ 170419 w 365002"/>
                <a:gd name="connsiteY131" fmla="*/ 48229 h 93853"/>
                <a:gd name="connsiteX132" fmla="*/ 162086 w 365002"/>
                <a:gd name="connsiteY132" fmla="*/ 48229 h 93853"/>
                <a:gd name="connsiteX133" fmla="*/ 162086 w 365002"/>
                <a:gd name="connsiteY133" fmla="*/ 21979 h 93853"/>
                <a:gd name="connsiteX134" fmla="*/ 141774 w 365002"/>
                <a:gd name="connsiteY134" fmla="*/ 21979 h 93853"/>
                <a:gd name="connsiteX135" fmla="*/ 141774 w 365002"/>
                <a:gd name="connsiteY135" fmla="*/ 14896 h 93853"/>
                <a:gd name="connsiteX136" fmla="*/ 162086 w 365002"/>
                <a:gd name="connsiteY136" fmla="*/ 14896 h 93853"/>
                <a:gd name="connsiteX137" fmla="*/ 70938 w 365002"/>
                <a:gd name="connsiteY137" fmla="*/ 0 h 93853"/>
                <a:gd name="connsiteX138" fmla="*/ 79271 w 365002"/>
                <a:gd name="connsiteY138" fmla="*/ 0 h 93853"/>
                <a:gd name="connsiteX139" fmla="*/ 79271 w 365002"/>
                <a:gd name="connsiteY139" fmla="*/ 92291 h 93853"/>
                <a:gd name="connsiteX140" fmla="*/ 70938 w 365002"/>
                <a:gd name="connsiteY140" fmla="*/ 92291 h 9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365002" h="93853">
                  <a:moveTo>
                    <a:pt x="243336" y="63229"/>
                  </a:moveTo>
                  <a:cubicBezTo>
                    <a:pt x="240146" y="63229"/>
                    <a:pt x="237164" y="63502"/>
                    <a:pt x="234430" y="64062"/>
                  </a:cubicBezTo>
                  <a:cubicBezTo>
                    <a:pt x="231682" y="64609"/>
                    <a:pt x="229274" y="65417"/>
                    <a:pt x="227190" y="66458"/>
                  </a:cubicBezTo>
                  <a:cubicBezTo>
                    <a:pt x="225172" y="67422"/>
                    <a:pt x="223597" y="68659"/>
                    <a:pt x="222451" y="70156"/>
                  </a:cubicBezTo>
                  <a:cubicBezTo>
                    <a:pt x="221305" y="71640"/>
                    <a:pt x="220732" y="73333"/>
                    <a:pt x="220732" y="75208"/>
                  </a:cubicBezTo>
                  <a:cubicBezTo>
                    <a:pt x="220732" y="77083"/>
                    <a:pt x="221305" y="78776"/>
                    <a:pt x="222451" y="80313"/>
                  </a:cubicBezTo>
                  <a:cubicBezTo>
                    <a:pt x="223597" y="81836"/>
                    <a:pt x="225211" y="83125"/>
                    <a:pt x="227294" y="84167"/>
                  </a:cubicBezTo>
                  <a:cubicBezTo>
                    <a:pt x="229313" y="85208"/>
                    <a:pt x="231682" y="86002"/>
                    <a:pt x="234430" y="86562"/>
                  </a:cubicBezTo>
                  <a:cubicBezTo>
                    <a:pt x="237164" y="87109"/>
                    <a:pt x="240146" y="87396"/>
                    <a:pt x="243336" y="87396"/>
                  </a:cubicBezTo>
                  <a:cubicBezTo>
                    <a:pt x="246591" y="87396"/>
                    <a:pt x="249612" y="87109"/>
                    <a:pt x="252399" y="86562"/>
                  </a:cubicBezTo>
                  <a:cubicBezTo>
                    <a:pt x="255172" y="86002"/>
                    <a:pt x="257607" y="85208"/>
                    <a:pt x="259690" y="84167"/>
                  </a:cubicBezTo>
                  <a:cubicBezTo>
                    <a:pt x="261708" y="83125"/>
                    <a:pt x="263297" y="81849"/>
                    <a:pt x="264482" y="80365"/>
                  </a:cubicBezTo>
                  <a:cubicBezTo>
                    <a:pt x="265667" y="78867"/>
                    <a:pt x="266253" y="77187"/>
                    <a:pt x="266253" y="75312"/>
                  </a:cubicBezTo>
                  <a:cubicBezTo>
                    <a:pt x="266253" y="71562"/>
                    <a:pt x="264078" y="68607"/>
                    <a:pt x="259742" y="66458"/>
                  </a:cubicBezTo>
                  <a:cubicBezTo>
                    <a:pt x="255406" y="64297"/>
                    <a:pt x="249938" y="63229"/>
                    <a:pt x="243336" y="63229"/>
                  </a:cubicBezTo>
                  <a:close/>
                  <a:moveTo>
                    <a:pt x="243336" y="56458"/>
                  </a:moveTo>
                  <a:cubicBezTo>
                    <a:pt x="252919" y="56458"/>
                    <a:pt x="260576" y="58177"/>
                    <a:pt x="266305" y="61615"/>
                  </a:cubicBezTo>
                  <a:cubicBezTo>
                    <a:pt x="272034" y="65052"/>
                    <a:pt x="274899" y="69583"/>
                    <a:pt x="274899" y="75208"/>
                  </a:cubicBezTo>
                  <a:cubicBezTo>
                    <a:pt x="274899" y="80963"/>
                    <a:pt x="272034" y="85521"/>
                    <a:pt x="266305" y="88854"/>
                  </a:cubicBezTo>
                  <a:cubicBezTo>
                    <a:pt x="260576" y="92187"/>
                    <a:pt x="252919" y="93854"/>
                    <a:pt x="243336" y="93854"/>
                  </a:cubicBezTo>
                  <a:cubicBezTo>
                    <a:pt x="238544" y="93854"/>
                    <a:pt x="234221" y="93411"/>
                    <a:pt x="230367" y="92552"/>
                  </a:cubicBezTo>
                  <a:cubicBezTo>
                    <a:pt x="226513" y="91680"/>
                    <a:pt x="223232" y="90443"/>
                    <a:pt x="220524" y="88854"/>
                  </a:cubicBezTo>
                  <a:cubicBezTo>
                    <a:pt x="217750" y="87252"/>
                    <a:pt x="215628" y="85286"/>
                    <a:pt x="214169" y="82969"/>
                  </a:cubicBezTo>
                  <a:cubicBezTo>
                    <a:pt x="212711" y="80638"/>
                    <a:pt x="211982" y="78047"/>
                    <a:pt x="211982" y="75208"/>
                  </a:cubicBezTo>
                  <a:cubicBezTo>
                    <a:pt x="211982" y="72422"/>
                    <a:pt x="212724" y="69870"/>
                    <a:pt x="214221" y="67552"/>
                  </a:cubicBezTo>
                  <a:cubicBezTo>
                    <a:pt x="215706" y="65221"/>
                    <a:pt x="217841" y="63255"/>
                    <a:pt x="220628" y="61667"/>
                  </a:cubicBezTo>
                  <a:cubicBezTo>
                    <a:pt x="223401" y="60000"/>
                    <a:pt x="226695" y="58711"/>
                    <a:pt x="230524" y="57812"/>
                  </a:cubicBezTo>
                  <a:cubicBezTo>
                    <a:pt x="234339" y="56901"/>
                    <a:pt x="238610" y="56458"/>
                    <a:pt x="243336" y="56458"/>
                  </a:cubicBezTo>
                  <a:close/>
                  <a:moveTo>
                    <a:pt x="110313" y="52917"/>
                  </a:moveTo>
                  <a:lnTo>
                    <a:pt x="168128" y="52917"/>
                  </a:lnTo>
                  <a:cubicBezTo>
                    <a:pt x="168961" y="52917"/>
                    <a:pt x="169534" y="53073"/>
                    <a:pt x="169846" y="53385"/>
                  </a:cubicBezTo>
                  <a:cubicBezTo>
                    <a:pt x="170159" y="53698"/>
                    <a:pt x="170315" y="54271"/>
                    <a:pt x="170315" y="55104"/>
                  </a:cubicBezTo>
                  <a:lnTo>
                    <a:pt x="170315" y="73021"/>
                  </a:lnTo>
                  <a:cubicBezTo>
                    <a:pt x="170315" y="73854"/>
                    <a:pt x="170159" y="74427"/>
                    <a:pt x="169846" y="74739"/>
                  </a:cubicBezTo>
                  <a:cubicBezTo>
                    <a:pt x="169534" y="75052"/>
                    <a:pt x="168961" y="75208"/>
                    <a:pt x="168128" y="75208"/>
                  </a:cubicBezTo>
                  <a:lnTo>
                    <a:pt x="119169" y="75208"/>
                  </a:lnTo>
                  <a:lnTo>
                    <a:pt x="119169" y="84792"/>
                  </a:lnTo>
                  <a:lnTo>
                    <a:pt x="172399" y="84792"/>
                  </a:lnTo>
                  <a:lnTo>
                    <a:pt x="172399" y="91458"/>
                  </a:lnTo>
                  <a:lnTo>
                    <a:pt x="112500" y="91458"/>
                  </a:lnTo>
                  <a:cubicBezTo>
                    <a:pt x="111667" y="91458"/>
                    <a:pt x="111094" y="91302"/>
                    <a:pt x="110781" y="90989"/>
                  </a:cubicBezTo>
                  <a:cubicBezTo>
                    <a:pt x="110469" y="90677"/>
                    <a:pt x="110313" y="90104"/>
                    <a:pt x="110313" y="89271"/>
                  </a:cubicBezTo>
                  <a:lnTo>
                    <a:pt x="110313" y="71042"/>
                  </a:lnTo>
                  <a:cubicBezTo>
                    <a:pt x="110313" y="70208"/>
                    <a:pt x="110469" y="69635"/>
                    <a:pt x="110781" y="69323"/>
                  </a:cubicBezTo>
                  <a:cubicBezTo>
                    <a:pt x="111094" y="69010"/>
                    <a:pt x="111667" y="68854"/>
                    <a:pt x="112500" y="68854"/>
                  </a:cubicBezTo>
                  <a:lnTo>
                    <a:pt x="161461" y="68854"/>
                  </a:lnTo>
                  <a:lnTo>
                    <a:pt x="161461" y="59687"/>
                  </a:lnTo>
                  <a:lnTo>
                    <a:pt x="110313" y="59687"/>
                  </a:lnTo>
                  <a:close/>
                  <a:moveTo>
                    <a:pt x="304274" y="35625"/>
                  </a:moveTo>
                  <a:lnTo>
                    <a:pt x="304274" y="62292"/>
                  </a:lnTo>
                  <a:lnTo>
                    <a:pt x="330419" y="62292"/>
                  </a:lnTo>
                  <a:lnTo>
                    <a:pt x="330419" y="35625"/>
                  </a:lnTo>
                  <a:close/>
                  <a:moveTo>
                    <a:pt x="296044" y="4479"/>
                  </a:moveTo>
                  <a:lnTo>
                    <a:pt x="304274" y="4479"/>
                  </a:lnTo>
                  <a:lnTo>
                    <a:pt x="304274" y="28333"/>
                  </a:lnTo>
                  <a:lnTo>
                    <a:pt x="330419" y="28333"/>
                  </a:lnTo>
                  <a:lnTo>
                    <a:pt x="330419" y="4479"/>
                  </a:lnTo>
                  <a:lnTo>
                    <a:pt x="338440" y="4479"/>
                  </a:lnTo>
                  <a:lnTo>
                    <a:pt x="338440" y="67292"/>
                  </a:lnTo>
                  <a:cubicBezTo>
                    <a:pt x="338440" y="68125"/>
                    <a:pt x="338284" y="68698"/>
                    <a:pt x="337972" y="69010"/>
                  </a:cubicBezTo>
                  <a:cubicBezTo>
                    <a:pt x="337659" y="69323"/>
                    <a:pt x="337086" y="69479"/>
                    <a:pt x="336253" y="69479"/>
                  </a:cubicBezTo>
                  <a:lnTo>
                    <a:pt x="298232" y="69479"/>
                  </a:lnTo>
                  <a:cubicBezTo>
                    <a:pt x="297399" y="69479"/>
                    <a:pt x="296826" y="69323"/>
                    <a:pt x="296513" y="69010"/>
                  </a:cubicBezTo>
                  <a:cubicBezTo>
                    <a:pt x="296201" y="68698"/>
                    <a:pt x="296044" y="68125"/>
                    <a:pt x="296044" y="67292"/>
                  </a:cubicBezTo>
                  <a:close/>
                  <a:moveTo>
                    <a:pt x="204065" y="4270"/>
                  </a:moveTo>
                  <a:lnTo>
                    <a:pt x="249274" y="4270"/>
                  </a:lnTo>
                  <a:lnTo>
                    <a:pt x="249274" y="11250"/>
                  </a:lnTo>
                  <a:lnTo>
                    <a:pt x="231044" y="11250"/>
                  </a:lnTo>
                  <a:lnTo>
                    <a:pt x="231044" y="14166"/>
                  </a:lnTo>
                  <a:cubicBezTo>
                    <a:pt x="231044" y="17982"/>
                    <a:pt x="231708" y="21432"/>
                    <a:pt x="233024" y="24531"/>
                  </a:cubicBezTo>
                  <a:cubicBezTo>
                    <a:pt x="234339" y="27617"/>
                    <a:pt x="236110" y="30377"/>
                    <a:pt x="238336" y="32812"/>
                  </a:cubicBezTo>
                  <a:cubicBezTo>
                    <a:pt x="240563" y="35234"/>
                    <a:pt x="243089" y="37318"/>
                    <a:pt x="245940" y="39063"/>
                  </a:cubicBezTo>
                  <a:cubicBezTo>
                    <a:pt x="248779" y="40794"/>
                    <a:pt x="251774" y="42148"/>
                    <a:pt x="254899" y="43125"/>
                  </a:cubicBezTo>
                  <a:lnTo>
                    <a:pt x="249690" y="49167"/>
                  </a:lnTo>
                  <a:cubicBezTo>
                    <a:pt x="247880" y="48398"/>
                    <a:pt x="245901" y="47396"/>
                    <a:pt x="243753" y="46146"/>
                  </a:cubicBezTo>
                  <a:cubicBezTo>
                    <a:pt x="241604" y="44896"/>
                    <a:pt x="239482" y="43463"/>
                    <a:pt x="237399" y="41875"/>
                  </a:cubicBezTo>
                  <a:cubicBezTo>
                    <a:pt x="235315" y="40208"/>
                    <a:pt x="233336" y="38346"/>
                    <a:pt x="231461" y="36302"/>
                  </a:cubicBezTo>
                  <a:cubicBezTo>
                    <a:pt x="229586" y="34244"/>
                    <a:pt x="228024" y="31979"/>
                    <a:pt x="226774" y="29479"/>
                  </a:cubicBezTo>
                  <a:cubicBezTo>
                    <a:pt x="225029" y="34271"/>
                    <a:pt x="222047" y="38594"/>
                    <a:pt x="217815" y="42448"/>
                  </a:cubicBezTo>
                  <a:cubicBezTo>
                    <a:pt x="213583" y="46302"/>
                    <a:pt x="208857" y="49440"/>
                    <a:pt x="203649" y="51875"/>
                  </a:cubicBezTo>
                  <a:lnTo>
                    <a:pt x="197503" y="46354"/>
                  </a:lnTo>
                  <a:cubicBezTo>
                    <a:pt x="200836" y="45026"/>
                    <a:pt x="204000" y="43359"/>
                    <a:pt x="206982" y="41354"/>
                  </a:cubicBezTo>
                  <a:cubicBezTo>
                    <a:pt x="209964" y="39336"/>
                    <a:pt x="212607" y="36979"/>
                    <a:pt x="214899" y="34271"/>
                  </a:cubicBezTo>
                  <a:cubicBezTo>
                    <a:pt x="217190" y="31627"/>
                    <a:pt x="219013" y="28620"/>
                    <a:pt x="220367" y="25260"/>
                  </a:cubicBezTo>
                  <a:cubicBezTo>
                    <a:pt x="221721" y="21888"/>
                    <a:pt x="222399" y="18125"/>
                    <a:pt x="222399" y="13958"/>
                  </a:cubicBezTo>
                  <a:lnTo>
                    <a:pt x="222399" y="11250"/>
                  </a:lnTo>
                  <a:lnTo>
                    <a:pt x="204065" y="11250"/>
                  </a:lnTo>
                  <a:close/>
                  <a:moveTo>
                    <a:pt x="26458" y="3750"/>
                  </a:moveTo>
                  <a:lnTo>
                    <a:pt x="35000" y="3750"/>
                  </a:lnTo>
                  <a:lnTo>
                    <a:pt x="35000" y="21875"/>
                  </a:lnTo>
                  <a:cubicBezTo>
                    <a:pt x="35000" y="31666"/>
                    <a:pt x="37031" y="40026"/>
                    <a:pt x="41094" y="46979"/>
                  </a:cubicBezTo>
                  <a:cubicBezTo>
                    <a:pt x="45156" y="53919"/>
                    <a:pt x="51563" y="60130"/>
                    <a:pt x="60313" y="65625"/>
                  </a:cubicBezTo>
                  <a:lnTo>
                    <a:pt x="54271" y="71562"/>
                  </a:lnTo>
                  <a:cubicBezTo>
                    <a:pt x="49341" y="68229"/>
                    <a:pt x="44723" y="64141"/>
                    <a:pt x="40417" y="59323"/>
                  </a:cubicBezTo>
                  <a:cubicBezTo>
                    <a:pt x="36112" y="54492"/>
                    <a:pt x="32812" y="48984"/>
                    <a:pt x="30521" y="42812"/>
                  </a:cubicBezTo>
                  <a:cubicBezTo>
                    <a:pt x="28646" y="49271"/>
                    <a:pt x="25487" y="55130"/>
                    <a:pt x="21042" y="60416"/>
                  </a:cubicBezTo>
                  <a:cubicBezTo>
                    <a:pt x="16598" y="65690"/>
                    <a:pt x="11875" y="70208"/>
                    <a:pt x="6875" y="73958"/>
                  </a:cubicBezTo>
                  <a:lnTo>
                    <a:pt x="0" y="68437"/>
                  </a:lnTo>
                  <a:cubicBezTo>
                    <a:pt x="8542" y="63229"/>
                    <a:pt x="15087" y="56484"/>
                    <a:pt x="19635" y="48229"/>
                  </a:cubicBezTo>
                  <a:cubicBezTo>
                    <a:pt x="24185" y="39961"/>
                    <a:pt x="26458" y="30833"/>
                    <a:pt x="26458" y="20833"/>
                  </a:cubicBezTo>
                  <a:close/>
                  <a:moveTo>
                    <a:pt x="117190" y="1875"/>
                  </a:moveTo>
                  <a:lnTo>
                    <a:pt x="125836" y="1875"/>
                  </a:lnTo>
                  <a:lnTo>
                    <a:pt x="125836" y="10625"/>
                  </a:lnTo>
                  <a:cubicBezTo>
                    <a:pt x="125836" y="13750"/>
                    <a:pt x="126448" y="16731"/>
                    <a:pt x="127659" y="19583"/>
                  </a:cubicBezTo>
                  <a:cubicBezTo>
                    <a:pt x="128870" y="22422"/>
                    <a:pt x="130589" y="25065"/>
                    <a:pt x="132815" y="27500"/>
                  </a:cubicBezTo>
                  <a:cubicBezTo>
                    <a:pt x="134964" y="29857"/>
                    <a:pt x="137503" y="31940"/>
                    <a:pt x="140419" y="33750"/>
                  </a:cubicBezTo>
                  <a:cubicBezTo>
                    <a:pt x="143336" y="35547"/>
                    <a:pt x="146500" y="36979"/>
                    <a:pt x="149899" y="38021"/>
                  </a:cubicBezTo>
                  <a:lnTo>
                    <a:pt x="144690" y="44167"/>
                  </a:lnTo>
                  <a:cubicBezTo>
                    <a:pt x="140315" y="42292"/>
                    <a:pt x="136031" y="39818"/>
                    <a:pt x="131826" y="36771"/>
                  </a:cubicBezTo>
                  <a:cubicBezTo>
                    <a:pt x="127620" y="33711"/>
                    <a:pt x="124195" y="29792"/>
                    <a:pt x="121565" y="25000"/>
                  </a:cubicBezTo>
                  <a:cubicBezTo>
                    <a:pt x="119547" y="29792"/>
                    <a:pt x="116461" y="34036"/>
                    <a:pt x="112292" y="37760"/>
                  </a:cubicBezTo>
                  <a:cubicBezTo>
                    <a:pt x="108125" y="41471"/>
                    <a:pt x="103646" y="44479"/>
                    <a:pt x="98854" y="46771"/>
                  </a:cubicBezTo>
                  <a:lnTo>
                    <a:pt x="92292" y="41354"/>
                  </a:lnTo>
                  <a:cubicBezTo>
                    <a:pt x="95764" y="39896"/>
                    <a:pt x="99011" y="38151"/>
                    <a:pt x="102031" y="36146"/>
                  </a:cubicBezTo>
                  <a:cubicBezTo>
                    <a:pt x="105052" y="34127"/>
                    <a:pt x="107675" y="31836"/>
                    <a:pt x="109896" y="29271"/>
                  </a:cubicBezTo>
                  <a:cubicBezTo>
                    <a:pt x="112188" y="26771"/>
                    <a:pt x="113974" y="23971"/>
                    <a:pt x="115263" y="20885"/>
                  </a:cubicBezTo>
                  <a:cubicBezTo>
                    <a:pt x="116539" y="17786"/>
                    <a:pt x="117190" y="14375"/>
                    <a:pt x="117190" y="10625"/>
                  </a:cubicBezTo>
                  <a:close/>
                  <a:moveTo>
                    <a:pt x="356878" y="0"/>
                  </a:moveTo>
                  <a:lnTo>
                    <a:pt x="365003" y="0"/>
                  </a:lnTo>
                  <a:lnTo>
                    <a:pt x="365003" y="92291"/>
                  </a:lnTo>
                  <a:lnTo>
                    <a:pt x="356878" y="92291"/>
                  </a:lnTo>
                  <a:close/>
                  <a:moveTo>
                    <a:pt x="264378" y="0"/>
                  </a:moveTo>
                  <a:lnTo>
                    <a:pt x="272399" y="0"/>
                  </a:lnTo>
                  <a:lnTo>
                    <a:pt x="272399" y="20938"/>
                  </a:lnTo>
                  <a:lnTo>
                    <a:pt x="285211" y="20938"/>
                  </a:lnTo>
                  <a:lnTo>
                    <a:pt x="285211" y="28125"/>
                  </a:lnTo>
                  <a:lnTo>
                    <a:pt x="272399" y="28125"/>
                  </a:lnTo>
                  <a:lnTo>
                    <a:pt x="272399" y="56146"/>
                  </a:lnTo>
                  <a:lnTo>
                    <a:pt x="264378" y="56146"/>
                  </a:lnTo>
                  <a:close/>
                  <a:moveTo>
                    <a:pt x="162086" y="0"/>
                  </a:moveTo>
                  <a:lnTo>
                    <a:pt x="170419" y="0"/>
                  </a:lnTo>
                  <a:lnTo>
                    <a:pt x="170419" y="48229"/>
                  </a:lnTo>
                  <a:lnTo>
                    <a:pt x="162086" y="48229"/>
                  </a:lnTo>
                  <a:lnTo>
                    <a:pt x="162086" y="21979"/>
                  </a:lnTo>
                  <a:lnTo>
                    <a:pt x="141774" y="21979"/>
                  </a:lnTo>
                  <a:lnTo>
                    <a:pt x="141774" y="14896"/>
                  </a:lnTo>
                  <a:lnTo>
                    <a:pt x="162086" y="14896"/>
                  </a:lnTo>
                  <a:close/>
                  <a:moveTo>
                    <a:pt x="70938" y="0"/>
                  </a:moveTo>
                  <a:lnTo>
                    <a:pt x="79271" y="0"/>
                  </a:lnTo>
                  <a:lnTo>
                    <a:pt x="79271" y="92291"/>
                  </a:lnTo>
                  <a:lnTo>
                    <a:pt x="70938" y="92291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59" name="TextBox 658">
              <a:extLst>
                <a:ext uri="{FF2B5EF4-FFF2-40B4-BE49-F238E27FC236}">
                  <a16:creationId xmlns:a16="http://schemas.microsoft.com/office/drawing/2014/main" id="{6A574600-D003-4657-A792-9CA53E031FDD}"/>
                </a:ext>
              </a:extLst>
            </p:cNvPr>
            <p:cNvSpPr txBox="1"/>
            <p:nvPr/>
          </p:nvSpPr>
          <p:spPr>
            <a:xfrm>
              <a:off x="1627049" y="6479603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시설장비</a:t>
              </a:r>
            </a:p>
          </p:txBody>
        </p:sp>
        <p:sp>
          <p:nvSpPr>
            <p:cNvPr id="660" name="자유형: 도형 659">
              <a:extLst>
                <a:ext uri="{FF2B5EF4-FFF2-40B4-BE49-F238E27FC236}">
                  <a16:creationId xmlns:a16="http://schemas.microsoft.com/office/drawing/2014/main" id="{F83FEEBA-9F81-429A-A91D-A38F77905EAC}"/>
                </a:ext>
              </a:extLst>
            </p:cNvPr>
            <p:cNvSpPr/>
            <p:nvPr/>
          </p:nvSpPr>
          <p:spPr>
            <a:xfrm>
              <a:off x="2097216" y="6542993"/>
              <a:ext cx="27395" cy="99999"/>
            </a:xfrm>
            <a:custGeom>
              <a:avLst/>
              <a:gdLst>
                <a:gd name="connsiteX0" fmla="*/ 0 w 27395"/>
                <a:gd name="connsiteY0" fmla="*/ 0 h 99999"/>
                <a:gd name="connsiteX1" fmla="*/ 6250 w 27395"/>
                <a:gd name="connsiteY1" fmla="*/ 0 h 99999"/>
                <a:gd name="connsiteX2" fmla="*/ 15052 w 27395"/>
                <a:gd name="connsiteY2" fmla="*/ 11250 h 99999"/>
                <a:gd name="connsiteX3" fmla="*/ 21771 w 27395"/>
                <a:gd name="connsiteY3" fmla="*/ 23750 h 99999"/>
                <a:gd name="connsiteX4" fmla="*/ 25938 w 27395"/>
                <a:gd name="connsiteY4" fmla="*/ 36979 h 99999"/>
                <a:gd name="connsiteX5" fmla="*/ 27396 w 27395"/>
                <a:gd name="connsiteY5" fmla="*/ 50000 h 99999"/>
                <a:gd name="connsiteX6" fmla="*/ 25938 w 27395"/>
                <a:gd name="connsiteY6" fmla="*/ 63125 h 99999"/>
                <a:gd name="connsiteX7" fmla="*/ 21771 w 27395"/>
                <a:gd name="connsiteY7" fmla="*/ 76250 h 99999"/>
                <a:gd name="connsiteX8" fmla="*/ 15052 w 27395"/>
                <a:gd name="connsiteY8" fmla="*/ 88854 h 99999"/>
                <a:gd name="connsiteX9" fmla="*/ 6250 w 27395"/>
                <a:gd name="connsiteY9" fmla="*/ 100000 h 99999"/>
                <a:gd name="connsiteX10" fmla="*/ 0 w 27395"/>
                <a:gd name="connsiteY10" fmla="*/ 100000 h 99999"/>
                <a:gd name="connsiteX11" fmla="*/ 13646 w 27395"/>
                <a:gd name="connsiteY11" fmla="*/ 75052 h 99999"/>
                <a:gd name="connsiteX12" fmla="*/ 18125 w 27395"/>
                <a:gd name="connsiteY12" fmla="*/ 50000 h 99999"/>
                <a:gd name="connsiteX13" fmla="*/ 13646 w 27395"/>
                <a:gd name="connsiteY13" fmla="*/ 25052 h 99999"/>
                <a:gd name="connsiteX14" fmla="*/ 0 w 27395"/>
                <a:gd name="connsiteY14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95" h="99999">
                  <a:moveTo>
                    <a:pt x="0" y="0"/>
                  </a:moveTo>
                  <a:lnTo>
                    <a:pt x="6250" y="0"/>
                  </a:lnTo>
                  <a:cubicBezTo>
                    <a:pt x="9518" y="3463"/>
                    <a:pt x="12448" y="7213"/>
                    <a:pt x="15052" y="11250"/>
                  </a:cubicBezTo>
                  <a:cubicBezTo>
                    <a:pt x="17656" y="15273"/>
                    <a:pt x="19896" y="19440"/>
                    <a:pt x="21771" y="23750"/>
                  </a:cubicBezTo>
                  <a:cubicBezTo>
                    <a:pt x="23581" y="28125"/>
                    <a:pt x="24974" y="32526"/>
                    <a:pt x="25938" y="36979"/>
                  </a:cubicBezTo>
                  <a:cubicBezTo>
                    <a:pt x="26914" y="41419"/>
                    <a:pt x="27396" y="45755"/>
                    <a:pt x="27396" y="50000"/>
                  </a:cubicBezTo>
                  <a:cubicBezTo>
                    <a:pt x="27396" y="54297"/>
                    <a:pt x="26914" y="58672"/>
                    <a:pt x="25938" y="63125"/>
                  </a:cubicBezTo>
                  <a:cubicBezTo>
                    <a:pt x="24974" y="67565"/>
                    <a:pt x="23581" y="71940"/>
                    <a:pt x="21771" y="76250"/>
                  </a:cubicBezTo>
                  <a:cubicBezTo>
                    <a:pt x="19896" y="80625"/>
                    <a:pt x="17656" y="84817"/>
                    <a:pt x="15052" y="88854"/>
                  </a:cubicBezTo>
                  <a:cubicBezTo>
                    <a:pt x="12448" y="92878"/>
                    <a:pt x="9518" y="96589"/>
                    <a:pt x="6250" y="100000"/>
                  </a:cubicBezTo>
                  <a:lnTo>
                    <a:pt x="0" y="100000"/>
                  </a:lnTo>
                  <a:cubicBezTo>
                    <a:pt x="6120" y="91940"/>
                    <a:pt x="10664" y="83620"/>
                    <a:pt x="13646" y="75052"/>
                  </a:cubicBezTo>
                  <a:cubicBezTo>
                    <a:pt x="16641" y="66471"/>
                    <a:pt x="18125" y="58125"/>
                    <a:pt x="18125" y="50000"/>
                  </a:cubicBezTo>
                  <a:cubicBezTo>
                    <a:pt x="18125" y="41940"/>
                    <a:pt x="16641" y="33619"/>
                    <a:pt x="13646" y="25052"/>
                  </a:cubicBezTo>
                  <a:cubicBezTo>
                    <a:pt x="10664" y="16471"/>
                    <a:pt x="6120" y="8125"/>
                    <a:pt x="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1" name="TextBox 660">
              <a:extLst>
                <a:ext uri="{FF2B5EF4-FFF2-40B4-BE49-F238E27FC236}">
                  <a16:creationId xmlns:a16="http://schemas.microsoft.com/office/drawing/2014/main" id="{B900C98A-84A2-4FD2-AEC8-140925EC0F26}"/>
                </a:ext>
              </a:extLst>
            </p:cNvPr>
            <p:cNvSpPr txBox="1"/>
            <p:nvPr/>
          </p:nvSpPr>
          <p:spPr>
            <a:xfrm>
              <a:off x="2005776" y="6493627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662" name="자유형: 도형 661">
              <a:extLst>
                <a:ext uri="{FF2B5EF4-FFF2-40B4-BE49-F238E27FC236}">
                  <a16:creationId xmlns:a16="http://schemas.microsoft.com/office/drawing/2014/main" id="{CB7E6F1C-9BBF-471C-B687-D6260B59DD64}"/>
                </a:ext>
              </a:extLst>
            </p:cNvPr>
            <p:cNvSpPr/>
            <p:nvPr/>
          </p:nvSpPr>
          <p:spPr>
            <a:xfrm>
              <a:off x="2165341" y="6547368"/>
              <a:ext cx="363020" cy="92499"/>
            </a:xfrm>
            <a:custGeom>
              <a:avLst/>
              <a:gdLst>
                <a:gd name="connsiteX0" fmla="*/ 211367 w 363020"/>
                <a:gd name="connsiteY0" fmla="*/ 62917 h 92499"/>
                <a:gd name="connsiteX1" fmla="*/ 219584 w 363020"/>
                <a:gd name="connsiteY1" fmla="*/ 62917 h 92499"/>
                <a:gd name="connsiteX2" fmla="*/ 219584 w 363020"/>
                <a:gd name="connsiteY2" fmla="*/ 83333 h 92499"/>
                <a:gd name="connsiteX3" fmla="*/ 272513 w 363020"/>
                <a:gd name="connsiteY3" fmla="*/ 83333 h 92499"/>
                <a:gd name="connsiteX4" fmla="*/ 272513 w 363020"/>
                <a:gd name="connsiteY4" fmla="*/ 90417 h 92499"/>
                <a:gd name="connsiteX5" fmla="*/ 213555 w 363020"/>
                <a:gd name="connsiteY5" fmla="*/ 90417 h 92499"/>
                <a:gd name="connsiteX6" fmla="*/ 211836 w 363020"/>
                <a:gd name="connsiteY6" fmla="*/ 89948 h 92499"/>
                <a:gd name="connsiteX7" fmla="*/ 211367 w 363020"/>
                <a:gd name="connsiteY7" fmla="*/ 88229 h 92499"/>
                <a:gd name="connsiteX8" fmla="*/ 0 w 363020"/>
                <a:gd name="connsiteY8" fmla="*/ 52708 h 92499"/>
                <a:gd name="connsiteX9" fmla="*/ 84492 w 363020"/>
                <a:gd name="connsiteY9" fmla="*/ 52708 h 92499"/>
                <a:gd name="connsiteX10" fmla="*/ 84492 w 363020"/>
                <a:gd name="connsiteY10" fmla="*/ 59791 h 92499"/>
                <a:gd name="connsiteX11" fmla="*/ 62409 w 363020"/>
                <a:gd name="connsiteY11" fmla="*/ 59791 h 92499"/>
                <a:gd name="connsiteX12" fmla="*/ 62409 w 363020"/>
                <a:gd name="connsiteY12" fmla="*/ 92291 h 92499"/>
                <a:gd name="connsiteX13" fmla="*/ 54167 w 363020"/>
                <a:gd name="connsiteY13" fmla="*/ 92291 h 92499"/>
                <a:gd name="connsiteX14" fmla="*/ 54167 w 363020"/>
                <a:gd name="connsiteY14" fmla="*/ 59791 h 92499"/>
                <a:gd name="connsiteX15" fmla="*/ 30625 w 363020"/>
                <a:gd name="connsiteY15" fmla="*/ 59791 h 92499"/>
                <a:gd name="connsiteX16" fmla="*/ 30625 w 363020"/>
                <a:gd name="connsiteY16" fmla="*/ 91562 h 92499"/>
                <a:gd name="connsiteX17" fmla="*/ 22292 w 363020"/>
                <a:gd name="connsiteY17" fmla="*/ 91562 h 92499"/>
                <a:gd name="connsiteX18" fmla="*/ 22292 w 363020"/>
                <a:gd name="connsiteY18" fmla="*/ 59791 h 92499"/>
                <a:gd name="connsiteX19" fmla="*/ 0 w 363020"/>
                <a:gd name="connsiteY19" fmla="*/ 59791 h 92499"/>
                <a:gd name="connsiteX20" fmla="*/ 215742 w 363020"/>
                <a:gd name="connsiteY20" fmla="*/ 25208 h 92499"/>
                <a:gd name="connsiteX21" fmla="*/ 223659 w 363020"/>
                <a:gd name="connsiteY21" fmla="*/ 25208 h 92499"/>
                <a:gd name="connsiteX22" fmla="*/ 223659 w 363020"/>
                <a:gd name="connsiteY22" fmla="*/ 47187 h 92499"/>
                <a:gd name="connsiteX23" fmla="*/ 231042 w 363020"/>
                <a:gd name="connsiteY23" fmla="*/ 46979 h 92499"/>
                <a:gd name="connsiteX24" fmla="*/ 240326 w 363020"/>
                <a:gd name="connsiteY24" fmla="*/ 46354 h 92499"/>
                <a:gd name="connsiteX25" fmla="*/ 249896 w 363020"/>
                <a:gd name="connsiteY25" fmla="*/ 45520 h 92499"/>
                <a:gd name="connsiteX26" fmla="*/ 258034 w 363020"/>
                <a:gd name="connsiteY26" fmla="*/ 44375 h 92499"/>
                <a:gd name="connsiteX27" fmla="*/ 258034 w 363020"/>
                <a:gd name="connsiteY27" fmla="*/ 51354 h 92499"/>
                <a:gd name="connsiteX28" fmla="*/ 238386 w 363020"/>
                <a:gd name="connsiteY28" fmla="*/ 53385 h 92499"/>
                <a:gd name="connsiteX29" fmla="*/ 207604 w 363020"/>
                <a:gd name="connsiteY29" fmla="*/ 54375 h 92499"/>
                <a:gd name="connsiteX30" fmla="*/ 196263 w 363020"/>
                <a:gd name="connsiteY30" fmla="*/ 54375 h 92499"/>
                <a:gd name="connsiteX31" fmla="*/ 196263 w 363020"/>
                <a:gd name="connsiteY31" fmla="*/ 47187 h 92499"/>
                <a:gd name="connsiteX32" fmla="*/ 215742 w 363020"/>
                <a:gd name="connsiteY32" fmla="*/ 47187 h 92499"/>
                <a:gd name="connsiteX33" fmla="*/ 42292 w 363020"/>
                <a:gd name="connsiteY33" fmla="*/ 7604 h 92499"/>
                <a:gd name="connsiteX34" fmla="*/ 24844 w 363020"/>
                <a:gd name="connsiteY34" fmla="*/ 11406 h 92499"/>
                <a:gd name="connsiteX35" fmla="*/ 18229 w 363020"/>
                <a:gd name="connsiteY35" fmla="*/ 22396 h 92499"/>
                <a:gd name="connsiteX36" fmla="*/ 20052 w 363020"/>
                <a:gd name="connsiteY36" fmla="*/ 28646 h 92499"/>
                <a:gd name="connsiteX37" fmla="*/ 25104 w 363020"/>
                <a:gd name="connsiteY37" fmla="*/ 33229 h 92499"/>
                <a:gd name="connsiteX38" fmla="*/ 32774 w 363020"/>
                <a:gd name="connsiteY38" fmla="*/ 36041 h 92499"/>
                <a:gd name="connsiteX39" fmla="*/ 42292 w 363020"/>
                <a:gd name="connsiteY39" fmla="*/ 36979 h 92499"/>
                <a:gd name="connsiteX40" fmla="*/ 59427 w 363020"/>
                <a:gd name="connsiteY40" fmla="*/ 33177 h 92499"/>
                <a:gd name="connsiteX41" fmla="*/ 66250 w 363020"/>
                <a:gd name="connsiteY41" fmla="*/ 22396 h 92499"/>
                <a:gd name="connsiteX42" fmla="*/ 59492 w 363020"/>
                <a:gd name="connsiteY42" fmla="*/ 11406 h 92499"/>
                <a:gd name="connsiteX43" fmla="*/ 42292 w 363020"/>
                <a:gd name="connsiteY43" fmla="*/ 7604 h 92499"/>
                <a:gd name="connsiteX44" fmla="*/ 97917 w 363020"/>
                <a:gd name="connsiteY44" fmla="*/ 5312 h 92499"/>
                <a:gd name="connsiteX45" fmla="*/ 146459 w 363020"/>
                <a:gd name="connsiteY45" fmla="*/ 5312 h 92499"/>
                <a:gd name="connsiteX46" fmla="*/ 146459 w 363020"/>
                <a:gd name="connsiteY46" fmla="*/ 12292 h 92499"/>
                <a:gd name="connsiteX47" fmla="*/ 126367 w 363020"/>
                <a:gd name="connsiteY47" fmla="*/ 12292 h 92499"/>
                <a:gd name="connsiteX48" fmla="*/ 126367 w 363020"/>
                <a:gd name="connsiteY48" fmla="*/ 21562 h 92499"/>
                <a:gd name="connsiteX49" fmla="*/ 132617 w 363020"/>
                <a:gd name="connsiteY49" fmla="*/ 47239 h 92499"/>
                <a:gd name="connsiteX50" fmla="*/ 151667 w 363020"/>
                <a:gd name="connsiteY50" fmla="*/ 65521 h 92499"/>
                <a:gd name="connsiteX51" fmla="*/ 145729 w 363020"/>
                <a:gd name="connsiteY51" fmla="*/ 71458 h 92499"/>
                <a:gd name="connsiteX52" fmla="*/ 131888 w 363020"/>
                <a:gd name="connsiteY52" fmla="*/ 59375 h 92499"/>
                <a:gd name="connsiteX53" fmla="*/ 122097 w 363020"/>
                <a:gd name="connsiteY53" fmla="*/ 42604 h 92499"/>
                <a:gd name="connsiteX54" fmla="*/ 118021 w 363020"/>
                <a:gd name="connsiteY54" fmla="*/ 51823 h 92499"/>
                <a:gd name="connsiteX55" fmla="*/ 112083 w 363020"/>
                <a:gd name="connsiteY55" fmla="*/ 60521 h 92499"/>
                <a:gd name="connsiteX56" fmla="*/ 105156 w 363020"/>
                <a:gd name="connsiteY56" fmla="*/ 68021 h 92499"/>
                <a:gd name="connsiteX57" fmla="*/ 98021 w 363020"/>
                <a:gd name="connsiteY57" fmla="*/ 73958 h 92499"/>
                <a:gd name="connsiteX58" fmla="*/ 91250 w 363020"/>
                <a:gd name="connsiteY58" fmla="*/ 68229 h 92499"/>
                <a:gd name="connsiteX59" fmla="*/ 110781 w 363020"/>
                <a:gd name="connsiteY59" fmla="*/ 48438 h 92499"/>
                <a:gd name="connsiteX60" fmla="*/ 117813 w 363020"/>
                <a:gd name="connsiteY60" fmla="*/ 20208 h 92499"/>
                <a:gd name="connsiteX61" fmla="*/ 117813 w 363020"/>
                <a:gd name="connsiteY61" fmla="*/ 12292 h 92499"/>
                <a:gd name="connsiteX62" fmla="*/ 97917 w 363020"/>
                <a:gd name="connsiteY62" fmla="*/ 12292 h 92499"/>
                <a:gd name="connsiteX63" fmla="*/ 294479 w 363020"/>
                <a:gd name="connsiteY63" fmla="*/ 4479 h 92499"/>
                <a:gd name="connsiteX64" fmla="*/ 333659 w 363020"/>
                <a:gd name="connsiteY64" fmla="*/ 4479 h 92499"/>
                <a:gd name="connsiteX65" fmla="*/ 335365 w 363020"/>
                <a:gd name="connsiteY65" fmla="*/ 4948 h 92499"/>
                <a:gd name="connsiteX66" fmla="*/ 335847 w 363020"/>
                <a:gd name="connsiteY66" fmla="*/ 6667 h 92499"/>
                <a:gd name="connsiteX67" fmla="*/ 335847 w 363020"/>
                <a:gd name="connsiteY67" fmla="*/ 38125 h 92499"/>
                <a:gd name="connsiteX68" fmla="*/ 335365 w 363020"/>
                <a:gd name="connsiteY68" fmla="*/ 39844 h 92499"/>
                <a:gd name="connsiteX69" fmla="*/ 333659 w 363020"/>
                <a:gd name="connsiteY69" fmla="*/ 40312 h 92499"/>
                <a:gd name="connsiteX70" fmla="*/ 302709 w 363020"/>
                <a:gd name="connsiteY70" fmla="*/ 40312 h 92499"/>
                <a:gd name="connsiteX71" fmla="*/ 302709 w 363020"/>
                <a:gd name="connsiteY71" fmla="*/ 62292 h 92499"/>
                <a:gd name="connsiteX72" fmla="*/ 312813 w 363020"/>
                <a:gd name="connsiteY72" fmla="*/ 62292 h 92499"/>
                <a:gd name="connsiteX73" fmla="*/ 323920 w 363020"/>
                <a:gd name="connsiteY73" fmla="*/ 61979 h 92499"/>
                <a:gd name="connsiteX74" fmla="*/ 334284 w 363020"/>
                <a:gd name="connsiteY74" fmla="*/ 61250 h 92499"/>
                <a:gd name="connsiteX75" fmla="*/ 343229 w 363020"/>
                <a:gd name="connsiteY75" fmla="*/ 60156 h 92499"/>
                <a:gd name="connsiteX76" fmla="*/ 350104 w 363020"/>
                <a:gd name="connsiteY76" fmla="*/ 58958 h 92499"/>
                <a:gd name="connsiteX77" fmla="*/ 350104 w 363020"/>
                <a:gd name="connsiteY77" fmla="*/ 66146 h 92499"/>
                <a:gd name="connsiteX78" fmla="*/ 342722 w 363020"/>
                <a:gd name="connsiteY78" fmla="*/ 67396 h 92499"/>
                <a:gd name="connsiteX79" fmla="*/ 333125 w 363020"/>
                <a:gd name="connsiteY79" fmla="*/ 68541 h 92499"/>
                <a:gd name="connsiteX80" fmla="*/ 321992 w 363020"/>
                <a:gd name="connsiteY80" fmla="*/ 69375 h 92499"/>
                <a:gd name="connsiteX81" fmla="*/ 310000 w 363020"/>
                <a:gd name="connsiteY81" fmla="*/ 69687 h 92499"/>
                <a:gd name="connsiteX82" fmla="*/ 296667 w 363020"/>
                <a:gd name="connsiteY82" fmla="*/ 69687 h 92499"/>
                <a:gd name="connsiteX83" fmla="*/ 294961 w 363020"/>
                <a:gd name="connsiteY83" fmla="*/ 69219 h 92499"/>
                <a:gd name="connsiteX84" fmla="*/ 294479 w 363020"/>
                <a:gd name="connsiteY84" fmla="*/ 67500 h 92499"/>
                <a:gd name="connsiteX85" fmla="*/ 294479 w 363020"/>
                <a:gd name="connsiteY85" fmla="*/ 35417 h 92499"/>
                <a:gd name="connsiteX86" fmla="*/ 294961 w 363020"/>
                <a:gd name="connsiteY86" fmla="*/ 33698 h 92499"/>
                <a:gd name="connsiteX87" fmla="*/ 296667 w 363020"/>
                <a:gd name="connsiteY87" fmla="*/ 33229 h 92499"/>
                <a:gd name="connsiteX88" fmla="*/ 327709 w 363020"/>
                <a:gd name="connsiteY88" fmla="*/ 33229 h 92499"/>
                <a:gd name="connsiteX89" fmla="*/ 327709 w 363020"/>
                <a:gd name="connsiteY89" fmla="*/ 11667 h 92499"/>
                <a:gd name="connsiteX90" fmla="*/ 294479 w 363020"/>
                <a:gd name="connsiteY90" fmla="*/ 11667 h 92499"/>
                <a:gd name="connsiteX91" fmla="*/ 202083 w 363020"/>
                <a:gd name="connsiteY91" fmla="*/ 3750 h 92499"/>
                <a:gd name="connsiteX92" fmla="*/ 246159 w 363020"/>
                <a:gd name="connsiteY92" fmla="*/ 3750 h 92499"/>
                <a:gd name="connsiteX93" fmla="*/ 247865 w 363020"/>
                <a:gd name="connsiteY93" fmla="*/ 4218 h 92499"/>
                <a:gd name="connsiteX94" fmla="*/ 248347 w 363020"/>
                <a:gd name="connsiteY94" fmla="*/ 5937 h 92499"/>
                <a:gd name="connsiteX95" fmla="*/ 247708 w 363020"/>
                <a:gd name="connsiteY95" fmla="*/ 14635 h 92499"/>
                <a:gd name="connsiteX96" fmla="*/ 246784 w 363020"/>
                <a:gd name="connsiteY96" fmla="*/ 23229 h 92499"/>
                <a:gd name="connsiteX97" fmla="*/ 245677 w 363020"/>
                <a:gd name="connsiteY97" fmla="*/ 31198 h 92499"/>
                <a:gd name="connsiteX98" fmla="*/ 244479 w 363020"/>
                <a:gd name="connsiteY98" fmla="*/ 37708 h 92499"/>
                <a:gd name="connsiteX99" fmla="*/ 236367 w 363020"/>
                <a:gd name="connsiteY99" fmla="*/ 37708 h 92499"/>
                <a:gd name="connsiteX100" fmla="*/ 237409 w 363020"/>
                <a:gd name="connsiteY100" fmla="*/ 31823 h 92499"/>
                <a:gd name="connsiteX101" fmla="*/ 238334 w 363020"/>
                <a:gd name="connsiteY101" fmla="*/ 24792 h 92499"/>
                <a:gd name="connsiteX102" fmla="*/ 239167 w 363020"/>
                <a:gd name="connsiteY102" fmla="*/ 17604 h 92499"/>
                <a:gd name="connsiteX103" fmla="*/ 239792 w 363020"/>
                <a:gd name="connsiteY103" fmla="*/ 10937 h 92499"/>
                <a:gd name="connsiteX104" fmla="*/ 202083 w 363020"/>
                <a:gd name="connsiteY104" fmla="*/ 10937 h 92499"/>
                <a:gd name="connsiteX105" fmla="*/ 42292 w 363020"/>
                <a:gd name="connsiteY105" fmla="*/ 729 h 92499"/>
                <a:gd name="connsiteX106" fmla="*/ 66302 w 363020"/>
                <a:gd name="connsiteY106" fmla="*/ 6562 h 92499"/>
                <a:gd name="connsiteX107" fmla="*/ 75000 w 363020"/>
                <a:gd name="connsiteY107" fmla="*/ 22396 h 92499"/>
                <a:gd name="connsiteX108" fmla="*/ 66367 w 363020"/>
                <a:gd name="connsiteY108" fmla="*/ 37969 h 92499"/>
                <a:gd name="connsiteX109" fmla="*/ 42292 w 363020"/>
                <a:gd name="connsiteY109" fmla="*/ 43854 h 92499"/>
                <a:gd name="connsiteX110" fmla="*/ 28594 w 363020"/>
                <a:gd name="connsiteY110" fmla="*/ 42344 h 92499"/>
                <a:gd name="connsiteX111" fmla="*/ 18229 w 363020"/>
                <a:gd name="connsiteY111" fmla="*/ 38021 h 92499"/>
                <a:gd name="connsiteX112" fmla="*/ 11719 w 363020"/>
                <a:gd name="connsiteY112" fmla="*/ 31250 h 92499"/>
                <a:gd name="connsiteX113" fmla="*/ 9479 w 363020"/>
                <a:gd name="connsiteY113" fmla="*/ 22396 h 92499"/>
                <a:gd name="connsiteX114" fmla="*/ 18229 w 363020"/>
                <a:gd name="connsiteY114" fmla="*/ 6719 h 92499"/>
                <a:gd name="connsiteX115" fmla="*/ 42292 w 363020"/>
                <a:gd name="connsiteY115" fmla="*/ 729 h 92499"/>
                <a:gd name="connsiteX116" fmla="*/ 161771 w 363020"/>
                <a:gd name="connsiteY116" fmla="*/ 208 h 92499"/>
                <a:gd name="connsiteX117" fmla="*/ 170000 w 363020"/>
                <a:gd name="connsiteY117" fmla="*/ 208 h 92499"/>
                <a:gd name="connsiteX118" fmla="*/ 170000 w 363020"/>
                <a:gd name="connsiteY118" fmla="*/ 92500 h 92499"/>
                <a:gd name="connsiteX119" fmla="*/ 161771 w 363020"/>
                <a:gd name="connsiteY119" fmla="*/ 92500 h 92499"/>
                <a:gd name="connsiteX120" fmla="*/ 354792 w 363020"/>
                <a:gd name="connsiteY120" fmla="*/ 0 h 92499"/>
                <a:gd name="connsiteX121" fmla="*/ 363021 w 363020"/>
                <a:gd name="connsiteY121" fmla="*/ 0 h 92499"/>
                <a:gd name="connsiteX122" fmla="*/ 363021 w 363020"/>
                <a:gd name="connsiteY122" fmla="*/ 92291 h 92499"/>
                <a:gd name="connsiteX123" fmla="*/ 354792 w 363020"/>
                <a:gd name="connsiteY123" fmla="*/ 92291 h 92499"/>
                <a:gd name="connsiteX124" fmla="*/ 261367 w 363020"/>
                <a:gd name="connsiteY124" fmla="*/ 0 h 92499"/>
                <a:gd name="connsiteX125" fmla="*/ 269479 w 363020"/>
                <a:gd name="connsiteY125" fmla="*/ 0 h 92499"/>
                <a:gd name="connsiteX126" fmla="*/ 269479 w 363020"/>
                <a:gd name="connsiteY126" fmla="*/ 29687 h 92499"/>
                <a:gd name="connsiteX127" fmla="*/ 282188 w 363020"/>
                <a:gd name="connsiteY127" fmla="*/ 29687 h 92499"/>
                <a:gd name="connsiteX128" fmla="*/ 282188 w 363020"/>
                <a:gd name="connsiteY128" fmla="*/ 36979 h 92499"/>
                <a:gd name="connsiteX129" fmla="*/ 269479 w 363020"/>
                <a:gd name="connsiteY129" fmla="*/ 36979 h 92499"/>
                <a:gd name="connsiteX130" fmla="*/ 269479 w 363020"/>
                <a:gd name="connsiteY130" fmla="*/ 69792 h 92499"/>
                <a:gd name="connsiteX131" fmla="*/ 261367 w 363020"/>
                <a:gd name="connsiteY131" fmla="*/ 69792 h 92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363020" h="92499">
                  <a:moveTo>
                    <a:pt x="211367" y="62917"/>
                  </a:moveTo>
                  <a:lnTo>
                    <a:pt x="219584" y="62917"/>
                  </a:lnTo>
                  <a:lnTo>
                    <a:pt x="219584" y="83333"/>
                  </a:lnTo>
                  <a:lnTo>
                    <a:pt x="272513" y="83333"/>
                  </a:lnTo>
                  <a:lnTo>
                    <a:pt x="272513" y="90417"/>
                  </a:lnTo>
                  <a:lnTo>
                    <a:pt x="213555" y="90417"/>
                  </a:lnTo>
                  <a:cubicBezTo>
                    <a:pt x="212709" y="90417"/>
                    <a:pt x="212149" y="90260"/>
                    <a:pt x="211836" y="89948"/>
                  </a:cubicBezTo>
                  <a:cubicBezTo>
                    <a:pt x="211510" y="89635"/>
                    <a:pt x="211367" y="89062"/>
                    <a:pt x="211367" y="88229"/>
                  </a:cubicBezTo>
                  <a:close/>
                  <a:moveTo>
                    <a:pt x="0" y="52708"/>
                  </a:moveTo>
                  <a:lnTo>
                    <a:pt x="84492" y="52708"/>
                  </a:lnTo>
                  <a:lnTo>
                    <a:pt x="84492" y="59791"/>
                  </a:lnTo>
                  <a:lnTo>
                    <a:pt x="62409" y="59791"/>
                  </a:lnTo>
                  <a:lnTo>
                    <a:pt x="62409" y="92291"/>
                  </a:lnTo>
                  <a:lnTo>
                    <a:pt x="54167" y="92291"/>
                  </a:lnTo>
                  <a:lnTo>
                    <a:pt x="54167" y="59791"/>
                  </a:lnTo>
                  <a:lnTo>
                    <a:pt x="30625" y="59791"/>
                  </a:lnTo>
                  <a:lnTo>
                    <a:pt x="30625" y="91562"/>
                  </a:lnTo>
                  <a:lnTo>
                    <a:pt x="22292" y="91562"/>
                  </a:lnTo>
                  <a:lnTo>
                    <a:pt x="22292" y="59791"/>
                  </a:lnTo>
                  <a:lnTo>
                    <a:pt x="0" y="59791"/>
                  </a:lnTo>
                  <a:close/>
                  <a:moveTo>
                    <a:pt x="215742" y="25208"/>
                  </a:moveTo>
                  <a:lnTo>
                    <a:pt x="223659" y="25208"/>
                  </a:lnTo>
                  <a:lnTo>
                    <a:pt x="223659" y="47187"/>
                  </a:lnTo>
                  <a:cubicBezTo>
                    <a:pt x="225599" y="47187"/>
                    <a:pt x="228060" y="47109"/>
                    <a:pt x="231042" y="46979"/>
                  </a:cubicBezTo>
                  <a:cubicBezTo>
                    <a:pt x="234037" y="46836"/>
                    <a:pt x="237123" y="46628"/>
                    <a:pt x="240326" y="46354"/>
                  </a:cubicBezTo>
                  <a:cubicBezTo>
                    <a:pt x="243581" y="46146"/>
                    <a:pt x="246784" y="45859"/>
                    <a:pt x="249896" y="45520"/>
                  </a:cubicBezTo>
                  <a:cubicBezTo>
                    <a:pt x="253034" y="45169"/>
                    <a:pt x="255729" y="44791"/>
                    <a:pt x="258034" y="44375"/>
                  </a:cubicBezTo>
                  <a:lnTo>
                    <a:pt x="258034" y="51354"/>
                  </a:lnTo>
                  <a:cubicBezTo>
                    <a:pt x="253581" y="52044"/>
                    <a:pt x="247031" y="52721"/>
                    <a:pt x="238386" y="53385"/>
                  </a:cubicBezTo>
                  <a:cubicBezTo>
                    <a:pt x="229740" y="54036"/>
                    <a:pt x="219479" y="54375"/>
                    <a:pt x="207604" y="54375"/>
                  </a:cubicBezTo>
                  <a:lnTo>
                    <a:pt x="196263" y="54375"/>
                  </a:lnTo>
                  <a:lnTo>
                    <a:pt x="196263" y="47187"/>
                  </a:lnTo>
                  <a:lnTo>
                    <a:pt x="215742" y="47187"/>
                  </a:lnTo>
                  <a:close/>
                  <a:moveTo>
                    <a:pt x="42292" y="7604"/>
                  </a:moveTo>
                  <a:cubicBezTo>
                    <a:pt x="35078" y="7604"/>
                    <a:pt x="29258" y="8867"/>
                    <a:pt x="24844" y="11406"/>
                  </a:cubicBezTo>
                  <a:cubicBezTo>
                    <a:pt x="20443" y="13932"/>
                    <a:pt x="18229" y="17604"/>
                    <a:pt x="18229" y="22396"/>
                  </a:cubicBezTo>
                  <a:cubicBezTo>
                    <a:pt x="18229" y="24753"/>
                    <a:pt x="18841" y="26836"/>
                    <a:pt x="20052" y="28646"/>
                  </a:cubicBezTo>
                  <a:cubicBezTo>
                    <a:pt x="21276" y="30442"/>
                    <a:pt x="22956" y="31979"/>
                    <a:pt x="25104" y="33229"/>
                  </a:cubicBezTo>
                  <a:cubicBezTo>
                    <a:pt x="27266" y="34479"/>
                    <a:pt x="29818" y="35417"/>
                    <a:pt x="32774" y="36041"/>
                  </a:cubicBezTo>
                  <a:cubicBezTo>
                    <a:pt x="35716" y="36666"/>
                    <a:pt x="38893" y="36979"/>
                    <a:pt x="42292" y="36979"/>
                  </a:cubicBezTo>
                  <a:cubicBezTo>
                    <a:pt x="49167" y="36979"/>
                    <a:pt x="54883" y="35703"/>
                    <a:pt x="59427" y="33177"/>
                  </a:cubicBezTo>
                  <a:cubicBezTo>
                    <a:pt x="63984" y="30638"/>
                    <a:pt x="66250" y="27044"/>
                    <a:pt x="66250" y="22396"/>
                  </a:cubicBezTo>
                  <a:cubicBezTo>
                    <a:pt x="66250" y="17604"/>
                    <a:pt x="63997" y="13932"/>
                    <a:pt x="59492" y="11406"/>
                  </a:cubicBezTo>
                  <a:cubicBezTo>
                    <a:pt x="54974" y="8867"/>
                    <a:pt x="49245" y="7604"/>
                    <a:pt x="42292" y="7604"/>
                  </a:cubicBezTo>
                  <a:close/>
                  <a:moveTo>
                    <a:pt x="97917" y="5312"/>
                  </a:moveTo>
                  <a:lnTo>
                    <a:pt x="146459" y="5312"/>
                  </a:lnTo>
                  <a:lnTo>
                    <a:pt x="146459" y="12292"/>
                  </a:lnTo>
                  <a:lnTo>
                    <a:pt x="126367" y="12292"/>
                  </a:lnTo>
                  <a:lnTo>
                    <a:pt x="126367" y="21562"/>
                  </a:lnTo>
                  <a:cubicBezTo>
                    <a:pt x="126367" y="31484"/>
                    <a:pt x="128438" y="40052"/>
                    <a:pt x="132617" y="47239"/>
                  </a:cubicBezTo>
                  <a:cubicBezTo>
                    <a:pt x="136771" y="54427"/>
                    <a:pt x="143125" y="60521"/>
                    <a:pt x="151667" y="65521"/>
                  </a:cubicBezTo>
                  <a:lnTo>
                    <a:pt x="145729" y="71458"/>
                  </a:lnTo>
                  <a:cubicBezTo>
                    <a:pt x="140938" y="68333"/>
                    <a:pt x="136328" y="64297"/>
                    <a:pt x="131888" y="59375"/>
                  </a:cubicBezTo>
                  <a:cubicBezTo>
                    <a:pt x="127435" y="54440"/>
                    <a:pt x="124167" y="48854"/>
                    <a:pt x="122097" y="42604"/>
                  </a:cubicBezTo>
                  <a:cubicBezTo>
                    <a:pt x="121120" y="45729"/>
                    <a:pt x="119766" y="48802"/>
                    <a:pt x="118021" y="51823"/>
                  </a:cubicBezTo>
                  <a:cubicBezTo>
                    <a:pt x="116289" y="54843"/>
                    <a:pt x="114310" y="57734"/>
                    <a:pt x="112083" y="60521"/>
                  </a:cubicBezTo>
                  <a:cubicBezTo>
                    <a:pt x="109935" y="63229"/>
                    <a:pt x="107630" y="65729"/>
                    <a:pt x="105156" y="68021"/>
                  </a:cubicBezTo>
                  <a:cubicBezTo>
                    <a:pt x="102695" y="70312"/>
                    <a:pt x="100313" y="72291"/>
                    <a:pt x="98021" y="73958"/>
                  </a:cubicBezTo>
                  <a:lnTo>
                    <a:pt x="91250" y="68229"/>
                  </a:lnTo>
                  <a:cubicBezTo>
                    <a:pt x="99583" y="63021"/>
                    <a:pt x="106094" y="56419"/>
                    <a:pt x="110781" y="48438"/>
                  </a:cubicBezTo>
                  <a:cubicBezTo>
                    <a:pt x="115469" y="40443"/>
                    <a:pt x="117813" y="31041"/>
                    <a:pt x="117813" y="20208"/>
                  </a:cubicBezTo>
                  <a:lnTo>
                    <a:pt x="117813" y="12292"/>
                  </a:lnTo>
                  <a:lnTo>
                    <a:pt x="97917" y="12292"/>
                  </a:lnTo>
                  <a:close/>
                  <a:moveTo>
                    <a:pt x="294479" y="4479"/>
                  </a:moveTo>
                  <a:lnTo>
                    <a:pt x="333659" y="4479"/>
                  </a:lnTo>
                  <a:cubicBezTo>
                    <a:pt x="334479" y="4479"/>
                    <a:pt x="335065" y="4635"/>
                    <a:pt x="335365" y="4948"/>
                  </a:cubicBezTo>
                  <a:cubicBezTo>
                    <a:pt x="335677" y="5260"/>
                    <a:pt x="335847" y="5833"/>
                    <a:pt x="335847" y="6667"/>
                  </a:cubicBezTo>
                  <a:lnTo>
                    <a:pt x="335847" y="38125"/>
                  </a:lnTo>
                  <a:cubicBezTo>
                    <a:pt x="335847" y="38958"/>
                    <a:pt x="335677" y="39531"/>
                    <a:pt x="335365" y="39844"/>
                  </a:cubicBezTo>
                  <a:cubicBezTo>
                    <a:pt x="335065" y="40156"/>
                    <a:pt x="334479" y="40312"/>
                    <a:pt x="333659" y="40312"/>
                  </a:cubicBezTo>
                  <a:lnTo>
                    <a:pt x="302709" y="40312"/>
                  </a:lnTo>
                  <a:lnTo>
                    <a:pt x="302709" y="62292"/>
                  </a:lnTo>
                  <a:lnTo>
                    <a:pt x="312813" y="62292"/>
                  </a:lnTo>
                  <a:cubicBezTo>
                    <a:pt x="316563" y="62292"/>
                    <a:pt x="320274" y="62188"/>
                    <a:pt x="323920" y="61979"/>
                  </a:cubicBezTo>
                  <a:cubicBezTo>
                    <a:pt x="327565" y="61771"/>
                    <a:pt x="331016" y="61523"/>
                    <a:pt x="334284" y="61250"/>
                  </a:cubicBezTo>
                  <a:cubicBezTo>
                    <a:pt x="337539" y="60898"/>
                    <a:pt x="340534" y="60534"/>
                    <a:pt x="343229" y="60156"/>
                  </a:cubicBezTo>
                  <a:cubicBezTo>
                    <a:pt x="345951" y="59766"/>
                    <a:pt x="348229" y="59375"/>
                    <a:pt x="350104" y="58958"/>
                  </a:cubicBezTo>
                  <a:lnTo>
                    <a:pt x="350104" y="66146"/>
                  </a:lnTo>
                  <a:cubicBezTo>
                    <a:pt x="348099" y="66563"/>
                    <a:pt x="345638" y="66979"/>
                    <a:pt x="342722" y="67396"/>
                  </a:cubicBezTo>
                  <a:cubicBezTo>
                    <a:pt x="339805" y="67812"/>
                    <a:pt x="336602" y="68190"/>
                    <a:pt x="333125" y="68541"/>
                  </a:cubicBezTo>
                  <a:cubicBezTo>
                    <a:pt x="329662" y="68880"/>
                    <a:pt x="325938" y="69166"/>
                    <a:pt x="321992" y="69375"/>
                  </a:cubicBezTo>
                  <a:cubicBezTo>
                    <a:pt x="318034" y="69583"/>
                    <a:pt x="314037" y="69687"/>
                    <a:pt x="310000" y="69687"/>
                  </a:cubicBezTo>
                  <a:lnTo>
                    <a:pt x="296667" y="69687"/>
                  </a:lnTo>
                  <a:cubicBezTo>
                    <a:pt x="295833" y="69687"/>
                    <a:pt x="295274" y="69531"/>
                    <a:pt x="294961" y="69219"/>
                  </a:cubicBezTo>
                  <a:cubicBezTo>
                    <a:pt x="294649" y="68906"/>
                    <a:pt x="294479" y="68333"/>
                    <a:pt x="294479" y="67500"/>
                  </a:cubicBezTo>
                  <a:lnTo>
                    <a:pt x="294479" y="35417"/>
                  </a:lnTo>
                  <a:cubicBezTo>
                    <a:pt x="294479" y="34583"/>
                    <a:pt x="294649" y="34010"/>
                    <a:pt x="294961" y="33698"/>
                  </a:cubicBezTo>
                  <a:cubicBezTo>
                    <a:pt x="295274" y="33385"/>
                    <a:pt x="295833" y="33229"/>
                    <a:pt x="296667" y="33229"/>
                  </a:cubicBezTo>
                  <a:lnTo>
                    <a:pt x="327709" y="33229"/>
                  </a:lnTo>
                  <a:lnTo>
                    <a:pt x="327709" y="11667"/>
                  </a:lnTo>
                  <a:lnTo>
                    <a:pt x="294479" y="11667"/>
                  </a:lnTo>
                  <a:close/>
                  <a:moveTo>
                    <a:pt x="202083" y="3750"/>
                  </a:moveTo>
                  <a:lnTo>
                    <a:pt x="246159" y="3750"/>
                  </a:lnTo>
                  <a:cubicBezTo>
                    <a:pt x="246979" y="3750"/>
                    <a:pt x="247565" y="3906"/>
                    <a:pt x="247865" y="4218"/>
                  </a:cubicBezTo>
                  <a:cubicBezTo>
                    <a:pt x="248177" y="4531"/>
                    <a:pt x="248347" y="5104"/>
                    <a:pt x="248347" y="5937"/>
                  </a:cubicBezTo>
                  <a:cubicBezTo>
                    <a:pt x="248203" y="8776"/>
                    <a:pt x="247995" y="11679"/>
                    <a:pt x="247708" y="14635"/>
                  </a:cubicBezTo>
                  <a:cubicBezTo>
                    <a:pt x="247435" y="17578"/>
                    <a:pt x="247122" y="20442"/>
                    <a:pt x="246784" y="23229"/>
                  </a:cubicBezTo>
                  <a:cubicBezTo>
                    <a:pt x="246432" y="26068"/>
                    <a:pt x="246068" y="28724"/>
                    <a:pt x="245677" y="31198"/>
                  </a:cubicBezTo>
                  <a:cubicBezTo>
                    <a:pt x="245300" y="33659"/>
                    <a:pt x="244896" y="35833"/>
                    <a:pt x="244479" y="37708"/>
                  </a:cubicBezTo>
                  <a:lnTo>
                    <a:pt x="236367" y="37708"/>
                  </a:lnTo>
                  <a:cubicBezTo>
                    <a:pt x="236706" y="36041"/>
                    <a:pt x="237057" y="34075"/>
                    <a:pt x="237409" y="31823"/>
                  </a:cubicBezTo>
                  <a:cubicBezTo>
                    <a:pt x="237747" y="29557"/>
                    <a:pt x="238060" y="27214"/>
                    <a:pt x="238334" y="24792"/>
                  </a:cubicBezTo>
                  <a:cubicBezTo>
                    <a:pt x="238685" y="22422"/>
                    <a:pt x="238958" y="20026"/>
                    <a:pt x="239167" y="17604"/>
                  </a:cubicBezTo>
                  <a:cubicBezTo>
                    <a:pt x="239375" y="15169"/>
                    <a:pt x="239597" y="12943"/>
                    <a:pt x="239792" y="10937"/>
                  </a:cubicBezTo>
                  <a:lnTo>
                    <a:pt x="202083" y="10937"/>
                  </a:lnTo>
                  <a:close/>
                  <a:moveTo>
                    <a:pt x="42292" y="729"/>
                  </a:moveTo>
                  <a:cubicBezTo>
                    <a:pt x="52500" y="729"/>
                    <a:pt x="60508" y="2669"/>
                    <a:pt x="66302" y="6562"/>
                  </a:cubicBezTo>
                  <a:cubicBezTo>
                    <a:pt x="72109" y="10442"/>
                    <a:pt x="75000" y="15729"/>
                    <a:pt x="75000" y="22396"/>
                  </a:cubicBezTo>
                  <a:cubicBezTo>
                    <a:pt x="75000" y="28854"/>
                    <a:pt x="72122" y="34036"/>
                    <a:pt x="66367" y="37969"/>
                  </a:cubicBezTo>
                  <a:cubicBezTo>
                    <a:pt x="60599" y="41888"/>
                    <a:pt x="52578" y="43854"/>
                    <a:pt x="42292" y="43854"/>
                  </a:cubicBezTo>
                  <a:cubicBezTo>
                    <a:pt x="37227" y="43854"/>
                    <a:pt x="32656" y="43346"/>
                    <a:pt x="28594" y="42344"/>
                  </a:cubicBezTo>
                  <a:cubicBezTo>
                    <a:pt x="24531" y="41328"/>
                    <a:pt x="21081" y="39896"/>
                    <a:pt x="18229" y="38021"/>
                  </a:cubicBezTo>
                  <a:cubicBezTo>
                    <a:pt x="15391" y="36146"/>
                    <a:pt x="13216" y="33880"/>
                    <a:pt x="11719" y="31250"/>
                  </a:cubicBezTo>
                  <a:cubicBezTo>
                    <a:pt x="10234" y="28607"/>
                    <a:pt x="9479" y="25651"/>
                    <a:pt x="9479" y="22396"/>
                  </a:cubicBezTo>
                  <a:cubicBezTo>
                    <a:pt x="9479" y="15937"/>
                    <a:pt x="12396" y="10703"/>
                    <a:pt x="18229" y="6719"/>
                  </a:cubicBezTo>
                  <a:cubicBezTo>
                    <a:pt x="24063" y="2721"/>
                    <a:pt x="32083" y="729"/>
                    <a:pt x="42292" y="729"/>
                  </a:cubicBezTo>
                  <a:close/>
                  <a:moveTo>
                    <a:pt x="161771" y="208"/>
                  </a:moveTo>
                  <a:lnTo>
                    <a:pt x="170000" y="208"/>
                  </a:lnTo>
                  <a:lnTo>
                    <a:pt x="170000" y="92500"/>
                  </a:lnTo>
                  <a:lnTo>
                    <a:pt x="161771" y="92500"/>
                  </a:lnTo>
                  <a:close/>
                  <a:moveTo>
                    <a:pt x="354792" y="0"/>
                  </a:moveTo>
                  <a:lnTo>
                    <a:pt x="363021" y="0"/>
                  </a:lnTo>
                  <a:lnTo>
                    <a:pt x="363021" y="92291"/>
                  </a:lnTo>
                  <a:lnTo>
                    <a:pt x="354792" y="92291"/>
                  </a:lnTo>
                  <a:close/>
                  <a:moveTo>
                    <a:pt x="261367" y="0"/>
                  </a:moveTo>
                  <a:lnTo>
                    <a:pt x="269479" y="0"/>
                  </a:lnTo>
                  <a:lnTo>
                    <a:pt x="269479" y="29687"/>
                  </a:lnTo>
                  <a:lnTo>
                    <a:pt x="282188" y="29687"/>
                  </a:lnTo>
                  <a:lnTo>
                    <a:pt x="282188" y="36979"/>
                  </a:lnTo>
                  <a:lnTo>
                    <a:pt x="269479" y="36979"/>
                  </a:lnTo>
                  <a:lnTo>
                    <a:pt x="269479" y="69792"/>
                  </a:lnTo>
                  <a:lnTo>
                    <a:pt x="261367" y="697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3" name="TextBox 662">
              <a:extLst>
                <a:ext uri="{FF2B5EF4-FFF2-40B4-BE49-F238E27FC236}">
                  <a16:creationId xmlns:a16="http://schemas.microsoft.com/office/drawing/2014/main" id="{25BAF17B-A553-4F60-A907-71B3E2AE9401}"/>
                </a:ext>
              </a:extLst>
            </p:cNvPr>
            <p:cNvSpPr txBox="1"/>
            <p:nvPr/>
          </p:nvSpPr>
          <p:spPr>
            <a:xfrm>
              <a:off x="2073901" y="6478419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</a:t>
              </a:r>
            </a:p>
          </p:txBody>
        </p:sp>
        <p:grpSp>
          <p:nvGrpSpPr>
            <p:cNvPr id="664" name="그래픽 5">
              <a:extLst>
                <a:ext uri="{FF2B5EF4-FFF2-40B4-BE49-F238E27FC236}">
                  <a16:creationId xmlns:a16="http://schemas.microsoft.com/office/drawing/2014/main" id="{E7123C02-D434-420F-A77E-31DF92CC146D}"/>
                </a:ext>
              </a:extLst>
            </p:cNvPr>
            <p:cNvGrpSpPr/>
            <p:nvPr/>
          </p:nvGrpSpPr>
          <p:grpSpPr>
            <a:xfrm>
              <a:off x="1215071" y="6654712"/>
              <a:ext cx="364583" cy="130208"/>
              <a:chOff x="1215071" y="6654712"/>
              <a:chExt cx="364583" cy="130208"/>
            </a:xfrm>
          </p:grpSpPr>
          <p:sp>
            <p:nvSpPr>
              <p:cNvPr id="665" name="자유형: 도형 664">
                <a:extLst>
                  <a:ext uri="{FF2B5EF4-FFF2-40B4-BE49-F238E27FC236}">
                    <a16:creationId xmlns:a16="http://schemas.microsoft.com/office/drawing/2014/main" id="{ECEDD1B5-D406-4077-A70E-22BABD1550B6}"/>
                  </a:ext>
                </a:extLst>
              </p:cNvPr>
              <p:cNvSpPr/>
              <p:nvPr/>
            </p:nvSpPr>
            <p:spPr>
              <a:xfrm>
                <a:off x="1215071" y="6677576"/>
                <a:ext cx="360104" cy="92916"/>
              </a:xfrm>
              <a:custGeom>
                <a:avLst/>
                <a:gdLst>
                  <a:gd name="connsiteX0" fmla="*/ 308334 w 360104"/>
                  <a:gd name="connsiteY0" fmla="*/ 71667 h 92916"/>
                  <a:gd name="connsiteX1" fmla="*/ 308334 w 360104"/>
                  <a:gd name="connsiteY1" fmla="*/ 84583 h 92916"/>
                  <a:gd name="connsiteX2" fmla="*/ 351979 w 360104"/>
                  <a:gd name="connsiteY2" fmla="*/ 84583 h 92916"/>
                  <a:gd name="connsiteX3" fmla="*/ 351979 w 360104"/>
                  <a:gd name="connsiteY3" fmla="*/ 71667 h 92916"/>
                  <a:gd name="connsiteX4" fmla="*/ 101458 w 360104"/>
                  <a:gd name="connsiteY4" fmla="*/ 61042 h 92916"/>
                  <a:gd name="connsiteX5" fmla="*/ 159583 w 360104"/>
                  <a:gd name="connsiteY5" fmla="*/ 61042 h 92916"/>
                  <a:gd name="connsiteX6" fmla="*/ 161302 w 360104"/>
                  <a:gd name="connsiteY6" fmla="*/ 61510 h 92916"/>
                  <a:gd name="connsiteX7" fmla="*/ 161771 w 360104"/>
                  <a:gd name="connsiteY7" fmla="*/ 63229 h 92916"/>
                  <a:gd name="connsiteX8" fmla="*/ 161771 w 360104"/>
                  <a:gd name="connsiteY8" fmla="*/ 92917 h 92916"/>
                  <a:gd name="connsiteX9" fmla="*/ 153438 w 360104"/>
                  <a:gd name="connsiteY9" fmla="*/ 92917 h 92916"/>
                  <a:gd name="connsiteX10" fmla="*/ 153438 w 360104"/>
                  <a:gd name="connsiteY10" fmla="*/ 68229 h 92916"/>
                  <a:gd name="connsiteX11" fmla="*/ 101458 w 360104"/>
                  <a:gd name="connsiteY11" fmla="*/ 68229 h 92916"/>
                  <a:gd name="connsiteX12" fmla="*/ 300208 w 360104"/>
                  <a:gd name="connsiteY12" fmla="*/ 53437 h 92916"/>
                  <a:gd name="connsiteX13" fmla="*/ 308334 w 360104"/>
                  <a:gd name="connsiteY13" fmla="*/ 53437 h 92916"/>
                  <a:gd name="connsiteX14" fmla="*/ 308334 w 360104"/>
                  <a:gd name="connsiteY14" fmla="*/ 64896 h 92916"/>
                  <a:gd name="connsiteX15" fmla="*/ 351979 w 360104"/>
                  <a:gd name="connsiteY15" fmla="*/ 64896 h 92916"/>
                  <a:gd name="connsiteX16" fmla="*/ 351979 w 360104"/>
                  <a:gd name="connsiteY16" fmla="*/ 53437 h 92916"/>
                  <a:gd name="connsiteX17" fmla="*/ 360000 w 360104"/>
                  <a:gd name="connsiteY17" fmla="*/ 53437 h 92916"/>
                  <a:gd name="connsiteX18" fmla="*/ 360000 w 360104"/>
                  <a:gd name="connsiteY18" fmla="*/ 89167 h 92916"/>
                  <a:gd name="connsiteX19" fmla="*/ 359531 w 360104"/>
                  <a:gd name="connsiteY19" fmla="*/ 90885 h 92916"/>
                  <a:gd name="connsiteX20" fmla="*/ 357813 w 360104"/>
                  <a:gd name="connsiteY20" fmla="*/ 91354 h 92916"/>
                  <a:gd name="connsiteX21" fmla="*/ 302396 w 360104"/>
                  <a:gd name="connsiteY21" fmla="*/ 91354 h 92916"/>
                  <a:gd name="connsiteX22" fmla="*/ 300677 w 360104"/>
                  <a:gd name="connsiteY22" fmla="*/ 90885 h 92916"/>
                  <a:gd name="connsiteX23" fmla="*/ 300208 w 360104"/>
                  <a:gd name="connsiteY23" fmla="*/ 89167 h 92916"/>
                  <a:gd name="connsiteX24" fmla="*/ 62500 w 360104"/>
                  <a:gd name="connsiteY24" fmla="*/ 48646 h 92916"/>
                  <a:gd name="connsiteX25" fmla="*/ 62500 w 360104"/>
                  <a:gd name="connsiteY25" fmla="*/ 55521 h 92916"/>
                  <a:gd name="connsiteX26" fmla="*/ 48073 w 360104"/>
                  <a:gd name="connsiteY26" fmla="*/ 57188 h 92916"/>
                  <a:gd name="connsiteX27" fmla="*/ 31667 w 360104"/>
                  <a:gd name="connsiteY27" fmla="*/ 58021 h 92916"/>
                  <a:gd name="connsiteX28" fmla="*/ 31667 w 360104"/>
                  <a:gd name="connsiteY28" fmla="*/ 90312 h 92916"/>
                  <a:gd name="connsiteX29" fmla="*/ 23854 w 360104"/>
                  <a:gd name="connsiteY29" fmla="*/ 90312 h 92916"/>
                  <a:gd name="connsiteX30" fmla="*/ 23854 w 360104"/>
                  <a:gd name="connsiteY30" fmla="*/ 58125 h 92916"/>
                  <a:gd name="connsiteX31" fmla="*/ 0 w 360104"/>
                  <a:gd name="connsiteY31" fmla="*/ 58125 h 92916"/>
                  <a:gd name="connsiteX32" fmla="*/ 0 w 360104"/>
                  <a:gd name="connsiteY32" fmla="*/ 50937 h 92916"/>
                  <a:gd name="connsiteX33" fmla="*/ 26667 w 360104"/>
                  <a:gd name="connsiteY33" fmla="*/ 50937 h 92916"/>
                  <a:gd name="connsiteX34" fmla="*/ 34115 w 360104"/>
                  <a:gd name="connsiteY34" fmla="*/ 50781 h 92916"/>
                  <a:gd name="connsiteX35" fmla="*/ 44063 w 360104"/>
                  <a:gd name="connsiteY35" fmla="*/ 50312 h 92916"/>
                  <a:gd name="connsiteX36" fmla="*/ 54323 w 360104"/>
                  <a:gd name="connsiteY36" fmla="*/ 49583 h 92916"/>
                  <a:gd name="connsiteX37" fmla="*/ 62500 w 360104"/>
                  <a:gd name="connsiteY37" fmla="*/ 48646 h 92916"/>
                  <a:gd name="connsiteX38" fmla="*/ 310417 w 360104"/>
                  <a:gd name="connsiteY38" fmla="*/ 8437 h 92916"/>
                  <a:gd name="connsiteX39" fmla="*/ 304271 w 360104"/>
                  <a:gd name="connsiteY39" fmla="*/ 9687 h 92916"/>
                  <a:gd name="connsiteX40" fmla="*/ 299375 w 360104"/>
                  <a:gd name="connsiteY40" fmla="*/ 12916 h 92916"/>
                  <a:gd name="connsiteX41" fmla="*/ 296042 w 360104"/>
                  <a:gd name="connsiteY41" fmla="*/ 17760 h 92916"/>
                  <a:gd name="connsiteX42" fmla="*/ 294896 w 360104"/>
                  <a:gd name="connsiteY42" fmla="*/ 23646 h 92916"/>
                  <a:gd name="connsiteX43" fmla="*/ 296042 w 360104"/>
                  <a:gd name="connsiteY43" fmla="*/ 29531 h 92916"/>
                  <a:gd name="connsiteX44" fmla="*/ 299375 w 360104"/>
                  <a:gd name="connsiteY44" fmla="*/ 34271 h 92916"/>
                  <a:gd name="connsiteX45" fmla="*/ 304271 w 360104"/>
                  <a:gd name="connsiteY45" fmla="*/ 37500 h 92916"/>
                  <a:gd name="connsiteX46" fmla="*/ 310417 w 360104"/>
                  <a:gd name="connsiteY46" fmla="*/ 38646 h 92916"/>
                  <a:gd name="connsiteX47" fmla="*/ 321615 w 360104"/>
                  <a:gd name="connsiteY47" fmla="*/ 34271 h 92916"/>
                  <a:gd name="connsiteX48" fmla="*/ 325938 w 360104"/>
                  <a:gd name="connsiteY48" fmla="*/ 23646 h 92916"/>
                  <a:gd name="connsiteX49" fmla="*/ 321511 w 360104"/>
                  <a:gd name="connsiteY49" fmla="*/ 12864 h 92916"/>
                  <a:gd name="connsiteX50" fmla="*/ 310417 w 360104"/>
                  <a:gd name="connsiteY50" fmla="*/ 8437 h 92916"/>
                  <a:gd name="connsiteX51" fmla="*/ 29062 w 360104"/>
                  <a:gd name="connsiteY51" fmla="*/ 7812 h 92916"/>
                  <a:gd name="connsiteX52" fmla="*/ 17500 w 360104"/>
                  <a:gd name="connsiteY52" fmla="*/ 11927 h 92916"/>
                  <a:gd name="connsiteX53" fmla="*/ 13750 w 360104"/>
                  <a:gd name="connsiteY53" fmla="*/ 21354 h 92916"/>
                  <a:gd name="connsiteX54" fmla="*/ 17448 w 360104"/>
                  <a:gd name="connsiteY54" fmla="*/ 30729 h 92916"/>
                  <a:gd name="connsiteX55" fmla="*/ 29062 w 360104"/>
                  <a:gd name="connsiteY55" fmla="*/ 34792 h 92916"/>
                  <a:gd name="connsiteX56" fmla="*/ 40677 w 360104"/>
                  <a:gd name="connsiteY56" fmla="*/ 30729 h 92916"/>
                  <a:gd name="connsiteX57" fmla="*/ 44375 w 360104"/>
                  <a:gd name="connsiteY57" fmla="*/ 21354 h 92916"/>
                  <a:gd name="connsiteX58" fmla="*/ 40677 w 360104"/>
                  <a:gd name="connsiteY58" fmla="*/ 11927 h 92916"/>
                  <a:gd name="connsiteX59" fmla="*/ 29062 w 360104"/>
                  <a:gd name="connsiteY59" fmla="*/ 7812 h 92916"/>
                  <a:gd name="connsiteX60" fmla="*/ 215417 w 360104"/>
                  <a:gd name="connsiteY60" fmla="*/ 3541 h 92916"/>
                  <a:gd name="connsiteX61" fmla="*/ 223958 w 360104"/>
                  <a:gd name="connsiteY61" fmla="*/ 3541 h 92916"/>
                  <a:gd name="connsiteX62" fmla="*/ 223958 w 360104"/>
                  <a:gd name="connsiteY62" fmla="*/ 22291 h 92916"/>
                  <a:gd name="connsiteX63" fmla="*/ 225417 w 360104"/>
                  <a:gd name="connsiteY63" fmla="*/ 35677 h 92916"/>
                  <a:gd name="connsiteX64" fmla="*/ 229896 w 360104"/>
                  <a:gd name="connsiteY64" fmla="*/ 46979 h 92916"/>
                  <a:gd name="connsiteX65" fmla="*/ 238177 w 360104"/>
                  <a:gd name="connsiteY65" fmla="*/ 57552 h 92916"/>
                  <a:gd name="connsiteX66" fmla="*/ 249271 w 360104"/>
                  <a:gd name="connsiteY66" fmla="*/ 65937 h 92916"/>
                  <a:gd name="connsiteX67" fmla="*/ 247552 w 360104"/>
                  <a:gd name="connsiteY67" fmla="*/ 67396 h 92916"/>
                  <a:gd name="connsiteX68" fmla="*/ 245833 w 360104"/>
                  <a:gd name="connsiteY68" fmla="*/ 68958 h 92916"/>
                  <a:gd name="connsiteX69" fmla="*/ 244271 w 360104"/>
                  <a:gd name="connsiteY69" fmla="*/ 70573 h 92916"/>
                  <a:gd name="connsiteX70" fmla="*/ 243021 w 360104"/>
                  <a:gd name="connsiteY70" fmla="*/ 71875 h 92916"/>
                  <a:gd name="connsiteX71" fmla="*/ 236511 w 360104"/>
                  <a:gd name="connsiteY71" fmla="*/ 66823 h 92916"/>
                  <a:gd name="connsiteX72" fmla="*/ 230208 w 360104"/>
                  <a:gd name="connsiteY72" fmla="*/ 60521 h 92916"/>
                  <a:gd name="connsiteX73" fmla="*/ 224271 w 360104"/>
                  <a:gd name="connsiteY73" fmla="*/ 52396 h 92916"/>
                  <a:gd name="connsiteX74" fmla="*/ 219688 w 360104"/>
                  <a:gd name="connsiteY74" fmla="*/ 42917 h 92916"/>
                  <a:gd name="connsiteX75" fmla="*/ 215938 w 360104"/>
                  <a:gd name="connsiteY75" fmla="*/ 51979 h 92916"/>
                  <a:gd name="connsiteX76" fmla="*/ 210313 w 360104"/>
                  <a:gd name="connsiteY76" fmla="*/ 60521 h 92916"/>
                  <a:gd name="connsiteX77" fmla="*/ 203438 w 360104"/>
                  <a:gd name="connsiteY77" fmla="*/ 68333 h 92916"/>
                  <a:gd name="connsiteX78" fmla="*/ 196354 w 360104"/>
                  <a:gd name="connsiteY78" fmla="*/ 74166 h 92916"/>
                  <a:gd name="connsiteX79" fmla="*/ 193021 w 360104"/>
                  <a:gd name="connsiteY79" fmla="*/ 71406 h 92916"/>
                  <a:gd name="connsiteX80" fmla="*/ 189167 w 360104"/>
                  <a:gd name="connsiteY80" fmla="*/ 68646 h 92916"/>
                  <a:gd name="connsiteX81" fmla="*/ 200417 w 360104"/>
                  <a:gd name="connsiteY81" fmla="*/ 59635 h 92916"/>
                  <a:gd name="connsiteX82" fmla="*/ 208854 w 360104"/>
                  <a:gd name="connsiteY82" fmla="*/ 48333 h 92916"/>
                  <a:gd name="connsiteX83" fmla="*/ 213750 w 360104"/>
                  <a:gd name="connsiteY83" fmla="*/ 35469 h 92916"/>
                  <a:gd name="connsiteX84" fmla="*/ 215417 w 360104"/>
                  <a:gd name="connsiteY84" fmla="*/ 20833 h 92916"/>
                  <a:gd name="connsiteX85" fmla="*/ 96042 w 360104"/>
                  <a:gd name="connsiteY85" fmla="*/ 3437 h 92916"/>
                  <a:gd name="connsiteX86" fmla="*/ 136563 w 360104"/>
                  <a:gd name="connsiteY86" fmla="*/ 3437 h 92916"/>
                  <a:gd name="connsiteX87" fmla="*/ 136563 w 360104"/>
                  <a:gd name="connsiteY87" fmla="*/ 10417 h 92916"/>
                  <a:gd name="connsiteX88" fmla="*/ 101771 w 360104"/>
                  <a:gd name="connsiteY88" fmla="*/ 10417 h 92916"/>
                  <a:gd name="connsiteX89" fmla="*/ 101771 w 360104"/>
                  <a:gd name="connsiteY89" fmla="*/ 22916 h 92916"/>
                  <a:gd name="connsiteX90" fmla="*/ 135625 w 360104"/>
                  <a:gd name="connsiteY90" fmla="*/ 22916 h 92916"/>
                  <a:gd name="connsiteX91" fmla="*/ 135625 w 360104"/>
                  <a:gd name="connsiteY91" fmla="*/ 29583 h 92916"/>
                  <a:gd name="connsiteX92" fmla="*/ 101771 w 360104"/>
                  <a:gd name="connsiteY92" fmla="*/ 29583 h 92916"/>
                  <a:gd name="connsiteX93" fmla="*/ 101771 w 360104"/>
                  <a:gd name="connsiteY93" fmla="*/ 43646 h 92916"/>
                  <a:gd name="connsiteX94" fmla="*/ 112396 w 360104"/>
                  <a:gd name="connsiteY94" fmla="*/ 43646 h 92916"/>
                  <a:gd name="connsiteX95" fmla="*/ 121615 w 360104"/>
                  <a:gd name="connsiteY95" fmla="*/ 43385 h 92916"/>
                  <a:gd name="connsiteX96" fmla="*/ 131667 w 360104"/>
                  <a:gd name="connsiteY96" fmla="*/ 42708 h 92916"/>
                  <a:gd name="connsiteX97" fmla="*/ 141250 w 360104"/>
                  <a:gd name="connsiteY97" fmla="*/ 41771 h 92916"/>
                  <a:gd name="connsiteX98" fmla="*/ 149063 w 360104"/>
                  <a:gd name="connsiteY98" fmla="*/ 40625 h 92916"/>
                  <a:gd name="connsiteX99" fmla="*/ 149063 w 360104"/>
                  <a:gd name="connsiteY99" fmla="*/ 47083 h 92916"/>
                  <a:gd name="connsiteX100" fmla="*/ 139375 w 360104"/>
                  <a:gd name="connsiteY100" fmla="*/ 48698 h 92916"/>
                  <a:gd name="connsiteX101" fmla="*/ 128125 w 360104"/>
                  <a:gd name="connsiteY101" fmla="*/ 49791 h 92916"/>
                  <a:gd name="connsiteX102" fmla="*/ 116406 w 360104"/>
                  <a:gd name="connsiteY102" fmla="*/ 50416 h 92916"/>
                  <a:gd name="connsiteX103" fmla="*/ 105417 w 360104"/>
                  <a:gd name="connsiteY103" fmla="*/ 50625 h 92916"/>
                  <a:gd name="connsiteX104" fmla="*/ 96042 w 360104"/>
                  <a:gd name="connsiteY104" fmla="*/ 50625 h 92916"/>
                  <a:gd name="connsiteX105" fmla="*/ 94323 w 360104"/>
                  <a:gd name="connsiteY105" fmla="*/ 50156 h 92916"/>
                  <a:gd name="connsiteX106" fmla="*/ 93854 w 360104"/>
                  <a:gd name="connsiteY106" fmla="*/ 48438 h 92916"/>
                  <a:gd name="connsiteX107" fmla="*/ 93854 w 360104"/>
                  <a:gd name="connsiteY107" fmla="*/ 5625 h 92916"/>
                  <a:gd name="connsiteX108" fmla="*/ 94323 w 360104"/>
                  <a:gd name="connsiteY108" fmla="*/ 3906 h 92916"/>
                  <a:gd name="connsiteX109" fmla="*/ 96042 w 360104"/>
                  <a:gd name="connsiteY109" fmla="*/ 3437 h 92916"/>
                  <a:gd name="connsiteX110" fmla="*/ 29062 w 360104"/>
                  <a:gd name="connsiteY110" fmla="*/ 1146 h 92916"/>
                  <a:gd name="connsiteX111" fmla="*/ 38802 w 360104"/>
                  <a:gd name="connsiteY111" fmla="*/ 2812 h 92916"/>
                  <a:gd name="connsiteX112" fmla="*/ 46042 w 360104"/>
                  <a:gd name="connsiteY112" fmla="*/ 7292 h 92916"/>
                  <a:gd name="connsiteX113" fmla="*/ 50625 w 360104"/>
                  <a:gd name="connsiteY113" fmla="*/ 13750 h 92916"/>
                  <a:gd name="connsiteX114" fmla="*/ 52188 w 360104"/>
                  <a:gd name="connsiteY114" fmla="*/ 21458 h 92916"/>
                  <a:gd name="connsiteX115" fmla="*/ 50573 w 360104"/>
                  <a:gd name="connsiteY115" fmla="*/ 29271 h 92916"/>
                  <a:gd name="connsiteX116" fmla="*/ 46042 w 360104"/>
                  <a:gd name="connsiteY116" fmla="*/ 35625 h 92916"/>
                  <a:gd name="connsiteX117" fmla="*/ 38750 w 360104"/>
                  <a:gd name="connsiteY117" fmla="*/ 39896 h 92916"/>
                  <a:gd name="connsiteX118" fmla="*/ 29062 w 360104"/>
                  <a:gd name="connsiteY118" fmla="*/ 41458 h 92916"/>
                  <a:gd name="connsiteX119" fmla="*/ 19271 w 360104"/>
                  <a:gd name="connsiteY119" fmla="*/ 39896 h 92916"/>
                  <a:gd name="connsiteX120" fmla="*/ 11979 w 360104"/>
                  <a:gd name="connsiteY120" fmla="*/ 35625 h 92916"/>
                  <a:gd name="connsiteX121" fmla="*/ 7396 w 360104"/>
                  <a:gd name="connsiteY121" fmla="*/ 29271 h 92916"/>
                  <a:gd name="connsiteX122" fmla="*/ 5833 w 360104"/>
                  <a:gd name="connsiteY122" fmla="*/ 21458 h 92916"/>
                  <a:gd name="connsiteX123" fmla="*/ 7396 w 360104"/>
                  <a:gd name="connsiteY123" fmla="*/ 13750 h 92916"/>
                  <a:gd name="connsiteX124" fmla="*/ 11875 w 360104"/>
                  <a:gd name="connsiteY124" fmla="*/ 7292 h 92916"/>
                  <a:gd name="connsiteX125" fmla="*/ 19219 w 360104"/>
                  <a:gd name="connsiteY125" fmla="*/ 2812 h 92916"/>
                  <a:gd name="connsiteX126" fmla="*/ 29062 w 360104"/>
                  <a:gd name="connsiteY126" fmla="*/ 1146 h 92916"/>
                  <a:gd name="connsiteX127" fmla="*/ 351979 w 360104"/>
                  <a:gd name="connsiteY127" fmla="*/ 0 h 92916"/>
                  <a:gd name="connsiteX128" fmla="*/ 360104 w 360104"/>
                  <a:gd name="connsiteY128" fmla="*/ 0 h 92916"/>
                  <a:gd name="connsiteX129" fmla="*/ 360104 w 360104"/>
                  <a:gd name="connsiteY129" fmla="*/ 48542 h 92916"/>
                  <a:gd name="connsiteX130" fmla="*/ 351979 w 360104"/>
                  <a:gd name="connsiteY130" fmla="*/ 48542 h 92916"/>
                  <a:gd name="connsiteX131" fmla="*/ 351979 w 360104"/>
                  <a:gd name="connsiteY131" fmla="*/ 27604 h 92916"/>
                  <a:gd name="connsiteX132" fmla="*/ 333854 w 360104"/>
                  <a:gd name="connsiteY132" fmla="*/ 27604 h 92916"/>
                  <a:gd name="connsiteX133" fmla="*/ 330938 w 360104"/>
                  <a:gd name="connsiteY133" fmla="*/ 35104 h 92916"/>
                  <a:gd name="connsiteX134" fmla="*/ 325729 w 360104"/>
                  <a:gd name="connsiteY134" fmla="*/ 40937 h 92916"/>
                  <a:gd name="connsiteX135" fmla="*/ 318646 w 360104"/>
                  <a:gd name="connsiteY135" fmla="*/ 44687 h 92916"/>
                  <a:gd name="connsiteX136" fmla="*/ 310417 w 360104"/>
                  <a:gd name="connsiteY136" fmla="*/ 46041 h 92916"/>
                  <a:gd name="connsiteX137" fmla="*/ 301302 w 360104"/>
                  <a:gd name="connsiteY137" fmla="*/ 44375 h 92916"/>
                  <a:gd name="connsiteX138" fmla="*/ 293750 w 360104"/>
                  <a:gd name="connsiteY138" fmla="*/ 39687 h 92916"/>
                  <a:gd name="connsiteX139" fmla="*/ 288646 w 360104"/>
                  <a:gd name="connsiteY139" fmla="*/ 32604 h 92916"/>
                  <a:gd name="connsiteX140" fmla="*/ 286771 w 360104"/>
                  <a:gd name="connsiteY140" fmla="*/ 23541 h 92916"/>
                  <a:gd name="connsiteX141" fmla="*/ 288594 w 360104"/>
                  <a:gd name="connsiteY141" fmla="*/ 14531 h 92916"/>
                  <a:gd name="connsiteX142" fmla="*/ 293646 w 360104"/>
                  <a:gd name="connsiteY142" fmla="*/ 7500 h 92916"/>
                  <a:gd name="connsiteX143" fmla="*/ 301198 w 360104"/>
                  <a:gd name="connsiteY143" fmla="*/ 2812 h 92916"/>
                  <a:gd name="connsiteX144" fmla="*/ 310417 w 360104"/>
                  <a:gd name="connsiteY144" fmla="*/ 1146 h 92916"/>
                  <a:gd name="connsiteX145" fmla="*/ 318854 w 360104"/>
                  <a:gd name="connsiteY145" fmla="*/ 2604 h 92916"/>
                  <a:gd name="connsiteX146" fmla="*/ 326042 w 360104"/>
                  <a:gd name="connsiteY146" fmla="*/ 6562 h 92916"/>
                  <a:gd name="connsiteX147" fmla="*/ 331354 w 360104"/>
                  <a:gd name="connsiteY147" fmla="*/ 12708 h 92916"/>
                  <a:gd name="connsiteX148" fmla="*/ 334063 w 360104"/>
                  <a:gd name="connsiteY148" fmla="*/ 20417 h 92916"/>
                  <a:gd name="connsiteX149" fmla="*/ 351979 w 360104"/>
                  <a:gd name="connsiteY149" fmla="*/ 20417 h 92916"/>
                  <a:gd name="connsiteX150" fmla="*/ 256979 w 360104"/>
                  <a:gd name="connsiteY150" fmla="*/ 0 h 92916"/>
                  <a:gd name="connsiteX151" fmla="*/ 265208 w 360104"/>
                  <a:gd name="connsiteY151" fmla="*/ 0 h 92916"/>
                  <a:gd name="connsiteX152" fmla="*/ 265208 w 360104"/>
                  <a:gd name="connsiteY152" fmla="*/ 35417 h 92916"/>
                  <a:gd name="connsiteX153" fmla="*/ 278854 w 360104"/>
                  <a:gd name="connsiteY153" fmla="*/ 35417 h 92916"/>
                  <a:gd name="connsiteX154" fmla="*/ 278854 w 360104"/>
                  <a:gd name="connsiteY154" fmla="*/ 42812 h 92916"/>
                  <a:gd name="connsiteX155" fmla="*/ 265208 w 360104"/>
                  <a:gd name="connsiteY155" fmla="*/ 42812 h 92916"/>
                  <a:gd name="connsiteX156" fmla="*/ 265208 w 360104"/>
                  <a:gd name="connsiteY156" fmla="*/ 92396 h 92916"/>
                  <a:gd name="connsiteX157" fmla="*/ 256979 w 360104"/>
                  <a:gd name="connsiteY157" fmla="*/ 92396 h 92916"/>
                  <a:gd name="connsiteX158" fmla="*/ 153542 w 360104"/>
                  <a:gd name="connsiteY158" fmla="*/ 0 h 92916"/>
                  <a:gd name="connsiteX159" fmla="*/ 161667 w 360104"/>
                  <a:gd name="connsiteY159" fmla="*/ 0 h 92916"/>
                  <a:gd name="connsiteX160" fmla="*/ 161667 w 360104"/>
                  <a:gd name="connsiteY160" fmla="*/ 22083 h 92916"/>
                  <a:gd name="connsiteX161" fmla="*/ 174375 w 360104"/>
                  <a:gd name="connsiteY161" fmla="*/ 22083 h 92916"/>
                  <a:gd name="connsiteX162" fmla="*/ 174375 w 360104"/>
                  <a:gd name="connsiteY162" fmla="*/ 29271 h 92916"/>
                  <a:gd name="connsiteX163" fmla="*/ 161667 w 360104"/>
                  <a:gd name="connsiteY163" fmla="*/ 29271 h 92916"/>
                  <a:gd name="connsiteX164" fmla="*/ 161667 w 360104"/>
                  <a:gd name="connsiteY164" fmla="*/ 56146 h 92916"/>
                  <a:gd name="connsiteX165" fmla="*/ 153542 w 360104"/>
                  <a:gd name="connsiteY165" fmla="*/ 56146 h 92916"/>
                  <a:gd name="connsiteX166" fmla="*/ 66667 w 360104"/>
                  <a:gd name="connsiteY166" fmla="*/ 0 h 92916"/>
                  <a:gd name="connsiteX167" fmla="*/ 74896 w 360104"/>
                  <a:gd name="connsiteY167" fmla="*/ 0 h 92916"/>
                  <a:gd name="connsiteX168" fmla="*/ 74896 w 360104"/>
                  <a:gd name="connsiteY168" fmla="*/ 92291 h 92916"/>
                  <a:gd name="connsiteX169" fmla="*/ 66667 w 360104"/>
                  <a:gd name="connsiteY169" fmla="*/ 92291 h 92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</a:cxnLst>
                <a:rect l="l" t="t" r="r" b="b"/>
                <a:pathLst>
                  <a:path w="360104" h="92916">
                    <a:moveTo>
                      <a:pt x="308334" y="71667"/>
                    </a:moveTo>
                    <a:lnTo>
                      <a:pt x="308334" y="84583"/>
                    </a:lnTo>
                    <a:lnTo>
                      <a:pt x="351979" y="84583"/>
                    </a:lnTo>
                    <a:lnTo>
                      <a:pt x="351979" y="71667"/>
                    </a:lnTo>
                    <a:close/>
                    <a:moveTo>
                      <a:pt x="101458" y="61042"/>
                    </a:moveTo>
                    <a:lnTo>
                      <a:pt x="159583" y="61042"/>
                    </a:lnTo>
                    <a:cubicBezTo>
                      <a:pt x="160417" y="61042"/>
                      <a:pt x="160990" y="61198"/>
                      <a:pt x="161302" y="61510"/>
                    </a:cubicBezTo>
                    <a:cubicBezTo>
                      <a:pt x="161615" y="61823"/>
                      <a:pt x="161771" y="62396"/>
                      <a:pt x="161771" y="63229"/>
                    </a:cubicBezTo>
                    <a:lnTo>
                      <a:pt x="161771" y="92917"/>
                    </a:lnTo>
                    <a:lnTo>
                      <a:pt x="153438" y="92917"/>
                    </a:lnTo>
                    <a:lnTo>
                      <a:pt x="153438" y="68229"/>
                    </a:lnTo>
                    <a:lnTo>
                      <a:pt x="101458" y="68229"/>
                    </a:lnTo>
                    <a:close/>
                    <a:moveTo>
                      <a:pt x="300208" y="53437"/>
                    </a:moveTo>
                    <a:lnTo>
                      <a:pt x="308334" y="53437"/>
                    </a:lnTo>
                    <a:lnTo>
                      <a:pt x="308334" y="64896"/>
                    </a:lnTo>
                    <a:lnTo>
                      <a:pt x="351979" y="64896"/>
                    </a:lnTo>
                    <a:lnTo>
                      <a:pt x="351979" y="53437"/>
                    </a:lnTo>
                    <a:lnTo>
                      <a:pt x="360000" y="53437"/>
                    </a:lnTo>
                    <a:lnTo>
                      <a:pt x="360000" y="89167"/>
                    </a:lnTo>
                    <a:cubicBezTo>
                      <a:pt x="360000" y="90000"/>
                      <a:pt x="359844" y="90573"/>
                      <a:pt x="359531" y="90885"/>
                    </a:cubicBezTo>
                    <a:cubicBezTo>
                      <a:pt x="359219" y="91198"/>
                      <a:pt x="358646" y="91354"/>
                      <a:pt x="357813" y="91354"/>
                    </a:cubicBezTo>
                    <a:lnTo>
                      <a:pt x="302396" y="91354"/>
                    </a:lnTo>
                    <a:cubicBezTo>
                      <a:pt x="301563" y="91354"/>
                      <a:pt x="300990" y="91198"/>
                      <a:pt x="300677" y="90885"/>
                    </a:cubicBezTo>
                    <a:cubicBezTo>
                      <a:pt x="300365" y="90573"/>
                      <a:pt x="300208" y="90000"/>
                      <a:pt x="300208" y="89167"/>
                    </a:cubicBezTo>
                    <a:close/>
                    <a:moveTo>
                      <a:pt x="62500" y="48646"/>
                    </a:moveTo>
                    <a:lnTo>
                      <a:pt x="62500" y="55521"/>
                    </a:lnTo>
                    <a:cubicBezTo>
                      <a:pt x="58125" y="56276"/>
                      <a:pt x="53316" y="56836"/>
                      <a:pt x="48073" y="57188"/>
                    </a:cubicBezTo>
                    <a:cubicBezTo>
                      <a:pt x="42831" y="57526"/>
                      <a:pt x="37362" y="57812"/>
                      <a:pt x="31667" y="58021"/>
                    </a:cubicBezTo>
                    <a:lnTo>
                      <a:pt x="31667" y="90312"/>
                    </a:lnTo>
                    <a:lnTo>
                      <a:pt x="23854" y="90312"/>
                    </a:lnTo>
                    <a:lnTo>
                      <a:pt x="23854" y="58125"/>
                    </a:lnTo>
                    <a:lnTo>
                      <a:pt x="0" y="58125"/>
                    </a:lnTo>
                    <a:lnTo>
                      <a:pt x="0" y="50937"/>
                    </a:lnTo>
                    <a:lnTo>
                      <a:pt x="26667" y="50937"/>
                    </a:lnTo>
                    <a:cubicBezTo>
                      <a:pt x="28473" y="50937"/>
                      <a:pt x="30956" y="50885"/>
                      <a:pt x="34115" y="50781"/>
                    </a:cubicBezTo>
                    <a:cubicBezTo>
                      <a:pt x="37275" y="50677"/>
                      <a:pt x="40591" y="50521"/>
                      <a:pt x="44063" y="50312"/>
                    </a:cubicBezTo>
                    <a:cubicBezTo>
                      <a:pt x="47604" y="50104"/>
                      <a:pt x="51025" y="49857"/>
                      <a:pt x="54323" y="49583"/>
                    </a:cubicBezTo>
                    <a:cubicBezTo>
                      <a:pt x="57622" y="49297"/>
                      <a:pt x="60348" y="48984"/>
                      <a:pt x="62500" y="48646"/>
                    </a:cubicBezTo>
                    <a:close/>
                    <a:moveTo>
                      <a:pt x="310417" y="8437"/>
                    </a:moveTo>
                    <a:cubicBezTo>
                      <a:pt x="308195" y="8437"/>
                      <a:pt x="306146" y="8854"/>
                      <a:pt x="304271" y="9687"/>
                    </a:cubicBezTo>
                    <a:cubicBezTo>
                      <a:pt x="302396" y="10521"/>
                      <a:pt x="300765" y="11588"/>
                      <a:pt x="299375" y="12916"/>
                    </a:cubicBezTo>
                    <a:cubicBezTo>
                      <a:pt x="297917" y="14297"/>
                      <a:pt x="296806" y="15911"/>
                      <a:pt x="296042" y="17760"/>
                    </a:cubicBezTo>
                    <a:cubicBezTo>
                      <a:pt x="295279" y="19596"/>
                      <a:pt x="294896" y="21562"/>
                      <a:pt x="294896" y="23646"/>
                    </a:cubicBezTo>
                    <a:cubicBezTo>
                      <a:pt x="294896" y="25729"/>
                      <a:pt x="295279" y="27682"/>
                      <a:pt x="296042" y="29531"/>
                    </a:cubicBezTo>
                    <a:cubicBezTo>
                      <a:pt x="296806" y="31367"/>
                      <a:pt x="297917" y="32943"/>
                      <a:pt x="299375" y="34271"/>
                    </a:cubicBezTo>
                    <a:cubicBezTo>
                      <a:pt x="300765" y="35651"/>
                      <a:pt x="302396" y="36732"/>
                      <a:pt x="304271" y="37500"/>
                    </a:cubicBezTo>
                    <a:cubicBezTo>
                      <a:pt x="306146" y="38255"/>
                      <a:pt x="308195" y="38646"/>
                      <a:pt x="310417" y="38646"/>
                    </a:cubicBezTo>
                    <a:cubicBezTo>
                      <a:pt x="315000" y="38646"/>
                      <a:pt x="318733" y="37187"/>
                      <a:pt x="321615" y="34271"/>
                    </a:cubicBezTo>
                    <a:cubicBezTo>
                      <a:pt x="324498" y="31354"/>
                      <a:pt x="325938" y="27812"/>
                      <a:pt x="325938" y="23646"/>
                    </a:cubicBezTo>
                    <a:cubicBezTo>
                      <a:pt x="325938" y="19401"/>
                      <a:pt x="324462" y="15807"/>
                      <a:pt x="321511" y="12864"/>
                    </a:cubicBezTo>
                    <a:cubicBezTo>
                      <a:pt x="318560" y="9909"/>
                      <a:pt x="314862" y="8437"/>
                      <a:pt x="310417" y="8437"/>
                    </a:cubicBezTo>
                    <a:close/>
                    <a:moveTo>
                      <a:pt x="29062" y="7812"/>
                    </a:moveTo>
                    <a:cubicBezTo>
                      <a:pt x="23854" y="7812"/>
                      <a:pt x="20000" y="9180"/>
                      <a:pt x="17500" y="11927"/>
                    </a:cubicBezTo>
                    <a:cubicBezTo>
                      <a:pt x="15000" y="14661"/>
                      <a:pt x="13750" y="17812"/>
                      <a:pt x="13750" y="21354"/>
                    </a:cubicBezTo>
                    <a:cubicBezTo>
                      <a:pt x="13750" y="24896"/>
                      <a:pt x="14983" y="28021"/>
                      <a:pt x="17448" y="30729"/>
                    </a:cubicBezTo>
                    <a:cubicBezTo>
                      <a:pt x="19914" y="33437"/>
                      <a:pt x="23785" y="34792"/>
                      <a:pt x="29062" y="34792"/>
                    </a:cubicBezTo>
                    <a:cubicBezTo>
                      <a:pt x="34341" y="34792"/>
                      <a:pt x="38212" y="33437"/>
                      <a:pt x="40677" y="30729"/>
                    </a:cubicBezTo>
                    <a:cubicBezTo>
                      <a:pt x="43143" y="28021"/>
                      <a:pt x="44375" y="24896"/>
                      <a:pt x="44375" y="21354"/>
                    </a:cubicBezTo>
                    <a:cubicBezTo>
                      <a:pt x="44375" y="17812"/>
                      <a:pt x="43143" y="14661"/>
                      <a:pt x="40677" y="11927"/>
                    </a:cubicBezTo>
                    <a:cubicBezTo>
                      <a:pt x="38212" y="9180"/>
                      <a:pt x="34341" y="7812"/>
                      <a:pt x="29062" y="7812"/>
                    </a:cubicBezTo>
                    <a:close/>
                    <a:moveTo>
                      <a:pt x="215417" y="3541"/>
                    </a:moveTo>
                    <a:lnTo>
                      <a:pt x="223958" y="3541"/>
                    </a:lnTo>
                    <a:lnTo>
                      <a:pt x="223958" y="22291"/>
                    </a:lnTo>
                    <a:cubicBezTo>
                      <a:pt x="223958" y="27083"/>
                      <a:pt x="224445" y="31536"/>
                      <a:pt x="225417" y="35677"/>
                    </a:cubicBezTo>
                    <a:cubicBezTo>
                      <a:pt x="226389" y="39804"/>
                      <a:pt x="227883" y="43567"/>
                      <a:pt x="229896" y="46979"/>
                    </a:cubicBezTo>
                    <a:cubicBezTo>
                      <a:pt x="232188" y="50859"/>
                      <a:pt x="234948" y="54388"/>
                      <a:pt x="238177" y="57552"/>
                    </a:cubicBezTo>
                    <a:cubicBezTo>
                      <a:pt x="241406" y="60703"/>
                      <a:pt x="245104" y="63502"/>
                      <a:pt x="249271" y="65937"/>
                    </a:cubicBezTo>
                    <a:cubicBezTo>
                      <a:pt x="248716" y="66354"/>
                      <a:pt x="248143" y="66836"/>
                      <a:pt x="247552" y="67396"/>
                    </a:cubicBezTo>
                    <a:cubicBezTo>
                      <a:pt x="246962" y="67943"/>
                      <a:pt x="246389" y="68464"/>
                      <a:pt x="245833" y="68958"/>
                    </a:cubicBezTo>
                    <a:cubicBezTo>
                      <a:pt x="245279" y="69505"/>
                      <a:pt x="244758" y="70052"/>
                      <a:pt x="244271" y="70573"/>
                    </a:cubicBezTo>
                    <a:cubicBezTo>
                      <a:pt x="243785" y="71094"/>
                      <a:pt x="243369" y="71523"/>
                      <a:pt x="243021" y="71875"/>
                    </a:cubicBezTo>
                    <a:cubicBezTo>
                      <a:pt x="240869" y="70417"/>
                      <a:pt x="238698" y="68724"/>
                      <a:pt x="236511" y="66823"/>
                    </a:cubicBezTo>
                    <a:cubicBezTo>
                      <a:pt x="234323" y="64909"/>
                      <a:pt x="232223" y="62812"/>
                      <a:pt x="230208" y="60521"/>
                    </a:cubicBezTo>
                    <a:cubicBezTo>
                      <a:pt x="228056" y="58021"/>
                      <a:pt x="226077" y="55312"/>
                      <a:pt x="224271" y="52396"/>
                    </a:cubicBezTo>
                    <a:cubicBezTo>
                      <a:pt x="222466" y="49479"/>
                      <a:pt x="220938" y="46315"/>
                      <a:pt x="219688" y="42917"/>
                    </a:cubicBezTo>
                    <a:cubicBezTo>
                      <a:pt x="218854" y="45964"/>
                      <a:pt x="217604" y="48984"/>
                      <a:pt x="215938" y="51979"/>
                    </a:cubicBezTo>
                    <a:cubicBezTo>
                      <a:pt x="214271" y="54961"/>
                      <a:pt x="212396" y="57812"/>
                      <a:pt x="210313" y="60521"/>
                    </a:cubicBezTo>
                    <a:cubicBezTo>
                      <a:pt x="208160" y="63359"/>
                      <a:pt x="205869" y="65963"/>
                      <a:pt x="203438" y="68333"/>
                    </a:cubicBezTo>
                    <a:cubicBezTo>
                      <a:pt x="201008" y="70690"/>
                      <a:pt x="198646" y="72630"/>
                      <a:pt x="196354" y="74166"/>
                    </a:cubicBezTo>
                    <a:cubicBezTo>
                      <a:pt x="195521" y="73398"/>
                      <a:pt x="194410" y="72474"/>
                      <a:pt x="193021" y="71406"/>
                    </a:cubicBezTo>
                    <a:cubicBezTo>
                      <a:pt x="191633" y="70326"/>
                      <a:pt x="190348" y="69401"/>
                      <a:pt x="189167" y="68646"/>
                    </a:cubicBezTo>
                    <a:cubicBezTo>
                      <a:pt x="193333" y="66067"/>
                      <a:pt x="197083" y="63073"/>
                      <a:pt x="200417" y="59635"/>
                    </a:cubicBezTo>
                    <a:cubicBezTo>
                      <a:pt x="203750" y="56198"/>
                      <a:pt x="206563" y="52422"/>
                      <a:pt x="208854" y="48333"/>
                    </a:cubicBezTo>
                    <a:cubicBezTo>
                      <a:pt x="211008" y="44375"/>
                      <a:pt x="212639" y="40078"/>
                      <a:pt x="213750" y="35469"/>
                    </a:cubicBezTo>
                    <a:cubicBezTo>
                      <a:pt x="214862" y="30846"/>
                      <a:pt x="215417" y="25963"/>
                      <a:pt x="215417" y="20833"/>
                    </a:cubicBezTo>
                    <a:close/>
                    <a:moveTo>
                      <a:pt x="96042" y="3437"/>
                    </a:moveTo>
                    <a:lnTo>
                      <a:pt x="136563" y="3437"/>
                    </a:lnTo>
                    <a:lnTo>
                      <a:pt x="136563" y="10417"/>
                    </a:lnTo>
                    <a:lnTo>
                      <a:pt x="101771" y="10417"/>
                    </a:lnTo>
                    <a:lnTo>
                      <a:pt x="101771" y="22916"/>
                    </a:lnTo>
                    <a:lnTo>
                      <a:pt x="135625" y="22916"/>
                    </a:lnTo>
                    <a:lnTo>
                      <a:pt x="135625" y="29583"/>
                    </a:lnTo>
                    <a:lnTo>
                      <a:pt x="101771" y="29583"/>
                    </a:lnTo>
                    <a:lnTo>
                      <a:pt x="101771" y="43646"/>
                    </a:lnTo>
                    <a:lnTo>
                      <a:pt x="112396" y="43646"/>
                    </a:lnTo>
                    <a:cubicBezTo>
                      <a:pt x="115175" y="43646"/>
                      <a:pt x="118247" y="43555"/>
                      <a:pt x="121615" y="43385"/>
                    </a:cubicBezTo>
                    <a:cubicBezTo>
                      <a:pt x="124983" y="43203"/>
                      <a:pt x="128333" y="42982"/>
                      <a:pt x="131667" y="42708"/>
                    </a:cubicBezTo>
                    <a:cubicBezTo>
                      <a:pt x="135000" y="42422"/>
                      <a:pt x="138195" y="42109"/>
                      <a:pt x="141250" y="41771"/>
                    </a:cubicBezTo>
                    <a:cubicBezTo>
                      <a:pt x="144306" y="41419"/>
                      <a:pt x="146910" y="41041"/>
                      <a:pt x="149063" y="40625"/>
                    </a:cubicBezTo>
                    <a:lnTo>
                      <a:pt x="149063" y="47083"/>
                    </a:lnTo>
                    <a:cubicBezTo>
                      <a:pt x="146216" y="47708"/>
                      <a:pt x="142987" y="48242"/>
                      <a:pt x="139375" y="48698"/>
                    </a:cubicBezTo>
                    <a:cubicBezTo>
                      <a:pt x="135764" y="49140"/>
                      <a:pt x="132014" y="49505"/>
                      <a:pt x="128125" y="49791"/>
                    </a:cubicBezTo>
                    <a:cubicBezTo>
                      <a:pt x="124237" y="50065"/>
                      <a:pt x="120331" y="50273"/>
                      <a:pt x="116406" y="50416"/>
                    </a:cubicBezTo>
                    <a:cubicBezTo>
                      <a:pt x="112483" y="50547"/>
                      <a:pt x="108820" y="50625"/>
                      <a:pt x="105417" y="50625"/>
                    </a:cubicBezTo>
                    <a:lnTo>
                      <a:pt x="96042" y="50625"/>
                    </a:lnTo>
                    <a:cubicBezTo>
                      <a:pt x="95208" y="50625"/>
                      <a:pt x="94635" y="50468"/>
                      <a:pt x="94323" y="50156"/>
                    </a:cubicBezTo>
                    <a:cubicBezTo>
                      <a:pt x="94010" y="49843"/>
                      <a:pt x="93854" y="49271"/>
                      <a:pt x="93854" y="48438"/>
                    </a:cubicBezTo>
                    <a:lnTo>
                      <a:pt x="93854" y="5625"/>
                    </a:lnTo>
                    <a:cubicBezTo>
                      <a:pt x="93854" y="4791"/>
                      <a:pt x="94010" y="4218"/>
                      <a:pt x="94323" y="3906"/>
                    </a:cubicBezTo>
                    <a:cubicBezTo>
                      <a:pt x="94635" y="3594"/>
                      <a:pt x="95208" y="3437"/>
                      <a:pt x="96042" y="3437"/>
                    </a:cubicBezTo>
                    <a:close/>
                    <a:moveTo>
                      <a:pt x="29062" y="1146"/>
                    </a:moveTo>
                    <a:cubicBezTo>
                      <a:pt x="32674" y="1146"/>
                      <a:pt x="35921" y="1692"/>
                      <a:pt x="38802" y="2812"/>
                    </a:cubicBezTo>
                    <a:cubicBezTo>
                      <a:pt x="41685" y="3919"/>
                      <a:pt x="44098" y="5416"/>
                      <a:pt x="46042" y="7292"/>
                    </a:cubicBezTo>
                    <a:cubicBezTo>
                      <a:pt x="48056" y="9166"/>
                      <a:pt x="49583" y="11315"/>
                      <a:pt x="50625" y="13750"/>
                    </a:cubicBezTo>
                    <a:cubicBezTo>
                      <a:pt x="51667" y="16172"/>
                      <a:pt x="52188" y="18750"/>
                      <a:pt x="52188" y="21458"/>
                    </a:cubicBezTo>
                    <a:cubicBezTo>
                      <a:pt x="52188" y="24232"/>
                      <a:pt x="51650" y="26836"/>
                      <a:pt x="50573" y="29271"/>
                    </a:cubicBezTo>
                    <a:cubicBezTo>
                      <a:pt x="49497" y="31693"/>
                      <a:pt x="47987" y="33815"/>
                      <a:pt x="46042" y="35625"/>
                    </a:cubicBezTo>
                    <a:cubicBezTo>
                      <a:pt x="44029" y="37422"/>
                      <a:pt x="41598" y="38854"/>
                      <a:pt x="38750" y="39896"/>
                    </a:cubicBezTo>
                    <a:cubicBezTo>
                      <a:pt x="35904" y="40937"/>
                      <a:pt x="32674" y="41458"/>
                      <a:pt x="29062" y="41458"/>
                    </a:cubicBezTo>
                    <a:cubicBezTo>
                      <a:pt x="25383" y="41458"/>
                      <a:pt x="22119" y="40937"/>
                      <a:pt x="19271" y="39896"/>
                    </a:cubicBezTo>
                    <a:cubicBezTo>
                      <a:pt x="16424" y="38854"/>
                      <a:pt x="13993" y="37422"/>
                      <a:pt x="11979" y="35625"/>
                    </a:cubicBezTo>
                    <a:cubicBezTo>
                      <a:pt x="9966" y="33815"/>
                      <a:pt x="8437" y="31693"/>
                      <a:pt x="7396" y="29271"/>
                    </a:cubicBezTo>
                    <a:cubicBezTo>
                      <a:pt x="6354" y="26836"/>
                      <a:pt x="5833" y="24232"/>
                      <a:pt x="5833" y="21458"/>
                    </a:cubicBezTo>
                    <a:cubicBezTo>
                      <a:pt x="5833" y="18750"/>
                      <a:pt x="6354" y="16172"/>
                      <a:pt x="7396" y="13750"/>
                    </a:cubicBezTo>
                    <a:cubicBezTo>
                      <a:pt x="8437" y="11315"/>
                      <a:pt x="9931" y="9166"/>
                      <a:pt x="11875" y="7292"/>
                    </a:cubicBezTo>
                    <a:cubicBezTo>
                      <a:pt x="13889" y="5416"/>
                      <a:pt x="16337" y="3919"/>
                      <a:pt x="19219" y="2812"/>
                    </a:cubicBezTo>
                    <a:cubicBezTo>
                      <a:pt x="22102" y="1692"/>
                      <a:pt x="25383" y="1146"/>
                      <a:pt x="29062" y="1146"/>
                    </a:cubicBezTo>
                    <a:close/>
                    <a:moveTo>
                      <a:pt x="351979" y="0"/>
                    </a:moveTo>
                    <a:lnTo>
                      <a:pt x="360104" y="0"/>
                    </a:lnTo>
                    <a:lnTo>
                      <a:pt x="360104" y="48542"/>
                    </a:lnTo>
                    <a:lnTo>
                      <a:pt x="351979" y="48542"/>
                    </a:lnTo>
                    <a:lnTo>
                      <a:pt x="351979" y="27604"/>
                    </a:lnTo>
                    <a:lnTo>
                      <a:pt x="333854" y="27604"/>
                    </a:lnTo>
                    <a:cubicBezTo>
                      <a:pt x="333300" y="30312"/>
                      <a:pt x="332327" y="32812"/>
                      <a:pt x="330938" y="35104"/>
                    </a:cubicBezTo>
                    <a:cubicBezTo>
                      <a:pt x="329550" y="37396"/>
                      <a:pt x="327813" y="39336"/>
                      <a:pt x="325729" y="40937"/>
                    </a:cubicBezTo>
                    <a:cubicBezTo>
                      <a:pt x="323646" y="42526"/>
                      <a:pt x="321285" y="43776"/>
                      <a:pt x="318646" y="44687"/>
                    </a:cubicBezTo>
                    <a:cubicBezTo>
                      <a:pt x="316008" y="45586"/>
                      <a:pt x="313265" y="46041"/>
                      <a:pt x="310417" y="46041"/>
                    </a:cubicBezTo>
                    <a:cubicBezTo>
                      <a:pt x="307223" y="46041"/>
                      <a:pt x="304185" y="45482"/>
                      <a:pt x="301302" y="44375"/>
                    </a:cubicBezTo>
                    <a:cubicBezTo>
                      <a:pt x="298421" y="43255"/>
                      <a:pt x="295904" y="41693"/>
                      <a:pt x="293750" y="39687"/>
                    </a:cubicBezTo>
                    <a:cubicBezTo>
                      <a:pt x="291598" y="37734"/>
                      <a:pt x="289896" y="35377"/>
                      <a:pt x="288646" y="32604"/>
                    </a:cubicBezTo>
                    <a:cubicBezTo>
                      <a:pt x="287396" y="29817"/>
                      <a:pt x="286771" y="26797"/>
                      <a:pt x="286771" y="23541"/>
                    </a:cubicBezTo>
                    <a:cubicBezTo>
                      <a:pt x="286771" y="20273"/>
                      <a:pt x="287379" y="17265"/>
                      <a:pt x="288594" y="14531"/>
                    </a:cubicBezTo>
                    <a:cubicBezTo>
                      <a:pt x="289810" y="11784"/>
                      <a:pt x="291494" y="9440"/>
                      <a:pt x="293646" y="7500"/>
                    </a:cubicBezTo>
                    <a:cubicBezTo>
                      <a:pt x="295800" y="5482"/>
                      <a:pt x="298317" y="3919"/>
                      <a:pt x="301198" y="2812"/>
                    </a:cubicBezTo>
                    <a:cubicBezTo>
                      <a:pt x="304081" y="1692"/>
                      <a:pt x="307154" y="1146"/>
                      <a:pt x="310417" y="1146"/>
                    </a:cubicBezTo>
                    <a:cubicBezTo>
                      <a:pt x="313333" y="1146"/>
                      <a:pt x="316146" y="1628"/>
                      <a:pt x="318854" y="2604"/>
                    </a:cubicBezTo>
                    <a:cubicBezTo>
                      <a:pt x="321563" y="3568"/>
                      <a:pt x="323958" y="4896"/>
                      <a:pt x="326042" y="6562"/>
                    </a:cubicBezTo>
                    <a:cubicBezTo>
                      <a:pt x="328195" y="8294"/>
                      <a:pt x="329966" y="10338"/>
                      <a:pt x="331354" y="12708"/>
                    </a:cubicBezTo>
                    <a:cubicBezTo>
                      <a:pt x="332744" y="15065"/>
                      <a:pt x="333646" y="17630"/>
                      <a:pt x="334063" y="20417"/>
                    </a:cubicBezTo>
                    <a:lnTo>
                      <a:pt x="351979" y="20417"/>
                    </a:lnTo>
                    <a:close/>
                    <a:moveTo>
                      <a:pt x="256979" y="0"/>
                    </a:moveTo>
                    <a:lnTo>
                      <a:pt x="265208" y="0"/>
                    </a:lnTo>
                    <a:lnTo>
                      <a:pt x="265208" y="35417"/>
                    </a:lnTo>
                    <a:lnTo>
                      <a:pt x="278854" y="35417"/>
                    </a:lnTo>
                    <a:lnTo>
                      <a:pt x="278854" y="42812"/>
                    </a:lnTo>
                    <a:lnTo>
                      <a:pt x="265208" y="42812"/>
                    </a:lnTo>
                    <a:lnTo>
                      <a:pt x="265208" y="92396"/>
                    </a:lnTo>
                    <a:lnTo>
                      <a:pt x="256979" y="92396"/>
                    </a:lnTo>
                    <a:close/>
                    <a:moveTo>
                      <a:pt x="153542" y="0"/>
                    </a:moveTo>
                    <a:lnTo>
                      <a:pt x="161667" y="0"/>
                    </a:lnTo>
                    <a:lnTo>
                      <a:pt x="161667" y="22083"/>
                    </a:lnTo>
                    <a:lnTo>
                      <a:pt x="174375" y="22083"/>
                    </a:lnTo>
                    <a:lnTo>
                      <a:pt x="174375" y="29271"/>
                    </a:lnTo>
                    <a:lnTo>
                      <a:pt x="161667" y="29271"/>
                    </a:lnTo>
                    <a:lnTo>
                      <a:pt x="161667" y="56146"/>
                    </a:lnTo>
                    <a:lnTo>
                      <a:pt x="153542" y="56146"/>
                    </a:lnTo>
                    <a:close/>
                    <a:moveTo>
                      <a:pt x="66667" y="0"/>
                    </a:moveTo>
                    <a:lnTo>
                      <a:pt x="74896" y="0"/>
                    </a:lnTo>
                    <a:lnTo>
                      <a:pt x="74896" y="92291"/>
                    </a:lnTo>
                    <a:lnTo>
                      <a:pt x="66667" y="92291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66" name="TextBox 665">
                <a:extLst>
                  <a:ext uri="{FF2B5EF4-FFF2-40B4-BE49-F238E27FC236}">
                    <a16:creationId xmlns:a16="http://schemas.microsoft.com/office/drawing/2014/main" id="{40427292-0BDB-454F-9042-EA4EC25B3B27}"/>
                  </a:ext>
                </a:extLst>
              </p:cNvPr>
              <p:cNvSpPr txBox="1"/>
              <p:nvPr/>
            </p:nvSpPr>
            <p:spPr>
              <a:xfrm>
                <a:off x="1123631" y="6608992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위탁사업</a:t>
                </a:r>
              </a:p>
            </p:txBody>
          </p:sp>
        </p:grpSp>
        <p:sp>
          <p:nvSpPr>
            <p:cNvPr id="667" name="자유형: 도형 666">
              <a:extLst>
                <a:ext uri="{FF2B5EF4-FFF2-40B4-BE49-F238E27FC236}">
                  <a16:creationId xmlns:a16="http://schemas.microsoft.com/office/drawing/2014/main" id="{C7D0C6AE-DB77-4C8D-9982-8F5EAD9410AB}"/>
                </a:ext>
              </a:extLst>
            </p:cNvPr>
            <p:cNvSpPr/>
            <p:nvPr/>
          </p:nvSpPr>
          <p:spPr>
            <a:xfrm>
              <a:off x="3018050" y="6550285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2 h 81562"/>
                <a:gd name="connsiteX3" fmla="*/ 408021 w 631667"/>
                <a:gd name="connsiteY3" fmla="*/ 81562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2 h 81562"/>
                <a:gd name="connsiteX7" fmla="*/ 251771 w 631667"/>
                <a:gd name="connsiteY7" fmla="*/ 81562 h 81562"/>
                <a:gd name="connsiteX8" fmla="*/ 519271 w 631667"/>
                <a:gd name="connsiteY8" fmla="*/ 43437 h 81562"/>
                <a:gd name="connsiteX9" fmla="*/ 513125 w 631667"/>
                <a:gd name="connsiteY9" fmla="*/ 44427 h 81562"/>
                <a:gd name="connsiteX10" fmla="*/ 507813 w 631667"/>
                <a:gd name="connsiteY10" fmla="*/ 47292 h 81562"/>
                <a:gd name="connsiteX11" fmla="*/ 504011 w 631667"/>
                <a:gd name="connsiteY11" fmla="*/ 52031 h 81562"/>
                <a:gd name="connsiteX12" fmla="*/ 502605 w 631667"/>
                <a:gd name="connsiteY12" fmla="*/ 58646 h 81562"/>
                <a:gd name="connsiteX13" fmla="*/ 507032 w 631667"/>
                <a:gd name="connsiteY13" fmla="*/ 69687 h 81562"/>
                <a:gd name="connsiteX14" fmla="*/ 519271 w 631667"/>
                <a:gd name="connsiteY14" fmla="*/ 73854 h 81562"/>
                <a:gd name="connsiteX15" fmla="*/ 531407 w 631667"/>
                <a:gd name="connsiteY15" fmla="*/ 69687 h 81562"/>
                <a:gd name="connsiteX16" fmla="*/ 535938 w 631667"/>
                <a:gd name="connsiteY16" fmla="*/ 58646 h 81562"/>
                <a:gd name="connsiteX17" fmla="*/ 534480 w 631667"/>
                <a:gd name="connsiteY17" fmla="*/ 52031 h 81562"/>
                <a:gd name="connsiteX18" fmla="*/ 530625 w 631667"/>
                <a:gd name="connsiteY18" fmla="*/ 47292 h 81562"/>
                <a:gd name="connsiteX19" fmla="*/ 525313 w 631667"/>
                <a:gd name="connsiteY19" fmla="*/ 44427 h 81562"/>
                <a:gd name="connsiteX20" fmla="*/ 519271 w 631667"/>
                <a:gd name="connsiteY20" fmla="*/ 43437 h 81562"/>
                <a:gd name="connsiteX21" fmla="*/ 598855 w 631667"/>
                <a:gd name="connsiteY21" fmla="*/ 33958 h 81562"/>
                <a:gd name="connsiteX22" fmla="*/ 604219 w 631667"/>
                <a:gd name="connsiteY22" fmla="*/ 34948 h 81562"/>
                <a:gd name="connsiteX23" fmla="*/ 609063 w 631667"/>
                <a:gd name="connsiteY23" fmla="*/ 37917 h 81562"/>
                <a:gd name="connsiteX24" fmla="*/ 613854 w 631667"/>
                <a:gd name="connsiteY24" fmla="*/ 41406 h 81562"/>
                <a:gd name="connsiteX25" fmla="*/ 618125 w 631667"/>
                <a:gd name="connsiteY25" fmla="*/ 42604 h 81562"/>
                <a:gd name="connsiteX26" fmla="*/ 623386 w 631667"/>
                <a:gd name="connsiteY26" fmla="*/ 40312 h 81562"/>
                <a:gd name="connsiteX27" fmla="*/ 626980 w 631667"/>
                <a:gd name="connsiteY27" fmla="*/ 33958 h 81562"/>
                <a:gd name="connsiteX28" fmla="*/ 631667 w 631667"/>
                <a:gd name="connsiteY28" fmla="*/ 36771 h 81562"/>
                <a:gd name="connsiteX29" fmla="*/ 626719 w 631667"/>
                <a:gd name="connsiteY29" fmla="*/ 45833 h 81562"/>
                <a:gd name="connsiteX30" fmla="*/ 618021 w 631667"/>
                <a:gd name="connsiteY30" fmla="*/ 49271 h 81562"/>
                <a:gd name="connsiteX31" fmla="*/ 612605 w 631667"/>
                <a:gd name="connsiteY31" fmla="*/ 48333 h 81562"/>
                <a:gd name="connsiteX32" fmla="*/ 607813 w 631667"/>
                <a:gd name="connsiteY32" fmla="*/ 45312 h 81562"/>
                <a:gd name="connsiteX33" fmla="*/ 602969 w 631667"/>
                <a:gd name="connsiteY33" fmla="*/ 41875 h 81562"/>
                <a:gd name="connsiteX34" fmla="*/ 598750 w 631667"/>
                <a:gd name="connsiteY34" fmla="*/ 40625 h 81562"/>
                <a:gd name="connsiteX35" fmla="*/ 593646 w 631667"/>
                <a:gd name="connsiteY35" fmla="*/ 42656 h 81562"/>
                <a:gd name="connsiteX36" fmla="*/ 590105 w 631667"/>
                <a:gd name="connsiteY36" fmla="*/ 48438 h 81562"/>
                <a:gd name="connsiteX37" fmla="*/ 585417 w 631667"/>
                <a:gd name="connsiteY37" fmla="*/ 45625 h 81562"/>
                <a:gd name="connsiteX38" fmla="*/ 590313 w 631667"/>
                <a:gd name="connsiteY38" fmla="*/ 37396 h 81562"/>
                <a:gd name="connsiteX39" fmla="*/ 598855 w 631667"/>
                <a:gd name="connsiteY39" fmla="*/ 33958 h 81562"/>
                <a:gd name="connsiteX40" fmla="*/ 519271 w 631667"/>
                <a:gd name="connsiteY40" fmla="*/ 8333 h 81562"/>
                <a:gd name="connsiteX41" fmla="*/ 508125 w 631667"/>
                <a:gd name="connsiteY41" fmla="*/ 12083 h 81562"/>
                <a:gd name="connsiteX42" fmla="*/ 503542 w 631667"/>
                <a:gd name="connsiteY42" fmla="*/ 22083 h 81562"/>
                <a:gd name="connsiteX43" fmla="*/ 508021 w 631667"/>
                <a:gd name="connsiteY43" fmla="*/ 32239 h 81562"/>
                <a:gd name="connsiteX44" fmla="*/ 519271 w 631667"/>
                <a:gd name="connsiteY44" fmla="*/ 35833 h 81562"/>
                <a:gd name="connsiteX45" fmla="*/ 530417 w 631667"/>
                <a:gd name="connsiteY45" fmla="*/ 32239 h 81562"/>
                <a:gd name="connsiteX46" fmla="*/ 535000 w 631667"/>
                <a:gd name="connsiteY46" fmla="*/ 22083 h 81562"/>
                <a:gd name="connsiteX47" fmla="*/ 530417 w 631667"/>
                <a:gd name="connsiteY47" fmla="*/ 12083 h 81562"/>
                <a:gd name="connsiteX48" fmla="*/ 519271 w 631667"/>
                <a:gd name="connsiteY48" fmla="*/ 8333 h 81562"/>
                <a:gd name="connsiteX49" fmla="*/ 297917 w 631667"/>
                <a:gd name="connsiteY49" fmla="*/ 7188 h 81562"/>
                <a:gd name="connsiteX50" fmla="*/ 289115 w 631667"/>
                <a:gd name="connsiteY50" fmla="*/ 10833 h 81562"/>
                <a:gd name="connsiteX51" fmla="*/ 284375 w 631667"/>
                <a:gd name="connsiteY51" fmla="*/ 19583 h 81562"/>
                <a:gd name="connsiteX52" fmla="*/ 282344 w 631667"/>
                <a:gd name="connsiteY52" fmla="*/ 30573 h 81562"/>
                <a:gd name="connsiteX53" fmla="*/ 281979 w 631667"/>
                <a:gd name="connsiteY53" fmla="*/ 40729 h 81562"/>
                <a:gd name="connsiteX54" fmla="*/ 282344 w 631667"/>
                <a:gd name="connsiteY54" fmla="*/ 50781 h 81562"/>
                <a:gd name="connsiteX55" fmla="*/ 284375 w 631667"/>
                <a:gd name="connsiteY55" fmla="*/ 61667 h 81562"/>
                <a:gd name="connsiteX56" fmla="*/ 289115 w 631667"/>
                <a:gd name="connsiteY56" fmla="*/ 70312 h 81562"/>
                <a:gd name="connsiteX57" fmla="*/ 297917 w 631667"/>
                <a:gd name="connsiteY57" fmla="*/ 73854 h 81562"/>
                <a:gd name="connsiteX58" fmla="*/ 306875 w 631667"/>
                <a:gd name="connsiteY58" fmla="*/ 70312 h 81562"/>
                <a:gd name="connsiteX59" fmla="*/ 311875 w 631667"/>
                <a:gd name="connsiteY59" fmla="*/ 61667 h 81562"/>
                <a:gd name="connsiteX60" fmla="*/ 314167 w 631667"/>
                <a:gd name="connsiteY60" fmla="*/ 50781 h 81562"/>
                <a:gd name="connsiteX61" fmla="*/ 314688 w 631667"/>
                <a:gd name="connsiteY61" fmla="*/ 40729 h 81562"/>
                <a:gd name="connsiteX62" fmla="*/ 314167 w 631667"/>
                <a:gd name="connsiteY62" fmla="*/ 30573 h 81562"/>
                <a:gd name="connsiteX63" fmla="*/ 311875 w 631667"/>
                <a:gd name="connsiteY63" fmla="*/ 19583 h 81562"/>
                <a:gd name="connsiteX64" fmla="*/ 306875 w 631667"/>
                <a:gd name="connsiteY64" fmla="*/ 10833 h 81562"/>
                <a:gd name="connsiteX65" fmla="*/ 297917 w 631667"/>
                <a:gd name="connsiteY65" fmla="*/ 7188 h 81562"/>
                <a:gd name="connsiteX66" fmla="*/ 89583 w 631667"/>
                <a:gd name="connsiteY66" fmla="*/ 7188 h 81562"/>
                <a:gd name="connsiteX67" fmla="*/ 80781 w 631667"/>
                <a:gd name="connsiteY67" fmla="*/ 10833 h 81562"/>
                <a:gd name="connsiteX68" fmla="*/ 76042 w 631667"/>
                <a:gd name="connsiteY68" fmla="*/ 19583 h 81562"/>
                <a:gd name="connsiteX69" fmla="*/ 74011 w 631667"/>
                <a:gd name="connsiteY69" fmla="*/ 30573 h 81562"/>
                <a:gd name="connsiteX70" fmla="*/ 73646 w 631667"/>
                <a:gd name="connsiteY70" fmla="*/ 40729 h 81562"/>
                <a:gd name="connsiteX71" fmla="*/ 74011 w 631667"/>
                <a:gd name="connsiteY71" fmla="*/ 50781 h 81562"/>
                <a:gd name="connsiteX72" fmla="*/ 76042 w 631667"/>
                <a:gd name="connsiteY72" fmla="*/ 61667 h 81562"/>
                <a:gd name="connsiteX73" fmla="*/ 80781 w 631667"/>
                <a:gd name="connsiteY73" fmla="*/ 70312 h 81562"/>
                <a:gd name="connsiteX74" fmla="*/ 89583 w 631667"/>
                <a:gd name="connsiteY74" fmla="*/ 73854 h 81562"/>
                <a:gd name="connsiteX75" fmla="*/ 98542 w 631667"/>
                <a:gd name="connsiteY75" fmla="*/ 70312 h 81562"/>
                <a:gd name="connsiteX76" fmla="*/ 103542 w 631667"/>
                <a:gd name="connsiteY76" fmla="*/ 61667 h 81562"/>
                <a:gd name="connsiteX77" fmla="*/ 105833 w 631667"/>
                <a:gd name="connsiteY77" fmla="*/ 50781 h 81562"/>
                <a:gd name="connsiteX78" fmla="*/ 106354 w 631667"/>
                <a:gd name="connsiteY78" fmla="*/ 40729 h 81562"/>
                <a:gd name="connsiteX79" fmla="*/ 105833 w 631667"/>
                <a:gd name="connsiteY79" fmla="*/ 30573 h 81562"/>
                <a:gd name="connsiteX80" fmla="*/ 103542 w 631667"/>
                <a:gd name="connsiteY80" fmla="*/ 19583 h 81562"/>
                <a:gd name="connsiteX81" fmla="*/ 98542 w 631667"/>
                <a:gd name="connsiteY81" fmla="*/ 10833 h 81562"/>
                <a:gd name="connsiteX82" fmla="*/ 89583 w 631667"/>
                <a:gd name="connsiteY82" fmla="*/ 7188 h 81562"/>
                <a:gd name="connsiteX83" fmla="*/ 453125 w 631667"/>
                <a:gd name="connsiteY83" fmla="*/ 3125 h 81562"/>
                <a:gd name="connsiteX84" fmla="*/ 459063 w 631667"/>
                <a:gd name="connsiteY84" fmla="*/ 3125 h 81562"/>
                <a:gd name="connsiteX85" fmla="*/ 460625 w 631667"/>
                <a:gd name="connsiteY85" fmla="*/ 3541 h 81562"/>
                <a:gd name="connsiteX86" fmla="*/ 461042 w 631667"/>
                <a:gd name="connsiteY86" fmla="*/ 5104 h 81562"/>
                <a:gd name="connsiteX87" fmla="*/ 461042 w 631667"/>
                <a:gd name="connsiteY87" fmla="*/ 79167 h 81562"/>
                <a:gd name="connsiteX88" fmla="*/ 452813 w 631667"/>
                <a:gd name="connsiteY88" fmla="*/ 79167 h 81562"/>
                <a:gd name="connsiteX89" fmla="*/ 452813 w 631667"/>
                <a:gd name="connsiteY89" fmla="*/ 12083 h 81562"/>
                <a:gd name="connsiteX90" fmla="*/ 445782 w 631667"/>
                <a:gd name="connsiteY90" fmla="*/ 17864 h 81562"/>
                <a:gd name="connsiteX91" fmla="*/ 436563 w 631667"/>
                <a:gd name="connsiteY91" fmla="*/ 23125 h 81562"/>
                <a:gd name="connsiteX92" fmla="*/ 436563 w 631667"/>
                <a:gd name="connsiteY92" fmla="*/ 15208 h 81562"/>
                <a:gd name="connsiteX93" fmla="*/ 445209 w 631667"/>
                <a:gd name="connsiteY93" fmla="*/ 10104 h 81562"/>
                <a:gd name="connsiteX94" fmla="*/ 453125 w 631667"/>
                <a:gd name="connsiteY94" fmla="*/ 3125 h 81562"/>
                <a:gd name="connsiteX95" fmla="*/ 344167 w 631667"/>
                <a:gd name="connsiteY95" fmla="*/ 3125 h 81562"/>
                <a:gd name="connsiteX96" fmla="*/ 383854 w 631667"/>
                <a:gd name="connsiteY96" fmla="*/ 3125 h 81562"/>
                <a:gd name="connsiteX97" fmla="*/ 383854 w 631667"/>
                <a:gd name="connsiteY97" fmla="*/ 10208 h 81562"/>
                <a:gd name="connsiteX98" fmla="*/ 350521 w 631667"/>
                <a:gd name="connsiteY98" fmla="*/ 10208 h 81562"/>
                <a:gd name="connsiteX99" fmla="*/ 349063 w 631667"/>
                <a:gd name="connsiteY99" fmla="*/ 35833 h 81562"/>
                <a:gd name="connsiteX100" fmla="*/ 355886 w 631667"/>
                <a:gd name="connsiteY100" fmla="*/ 30781 h 81562"/>
                <a:gd name="connsiteX101" fmla="*/ 365938 w 631667"/>
                <a:gd name="connsiteY101" fmla="*/ 28958 h 81562"/>
                <a:gd name="connsiteX102" fmla="*/ 374375 w 631667"/>
                <a:gd name="connsiteY102" fmla="*/ 30573 h 81562"/>
                <a:gd name="connsiteX103" fmla="*/ 381355 w 631667"/>
                <a:gd name="connsiteY103" fmla="*/ 35417 h 81562"/>
                <a:gd name="connsiteX104" fmla="*/ 386042 w 631667"/>
                <a:gd name="connsiteY104" fmla="*/ 43490 h 81562"/>
                <a:gd name="connsiteX105" fmla="*/ 387813 w 631667"/>
                <a:gd name="connsiteY105" fmla="*/ 54896 h 81562"/>
                <a:gd name="connsiteX106" fmla="*/ 386094 w 631667"/>
                <a:gd name="connsiteY106" fmla="*/ 65417 h 81562"/>
                <a:gd name="connsiteX107" fmla="*/ 381250 w 631667"/>
                <a:gd name="connsiteY107" fmla="*/ 73646 h 81562"/>
                <a:gd name="connsiteX108" fmla="*/ 373594 w 631667"/>
                <a:gd name="connsiteY108" fmla="*/ 79010 h 81562"/>
                <a:gd name="connsiteX109" fmla="*/ 363750 w 631667"/>
                <a:gd name="connsiteY109" fmla="*/ 80937 h 81562"/>
                <a:gd name="connsiteX110" fmla="*/ 347084 w 631667"/>
                <a:gd name="connsiteY110" fmla="*/ 75729 h 81562"/>
                <a:gd name="connsiteX111" fmla="*/ 339792 w 631667"/>
                <a:gd name="connsiteY111" fmla="*/ 60625 h 81562"/>
                <a:gd name="connsiteX112" fmla="*/ 348021 w 631667"/>
                <a:gd name="connsiteY112" fmla="*/ 60625 h 81562"/>
                <a:gd name="connsiteX113" fmla="*/ 353334 w 631667"/>
                <a:gd name="connsiteY113" fmla="*/ 70469 h 81562"/>
                <a:gd name="connsiteX114" fmla="*/ 364063 w 631667"/>
                <a:gd name="connsiteY114" fmla="*/ 73958 h 81562"/>
                <a:gd name="connsiteX115" fmla="*/ 375052 w 631667"/>
                <a:gd name="connsiteY115" fmla="*/ 68854 h 81562"/>
                <a:gd name="connsiteX116" fmla="*/ 379479 w 631667"/>
                <a:gd name="connsiteY116" fmla="*/ 55000 h 81562"/>
                <a:gd name="connsiteX117" fmla="*/ 375104 w 631667"/>
                <a:gd name="connsiteY117" fmla="*/ 40625 h 81562"/>
                <a:gd name="connsiteX118" fmla="*/ 364167 w 631667"/>
                <a:gd name="connsiteY118" fmla="*/ 35833 h 81562"/>
                <a:gd name="connsiteX119" fmla="*/ 355000 w 631667"/>
                <a:gd name="connsiteY119" fmla="*/ 38490 h 81562"/>
                <a:gd name="connsiteX120" fmla="*/ 349792 w 631667"/>
                <a:gd name="connsiteY120" fmla="*/ 45729 h 81562"/>
                <a:gd name="connsiteX121" fmla="*/ 349479 w 631667"/>
                <a:gd name="connsiteY121" fmla="*/ 46562 h 81562"/>
                <a:gd name="connsiteX122" fmla="*/ 349167 w 631667"/>
                <a:gd name="connsiteY122" fmla="*/ 47083 h 81562"/>
                <a:gd name="connsiteX123" fmla="*/ 348594 w 631667"/>
                <a:gd name="connsiteY123" fmla="*/ 47396 h 81562"/>
                <a:gd name="connsiteX124" fmla="*/ 347708 w 631667"/>
                <a:gd name="connsiteY124" fmla="*/ 47500 h 81562"/>
                <a:gd name="connsiteX125" fmla="*/ 342709 w 631667"/>
                <a:gd name="connsiteY125" fmla="*/ 47500 h 81562"/>
                <a:gd name="connsiteX126" fmla="*/ 341563 w 631667"/>
                <a:gd name="connsiteY126" fmla="*/ 47239 h 81562"/>
                <a:gd name="connsiteX127" fmla="*/ 341354 w 631667"/>
                <a:gd name="connsiteY127" fmla="*/ 45937 h 81562"/>
                <a:gd name="connsiteX128" fmla="*/ 342500 w 631667"/>
                <a:gd name="connsiteY128" fmla="*/ 5104 h 81562"/>
                <a:gd name="connsiteX129" fmla="*/ 342865 w 631667"/>
                <a:gd name="connsiteY129" fmla="*/ 3541 h 81562"/>
                <a:gd name="connsiteX130" fmla="*/ 344167 w 631667"/>
                <a:gd name="connsiteY130" fmla="*/ 3125 h 81562"/>
                <a:gd name="connsiteX131" fmla="*/ 519271 w 631667"/>
                <a:gd name="connsiteY131" fmla="*/ 1354 h 81562"/>
                <a:gd name="connsiteX132" fmla="*/ 536615 w 631667"/>
                <a:gd name="connsiteY132" fmla="*/ 6771 h 81562"/>
                <a:gd name="connsiteX133" fmla="*/ 543334 w 631667"/>
                <a:gd name="connsiteY133" fmla="*/ 21979 h 81562"/>
                <a:gd name="connsiteX134" fmla="*/ 542344 w 631667"/>
                <a:gd name="connsiteY134" fmla="*/ 27604 h 81562"/>
                <a:gd name="connsiteX135" fmla="*/ 539584 w 631667"/>
                <a:gd name="connsiteY135" fmla="*/ 32916 h 81562"/>
                <a:gd name="connsiteX136" fmla="*/ 535209 w 631667"/>
                <a:gd name="connsiteY136" fmla="*/ 37344 h 81562"/>
                <a:gd name="connsiteX137" fmla="*/ 529688 w 631667"/>
                <a:gd name="connsiteY137" fmla="*/ 40104 h 81562"/>
                <a:gd name="connsiteX138" fmla="*/ 540417 w 631667"/>
                <a:gd name="connsiteY138" fmla="*/ 46927 h 81562"/>
                <a:gd name="connsiteX139" fmla="*/ 544271 w 631667"/>
                <a:gd name="connsiteY139" fmla="*/ 58542 h 81562"/>
                <a:gd name="connsiteX140" fmla="*/ 537240 w 631667"/>
                <a:gd name="connsiteY140" fmla="*/ 75052 h 81562"/>
                <a:gd name="connsiteX141" fmla="*/ 519167 w 631667"/>
                <a:gd name="connsiteY141" fmla="*/ 80833 h 81562"/>
                <a:gd name="connsiteX142" fmla="*/ 501094 w 631667"/>
                <a:gd name="connsiteY142" fmla="*/ 75052 h 81562"/>
                <a:gd name="connsiteX143" fmla="*/ 494271 w 631667"/>
                <a:gd name="connsiteY143" fmla="*/ 58542 h 81562"/>
                <a:gd name="connsiteX144" fmla="*/ 498021 w 631667"/>
                <a:gd name="connsiteY144" fmla="*/ 47448 h 81562"/>
                <a:gd name="connsiteX145" fmla="*/ 508959 w 631667"/>
                <a:gd name="connsiteY145" fmla="*/ 39687 h 81562"/>
                <a:gd name="connsiteX146" fmla="*/ 498802 w 631667"/>
                <a:gd name="connsiteY146" fmla="*/ 33333 h 81562"/>
                <a:gd name="connsiteX147" fmla="*/ 495209 w 631667"/>
                <a:gd name="connsiteY147" fmla="*/ 21979 h 81562"/>
                <a:gd name="connsiteX148" fmla="*/ 501875 w 631667"/>
                <a:gd name="connsiteY148" fmla="*/ 6771 h 81562"/>
                <a:gd name="connsiteX149" fmla="*/ 519271 w 631667"/>
                <a:gd name="connsiteY149" fmla="*/ 1354 h 81562"/>
                <a:gd name="connsiteX150" fmla="*/ 205417 w 631667"/>
                <a:gd name="connsiteY150" fmla="*/ 1354 h 81562"/>
                <a:gd name="connsiteX151" fmla="*/ 214219 w 631667"/>
                <a:gd name="connsiteY151" fmla="*/ 2552 h 81562"/>
                <a:gd name="connsiteX152" fmla="*/ 221667 w 631667"/>
                <a:gd name="connsiteY152" fmla="*/ 6250 h 81562"/>
                <a:gd name="connsiteX153" fmla="*/ 226719 w 631667"/>
                <a:gd name="connsiteY153" fmla="*/ 12604 h 81562"/>
                <a:gd name="connsiteX154" fmla="*/ 228646 w 631667"/>
                <a:gd name="connsiteY154" fmla="*/ 21771 h 81562"/>
                <a:gd name="connsiteX155" fmla="*/ 224375 w 631667"/>
                <a:gd name="connsiteY155" fmla="*/ 33437 h 81562"/>
                <a:gd name="connsiteX156" fmla="*/ 213229 w 631667"/>
                <a:gd name="connsiteY156" fmla="*/ 39792 h 81562"/>
                <a:gd name="connsiteX157" fmla="*/ 225573 w 631667"/>
                <a:gd name="connsiteY157" fmla="*/ 46198 h 81562"/>
                <a:gd name="connsiteX158" fmla="*/ 230313 w 631667"/>
                <a:gd name="connsiteY158" fmla="*/ 59062 h 81562"/>
                <a:gd name="connsiteX159" fmla="*/ 228177 w 631667"/>
                <a:gd name="connsiteY159" fmla="*/ 69010 h 81562"/>
                <a:gd name="connsiteX160" fmla="*/ 222500 w 631667"/>
                <a:gd name="connsiteY160" fmla="*/ 75833 h 81562"/>
                <a:gd name="connsiteX161" fmla="*/ 214375 w 631667"/>
                <a:gd name="connsiteY161" fmla="*/ 79687 h 81562"/>
                <a:gd name="connsiteX162" fmla="*/ 205000 w 631667"/>
                <a:gd name="connsiteY162" fmla="*/ 80937 h 81562"/>
                <a:gd name="connsiteX163" fmla="*/ 187240 w 631667"/>
                <a:gd name="connsiteY163" fmla="*/ 75000 h 81562"/>
                <a:gd name="connsiteX164" fmla="*/ 180521 w 631667"/>
                <a:gd name="connsiteY164" fmla="*/ 58542 h 81562"/>
                <a:gd name="connsiteX165" fmla="*/ 188750 w 631667"/>
                <a:gd name="connsiteY165" fmla="*/ 58542 h 81562"/>
                <a:gd name="connsiteX166" fmla="*/ 193698 w 631667"/>
                <a:gd name="connsiteY166" fmla="*/ 69896 h 81562"/>
                <a:gd name="connsiteX167" fmla="*/ 205313 w 631667"/>
                <a:gd name="connsiteY167" fmla="*/ 73750 h 81562"/>
                <a:gd name="connsiteX168" fmla="*/ 217500 w 631667"/>
                <a:gd name="connsiteY168" fmla="*/ 69687 h 81562"/>
                <a:gd name="connsiteX169" fmla="*/ 221979 w 631667"/>
                <a:gd name="connsiteY169" fmla="*/ 58125 h 81562"/>
                <a:gd name="connsiteX170" fmla="*/ 220521 w 631667"/>
                <a:gd name="connsiteY170" fmla="*/ 51510 h 81562"/>
                <a:gd name="connsiteX171" fmla="*/ 216667 w 631667"/>
                <a:gd name="connsiteY171" fmla="*/ 46979 h 81562"/>
                <a:gd name="connsiteX172" fmla="*/ 211094 w 631667"/>
                <a:gd name="connsiteY172" fmla="*/ 44375 h 81562"/>
                <a:gd name="connsiteX173" fmla="*/ 204792 w 631667"/>
                <a:gd name="connsiteY173" fmla="*/ 43333 h 81562"/>
                <a:gd name="connsiteX174" fmla="*/ 200625 w 631667"/>
                <a:gd name="connsiteY174" fmla="*/ 43333 h 81562"/>
                <a:gd name="connsiteX175" fmla="*/ 199167 w 631667"/>
                <a:gd name="connsiteY175" fmla="*/ 43073 h 81562"/>
                <a:gd name="connsiteX176" fmla="*/ 198958 w 631667"/>
                <a:gd name="connsiteY176" fmla="*/ 41666 h 81562"/>
                <a:gd name="connsiteX177" fmla="*/ 198958 w 631667"/>
                <a:gd name="connsiteY177" fmla="*/ 37812 h 81562"/>
                <a:gd name="connsiteX178" fmla="*/ 199167 w 631667"/>
                <a:gd name="connsiteY178" fmla="*/ 36146 h 81562"/>
                <a:gd name="connsiteX179" fmla="*/ 200625 w 631667"/>
                <a:gd name="connsiteY179" fmla="*/ 35729 h 81562"/>
                <a:gd name="connsiteX180" fmla="*/ 204063 w 631667"/>
                <a:gd name="connsiteY180" fmla="*/ 35729 h 81562"/>
                <a:gd name="connsiteX181" fmla="*/ 210156 w 631667"/>
                <a:gd name="connsiteY181" fmla="*/ 34948 h 81562"/>
                <a:gd name="connsiteX182" fmla="*/ 215313 w 631667"/>
                <a:gd name="connsiteY182" fmla="*/ 32500 h 81562"/>
                <a:gd name="connsiteX183" fmla="*/ 218959 w 631667"/>
                <a:gd name="connsiteY183" fmla="*/ 28385 h 81562"/>
                <a:gd name="connsiteX184" fmla="*/ 220313 w 631667"/>
                <a:gd name="connsiteY184" fmla="*/ 22187 h 81562"/>
                <a:gd name="connsiteX185" fmla="*/ 215990 w 631667"/>
                <a:gd name="connsiteY185" fmla="*/ 12083 h 81562"/>
                <a:gd name="connsiteX186" fmla="*/ 205104 w 631667"/>
                <a:gd name="connsiteY186" fmla="*/ 8541 h 81562"/>
                <a:gd name="connsiteX187" fmla="*/ 194427 w 631667"/>
                <a:gd name="connsiteY187" fmla="*/ 12083 h 81562"/>
                <a:gd name="connsiteX188" fmla="*/ 189896 w 631667"/>
                <a:gd name="connsiteY188" fmla="*/ 22291 h 81562"/>
                <a:gd name="connsiteX189" fmla="*/ 181563 w 631667"/>
                <a:gd name="connsiteY189" fmla="*/ 22291 h 81562"/>
                <a:gd name="connsiteX190" fmla="*/ 188229 w 631667"/>
                <a:gd name="connsiteY190" fmla="*/ 6979 h 81562"/>
                <a:gd name="connsiteX191" fmla="*/ 205417 w 631667"/>
                <a:gd name="connsiteY191" fmla="*/ 1354 h 81562"/>
                <a:gd name="connsiteX192" fmla="*/ 140208 w 631667"/>
                <a:gd name="connsiteY192" fmla="*/ 1354 h 81562"/>
                <a:gd name="connsiteX193" fmla="*/ 156250 w 631667"/>
                <a:gd name="connsiteY193" fmla="*/ 6458 h 81562"/>
                <a:gd name="connsiteX194" fmla="*/ 162708 w 631667"/>
                <a:gd name="connsiteY194" fmla="*/ 21458 h 81562"/>
                <a:gd name="connsiteX195" fmla="*/ 158594 w 631667"/>
                <a:gd name="connsiteY195" fmla="*/ 35312 h 81562"/>
                <a:gd name="connsiteX196" fmla="*/ 148750 w 631667"/>
                <a:gd name="connsiteY196" fmla="*/ 49271 h 81562"/>
                <a:gd name="connsiteX197" fmla="*/ 136875 w 631667"/>
                <a:gd name="connsiteY197" fmla="*/ 61979 h 81562"/>
                <a:gd name="connsiteX198" fmla="*/ 126667 w 631667"/>
                <a:gd name="connsiteY198" fmla="*/ 71979 h 81562"/>
                <a:gd name="connsiteX199" fmla="*/ 164375 w 631667"/>
                <a:gd name="connsiteY199" fmla="*/ 71979 h 81562"/>
                <a:gd name="connsiteX200" fmla="*/ 164375 w 631667"/>
                <a:gd name="connsiteY200" fmla="*/ 79167 h 81562"/>
                <a:gd name="connsiteX201" fmla="*/ 118646 w 631667"/>
                <a:gd name="connsiteY201" fmla="*/ 79167 h 81562"/>
                <a:gd name="connsiteX202" fmla="*/ 117448 w 631667"/>
                <a:gd name="connsiteY202" fmla="*/ 78854 h 81562"/>
                <a:gd name="connsiteX203" fmla="*/ 117188 w 631667"/>
                <a:gd name="connsiteY203" fmla="*/ 77604 h 81562"/>
                <a:gd name="connsiteX204" fmla="*/ 117188 w 631667"/>
                <a:gd name="connsiteY204" fmla="*/ 71354 h 81562"/>
                <a:gd name="connsiteX205" fmla="*/ 121510 w 631667"/>
                <a:gd name="connsiteY205" fmla="*/ 67187 h 81562"/>
                <a:gd name="connsiteX206" fmla="*/ 127084 w 631667"/>
                <a:gd name="connsiteY206" fmla="*/ 61667 h 81562"/>
                <a:gd name="connsiteX207" fmla="*/ 133125 w 631667"/>
                <a:gd name="connsiteY207" fmla="*/ 55208 h 81562"/>
                <a:gd name="connsiteX208" fmla="*/ 139271 w 631667"/>
                <a:gd name="connsiteY208" fmla="*/ 48125 h 81562"/>
                <a:gd name="connsiteX209" fmla="*/ 145000 w 631667"/>
                <a:gd name="connsiteY209" fmla="*/ 40989 h 81562"/>
                <a:gd name="connsiteX210" fmla="*/ 149688 w 631667"/>
                <a:gd name="connsiteY210" fmla="*/ 34062 h 81562"/>
                <a:gd name="connsiteX211" fmla="*/ 152969 w 631667"/>
                <a:gd name="connsiteY211" fmla="*/ 27604 h 81562"/>
                <a:gd name="connsiteX212" fmla="*/ 154167 w 631667"/>
                <a:gd name="connsiteY212" fmla="*/ 22083 h 81562"/>
                <a:gd name="connsiteX213" fmla="*/ 150208 w 631667"/>
                <a:gd name="connsiteY213" fmla="*/ 11927 h 81562"/>
                <a:gd name="connsiteX214" fmla="*/ 140000 w 631667"/>
                <a:gd name="connsiteY214" fmla="*/ 8541 h 81562"/>
                <a:gd name="connsiteX215" fmla="*/ 130156 w 631667"/>
                <a:gd name="connsiteY215" fmla="*/ 12708 h 81562"/>
                <a:gd name="connsiteX216" fmla="*/ 126354 w 631667"/>
                <a:gd name="connsiteY216" fmla="*/ 23541 h 81562"/>
                <a:gd name="connsiteX217" fmla="*/ 117813 w 631667"/>
                <a:gd name="connsiteY217" fmla="*/ 23541 h 81562"/>
                <a:gd name="connsiteX218" fmla="*/ 119479 w 631667"/>
                <a:gd name="connsiteY218" fmla="*/ 14427 h 81562"/>
                <a:gd name="connsiteX219" fmla="*/ 124167 w 631667"/>
                <a:gd name="connsiteY219" fmla="*/ 7396 h 81562"/>
                <a:gd name="connsiteX220" fmla="*/ 131302 w 631667"/>
                <a:gd name="connsiteY220" fmla="*/ 2917 h 81562"/>
                <a:gd name="connsiteX221" fmla="*/ 140208 w 631667"/>
                <a:gd name="connsiteY221" fmla="*/ 1354 h 81562"/>
                <a:gd name="connsiteX222" fmla="*/ 23021 w 631667"/>
                <a:gd name="connsiteY222" fmla="*/ 1354 h 81562"/>
                <a:gd name="connsiteX223" fmla="*/ 39063 w 631667"/>
                <a:gd name="connsiteY223" fmla="*/ 6458 h 81562"/>
                <a:gd name="connsiteX224" fmla="*/ 45521 w 631667"/>
                <a:gd name="connsiteY224" fmla="*/ 21458 h 81562"/>
                <a:gd name="connsiteX225" fmla="*/ 41406 w 631667"/>
                <a:gd name="connsiteY225" fmla="*/ 35312 h 81562"/>
                <a:gd name="connsiteX226" fmla="*/ 31562 w 631667"/>
                <a:gd name="connsiteY226" fmla="*/ 49271 h 81562"/>
                <a:gd name="connsiteX227" fmla="*/ 19688 w 631667"/>
                <a:gd name="connsiteY227" fmla="*/ 61979 h 81562"/>
                <a:gd name="connsiteX228" fmla="*/ 9479 w 631667"/>
                <a:gd name="connsiteY228" fmla="*/ 71979 h 81562"/>
                <a:gd name="connsiteX229" fmla="*/ 47188 w 631667"/>
                <a:gd name="connsiteY229" fmla="*/ 71979 h 81562"/>
                <a:gd name="connsiteX230" fmla="*/ 47188 w 631667"/>
                <a:gd name="connsiteY230" fmla="*/ 79167 h 81562"/>
                <a:gd name="connsiteX231" fmla="*/ 1458 w 631667"/>
                <a:gd name="connsiteY231" fmla="*/ 79167 h 81562"/>
                <a:gd name="connsiteX232" fmla="*/ 260 w 631667"/>
                <a:gd name="connsiteY232" fmla="*/ 78854 h 81562"/>
                <a:gd name="connsiteX233" fmla="*/ 0 w 631667"/>
                <a:gd name="connsiteY233" fmla="*/ 77604 h 81562"/>
                <a:gd name="connsiteX234" fmla="*/ 0 w 631667"/>
                <a:gd name="connsiteY234" fmla="*/ 71354 h 81562"/>
                <a:gd name="connsiteX235" fmla="*/ 4323 w 631667"/>
                <a:gd name="connsiteY235" fmla="*/ 67187 h 81562"/>
                <a:gd name="connsiteX236" fmla="*/ 9896 w 631667"/>
                <a:gd name="connsiteY236" fmla="*/ 61667 h 81562"/>
                <a:gd name="connsiteX237" fmla="*/ 15937 w 631667"/>
                <a:gd name="connsiteY237" fmla="*/ 55208 h 81562"/>
                <a:gd name="connsiteX238" fmla="*/ 22083 w 631667"/>
                <a:gd name="connsiteY238" fmla="*/ 48125 h 81562"/>
                <a:gd name="connsiteX239" fmla="*/ 27813 w 631667"/>
                <a:gd name="connsiteY239" fmla="*/ 40989 h 81562"/>
                <a:gd name="connsiteX240" fmla="*/ 32500 w 631667"/>
                <a:gd name="connsiteY240" fmla="*/ 34062 h 81562"/>
                <a:gd name="connsiteX241" fmla="*/ 35781 w 631667"/>
                <a:gd name="connsiteY241" fmla="*/ 27604 h 81562"/>
                <a:gd name="connsiteX242" fmla="*/ 36979 w 631667"/>
                <a:gd name="connsiteY242" fmla="*/ 22083 h 81562"/>
                <a:gd name="connsiteX243" fmla="*/ 33021 w 631667"/>
                <a:gd name="connsiteY243" fmla="*/ 11927 h 81562"/>
                <a:gd name="connsiteX244" fmla="*/ 22812 w 631667"/>
                <a:gd name="connsiteY244" fmla="*/ 8541 h 81562"/>
                <a:gd name="connsiteX245" fmla="*/ 12969 w 631667"/>
                <a:gd name="connsiteY245" fmla="*/ 12708 h 81562"/>
                <a:gd name="connsiteX246" fmla="*/ 9167 w 631667"/>
                <a:gd name="connsiteY246" fmla="*/ 23541 h 81562"/>
                <a:gd name="connsiteX247" fmla="*/ 625 w 631667"/>
                <a:gd name="connsiteY247" fmla="*/ 23541 h 81562"/>
                <a:gd name="connsiteX248" fmla="*/ 2292 w 631667"/>
                <a:gd name="connsiteY248" fmla="*/ 14427 h 81562"/>
                <a:gd name="connsiteX249" fmla="*/ 6979 w 631667"/>
                <a:gd name="connsiteY249" fmla="*/ 7396 h 81562"/>
                <a:gd name="connsiteX250" fmla="*/ 14115 w 631667"/>
                <a:gd name="connsiteY250" fmla="*/ 2917 h 81562"/>
                <a:gd name="connsiteX251" fmla="*/ 23021 w 631667"/>
                <a:gd name="connsiteY251" fmla="*/ 1354 h 81562"/>
                <a:gd name="connsiteX252" fmla="*/ 297917 w 631667"/>
                <a:gd name="connsiteY252" fmla="*/ 0 h 81562"/>
                <a:gd name="connsiteX253" fmla="*/ 310677 w 631667"/>
                <a:gd name="connsiteY253" fmla="*/ 3646 h 81562"/>
                <a:gd name="connsiteX254" fmla="*/ 318438 w 631667"/>
                <a:gd name="connsiteY254" fmla="*/ 13021 h 81562"/>
                <a:gd name="connsiteX255" fmla="*/ 322292 w 631667"/>
                <a:gd name="connsiteY255" fmla="*/ 26146 h 81562"/>
                <a:gd name="connsiteX256" fmla="*/ 323334 w 631667"/>
                <a:gd name="connsiteY256" fmla="*/ 40729 h 81562"/>
                <a:gd name="connsiteX257" fmla="*/ 322292 w 631667"/>
                <a:gd name="connsiteY257" fmla="*/ 55312 h 81562"/>
                <a:gd name="connsiteX258" fmla="*/ 318438 w 631667"/>
                <a:gd name="connsiteY258" fmla="*/ 68333 h 81562"/>
                <a:gd name="connsiteX259" fmla="*/ 310677 w 631667"/>
                <a:gd name="connsiteY259" fmla="*/ 77604 h 81562"/>
                <a:gd name="connsiteX260" fmla="*/ 297917 w 631667"/>
                <a:gd name="connsiteY260" fmla="*/ 81146 h 81562"/>
                <a:gd name="connsiteX261" fmla="*/ 285365 w 631667"/>
                <a:gd name="connsiteY261" fmla="*/ 77604 h 81562"/>
                <a:gd name="connsiteX262" fmla="*/ 277917 w 631667"/>
                <a:gd name="connsiteY262" fmla="*/ 68333 h 81562"/>
                <a:gd name="connsiteX263" fmla="*/ 274271 w 631667"/>
                <a:gd name="connsiteY263" fmla="*/ 55312 h 81562"/>
                <a:gd name="connsiteX264" fmla="*/ 273334 w 631667"/>
                <a:gd name="connsiteY264" fmla="*/ 40729 h 81562"/>
                <a:gd name="connsiteX265" fmla="*/ 274271 w 631667"/>
                <a:gd name="connsiteY265" fmla="*/ 26146 h 81562"/>
                <a:gd name="connsiteX266" fmla="*/ 277917 w 631667"/>
                <a:gd name="connsiteY266" fmla="*/ 13021 h 81562"/>
                <a:gd name="connsiteX267" fmla="*/ 285365 w 631667"/>
                <a:gd name="connsiteY267" fmla="*/ 3646 h 81562"/>
                <a:gd name="connsiteX268" fmla="*/ 297917 w 631667"/>
                <a:gd name="connsiteY268" fmla="*/ 0 h 81562"/>
                <a:gd name="connsiteX269" fmla="*/ 89583 w 631667"/>
                <a:gd name="connsiteY269" fmla="*/ 0 h 81562"/>
                <a:gd name="connsiteX270" fmla="*/ 102344 w 631667"/>
                <a:gd name="connsiteY270" fmla="*/ 3646 h 81562"/>
                <a:gd name="connsiteX271" fmla="*/ 110104 w 631667"/>
                <a:gd name="connsiteY271" fmla="*/ 13021 h 81562"/>
                <a:gd name="connsiteX272" fmla="*/ 113958 w 631667"/>
                <a:gd name="connsiteY272" fmla="*/ 26146 h 81562"/>
                <a:gd name="connsiteX273" fmla="*/ 115000 w 631667"/>
                <a:gd name="connsiteY273" fmla="*/ 40729 h 81562"/>
                <a:gd name="connsiteX274" fmla="*/ 113958 w 631667"/>
                <a:gd name="connsiteY274" fmla="*/ 55312 h 81562"/>
                <a:gd name="connsiteX275" fmla="*/ 110104 w 631667"/>
                <a:gd name="connsiteY275" fmla="*/ 68333 h 81562"/>
                <a:gd name="connsiteX276" fmla="*/ 102344 w 631667"/>
                <a:gd name="connsiteY276" fmla="*/ 77604 h 81562"/>
                <a:gd name="connsiteX277" fmla="*/ 89583 w 631667"/>
                <a:gd name="connsiteY277" fmla="*/ 81146 h 81562"/>
                <a:gd name="connsiteX278" fmla="*/ 77031 w 631667"/>
                <a:gd name="connsiteY278" fmla="*/ 77604 h 81562"/>
                <a:gd name="connsiteX279" fmla="*/ 69583 w 631667"/>
                <a:gd name="connsiteY279" fmla="*/ 68333 h 81562"/>
                <a:gd name="connsiteX280" fmla="*/ 65937 w 631667"/>
                <a:gd name="connsiteY280" fmla="*/ 55312 h 81562"/>
                <a:gd name="connsiteX281" fmla="*/ 65000 w 631667"/>
                <a:gd name="connsiteY281" fmla="*/ 40729 h 81562"/>
                <a:gd name="connsiteX282" fmla="*/ 65937 w 631667"/>
                <a:gd name="connsiteY282" fmla="*/ 26146 h 81562"/>
                <a:gd name="connsiteX283" fmla="*/ 69583 w 631667"/>
                <a:gd name="connsiteY283" fmla="*/ 13021 h 81562"/>
                <a:gd name="connsiteX284" fmla="*/ 77031 w 631667"/>
                <a:gd name="connsiteY284" fmla="*/ 3646 h 81562"/>
                <a:gd name="connsiteX285" fmla="*/ 89583 w 631667"/>
                <a:gd name="connsiteY285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519271" y="43437"/>
                  </a:moveTo>
                  <a:cubicBezTo>
                    <a:pt x="517188" y="43437"/>
                    <a:pt x="515144" y="43763"/>
                    <a:pt x="513125" y="44427"/>
                  </a:cubicBezTo>
                  <a:cubicBezTo>
                    <a:pt x="511107" y="45078"/>
                    <a:pt x="509336" y="46041"/>
                    <a:pt x="507813" y="47292"/>
                  </a:cubicBezTo>
                  <a:cubicBezTo>
                    <a:pt x="506211" y="48542"/>
                    <a:pt x="504948" y="50117"/>
                    <a:pt x="504011" y="52031"/>
                  </a:cubicBezTo>
                  <a:cubicBezTo>
                    <a:pt x="503073" y="53932"/>
                    <a:pt x="502605" y="56146"/>
                    <a:pt x="502605" y="58646"/>
                  </a:cubicBezTo>
                  <a:cubicBezTo>
                    <a:pt x="502605" y="63229"/>
                    <a:pt x="504076" y="66901"/>
                    <a:pt x="507032" y="69687"/>
                  </a:cubicBezTo>
                  <a:cubicBezTo>
                    <a:pt x="509987" y="72461"/>
                    <a:pt x="514063" y="73854"/>
                    <a:pt x="519271" y="73854"/>
                  </a:cubicBezTo>
                  <a:cubicBezTo>
                    <a:pt x="524336" y="73854"/>
                    <a:pt x="528386" y="72461"/>
                    <a:pt x="531407" y="69687"/>
                  </a:cubicBezTo>
                  <a:cubicBezTo>
                    <a:pt x="534427" y="66901"/>
                    <a:pt x="535938" y="63229"/>
                    <a:pt x="535938" y="58646"/>
                  </a:cubicBezTo>
                  <a:cubicBezTo>
                    <a:pt x="535938" y="56146"/>
                    <a:pt x="535456" y="53932"/>
                    <a:pt x="534480" y="52031"/>
                  </a:cubicBezTo>
                  <a:cubicBezTo>
                    <a:pt x="533503" y="50117"/>
                    <a:pt x="532227" y="48542"/>
                    <a:pt x="530625" y="47292"/>
                  </a:cubicBezTo>
                  <a:cubicBezTo>
                    <a:pt x="529102" y="46041"/>
                    <a:pt x="527331" y="45078"/>
                    <a:pt x="525313" y="44427"/>
                  </a:cubicBezTo>
                  <a:cubicBezTo>
                    <a:pt x="523294" y="43763"/>
                    <a:pt x="521289" y="43437"/>
                    <a:pt x="519271" y="43437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599"/>
                    <a:pt x="613854" y="41406"/>
                  </a:cubicBezTo>
                  <a:cubicBezTo>
                    <a:pt x="615170" y="42201"/>
                    <a:pt x="616602" y="42604"/>
                    <a:pt x="618125" y="42604"/>
                  </a:cubicBezTo>
                  <a:cubicBezTo>
                    <a:pt x="620352" y="42604"/>
                    <a:pt x="622097" y="41836"/>
                    <a:pt x="623386" y="40312"/>
                  </a:cubicBezTo>
                  <a:cubicBezTo>
                    <a:pt x="624675" y="38776"/>
                    <a:pt x="625873" y="36666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3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693"/>
                    <a:pt x="607813" y="45312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1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7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7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519271" y="8333"/>
                  </a:moveTo>
                  <a:cubicBezTo>
                    <a:pt x="514896" y="8333"/>
                    <a:pt x="511185" y="9583"/>
                    <a:pt x="508125" y="12083"/>
                  </a:cubicBezTo>
                  <a:cubicBezTo>
                    <a:pt x="505065" y="14583"/>
                    <a:pt x="503542" y="17916"/>
                    <a:pt x="503542" y="22083"/>
                  </a:cubicBezTo>
                  <a:cubicBezTo>
                    <a:pt x="503542" y="26458"/>
                    <a:pt x="505039" y="29844"/>
                    <a:pt x="508021" y="32239"/>
                  </a:cubicBezTo>
                  <a:cubicBezTo>
                    <a:pt x="511003" y="34635"/>
                    <a:pt x="514753" y="35833"/>
                    <a:pt x="519271" y="35833"/>
                  </a:cubicBezTo>
                  <a:cubicBezTo>
                    <a:pt x="523646" y="35833"/>
                    <a:pt x="527357" y="34635"/>
                    <a:pt x="530417" y="32239"/>
                  </a:cubicBezTo>
                  <a:cubicBezTo>
                    <a:pt x="533477" y="29844"/>
                    <a:pt x="535000" y="26458"/>
                    <a:pt x="535000" y="22083"/>
                  </a:cubicBezTo>
                  <a:cubicBezTo>
                    <a:pt x="535000" y="17916"/>
                    <a:pt x="533477" y="14583"/>
                    <a:pt x="530417" y="12083"/>
                  </a:cubicBezTo>
                  <a:cubicBezTo>
                    <a:pt x="527357" y="9583"/>
                    <a:pt x="523646" y="8333"/>
                    <a:pt x="519271" y="8333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8"/>
                    <a:pt x="289115" y="10833"/>
                  </a:cubicBezTo>
                  <a:cubicBezTo>
                    <a:pt x="286992" y="13255"/>
                    <a:pt x="285417" y="16172"/>
                    <a:pt x="284375" y="19583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097" y="34427"/>
                    <a:pt x="281979" y="37812"/>
                    <a:pt x="281979" y="40729"/>
                  </a:cubicBezTo>
                  <a:cubicBezTo>
                    <a:pt x="281979" y="43646"/>
                    <a:pt x="282097" y="46992"/>
                    <a:pt x="282344" y="50781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6992" y="67943"/>
                    <a:pt x="289115" y="70312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49" y="72669"/>
                    <a:pt x="306875" y="70312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15" y="54557"/>
                    <a:pt x="314167" y="50781"/>
                  </a:cubicBezTo>
                  <a:cubicBezTo>
                    <a:pt x="314518" y="46992"/>
                    <a:pt x="314688" y="43646"/>
                    <a:pt x="314688" y="40729"/>
                  </a:cubicBezTo>
                  <a:cubicBezTo>
                    <a:pt x="314688" y="37812"/>
                    <a:pt x="314518" y="34427"/>
                    <a:pt x="314167" y="30573"/>
                  </a:cubicBezTo>
                  <a:cubicBezTo>
                    <a:pt x="313815" y="26719"/>
                    <a:pt x="313060" y="23047"/>
                    <a:pt x="311875" y="19583"/>
                  </a:cubicBezTo>
                  <a:cubicBezTo>
                    <a:pt x="310768" y="16172"/>
                    <a:pt x="309102" y="13255"/>
                    <a:pt x="306875" y="10833"/>
                  </a:cubicBezTo>
                  <a:cubicBezTo>
                    <a:pt x="304649" y="8398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8"/>
                    <a:pt x="80781" y="10833"/>
                  </a:cubicBezTo>
                  <a:cubicBezTo>
                    <a:pt x="78659" y="13255"/>
                    <a:pt x="77083" y="16172"/>
                    <a:pt x="76042" y="19583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7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1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2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2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1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82" y="26719"/>
                    <a:pt x="104727" y="23047"/>
                    <a:pt x="103542" y="19583"/>
                  </a:cubicBezTo>
                  <a:cubicBezTo>
                    <a:pt x="102435" y="16172"/>
                    <a:pt x="100768" y="13255"/>
                    <a:pt x="98542" y="10833"/>
                  </a:cubicBezTo>
                  <a:cubicBezTo>
                    <a:pt x="96315" y="8398"/>
                    <a:pt x="93333" y="7188"/>
                    <a:pt x="89583" y="7188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55"/>
                    <a:pt x="460625" y="3541"/>
                  </a:cubicBezTo>
                  <a:cubicBezTo>
                    <a:pt x="460899" y="3815"/>
                    <a:pt x="461042" y="4336"/>
                    <a:pt x="461042" y="5104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3"/>
                  </a:lnTo>
                  <a:cubicBezTo>
                    <a:pt x="450938" y="14089"/>
                    <a:pt x="448594" y="16015"/>
                    <a:pt x="445782" y="17864"/>
                  </a:cubicBezTo>
                  <a:cubicBezTo>
                    <a:pt x="442969" y="19701"/>
                    <a:pt x="439896" y="21458"/>
                    <a:pt x="436563" y="23125"/>
                  </a:cubicBezTo>
                  <a:lnTo>
                    <a:pt x="436563" y="15208"/>
                  </a:lnTo>
                  <a:cubicBezTo>
                    <a:pt x="439545" y="13880"/>
                    <a:pt x="442435" y="12187"/>
                    <a:pt x="445209" y="10104"/>
                  </a:cubicBezTo>
                  <a:cubicBezTo>
                    <a:pt x="447982" y="8021"/>
                    <a:pt x="450625" y="5690"/>
                    <a:pt x="453125" y="3125"/>
                  </a:cubicBezTo>
                  <a:close/>
                  <a:moveTo>
                    <a:pt x="344167" y="3125"/>
                  </a:moveTo>
                  <a:lnTo>
                    <a:pt x="383854" y="3125"/>
                  </a:lnTo>
                  <a:lnTo>
                    <a:pt x="383854" y="10208"/>
                  </a:lnTo>
                  <a:lnTo>
                    <a:pt x="350521" y="10208"/>
                  </a:lnTo>
                  <a:lnTo>
                    <a:pt x="349063" y="35833"/>
                  </a:lnTo>
                  <a:cubicBezTo>
                    <a:pt x="350664" y="33672"/>
                    <a:pt x="352930" y="31992"/>
                    <a:pt x="355886" y="30781"/>
                  </a:cubicBezTo>
                  <a:cubicBezTo>
                    <a:pt x="358841" y="29557"/>
                    <a:pt x="362188" y="28958"/>
                    <a:pt x="365938" y="28958"/>
                  </a:cubicBezTo>
                  <a:cubicBezTo>
                    <a:pt x="368920" y="28958"/>
                    <a:pt x="371732" y="29492"/>
                    <a:pt x="374375" y="30573"/>
                  </a:cubicBezTo>
                  <a:cubicBezTo>
                    <a:pt x="377018" y="31641"/>
                    <a:pt x="379336" y="33255"/>
                    <a:pt x="381355" y="35417"/>
                  </a:cubicBezTo>
                  <a:cubicBezTo>
                    <a:pt x="383294" y="37565"/>
                    <a:pt x="384857" y="40260"/>
                    <a:pt x="386042" y="43490"/>
                  </a:cubicBezTo>
                  <a:cubicBezTo>
                    <a:pt x="387227" y="46719"/>
                    <a:pt x="387813" y="50521"/>
                    <a:pt x="387813" y="54896"/>
                  </a:cubicBezTo>
                  <a:cubicBezTo>
                    <a:pt x="387813" y="58711"/>
                    <a:pt x="387240" y="62213"/>
                    <a:pt x="386094" y="65417"/>
                  </a:cubicBezTo>
                  <a:cubicBezTo>
                    <a:pt x="384948" y="68607"/>
                    <a:pt x="383334" y="71354"/>
                    <a:pt x="381250" y="73646"/>
                  </a:cubicBezTo>
                  <a:cubicBezTo>
                    <a:pt x="379102" y="75938"/>
                    <a:pt x="376550" y="77721"/>
                    <a:pt x="373594" y="79010"/>
                  </a:cubicBezTo>
                  <a:cubicBezTo>
                    <a:pt x="370638" y="80286"/>
                    <a:pt x="367357" y="80937"/>
                    <a:pt x="363750" y="80937"/>
                  </a:cubicBezTo>
                  <a:cubicBezTo>
                    <a:pt x="357149" y="80937"/>
                    <a:pt x="351602" y="79193"/>
                    <a:pt x="347084" y="75729"/>
                  </a:cubicBezTo>
                  <a:cubicBezTo>
                    <a:pt x="342565" y="72252"/>
                    <a:pt x="340143" y="67213"/>
                    <a:pt x="339792" y="60625"/>
                  </a:cubicBezTo>
                  <a:lnTo>
                    <a:pt x="348021" y="60625"/>
                  </a:lnTo>
                  <a:cubicBezTo>
                    <a:pt x="348646" y="64857"/>
                    <a:pt x="350417" y="68138"/>
                    <a:pt x="353334" y="70469"/>
                  </a:cubicBezTo>
                  <a:cubicBezTo>
                    <a:pt x="356250" y="72786"/>
                    <a:pt x="359831" y="73958"/>
                    <a:pt x="364063" y="73958"/>
                  </a:cubicBezTo>
                  <a:cubicBezTo>
                    <a:pt x="368438" y="73958"/>
                    <a:pt x="372097" y="72252"/>
                    <a:pt x="375052" y="68854"/>
                  </a:cubicBezTo>
                  <a:cubicBezTo>
                    <a:pt x="378008" y="65443"/>
                    <a:pt x="379479" y="60833"/>
                    <a:pt x="379479" y="55000"/>
                  </a:cubicBezTo>
                  <a:cubicBezTo>
                    <a:pt x="379479" y="48607"/>
                    <a:pt x="378021" y="43815"/>
                    <a:pt x="375104" y="40625"/>
                  </a:cubicBezTo>
                  <a:cubicBezTo>
                    <a:pt x="372188" y="37422"/>
                    <a:pt x="368542" y="35833"/>
                    <a:pt x="364167" y="35833"/>
                  </a:cubicBezTo>
                  <a:cubicBezTo>
                    <a:pt x="360690" y="35833"/>
                    <a:pt x="357643" y="36718"/>
                    <a:pt x="355000" y="38490"/>
                  </a:cubicBezTo>
                  <a:cubicBezTo>
                    <a:pt x="352357" y="40260"/>
                    <a:pt x="350625" y="42669"/>
                    <a:pt x="349792" y="45729"/>
                  </a:cubicBezTo>
                  <a:cubicBezTo>
                    <a:pt x="349649" y="46068"/>
                    <a:pt x="349544" y="46354"/>
                    <a:pt x="349479" y="46562"/>
                  </a:cubicBezTo>
                  <a:cubicBezTo>
                    <a:pt x="349414" y="46771"/>
                    <a:pt x="349310" y="46940"/>
                    <a:pt x="349167" y="47083"/>
                  </a:cubicBezTo>
                  <a:cubicBezTo>
                    <a:pt x="349024" y="47213"/>
                    <a:pt x="348841" y="47318"/>
                    <a:pt x="348594" y="47396"/>
                  </a:cubicBezTo>
                  <a:cubicBezTo>
                    <a:pt x="348347" y="47461"/>
                    <a:pt x="348060" y="47500"/>
                    <a:pt x="347708" y="47500"/>
                  </a:cubicBezTo>
                  <a:lnTo>
                    <a:pt x="342709" y="47500"/>
                  </a:lnTo>
                  <a:cubicBezTo>
                    <a:pt x="342084" y="47500"/>
                    <a:pt x="341706" y="47409"/>
                    <a:pt x="341563" y="47239"/>
                  </a:cubicBezTo>
                  <a:cubicBezTo>
                    <a:pt x="341420" y="47057"/>
                    <a:pt x="341354" y="46628"/>
                    <a:pt x="341354" y="45937"/>
                  </a:cubicBezTo>
                  <a:lnTo>
                    <a:pt x="342500" y="5104"/>
                  </a:lnTo>
                  <a:cubicBezTo>
                    <a:pt x="342500" y="4336"/>
                    <a:pt x="342617" y="3815"/>
                    <a:pt x="342865" y="3541"/>
                  </a:cubicBezTo>
                  <a:cubicBezTo>
                    <a:pt x="343112" y="3255"/>
                    <a:pt x="343542" y="3125"/>
                    <a:pt x="344167" y="3125"/>
                  </a:cubicBezTo>
                  <a:close/>
                  <a:moveTo>
                    <a:pt x="519271" y="1354"/>
                  </a:moveTo>
                  <a:cubicBezTo>
                    <a:pt x="526354" y="1354"/>
                    <a:pt x="532136" y="3151"/>
                    <a:pt x="536615" y="6771"/>
                  </a:cubicBezTo>
                  <a:cubicBezTo>
                    <a:pt x="541094" y="10378"/>
                    <a:pt x="543334" y="15442"/>
                    <a:pt x="543334" y="21979"/>
                  </a:cubicBezTo>
                  <a:cubicBezTo>
                    <a:pt x="543334" y="23854"/>
                    <a:pt x="543008" y="25729"/>
                    <a:pt x="542344" y="27604"/>
                  </a:cubicBezTo>
                  <a:cubicBezTo>
                    <a:pt x="541680" y="29479"/>
                    <a:pt x="540769" y="31250"/>
                    <a:pt x="539584" y="32916"/>
                  </a:cubicBezTo>
                  <a:cubicBezTo>
                    <a:pt x="538334" y="34583"/>
                    <a:pt x="536875" y="36054"/>
                    <a:pt x="535209" y="37344"/>
                  </a:cubicBezTo>
                  <a:cubicBezTo>
                    <a:pt x="533542" y="38619"/>
                    <a:pt x="531706" y="39544"/>
                    <a:pt x="529688" y="40104"/>
                  </a:cubicBezTo>
                  <a:cubicBezTo>
                    <a:pt x="534271" y="41354"/>
                    <a:pt x="537852" y="43619"/>
                    <a:pt x="540417" y="46927"/>
                  </a:cubicBezTo>
                  <a:cubicBezTo>
                    <a:pt x="542982" y="50221"/>
                    <a:pt x="544271" y="54088"/>
                    <a:pt x="544271" y="58542"/>
                  </a:cubicBezTo>
                  <a:cubicBezTo>
                    <a:pt x="544206" y="65690"/>
                    <a:pt x="541862" y="71198"/>
                    <a:pt x="537240" y="75052"/>
                  </a:cubicBezTo>
                  <a:cubicBezTo>
                    <a:pt x="532617" y="78906"/>
                    <a:pt x="526602" y="80833"/>
                    <a:pt x="519167" y="80833"/>
                  </a:cubicBezTo>
                  <a:cubicBezTo>
                    <a:pt x="511667" y="80833"/>
                    <a:pt x="505638" y="78906"/>
                    <a:pt x="501094" y="75052"/>
                  </a:cubicBezTo>
                  <a:cubicBezTo>
                    <a:pt x="496550" y="71198"/>
                    <a:pt x="494271" y="65690"/>
                    <a:pt x="494271" y="58542"/>
                  </a:cubicBezTo>
                  <a:cubicBezTo>
                    <a:pt x="494271" y="54648"/>
                    <a:pt x="495521" y="50950"/>
                    <a:pt x="498021" y="47448"/>
                  </a:cubicBezTo>
                  <a:cubicBezTo>
                    <a:pt x="500521" y="43932"/>
                    <a:pt x="504167" y="41354"/>
                    <a:pt x="508959" y="39687"/>
                  </a:cubicBezTo>
                  <a:cubicBezTo>
                    <a:pt x="504584" y="38854"/>
                    <a:pt x="501198" y="36732"/>
                    <a:pt x="498802" y="33333"/>
                  </a:cubicBezTo>
                  <a:cubicBezTo>
                    <a:pt x="496407" y="29922"/>
                    <a:pt x="495209" y="26146"/>
                    <a:pt x="495209" y="21979"/>
                  </a:cubicBezTo>
                  <a:cubicBezTo>
                    <a:pt x="495209" y="15442"/>
                    <a:pt x="497435" y="10378"/>
                    <a:pt x="501875" y="6771"/>
                  </a:cubicBezTo>
                  <a:cubicBezTo>
                    <a:pt x="506316" y="3151"/>
                    <a:pt x="512123" y="1354"/>
                    <a:pt x="519271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2"/>
                  </a:cubicBezTo>
                  <a:cubicBezTo>
                    <a:pt x="217031" y="3346"/>
                    <a:pt x="219518" y="4583"/>
                    <a:pt x="221667" y="6250"/>
                  </a:cubicBezTo>
                  <a:cubicBezTo>
                    <a:pt x="223750" y="7917"/>
                    <a:pt x="225430" y="10026"/>
                    <a:pt x="226719" y="12604"/>
                  </a:cubicBezTo>
                  <a:cubicBezTo>
                    <a:pt x="228008" y="15169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24" y="36836"/>
                    <a:pt x="217813" y="38958"/>
                    <a:pt x="213229" y="39792"/>
                  </a:cubicBezTo>
                  <a:cubicBezTo>
                    <a:pt x="218294" y="40482"/>
                    <a:pt x="222409" y="42617"/>
                    <a:pt x="225573" y="46198"/>
                  </a:cubicBezTo>
                  <a:cubicBezTo>
                    <a:pt x="228737" y="49766"/>
                    <a:pt x="230313" y="54062"/>
                    <a:pt x="230313" y="59062"/>
                  </a:cubicBezTo>
                  <a:cubicBezTo>
                    <a:pt x="230313" y="62943"/>
                    <a:pt x="229596" y="66263"/>
                    <a:pt x="228177" y="69010"/>
                  </a:cubicBezTo>
                  <a:cubicBezTo>
                    <a:pt x="226758" y="71745"/>
                    <a:pt x="224857" y="74023"/>
                    <a:pt x="222500" y="75833"/>
                  </a:cubicBezTo>
                  <a:cubicBezTo>
                    <a:pt x="220143" y="77565"/>
                    <a:pt x="217435" y="78854"/>
                    <a:pt x="214375" y="79687"/>
                  </a:cubicBezTo>
                  <a:cubicBezTo>
                    <a:pt x="211315" y="80521"/>
                    <a:pt x="208190" y="80937"/>
                    <a:pt x="205000" y="80937"/>
                  </a:cubicBezTo>
                  <a:cubicBezTo>
                    <a:pt x="197500" y="80937"/>
                    <a:pt x="191576" y="78958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32" y="63541"/>
                    <a:pt x="190886" y="67318"/>
                    <a:pt x="193698" y="69896"/>
                  </a:cubicBezTo>
                  <a:cubicBezTo>
                    <a:pt x="196510" y="72461"/>
                    <a:pt x="200378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82" y="66979"/>
                    <a:pt x="221979" y="63125"/>
                    <a:pt x="221979" y="58125"/>
                  </a:cubicBezTo>
                  <a:cubicBezTo>
                    <a:pt x="221979" y="55547"/>
                    <a:pt x="221498" y="53346"/>
                    <a:pt x="220521" y="51510"/>
                  </a:cubicBezTo>
                  <a:cubicBezTo>
                    <a:pt x="219544" y="49661"/>
                    <a:pt x="218268" y="48151"/>
                    <a:pt x="216667" y="46979"/>
                  </a:cubicBezTo>
                  <a:cubicBezTo>
                    <a:pt x="215000" y="45794"/>
                    <a:pt x="213138" y="44922"/>
                    <a:pt x="211094" y="44375"/>
                  </a:cubicBezTo>
                  <a:cubicBezTo>
                    <a:pt x="209050" y="43815"/>
                    <a:pt x="206940" y="43463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2"/>
                    <a:pt x="199167" y="43073"/>
                  </a:cubicBezTo>
                  <a:cubicBezTo>
                    <a:pt x="199024" y="42890"/>
                    <a:pt x="198958" y="42422"/>
                    <a:pt x="198958" y="41666"/>
                  </a:cubicBezTo>
                  <a:lnTo>
                    <a:pt x="198958" y="37812"/>
                  </a:lnTo>
                  <a:cubicBezTo>
                    <a:pt x="198958" y="36979"/>
                    <a:pt x="199024" y="36419"/>
                    <a:pt x="199167" y="36146"/>
                  </a:cubicBezTo>
                  <a:cubicBezTo>
                    <a:pt x="199310" y="35859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7"/>
                    <a:pt x="213854" y="33607"/>
                    <a:pt x="215313" y="32500"/>
                  </a:cubicBezTo>
                  <a:cubicBezTo>
                    <a:pt x="216836" y="31458"/>
                    <a:pt x="218060" y="30078"/>
                    <a:pt x="218959" y="28385"/>
                  </a:cubicBezTo>
                  <a:cubicBezTo>
                    <a:pt x="219857" y="26679"/>
                    <a:pt x="220313" y="24609"/>
                    <a:pt x="220313" y="22187"/>
                  </a:cubicBezTo>
                  <a:cubicBezTo>
                    <a:pt x="220313" y="17812"/>
                    <a:pt x="218867" y="14440"/>
                    <a:pt x="215990" y="12083"/>
                  </a:cubicBezTo>
                  <a:cubicBezTo>
                    <a:pt x="213112" y="9714"/>
                    <a:pt x="209479" y="8541"/>
                    <a:pt x="205104" y="8541"/>
                  </a:cubicBezTo>
                  <a:cubicBezTo>
                    <a:pt x="200586" y="8541"/>
                    <a:pt x="197031" y="9714"/>
                    <a:pt x="194427" y="12083"/>
                  </a:cubicBezTo>
                  <a:cubicBezTo>
                    <a:pt x="191823" y="14440"/>
                    <a:pt x="190313" y="17838"/>
                    <a:pt x="189896" y="22291"/>
                  </a:cubicBezTo>
                  <a:lnTo>
                    <a:pt x="181563" y="22291"/>
                  </a:lnTo>
                  <a:cubicBezTo>
                    <a:pt x="181628" y="15833"/>
                    <a:pt x="183854" y="10729"/>
                    <a:pt x="188229" y="6979"/>
                  </a:cubicBezTo>
                  <a:cubicBezTo>
                    <a:pt x="192604" y="3229"/>
                    <a:pt x="198333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8"/>
                    <a:pt x="161341" y="30521"/>
                    <a:pt x="158594" y="35312"/>
                  </a:cubicBezTo>
                  <a:cubicBezTo>
                    <a:pt x="155847" y="40104"/>
                    <a:pt x="152565" y="44752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34"/>
                    <a:pt x="119805" y="68854"/>
                    <a:pt x="121510" y="67187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5"/>
                  </a:cubicBezTo>
                  <a:cubicBezTo>
                    <a:pt x="141289" y="45755"/>
                    <a:pt x="143190" y="43385"/>
                    <a:pt x="145000" y="40989"/>
                  </a:cubicBezTo>
                  <a:cubicBezTo>
                    <a:pt x="146810" y="38594"/>
                    <a:pt x="148373" y="36276"/>
                    <a:pt x="149688" y="34062"/>
                  </a:cubicBezTo>
                  <a:cubicBezTo>
                    <a:pt x="151081" y="31771"/>
                    <a:pt x="152175" y="29609"/>
                    <a:pt x="152969" y="27604"/>
                  </a:cubicBezTo>
                  <a:cubicBezTo>
                    <a:pt x="153763" y="25586"/>
                    <a:pt x="154167" y="23750"/>
                    <a:pt x="154167" y="22083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1"/>
                    <a:pt x="144167" y="8541"/>
                    <a:pt x="140000" y="8541"/>
                  </a:cubicBezTo>
                  <a:cubicBezTo>
                    <a:pt x="135977" y="8541"/>
                    <a:pt x="132696" y="9922"/>
                    <a:pt x="130156" y="12708"/>
                  </a:cubicBezTo>
                  <a:cubicBezTo>
                    <a:pt x="127617" y="15482"/>
                    <a:pt x="126354" y="19088"/>
                    <a:pt x="126354" y="23541"/>
                  </a:cubicBezTo>
                  <a:lnTo>
                    <a:pt x="117813" y="23541"/>
                  </a:lnTo>
                  <a:cubicBezTo>
                    <a:pt x="117813" y="20208"/>
                    <a:pt x="118373" y="17161"/>
                    <a:pt x="119479" y="14427"/>
                  </a:cubicBezTo>
                  <a:cubicBezTo>
                    <a:pt x="120586" y="11679"/>
                    <a:pt x="122148" y="9336"/>
                    <a:pt x="124167" y="7396"/>
                  </a:cubicBezTo>
                  <a:cubicBezTo>
                    <a:pt x="126185" y="5443"/>
                    <a:pt x="128555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8"/>
                    <a:pt x="44154" y="30521"/>
                    <a:pt x="41406" y="35312"/>
                  </a:cubicBezTo>
                  <a:cubicBezTo>
                    <a:pt x="38659" y="40104"/>
                    <a:pt x="35378" y="44752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34"/>
                    <a:pt x="2617" y="68854"/>
                    <a:pt x="4323" y="67187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5"/>
                  </a:cubicBezTo>
                  <a:cubicBezTo>
                    <a:pt x="24102" y="45755"/>
                    <a:pt x="26003" y="43385"/>
                    <a:pt x="27813" y="40989"/>
                  </a:cubicBezTo>
                  <a:cubicBezTo>
                    <a:pt x="29623" y="38594"/>
                    <a:pt x="31185" y="36276"/>
                    <a:pt x="32500" y="34062"/>
                  </a:cubicBezTo>
                  <a:cubicBezTo>
                    <a:pt x="33893" y="31771"/>
                    <a:pt x="34987" y="29609"/>
                    <a:pt x="35781" y="27604"/>
                  </a:cubicBezTo>
                  <a:cubicBezTo>
                    <a:pt x="36576" y="25586"/>
                    <a:pt x="36979" y="23750"/>
                    <a:pt x="36979" y="22083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1"/>
                    <a:pt x="26979" y="8541"/>
                    <a:pt x="22812" y="8541"/>
                  </a:cubicBezTo>
                  <a:cubicBezTo>
                    <a:pt x="18789" y="8541"/>
                    <a:pt x="15508" y="9922"/>
                    <a:pt x="12969" y="12708"/>
                  </a:cubicBezTo>
                  <a:cubicBezTo>
                    <a:pt x="10430" y="15482"/>
                    <a:pt x="9167" y="19088"/>
                    <a:pt x="9167" y="23541"/>
                  </a:cubicBezTo>
                  <a:lnTo>
                    <a:pt x="625" y="23541"/>
                  </a:lnTo>
                  <a:cubicBezTo>
                    <a:pt x="625" y="20208"/>
                    <a:pt x="1185" y="17161"/>
                    <a:pt x="2292" y="14427"/>
                  </a:cubicBezTo>
                  <a:cubicBezTo>
                    <a:pt x="3398" y="11679"/>
                    <a:pt x="4961" y="9336"/>
                    <a:pt x="6979" y="7396"/>
                  </a:cubicBezTo>
                  <a:cubicBezTo>
                    <a:pt x="8998" y="5443"/>
                    <a:pt x="11367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72" y="6067"/>
                    <a:pt x="316563" y="9193"/>
                    <a:pt x="318438" y="13021"/>
                  </a:cubicBezTo>
                  <a:cubicBezTo>
                    <a:pt x="320313" y="16901"/>
                    <a:pt x="321602" y="21276"/>
                    <a:pt x="322292" y="26146"/>
                  </a:cubicBezTo>
                  <a:cubicBezTo>
                    <a:pt x="322982" y="31002"/>
                    <a:pt x="323334" y="35859"/>
                    <a:pt x="323334" y="40729"/>
                  </a:cubicBezTo>
                  <a:cubicBezTo>
                    <a:pt x="323334" y="45651"/>
                    <a:pt x="322982" y="50521"/>
                    <a:pt x="322292" y="55312"/>
                  </a:cubicBezTo>
                  <a:cubicBezTo>
                    <a:pt x="321602" y="60104"/>
                    <a:pt x="320313" y="64440"/>
                    <a:pt x="318438" y="68333"/>
                  </a:cubicBezTo>
                  <a:cubicBezTo>
                    <a:pt x="316563" y="72148"/>
                    <a:pt x="313972" y="75234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74" y="81146"/>
                    <a:pt x="288594" y="79961"/>
                    <a:pt x="285365" y="77604"/>
                  </a:cubicBezTo>
                  <a:cubicBezTo>
                    <a:pt x="282136" y="75234"/>
                    <a:pt x="279649" y="72148"/>
                    <a:pt x="277917" y="68333"/>
                  </a:cubicBezTo>
                  <a:cubicBezTo>
                    <a:pt x="276107" y="64440"/>
                    <a:pt x="274896" y="60104"/>
                    <a:pt x="274271" y="55312"/>
                  </a:cubicBezTo>
                  <a:cubicBezTo>
                    <a:pt x="273646" y="50521"/>
                    <a:pt x="273334" y="45651"/>
                    <a:pt x="273334" y="40729"/>
                  </a:cubicBezTo>
                  <a:cubicBezTo>
                    <a:pt x="273334" y="35859"/>
                    <a:pt x="273646" y="31002"/>
                    <a:pt x="274271" y="26146"/>
                  </a:cubicBezTo>
                  <a:cubicBezTo>
                    <a:pt x="274896" y="21276"/>
                    <a:pt x="276107" y="16901"/>
                    <a:pt x="277917" y="13021"/>
                  </a:cubicBezTo>
                  <a:cubicBezTo>
                    <a:pt x="279649" y="9193"/>
                    <a:pt x="282136" y="6067"/>
                    <a:pt x="285365" y="3646"/>
                  </a:cubicBezTo>
                  <a:cubicBezTo>
                    <a:pt x="288594" y="1211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7"/>
                    <a:pt x="108229" y="9193"/>
                    <a:pt x="110104" y="13021"/>
                  </a:cubicBezTo>
                  <a:cubicBezTo>
                    <a:pt x="111979" y="16901"/>
                    <a:pt x="113268" y="21276"/>
                    <a:pt x="113958" y="26146"/>
                  </a:cubicBezTo>
                  <a:cubicBezTo>
                    <a:pt x="114649" y="31002"/>
                    <a:pt x="115000" y="35859"/>
                    <a:pt x="115000" y="40729"/>
                  </a:cubicBezTo>
                  <a:cubicBezTo>
                    <a:pt x="115000" y="45651"/>
                    <a:pt x="114649" y="50521"/>
                    <a:pt x="113958" y="55312"/>
                  </a:cubicBezTo>
                  <a:cubicBezTo>
                    <a:pt x="113268" y="60104"/>
                    <a:pt x="111979" y="64440"/>
                    <a:pt x="110104" y="68333"/>
                  </a:cubicBezTo>
                  <a:cubicBezTo>
                    <a:pt x="108229" y="72148"/>
                    <a:pt x="105638" y="75234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4"/>
                    <a:pt x="71315" y="72148"/>
                    <a:pt x="69583" y="68333"/>
                  </a:cubicBezTo>
                  <a:cubicBezTo>
                    <a:pt x="67773" y="64440"/>
                    <a:pt x="66563" y="60104"/>
                    <a:pt x="65937" y="55312"/>
                  </a:cubicBezTo>
                  <a:cubicBezTo>
                    <a:pt x="65313" y="50521"/>
                    <a:pt x="65000" y="45651"/>
                    <a:pt x="65000" y="40729"/>
                  </a:cubicBezTo>
                  <a:cubicBezTo>
                    <a:pt x="65000" y="35859"/>
                    <a:pt x="65313" y="31002"/>
                    <a:pt x="65937" y="26146"/>
                  </a:cubicBezTo>
                  <a:cubicBezTo>
                    <a:pt x="66563" y="21276"/>
                    <a:pt x="67773" y="16901"/>
                    <a:pt x="69583" y="13021"/>
                  </a:cubicBezTo>
                  <a:cubicBezTo>
                    <a:pt x="71315" y="9193"/>
                    <a:pt x="73802" y="6067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8" name="TextBox 667">
              <a:extLst>
                <a:ext uri="{FF2B5EF4-FFF2-40B4-BE49-F238E27FC236}">
                  <a16:creationId xmlns:a16="http://schemas.microsoft.com/office/drawing/2014/main" id="{FC6DA10E-45A7-471D-91EA-B0C647B5AB14}"/>
                </a:ext>
              </a:extLst>
            </p:cNvPr>
            <p:cNvSpPr txBox="1"/>
            <p:nvPr/>
          </p:nvSpPr>
          <p:spPr>
            <a:xfrm>
              <a:off x="2926610" y="6510828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2023.05.18 ~</a:t>
              </a:r>
            </a:p>
          </p:txBody>
        </p:sp>
        <p:sp>
          <p:nvSpPr>
            <p:cNvPr id="669" name="자유형: 도형 668">
              <a:extLst>
                <a:ext uri="{FF2B5EF4-FFF2-40B4-BE49-F238E27FC236}">
                  <a16:creationId xmlns:a16="http://schemas.microsoft.com/office/drawing/2014/main" id="{78B4BC8F-5584-4587-B96B-5FF7BD94B489}"/>
                </a:ext>
              </a:extLst>
            </p:cNvPr>
            <p:cNvSpPr/>
            <p:nvPr/>
          </p:nvSpPr>
          <p:spPr>
            <a:xfrm>
              <a:off x="3062099" y="6680493"/>
              <a:ext cx="544687" cy="81562"/>
            </a:xfrm>
            <a:custGeom>
              <a:avLst/>
              <a:gdLst>
                <a:gd name="connsiteX0" fmla="*/ 408021 w 544687"/>
                <a:gd name="connsiteY0" fmla="*/ 70833 h 81562"/>
                <a:gd name="connsiteX1" fmla="*/ 418750 w 544687"/>
                <a:gd name="connsiteY1" fmla="*/ 70833 h 81562"/>
                <a:gd name="connsiteX2" fmla="*/ 418750 w 544687"/>
                <a:gd name="connsiteY2" fmla="*/ 81562 h 81562"/>
                <a:gd name="connsiteX3" fmla="*/ 408021 w 544687"/>
                <a:gd name="connsiteY3" fmla="*/ 81562 h 81562"/>
                <a:gd name="connsiteX4" fmla="*/ 251771 w 544687"/>
                <a:gd name="connsiteY4" fmla="*/ 70833 h 81562"/>
                <a:gd name="connsiteX5" fmla="*/ 262500 w 544687"/>
                <a:gd name="connsiteY5" fmla="*/ 70833 h 81562"/>
                <a:gd name="connsiteX6" fmla="*/ 262500 w 544687"/>
                <a:gd name="connsiteY6" fmla="*/ 81562 h 81562"/>
                <a:gd name="connsiteX7" fmla="*/ 251771 w 544687"/>
                <a:gd name="connsiteY7" fmla="*/ 81562 h 81562"/>
                <a:gd name="connsiteX8" fmla="*/ 370417 w 544687"/>
                <a:gd name="connsiteY8" fmla="*/ 11250 h 81562"/>
                <a:gd name="connsiteX9" fmla="*/ 343542 w 544687"/>
                <a:gd name="connsiteY9" fmla="*/ 55312 h 81562"/>
                <a:gd name="connsiteX10" fmla="*/ 370209 w 544687"/>
                <a:gd name="connsiteY10" fmla="*/ 55312 h 81562"/>
                <a:gd name="connsiteX11" fmla="*/ 370209 w 544687"/>
                <a:gd name="connsiteY11" fmla="*/ 20833 h 81562"/>
                <a:gd name="connsiteX12" fmla="*/ 214167 w 544687"/>
                <a:gd name="connsiteY12" fmla="*/ 11250 h 81562"/>
                <a:gd name="connsiteX13" fmla="*/ 187292 w 544687"/>
                <a:gd name="connsiteY13" fmla="*/ 55312 h 81562"/>
                <a:gd name="connsiteX14" fmla="*/ 213959 w 544687"/>
                <a:gd name="connsiteY14" fmla="*/ 55312 h 81562"/>
                <a:gd name="connsiteX15" fmla="*/ 213959 w 544687"/>
                <a:gd name="connsiteY15" fmla="*/ 20833 h 81562"/>
                <a:gd name="connsiteX16" fmla="*/ 519271 w 544687"/>
                <a:gd name="connsiteY16" fmla="*/ 7188 h 81562"/>
                <a:gd name="connsiteX17" fmla="*/ 510469 w 544687"/>
                <a:gd name="connsiteY17" fmla="*/ 10833 h 81562"/>
                <a:gd name="connsiteX18" fmla="*/ 505730 w 544687"/>
                <a:gd name="connsiteY18" fmla="*/ 19583 h 81562"/>
                <a:gd name="connsiteX19" fmla="*/ 503698 w 544687"/>
                <a:gd name="connsiteY19" fmla="*/ 30573 h 81562"/>
                <a:gd name="connsiteX20" fmla="*/ 503334 w 544687"/>
                <a:gd name="connsiteY20" fmla="*/ 40729 h 81562"/>
                <a:gd name="connsiteX21" fmla="*/ 503698 w 544687"/>
                <a:gd name="connsiteY21" fmla="*/ 50781 h 81562"/>
                <a:gd name="connsiteX22" fmla="*/ 505730 w 544687"/>
                <a:gd name="connsiteY22" fmla="*/ 61667 h 81562"/>
                <a:gd name="connsiteX23" fmla="*/ 510469 w 544687"/>
                <a:gd name="connsiteY23" fmla="*/ 70312 h 81562"/>
                <a:gd name="connsiteX24" fmla="*/ 519271 w 544687"/>
                <a:gd name="connsiteY24" fmla="*/ 73854 h 81562"/>
                <a:gd name="connsiteX25" fmla="*/ 528230 w 544687"/>
                <a:gd name="connsiteY25" fmla="*/ 70312 h 81562"/>
                <a:gd name="connsiteX26" fmla="*/ 533230 w 544687"/>
                <a:gd name="connsiteY26" fmla="*/ 61667 h 81562"/>
                <a:gd name="connsiteX27" fmla="*/ 535521 w 544687"/>
                <a:gd name="connsiteY27" fmla="*/ 50781 h 81562"/>
                <a:gd name="connsiteX28" fmla="*/ 536042 w 544687"/>
                <a:gd name="connsiteY28" fmla="*/ 40729 h 81562"/>
                <a:gd name="connsiteX29" fmla="*/ 535521 w 544687"/>
                <a:gd name="connsiteY29" fmla="*/ 30573 h 81562"/>
                <a:gd name="connsiteX30" fmla="*/ 533230 w 544687"/>
                <a:gd name="connsiteY30" fmla="*/ 19583 h 81562"/>
                <a:gd name="connsiteX31" fmla="*/ 528230 w 544687"/>
                <a:gd name="connsiteY31" fmla="*/ 10833 h 81562"/>
                <a:gd name="connsiteX32" fmla="*/ 519271 w 544687"/>
                <a:gd name="connsiteY32" fmla="*/ 7188 h 81562"/>
                <a:gd name="connsiteX33" fmla="*/ 297917 w 544687"/>
                <a:gd name="connsiteY33" fmla="*/ 7188 h 81562"/>
                <a:gd name="connsiteX34" fmla="*/ 289115 w 544687"/>
                <a:gd name="connsiteY34" fmla="*/ 10833 h 81562"/>
                <a:gd name="connsiteX35" fmla="*/ 284375 w 544687"/>
                <a:gd name="connsiteY35" fmla="*/ 19583 h 81562"/>
                <a:gd name="connsiteX36" fmla="*/ 282344 w 544687"/>
                <a:gd name="connsiteY36" fmla="*/ 30573 h 81562"/>
                <a:gd name="connsiteX37" fmla="*/ 281979 w 544687"/>
                <a:gd name="connsiteY37" fmla="*/ 40729 h 81562"/>
                <a:gd name="connsiteX38" fmla="*/ 282344 w 544687"/>
                <a:gd name="connsiteY38" fmla="*/ 50781 h 81562"/>
                <a:gd name="connsiteX39" fmla="*/ 284375 w 544687"/>
                <a:gd name="connsiteY39" fmla="*/ 61667 h 81562"/>
                <a:gd name="connsiteX40" fmla="*/ 289115 w 544687"/>
                <a:gd name="connsiteY40" fmla="*/ 70312 h 81562"/>
                <a:gd name="connsiteX41" fmla="*/ 297917 w 544687"/>
                <a:gd name="connsiteY41" fmla="*/ 73854 h 81562"/>
                <a:gd name="connsiteX42" fmla="*/ 306875 w 544687"/>
                <a:gd name="connsiteY42" fmla="*/ 70312 h 81562"/>
                <a:gd name="connsiteX43" fmla="*/ 311875 w 544687"/>
                <a:gd name="connsiteY43" fmla="*/ 61667 h 81562"/>
                <a:gd name="connsiteX44" fmla="*/ 314167 w 544687"/>
                <a:gd name="connsiteY44" fmla="*/ 50781 h 81562"/>
                <a:gd name="connsiteX45" fmla="*/ 314688 w 544687"/>
                <a:gd name="connsiteY45" fmla="*/ 40729 h 81562"/>
                <a:gd name="connsiteX46" fmla="*/ 314167 w 544687"/>
                <a:gd name="connsiteY46" fmla="*/ 30573 h 81562"/>
                <a:gd name="connsiteX47" fmla="*/ 311875 w 544687"/>
                <a:gd name="connsiteY47" fmla="*/ 19583 h 81562"/>
                <a:gd name="connsiteX48" fmla="*/ 306875 w 544687"/>
                <a:gd name="connsiteY48" fmla="*/ 10833 h 81562"/>
                <a:gd name="connsiteX49" fmla="*/ 297917 w 544687"/>
                <a:gd name="connsiteY49" fmla="*/ 7188 h 81562"/>
                <a:gd name="connsiteX50" fmla="*/ 89583 w 544687"/>
                <a:gd name="connsiteY50" fmla="*/ 7188 h 81562"/>
                <a:gd name="connsiteX51" fmla="*/ 80781 w 544687"/>
                <a:gd name="connsiteY51" fmla="*/ 10833 h 81562"/>
                <a:gd name="connsiteX52" fmla="*/ 76042 w 544687"/>
                <a:gd name="connsiteY52" fmla="*/ 19583 h 81562"/>
                <a:gd name="connsiteX53" fmla="*/ 74011 w 544687"/>
                <a:gd name="connsiteY53" fmla="*/ 30573 h 81562"/>
                <a:gd name="connsiteX54" fmla="*/ 73646 w 544687"/>
                <a:gd name="connsiteY54" fmla="*/ 40729 h 81562"/>
                <a:gd name="connsiteX55" fmla="*/ 74011 w 544687"/>
                <a:gd name="connsiteY55" fmla="*/ 50781 h 81562"/>
                <a:gd name="connsiteX56" fmla="*/ 76042 w 544687"/>
                <a:gd name="connsiteY56" fmla="*/ 61667 h 81562"/>
                <a:gd name="connsiteX57" fmla="*/ 80781 w 544687"/>
                <a:gd name="connsiteY57" fmla="*/ 70312 h 81562"/>
                <a:gd name="connsiteX58" fmla="*/ 89583 w 544687"/>
                <a:gd name="connsiteY58" fmla="*/ 73854 h 81562"/>
                <a:gd name="connsiteX59" fmla="*/ 98542 w 544687"/>
                <a:gd name="connsiteY59" fmla="*/ 70312 h 81562"/>
                <a:gd name="connsiteX60" fmla="*/ 103542 w 544687"/>
                <a:gd name="connsiteY60" fmla="*/ 61667 h 81562"/>
                <a:gd name="connsiteX61" fmla="*/ 105833 w 544687"/>
                <a:gd name="connsiteY61" fmla="*/ 50781 h 81562"/>
                <a:gd name="connsiteX62" fmla="*/ 106354 w 544687"/>
                <a:gd name="connsiteY62" fmla="*/ 40729 h 81562"/>
                <a:gd name="connsiteX63" fmla="*/ 105833 w 544687"/>
                <a:gd name="connsiteY63" fmla="*/ 30573 h 81562"/>
                <a:gd name="connsiteX64" fmla="*/ 103542 w 544687"/>
                <a:gd name="connsiteY64" fmla="*/ 19583 h 81562"/>
                <a:gd name="connsiteX65" fmla="*/ 98542 w 544687"/>
                <a:gd name="connsiteY65" fmla="*/ 10833 h 81562"/>
                <a:gd name="connsiteX66" fmla="*/ 89583 w 544687"/>
                <a:gd name="connsiteY66" fmla="*/ 7188 h 81562"/>
                <a:gd name="connsiteX67" fmla="*/ 369063 w 544687"/>
                <a:gd name="connsiteY67" fmla="*/ 1979 h 81562"/>
                <a:gd name="connsiteX68" fmla="*/ 376146 w 544687"/>
                <a:gd name="connsiteY68" fmla="*/ 1979 h 81562"/>
                <a:gd name="connsiteX69" fmla="*/ 377709 w 544687"/>
                <a:gd name="connsiteY69" fmla="*/ 2396 h 81562"/>
                <a:gd name="connsiteX70" fmla="*/ 378125 w 544687"/>
                <a:gd name="connsiteY70" fmla="*/ 3958 h 81562"/>
                <a:gd name="connsiteX71" fmla="*/ 378125 w 544687"/>
                <a:gd name="connsiteY71" fmla="*/ 55312 h 81562"/>
                <a:gd name="connsiteX72" fmla="*/ 389479 w 544687"/>
                <a:gd name="connsiteY72" fmla="*/ 55312 h 81562"/>
                <a:gd name="connsiteX73" fmla="*/ 389479 w 544687"/>
                <a:gd name="connsiteY73" fmla="*/ 62500 h 81562"/>
                <a:gd name="connsiteX74" fmla="*/ 378125 w 544687"/>
                <a:gd name="connsiteY74" fmla="*/ 62500 h 81562"/>
                <a:gd name="connsiteX75" fmla="*/ 378125 w 544687"/>
                <a:gd name="connsiteY75" fmla="*/ 79167 h 81562"/>
                <a:gd name="connsiteX76" fmla="*/ 370000 w 544687"/>
                <a:gd name="connsiteY76" fmla="*/ 79167 h 81562"/>
                <a:gd name="connsiteX77" fmla="*/ 370000 w 544687"/>
                <a:gd name="connsiteY77" fmla="*/ 62500 h 81562"/>
                <a:gd name="connsiteX78" fmla="*/ 337604 w 544687"/>
                <a:gd name="connsiteY78" fmla="*/ 62500 h 81562"/>
                <a:gd name="connsiteX79" fmla="*/ 336042 w 544687"/>
                <a:gd name="connsiteY79" fmla="*/ 62083 h 81562"/>
                <a:gd name="connsiteX80" fmla="*/ 335625 w 544687"/>
                <a:gd name="connsiteY80" fmla="*/ 60521 h 81562"/>
                <a:gd name="connsiteX81" fmla="*/ 335625 w 544687"/>
                <a:gd name="connsiteY81" fmla="*/ 56146 h 81562"/>
                <a:gd name="connsiteX82" fmla="*/ 335886 w 544687"/>
                <a:gd name="connsiteY82" fmla="*/ 54635 h 81562"/>
                <a:gd name="connsiteX83" fmla="*/ 336563 w 544687"/>
                <a:gd name="connsiteY83" fmla="*/ 53229 h 81562"/>
                <a:gd name="connsiteX84" fmla="*/ 366979 w 544687"/>
                <a:gd name="connsiteY84" fmla="*/ 3333 h 81562"/>
                <a:gd name="connsiteX85" fmla="*/ 367813 w 544687"/>
                <a:gd name="connsiteY85" fmla="*/ 2344 h 81562"/>
                <a:gd name="connsiteX86" fmla="*/ 369063 w 544687"/>
                <a:gd name="connsiteY86" fmla="*/ 1979 h 81562"/>
                <a:gd name="connsiteX87" fmla="*/ 212813 w 544687"/>
                <a:gd name="connsiteY87" fmla="*/ 1979 h 81562"/>
                <a:gd name="connsiteX88" fmla="*/ 219896 w 544687"/>
                <a:gd name="connsiteY88" fmla="*/ 1979 h 81562"/>
                <a:gd name="connsiteX89" fmla="*/ 221459 w 544687"/>
                <a:gd name="connsiteY89" fmla="*/ 2396 h 81562"/>
                <a:gd name="connsiteX90" fmla="*/ 221875 w 544687"/>
                <a:gd name="connsiteY90" fmla="*/ 3958 h 81562"/>
                <a:gd name="connsiteX91" fmla="*/ 221875 w 544687"/>
                <a:gd name="connsiteY91" fmla="*/ 55312 h 81562"/>
                <a:gd name="connsiteX92" fmla="*/ 233229 w 544687"/>
                <a:gd name="connsiteY92" fmla="*/ 55312 h 81562"/>
                <a:gd name="connsiteX93" fmla="*/ 233229 w 544687"/>
                <a:gd name="connsiteY93" fmla="*/ 62500 h 81562"/>
                <a:gd name="connsiteX94" fmla="*/ 221875 w 544687"/>
                <a:gd name="connsiteY94" fmla="*/ 62500 h 81562"/>
                <a:gd name="connsiteX95" fmla="*/ 221875 w 544687"/>
                <a:gd name="connsiteY95" fmla="*/ 79167 h 81562"/>
                <a:gd name="connsiteX96" fmla="*/ 213750 w 544687"/>
                <a:gd name="connsiteY96" fmla="*/ 79167 h 81562"/>
                <a:gd name="connsiteX97" fmla="*/ 213750 w 544687"/>
                <a:gd name="connsiteY97" fmla="*/ 62500 h 81562"/>
                <a:gd name="connsiteX98" fmla="*/ 181354 w 544687"/>
                <a:gd name="connsiteY98" fmla="*/ 62500 h 81562"/>
                <a:gd name="connsiteX99" fmla="*/ 179792 w 544687"/>
                <a:gd name="connsiteY99" fmla="*/ 62083 h 81562"/>
                <a:gd name="connsiteX100" fmla="*/ 179375 w 544687"/>
                <a:gd name="connsiteY100" fmla="*/ 60521 h 81562"/>
                <a:gd name="connsiteX101" fmla="*/ 179375 w 544687"/>
                <a:gd name="connsiteY101" fmla="*/ 56146 h 81562"/>
                <a:gd name="connsiteX102" fmla="*/ 179636 w 544687"/>
                <a:gd name="connsiteY102" fmla="*/ 54635 h 81562"/>
                <a:gd name="connsiteX103" fmla="*/ 180313 w 544687"/>
                <a:gd name="connsiteY103" fmla="*/ 53229 h 81562"/>
                <a:gd name="connsiteX104" fmla="*/ 210729 w 544687"/>
                <a:gd name="connsiteY104" fmla="*/ 3333 h 81562"/>
                <a:gd name="connsiteX105" fmla="*/ 211563 w 544687"/>
                <a:gd name="connsiteY105" fmla="*/ 2344 h 81562"/>
                <a:gd name="connsiteX106" fmla="*/ 212813 w 544687"/>
                <a:gd name="connsiteY106" fmla="*/ 1979 h 81562"/>
                <a:gd name="connsiteX107" fmla="*/ 452813 w 544687"/>
                <a:gd name="connsiteY107" fmla="*/ 1354 h 81562"/>
                <a:gd name="connsiteX108" fmla="*/ 461615 w 544687"/>
                <a:gd name="connsiteY108" fmla="*/ 2552 h 81562"/>
                <a:gd name="connsiteX109" fmla="*/ 469063 w 544687"/>
                <a:gd name="connsiteY109" fmla="*/ 6250 h 81562"/>
                <a:gd name="connsiteX110" fmla="*/ 474115 w 544687"/>
                <a:gd name="connsiteY110" fmla="*/ 12604 h 81562"/>
                <a:gd name="connsiteX111" fmla="*/ 476042 w 544687"/>
                <a:gd name="connsiteY111" fmla="*/ 21771 h 81562"/>
                <a:gd name="connsiteX112" fmla="*/ 471771 w 544687"/>
                <a:gd name="connsiteY112" fmla="*/ 33437 h 81562"/>
                <a:gd name="connsiteX113" fmla="*/ 460625 w 544687"/>
                <a:gd name="connsiteY113" fmla="*/ 39792 h 81562"/>
                <a:gd name="connsiteX114" fmla="*/ 472969 w 544687"/>
                <a:gd name="connsiteY114" fmla="*/ 46198 h 81562"/>
                <a:gd name="connsiteX115" fmla="*/ 477709 w 544687"/>
                <a:gd name="connsiteY115" fmla="*/ 59062 h 81562"/>
                <a:gd name="connsiteX116" fmla="*/ 475573 w 544687"/>
                <a:gd name="connsiteY116" fmla="*/ 69010 h 81562"/>
                <a:gd name="connsiteX117" fmla="*/ 469896 w 544687"/>
                <a:gd name="connsiteY117" fmla="*/ 75833 h 81562"/>
                <a:gd name="connsiteX118" fmla="*/ 461771 w 544687"/>
                <a:gd name="connsiteY118" fmla="*/ 79687 h 81562"/>
                <a:gd name="connsiteX119" fmla="*/ 452396 w 544687"/>
                <a:gd name="connsiteY119" fmla="*/ 80937 h 81562"/>
                <a:gd name="connsiteX120" fmla="*/ 434636 w 544687"/>
                <a:gd name="connsiteY120" fmla="*/ 75000 h 81562"/>
                <a:gd name="connsiteX121" fmla="*/ 427917 w 544687"/>
                <a:gd name="connsiteY121" fmla="*/ 58542 h 81562"/>
                <a:gd name="connsiteX122" fmla="*/ 436146 w 544687"/>
                <a:gd name="connsiteY122" fmla="*/ 58542 h 81562"/>
                <a:gd name="connsiteX123" fmla="*/ 441094 w 544687"/>
                <a:gd name="connsiteY123" fmla="*/ 69896 h 81562"/>
                <a:gd name="connsiteX124" fmla="*/ 452709 w 544687"/>
                <a:gd name="connsiteY124" fmla="*/ 73750 h 81562"/>
                <a:gd name="connsiteX125" fmla="*/ 464896 w 544687"/>
                <a:gd name="connsiteY125" fmla="*/ 69687 h 81562"/>
                <a:gd name="connsiteX126" fmla="*/ 469375 w 544687"/>
                <a:gd name="connsiteY126" fmla="*/ 58125 h 81562"/>
                <a:gd name="connsiteX127" fmla="*/ 467917 w 544687"/>
                <a:gd name="connsiteY127" fmla="*/ 51510 h 81562"/>
                <a:gd name="connsiteX128" fmla="*/ 464063 w 544687"/>
                <a:gd name="connsiteY128" fmla="*/ 46979 h 81562"/>
                <a:gd name="connsiteX129" fmla="*/ 458490 w 544687"/>
                <a:gd name="connsiteY129" fmla="*/ 44375 h 81562"/>
                <a:gd name="connsiteX130" fmla="*/ 452188 w 544687"/>
                <a:gd name="connsiteY130" fmla="*/ 43333 h 81562"/>
                <a:gd name="connsiteX131" fmla="*/ 448021 w 544687"/>
                <a:gd name="connsiteY131" fmla="*/ 43333 h 81562"/>
                <a:gd name="connsiteX132" fmla="*/ 446563 w 544687"/>
                <a:gd name="connsiteY132" fmla="*/ 43073 h 81562"/>
                <a:gd name="connsiteX133" fmla="*/ 446355 w 544687"/>
                <a:gd name="connsiteY133" fmla="*/ 41666 h 81562"/>
                <a:gd name="connsiteX134" fmla="*/ 446355 w 544687"/>
                <a:gd name="connsiteY134" fmla="*/ 37812 h 81562"/>
                <a:gd name="connsiteX135" fmla="*/ 446563 w 544687"/>
                <a:gd name="connsiteY135" fmla="*/ 36146 h 81562"/>
                <a:gd name="connsiteX136" fmla="*/ 448021 w 544687"/>
                <a:gd name="connsiteY136" fmla="*/ 35729 h 81562"/>
                <a:gd name="connsiteX137" fmla="*/ 451459 w 544687"/>
                <a:gd name="connsiteY137" fmla="*/ 35729 h 81562"/>
                <a:gd name="connsiteX138" fmla="*/ 457552 w 544687"/>
                <a:gd name="connsiteY138" fmla="*/ 34948 h 81562"/>
                <a:gd name="connsiteX139" fmla="*/ 462709 w 544687"/>
                <a:gd name="connsiteY139" fmla="*/ 32500 h 81562"/>
                <a:gd name="connsiteX140" fmla="*/ 466355 w 544687"/>
                <a:gd name="connsiteY140" fmla="*/ 28385 h 81562"/>
                <a:gd name="connsiteX141" fmla="*/ 467709 w 544687"/>
                <a:gd name="connsiteY141" fmla="*/ 22187 h 81562"/>
                <a:gd name="connsiteX142" fmla="*/ 463386 w 544687"/>
                <a:gd name="connsiteY142" fmla="*/ 12083 h 81562"/>
                <a:gd name="connsiteX143" fmla="*/ 452500 w 544687"/>
                <a:gd name="connsiteY143" fmla="*/ 8541 h 81562"/>
                <a:gd name="connsiteX144" fmla="*/ 441823 w 544687"/>
                <a:gd name="connsiteY144" fmla="*/ 12083 h 81562"/>
                <a:gd name="connsiteX145" fmla="*/ 437292 w 544687"/>
                <a:gd name="connsiteY145" fmla="*/ 22291 h 81562"/>
                <a:gd name="connsiteX146" fmla="*/ 428959 w 544687"/>
                <a:gd name="connsiteY146" fmla="*/ 22291 h 81562"/>
                <a:gd name="connsiteX147" fmla="*/ 435625 w 544687"/>
                <a:gd name="connsiteY147" fmla="*/ 6979 h 81562"/>
                <a:gd name="connsiteX148" fmla="*/ 452813 w 544687"/>
                <a:gd name="connsiteY148" fmla="*/ 1354 h 81562"/>
                <a:gd name="connsiteX149" fmla="*/ 140208 w 544687"/>
                <a:gd name="connsiteY149" fmla="*/ 1354 h 81562"/>
                <a:gd name="connsiteX150" fmla="*/ 156250 w 544687"/>
                <a:gd name="connsiteY150" fmla="*/ 6458 h 81562"/>
                <a:gd name="connsiteX151" fmla="*/ 162708 w 544687"/>
                <a:gd name="connsiteY151" fmla="*/ 21458 h 81562"/>
                <a:gd name="connsiteX152" fmla="*/ 158594 w 544687"/>
                <a:gd name="connsiteY152" fmla="*/ 35312 h 81562"/>
                <a:gd name="connsiteX153" fmla="*/ 148750 w 544687"/>
                <a:gd name="connsiteY153" fmla="*/ 49271 h 81562"/>
                <a:gd name="connsiteX154" fmla="*/ 136875 w 544687"/>
                <a:gd name="connsiteY154" fmla="*/ 61979 h 81562"/>
                <a:gd name="connsiteX155" fmla="*/ 126667 w 544687"/>
                <a:gd name="connsiteY155" fmla="*/ 71979 h 81562"/>
                <a:gd name="connsiteX156" fmla="*/ 164375 w 544687"/>
                <a:gd name="connsiteY156" fmla="*/ 71979 h 81562"/>
                <a:gd name="connsiteX157" fmla="*/ 164375 w 544687"/>
                <a:gd name="connsiteY157" fmla="*/ 79167 h 81562"/>
                <a:gd name="connsiteX158" fmla="*/ 118646 w 544687"/>
                <a:gd name="connsiteY158" fmla="*/ 79167 h 81562"/>
                <a:gd name="connsiteX159" fmla="*/ 117448 w 544687"/>
                <a:gd name="connsiteY159" fmla="*/ 78854 h 81562"/>
                <a:gd name="connsiteX160" fmla="*/ 117188 w 544687"/>
                <a:gd name="connsiteY160" fmla="*/ 77604 h 81562"/>
                <a:gd name="connsiteX161" fmla="*/ 117188 w 544687"/>
                <a:gd name="connsiteY161" fmla="*/ 71354 h 81562"/>
                <a:gd name="connsiteX162" fmla="*/ 121510 w 544687"/>
                <a:gd name="connsiteY162" fmla="*/ 67187 h 81562"/>
                <a:gd name="connsiteX163" fmla="*/ 127084 w 544687"/>
                <a:gd name="connsiteY163" fmla="*/ 61667 h 81562"/>
                <a:gd name="connsiteX164" fmla="*/ 133125 w 544687"/>
                <a:gd name="connsiteY164" fmla="*/ 55208 h 81562"/>
                <a:gd name="connsiteX165" fmla="*/ 139271 w 544687"/>
                <a:gd name="connsiteY165" fmla="*/ 48125 h 81562"/>
                <a:gd name="connsiteX166" fmla="*/ 145000 w 544687"/>
                <a:gd name="connsiteY166" fmla="*/ 40989 h 81562"/>
                <a:gd name="connsiteX167" fmla="*/ 149688 w 544687"/>
                <a:gd name="connsiteY167" fmla="*/ 34062 h 81562"/>
                <a:gd name="connsiteX168" fmla="*/ 152969 w 544687"/>
                <a:gd name="connsiteY168" fmla="*/ 27604 h 81562"/>
                <a:gd name="connsiteX169" fmla="*/ 154167 w 544687"/>
                <a:gd name="connsiteY169" fmla="*/ 22083 h 81562"/>
                <a:gd name="connsiteX170" fmla="*/ 150209 w 544687"/>
                <a:gd name="connsiteY170" fmla="*/ 11927 h 81562"/>
                <a:gd name="connsiteX171" fmla="*/ 140000 w 544687"/>
                <a:gd name="connsiteY171" fmla="*/ 8541 h 81562"/>
                <a:gd name="connsiteX172" fmla="*/ 130156 w 544687"/>
                <a:gd name="connsiteY172" fmla="*/ 12708 h 81562"/>
                <a:gd name="connsiteX173" fmla="*/ 126354 w 544687"/>
                <a:gd name="connsiteY173" fmla="*/ 23541 h 81562"/>
                <a:gd name="connsiteX174" fmla="*/ 117813 w 544687"/>
                <a:gd name="connsiteY174" fmla="*/ 23541 h 81562"/>
                <a:gd name="connsiteX175" fmla="*/ 119479 w 544687"/>
                <a:gd name="connsiteY175" fmla="*/ 14427 h 81562"/>
                <a:gd name="connsiteX176" fmla="*/ 124167 w 544687"/>
                <a:gd name="connsiteY176" fmla="*/ 7396 h 81562"/>
                <a:gd name="connsiteX177" fmla="*/ 131302 w 544687"/>
                <a:gd name="connsiteY177" fmla="*/ 2917 h 81562"/>
                <a:gd name="connsiteX178" fmla="*/ 140208 w 544687"/>
                <a:gd name="connsiteY178" fmla="*/ 1354 h 81562"/>
                <a:gd name="connsiteX179" fmla="*/ 23021 w 544687"/>
                <a:gd name="connsiteY179" fmla="*/ 1354 h 81562"/>
                <a:gd name="connsiteX180" fmla="*/ 39063 w 544687"/>
                <a:gd name="connsiteY180" fmla="*/ 6458 h 81562"/>
                <a:gd name="connsiteX181" fmla="*/ 45521 w 544687"/>
                <a:gd name="connsiteY181" fmla="*/ 21458 h 81562"/>
                <a:gd name="connsiteX182" fmla="*/ 41406 w 544687"/>
                <a:gd name="connsiteY182" fmla="*/ 35312 h 81562"/>
                <a:gd name="connsiteX183" fmla="*/ 31563 w 544687"/>
                <a:gd name="connsiteY183" fmla="*/ 49271 h 81562"/>
                <a:gd name="connsiteX184" fmla="*/ 19688 w 544687"/>
                <a:gd name="connsiteY184" fmla="*/ 61979 h 81562"/>
                <a:gd name="connsiteX185" fmla="*/ 9479 w 544687"/>
                <a:gd name="connsiteY185" fmla="*/ 71979 h 81562"/>
                <a:gd name="connsiteX186" fmla="*/ 47188 w 544687"/>
                <a:gd name="connsiteY186" fmla="*/ 71979 h 81562"/>
                <a:gd name="connsiteX187" fmla="*/ 47188 w 544687"/>
                <a:gd name="connsiteY187" fmla="*/ 79167 h 81562"/>
                <a:gd name="connsiteX188" fmla="*/ 1458 w 544687"/>
                <a:gd name="connsiteY188" fmla="*/ 79167 h 81562"/>
                <a:gd name="connsiteX189" fmla="*/ 260 w 544687"/>
                <a:gd name="connsiteY189" fmla="*/ 78854 h 81562"/>
                <a:gd name="connsiteX190" fmla="*/ 0 w 544687"/>
                <a:gd name="connsiteY190" fmla="*/ 77604 h 81562"/>
                <a:gd name="connsiteX191" fmla="*/ 0 w 544687"/>
                <a:gd name="connsiteY191" fmla="*/ 71354 h 81562"/>
                <a:gd name="connsiteX192" fmla="*/ 4323 w 544687"/>
                <a:gd name="connsiteY192" fmla="*/ 67187 h 81562"/>
                <a:gd name="connsiteX193" fmla="*/ 9896 w 544687"/>
                <a:gd name="connsiteY193" fmla="*/ 61667 h 81562"/>
                <a:gd name="connsiteX194" fmla="*/ 15937 w 544687"/>
                <a:gd name="connsiteY194" fmla="*/ 55208 h 81562"/>
                <a:gd name="connsiteX195" fmla="*/ 22083 w 544687"/>
                <a:gd name="connsiteY195" fmla="*/ 48125 h 81562"/>
                <a:gd name="connsiteX196" fmla="*/ 27813 w 544687"/>
                <a:gd name="connsiteY196" fmla="*/ 40989 h 81562"/>
                <a:gd name="connsiteX197" fmla="*/ 32500 w 544687"/>
                <a:gd name="connsiteY197" fmla="*/ 34062 h 81562"/>
                <a:gd name="connsiteX198" fmla="*/ 35781 w 544687"/>
                <a:gd name="connsiteY198" fmla="*/ 27604 h 81562"/>
                <a:gd name="connsiteX199" fmla="*/ 36979 w 544687"/>
                <a:gd name="connsiteY199" fmla="*/ 22083 h 81562"/>
                <a:gd name="connsiteX200" fmla="*/ 33021 w 544687"/>
                <a:gd name="connsiteY200" fmla="*/ 11927 h 81562"/>
                <a:gd name="connsiteX201" fmla="*/ 22813 w 544687"/>
                <a:gd name="connsiteY201" fmla="*/ 8541 h 81562"/>
                <a:gd name="connsiteX202" fmla="*/ 12969 w 544687"/>
                <a:gd name="connsiteY202" fmla="*/ 12708 h 81562"/>
                <a:gd name="connsiteX203" fmla="*/ 9167 w 544687"/>
                <a:gd name="connsiteY203" fmla="*/ 23541 h 81562"/>
                <a:gd name="connsiteX204" fmla="*/ 625 w 544687"/>
                <a:gd name="connsiteY204" fmla="*/ 23541 h 81562"/>
                <a:gd name="connsiteX205" fmla="*/ 2292 w 544687"/>
                <a:gd name="connsiteY205" fmla="*/ 14427 h 81562"/>
                <a:gd name="connsiteX206" fmla="*/ 6979 w 544687"/>
                <a:gd name="connsiteY206" fmla="*/ 7396 h 81562"/>
                <a:gd name="connsiteX207" fmla="*/ 14115 w 544687"/>
                <a:gd name="connsiteY207" fmla="*/ 2917 h 81562"/>
                <a:gd name="connsiteX208" fmla="*/ 23021 w 544687"/>
                <a:gd name="connsiteY208" fmla="*/ 1354 h 81562"/>
                <a:gd name="connsiteX209" fmla="*/ 519271 w 544687"/>
                <a:gd name="connsiteY209" fmla="*/ 0 h 81562"/>
                <a:gd name="connsiteX210" fmla="*/ 532032 w 544687"/>
                <a:gd name="connsiteY210" fmla="*/ 3646 h 81562"/>
                <a:gd name="connsiteX211" fmla="*/ 539792 w 544687"/>
                <a:gd name="connsiteY211" fmla="*/ 13021 h 81562"/>
                <a:gd name="connsiteX212" fmla="*/ 543646 w 544687"/>
                <a:gd name="connsiteY212" fmla="*/ 26146 h 81562"/>
                <a:gd name="connsiteX213" fmla="*/ 544688 w 544687"/>
                <a:gd name="connsiteY213" fmla="*/ 40729 h 81562"/>
                <a:gd name="connsiteX214" fmla="*/ 543646 w 544687"/>
                <a:gd name="connsiteY214" fmla="*/ 55312 h 81562"/>
                <a:gd name="connsiteX215" fmla="*/ 539792 w 544687"/>
                <a:gd name="connsiteY215" fmla="*/ 68333 h 81562"/>
                <a:gd name="connsiteX216" fmla="*/ 532032 w 544687"/>
                <a:gd name="connsiteY216" fmla="*/ 77604 h 81562"/>
                <a:gd name="connsiteX217" fmla="*/ 519271 w 544687"/>
                <a:gd name="connsiteY217" fmla="*/ 81146 h 81562"/>
                <a:gd name="connsiteX218" fmla="*/ 506719 w 544687"/>
                <a:gd name="connsiteY218" fmla="*/ 77604 h 81562"/>
                <a:gd name="connsiteX219" fmla="*/ 499271 w 544687"/>
                <a:gd name="connsiteY219" fmla="*/ 68333 h 81562"/>
                <a:gd name="connsiteX220" fmla="*/ 495625 w 544687"/>
                <a:gd name="connsiteY220" fmla="*/ 55312 h 81562"/>
                <a:gd name="connsiteX221" fmla="*/ 494688 w 544687"/>
                <a:gd name="connsiteY221" fmla="*/ 40729 h 81562"/>
                <a:gd name="connsiteX222" fmla="*/ 495625 w 544687"/>
                <a:gd name="connsiteY222" fmla="*/ 26146 h 81562"/>
                <a:gd name="connsiteX223" fmla="*/ 499271 w 544687"/>
                <a:gd name="connsiteY223" fmla="*/ 13021 h 81562"/>
                <a:gd name="connsiteX224" fmla="*/ 506719 w 544687"/>
                <a:gd name="connsiteY224" fmla="*/ 3646 h 81562"/>
                <a:gd name="connsiteX225" fmla="*/ 519271 w 544687"/>
                <a:gd name="connsiteY225" fmla="*/ 0 h 81562"/>
                <a:gd name="connsiteX226" fmla="*/ 297917 w 544687"/>
                <a:gd name="connsiteY226" fmla="*/ 0 h 81562"/>
                <a:gd name="connsiteX227" fmla="*/ 310677 w 544687"/>
                <a:gd name="connsiteY227" fmla="*/ 3646 h 81562"/>
                <a:gd name="connsiteX228" fmla="*/ 318438 w 544687"/>
                <a:gd name="connsiteY228" fmla="*/ 13021 h 81562"/>
                <a:gd name="connsiteX229" fmla="*/ 322292 w 544687"/>
                <a:gd name="connsiteY229" fmla="*/ 26146 h 81562"/>
                <a:gd name="connsiteX230" fmla="*/ 323334 w 544687"/>
                <a:gd name="connsiteY230" fmla="*/ 40729 h 81562"/>
                <a:gd name="connsiteX231" fmla="*/ 322292 w 544687"/>
                <a:gd name="connsiteY231" fmla="*/ 55312 h 81562"/>
                <a:gd name="connsiteX232" fmla="*/ 318438 w 544687"/>
                <a:gd name="connsiteY232" fmla="*/ 68333 h 81562"/>
                <a:gd name="connsiteX233" fmla="*/ 310677 w 544687"/>
                <a:gd name="connsiteY233" fmla="*/ 77604 h 81562"/>
                <a:gd name="connsiteX234" fmla="*/ 297917 w 544687"/>
                <a:gd name="connsiteY234" fmla="*/ 81146 h 81562"/>
                <a:gd name="connsiteX235" fmla="*/ 285365 w 544687"/>
                <a:gd name="connsiteY235" fmla="*/ 77604 h 81562"/>
                <a:gd name="connsiteX236" fmla="*/ 277917 w 544687"/>
                <a:gd name="connsiteY236" fmla="*/ 68333 h 81562"/>
                <a:gd name="connsiteX237" fmla="*/ 274271 w 544687"/>
                <a:gd name="connsiteY237" fmla="*/ 55312 h 81562"/>
                <a:gd name="connsiteX238" fmla="*/ 273334 w 544687"/>
                <a:gd name="connsiteY238" fmla="*/ 40729 h 81562"/>
                <a:gd name="connsiteX239" fmla="*/ 274271 w 544687"/>
                <a:gd name="connsiteY239" fmla="*/ 26146 h 81562"/>
                <a:gd name="connsiteX240" fmla="*/ 277917 w 544687"/>
                <a:gd name="connsiteY240" fmla="*/ 13021 h 81562"/>
                <a:gd name="connsiteX241" fmla="*/ 285365 w 544687"/>
                <a:gd name="connsiteY241" fmla="*/ 3646 h 81562"/>
                <a:gd name="connsiteX242" fmla="*/ 297917 w 544687"/>
                <a:gd name="connsiteY242" fmla="*/ 0 h 81562"/>
                <a:gd name="connsiteX243" fmla="*/ 89583 w 544687"/>
                <a:gd name="connsiteY243" fmla="*/ 0 h 81562"/>
                <a:gd name="connsiteX244" fmla="*/ 102344 w 544687"/>
                <a:gd name="connsiteY244" fmla="*/ 3646 h 81562"/>
                <a:gd name="connsiteX245" fmla="*/ 110104 w 544687"/>
                <a:gd name="connsiteY245" fmla="*/ 13021 h 81562"/>
                <a:gd name="connsiteX246" fmla="*/ 113959 w 544687"/>
                <a:gd name="connsiteY246" fmla="*/ 26146 h 81562"/>
                <a:gd name="connsiteX247" fmla="*/ 115000 w 544687"/>
                <a:gd name="connsiteY247" fmla="*/ 40729 h 81562"/>
                <a:gd name="connsiteX248" fmla="*/ 113959 w 544687"/>
                <a:gd name="connsiteY248" fmla="*/ 55312 h 81562"/>
                <a:gd name="connsiteX249" fmla="*/ 110104 w 544687"/>
                <a:gd name="connsiteY249" fmla="*/ 68333 h 81562"/>
                <a:gd name="connsiteX250" fmla="*/ 102344 w 544687"/>
                <a:gd name="connsiteY250" fmla="*/ 77604 h 81562"/>
                <a:gd name="connsiteX251" fmla="*/ 89583 w 544687"/>
                <a:gd name="connsiteY251" fmla="*/ 81146 h 81562"/>
                <a:gd name="connsiteX252" fmla="*/ 77031 w 544687"/>
                <a:gd name="connsiteY252" fmla="*/ 77604 h 81562"/>
                <a:gd name="connsiteX253" fmla="*/ 69583 w 544687"/>
                <a:gd name="connsiteY253" fmla="*/ 68333 h 81562"/>
                <a:gd name="connsiteX254" fmla="*/ 65938 w 544687"/>
                <a:gd name="connsiteY254" fmla="*/ 55312 h 81562"/>
                <a:gd name="connsiteX255" fmla="*/ 65000 w 544687"/>
                <a:gd name="connsiteY255" fmla="*/ 40729 h 81562"/>
                <a:gd name="connsiteX256" fmla="*/ 65938 w 544687"/>
                <a:gd name="connsiteY256" fmla="*/ 26146 h 81562"/>
                <a:gd name="connsiteX257" fmla="*/ 69583 w 544687"/>
                <a:gd name="connsiteY257" fmla="*/ 13021 h 81562"/>
                <a:gd name="connsiteX258" fmla="*/ 77031 w 544687"/>
                <a:gd name="connsiteY258" fmla="*/ 3646 h 81562"/>
                <a:gd name="connsiteX259" fmla="*/ 89583 w 544687"/>
                <a:gd name="connsiteY259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</a:cxnLst>
              <a:rect l="l" t="t" r="r" b="b"/>
              <a:pathLst>
                <a:path w="54468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370417" y="11250"/>
                  </a:moveTo>
                  <a:lnTo>
                    <a:pt x="343542" y="55312"/>
                  </a:lnTo>
                  <a:lnTo>
                    <a:pt x="370209" y="55312"/>
                  </a:lnTo>
                  <a:lnTo>
                    <a:pt x="370209" y="20833"/>
                  </a:lnTo>
                  <a:close/>
                  <a:moveTo>
                    <a:pt x="214167" y="11250"/>
                  </a:moveTo>
                  <a:lnTo>
                    <a:pt x="187292" y="55312"/>
                  </a:lnTo>
                  <a:lnTo>
                    <a:pt x="213959" y="55312"/>
                  </a:lnTo>
                  <a:lnTo>
                    <a:pt x="213959" y="20833"/>
                  </a:lnTo>
                  <a:close/>
                  <a:moveTo>
                    <a:pt x="519271" y="7188"/>
                  </a:moveTo>
                  <a:cubicBezTo>
                    <a:pt x="515521" y="7188"/>
                    <a:pt x="512591" y="8398"/>
                    <a:pt x="510469" y="10833"/>
                  </a:cubicBezTo>
                  <a:cubicBezTo>
                    <a:pt x="508360" y="13255"/>
                    <a:pt x="506771" y="16172"/>
                    <a:pt x="505730" y="19583"/>
                  </a:cubicBezTo>
                  <a:cubicBezTo>
                    <a:pt x="504623" y="23047"/>
                    <a:pt x="503946" y="26719"/>
                    <a:pt x="503698" y="30573"/>
                  </a:cubicBezTo>
                  <a:cubicBezTo>
                    <a:pt x="503464" y="34427"/>
                    <a:pt x="503334" y="37812"/>
                    <a:pt x="503334" y="40729"/>
                  </a:cubicBezTo>
                  <a:cubicBezTo>
                    <a:pt x="503334" y="43646"/>
                    <a:pt x="503464" y="46992"/>
                    <a:pt x="503698" y="50781"/>
                  </a:cubicBezTo>
                  <a:cubicBezTo>
                    <a:pt x="503946" y="54557"/>
                    <a:pt x="504623" y="58190"/>
                    <a:pt x="505730" y="61667"/>
                  </a:cubicBezTo>
                  <a:cubicBezTo>
                    <a:pt x="506771" y="65065"/>
                    <a:pt x="508360" y="67943"/>
                    <a:pt x="510469" y="70312"/>
                  </a:cubicBezTo>
                  <a:cubicBezTo>
                    <a:pt x="512591" y="72669"/>
                    <a:pt x="515521" y="73854"/>
                    <a:pt x="519271" y="73854"/>
                  </a:cubicBezTo>
                  <a:cubicBezTo>
                    <a:pt x="523021" y="73854"/>
                    <a:pt x="526016" y="72669"/>
                    <a:pt x="528230" y="70312"/>
                  </a:cubicBezTo>
                  <a:cubicBezTo>
                    <a:pt x="530456" y="67943"/>
                    <a:pt x="532123" y="65065"/>
                    <a:pt x="533230" y="61667"/>
                  </a:cubicBezTo>
                  <a:cubicBezTo>
                    <a:pt x="534414" y="58190"/>
                    <a:pt x="535183" y="54557"/>
                    <a:pt x="535521" y="50781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2"/>
                    <a:pt x="535873" y="34427"/>
                    <a:pt x="535521" y="30573"/>
                  </a:cubicBezTo>
                  <a:cubicBezTo>
                    <a:pt x="535183" y="26719"/>
                    <a:pt x="534414" y="23047"/>
                    <a:pt x="533230" y="19583"/>
                  </a:cubicBezTo>
                  <a:cubicBezTo>
                    <a:pt x="532123" y="16172"/>
                    <a:pt x="530456" y="13255"/>
                    <a:pt x="528230" y="10833"/>
                  </a:cubicBezTo>
                  <a:cubicBezTo>
                    <a:pt x="526016" y="8398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8"/>
                    <a:pt x="289115" y="10833"/>
                  </a:cubicBezTo>
                  <a:cubicBezTo>
                    <a:pt x="287005" y="13255"/>
                    <a:pt x="285417" y="16172"/>
                    <a:pt x="284375" y="19583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110" y="34427"/>
                    <a:pt x="281979" y="37812"/>
                    <a:pt x="281979" y="40729"/>
                  </a:cubicBezTo>
                  <a:cubicBezTo>
                    <a:pt x="281979" y="43646"/>
                    <a:pt x="282110" y="46992"/>
                    <a:pt x="282344" y="50781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7005" y="67943"/>
                    <a:pt x="289115" y="70312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62" y="72669"/>
                    <a:pt x="306875" y="70312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28" y="54557"/>
                    <a:pt x="314167" y="50781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2"/>
                    <a:pt x="314519" y="34427"/>
                    <a:pt x="314167" y="30573"/>
                  </a:cubicBezTo>
                  <a:cubicBezTo>
                    <a:pt x="313828" y="26719"/>
                    <a:pt x="313060" y="23047"/>
                    <a:pt x="311875" y="19583"/>
                  </a:cubicBezTo>
                  <a:cubicBezTo>
                    <a:pt x="310768" y="16172"/>
                    <a:pt x="309102" y="13255"/>
                    <a:pt x="306875" y="10833"/>
                  </a:cubicBezTo>
                  <a:cubicBezTo>
                    <a:pt x="304662" y="8398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8"/>
                    <a:pt x="80781" y="10833"/>
                  </a:cubicBezTo>
                  <a:cubicBezTo>
                    <a:pt x="78672" y="13255"/>
                    <a:pt x="77084" y="16172"/>
                    <a:pt x="76042" y="19583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7"/>
                    <a:pt x="73646" y="37812"/>
                    <a:pt x="73646" y="40729"/>
                  </a:cubicBezTo>
                  <a:cubicBezTo>
                    <a:pt x="73646" y="43646"/>
                    <a:pt x="73776" y="46992"/>
                    <a:pt x="74011" y="50781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2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2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1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95" y="26719"/>
                    <a:pt x="104727" y="23047"/>
                    <a:pt x="103542" y="19583"/>
                  </a:cubicBezTo>
                  <a:cubicBezTo>
                    <a:pt x="102435" y="16172"/>
                    <a:pt x="100768" y="13255"/>
                    <a:pt x="98542" y="10833"/>
                  </a:cubicBezTo>
                  <a:cubicBezTo>
                    <a:pt x="96328" y="8398"/>
                    <a:pt x="93333" y="7188"/>
                    <a:pt x="89583" y="7188"/>
                  </a:cubicBezTo>
                  <a:close/>
                  <a:moveTo>
                    <a:pt x="369063" y="1979"/>
                  </a:moveTo>
                  <a:lnTo>
                    <a:pt x="376146" y="1979"/>
                  </a:lnTo>
                  <a:cubicBezTo>
                    <a:pt x="376914" y="1979"/>
                    <a:pt x="377435" y="2109"/>
                    <a:pt x="377709" y="2396"/>
                  </a:cubicBezTo>
                  <a:cubicBezTo>
                    <a:pt x="377995" y="2669"/>
                    <a:pt x="378125" y="3190"/>
                    <a:pt x="378125" y="3958"/>
                  </a:cubicBezTo>
                  <a:lnTo>
                    <a:pt x="378125" y="55312"/>
                  </a:lnTo>
                  <a:lnTo>
                    <a:pt x="389479" y="55312"/>
                  </a:lnTo>
                  <a:lnTo>
                    <a:pt x="389479" y="62500"/>
                  </a:lnTo>
                  <a:lnTo>
                    <a:pt x="378125" y="62500"/>
                  </a:lnTo>
                  <a:lnTo>
                    <a:pt x="378125" y="79167"/>
                  </a:lnTo>
                  <a:lnTo>
                    <a:pt x="370000" y="79167"/>
                  </a:lnTo>
                  <a:lnTo>
                    <a:pt x="370000" y="62500"/>
                  </a:lnTo>
                  <a:lnTo>
                    <a:pt x="337604" y="62500"/>
                  </a:lnTo>
                  <a:cubicBezTo>
                    <a:pt x="336849" y="62500"/>
                    <a:pt x="336328" y="62357"/>
                    <a:pt x="336042" y="62083"/>
                  </a:cubicBezTo>
                  <a:cubicBezTo>
                    <a:pt x="335768" y="61797"/>
                    <a:pt x="335625" y="61276"/>
                    <a:pt x="335625" y="60521"/>
                  </a:cubicBezTo>
                  <a:lnTo>
                    <a:pt x="335625" y="56146"/>
                  </a:lnTo>
                  <a:cubicBezTo>
                    <a:pt x="335625" y="55651"/>
                    <a:pt x="335716" y="55156"/>
                    <a:pt x="335886" y="54635"/>
                  </a:cubicBezTo>
                  <a:cubicBezTo>
                    <a:pt x="336068" y="54114"/>
                    <a:pt x="336289" y="53646"/>
                    <a:pt x="336563" y="53229"/>
                  </a:cubicBezTo>
                  <a:lnTo>
                    <a:pt x="366979" y="3333"/>
                  </a:lnTo>
                  <a:cubicBezTo>
                    <a:pt x="367188" y="2917"/>
                    <a:pt x="367474" y="2578"/>
                    <a:pt x="367813" y="2344"/>
                  </a:cubicBezTo>
                  <a:cubicBezTo>
                    <a:pt x="368164" y="2096"/>
                    <a:pt x="368581" y="1979"/>
                    <a:pt x="369063" y="1979"/>
                  </a:cubicBezTo>
                  <a:close/>
                  <a:moveTo>
                    <a:pt x="212813" y="1979"/>
                  </a:moveTo>
                  <a:lnTo>
                    <a:pt x="219896" y="1979"/>
                  </a:lnTo>
                  <a:cubicBezTo>
                    <a:pt x="220664" y="1979"/>
                    <a:pt x="221185" y="2109"/>
                    <a:pt x="221459" y="2396"/>
                  </a:cubicBezTo>
                  <a:cubicBezTo>
                    <a:pt x="221745" y="2669"/>
                    <a:pt x="221875" y="3190"/>
                    <a:pt x="221875" y="3958"/>
                  </a:cubicBezTo>
                  <a:lnTo>
                    <a:pt x="221875" y="55312"/>
                  </a:lnTo>
                  <a:lnTo>
                    <a:pt x="233229" y="55312"/>
                  </a:lnTo>
                  <a:lnTo>
                    <a:pt x="233229" y="62500"/>
                  </a:lnTo>
                  <a:lnTo>
                    <a:pt x="221875" y="62500"/>
                  </a:lnTo>
                  <a:lnTo>
                    <a:pt x="221875" y="79167"/>
                  </a:lnTo>
                  <a:lnTo>
                    <a:pt x="213750" y="79167"/>
                  </a:lnTo>
                  <a:lnTo>
                    <a:pt x="213750" y="62500"/>
                  </a:lnTo>
                  <a:lnTo>
                    <a:pt x="181354" y="62500"/>
                  </a:lnTo>
                  <a:cubicBezTo>
                    <a:pt x="180599" y="62500"/>
                    <a:pt x="180078" y="62357"/>
                    <a:pt x="179792" y="62083"/>
                  </a:cubicBezTo>
                  <a:cubicBezTo>
                    <a:pt x="179518" y="61797"/>
                    <a:pt x="179375" y="61276"/>
                    <a:pt x="179375" y="60521"/>
                  </a:cubicBezTo>
                  <a:lnTo>
                    <a:pt x="179375" y="56146"/>
                  </a:lnTo>
                  <a:cubicBezTo>
                    <a:pt x="179375" y="55651"/>
                    <a:pt x="179466" y="55156"/>
                    <a:pt x="179636" y="54635"/>
                  </a:cubicBezTo>
                  <a:cubicBezTo>
                    <a:pt x="179818" y="54114"/>
                    <a:pt x="180039" y="53646"/>
                    <a:pt x="180313" y="53229"/>
                  </a:cubicBezTo>
                  <a:lnTo>
                    <a:pt x="210729" y="3333"/>
                  </a:lnTo>
                  <a:cubicBezTo>
                    <a:pt x="210938" y="2917"/>
                    <a:pt x="211224" y="2578"/>
                    <a:pt x="211563" y="2344"/>
                  </a:cubicBezTo>
                  <a:cubicBezTo>
                    <a:pt x="211914" y="2096"/>
                    <a:pt x="212331" y="1979"/>
                    <a:pt x="212813" y="1979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2"/>
                  </a:cubicBezTo>
                  <a:cubicBezTo>
                    <a:pt x="464427" y="3346"/>
                    <a:pt x="466914" y="4583"/>
                    <a:pt x="469063" y="6250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69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2"/>
                    <a:pt x="477709" y="59062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3"/>
                  </a:cubicBezTo>
                  <a:cubicBezTo>
                    <a:pt x="467539" y="77565"/>
                    <a:pt x="464831" y="78854"/>
                    <a:pt x="461771" y="79687"/>
                  </a:cubicBezTo>
                  <a:cubicBezTo>
                    <a:pt x="458724" y="80521"/>
                    <a:pt x="455599" y="80937"/>
                    <a:pt x="452396" y="80937"/>
                  </a:cubicBezTo>
                  <a:cubicBezTo>
                    <a:pt x="444896" y="80937"/>
                    <a:pt x="438985" y="78958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1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79"/>
                    <a:pt x="469375" y="63125"/>
                    <a:pt x="469375" y="58125"/>
                  </a:cubicBezTo>
                  <a:cubicBezTo>
                    <a:pt x="469375" y="55547"/>
                    <a:pt x="468894" y="53346"/>
                    <a:pt x="467917" y="51510"/>
                  </a:cubicBezTo>
                  <a:cubicBezTo>
                    <a:pt x="466953" y="49661"/>
                    <a:pt x="465664" y="48151"/>
                    <a:pt x="464063" y="46979"/>
                  </a:cubicBezTo>
                  <a:cubicBezTo>
                    <a:pt x="462396" y="45794"/>
                    <a:pt x="460547" y="44922"/>
                    <a:pt x="458490" y="44375"/>
                  </a:cubicBezTo>
                  <a:cubicBezTo>
                    <a:pt x="456446" y="43815"/>
                    <a:pt x="454349" y="43463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2"/>
                    <a:pt x="446563" y="43073"/>
                  </a:cubicBezTo>
                  <a:cubicBezTo>
                    <a:pt x="446433" y="42890"/>
                    <a:pt x="446355" y="42422"/>
                    <a:pt x="446355" y="41666"/>
                  </a:cubicBezTo>
                  <a:lnTo>
                    <a:pt x="446355" y="37812"/>
                  </a:lnTo>
                  <a:cubicBezTo>
                    <a:pt x="446355" y="36979"/>
                    <a:pt x="446433" y="36419"/>
                    <a:pt x="446563" y="36146"/>
                  </a:cubicBezTo>
                  <a:cubicBezTo>
                    <a:pt x="446706" y="35859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7"/>
                    <a:pt x="461250" y="33607"/>
                    <a:pt x="462709" y="32500"/>
                  </a:cubicBezTo>
                  <a:cubicBezTo>
                    <a:pt x="464245" y="31458"/>
                    <a:pt x="465456" y="30078"/>
                    <a:pt x="466355" y="28385"/>
                  </a:cubicBezTo>
                  <a:cubicBezTo>
                    <a:pt x="467266" y="26679"/>
                    <a:pt x="467709" y="24609"/>
                    <a:pt x="467709" y="22187"/>
                  </a:cubicBezTo>
                  <a:cubicBezTo>
                    <a:pt x="467709" y="17812"/>
                    <a:pt x="466276" y="14440"/>
                    <a:pt x="463386" y="12083"/>
                  </a:cubicBezTo>
                  <a:cubicBezTo>
                    <a:pt x="460508" y="9714"/>
                    <a:pt x="456875" y="8541"/>
                    <a:pt x="452500" y="8541"/>
                  </a:cubicBezTo>
                  <a:cubicBezTo>
                    <a:pt x="447995" y="8541"/>
                    <a:pt x="444427" y="9714"/>
                    <a:pt x="441823" y="12083"/>
                  </a:cubicBezTo>
                  <a:cubicBezTo>
                    <a:pt x="439219" y="14440"/>
                    <a:pt x="437709" y="17838"/>
                    <a:pt x="437292" y="22291"/>
                  </a:cubicBezTo>
                  <a:lnTo>
                    <a:pt x="428959" y="22291"/>
                  </a:lnTo>
                  <a:cubicBezTo>
                    <a:pt x="429037" y="15833"/>
                    <a:pt x="431250" y="10729"/>
                    <a:pt x="435625" y="6979"/>
                  </a:cubicBezTo>
                  <a:cubicBezTo>
                    <a:pt x="440000" y="3229"/>
                    <a:pt x="445730" y="1354"/>
                    <a:pt x="4528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8"/>
                    <a:pt x="161341" y="30521"/>
                    <a:pt x="158594" y="35312"/>
                  </a:cubicBezTo>
                  <a:cubicBezTo>
                    <a:pt x="155859" y="40104"/>
                    <a:pt x="152578" y="44752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34"/>
                    <a:pt x="119818" y="68854"/>
                    <a:pt x="121510" y="67187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5"/>
                  </a:cubicBezTo>
                  <a:cubicBezTo>
                    <a:pt x="141289" y="45755"/>
                    <a:pt x="143203" y="43385"/>
                    <a:pt x="145000" y="40989"/>
                  </a:cubicBezTo>
                  <a:cubicBezTo>
                    <a:pt x="146810" y="38594"/>
                    <a:pt x="148373" y="36276"/>
                    <a:pt x="149688" y="34062"/>
                  </a:cubicBezTo>
                  <a:cubicBezTo>
                    <a:pt x="151081" y="31771"/>
                    <a:pt x="152175" y="29609"/>
                    <a:pt x="152969" y="27604"/>
                  </a:cubicBezTo>
                  <a:cubicBezTo>
                    <a:pt x="153776" y="25586"/>
                    <a:pt x="154167" y="23750"/>
                    <a:pt x="154167" y="22083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1"/>
                    <a:pt x="144167" y="8541"/>
                    <a:pt x="140000" y="8541"/>
                  </a:cubicBezTo>
                  <a:cubicBezTo>
                    <a:pt x="135977" y="8541"/>
                    <a:pt x="132696" y="9922"/>
                    <a:pt x="130156" y="12708"/>
                  </a:cubicBezTo>
                  <a:cubicBezTo>
                    <a:pt x="127630" y="15482"/>
                    <a:pt x="126354" y="19088"/>
                    <a:pt x="126354" y="23541"/>
                  </a:cubicBezTo>
                  <a:lnTo>
                    <a:pt x="117813" y="23541"/>
                  </a:lnTo>
                  <a:cubicBezTo>
                    <a:pt x="117813" y="20208"/>
                    <a:pt x="118373" y="17161"/>
                    <a:pt x="119479" y="14427"/>
                  </a:cubicBezTo>
                  <a:cubicBezTo>
                    <a:pt x="120599" y="11679"/>
                    <a:pt x="122162" y="9336"/>
                    <a:pt x="124167" y="7396"/>
                  </a:cubicBezTo>
                  <a:cubicBezTo>
                    <a:pt x="126185" y="5443"/>
                    <a:pt x="128568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8"/>
                    <a:pt x="44154" y="30521"/>
                    <a:pt x="41406" y="35312"/>
                  </a:cubicBezTo>
                  <a:cubicBezTo>
                    <a:pt x="38672" y="40104"/>
                    <a:pt x="35391" y="44752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34"/>
                    <a:pt x="2630" y="68854"/>
                    <a:pt x="4323" y="67187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5"/>
                  </a:cubicBezTo>
                  <a:cubicBezTo>
                    <a:pt x="24102" y="45755"/>
                    <a:pt x="26016" y="43385"/>
                    <a:pt x="27813" y="40989"/>
                  </a:cubicBezTo>
                  <a:cubicBezTo>
                    <a:pt x="29623" y="38594"/>
                    <a:pt x="31185" y="36276"/>
                    <a:pt x="32500" y="34062"/>
                  </a:cubicBezTo>
                  <a:cubicBezTo>
                    <a:pt x="33893" y="31771"/>
                    <a:pt x="34987" y="29609"/>
                    <a:pt x="35781" y="27604"/>
                  </a:cubicBezTo>
                  <a:cubicBezTo>
                    <a:pt x="36589" y="25586"/>
                    <a:pt x="36979" y="23750"/>
                    <a:pt x="36979" y="22083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1"/>
                    <a:pt x="26979" y="8541"/>
                    <a:pt x="22813" y="8541"/>
                  </a:cubicBezTo>
                  <a:cubicBezTo>
                    <a:pt x="18789" y="8541"/>
                    <a:pt x="15508" y="9922"/>
                    <a:pt x="12969" y="12708"/>
                  </a:cubicBezTo>
                  <a:cubicBezTo>
                    <a:pt x="10443" y="15482"/>
                    <a:pt x="9167" y="19088"/>
                    <a:pt x="9167" y="23541"/>
                  </a:cubicBezTo>
                  <a:lnTo>
                    <a:pt x="625" y="23541"/>
                  </a:lnTo>
                  <a:cubicBezTo>
                    <a:pt x="625" y="20208"/>
                    <a:pt x="1185" y="17161"/>
                    <a:pt x="2292" y="14427"/>
                  </a:cubicBezTo>
                  <a:cubicBezTo>
                    <a:pt x="3412" y="11679"/>
                    <a:pt x="4974" y="9336"/>
                    <a:pt x="6979" y="7396"/>
                  </a:cubicBezTo>
                  <a:cubicBezTo>
                    <a:pt x="8998" y="5443"/>
                    <a:pt x="11380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80" y="0"/>
                    <a:pt x="528737" y="1211"/>
                    <a:pt x="532032" y="3646"/>
                  </a:cubicBezTo>
                  <a:cubicBezTo>
                    <a:pt x="535339" y="6067"/>
                    <a:pt x="537917" y="9193"/>
                    <a:pt x="539792" y="13021"/>
                  </a:cubicBezTo>
                  <a:cubicBezTo>
                    <a:pt x="541667" y="16901"/>
                    <a:pt x="542956" y="21276"/>
                    <a:pt x="543646" y="26146"/>
                  </a:cubicBezTo>
                  <a:cubicBezTo>
                    <a:pt x="544349" y="31002"/>
                    <a:pt x="544688" y="35859"/>
                    <a:pt x="544688" y="40729"/>
                  </a:cubicBezTo>
                  <a:cubicBezTo>
                    <a:pt x="544688" y="45651"/>
                    <a:pt x="544349" y="50521"/>
                    <a:pt x="543646" y="55312"/>
                  </a:cubicBezTo>
                  <a:cubicBezTo>
                    <a:pt x="542956" y="60104"/>
                    <a:pt x="541667" y="64440"/>
                    <a:pt x="539792" y="68333"/>
                  </a:cubicBezTo>
                  <a:cubicBezTo>
                    <a:pt x="537917" y="72148"/>
                    <a:pt x="535339" y="75234"/>
                    <a:pt x="532032" y="77604"/>
                  </a:cubicBezTo>
                  <a:cubicBezTo>
                    <a:pt x="528737" y="79961"/>
                    <a:pt x="524480" y="81146"/>
                    <a:pt x="519271" y="81146"/>
                  </a:cubicBezTo>
                  <a:cubicBezTo>
                    <a:pt x="514141" y="81146"/>
                    <a:pt x="509948" y="79961"/>
                    <a:pt x="506719" y="77604"/>
                  </a:cubicBezTo>
                  <a:cubicBezTo>
                    <a:pt x="503490" y="75234"/>
                    <a:pt x="501016" y="72148"/>
                    <a:pt x="499271" y="68333"/>
                  </a:cubicBezTo>
                  <a:cubicBezTo>
                    <a:pt x="497474" y="64440"/>
                    <a:pt x="496250" y="60104"/>
                    <a:pt x="495625" y="55312"/>
                  </a:cubicBezTo>
                  <a:cubicBezTo>
                    <a:pt x="495000" y="50521"/>
                    <a:pt x="494688" y="45651"/>
                    <a:pt x="494688" y="40729"/>
                  </a:cubicBezTo>
                  <a:cubicBezTo>
                    <a:pt x="494688" y="35859"/>
                    <a:pt x="495000" y="31002"/>
                    <a:pt x="495625" y="26146"/>
                  </a:cubicBezTo>
                  <a:cubicBezTo>
                    <a:pt x="496250" y="21276"/>
                    <a:pt x="497474" y="16901"/>
                    <a:pt x="499271" y="13021"/>
                  </a:cubicBezTo>
                  <a:cubicBezTo>
                    <a:pt x="501016" y="9193"/>
                    <a:pt x="503490" y="6067"/>
                    <a:pt x="506719" y="3646"/>
                  </a:cubicBezTo>
                  <a:cubicBezTo>
                    <a:pt x="509948" y="1211"/>
                    <a:pt x="514141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67"/>
                    <a:pt x="316563" y="9193"/>
                    <a:pt x="318438" y="13021"/>
                  </a:cubicBezTo>
                  <a:cubicBezTo>
                    <a:pt x="320313" y="16901"/>
                    <a:pt x="321602" y="21276"/>
                    <a:pt x="322292" y="26146"/>
                  </a:cubicBezTo>
                  <a:cubicBezTo>
                    <a:pt x="322995" y="31002"/>
                    <a:pt x="323334" y="35859"/>
                    <a:pt x="323334" y="40729"/>
                  </a:cubicBezTo>
                  <a:cubicBezTo>
                    <a:pt x="323334" y="45651"/>
                    <a:pt x="322995" y="50521"/>
                    <a:pt x="322292" y="55312"/>
                  </a:cubicBezTo>
                  <a:cubicBezTo>
                    <a:pt x="321602" y="60104"/>
                    <a:pt x="320313" y="64440"/>
                    <a:pt x="318438" y="68333"/>
                  </a:cubicBezTo>
                  <a:cubicBezTo>
                    <a:pt x="316563" y="72148"/>
                    <a:pt x="313985" y="75234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34"/>
                    <a:pt x="279662" y="72148"/>
                    <a:pt x="277917" y="68333"/>
                  </a:cubicBezTo>
                  <a:cubicBezTo>
                    <a:pt x="276120" y="64440"/>
                    <a:pt x="274896" y="60104"/>
                    <a:pt x="274271" y="55312"/>
                  </a:cubicBezTo>
                  <a:cubicBezTo>
                    <a:pt x="273646" y="50521"/>
                    <a:pt x="273334" y="45651"/>
                    <a:pt x="273334" y="40729"/>
                  </a:cubicBezTo>
                  <a:cubicBezTo>
                    <a:pt x="273334" y="35859"/>
                    <a:pt x="273646" y="31002"/>
                    <a:pt x="274271" y="26146"/>
                  </a:cubicBezTo>
                  <a:cubicBezTo>
                    <a:pt x="274896" y="21276"/>
                    <a:pt x="276120" y="16901"/>
                    <a:pt x="277917" y="13021"/>
                  </a:cubicBezTo>
                  <a:cubicBezTo>
                    <a:pt x="279662" y="9193"/>
                    <a:pt x="282136" y="6067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7"/>
                    <a:pt x="108229" y="9193"/>
                    <a:pt x="110104" y="13021"/>
                  </a:cubicBezTo>
                  <a:cubicBezTo>
                    <a:pt x="111979" y="16901"/>
                    <a:pt x="113268" y="21276"/>
                    <a:pt x="113959" y="26146"/>
                  </a:cubicBezTo>
                  <a:cubicBezTo>
                    <a:pt x="114662" y="31002"/>
                    <a:pt x="115000" y="35859"/>
                    <a:pt x="115000" y="40729"/>
                  </a:cubicBezTo>
                  <a:cubicBezTo>
                    <a:pt x="115000" y="45651"/>
                    <a:pt x="114662" y="50521"/>
                    <a:pt x="113959" y="55312"/>
                  </a:cubicBezTo>
                  <a:cubicBezTo>
                    <a:pt x="113268" y="60104"/>
                    <a:pt x="111979" y="64440"/>
                    <a:pt x="110104" y="68333"/>
                  </a:cubicBezTo>
                  <a:cubicBezTo>
                    <a:pt x="108229" y="72148"/>
                    <a:pt x="105651" y="75234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4"/>
                    <a:pt x="71328" y="72148"/>
                    <a:pt x="69583" y="68333"/>
                  </a:cubicBezTo>
                  <a:cubicBezTo>
                    <a:pt x="67787" y="64440"/>
                    <a:pt x="66563" y="60104"/>
                    <a:pt x="65938" y="55312"/>
                  </a:cubicBezTo>
                  <a:cubicBezTo>
                    <a:pt x="65313" y="50521"/>
                    <a:pt x="65000" y="45651"/>
                    <a:pt x="65000" y="40729"/>
                  </a:cubicBezTo>
                  <a:cubicBezTo>
                    <a:pt x="65000" y="35859"/>
                    <a:pt x="65313" y="31002"/>
                    <a:pt x="65938" y="26146"/>
                  </a:cubicBezTo>
                  <a:cubicBezTo>
                    <a:pt x="66563" y="21276"/>
                    <a:pt x="67787" y="16901"/>
                    <a:pt x="69583" y="13021"/>
                  </a:cubicBezTo>
                  <a:cubicBezTo>
                    <a:pt x="71328" y="9193"/>
                    <a:pt x="73802" y="6067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0" name="TextBox 669">
              <a:extLst>
                <a:ext uri="{FF2B5EF4-FFF2-40B4-BE49-F238E27FC236}">
                  <a16:creationId xmlns:a16="http://schemas.microsoft.com/office/drawing/2014/main" id="{660E028C-4F39-4E32-AF30-0CB25503C981}"/>
                </a:ext>
              </a:extLst>
            </p:cNvPr>
            <p:cNvSpPr txBox="1"/>
            <p:nvPr/>
          </p:nvSpPr>
          <p:spPr>
            <a:xfrm>
              <a:off x="2970659" y="6641036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2024.04.30</a:t>
              </a:r>
            </a:p>
          </p:txBody>
        </p:sp>
        <p:grpSp>
          <p:nvGrpSpPr>
            <p:cNvPr id="671" name="그래픽 5">
              <a:extLst>
                <a:ext uri="{FF2B5EF4-FFF2-40B4-BE49-F238E27FC236}">
                  <a16:creationId xmlns:a16="http://schemas.microsoft.com/office/drawing/2014/main" id="{9CBD82AF-13C6-4223-AD3B-6FCBA594145C}"/>
                </a:ext>
              </a:extLst>
            </p:cNvPr>
            <p:cNvGrpSpPr/>
            <p:nvPr/>
          </p:nvGrpSpPr>
          <p:grpSpPr>
            <a:xfrm>
              <a:off x="3871032" y="6615389"/>
              <a:ext cx="701458" cy="95690"/>
              <a:chOff x="3871032" y="6615389"/>
              <a:chExt cx="701458" cy="95690"/>
            </a:xfrm>
          </p:grpSpPr>
          <p:sp>
            <p:nvSpPr>
              <p:cNvPr id="672" name="자유형: 도형 671">
                <a:extLst>
                  <a:ext uri="{FF2B5EF4-FFF2-40B4-BE49-F238E27FC236}">
                    <a16:creationId xmlns:a16="http://schemas.microsoft.com/office/drawing/2014/main" id="{5DD2EE8B-B433-496B-8A2A-4BA203A828F1}"/>
                  </a:ext>
                </a:extLst>
              </p:cNvPr>
              <p:cNvSpPr/>
              <p:nvPr/>
            </p:nvSpPr>
            <p:spPr>
              <a:xfrm>
                <a:off x="3871032" y="6615389"/>
                <a:ext cx="701458" cy="94478"/>
              </a:xfrm>
              <a:custGeom>
                <a:avLst/>
                <a:gdLst>
                  <a:gd name="connsiteX0" fmla="*/ 499792 w 701458"/>
                  <a:gd name="connsiteY0" fmla="*/ 70833 h 94478"/>
                  <a:gd name="connsiteX1" fmla="*/ 510521 w 701458"/>
                  <a:gd name="connsiteY1" fmla="*/ 70833 h 94478"/>
                  <a:gd name="connsiteX2" fmla="*/ 511407 w 701458"/>
                  <a:gd name="connsiteY2" fmla="*/ 71146 h 94478"/>
                  <a:gd name="connsiteX3" fmla="*/ 511667 w 701458"/>
                  <a:gd name="connsiteY3" fmla="*/ 72083 h 94478"/>
                  <a:gd name="connsiteX4" fmla="*/ 511667 w 701458"/>
                  <a:gd name="connsiteY4" fmla="*/ 78750 h 94478"/>
                  <a:gd name="connsiteX5" fmla="*/ 508542 w 701458"/>
                  <a:gd name="connsiteY5" fmla="*/ 90000 h 94478"/>
                  <a:gd name="connsiteX6" fmla="*/ 500938 w 701458"/>
                  <a:gd name="connsiteY6" fmla="*/ 94479 h 94478"/>
                  <a:gd name="connsiteX7" fmla="*/ 500938 w 701458"/>
                  <a:gd name="connsiteY7" fmla="*/ 90833 h 94478"/>
                  <a:gd name="connsiteX8" fmla="*/ 504427 w 701458"/>
                  <a:gd name="connsiteY8" fmla="*/ 87343 h 94478"/>
                  <a:gd name="connsiteX9" fmla="*/ 505208 w 701458"/>
                  <a:gd name="connsiteY9" fmla="*/ 81562 h 94478"/>
                  <a:gd name="connsiteX10" fmla="*/ 499792 w 701458"/>
                  <a:gd name="connsiteY10" fmla="*/ 81562 h 94478"/>
                  <a:gd name="connsiteX11" fmla="*/ 278438 w 701458"/>
                  <a:gd name="connsiteY11" fmla="*/ 70833 h 94478"/>
                  <a:gd name="connsiteX12" fmla="*/ 289167 w 701458"/>
                  <a:gd name="connsiteY12" fmla="*/ 70833 h 94478"/>
                  <a:gd name="connsiteX13" fmla="*/ 290052 w 701458"/>
                  <a:gd name="connsiteY13" fmla="*/ 71146 h 94478"/>
                  <a:gd name="connsiteX14" fmla="*/ 290313 w 701458"/>
                  <a:gd name="connsiteY14" fmla="*/ 72083 h 94478"/>
                  <a:gd name="connsiteX15" fmla="*/ 290313 w 701458"/>
                  <a:gd name="connsiteY15" fmla="*/ 78750 h 94478"/>
                  <a:gd name="connsiteX16" fmla="*/ 287188 w 701458"/>
                  <a:gd name="connsiteY16" fmla="*/ 90000 h 94478"/>
                  <a:gd name="connsiteX17" fmla="*/ 279583 w 701458"/>
                  <a:gd name="connsiteY17" fmla="*/ 94479 h 94478"/>
                  <a:gd name="connsiteX18" fmla="*/ 279583 w 701458"/>
                  <a:gd name="connsiteY18" fmla="*/ 90833 h 94478"/>
                  <a:gd name="connsiteX19" fmla="*/ 283073 w 701458"/>
                  <a:gd name="connsiteY19" fmla="*/ 87343 h 94478"/>
                  <a:gd name="connsiteX20" fmla="*/ 283854 w 701458"/>
                  <a:gd name="connsiteY20" fmla="*/ 81562 h 94478"/>
                  <a:gd name="connsiteX21" fmla="*/ 278438 w 701458"/>
                  <a:gd name="connsiteY21" fmla="*/ 81562 h 94478"/>
                  <a:gd name="connsiteX22" fmla="*/ 70104 w 701458"/>
                  <a:gd name="connsiteY22" fmla="*/ 70833 h 94478"/>
                  <a:gd name="connsiteX23" fmla="*/ 80833 w 701458"/>
                  <a:gd name="connsiteY23" fmla="*/ 70833 h 94478"/>
                  <a:gd name="connsiteX24" fmla="*/ 81719 w 701458"/>
                  <a:gd name="connsiteY24" fmla="*/ 71146 h 94478"/>
                  <a:gd name="connsiteX25" fmla="*/ 81979 w 701458"/>
                  <a:gd name="connsiteY25" fmla="*/ 72083 h 94478"/>
                  <a:gd name="connsiteX26" fmla="*/ 81979 w 701458"/>
                  <a:gd name="connsiteY26" fmla="*/ 78750 h 94478"/>
                  <a:gd name="connsiteX27" fmla="*/ 78854 w 701458"/>
                  <a:gd name="connsiteY27" fmla="*/ 90000 h 94478"/>
                  <a:gd name="connsiteX28" fmla="*/ 71250 w 701458"/>
                  <a:gd name="connsiteY28" fmla="*/ 94479 h 94478"/>
                  <a:gd name="connsiteX29" fmla="*/ 71250 w 701458"/>
                  <a:gd name="connsiteY29" fmla="*/ 90833 h 94478"/>
                  <a:gd name="connsiteX30" fmla="*/ 74739 w 701458"/>
                  <a:gd name="connsiteY30" fmla="*/ 87343 h 94478"/>
                  <a:gd name="connsiteX31" fmla="*/ 75521 w 701458"/>
                  <a:gd name="connsiteY31" fmla="*/ 81562 h 94478"/>
                  <a:gd name="connsiteX32" fmla="*/ 70104 w 701458"/>
                  <a:gd name="connsiteY32" fmla="*/ 81562 h 94478"/>
                  <a:gd name="connsiteX33" fmla="*/ 389584 w 701458"/>
                  <a:gd name="connsiteY33" fmla="*/ 43437 h 94478"/>
                  <a:gd name="connsiteX34" fmla="*/ 383438 w 701458"/>
                  <a:gd name="connsiteY34" fmla="*/ 44427 h 94478"/>
                  <a:gd name="connsiteX35" fmla="*/ 378125 w 701458"/>
                  <a:gd name="connsiteY35" fmla="*/ 47292 h 94478"/>
                  <a:gd name="connsiteX36" fmla="*/ 374323 w 701458"/>
                  <a:gd name="connsiteY36" fmla="*/ 52031 h 94478"/>
                  <a:gd name="connsiteX37" fmla="*/ 372917 w 701458"/>
                  <a:gd name="connsiteY37" fmla="*/ 58646 h 94478"/>
                  <a:gd name="connsiteX38" fmla="*/ 377344 w 701458"/>
                  <a:gd name="connsiteY38" fmla="*/ 69687 h 94478"/>
                  <a:gd name="connsiteX39" fmla="*/ 389584 w 701458"/>
                  <a:gd name="connsiteY39" fmla="*/ 73854 h 94478"/>
                  <a:gd name="connsiteX40" fmla="*/ 401719 w 701458"/>
                  <a:gd name="connsiteY40" fmla="*/ 69687 h 94478"/>
                  <a:gd name="connsiteX41" fmla="*/ 406250 w 701458"/>
                  <a:gd name="connsiteY41" fmla="*/ 58646 h 94478"/>
                  <a:gd name="connsiteX42" fmla="*/ 404792 w 701458"/>
                  <a:gd name="connsiteY42" fmla="*/ 52031 h 94478"/>
                  <a:gd name="connsiteX43" fmla="*/ 400938 w 701458"/>
                  <a:gd name="connsiteY43" fmla="*/ 47292 h 94478"/>
                  <a:gd name="connsiteX44" fmla="*/ 395625 w 701458"/>
                  <a:gd name="connsiteY44" fmla="*/ 44427 h 94478"/>
                  <a:gd name="connsiteX45" fmla="*/ 389584 w 701458"/>
                  <a:gd name="connsiteY45" fmla="*/ 43437 h 94478"/>
                  <a:gd name="connsiteX46" fmla="*/ 181250 w 701458"/>
                  <a:gd name="connsiteY46" fmla="*/ 43437 h 94478"/>
                  <a:gd name="connsiteX47" fmla="*/ 175104 w 701458"/>
                  <a:gd name="connsiteY47" fmla="*/ 44427 h 94478"/>
                  <a:gd name="connsiteX48" fmla="*/ 169792 w 701458"/>
                  <a:gd name="connsiteY48" fmla="*/ 47292 h 94478"/>
                  <a:gd name="connsiteX49" fmla="*/ 165989 w 701458"/>
                  <a:gd name="connsiteY49" fmla="*/ 52031 h 94478"/>
                  <a:gd name="connsiteX50" fmla="*/ 164584 w 701458"/>
                  <a:gd name="connsiteY50" fmla="*/ 58646 h 94478"/>
                  <a:gd name="connsiteX51" fmla="*/ 169011 w 701458"/>
                  <a:gd name="connsiteY51" fmla="*/ 69687 h 94478"/>
                  <a:gd name="connsiteX52" fmla="*/ 181250 w 701458"/>
                  <a:gd name="connsiteY52" fmla="*/ 73854 h 94478"/>
                  <a:gd name="connsiteX53" fmla="*/ 193385 w 701458"/>
                  <a:gd name="connsiteY53" fmla="*/ 69687 h 94478"/>
                  <a:gd name="connsiteX54" fmla="*/ 197917 w 701458"/>
                  <a:gd name="connsiteY54" fmla="*/ 58646 h 94478"/>
                  <a:gd name="connsiteX55" fmla="*/ 196459 w 701458"/>
                  <a:gd name="connsiteY55" fmla="*/ 52031 h 94478"/>
                  <a:gd name="connsiteX56" fmla="*/ 192604 w 701458"/>
                  <a:gd name="connsiteY56" fmla="*/ 47292 h 94478"/>
                  <a:gd name="connsiteX57" fmla="*/ 187292 w 701458"/>
                  <a:gd name="connsiteY57" fmla="*/ 44427 h 94478"/>
                  <a:gd name="connsiteX58" fmla="*/ 181250 w 701458"/>
                  <a:gd name="connsiteY58" fmla="*/ 43437 h 94478"/>
                  <a:gd name="connsiteX59" fmla="*/ 25000 w 701458"/>
                  <a:gd name="connsiteY59" fmla="*/ 43437 h 94478"/>
                  <a:gd name="connsiteX60" fmla="*/ 18854 w 701458"/>
                  <a:gd name="connsiteY60" fmla="*/ 44427 h 94478"/>
                  <a:gd name="connsiteX61" fmla="*/ 13542 w 701458"/>
                  <a:gd name="connsiteY61" fmla="*/ 47292 h 94478"/>
                  <a:gd name="connsiteX62" fmla="*/ 9739 w 701458"/>
                  <a:gd name="connsiteY62" fmla="*/ 52031 h 94478"/>
                  <a:gd name="connsiteX63" fmla="*/ 8334 w 701458"/>
                  <a:gd name="connsiteY63" fmla="*/ 58646 h 94478"/>
                  <a:gd name="connsiteX64" fmla="*/ 12761 w 701458"/>
                  <a:gd name="connsiteY64" fmla="*/ 69687 h 94478"/>
                  <a:gd name="connsiteX65" fmla="*/ 25000 w 701458"/>
                  <a:gd name="connsiteY65" fmla="*/ 73854 h 94478"/>
                  <a:gd name="connsiteX66" fmla="*/ 37135 w 701458"/>
                  <a:gd name="connsiteY66" fmla="*/ 69687 h 94478"/>
                  <a:gd name="connsiteX67" fmla="*/ 41667 w 701458"/>
                  <a:gd name="connsiteY67" fmla="*/ 58646 h 94478"/>
                  <a:gd name="connsiteX68" fmla="*/ 40209 w 701458"/>
                  <a:gd name="connsiteY68" fmla="*/ 52031 h 94478"/>
                  <a:gd name="connsiteX69" fmla="*/ 36354 w 701458"/>
                  <a:gd name="connsiteY69" fmla="*/ 47292 h 94478"/>
                  <a:gd name="connsiteX70" fmla="*/ 31042 w 701458"/>
                  <a:gd name="connsiteY70" fmla="*/ 44427 h 94478"/>
                  <a:gd name="connsiteX71" fmla="*/ 25000 w 701458"/>
                  <a:gd name="connsiteY71" fmla="*/ 43437 h 94478"/>
                  <a:gd name="connsiteX72" fmla="*/ 389584 w 701458"/>
                  <a:gd name="connsiteY72" fmla="*/ 8333 h 94478"/>
                  <a:gd name="connsiteX73" fmla="*/ 378438 w 701458"/>
                  <a:gd name="connsiteY73" fmla="*/ 12083 h 94478"/>
                  <a:gd name="connsiteX74" fmla="*/ 373854 w 701458"/>
                  <a:gd name="connsiteY74" fmla="*/ 22083 h 94478"/>
                  <a:gd name="connsiteX75" fmla="*/ 378334 w 701458"/>
                  <a:gd name="connsiteY75" fmla="*/ 32239 h 94478"/>
                  <a:gd name="connsiteX76" fmla="*/ 389584 w 701458"/>
                  <a:gd name="connsiteY76" fmla="*/ 35833 h 94478"/>
                  <a:gd name="connsiteX77" fmla="*/ 400729 w 701458"/>
                  <a:gd name="connsiteY77" fmla="*/ 32239 h 94478"/>
                  <a:gd name="connsiteX78" fmla="*/ 405313 w 701458"/>
                  <a:gd name="connsiteY78" fmla="*/ 22083 h 94478"/>
                  <a:gd name="connsiteX79" fmla="*/ 400729 w 701458"/>
                  <a:gd name="connsiteY79" fmla="*/ 12083 h 94478"/>
                  <a:gd name="connsiteX80" fmla="*/ 389584 w 701458"/>
                  <a:gd name="connsiteY80" fmla="*/ 8333 h 94478"/>
                  <a:gd name="connsiteX81" fmla="*/ 181250 w 701458"/>
                  <a:gd name="connsiteY81" fmla="*/ 8333 h 94478"/>
                  <a:gd name="connsiteX82" fmla="*/ 170104 w 701458"/>
                  <a:gd name="connsiteY82" fmla="*/ 12083 h 94478"/>
                  <a:gd name="connsiteX83" fmla="*/ 165521 w 701458"/>
                  <a:gd name="connsiteY83" fmla="*/ 22083 h 94478"/>
                  <a:gd name="connsiteX84" fmla="*/ 170000 w 701458"/>
                  <a:gd name="connsiteY84" fmla="*/ 32239 h 94478"/>
                  <a:gd name="connsiteX85" fmla="*/ 181250 w 701458"/>
                  <a:gd name="connsiteY85" fmla="*/ 35833 h 94478"/>
                  <a:gd name="connsiteX86" fmla="*/ 192396 w 701458"/>
                  <a:gd name="connsiteY86" fmla="*/ 32239 h 94478"/>
                  <a:gd name="connsiteX87" fmla="*/ 196979 w 701458"/>
                  <a:gd name="connsiteY87" fmla="*/ 22083 h 94478"/>
                  <a:gd name="connsiteX88" fmla="*/ 192396 w 701458"/>
                  <a:gd name="connsiteY88" fmla="*/ 12083 h 94478"/>
                  <a:gd name="connsiteX89" fmla="*/ 181250 w 701458"/>
                  <a:gd name="connsiteY89" fmla="*/ 8333 h 94478"/>
                  <a:gd name="connsiteX90" fmla="*/ 25000 w 701458"/>
                  <a:gd name="connsiteY90" fmla="*/ 8333 h 94478"/>
                  <a:gd name="connsiteX91" fmla="*/ 13854 w 701458"/>
                  <a:gd name="connsiteY91" fmla="*/ 12083 h 94478"/>
                  <a:gd name="connsiteX92" fmla="*/ 9271 w 701458"/>
                  <a:gd name="connsiteY92" fmla="*/ 22083 h 94478"/>
                  <a:gd name="connsiteX93" fmla="*/ 13750 w 701458"/>
                  <a:gd name="connsiteY93" fmla="*/ 32239 h 94478"/>
                  <a:gd name="connsiteX94" fmla="*/ 25000 w 701458"/>
                  <a:gd name="connsiteY94" fmla="*/ 35833 h 94478"/>
                  <a:gd name="connsiteX95" fmla="*/ 36146 w 701458"/>
                  <a:gd name="connsiteY95" fmla="*/ 32239 h 94478"/>
                  <a:gd name="connsiteX96" fmla="*/ 40729 w 701458"/>
                  <a:gd name="connsiteY96" fmla="*/ 22083 h 94478"/>
                  <a:gd name="connsiteX97" fmla="*/ 36146 w 701458"/>
                  <a:gd name="connsiteY97" fmla="*/ 12083 h 94478"/>
                  <a:gd name="connsiteX98" fmla="*/ 25000 w 701458"/>
                  <a:gd name="connsiteY98" fmla="*/ 8333 h 94478"/>
                  <a:gd name="connsiteX99" fmla="*/ 676042 w 701458"/>
                  <a:gd name="connsiteY99" fmla="*/ 7188 h 94478"/>
                  <a:gd name="connsiteX100" fmla="*/ 667240 w 701458"/>
                  <a:gd name="connsiteY100" fmla="*/ 10833 h 94478"/>
                  <a:gd name="connsiteX101" fmla="*/ 662500 w 701458"/>
                  <a:gd name="connsiteY101" fmla="*/ 19583 h 94478"/>
                  <a:gd name="connsiteX102" fmla="*/ 660469 w 701458"/>
                  <a:gd name="connsiteY102" fmla="*/ 30573 h 94478"/>
                  <a:gd name="connsiteX103" fmla="*/ 660105 w 701458"/>
                  <a:gd name="connsiteY103" fmla="*/ 40729 h 94478"/>
                  <a:gd name="connsiteX104" fmla="*/ 660469 w 701458"/>
                  <a:gd name="connsiteY104" fmla="*/ 50781 h 94478"/>
                  <a:gd name="connsiteX105" fmla="*/ 662500 w 701458"/>
                  <a:gd name="connsiteY105" fmla="*/ 61667 h 94478"/>
                  <a:gd name="connsiteX106" fmla="*/ 667240 w 701458"/>
                  <a:gd name="connsiteY106" fmla="*/ 70312 h 94478"/>
                  <a:gd name="connsiteX107" fmla="*/ 676042 w 701458"/>
                  <a:gd name="connsiteY107" fmla="*/ 73854 h 94478"/>
                  <a:gd name="connsiteX108" fmla="*/ 685000 w 701458"/>
                  <a:gd name="connsiteY108" fmla="*/ 70312 h 94478"/>
                  <a:gd name="connsiteX109" fmla="*/ 690000 w 701458"/>
                  <a:gd name="connsiteY109" fmla="*/ 61667 h 94478"/>
                  <a:gd name="connsiteX110" fmla="*/ 692292 w 701458"/>
                  <a:gd name="connsiteY110" fmla="*/ 50781 h 94478"/>
                  <a:gd name="connsiteX111" fmla="*/ 692813 w 701458"/>
                  <a:gd name="connsiteY111" fmla="*/ 40729 h 94478"/>
                  <a:gd name="connsiteX112" fmla="*/ 692292 w 701458"/>
                  <a:gd name="connsiteY112" fmla="*/ 30573 h 94478"/>
                  <a:gd name="connsiteX113" fmla="*/ 690000 w 701458"/>
                  <a:gd name="connsiteY113" fmla="*/ 19583 h 94478"/>
                  <a:gd name="connsiteX114" fmla="*/ 685000 w 701458"/>
                  <a:gd name="connsiteY114" fmla="*/ 10833 h 94478"/>
                  <a:gd name="connsiteX115" fmla="*/ 676042 w 701458"/>
                  <a:gd name="connsiteY115" fmla="*/ 7188 h 94478"/>
                  <a:gd name="connsiteX116" fmla="*/ 610938 w 701458"/>
                  <a:gd name="connsiteY116" fmla="*/ 7188 h 94478"/>
                  <a:gd name="connsiteX117" fmla="*/ 602136 w 701458"/>
                  <a:gd name="connsiteY117" fmla="*/ 10833 h 94478"/>
                  <a:gd name="connsiteX118" fmla="*/ 597396 w 701458"/>
                  <a:gd name="connsiteY118" fmla="*/ 19583 h 94478"/>
                  <a:gd name="connsiteX119" fmla="*/ 595365 w 701458"/>
                  <a:gd name="connsiteY119" fmla="*/ 30573 h 94478"/>
                  <a:gd name="connsiteX120" fmla="*/ 595001 w 701458"/>
                  <a:gd name="connsiteY120" fmla="*/ 40729 h 94478"/>
                  <a:gd name="connsiteX121" fmla="*/ 595365 w 701458"/>
                  <a:gd name="connsiteY121" fmla="*/ 50781 h 94478"/>
                  <a:gd name="connsiteX122" fmla="*/ 597396 w 701458"/>
                  <a:gd name="connsiteY122" fmla="*/ 61667 h 94478"/>
                  <a:gd name="connsiteX123" fmla="*/ 602136 w 701458"/>
                  <a:gd name="connsiteY123" fmla="*/ 70312 h 94478"/>
                  <a:gd name="connsiteX124" fmla="*/ 610938 w 701458"/>
                  <a:gd name="connsiteY124" fmla="*/ 73854 h 94478"/>
                  <a:gd name="connsiteX125" fmla="*/ 619896 w 701458"/>
                  <a:gd name="connsiteY125" fmla="*/ 70312 h 94478"/>
                  <a:gd name="connsiteX126" fmla="*/ 624896 w 701458"/>
                  <a:gd name="connsiteY126" fmla="*/ 61667 h 94478"/>
                  <a:gd name="connsiteX127" fmla="*/ 627188 w 701458"/>
                  <a:gd name="connsiteY127" fmla="*/ 50781 h 94478"/>
                  <a:gd name="connsiteX128" fmla="*/ 627709 w 701458"/>
                  <a:gd name="connsiteY128" fmla="*/ 40729 h 94478"/>
                  <a:gd name="connsiteX129" fmla="*/ 627188 w 701458"/>
                  <a:gd name="connsiteY129" fmla="*/ 30573 h 94478"/>
                  <a:gd name="connsiteX130" fmla="*/ 624896 w 701458"/>
                  <a:gd name="connsiteY130" fmla="*/ 19583 h 94478"/>
                  <a:gd name="connsiteX131" fmla="*/ 619896 w 701458"/>
                  <a:gd name="connsiteY131" fmla="*/ 10833 h 94478"/>
                  <a:gd name="connsiteX132" fmla="*/ 610938 w 701458"/>
                  <a:gd name="connsiteY132" fmla="*/ 7188 h 94478"/>
                  <a:gd name="connsiteX133" fmla="*/ 545834 w 701458"/>
                  <a:gd name="connsiteY133" fmla="*/ 7188 h 94478"/>
                  <a:gd name="connsiteX134" fmla="*/ 537031 w 701458"/>
                  <a:gd name="connsiteY134" fmla="*/ 10833 h 94478"/>
                  <a:gd name="connsiteX135" fmla="*/ 532292 w 701458"/>
                  <a:gd name="connsiteY135" fmla="*/ 19583 h 94478"/>
                  <a:gd name="connsiteX136" fmla="*/ 530261 w 701458"/>
                  <a:gd name="connsiteY136" fmla="*/ 30573 h 94478"/>
                  <a:gd name="connsiteX137" fmla="*/ 529896 w 701458"/>
                  <a:gd name="connsiteY137" fmla="*/ 40729 h 94478"/>
                  <a:gd name="connsiteX138" fmla="*/ 530261 w 701458"/>
                  <a:gd name="connsiteY138" fmla="*/ 50781 h 94478"/>
                  <a:gd name="connsiteX139" fmla="*/ 532292 w 701458"/>
                  <a:gd name="connsiteY139" fmla="*/ 61667 h 94478"/>
                  <a:gd name="connsiteX140" fmla="*/ 537031 w 701458"/>
                  <a:gd name="connsiteY140" fmla="*/ 70312 h 94478"/>
                  <a:gd name="connsiteX141" fmla="*/ 545834 w 701458"/>
                  <a:gd name="connsiteY141" fmla="*/ 73854 h 94478"/>
                  <a:gd name="connsiteX142" fmla="*/ 554792 w 701458"/>
                  <a:gd name="connsiteY142" fmla="*/ 70312 h 94478"/>
                  <a:gd name="connsiteX143" fmla="*/ 559792 w 701458"/>
                  <a:gd name="connsiteY143" fmla="*/ 61667 h 94478"/>
                  <a:gd name="connsiteX144" fmla="*/ 562084 w 701458"/>
                  <a:gd name="connsiteY144" fmla="*/ 50781 h 94478"/>
                  <a:gd name="connsiteX145" fmla="*/ 562605 w 701458"/>
                  <a:gd name="connsiteY145" fmla="*/ 40729 h 94478"/>
                  <a:gd name="connsiteX146" fmla="*/ 562084 w 701458"/>
                  <a:gd name="connsiteY146" fmla="*/ 30573 h 94478"/>
                  <a:gd name="connsiteX147" fmla="*/ 559792 w 701458"/>
                  <a:gd name="connsiteY147" fmla="*/ 19583 h 94478"/>
                  <a:gd name="connsiteX148" fmla="*/ 554792 w 701458"/>
                  <a:gd name="connsiteY148" fmla="*/ 10833 h 94478"/>
                  <a:gd name="connsiteX149" fmla="*/ 545834 w 701458"/>
                  <a:gd name="connsiteY149" fmla="*/ 7188 h 94478"/>
                  <a:gd name="connsiteX150" fmla="*/ 116146 w 701458"/>
                  <a:gd name="connsiteY150" fmla="*/ 7188 h 94478"/>
                  <a:gd name="connsiteX151" fmla="*/ 107344 w 701458"/>
                  <a:gd name="connsiteY151" fmla="*/ 10833 h 94478"/>
                  <a:gd name="connsiteX152" fmla="*/ 102604 w 701458"/>
                  <a:gd name="connsiteY152" fmla="*/ 19583 h 94478"/>
                  <a:gd name="connsiteX153" fmla="*/ 100573 w 701458"/>
                  <a:gd name="connsiteY153" fmla="*/ 30573 h 94478"/>
                  <a:gd name="connsiteX154" fmla="*/ 100209 w 701458"/>
                  <a:gd name="connsiteY154" fmla="*/ 40729 h 94478"/>
                  <a:gd name="connsiteX155" fmla="*/ 100573 w 701458"/>
                  <a:gd name="connsiteY155" fmla="*/ 50781 h 94478"/>
                  <a:gd name="connsiteX156" fmla="*/ 102604 w 701458"/>
                  <a:gd name="connsiteY156" fmla="*/ 61667 h 94478"/>
                  <a:gd name="connsiteX157" fmla="*/ 107344 w 701458"/>
                  <a:gd name="connsiteY157" fmla="*/ 70312 h 94478"/>
                  <a:gd name="connsiteX158" fmla="*/ 116146 w 701458"/>
                  <a:gd name="connsiteY158" fmla="*/ 73854 h 94478"/>
                  <a:gd name="connsiteX159" fmla="*/ 125104 w 701458"/>
                  <a:gd name="connsiteY159" fmla="*/ 70312 h 94478"/>
                  <a:gd name="connsiteX160" fmla="*/ 130104 w 701458"/>
                  <a:gd name="connsiteY160" fmla="*/ 61667 h 94478"/>
                  <a:gd name="connsiteX161" fmla="*/ 132396 w 701458"/>
                  <a:gd name="connsiteY161" fmla="*/ 50781 h 94478"/>
                  <a:gd name="connsiteX162" fmla="*/ 132917 w 701458"/>
                  <a:gd name="connsiteY162" fmla="*/ 40729 h 94478"/>
                  <a:gd name="connsiteX163" fmla="*/ 132396 w 701458"/>
                  <a:gd name="connsiteY163" fmla="*/ 30573 h 94478"/>
                  <a:gd name="connsiteX164" fmla="*/ 130104 w 701458"/>
                  <a:gd name="connsiteY164" fmla="*/ 19583 h 94478"/>
                  <a:gd name="connsiteX165" fmla="*/ 125104 w 701458"/>
                  <a:gd name="connsiteY165" fmla="*/ 10833 h 94478"/>
                  <a:gd name="connsiteX166" fmla="*/ 116146 w 701458"/>
                  <a:gd name="connsiteY166" fmla="*/ 7188 h 94478"/>
                  <a:gd name="connsiteX167" fmla="*/ 318646 w 701458"/>
                  <a:gd name="connsiteY167" fmla="*/ 3125 h 94478"/>
                  <a:gd name="connsiteX168" fmla="*/ 358333 w 701458"/>
                  <a:gd name="connsiteY168" fmla="*/ 3125 h 94478"/>
                  <a:gd name="connsiteX169" fmla="*/ 358333 w 701458"/>
                  <a:gd name="connsiteY169" fmla="*/ 10208 h 94478"/>
                  <a:gd name="connsiteX170" fmla="*/ 325000 w 701458"/>
                  <a:gd name="connsiteY170" fmla="*/ 10208 h 94478"/>
                  <a:gd name="connsiteX171" fmla="*/ 323542 w 701458"/>
                  <a:gd name="connsiteY171" fmla="*/ 35833 h 94478"/>
                  <a:gd name="connsiteX172" fmla="*/ 330365 w 701458"/>
                  <a:gd name="connsiteY172" fmla="*/ 30781 h 94478"/>
                  <a:gd name="connsiteX173" fmla="*/ 340417 w 701458"/>
                  <a:gd name="connsiteY173" fmla="*/ 28958 h 94478"/>
                  <a:gd name="connsiteX174" fmla="*/ 348854 w 701458"/>
                  <a:gd name="connsiteY174" fmla="*/ 30573 h 94478"/>
                  <a:gd name="connsiteX175" fmla="*/ 355834 w 701458"/>
                  <a:gd name="connsiteY175" fmla="*/ 35417 h 94478"/>
                  <a:gd name="connsiteX176" fmla="*/ 360521 w 701458"/>
                  <a:gd name="connsiteY176" fmla="*/ 43490 h 94478"/>
                  <a:gd name="connsiteX177" fmla="*/ 362292 w 701458"/>
                  <a:gd name="connsiteY177" fmla="*/ 54896 h 94478"/>
                  <a:gd name="connsiteX178" fmla="*/ 360573 w 701458"/>
                  <a:gd name="connsiteY178" fmla="*/ 65417 h 94478"/>
                  <a:gd name="connsiteX179" fmla="*/ 355729 w 701458"/>
                  <a:gd name="connsiteY179" fmla="*/ 73646 h 94478"/>
                  <a:gd name="connsiteX180" fmla="*/ 348073 w 701458"/>
                  <a:gd name="connsiteY180" fmla="*/ 79010 h 94478"/>
                  <a:gd name="connsiteX181" fmla="*/ 338230 w 701458"/>
                  <a:gd name="connsiteY181" fmla="*/ 80937 h 94478"/>
                  <a:gd name="connsiteX182" fmla="*/ 321563 w 701458"/>
                  <a:gd name="connsiteY182" fmla="*/ 75729 h 94478"/>
                  <a:gd name="connsiteX183" fmla="*/ 314271 w 701458"/>
                  <a:gd name="connsiteY183" fmla="*/ 60625 h 94478"/>
                  <a:gd name="connsiteX184" fmla="*/ 322500 w 701458"/>
                  <a:gd name="connsiteY184" fmla="*/ 60625 h 94478"/>
                  <a:gd name="connsiteX185" fmla="*/ 327813 w 701458"/>
                  <a:gd name="connsiteY185" fmla="*/ 70469 h 94478"/>
                  <a:gd name="connsiteX186" fmla="*/ 338542 w 701458"/>
                  <a:gd name="connsiteY186" fmla="*/ 73958 h 94478"/>
                  <a:gd name="connsiteX187" fmla="*/ 349531 w 701458"/>
                  <a:gd name="connsiteY187" fmla="*/ 68854 h 94478"/>
                  <a:gd name="connsiteX188" fmla="*/ 353958 w 701458"/>
                  <a:gd name="connsiteY188" fmla="*/ 55000 h 94478"/>
                  <a:gd name="connsiteX189" fmla="*/ 349583 w 701458"/>
                  <a:gd name="connsiteY189" fmla="*/ 40625 h 94478"/>
                  <a:gd name="connsiteX190" fmla="*/ 338646 w 701458"/>
                  <a:gd name="connsiteY190" fmla="*/ 35833 h 94478"/>
                  <a:gd name="connsiteX191" fmla="*/ 329479 w 701458"/>
                  <a:gd name="connsiteY191" fmla="*/ 38490 h 94478"/>
                  <a:gd name="connsiteX192" fmla="*/ 324271 w 701458"/>
                  <a:gd name="connsiteY192" fmla="*/ 45729 h 94478"/>
                  <a:gd name="connsiteX193" fmla="*/ 323959 w 701458"/>
                  <a:gd name="connsiteY193" fmla="*/ 46562 h 94478"/>
                  <a:gd name="connsiteX194" fmla="*/ 323646 w 701458"/>
                  <a:gd name="connsiteY194" fmla="*/ 47083 h 94478"/>
                  <a:gd name="connsiteX195" fmla="*/ 323073 w 701458"/>
                  <a:gd name="connsiteY195" fmla="*/ 47396 h 94478"/>
                  <a:gd name="connsiteX196" fmla="*/ 322188 w 701458"/>
                  <a:gd name="connsiteY196" fmla="*/ 47500 h 94478"/>
                  <a:gd name="connsiteX197" fmla="*/ 317187 w 701458"/>
                  <a:gd name="connsiteY197" fmla="*/ 47500 h 94478"/>
                  <a:gd name="connsiteX198" fmla="*/ 316042 w 701458"/>
                  <a:gd name="connsiteY198" fmla="*/ 47239 h 94478"/>
                  <a:gd name="connsiteX199" fmla="*/ 315834 w 701458"/>
                  <a:gd name="connsiteY199" fmla="*/ 45937 h 94478"/>
                  <a:gd name="connsiteX200" fmla="*/ 316979 w 701458"/>
                  <a:gd name="connsiteY200" fmla="*/ 5104 h 94478"/>
                  <a:gd name="connsiteX201" fmla="*/ 317344 w 701458"/>
                  <a:gd name="connsiteY201" fmla="*/ 3541 h 94478"/>
                  <a:gd name="connsiteX202" fmla="*/ 318646 w 701458"/>
                  <a:gd name="connsiteY202" fmla="*/ 3125 h 94478"/>
                  <a:gd name="connsiteX203" fmla="*/ 227500 w 701458"/>
                  <a:gd name="connsiteY203" fmla="*/ 3125 h 94478"/>
                  <a:gd name="connsiteX204" fmla="*/ 267188 w 701458"/>
                  <a:gd name="connsiteY204" fmla="*/ 3125 h 94478"/>
                  <a:gd name="connsiteX205" fmla="*/ 267188 w 701458"/>
                  <a:gd name="connsiteY205" fmla="*/ 10208 h 94478"/>
                  <a:gd name="connsiteX206" fmla="*/ 233854 w 701458"/>
                  <a:gd name="connsiteY206" fmla="*/ 10208 h 94478"/>
                  <a:gd name="connsiteX207" fmla="*/ 232396 w 701458"/>
                  <a:gd name="connsiteY207" fmla="*/ 35833 h 94478"/>
                  <a:gd name="connsiteX208" fmla="*/ 239219 w 701458"/>
                  <a:gd name="connsiteY208" fmla="*/ 30781 h 94478"/>
                  <a:gd name="connsiteX209" fmla="*/ 249271 w 701458"/>
                  <a:gd name="connsiteY209" fmla="*/ 28958 h 94478"/>
                  <a:gd name="connsiteX210" fmla="*/ 257708 w 701458"/>
                  <a:gd name="connsiteY210" fmla="*/ 30573 h 94478"/>
                  <a:gd name="connsiteX211" fmla="*/ 264688 w 701458"/>
                  <a:gd name="connsiteY211" fmla="*/ 35417 h 94478"/>
                  <a:gd name="connsiteX212" fmla="*/ 269375 w 701458"/>
                  <a:gd name="connsiteY212" fmla="*/ 43490 h 94478"/>
                  <a:gd name="connsiteX213" fmla="*/ 271146 w 701458"/>
                  <a:gd name="connsiteY213" fmla="*/ 54896 h 94478"/>
                  <a:gd name="connsiteX214" fmla="*/ 269427 w 701458"/>
                  <a:gd name="connsiteY214" fmla="*/ 65417 h 94478"/>
                  <a:gd name="connsiteX215" fmla="*/ 264584 w 701458"/>
                  <a:gd name="connsiteY215" fmla="*/ 73646 h 94478"/>
                  <a:gd name="connsiteX216" fmla="*/ 256927 w 701458"/>
                  <a:gd name="connsiteY216" fmla="*/ 79010 h 94478"/>
                  <a:gd name="connsiteX217" fmla="*/ 247084 w 701458"/>
                  <a:gd name="connsiteY217" fmla="*/ 80937 h 94478"/>
                  <a:gd name="connsiteX218" fmla="*/ 230417 w 701458"/>
                  <a:gd name="connsiteY218" fmla="*/ 75729 h 94478"/>
                  <a:gd name="connsiteX219" fmla="*/ 223125 w 701458"/>
                  <a:gd name="connsiteY219" fmla="*/ 60625 h 94478"/>
                  <a:gd name="connsiteX220" fmla="*/ 231354 w 701458"/>
                  <a:gd name="connsiteY220" fmla="*/ 60625 h 94478"/>
                  <a:gd name="connsiteX221" fmla="*/ 236667 w 701458"/>
                  <a:gd name="connsiteY221" fmla="*/ 70469 h 94478"/>
                  <a:gd name="connsiteX222" fmla="*/ 247396 w 701458"/>
                  <a:gd name="connsiteY222" fmla="*/ 73958 h 94478"/>
                  <a:gd name="connsiteX223" fmla="*/ 258385 w 701458"/>
                  <a:gd name="connsiteY223" fmla="*/ 68854 h 94478"/>
                  <a:gd name="connsiteX224" fmla="*/ 262813 w 701458"/>
                  <a:gd name="connsiteY224" fmla="*/ 55000 h 94478"/>
                  <a:gd name="connsiteX225" fmla="*/ 258438 w 701458"/>
                  <a:gd name="connsiteY225" fmla="*/ 40625 h 94478"/>
                  <a:gd name="connsiteX226" fmla="*/ 247500 w 701458"/>
                  <a:gd name="connsiteY226" fmla="*/ 35833 h 94478"/>
                  <a:gd name="connsiteX227" fmla="*/ 238333 w 701458"/>
                  <a:gd name="connsiteY227" fmla="*/ 38490 h 94478"/>
                  <a:gd name="connsiteX228" fmla="*/ 233125 w 701458"/>
                  <a:gd name="connsiteY228" fmla="*/ 45729 h 94478"/>
                  <a:gd name="connsiteX229" fmla="*/ 232813 w 701458"/>
                  <a:gd name="connsiteY229" fmla="*/ 46562 h 94478"/>
                  <a:gd name="connsiteX230" fmla="*/ 232500 w 701458"/>
                  <a:gd name="connsiteY230" fmla="*/ 47083 h 94478"/>
                  <a:gd name="connsiteX231" fmla="*/ 231927 w 701458"/>
                  <a:gd name="connsiteY231" fmla="*/ 47396 h 94478"/>
                  <a:gd name="connsiteX232" fmla="*/ 231042 w 701458"/>
                  <a:gd name="connsiteY232" fmla="*/ 47500 h 94478"/>
                  <a:gd name="connsiteX233" fmla="*/ 226042 w 701458"/>
                  <a:gd name="connsiteY233" fmla="*/ 47500 h 94478"/>
                  <a:gd name="connsiteX234" fmla="*/ 224896 w 701458"/>
                  <a:gd name="connsiteY234" fmla="*/ 47239 h 94478"/>
                  <a:gd name="connsiteX235" fmla="*/ 224688 w 701458"/>
                  <a:gd name="connsiteY235" fmla="*/ 45937 h 94478"/>
                  <a:gd name="connsiteX236" fmla="*/ 225833 w 701458"/>
                  <a:gd name="connsiteY236" fmla="*/ 5104 h 94478"/>
                  <a:gd name="connsiteX237" fmla="*/ 226198 w 701458"/>
                  <a:gd name="connsiteY237" fmla="*/ 3541 h 94478"/>
                  <a:gd name="connsiteX238" fmla="*/ 227500 w 701458"/>
                  <a:gd name="connsiteY238" fmla="*/ 3125 h 94478"/>
                  <a:gd name="connsiteX239" fmla="*/ 453230 w 701458"/>
                  <a:gd name="connsiteY239" fmla="*/ 1354 h 94478"/>
                  <a:gd name="connsiteX240" fmla="*/ 469271 w 701458"/>
                  <a:gd name="connsiteY240" fmla="*/ 6458 h 94478"/>
                  <a:gd name="connsiteX241" fmla="*/ 475730 w 701458"/>
                  <a:gd name="connsiteY241" fmla="*/ 21458 h 94478"/>
                  <a:gd name="connsiteX242" fmla="*/ 471615 w 701458"/>
                  <a:gd name="connsiteY242" fmla="*/ 35312 h 94478"/>
                  <a:gd name="connsiteX243" fmla="*/ 461771 w 701458"/>
                  <a:gd name="connsiteY243" fmla="*/ 49271 h 94478"/>
                  <a:gd name="connsiteX244" fmla="*/ 449896 w 701458"/>
                  <a:gd name="connsiteY244" fmla="*/ 61979 h 94478"/>
                  <a:gd name="connsiteX245" fmla="*/ 439688 w 701458"/>
                  <a:gd name="connsiteY245" fmla="*/ 71979 h 94478"/>
                  <a:gd name="connsiteX246" fmla="*/ 477396 w 701458"/>
                  <a:gd name="connsiteY246" fmla="*/ 71979 h 94478"/>
                  <a:gd name="connsiteX247" fmla="*/ 477396 w 701458"/>
                  <a:gd name="connsiteY247" fmla="*/ 79167 h 94478"/>
                  <a:gd name="connsiteX248" fmla="*/ 431667 w 701458"/>
                  <a:gd name="connsiteY248" fmla="*/ 79167 h 94478"/>
                  <a:gd name="connsiteX249" fmla="*/ 430469 w 701458"/>
                  <a:gd name="connsiteY249" fmla="*/ 78854 h 94478"/>
                  <a:gd name="connsiteX250" fmla="*/ 430209 w 701458"/>
                  <a:gd name="connsiteY250" fmla="*/ 77604 h 94478"/>
                  <a:gd name="connsiteX251" fmla="*/ 430209 w 701458"/>
                  <a:gd name="connsiteY251" fmla="*/ 71354 h 94478"/>
                  <a:gd name="connsiteX252" fmla="*/ 434532 w 701458"/>
                  <a:gd name="connsiteY252" fmla="*/ 67187 h 94478"/>
                  <a:gd name="connsiteX253" fmla="*/ 440104 w 701458"/>
                  <a:gd name="connsiteY253" fmla="*/ 61667 h 94478"/>
                  <a:gd name="connsiteX254" fmla="*/ 446146 w 701458"/>
                  <a:gd name="connsiteY254" fmla="*/ 55208 h 94478"/>
                  <a:gd name="connsiteX255" fmla="*/ 452292 w 701458"/>
                  <a:gd name="connsiteY255" fmla="*/ 48125 h 94478"/>
                  <a:gd name="connsiteX256" fmla="*/ 458021 w 701458"/>
                  <a:gd name="connsiteY256" fmla="*/ 40989 h 94478"/>
                  <a:gd name="connsiteX257" fmla="*/ 462709 w 701458"/>
                  <a:gd name="connsiteY257" fmla="*/ 34062 h 94478"/>
                  <a:gd name="connsiteX258" fmla="*/ 465990 w 701458"/>
                  <a:gd name="connsiteY258" fmla="*/ 27604 h 94478"/>
                  <a:gd name="connsiteX259" fmla="*/ 467188 w 701458"/>
                  <a:gd name="connsiteY259" fmla="*/ 22083 h 94478"/>
                  <a:gd name="connsiteX260" fmla="*/ 463229 w 701458"/>
                  <a:gd name="connsiteY260" fmla="*/ 11927 h 94478"/>
                  <a:gd name="connsiteX261" fmla="*/ 453021 w 701458"/>
                  <a:gd name="connsiteY261" fmla="*/ 8541 h 94478"/>
                  <a:gd name="connsiteX262" fmla="*/ 443177 w 701458"/>
                  <a:gd name="connsiteY262" fmla="*/ 12708 h 94478"/>
                  <a:gd name="connsiteX263" fmla="*/ 439375 w 701458"/>
                  <a:gd name="connsiteY263" fmla="*/ 23541 h 94478"/>
                  <a:gd name="connsiteX264" fmla="*/ 430834 w 701458"/>
                  <a:gd name="connsiteY264" fmla="*/ 23541 h 94478"/>
                  <a:gd name="connsiteX265" fmla="*/ 432500 w 701458"/>
                  <a:gd name="connsiteY265" fmla="*/ 14427 h 94478"/>
                  <a:gd name="connsiteX266" fmla="*/ 437188 w 701458"/>
                  <a:gd name="connsiteY266" fmla="*/ 7396 h 94478"/>
                  <a:gd name="connsiteX267" fmla="*/ 444323 w 701458"/>
                  <a:gd name="connsiteY267" fmla="*/ 2917 h 94478"/>
                  <a:gd name="connsiteX268" fmla="*/ 453230 w 701458"/>
                  <a:gd name="connsiteY268" fmla="*/ 1354 h 94478"/>
                  <a:gd name="connsiteX269" fmla="*/ 389584 w 701458"/>
                  <a:gd name="connsiteY269" fmla="*/ 1354 h 94478"/>
                  <a:gd name="connsiteX270" fmla="*/ 406927 w 701458"/>
                  <a:gd name="connsiteY270" fmla="*/ 6771 h 94478"/>
                  <a:gd name="connsiteX271" fmla="*/ 413646 w 701458"/>
                  <a:gd name="connsiteY271" fmla="*/ 21979 h 94478"/>
                  <a:gd name="connsiteX272" fmla="*/ 412656 w 701458"/>
                  <a:gd name="connsiteY272" fmla="*/ 27604 h 94478"/>
                  <a:gd name="connsiteX273" fmla="*/ 409896 w 701458"/>
                  <a:gd name="connsiteY273" fmla="*/ 32916 h 94478"/>
                  <a:gd name="connsiteX274" fmla="*/ 405521 w 701458"/>
                  <a:gd name="connsiteY274" fmla="*/ 37344 h 94478"/>
                  <a:gd name="connsiteX275" fmla="*/ 400000 w 701458"/>
                  <a:gd name="connsiteY275" fmla="*/ 40104 h 94478"/>
                  <a:gd name="connsiteX276" fmla="*/ 410729 w 701458"/>
                  <a:gd name="connsiteY276" fmla="*/ 46927 h 94478"/>
                  <a:gd name="connsiteX277" fmla="*/ 414584 w 701458"/>
                  <a:gd name="connsiteY277" fmla="*/ 58542 h 94478"/>
                  <a:gd name="connsiteX278" fmla="*/ 407552 w 701458"/>
                  <a:gd name="connsiteY278" fmla="*/ 75052 h 94478"/>
                  <a:gd name="connsiteX279" fmla="*/ 389479 w 701458"/>
                  <a:gd name="connsiteY279" fmla="*/ 80833 h 94478"/>
                  <a:gd name="connsiteX280" fmla="*/ 371406 w 701458"/>
                  <a:gd name="connsiteY280" fmla="*/ 75052 h 94478"/>
                  <a:gd name="connsiteX281" fmla="*/ 364584 w 701458"/>
                  <a:gd name="connsiteY281" fmla="*/ 58542 h 94478"/>
                  <a:gd name="connsiteX282" fmla="*/ 368333 w 701458"/>
                  <a:gd name="connsiteY282" fmla="*/ 47448 h 94478"/>
                  <a:gd name="connsiteX283" fmla="*/ 379271 w 701458"/>
                  <a:gd name="connsiteY283" fmla="*/ 39687 h 94478"/>
                  <a:gd name="connsiteX284" fmla="*/ 369115 w 701458"/>
                  <a:gd name="connsiteY284" fmla="*/ 33333 h 94478"/>
                  <a:gd name="connsiteX285" fmla="*/ 365521 w 701458"/>
                  <a:gd name="connsiteY285" fmla="*/ 21979 h 94478"/>
                  <a:gd name="connsiteX286" fmla="*/ 372188 w 701458"/>
                  <a:gd name="connsiteY286" fmla="*/ 6771 h 94478"/>
                  <a:gd name="connsiteX287" fmla="*/ 389584 w 701458"/>
                  <a:gd name="connsiteY287" fmla="*/ 1354 h 94478"/>
                  <a:gd name="connsiteX288" fmla="*/ 181250 w 701458"/>
                  <a:gd name="connsiteY288" fmla="*/ 1354 h 94478"/>
                  <a:gd name="connsiteX289" fmla="*/ 198594 w 701458"/>
                  <a:gd name="connsiteY289" fmla="*/ 6771 h 94478"/>
                  <a:gd name="connsiteX290" fmla="*/ 205313 w 701458"/>
                  <a:gd name="connsiteY290" fmla="*/ 21979 h 94478"/>
                  <a:gd name="connsiteX291" fmla="*/ 204323 w 701458"/>
                  <a:gd name="connsiteY291" fmla="*/ 27604 h 94478"/>
                  <a:gd name="connsiteX292" fmla="*/ 201563 w 701458"/>
                  <a:gd name="connsiteY292" fmla="*/ 32916 h 94478"/>
                  <a:gd name="connsiteX293" fmla="*/ 197188 w 701458"/>
                  <a:gd name="connsiteY293" fmla="*/ 37344 h 94478"/>
                  <a:gd name="connsiteX294" fmla="*/ 191667 w 701458"/>
                  <a:gd name="connsiteY294" fmla="*/ 40104 h 94478"/>
                  <a:gd name="connsiteX295" fmla="*/ 202396 w 701458"/>
                  <a:gd name="connsiteY295" fmla="*/ 46927 h 94478"/>
                  <a:gd name="connsiteX296" fmla="*/ 206250 w 701458"/>
                  <a:gd name="connsiteY296" fmla="*/ 58542 h 94478"/>
                  <a:gd name="connsiteX297" fmla="*/ 199219 w 701458"/>
                  <a:gd name="connsiteY297" fmla="*/ 75052 h 94478"/>
                  <a:gd name="connsiteX298" fmla="*/ 181146 w 701458"/>
                  <a:gd name="connsiteY298" fmla="*/ 80833 h 94478"/>
                  <a:gd name="connsiteX299" fmla="*/ 163073 w 701458"/>
                  <a:gd name="connsiteY299" fmla="*/ 75052 h 94478"/>
                  <a:gd name="connsiteX300" fmla="*/ 156250 w 701458"/>
                  <a:gd name="connsiteY300" fmla="*/ 58542 h 94478"/>
                  <a:gd name="connsiteX301" fmla="*/ 160000 w 701458"/>
                  <a:gd name="connsiteY301" fmla="*/ 47448 h 94478"/>
                  <a:gd name="connsiteX302" fmla="*/ 170937 w 701458"/>
                  <a:gd name="connsiteY302" fmla="*/ 39687 h 94478"/>
                  <a:gd name="connsiteX303" fmla="*/ 160781 w 701458"/>
                  <a:gd name="connsiteY303" fmla="*/ 33333 h 94478"/>
                  <a:gd name="connsiteX304" fmla="*/ 157187 w 701458"/>
                  <a:gd name="connsiteY304" fmla="*/ 21979 h 94478"/>
                  <a:gd name="connsiteX305" fmla="*/ 163854 w 701458"/>
                  <a:gd name="connsiteY305" fmla="*/ 6771 h 94478"/>
                  <a:gd name="connsiteX306" fmla="*/ 181250 w 701458"/>
                  <a:gd name="connsiteY306" fmla="*/ 1354 h 94478"/>
                  <a:gd name="connsiteX307" fmla="*/ 25000 w 701458"/>
                  <a:gd name="connsiteY307" fmla="*/ 1354 h 94478"/>
                  <a:gd name="connsiteX308" fmla="*/ 42344 w 701458"/>
                  <a:gd name="connsiteY308" fmla="*/ 6771 h 94478"/>
                  <a:gd name="connsiteX309" fmla="*/ 49063 w 701458"/>
                  <a:gd name="connsiteY309" fmla="*/ 21979 h 94478"/>
                  <a:gd name="connsiteX310" fmla="*/ 48073 w 701458"/>
                  <a:gd name="connsiteY310" fmla="*/ 27604 h 94478"/>
                  <a:gd name="connsiteX311" fmla="*/ 45313 w 701458"/>
                  <a:gd name="connsiteY311" fmla="*/ 32916 h 94478"/>
                  <a:gd name="connsiteX312" fmla="*/ 40938 w 701458"/>
                  <a:gd name="connsiteY312" fmla="*/ 37344 h 94478"/>
                  <a:gd name="connsiteX313" fmla="*/ 35417 w 701458"/>
                  <a:gd name="connsiteY313" fmla="*/ 40104 h 94478"/>
                  <a:gd name="connsiteX314" fmla="*/ 46146 w 701458"/>
                  <a:gd name="connsiteY314" fmla="*/ 46927 h 94478"/>
                  <a:gd name="connsiteX315" fmla="*/ 50000 w 701458"/>
                  <a:gd name="connsiteY315" fmla="*/ 58542 h 94478"/>
                  <a:gd name="connsiteX316" fmla="*/ 42969 w 701458"/>
                  <a:gd name="connsiteY316" fmla="*/ 75052 h 94478"/>
                  <a:gd name="connsiteX317" fmla="*/ 24896 w 701458"/>
                  <a:gd name="connsiteY317" fmla="*/ 80833 h 94478"/>
                  <a:gd name="connsiteX318" fmla="*/ 6823 w 701458"/>
                  <a:gd name="connsiteY318" fmla="*/ 75052 h 94478"/>
                  <a:gd name="connsiteX319" fmla="*/ 0 w 701458"/>
                  <a:gd name="connsiteY319" fmla="*/ 58542 h 94478"/>
                  <a:gd name="connsiteX320" fmla="*/ 3750 w 701458"/>
                  <a:gd name="connsiteY320" fmla="*/ 47448 h 94478"/>
                  <a:gd name="connsiteX321" fmla="*/ 14687 w 701458"/>
                  <a:gd name="connsiteY321" fmla="*/ 39687 h 94478"/>
                  <a:gd name="connsiteX322" fmla="*/ 4531 w 701458"/>
                  <a:gd name="connsiteY322" fmla="*/ 33333 h 94478"/>
                  <a:gd name="connsiteX323" fmla="*/ 937 w 701458"/>
                  <a:gd name="connsiteY323" fmla="*/ 21979 h 94478"/>
                  <a:gd name="connsiteX324" fmla="*/ 7604 w 701458"/>
                  <a:gd name="connsiteY324" fmla="*/ 6771 h 94478"/>
                  <a:gd name="connsiteX325" fmla="*/ 25000 w 701458"/>
                  <a:gd name="connsiteY325" fmla="*/ 1354 h 94478"/>
                  <a:gd name="connsiteX326" fmla="*/ 676042 w 701458"/>
                  <a:gd name="connsiteY326" fmla="*/ 0 h 94478"/>
                  <a:gd name="connsiteX327" fmla="*/ 688802 w 701458"/>
                  <a:gd name="connsiteY327" fmla="*/ 3646 h 94478"/>
                  <a:gd name="connsiteX328" fmla="*/ 696563 w 701458"/>
                  <a:gd name="connsiteY328" fmla="*/ 13021 h 94478"/>
                  <a:gd name="connsiteX329" fmla="*/ 700417 w 701458"/>
                  <a:gd name="connsiteY329" fmla="*/ 26146 h 94478"/>
                  <a:gd name="connsiteX330" fmla="*/ 701459 w 701458"/>
                  <a:gd name="connsiteY330" fmla="*/ 40729 h 94478"/>
                  <a:gd name="connsiteX331" fmla="*/ 700417 w 701458"/>
                  <a:gd name="connsiteY331" fmla="*/ 55312 h 94478"/>
                  <a:gd name="connsiteX332" fmla="*/ 696563 w 701458"/>
                  <a:gd name="connsiteY332" fmla="*/ 68333 h 94478"/>
                  <a:gd name="connsiteX333" fmla="*/ 688802 w 701458"/>
                  <a:gd name="connsiteY333" fmla="*/ 77604 h 94478"/>
                  <a:gd name="connsiteX334" fmla="*/ 676042 w 701458"/>
                  <a:gd name="connsiteY334" fmla="*/ 81146 h 94478"/>
                  <a:gd name="connsiteX335" fmla="*/ 663490 w 701458"/>
                  <a:gd name="connsiteY335" fmla="*/ 77604 h 94478"/>
                  <a:gd name="connsiteX336" fmla="*/ 656042 w 701458"/>
                  <a:gd name="connsiteY336" fmla="*/ 68333 h 94478"/>
                  <a:gd name="connsiteX337" fmla="*/ 652396 w 701458"/>
                  <a:gd name="connsiteY337" fmla="*/ 55312 h 94478"/>
                  <a:gd name="connsiteX338" fmla="*/ 651459 w 701458"/>
                  <a:gd name="connsiteY338" fmla="*/ 40729 h 94478"/>
                  <a:gd name="connsiteX339" fmla="*/ 652396 w 701458"/>
                  <a:gd name="connsiteY339" fmla="*/ 26146 h 94478"/>
                  <a:gd name="connsiteX340" fmla="*/ 656042 w 701458"/>
                  <a:gd name="connsiteY340" fmla="*/ 13021 h 94478"/>
                  <a:gd name="connsiteX341" fmla="*/ 663490 w 701458"/>
                  <a:gd name="connsiteY341" fmla="*/ 3646 h 94478"/>
                  <a:gd name="connsiteX342" fmla="*/ 676042 w 701458"/>
                  <a:gd name="connsiteY342" fmla="*/ 0 h 94478"/>
                  <a:gd name="connsiteX343" fmla="*/ 610938 w 701458"/>
                  <a:gd name="connsiteY343" fmla="*/ 0 h 94478"/>
                  <a:gd name="connsiteX344" fmla="*/ 623698 w 701458"/>
                  <a:gd name="connsiteY344" fmla="*/ 3646 h 94478"/>
                  <a:gd name="connsiteX345" fmla="*/ 631459 w 701458"/>
                  <a:gd name="connsiteY345" fmla="*/ 13021 h 94478"/>
                  <a:gd name="connsiteX346" fmla="*/ 635313 w 701458"/>
                  <a:gd name="connsiteY346" fmla="*/ 26146 h 94478"/>
                  <a:gd name="connsiteX347" fmla="*/ 636355 w 701458"/>
                  <a:gd name="connsiteY347" fmla="*/ 40729 h 94478"/>
                  <a:gd name="connsiteX348" fmla="*/ 635313 w 701458"/>
                  <a:gd name="connsiteY348" fmla="*/ 55312 h 94478"/>
                  <a:gd name="connsiteX349" fmla="*/ 631459 w 701458"/>
                  <a:gd name="connsiteY349" fmla="*/ 68333 h 94478"/>
                  <a:gd name="connsiteX350" fmla="*/ 623698 w 701458"/>
                  <a:gd name="connsiteY350" fmla="*/ 77604 h 94478"/>
                  <a:gd name="connsiteX351" fmla="*/ 610938 w 701458"/>
                  <a:gd name="connsiteY351" fmla="*/ 81146 h 94478"/>
                  <a:gd name="connsiteX352" fmla="*/ 598386 w 701458"/>
                  <a:gd name="connsiteY352" fmla="*/ 77604 h 94478"/>
                  <a:gd name="connsiteX353" fmla="*/ 590938 w 701458"/>
                  <a:gd name="connsiteY353" fmla="*/ 68333 h 94478"/>
                  <a:gd name="connsiteX354" fmla="*/ 587292 w 701458"/>
                  <a:gd name="connsiteY354" fmla="*/ 55312 h 94478"/>
                  <a:gd name="connsiteX355" fmla="*/ 586355 w 701458"/>
                  <a:gd name="connsiteY355" fmla="*/ 40729 h 94478"/>
                  <a:gd name="connsiteX356" fmla="*/ 587292 w 701458"/>
                  <a:gd name="connsiteY356" fmla="*/ 26146 h 94478"/>
                  <a:gd name="connsiteX357" fmla="*/ 590938 w 701458"/>
                  <a:gd name="connsiteY357" fmla="*/ 13021 h 94478"/>
                  <a:gd name="connsiteX358" fmla="*/ 598386 w 701458"/>
                  <a:gd name="connsiteY358" fmla="*/ 3646 h 94478"/>
                  <a:gd name="connsiteX359" fmla="*/ 610938 w 701458"/>
                  <a:gd name="connsiteY359" fmla="*/ 0 h 94478"/>
                  <a:gd name="connsiteX360" fmla="*/ 545834 w 701458"/>
                  <a:gd name="connsiteY360" fmla="*/ 0 h 94478"/>
                  <a:gd name="connsiteX361" fmla="*/ 558594 w 701458"/>
                  <a:gd name="connsiteY361" fmla="*/ 3646 h 94478"/>
                  <a:gd name="connsiteX362" fmla="*/ 566355 w 701458"/>
                  <a:gd name="connsiteY362" fmla="*/ 13021 h 94478"/>
                  <a:gd name="connsiteX363" fmla="*/ 570209 w 701458"/>
                  <a:gd name="connsiteY363" fmla="*/ 26146 h 94478"/>
                  <a:gd name="connsiteX364" fmla="*/ 571250 w 701458"/>
                  <a:gd name="connsiteY364" fmla="*/ 40729 h 94478"/>
                  <a:gd name="connsiteX365" fmla="*/ 570209 w 701458"/>
                  <a:gd name="connsiteY365" fmla="*/ 55312 h 94478"/>
                  <a:gd name="connsiteX366" fmla="*/ 566355 w 701458"/>
                  <a:gd name="connsiteY366" fmla="*/ 68333 h 94478"/>
                  <a:gd name="connsiteX367" fmla="*/ 558594 w 701458"/>
                  <a:gd name="connsiteY367" fmla="*/ 77604 h 94478"/>
                  <a:gd name="connsiteX368" fmla="*/ 545834 w 701458"/>
                  <a:gd name="connsiteY368" fmla="*/ 81146 h 94478"/>
                  <a:gd name="connsiteX369" fmla="*/ 533281 w 701458"/>
                  <a:gd name="connsiteY369" fmla="*/ 77604 h 94478"/>
                  <a:gd name="connsiteX370" fmla="*/ 525834 w 701458"/>
                  <a:gd name="connsiteY370" fmla="*/ 68333 h 94478"/>
                  <a:gd name="connsiteX371" fmla="*/ 522188 w 701458"/>
                  <a:gd name="connsiteY371" fmla="*/ 55312 h 94478"/>
                  <a:gd name="connsiteX372" fmla="*/ 521250 w 701458"/>
                  <a:gd name="connsiteY372" fmla="*/ 40729 h 94478"/>
                  <a:gd name="connsiteX373" fmla="*/ 522188 w 701458"/>
                  <a:gd name="connsiteY373" fmla="*/ 26146 h 94478"/>
                  <a:gd name="connsiteX374" fmla="*/ 525834 w 701458"/>
                  <a:gd name="connsiteY374" fmla="*/ 13021 h 94478"/>
                  <a:gd name="connsiteX375" fmla="*/ 533281 w 701458"/>
                  <a:gd name="connsiteY375" fmla="*/ 3646 h 94478"/>
                  <a:gd name="connsiteX376" fmla="*/ 545834 w 701458"/>
                  <a:gd name="connsiteY376" fmla="*/ 0 h 94478"/>
                  <a:gd name="connsiteX377" fmla="*/ 116146 w 701458"/>
                  <a:gd name="connsiteY377" fmla="*/ 0 h 94478"/>
                  <a:gd name="connsiteX378" fmla="*/ 128906 w 701458"/>
                  <a:gd name="connsiteY378" fmla="*/ 3646 h 94478"/>
                  <a:gd name="connsiteX379" fmla="*/ 136667 w 701458"/>
                  <a:gd name="connsiteY379" fmla="*/ 13021 h 94478"/>
                  <a:gd name="connsiteX380" fmla="*/ 140521 w 701458"/>
                  <a:gd name="connsiteY380" fmla="*/ 26146 h 94478"/>
                  <a:gd name="connsiteX381" fmla="*/ 141563 w 701458"/>
                  <a:gd name="connsiteY381" fmla="*/ 40729 h 94478"/>
                  <a:gd name="connsiteX382" fmla="*/ 140521 w 701458"/>
                  <a:gd name="connsiteY382" fmla="*/ 55312 h 94478"/>
                  <a:gd name="connsiteX383" fmla="*/ 136667 w 701458"/>
                  <a:gd name="connsiteY383" fmla="*/ 68333 h 94478"/>
                  <a:gd name="connsiteX384" fmla="*/ 128906 w 701458"/>
                  <a:gd name="connsiteY384" fmla="*/ 77604 h 94478"/>
                  <a:gd name="connsiteX385" fmla="*/ 116146 w 701458"/>
                  <a:gd name="connsiteY385" fmla="*/ 81146 h 94478"/>
                  <a:gd name="connsiteX386" fmla="*/ 103594 w 701458"/>
                  <a:gd name="connsiteY386" fmla="*/ 77604 h 94478"/>
                  <a:gd name="connsiteX387" fmla="*/ 96146 w 701458"/>
                  <a:gd name="connsiteY387" fmla="*/ 68333 h 94478"/>
                  <a:gd name="connsiteX388" fmla="*/ 92500 w 701458"/>
                  <a:gd name="connsiteY388" fmla="*/ 55312 h 94478"/>
                  <a:gd name="connsiteX389" fmla="*/ 91563 w 701458"/>
                  <a:gd name="connsiteY389" fmla="*/ 40729 h 94478"/>
                  <a:gd name="connsiteX390" fmla="*/ 92500 w 701458"/>
                  <a:gd name="connsiteY390" fmla="*/ 26146 h 94478"/>
                  <a:gd name="connsiteX391" fmla="*/ 96146 w 701458"/>
                  <a:gd name="connsiteY391" fmla="*/ 13021 h 94478"/>
                  <a:gd name="connsiteX392" fmla="*/ 103594 w 701458"/>
                  <a:gd name="connsiteY392" fmla="*/ 3646 h 94478"/>
                  <a:gd name="connsiteX393" fmla="*/ 116146 w 701458"/>
                  <a:gd name="connsiteY393" fmla="*/ 0 h 94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</a:cxnLst>
                <a:rect l="l" t="t" r="r" b="b"/>
                <a:pathLst>
                  <a:path w="701458" h="94478">
                    <a:moveTo>
                      <a:pt x="499792" y="70833"/>
                    </a:moveTo>
                    <a:lnTo>
                      <a:pt x="510521" y="70833"/>
                    </a:lnTo>
                    <a:cubicBezTo>
                      <a:pt x="510938" y="70833"/>
                      <a:pt x="511237" y="70938"/>
                      <a:pt x="511407" y="71146"/>
                    </a:cubicBezTo>
                    <a:cubicBezTo>
                      <a:pt x="511589" y="71354"/>
                      <a:pt x="511667" y="71667"/>
                      <a:pt x="511667" y="72083"/>
                    </a:cubicBezTo>
                    <a:lnTo>
                      <a:pt x="511667" y="78750"/>
                    </a:lnTo>
                    <a:cubicBezTo>
                      <a:pt x="511667" y="83672"/>
                      <a:pt x="510625" y="87422"/>
                      <a:pt x="508542" y="90000"/>
                    </a:cubicBezTo>
                    <a:cubicBezTo>
                      <a:pt x="506459" y="92565"/>
                      <a:pt x="503933" y="94063"/>
                      <a:pt x="500938" y="94479"/>
                    </a:cubicBezTo>
                    <a:lnTo>
                      <a:pt x="500938" y="90833"/>
                    </a:lnTo>
                    <a:cubicBezTo>
                      <a:pt x="502539" y="90417"/>
                      <a:pt x="503698" y="89244"/>
                      <a:pt x="504427" y="87343"/>
                    </a:cubicBezTo>
                    <a:cubicBezTo>
                      <a:pt x="505156" y="85429"/>
                      <a:pt x="505417" y="83503"/>
                      <a:pt x="505208" y="81562"/>
                    </a:cubicBezTo>
                    <a:lnTo>
                      <a:pt x="499792" y="81562"/>
                    </a:lnTo>
                    <a:close/>
                    <a:moveTo>
                      <a:pt x="278438" y="70833"/>
                    </a:moveTo>
                    <a:lnTo>
                      <a:pt x="289167" y="70833"/>
                    </a:lnTo>
                    <a:cubicBezTo>
                      <a:pt x="289583" y="70833"/>
                      <a:pt x="289883" y="70938"/>
                      <a:pt x="290052" y="71146"/>
                    </a:cubicBezTo>
                    <a:cubicBezTo>
                      <a:pt x="290235" y="71354"/>
                      <a:pt x="290313" y="71667"/>
                      <a:pt x="290313" y="72083"/>
                    </a:cubicBezTo>
                    <a:lnTo>
                      <a:pt x="290313" y="78750"/>
                    </a:lnTo>
                    <a:cubicBezTo>
                      <a:pt x="290313" y="83672"/>
                      <a:pt x="289271" y="87422"/>
                      <a:pt x="287188" y="90000"/>
                    </a:cubicBezTo>
                    <a:cubicBezTo>
                      <a:pt x="285104" y="92565"/>
                      <a:pt x="282578" y="94063"/>
                      <a:pt x="279583" y="94479"/>
                    </a:cubicBezTo>
                    <a:lnTo>
                      <a:pt x="279583" y="90833"/>
                    </a:lnTo>
                    <a:cubicBezTo>
                      <a:pt x="281185" y="90417"/>
                      <a:pt x="282344" y="89244"/>
                      <a:pt x="283073" y="87343"/>
                    </a:cubicBezTo>
                    <a:cubicBezTo>
                      <a:pt x="283802" y="85429"/>
                      <a:pt x="284063" y="83503"/>
                      <a:pt x="283854" y="81562"/>
                    </a:cubicBezTo>
                    <a:lnTo>
                      <a:pt x="278438" y="81562"/>
                    </a:lnTo>
                    <a:close/>
                    <a:moveTo>
                      <a:pt x="70104" y="70833"/>
                    </a:moveTo>
                    <a:lnTo>
                      <a:pt x="80833" y="70833"/>
                    </a:lnTo>
                    <a:cubicBezTo>
                      <a:pt x="81250" y="70833"/>
                      <a:pt x="81550" y="70938"/>
                      <a:pt x="81719" y="71146"/>
                    </a:cubicBezTo>
                    <a:cubicBezTo>
                      <a:pt x="81901" y="71354"/>
                      <a:pt x="81979" y="71667"/>
                      <a:pt x="81979" y="72083"/>
                    </a:cubicBezTo>
                    <a:lnTo>
                      <a:pt x="81979" y="78750"/>
                    </a:lnTo>
                    <a:cubicBezTo>
                      <a:pt x="81979" y="83672"/>
                      <a:pt x="80938" y="87422"/>
                      <a:pt x="78854" y="90000"/>
                    </a:cubicBezTo>
                    <a:cubicBezTo>
                      <a:pt x="76771" y="92565"/>
                      <a:pt x="74245" y="94063"/>
                      <a:pt x="71250" y="94479"/>
                    </a:cubicBezTo>
                    <a:lnTo>
                      <a:pt x="71250" y="90833"/>
                    </a:lnTo>
                    <a:cubicBezTo>
                      <a:pt x="72852" y="90417"/>
                      <a:pt x="74010" y="89244"/>
                      <a:pt x="74739" y="87343"/>
                    </a:cubicBezTo>
                    <a:cubicBezTo>
                      <a:pt x="75469" y="85429"/>
                      <a:pt x="75729" y="83503"/>
                      <a:pt x="75521" y="81562"/>
                    </a:cubicBezTo>
                    <a:lnTo>
                      <a:pt x="70104" y="81562"/>
                    </a:lnTo>
                    <a:close/>
                    <a:moveTo>
                      <a:pt x="389584" y="43437"/>
                    </a:moveTo>
                    <a:cubicBezTo>
                      <a:pt x="387500" y="43437"/>
                      <a:pt x="385456" y="43763"/>
                      <a:pt x="383438" y="44427"/>
                    </a:cubicBezTo>
                    <a:cubicBezTo>
                      <a:pt x="381433" y="45078"/>
                      <a:pt x="379662" y="46041"/>
                      <a:pt x="378125" y="47292"/>
                    </a:cubicBezTo>
                    <a:cubicBezTo>
                      <a:pt x="376537" y="48542"/>
                      <a:pt x="375261" y="50117"/>
                      <a:pt x="374323" y="52031"/>
                    </a:cubicBezTo>
                    <a:cubicBezTo>
                      <a:pt x="373386" y="53932"/>
                      <a:pt x="372917" y="56146"/>
                      <a:pt x="372917" y="58646"/>
                    </a:cubicBezTo>
                    <a:cubicBezTo>
                      <a:pt x="372917" y="63229"/>
                      <a:pt x="374401" y="66901"/>
                      <a:pt x="377344" y="69687"/>
                    </a:cubicBezTo>
                    <a:cubicBezTo>
                      <a:pt x="380300" y="72461"/>
                      <a:pt x="384375" y="73854"/>
                      <a:pt x="389584" y="73854"/>
                    </a:cubicBezTo>
                    <a:cubicBezTo>
                      <a:pt x="394662" y="73854"/>
                      <a:pt x="398698" y="72461"/>
                      <a:pt x="401719" y="69687"/>
                    </a:cubicBezTo>
                    <a:cubicBezTo>
                      <a:pt x="404740" y="66901"/>
                      <a:pt x="406250" y="63229"/>
                      <a:pt x="406250" y="58646"/>
                    </a:cubicBezTo>
                    <a:cubicBezTo>
                      <a:pt x="406250" y="56146"/>
                      <a:pt x="405768" y="53932"/>
                      <a:pt x="404792" y="52031"/>
                    </a:cubicBezTo>
                    <a:cubicBezTo>
                      <a:pt x="403828" y="50117"/>
                      <a:pt x="402539" y="48542"/>
                      <a:pt x="400938" y="47292"/>
                    </a:cubicBezTo>
                    <a:cubicBezTo>
                      <a:pt x="399414" y="46041"/>
                      <a:pt x="397643" y="45078"/>
                      <a:pt x="395625" y="44427"/>
                    </a:cubicBezTo>
                    <a:cubicBezTo>
                      <a:pt x="393620" y="43763"/>
                      <a:pt x="391602" y="43437"/>
                      <a:pt x="389584" y="43437"/>
                    </a:cubicBezTo>
                    <a:close/>
                    <a:moveTo>
                      <a:pt x="181250" y="43437"/>
                    </a:moveTo>
                    <a:cubicBezTo>
                      <a:pt x="179167" y="43437"/>
                      <a:pt x="177122" y="43763"/>
                      <a:pt x="175104" y="44427"/>
                    </a:cubicBezTo>
                    <a:cubicBezTo>
                      <a:pt x="173099" y="45078"/>
                      <a:pt x="171328" y="46041"/>
                      <a:pt x="169792" y="47292"/>
                    </a:cubicBezTo>
                    <a:cubicBezTo>
                      <a:pt x="168203" y="48542"/>
                      <a:pt x="166927" y="50117"/>
                      <a:pt x="165989" y="52031"/>
                    </a:cubicBezTo>
                    <a:cubicBezTo>
                      <a:pt x="165052" y="53932"/>
                      <a:pt x="164584" y="56146"/>
                      <a:pt x="164584" y="58646"/>
                    </a:cubicBezTo>
                    <a:cubicBezTo>
                      <a:pt x="164584" y="63229"/>
                      <a:pt x="166068" y="66901"/>
                      <a:pt x="169011" y="69687"/>
                    </a:cubicBezTo>
                    <a:cubicBezTo>
                      <a:pt x="171966" y="72461"/>
                      <a:pt x="176042" y="73854"/>
                      <a:pt x="181250" y="73854"/>
                    </a:cubicBezTo>
                    <a:cubicBezTo>
                      <a:pt x="186328" y="73854"/>
                      <a:pt x="190365" y="72461"/>
                      <a:pt x="193385" y="69687"/>
                    </a:cubicBezTo>
                    <a:cubicBezTo>
                      <a:pt x="196406" y="66901"/>
                      <a:pt x="197917" y="63229"/>
                      <a:pt x="197917" y="58646"/>
                    </a:cubicBezTo>
                    <a:cubicBezTo>
                      <a:pt x="197917" y="56146"/>
                      <a:pt x="197435" y="53932"/>
                      <a:pt x="196459" y="52031"/>
                    </a:cubicBezTo>
                    <a:cubicBezTo>
                      <a:pt x="195495" y="50117"/>
                      <a:pt x="194206" y="48542"/>
                      <a:pt x="192604" y="47292"/>
                    </a:cubicBezTo>
                    <a:cubicBezTo>
                      <a:pt x="191081" y="46041"/>
                      <a:pt x="189310" y="45078"/>
                      <a:pt x="187292" y="44427"/>
                    </a:cubicBezTo>
                    <a:cubicBezTo>
                      <a:pt x="185287" y="43763"/>
                      <a:pt x="183268" y="43437"/>
                      <a:pt x="181250" y="43437"/>
                    </a:cubicBezTo>
                    <a:close/>
                    <a:moveTo>
                      <a:pt x="25000" y="43437"/>
                    </a:moveTo>
                    <a:cubicBezTo>
                      <a:pt x="22917" y="43437"/>
                      <a:pt x="20872" y="43763"/>
                      <a:pt x="18854" y="44427"/>
                    </a:cubicBezTo>
                    <a:cubicBezTo>
                      <a:pt x="16849" y="45078"/>
                      <a:pt x="15078" y="46041"/>
                      <a:pt x="13542" y="47292"/>
                    </a:cubicBezTo>
                    <a:cubicBezTo>
                      <a:pt x="11953" y="48542"/>
                      <a:pt x="10677" y="50117"/>
                      <a:pt x="9739" y="52031"/>
                    </a:cubicBezTo>
                    <a:cubicBezTo>
                      <a:pt x="8802" y="53932"/>
                      <a:pt x="8334" y="56146"/>
                      <a:pt x="8334" y="58646"/>
                    </a:cubicBezTo>
                    <a:cubicBezTo>
                      <a:pt x="8334" y="63229"/>
                      <a:pt x="9818" y="66901"/>
                      <a:pt x="12761" y="69687"/>
                    </a:cubicBezTo>
                    <a:cubicBezTo>
                      <a:pt x="15716" y="72461"/>
                      <a:pt x="19792" y="73854"/>
                      <a:pt x="25000" y="73854"/>
                    </a:cubicBezTo>
                    <a:cubicBezTo>
                      <a:pt x="30078" y="73854"/>
                      <a:pt x="34115" y="72461"/>
                      <a:pt x="37135" y="69687"/>
                    </a:cubicBezTo>
                    <a:cubicBezTo>
                      <a:pt x="40156" y="66901"/>
                      <a:pt x="41667" y="63229"/>
                      <a:pt x="41667" y="58646"/>
                    </a:cubicBezTo>
                    <a:cubicBezTo>
                      <a:pt x="41667" y="56146"/>
                      <a:pt x="41185" y="53932"/>
                      <a:pt x="40209" y="52031"/>
                    </a:cubicBezTo>
                    <a:cubicBezTo>
                      <a:pt x="39245" y="50117"/>
                      <a:pt x="37956" y="48542"/>
                      <a:pt x="36354" y="47292"/>
                    </a:cubicBezTo>
                    <a:cubicBezTo>
                      <a:pt x="34831" y="46041"/>
                      <a:pt x="33060" y="45078"/>
                      <a:pt x="31042" y="44427"/>
                    </a:cubicBezTo>
                    <a:cubicBezTo>
                      <a:pt x="29037" y="43763"/>
                      <a:pt x="27018" y="43437"/>
                      <a:pt x="25000" y="43437"/>
                    </a:cubicBezTo>
                    <a:close/>
                    <a:moveTo>
                      <a:pt x="389584" y="8333"/>
                    </a:moveTo>
                    <a:cubicBezTo>
                      <a:pt x="385208" y="8333"/>
                      <a:pt x="381498" y="9583"/>
                      <a:pt x="378438" y="12083"/>
                    </a:cubicBezTo>
                    <a:cubicBezTo>
                      <a:pt x="375391" y="14583"/>
                      <a:pt x="373854" y="17916"/>
                      <a:pt x="373854" y="22083"/>
                    </a:cubicBezTo>
                    <a:cubicBezTo>
                      <a:pt x="373854" y="26458"/>
                      <a:pt x="375352" y="29844"/>
                      <a:pt x="378334" y="32239"/>
                    </a:cubicBezTo>
                    <a:cubicBezTo>
                      <a:pt x="381328" y="34635"/>
                      <a:pt x="385078" y="35833"/>
                      <a:pt x="389584" y="35833"/>
                    </a:cubicBezTo>
                    <a:cubicBezTo>
                      <a:pt x="393959" y="35833"/>
                      <a:pt x="397682" y="34635"/>
                      <a:pt x="400729" y="32239"/>
                    </a:cubicBezTo>
                    <a:cubicBezTo>
                      <a:pt x="403789" y="29844"/>
                      <a:pt x="405313" y="26458"/>
                      <a:pt x="405313" y="22083"/>
                    </a:cubicBezTo>
                    <a:cubicBezTo>
                      <a:pt x="405313" y="17916"/>
                      <a:pt x="403789" y="14583"/>
                      <a:pt x="400729" y="12083"/>
                    </a:cubicBezTo>
                    <a:cubicBezTo>
                      <a:pt x="397682" y="9583"/>
                      <a:pt x="393959" y="8333"/>
                      <a:pt x="389584" y="8333"/>
                    </a:cubicBezTo>
                    <a:close/>
                    <a:moveTo>
                      <a:pt x="181250" y="8333"/>
                    </a:moveTo>
                    <a:cubicBezTo>
                      <a:pt x="176875" y="8333"/>
                      <a:pt x="173164" y="9583"/>
                      <a:pt x="170104" y="12083"/>
                    </a:cubicBezTo>
                    <a:cubicBezTo>
                      <a:pt x="167057" y="14583"/>
                      <a:pt x="165521" y="17916"/>
                      <a:pt x="165521" y="22083"/>
                    </a:cubicBezTo>
                    <a:cubicBezTo>
                      <a:pt x="165521" y="26458"/>
                      <a:pt x="167018" y="29844"/>
                      <a:pt x="170000" y="32239"/>
                    </a:cubicBezTo>
                    <a:cubicBezTo>
                      <a:pt x="172995" y="34635"/>
                      <a:pt x="176745" y="35833"/>
                      <a:pt x="181250" y="35833"/>
                    </a:cubicBezTo>
                    <a:cubicBezTo>
                      <a:pt x="185625" y="35833"/>
                      <a:pt x="189349" y="34635"/>
                      <a:pt x="192396" y="32239"/>
                    </a:cubicBezTo>
                    <a:cubicBezTo>
                      <a:pt x="195456" y="29844"/>
                      <a:pt x="196979" y="26458"/>
                      <a:pt x="196979" y="22083"/>
                    </a:cubicBezTo>
                    <a:cubicBezTo>
                      <a:pt x="196979" y="17916"/>
                      <a:pt x="195456" y="14583"/>
                      <a:pt x="192396" y="12083"/>
                    </a:cubicBezTo>
                    <a:cubicBezTo>
                      <a:pt x="189349" y="9583"/>
                      <a:pt x="185625" y="8333"/>
                      <a:pt x="181250" y="8333"/>
                    </a:cubicBezTo>
                    <a:close/>
                    <a:moveTo>
                      <a:pt x="25000" y="8333"/>
                    </a:moveTo>
                    <a:cubicBezTo>
                      <a:pt x="20625" y="8333"/>
                      <a:pt x="16914" y="9583"/>
                      <a:pt x="13854" y="12083"/>
                    </a:cubicBezTo>
                    <a:cubicBezTo>
                      <a:pt x="10807" y="14583"/>
                      <a:pt x="9271" y="17916"/>
                      <a:pt x="9271" y="22083"/>
                    </a:cubicBezTo>
                    <a:cubicBezTo>
                      <a:pt x="9271" y="26458"/>
                      <a:pt x="10768" y="29844"/>
                      <a:pt x="13750" y="32239"/>
                    </a:cubicBezTo>
                    <a:cubicBezTo>
                      <a:pt x="16745" y="34635"/>
                      <a:pt x="20495" y="35833"/>
                      <a:pt x="25000" y="35833"/>
                    </a:cubicBezTo>
                    <a:cubicBezTo>
                      <a:pt x="29375" y="35833"/>
                      <a:pt x="33099" y="34635"/>
                      <a:pt x="36146" y="32239"/>
                    </a:cubicBezTo>
                    <a:cubicBezTo>
                      <a:pt x="39206" y="29844"/>
                      <a:pt x="40729" y="26458"/>
                      <a:pt x="40729" y="22083"/>
                    </a:cubicBezTo>
                    <a:cubicBezTo>
                      <a:pt x="40729" y="17916"/>
                      <a:pt x="39206" y="14583"/>
                      <a:pt x="36146" y="12083"/>
                    </a:cubicBezTo>
                    <a:cubicBezTo>
                      <a:pt x="33099" y="9583"/>
                      <a:pt x="29375" y="8333"/>
                      <a:pt x="25000" y="8333"/>
                    </a:cubicBezTo>
                    <a:close/>
                    <a:moveTo>
                      <a:pt x="676042" y="7188"/>
                    </a:moveTo>
                    <a:cubicBezTo>
                      <a:pt x="672292" y="7188"/>
                      <a:pt x="669363" y="8398"/>
                      <a:pt x="667240" y="10833"/>
                    </a:cubicBezTo>
                    <a:cubicBezTo>
                      <a:pt x="665131" y="13255"/>
                      <a:pt x="663542" y="16172"/>
                      <a:pt x="662500" y="19583"/>
                    </a:cubicBezTo>
                    <a:cubicBezTo>
                      <a:pt x="661394" y="23047"/>
                      <a:pt x="660717" y="26719"/>
                      <a:pt x="660469" y="30573"/>
                    </a:cubicBezTo>
                    <a:cubicBezTo>
                      <a:pt x="660235" y="34427"/>
                      <a:pt x="660105" y="37812"/>
                      <a:pt x="660105" y="40729"/>
                    </a:cubicBezTo>
                    <a:cubicBezTo>
                      <a:pt x="660105" y="43646"/>
                      <a:pt x="660235" y="46992"/>
                      <a:pt x="660469" y="50781"/>
                    </a:cubicBezTo>
                    <a:cubicBezTo>
                      <a:pt x="660717" y="54557"/>
                      <a:pt x="661394" y="58190"/>
                      <a:pt x="662500" y="61667"/>
                    </a:cubicBezTo>
                    <a:cubicBezTo>
                      <a:pt x="663542" y="65065"/>
                      <a:pt x="665131" y="67943"/>
                      <a:pt x="667240" y="70312"/>
                    </a:cubicBezTo>
                    <a:cubicBezTo>
                      <a:pt x="669363" y="72669"/>
                      <a:pt x="672292" y="73854"/>
                      <a:pt x="676042" y="73854"/>
                    </a:cubicBezTo>
                    <a:cubicBezTo>
                      <a:pt x="679792" y="73854"/>
                      <a:pt x="682787" y="72669"/>
                      <a:pt x="685000" y="70312"/>
                    </a:cubicBezTo>
                    <a:cubicBezTo>
                      <a:pt x="687227" y="67943"/>
                      <a:pt x="688894" y="65065"/>
                      <a:pt x="690000" y="61667"/>
                    </a:cubicBezTo>
                    <a:cubicBezTo>
                      <a:pt x="691185" y="58190"/>
                      <a:pt x="691953" y="54557"/>
                      <a:pt x="692292" y="50781"/>
                    </a:cubicBezTo>
                    <a:cubicBezTo>
                      <a:pt x="692644" y="46992"/>
                      <a:pt x="692813" y="43646"/>
                      <a:pt x="692813" y="40729"/>
                    </a:cubicBezTo>
                    <a:cubicBezTo>
                      <a:pt x="692813" y="37812"/>
                      <a:pt x="692644" y="34427"/>
                      <a:pt x="692292" y="30573"/>
                    </a:cubicBezTo>
                    <a:cubicBezTo>
                      <a:pt x="691953" y="26719"/>
                      <a:pt x="691185" y="23047"/>
                      <a:pt x="690000" y="19583"/>
                    </a:cubicBezTo>
                    <a:cubicBezTo>
                      <a:pt x="688894" y="16172"/>
                      <a:pt x="687227" y="13255"/>
                      <a:pt x="685000" y="10833"/>
                    </a:cubicBezTo>
                    <a:cubicBezTo>
                      <a:pt x="682787" y="8398"/>
                      <a:pt x="679792" y="7188"/>
                      <a:pt x="676042" y="7188"/>
                    </a:cubicBezTo>
                    <a:close/>
                    <a:moveTo>
                      <a:pt x="610938" y="7188"/>
                    </a:moveTo>
                    <a:cubicBezTo>
                      <a:pt x="607188" y="7188"/>
                      <a:pt x="604258" y="8398"/>
                      <a:pt x="602136" y="10833"/>
                    </a:cubicBezTo>
                    <a:cubicBezTo>
                      <a:pt x="600026" y="13255"/>
                      <a:pt x="598438" y="16172"/>
                      <a:pt x="597396" y="19583"/>
                    </a:cubicBezTo>
                    <a:cubicBezTo>
                      <a:pt x="596290" y="23047"/>
                      <a:pt x="595612" y="26719"/>
                      <a:pt x="595365" y="30573"/>
                    </a:cubicBezTo>
                    <a:cubicBezTo>
                      <a:pt x="595130" y="34427"/>
                      <a:pt x="595001" y="37812"/>
                      <a:pt x="595001" y="40729"/>
                    </a:cubicBezTo>
                    <a:cubicBezTo>
                      <a:pt x="595001" y="43646"/>
                      <a:pt x="595130" y="46992"/>
                      <a:pt x="595365" y="50781"/>
                    </a:cubicBezTo>
                    <a:cubicBezTo>
                      <a:pt x="595612" y="54557"/>
                      <a:pt x="596290" y="58190"/>
                      <a:pt x="597396" y="61667"/>
                    </a:cubicBezTo>
                    <a:cubicBezTo>
                      <a:pt x="598438" y="65065"/>
                      <a:pt x="600026" y="67943"/>
                      <a:pt x="602136" y="70312"/>
                    </a:cubicBezTo>
                    <a:cubicBezTo>
                      <a:pt x="604258" y="72669"/>
                      <a:pt x="607188" y="73854"/>
                      <a:pt x="610938" y="73854"/>
                    </a:cubicBezTo>
                    <a:cubicBezTo>
                      <a:pt x="614688" y="73854"/>
                      <a:pt x="617682" y="72669"/>
                      <a:pt x="619896" y="70312"/>
                    </a:cubicBezTo>
                    <a:cubicBezTo>
                      <a:pt x="622123" y="67943"/>
                      <a:pt x="623790" y="65065"/>
                      <a:pt x="624896" y="61667"/>
                    </a:cubicBezTo>
                    <a:cubicBezTo>
                      <a:pt x="626081" y="58190"/>
                      <a:pt x="626849" y="54557"/>
                      <a:pt x="627188" y="50781"/>
                    </a:cubicBezTo>
                    <a:cubicBezTo>
                      <a:pt x="627540" y="46992"/>
                      <a:pt x="627709" y="43646"/>
                      <a:pt x="627709" y="40729"/>
                    </a:cubicBezTo>
                    <a:cubicBezTo>
                      <a:pt x="627709" y="37812"/>
                      <a:pt x="627540" y="34427"/>
                      <a:pt x="627188" y="30573"/>
                    </a:cubicBezTo>
                    <a:cubicBezTo>
                      <a:pt x="626849" y="26719"/>
                      <a:pt x="626081" y="23047"/>
                      <a:pt x="624896" y="19583"/>
                    </a:cubicBezTo>
                    <a:cubicBezTo>
                      <a:pt x="623790" y="16172"/>
                      <a:pt x="622123" y="13255"/>
                      <a:pt x="619896" y="10833"/>
                    </a:cubicBezTo>
                    <a:cubicBezTo>
                      <a:pt x="617682" y="8398"/>
                      <a:pt x="614688" y="7188"/>
                      <a:pt x="610938" y="7188"/>
                    </a:cubicBezTo>
                    <a:close/>
                    <a:moveTo>
                      <a:pt x="545834" y="7188"/>
                    </a:moveTo>
                    <a:cubicBezTo>
                      <a:pt x="542083" y="7188"/>
                      <a:pt x="539154" y="8398"/>
                      <a:pt x="537031" y="10833"/>
                    </a:cubicBezTo>
                    <a:cubicBezTo>
                      <a:pt x="534922" y="13255"/>
                      <a:pt x="533334" y="16172"/>
                      <a:pt x="532292" y="19583"/>
                    </a:cubicBezTo>
                    <a:cubicBezTo>
                      <a:pt x="531185" y="23047"/>
                      <a:pt x="530508" y="26719"/>
                      <a:pt x="530261" y="30573"/>
                    </a:cubicBezTo>
                    <a:cubicBezTo>
                      <a:pt x="530026" y="34427"/>
                      <a:pt x="529896" y="37812"/>
                      <a:pt x="529896" y="40729"/>
                    </a:cubicBezTo>
                    <a:cubicBezTo>
                      <a:pt x="529896" y="43646"/>
                      <a:pt x="530026" y="46992"/>
                      <a:pt x="530261" y="50781"/>
                    </a:cubicBezTo>
                    <a:cubicBezTo>
                      <a:pt x="530508" y="54557"/>
                      <a:pt x="531185" y="58190"/>
                      <a:pt x="532292" y="61667"/>
                    </a:cubicBezTo>
                    <a:cubicBezTo>
                      <a:pt x="533334" y="65065"/>
                      <a:pt x="534922" y="67943"/>
                      <a:pt x="537031" y="70312"/>
                    </a:cubicBezTo>
                    <a:cubicBezTo>
                      <a:pt x="539154" y="72669"/>
                      <a:pt x="542083" y="73854"/>
                      <a:pt x="545834" y="73854"/>
                    </a:cubicBezTo>
                    <a:cubicBezTo>
                      <a:pt x="549584" y="73854"/>
                      <a:pt x="552578" y="72669"/>
                      <a:pt x="554792" y="70312"/>
                    </a:cubicBezTo>
                    <a:cubicBezTo>
                      <a:pt x="557018" y="67943"/>
                      <a:pt x="558685" y="65065"/>
                      <a:pt x="559792" y="61667"/>
                    </a:cubicBezTo>
                    <a:cubicBezTo>
                      <a:pt x="560977" y="58190"/>
                      <a:pt x="561745" y="54557"/>
                      <a:pt x="562084" y="50781"/>
                    </a:cubicBezTo>
                    <a:cubicBezTo>
                      <a:pt x="562435" y="46992"/>
                      <a:pt x="562605" y="43646"/>
                      <a:pt x="562605" y="40729"/>
                    </a:cubicBezTo>
                    <a:cubicBezTo>
                      <a:pt x="562605" y="37812"/>
                      <a:pt x="562435" y="34427"/>
                      <a:pt x="562084" y="30573"/>
                    </a:cubicBezTo>
                    <a:cubicBezTo>
                      <a:pt x="561745" y="26719"/>
                      <a:pt x="560977" y="23047"/>
                      <a:pt x="559792" y="19583"/>
                    </a:cubicBezTo>
                    <a:cubicBezTo>
                      <a:pt x="558685" y="16172"/>
                      <a:pt x="557018" y="13255"/>
                      <a:pt x="554792" y="10833"/>
                    </a:cubicBezTo>
                    <a:cubicBezTo>
                      <a:pt x="552578" y="8398"/>
                      <a:pt x="549584" y="7188"/>
                      <a:pt x="545834" y="7188"/>
                    </a:cubicBezTo>
                    <a:close/>
                    <a:moveTo>
                      <a:pt x="116146" y="7188"/>
                    </a:moveTo>
                    <a:cubicBezTo>
                      <a:pt x="112396" y="7188"/>
                      <a:pt x="109466" y="8398"/>
                      <a:pt x="107344" y="10833"/>
                    </a:cubicBezTo>
                    <a:cubicBezTo>
                      <a:pt x="105234" y="13255"/>
                      <a:pt x="103646" y="16172"/>
                      <a:pt x="102604" y="19583"/>
                    </a:cubicBezTo>
                    <a:cubicBezTo>
                      <a:pt x="101498" y="23047"/>
                      <a:pt x="100821" y="26719"/>
                      <a:pt x="100573" y="30573"/>
                    </a:cubicBezTo>
                    <a:cubicBezTo>
                      <a:pt x="100339" y="34427"/>
                      <a:pt x="100209" y="37812"/>
                      <a:pt x="100209" y="40729"/>
                    </a:cubicBezTo>
                    <a:cubicBezTo>
                      <a:pt x="100209" y="43646"/>
                      <a:pt x="100339" y="46992"/>
                      <a:pt x="100573" y="50781"/>
                    </a:cubicBezTo>
                    <a:cubicBezTo>
                      <a:pt x="100821" y="54557"/>
                      <a:pt x="101498" y="58190"/>
                      <a:pt x="102604" y="61667"/>
                    </a:cubicBezTo>
                    <a:cubicBezTo>
                      <a:pt x="103646" y="65065"/>
                      <a:pt x="105234" y="67943"/>
                      <a:pt x="107344" y="70312"/>
                    </a:cubicBezTo>
                    <a:cubicBezTo>
                      <a:pt x="109466" y="72669"/>
                      <a:pt x="112396" y="73854"/>
                      <a:pt x="116146" y="73854"/>
                    </a:cubicBezTo>
                    <a:cubicBezTo>
                      <a:pt x="119896" y="73854"/>
                      <a:pt x="122891" y="72669"/>
                      <a:pt x="125104" y="70312"/>
                    </a:cubicBezTo>
                    <a:cubicBezTo>
                      <a:pt x="127331" y="67943"/>
                      <a:pt x="128998" y="65065"/>
                      <a:pt x="130104" y="61667"/>
                    </a:cubicBezTo>
                    <a:cubicBezTo>
                      <a:pt x="131289" y="58190"/>
                      <a:pt x="132057" y="54557"/>
                      <a:pt x="132396" y="50781"/>
                    </a:cubicBezTo>
                    <a:cubicBezTo>
                      <a:pt x="132748" y="46992"/>
                      <a:pt x="132917" y="43646"/>
                      <a:pt x="132917" y="40729"/>
                    </a:cubicBezTo>
                    <a:cubicBezTo>
                      <a:pt x="132917" y="37812"/>
                      <a:pt x="132748" y="34427"/>
                      <a:pt x="132396" y="30573"/>
                    </a:cubicBezTo>
                    <a:cubicBezTo>
                      <a:pt x="132057" y="26719"/>
                      <a:pt x="131289" y="23047"/>
                      <a:pt x="130104" y="19583"/>
                    </a:cubicBezTo>
                    <a:cubicBezTo>
                      <a:pt x="128998" y="16172"/>
                      <a:pt x="127331" y="13255"/>
                      <a:pt x="125104" y="10833"/>
                    </a:cubicBezTo>
                    <a:cubicBezTo>
                      <a:pt x="122891" y="8398"/>
                      <a:pt x="119896" y="7188"/>
                      <a:pt x="116146" y="7188"/>
                    </a:cubicBezTo>
                    <a:close/>
                    <a:moveTo>
                      <a:pt x="318646" y="3125"/>
                    </a:moveTo>
                    <a:lnTo>
                      <a:pt x="358333" y="3125"/>
                    </a:lnTo>
                    <a:lnTo>
                      <a:pt x="358333" y="10208"/>
                    </a:lnTo>
                    <a:lnTo>
                      <a:pt x="325000" y="10208"/>
                    </a:lnTo>
                    <a:lnTo>
                      <a:pt x="323542" y="35833"/>
                    </a:lnTo>
                    <a:cubicBezTo>
                      <a:pt x="325144" y="33672"/>
                      <a:pt x="327422" y="31992"/>
                      <a:pt x="330365" y="30781"/>
                    </a:cubicBezTo>
                    <a:cubicBezTo>
                      <a:pt x="333320" y="29557"/>
                      <a:pt x="336667" y="28958"/>
                      <a:pt x="340417" y="28958"/>
                    </a:cubicBezTo>
                    <a:cubicBezTo>
                      <a:pt x="343412" y="28958"/>
                      <a:pt x="346224" y="29492"/>
                      <a:pt x="348854" y="30573"/>
                    </a:cubicBezTo>
                    <a:cubicBezTo>
                      <a:pt x="351498" y="31641"/>
                      <a:pt x="353828" y="33255"/>
                      <a:pt x="355834" y="35417"/>
                    </a:cubicBezTo>
                    <a:cubicBezTo>
                      <a:pt x="357787" y="37565"/>
                      <a:pt x="359349" y="40260"/>
                      <a:pt x="360521" y="43490"/>
                    </a:cubicBezTo>
                    <a:cubicBezTo>
                      <a:pt x="361706" y="46719"/>
                      <a:pt x="362292" y="50521"/>
                      <a:pt x="362292" y="54896"/>
                    </a:cubicBezTo>
                    <a:cubicBezTo>
                      <a:pt x="362292" y="58711"/>
                      <a:pt x="361719" y="62213"/>
                      <a:pt x="360573" y="65417"/>
                    </a:cubicBezTo>
                    <a:cubicBezTo>
                      <a:pt x="359427" y="68607"/>
                      <a:pt x="357813" y="71354"/>
                      <a:pt x="355729" y="73646"/>
                    </a:cubicBezTo>
                    <a:cubicBezTo>
                      <a:pt x="353581" y="75938"/>
                      <a:pt x="351029" y="77721"/>
                      <a:pt x="348073" y="79010"/>
                    </a:cubicBezTo>
                    <a:cubicBezTo>
                      <a:pt x="345131" y="80286"/>
                      <a:pt x="341849" y="80937"/>
                      <a:pt x="338230" y="80937"/>
                    </a:cubicBezTo>
                    <a:cubicBezTo>
                      <a:pt x="331641" y="80937"/>
                      <a:pt x="326081" y="79193"/>
                      <a:pt x="321563" y="75729"/>
                    </a:cubicBezTo>
                    <a:cubicBezTo>
                      <a:pt x="317058" y="72252"/>
                      <a:pt x="314622" y="67213"/>
                      <a:pt x="314271" y="60625"/>
                    </a:cubicBezTo>
                    <a:lnTo>
                      <a:pt x="322500" y="60625"/>
                    </a:lnTo>
                    <a:cubicBezTo>
                      <a:pt x="323125" y="64857"/>
                      <a:pt x="324896" y="68138"/>
                      <a:pt x="327813" y="70469"/>
                    </a:cubicBezTo>
                    <a:cubicBezTo>
                      <a:pt x="330729" y="72786"/>
                      <a:pt x="334310" y="73958"/>
                      <a:pt x="338542" y="73958"/>
                    </a:cubicBezTo>
                    <a:cubicBezTo>
                      <a:pt x="342917" y="73958"/>
                      <a:pt x="346589" y="72252"/>
                      <a:pt x="349531" y="68854"/>
                    </a:cubicBezTo>
                    <a:cubicBezTo>
                      <a:pt x="352487" y="65443"/>
                      <a:pt x="353958" y="60833"/>
                      <a:pt x="353958" y="55000"/>
                    </a:cubicBezTo>
                    <a:cubicBezTo>
                      <a:pt x="353958" y="48607"/>
                      <a:pt x="352500" y="43815"/>
                      <a:pt x="349583" y="40625"/>
                    </a:cubicBezTo>
                    <a:cubicBezTo>
                      <a:pt x="346667" y="37422"/>
                      <a:pt x="343021" y="35833"/>
                      <a:pt x="338646" y="35833"/>
                    </a:cubicBezTo>
                    <a:cubicBezTo>
                      <a:pt x="335183" y="35833"/>
                      <a:pt x="332122" y="36718"/>
                      <a:pt x="329479" y="38490"/>
                    </a:cubicBezTo>
                    <a:cubicBezTo>
                      <a:pt x="326849" y="40260"/>
                      <a:pt x="325104" y="42669"/>
                      <a:pt x="324271" y="45729"/>
                    </a:cubicBezTo>
                    <a:cubicBezTo>
                      <a:pt x="324141" y="46068"/>
                      <a:pt x="324036" y="46354"/>
                      <a:pt x="323959" y="46562"/>
                    </a:cubicBezTo>
                    <a:cubicBezTo>
                      <a:pt x="323893" y="46771"/>
                      <a:pt x="323789" y="46940"/>
                      <a:pt x="323646" y="47083"/>
                    </a:cubicBezTo>
                    <a:cubicBezTo>
                      <a:pt x="323516" y="47213"/>
                      <a:pt x="323320" y="47318"/>
                      <a:pt x="323073" y="47396"/>
                    </a:cubicBezTo>
                    <a:cubicBezTo>
                      <a:pt x="322839" y="47461"/>
                      <a:pt x="322539" y="47500"/>
                      <a:pt x="322188" y="47500"/>
                    </a:cubicBezTo>
                    <a:lnTo>
                      <a:pt x="317187" y="47500"/>
                    </a:lnTo>
                    <a:cubicBezTo>
                      <a:pt x="316563" y="47500"/>
                      <a:pt x="316185" y="47409"/>
                      <a:pt x="316042" y="47239"/>
                    </a:cubicBezTo>
                    <a:cubicBezTo>
                      <a:pt x="315912" y="47057"/>
                      <a:pt x="315834" y="46628"/>
                      <a:pt x="315834" y="45937"/>
                    </a:cubicBezTo>
                    <a:lnTo>
                      <a:pt x="316979" y="5104"/>
                    </a:lnTo>
                    <a:cubicBezTo>
                      <a:pt x="316979" y="4336"/>
                      <a:pt x="317110" y="3815"/>
                      <a:pt x="317344" y="3541"/>
                    </a:cubicBezTo>
                    <a:cubicBezTo>
                      <a:pt x="317591" y="3255"/>
                      <a:pt x="318021" y="3125"/>
                      <a:pt x="318646" y="3125"/>
                    </a:cubicBezTo>
                    <a:close/>
                    <a:moveTo>
                      <a:pt x="227500" y="3125"/>
                    </a:moveTo>
                    <a:lnTo>
                      <a:pt x="267188" y="3125"/>
                    </a:lnTo>
                    <a:lnTo>
                      <a:pt x="267188" y="10208"/>
                    </a:lnTo>
                    <a:lnTo>
                      <a:pt x="233854" y="10208"/>
                    </a:lnTo>
                    <a:lnTo>
                      <a:pt x="232396" y="35833"/>
                    </a:lnTo>
                    <a:cubicBezTo>
                      <a:pt x="233998" y="33672"/>
                      <a:pt x="236276" y="31992"/>
                      <a:pt x="239219" y="30781"/>
                    </a:cubicBezTo>
                    <a:cubicBezTo>
                      <a:pt x="242175" y="29557"/>
                      <a:pt x="245521" y="28958"/>
                      <a:pt x="249271" y="28958"/>
                    </a:cubicBezTo>
                    <a:cubicBezTo>
                      <a:pt x="252266" y="28958"/>
                      <a:pt x="255078" y="29492"/>
                      <a:pt x="257708" y="30573"/>
                    </a:cubicBezTo>
                    <a:cubicBezTo>
                      <a:pt x="260352" y="31641"/>
                      <a:pt x="262683" y="33255"/>
                      <a:pt x="264688" y="35417"/>
                    </a:cubicBezTo>
                    <a:cubicBezTo>
                      <a:pt x="266641" y="37565"/>
                      <a:pt x="268203" y="40260"/>
                      <a:pt x="269375" y="43490"/>
                    </a:cubicBezTo>
                    <a:cubicBezTo>
                      <a:pt x="270560" y="46719"/>
                      <a:pt x="271146" y="50521"/>
                      <a:pt x="271146" y="54896"/>
                    </a:cubicBezTo>
                    <a:cubicBezTo>
                      <a:pt x="271146" y="58711"/>
                      <a:pt x="270573" y="62213"/>
                      <a:pt x="269427" y="65417"/>
                    </a:cubicBezTo>
                    <a:cubicBezTo>
                      <a:pt x="268281" y="68607"/>
                      <a:pt x="266667" y="71354"/>
                      <a:pt x="264584" y="73646"/>
                    </a:cubicBezTo>
                    <a:cubicBezTo>
                      <a:pt x="262435" y="75938"/>
                      <a:pt x="259883" y="77721"/>
                      <a:pt x="256927" y="79010"/>
                    </a:cubicBezTo>
                    <a:cubicBezTo>
                      <a:pt x="253985" y="80286"/>
                      <a:pt x="250703" y="80937"/>
                      <a:pt x="247084" y="80937"/>
                    </a:cubicBezTo>
                    <a:cubicBezTo>
                      <a:pt x="240495" y="80937"/>
                      <a:pt x="234935" y="79193"/>
                      <a:pt x="230417" y="75729"/>
                    </a:cubicBezTo>
                    <a:cubicBezTo>
                      <a:pt x="225912" y="72252"/>
                      <a:pt x="223477" y="67213"/>
                      <a:pt x="223125" y="60625"/>
                    </a:cubicBezTo>
                    <a:lnTo>
                      <a:pt x="231354" y="60625"/>
                    </a:lnTo>
                    <a:cubicBezTo>
                      <a:pt x="231979" y="64857"/>
                      <a:pt x="233750" y="68138"/>
                      <a:pt x="236667" y="70469"/>
                    </a:cubicBezTo>
                    <a:cubicBezTo>
                      <a:pt x="239583" y="72786"/>
                      <a:pt x="243164" y="73958"/>
                      <a:pt x="247396" y="73958"/>
                    </a:cubicBezTo>
                    <a:cubicBezTo>
                      <a:pt x="251771" y="73958"/>
                      <a:pt x="255443" y="72252"/>
                      <a:pt x="258385" y="68854"/>
                    </a:cubicBezTo>
                    <a:cubicBezTo>
                      <a:pt x="261341" y="65443"/>
                      <a:pt x="262813" y="60833"/>
                      <a:pt x="262813" y="55000"/>
                    </a:cubicBezTo>
                    <a:cubicBezTo>
                      <a:pt x="262813" y="48607"/>
                      <a:pt x="261354" y="43815"/>
                      <a:pt x="258438" y="40625"/>
                    </a:cubicBezTo>
                    <a:cubicBezTo>
                      <a:pt x="255521" y="37422"/>
                      <a:pt x="251875" y="35833"/>
                      <a:pt x="247500" y="35833"/>
                    </a:cubicBezTo>
                    <a:cubicBezTo>
                      <a:pt x="244037" y="35833"/>
                      <a:pt x="240977" y="36718"/>
                      <a:pt x="238333" y="38490"/>
                    </a:cubicBezTo>
                    <a:cubicBezTo>
                      <a:pt x="235703" y="40260"/>
                      <a:pt x="233958" y="42669"/>
                      <a:pt x="233125" y="45729"/>
                    </a:cubicBezTo>
                    <a:cubicBezTo>
                      <a:pt x="232995" y="46068"/>
                      <a:pt x="232891" y="46354"/>
                      <a:pt x="232813" y="46562"/>
                    </a:cubicBezTo>
                    <a:cubicBezTo>
                      <a:pt x="232748" y="46771"/>
                      <a:pt x="232643" y="46940"/>
                      <a:pt x="232500" y="47083"/>
                    </a:cubicBezTo>
                    <a:cubicBezTo>
                      <a:pt x="232370" y="47213"/>
                      <a:pt x="232175" y="47318"/>
                      <a:pt x="231927" y="47396"/>
                    </a:cubicBezTo>
                    <a:cubicBezTo>
                      <a:pt x="231693" y="47461"/>
                      <a:pt x="231393" y="47500"/>
                      <a:pt x="231042" y="47500"/>
                    </a:cubicBezTo>
                    <a:lnTo>
                      <a:pt x="226042" y="47500"/>
                    </a:lnTo>
                    <a:cubicBezTo>
                      <a:pt x="225417" y="47500"/>
                      <a:pt x="225039" y="47409"/>
                      <a:pt x="224896" y="47239"/>
                    </a:cubicBezTo>
                    <a:cubicBezTo>
                      <a:pt x="224766" y="47057"/>
                      <a:pt x="224688" y="46628"/>
                      <a:pt x="224688" y="45937"/>
                    </a:cubicBezTo>
                    <a:lnTo>
                      <a:pt x="225833" y="5104"/>
                    </a:lnTo>
                    <a:cubicBezTo>
                      <a:pt x="225833" y="4336"/>
                      <a:pt x="225964" y="3815"/>
                      <a:pt x="226198" y="3541"/>
                    </a:cubicBezTo>
                    <a:cubicBezTo>
                      <a:pt x="226445" y="3255"/>
                      <a:pt x="226875" y="3125"/>
                      <a:pt x="227500" y="3125"/>
                    </a:cubicBezTo>
                    <a:close/>
                    <a:moveTo>
                      <a:pt x="453230" y="1354"/>
                    </a:moveTo>
                    <a:cubicBezTo>
                      <a:pt x="459623" y="1354"/>
                      <a:pt x="464974" y="3047"/>
                      <a:pt x="469271" y="6458"/>
                    </a:cubicBezTo>
                    <a:cubicBezTo>
                      <a:pt x="473581" y="9857"/>
                      <a:pt x="475730" y="14857"/>
                      <a:pt x="475730" y="21458"/>
                    </a:cubicBezTo>
                    <a:cubicBezTo>
                      <a:pt x="475730" y="25898"/>
                      <a:pt x="474362" y="30521"/>
                      <a:pt x="471615" y="35312"/>
                    </a:cubicBezTo>
                    <a:cubicBezTo>
                      <a:pt x="468881" y="40104"/>
                      <a:pt x="465599" y="44752"/>
                      <a:pt x="461771" y="49271"/>
                    </a:cubicBezTo>
                    <a:cubicBezTo>
                      <a:pt x="457956" y="53776"/>
                      <a:pt x="453998" y="58021"/>
                      <a:pt x="449896" y="61979"/>
                    </a:cubicBezTo>
                    <a:cubicBezTo>
                      <a:pt x="445808" y="65937"/>
                      <a:pt x="442396" y="69271"/>
                      <a:pt x="439688" y="71979"/>
                    </a:cubicBezTo>
                    <a:lnTo>
                      <a:pt x="477396" y="71979"/>
                    </a:lnTo>
                    <a:lnTo>
                      <a:pt x="477396" y="79167"/>
                    </a:lnTo>
                    <a:lnTo>
                      <a:pt x="431667" y="79167"/>
                    </a:lnTo>
                    <a:cubicBezTo>
                      <a:pt x="431042" y="79167"/>
                      <a:pt x="430651" y="79062"/>
                      <a:pt x="430469" y="78854"/>
                    </a:cubicBezTo>
                    <a:cubicBezTo>
                      <a:pt x="430300" y="78646"/>
                      <a:pt x="430209" y="78229"/>
                      <a:pt x="430209" y="77604"/>
                    </a:cubicBezTo>
                    <a:lnTo>
                      <a:pt x="430209" y="71354"/>
                    </a:lnTo>
                    <a:cubicBezTo>
                      <a:pt x="431394" y="70234"/>
                      <a:pt x="432839" y="68854"/>
                      <a:pt x="434532" y="67187"/>
                    </a:cubicBezTo>
                    <a:cubicBezTo>
                      <a:pt x="436237" y="65521"/>
                      <a:pt x="438099" y="63672"/>
                      <a:pt x="440104" y="61667"/>
                    </a:cubicBezTo>
                    <a:cubicBezTo>
                      <a:pt x="442058" y="59648"/>
                      <a:pt x="444063" y="57500"/>
                      <a:pt x="446146" y="55208"/>
                    </a:cubicBezTo>
                    <a:cubicBezTo>
                      <a:pt x="448230" y="52917"/>
                      <a:pt x="450287" y="50547"/>
                      <a:pt x="452292" y="48125"/>
                    </a:cubicBezTo>
                    <a:cubicBezTo>
                      <a:pt x="454310" y="45755"/>
                      <a:pt x="456224" y="43385"/>
                      <a:pt x="458021" y="40989"/>
                    </a:cubicBezTo>
                    <a:cubicBezTo>
                      <a:pt x="459831" y="38594"/>
                      <a:pt x="461393" y="36276"/>
                      <a:pt x="462709" y="34062"/>
                    </a:cubicBezTo>
                    <a:cubicBezTo>
                      <a:pt x="464102" y="31771"/>
                      <a:pt x="465195" y="29609"/>
                      <a:pt x="465990" y="27604"/>
                    </a:cubicBezTo>
                    <a:cubicBezTo>
                      <a:pt x="466797" y="25586"/>
                      <a:pt x="467188" y="23750"/>
                      <a:pt x="467188" y="22083"/>
                    </a:cubicBezTo>
                    <a:cubicBezTo>
                      <a:pt x="467188" y="17565"/>
                      <a:pt x="465873" y="14180"/>
                      <a:pt x="463229" y="11927"/>
                    </a:cubicBezTo>
                    <a:cubicBezTo>
                      <a:pt x="460599" y="9661"/>
                      <a:pt x="457188" y="8541"/>
                      <a:pt x="453021" y="8541"/>
                    </a:cubicBezTo>
                    <a:cubicBezTo>
                      <a:pt x="448998" y="8541"/>
                      <a:pt x="445716" y="9922"/>
                      <a:pt x="443177" y="12708"/>
                    </a:cubicBezTo>
                    <a:cubicBezTo>
                      <a:pt x="440651" y="15482"/>
                      <a:pt x="439375" y="19088"/>
                      <a:pt x="439375" y="23541"/>
                    </a:cubicBezTo>
                    <a:lnTo>
                      <a:pt x="430834" y="23541"/>
                    </a:lnTo>
                    <a:cubicBezTo>
                      <a:pt x="430834" y="20208"/>
                      <a:pt x="431394" y="17161"/>
                      <a:pt x="432500" y="14427"/>
                    </a:cubicBezTo>
                    <a:cubicBezTo>
                      <a:pt x="433620" y="11679"/>
                      <a:pt x="435182" y="9336"/>
                      <a:pt x="437188" y="7396"/>
                    </a:cubicBezTo>
                    <a:cubicBezTo>
                      <a:pt x="439206" y="5443"/>
                      <a:pt x="441589" y="3958"/>
                      <a:pt x="444323" y="2917"/>
                    </a:cubicBezTo>
                    <a:cubicBezTo>
                      <a:pt x="447070" y="1875"/>
                      <a:pt x="450039" y="1354"/>
                      <a:pt x="453230" y="1354"/>
                    </a:cubicBezTo>
                    <a:close/>
                    <a:moveTo>
                      <a:pt x="389584" y="1354"/>
                    </a:moveTo>
                    <a:cubicBezTo>
                      <a:pt x="396667" y="1354"/>
                      <a:pt x="402448" y="3151"/>
                      <a:pt x="406927" y="6771"/>
                    </a:cubicBezTo>
                    <a:cubicBezTo>
                      <a:pt x="411407" y="10378"/>
                      <a:pt x="413646" y="15442"/>
                      <a:pt x="413646" y="21979"/>
                    </a:cubicBezTo>
                    <a:cubicBezTo>
                      <a:pt x="413646" y="23854"/>
                      <a:pt x="413321" y="25729"/>
                      <a:pt x="412656" y="27604"/>
                    </a:cubicBezTo>
                    <a:cubicBezTo>
                      <a:pt x="412005" y="29479"/>
                      <a:pt x="411081" y="31250"/>
                      <a:pt x="409896" y="32916"/>
                    </a:cubicBezTo>
                    <a:cubicBezTo>
                      <a:pt x="408646" y="34583"/>
                      <a:pt x="407188" y="36054"/>
                      <a:pt x="405521" y="37344"/>
                    </a:cubicBezTo>
                    <a:cubicBezTo>
                      <a:pt x="403854" y="38619"/>
                      <a:pt x="402018" y="39544"/>
                      <a:pt x="400000" y="40104"/>
                    </a:cubicBezTo>
                    <a:cubicBezTo>
                      <a:pt x="404583" y="41354"/>
                      <a:pt x="408164" y="43619"/>
                      <a:pt x="410729" y="46927"/>
                    </a:cubicBezTo>
                    <a:cubicBezTo>
                      <a:pt x="413308" y="50221"/>
                      <a:pt x="414584" y="54088"/>
                      <a:pt x="414584" y="58542"/>
                    </a:cubicBezTo>
                    <a:cubicBezTo>
                      <a:pt x="414518" y="65690"/>
                      <a:pt x="412175" y="71198"/>
                      <a:pt x="407552" y="75052"/>
                    </a:cubicBezTo>
                    <a:cubicBezTo>
                      <a:pt x="402943" y="78906"/>
                      <a:pt x="396914" y="80833"/>
                      <a:pt x="389479" y="80833"/>
                    </a:cubicBezTo>
                    <a:cubicBezTo>
                      <a:pt x="381979" y="80833"/>
                      <a:pt x="375964" y="78906"/>
                      <a:pt x="371406" y="75052"/>
                    </a:cubicBezTo>
                    <a:cubicBezTo>
                      <a:pt x="366862" y="71198"/>
                      <a:pt x="364584" y="65690"/>
                      <a:pt x="364584" y="58542"/>
                    </a:cubicBezTo>
                    <a:cubicBezTo>
                      <a:pt x="364584" y="54648"/>
                      <a:pt x="365834" y="50950"/>
                      <a:pt x="368333" y="47448"/>
                    </a:cubicBezTo>
                    <a:cubicBezTo>
                      <a:pt x="370834" y="43932"/>
                      <a:pt x="374480" y="41354"/>
                      <a:pt x="379271" y="39687"/>
                    </a:cubicBezTo>
                    <a:cubicBezTo>
                      <a:pt x="374896" y="38854"/>
                      <a:pt x="371511" y="36732"/>
                      <a:pt x="369115" y="33333"/>
                    </a:cubicBezTo>
                    <a:cubicBezTo>
                      <a:pt x="366719" y="29922"/>
                      <a:pt x="365521" y="26146"/>
                      <a:pt x="365521" y="21979"/>
                    </a:cubicBezTo>
                    <a:cubicBezTo>
                      <a:pt x="365521" y="15442"/>
                      <a:pt x="367748" y="10378"/>
                      <a:pt x="372188" y="6771"/>
                    </a:cubicBezTo>
                    <a:cubicBezTo>
                      <a:pt x="376641" y="3151"/>
                      <a:pt x="382435" y="1354"/>
                      <a:pt x="389584" y="1354"/>
                    </a:cubicBezTo>
                    <a:close/>
                    <a:moveTo>
                      <a:pt x="181250" y="1354"/>
                    </a:moveTo>
                    <a:cubicBezTo>
                      <a:pt x="188333" y="1354"/>
                      <a:pt x="194115" y="3151"/>
                      <a:pt x="198594" y="6771"/>
                    </a:cubicBezTo>
                    <a:cubicBezTo>
                      <a:pt x="203073" y="10378"/>
                      <a:pt x="205313" y="15442"/>
                      <a:pt x="205313" y="21979"/>
                    </a:cubicBezTo>
                    <a:cubicBezTo>
                      <a:pt x="205313" y="23854"/>
                      <a:pt x="204987" y="25729"/>
                      <a:pt x="204323" y="27604"/>
                    </a:cubicBezTo>
                    <a:cubicBezTo>
                      <a:pt x="203672" y="29479"/>
                      <a:pt x="202748" y="31250"/>
                      <a:pt x="201563" y="32916"/>
                    </a:cubicBezTo>
                    <a:cubicBezTo>
                      <a:pt x="200313" y="34583"/>
                      <a:pt x="198854" y="36054"/>
                      <a:pt x="197188" y="37344"/>
                    </a:cubicBezTo>
                    <a:cubicBezTo>
                      <a:pt x="195521" y="38619"/>
                      <a:pt x="193685" y="39544"/>
                      <a:pt x="191667" y="40104"/>
                    </a:cubicBezTo>
                    <a:cubicBezTo>
                      <a:pt x="196250" y="41354"/>
                      <a:pt x="199831" y="43619"/>
                      <a:pt x="202396" y="46927"/>
                    </a:cubicBezTo>
                    <a:cubicBezTo>
                      <a:pt x="204974" y="50221"/>
                      <a:pt x="206250" y="54088"/>
                      <a:pt x="206250" y="58542"/>
                    </a:cubicBezTo>
                    <a:cubicBezTo>
                      <a:pt x="206185" y="65690"/>
                      <a:pt x="203841" y="71198"/>
                      <a:pt x="199219" y="75052"/>
                    </a:cubicBezTo>
                    <a:cubicBezTo>
                      <a:pt x="194610" y="78906"/>
                      <a:pt x="188581" y="80833"/>
                      <a:pt x="181146" y="80833"/>
                    </a:cubicBezTo>
                    <a:cubicBezTo>
                      <a:pt x="173646" y="80833"/>
                      <a:pt x="167630" y="78906"/>
                      <a:pt x="163073" y="75052"/>
                    </a:cubicBezTo>
                    <a:cubicBezTo>
                      <a:pt x="158529" y="71198"/>
                      <a:pt x="156250" y="65690"/>
                      <a:pt x="156250" y="58542"/>
                    </a:cubicBezTo>
                    <a:cubicBezTo>
                      <a:pt x="156250" y="54648"/>
                      <a:pt x="157500" y="50950"/>
                      <a:pt x="160000" y="47448"/>
                    </a:cubicBezTo>
                    <a:cubicBezTo>
                      <a:pt x="162500" y="43932"/>
                      <a:pt x="166146" y="41354"/>
                      <a:pt x="170937" y="39687"/>
                    </a:cubicBezTo>
                    <a:cubicBezTo>
                      <a:pt x="166562" y="38854"/>
                      <a:pt x="163177" y="36732"/>
                      <a:pt x="160781" y="33333"/>
                    </a:cubicBezTo>
                    <a:cubicBezTo>
                      <a:pt x="158386" y="29922"/>
                      <a:pt x="157187" y="26146"/>
                      <a:pt x="157187" y="21979"/>
                    </a:cubicBezTo>
                    <a:cubicBezTo>
                      <a:pt x="157187" y="15442"/>
                      <a:pt x="159414" y="10378"/>
                      <a:pt x="163854" y="6771"/>
                    </a:cubicBezTo>
                    <a:cubicBezTo>
                      <a:pt x="168307" y="3151"/>
                      <a:pt x="174102" y="1354"/>
                      <a:pt x="181250" y="1354"/>
                    </a:cubicBezTo>
                    <a:close/>
                    <a:moveTo>
                      <a:pt x="25000" y="1354"/>
                    </a:moveTo>
                    <a:cubicBezTo>
                      <a:pt x="32083" y="1354"/>
                      <a:pt x="37864" y="3151"/>
                      <a:pt x="42344" y="6771"/>
                    </a:cubicBezTo>
                    <a:cubicBezTo>
                      <a:pt x="46823" y="10378"/>
                      <a:pt x="49063" y="15442"/>
                      <a:pt x="49063" y="21979"/>
                    </a:cubicBezTo>
                    <a:cubicBezTo>
                      <a:pt x="49063" y="23854"/>
                      <a:pt x="48737" y="25729"/>
                      <a:pt x="48073" y="27604"/>
                    </a:cubicBezTo>
                    <a:cubicBezTo>
                      <a:pt x="47422" y="29479"/>
                      <a:pt x="46498" y="31250"/>
                      <a:pt x="45313" y="32916"/>
                    </a:cubicBezTo>
                    <a:cubicBezTo>
                      <a:pt x="44063" y="34583"/>
                      <a:pt x="42604" y="36054"/>
                      <a:pt x="40938" y="37344"/>
                    </a:cubicBezTo>
                    <a:cubicBezTo>
                      <a:pt x="39271" y="38619"/>
                      <a:pt x="37435" y="39544"/>
                      <a:pt x="35417" y="40104"/>
                    </a:cubicBezTo>
                    <a:cubicBezTo>
                      <a:pt x="40000" y="41354"/>
                      <a:pt x="43581" y="43619"/>
                      <a:pt x="46146" y="46927"/>
                    </a:cubicBezTo>
                    <a:cubicBezTo>
                      <a:pt x="48724" y="50221"/>
                      <a:pt x="50000" y="54088"/>
                      <a:pt x="50000" y="58542"/>
                    </a:cubicBezTo>
                    <a:cubicBezTo>
                      <a:pt x="49935" y="65690"/>
                      <a:pt x="47591" y="71198"/>
                      <a:pt x="42969" y="75052"/>
                    </a:cubicBezTo>
                    <a:cubicBezTo>
                      <a:pt x="38360" y="78906"/>
                      <a:pt x="32331" y="80833"/>
                      <a:pt x="24896" y="80833"/>
                    </a:cubicBezTo>
                    <a:cubicBezTo>
                      <a:pt x="17396" y="80833"/>
                      <a:pt x="11380" y="78906"/>
                      <a:pt x="6823" y="75052"/>
                    </a:cubicBezTo>
                    <a:cubicBezTo>
                      <a:pt x="2278" y="71198"/>
                      <a:pt x="0" y="65690"/>
                      <a:pt x="0" y="58542"/>
                    </a:cubicBezTo>
                    <a:cubicBezTo>
                      <a:pt x="0" y="54648"/>
                      <a:pt x="1250" y="50950"/>
                      <a:pt x="3750" y="47448"/>
                    </a:cubicBezTo>
                    <a:cubicBezTo>
                      <a:pt x="6250" y="43932"/>
                      <a:pt x="9896" y="41354"/>
                      <a:pt x="14687" y="39687"/>
                    </a:cubicBezTo>
                    <a:cubicBezTo>
                      <a:pt x="10312" y="38854"/>
                      <a:pt x="6927" y="36732"/>
                      <a:pt x="4531" y="33333"/>
                    </a:cubicBezTo>
                    <a:cubicBezTo>
                      <a:pt x="2135" y="29922"/>
                      <a:pt x="937" y="26146"/>
                      <a:pt x="937" y="21979"/>
                    </a:cubicBezTo>
                    <a:cubicBezTo>
                      <a:pt x="937" y="15442"/>
                      <a:pt x="3164" y="10378"/>
                      <a:pt x="7604" y="6771"/>
                    </a:cubicBezTo>
                    <a:cubicBezTo>
                      <a:pt x="12057" y="3151"/>
                      <a:pt x="17852" y="1354"/>
                      <a:pt x="25000" y="1354"/>
                    </a:cubicBezTo>
                    <a:close/>
                    <a:moveTo>
                      <a:pt x="676042" y="0"/>
                    </a:moveTo>
                    <a:cubicBezTo>
                      <a:pt x="681250" y="0"/>
                      <a:pt x="685508" y="1211"/>
                      <a:pt x="688802" y="3646"/>
                    </a:cubicBezTo>
                    <a:cubicBezTo>
                      <a:pt x="692110" y="6067"/>
                      <a:pt x="694688" y="9193"/>
                      <a:pt x="696563" y="13021"/>
                    </a:cubicBezTo>
                    <a:cubicBezTo>
                      <a:pt x="698438" y="16901"/>
                      <a:pt x="699727" y="21276"/>
                      <a:pt x="700417" y="26146"/>
                    </a:cubicBezTo>
                    <a:cubicBezTo>
                      <a:pt x="701120" y="31002"/>
                      <a:pt x="701459" y="35859"/>
                      <a:pt x="701459" y="40729"/>
                    </a:cubicBezTo>
                    <a:cubicBezTo>
                      <a:pt x="701459" y="45651"/>
                      <a:pt x="701120" y="50521"/>
                      <a:pt x="700417" y="55312"/>
                    </a:cubicBezTo>
                    <a:cubicBezTo>
                      <a:pt x="699727" y="60104"/>
                      <a:pt x="698438" y="64440"/>
                      <a:pt x="696563" y="68333"/>
                    </a:cubicBezTo>
                    <a:cubicBezTo>
                      <a:pt x="694688" y="72148"/>
                      <a:pt x="692110" y="75234"/>
                      <a:pt x="688802" y="77604"/>
                    </a:cubicBezTo>
                    <a:cubicBezTo>
                      <a:pt x="685508" y="79961"/>
                      <a:pt x="681250" y="81146"/>
                      <a:pt x="676042" y="81146"/>
                    </a:cubicBezTo>
                    <a:cubicBezTo>
                      <a:pt x="670912" y="81146"/>
                      <a:pt x="666719" y="79961"/>
                      <a:pt x="663490" y="77604"/>
                    </a:cubicBezTo>
                    <a:cubicBezTo>
                      <a:pt x="660261" y="75234"/>
                      <a:pt x="657787" y="72148"/>
                      <a:pt x="656042" y="68333"/>
                    </a:cubicBezTo>
                    <a:cubicBezTo>
                      <a:pt x="654245" y="64440"/>
                      <a:pt x="653021" y="60104"/>
                      <a:pt x="652396" y="55312"/>
                    </a:cubicBezTo>
                    <a:cubicBezTo>
                      <a:pt x="651771" y="50521"/>
                      <a:pt x="651459" y="45651"/>
                      <a:pt x="651459" y="40729"/>
                    </a:cubicBezTo>
                    <a:cubicBezTo>
                      <a:pt x="651459" y="35859"/>
                      <a:pt x="651771" y="31002"/>
                      <a:pt x="652396" y="26146"/>
                    </a:cubicBezTo>
                    <a:cubicBezTo>
                      <a:pt x="653021" y="21276"/>
                      <a:pt x="654245" y="16901"/>
                      <a:pt x="656042" y="13021"/>
                    </a:cubicBezTo>
                    <a:cubicBezTo>
                      <a:pt x="657787" y="9193"/>
                      <a:pt x="660261" y="6067"/>
                      <a:pt x="663490" y="3646"/>
                    </a:cubicBezTo>
                    <a:cubicBezTo>
                      <a:pt x="666719" y="1211"/>
                      <a:pt x="670912" y="0"/>
                      <a:pt x="676042" y="0"/>
                    </a:cubicBezTo>
                    <a:close/>
                    <a:moveTo>
                      <a:pt x="610938" y="0"/>
                    </a:moveTo>
                    <a:cubicBezTo>
                      <a:pt x="616146" y="0"/>
                      <a:pt x="620404" y="1211"/>
                      <a:pt x="623698" y="3646"/>
                    </a:cubicBezTo>
                    <a:cubicBezTo>
                      <a:pt x="627005" y="6067"/>
                      <a:pt x="629584" y="9193"/>
                      <a:pt x="631459" y="13021"/>
                    </a:cubicBezTo>
                    <a:cubicBezTo>
                      <a:pt x="633334" y="16901"/>
                      <a:pt x="634623" y="21276"/>
                      <a:pt x="635313" y="26146"/>
                    </a:cubicBezTo>
                    <a:cubicBezTo>
                      <a:pt x="636016" y="31002"/>
                      <a:pt x="636355" y="35859"/>
                      <a:pt x="636355" y="40729"/>
                    </a:cubicBezTo>
                    <a:cubicBezTo>
                      <a:pt x="636355" y="45651"/>
                      <a:pt x="636016" y="50521"/>
                      <a:pt x="635313" y="55312"/>
                    </a:cubicBezTo>
                    <a:cubicBezTo>
                      <a:pt x="634623" y="60104"/>
                      <a:pt x="633334" y="64440"/>
                      <a:pt x="631459" y="68333"/>
                    </a:cubicBezTo>
                    <a:cubicBezTo>
                      <a:pt x="629584" y="72148"/>
                      <a:pt x="627005" y="75234"/>
                      <a:pt x="623698" y="77604"/>
                    </a:cubicBezTo>
                    <a:cubicBezTo>
                      <a:pt x="620404" y="79961"/>
                      <a:pt x="616146" y="81146"/>
                      <a:pt x="610938" y="81146"/>
                    </a:cubicBezTo>
                    <a:cubicBezTo>
                      <a:pt x="605808" y="81146"/>
                      <a:pt x="601615" y="79961"/>
                      <a:pt x="598386" y="77604"/>
                    </a:cubicBezTo>
                    <a:cubicBezTo>
                      <a:pt x="595157" y="75234"/>
                      <a:pt x="592683" y="72148"/>
                      <a:pt x="590938" y="68333"/>
                    </a:cubicBezTo>
                    <a:cubicBezTo>
                      <a:pt x="589141" y="64440"/>
                      <a:pt x="587917" y="60104"/>
                      <a:pt x="587292" y="55312"/>
                    </a:cubicBezTo>
                    <a:cubicBezTo>
                      <a:pt x="586667" y="50521"/>
                      <a:pt x="586355" y="45651"/>
                      <a:pt x="586355" y="40729"/>
                    </a:cubicBezTo>
                    <a:cubicBezTo>
                      <a:pt x="586355" y="35859"/>
                      <a:pt x="586667" y="31002"/>
                      <a:pt x="587292" y="26146"/>
                    </a:cubicBezTo>
                    <a:cubicBezTo>
                      <a:pt x="587917" y="21276"/>
                      <a:pt x="589141" y="16901"/>
                      <a:pt x="590938" y="13021"/>
                    </a:cubicBezTo>
                    <a:cubicBezTo>
                      <a:pt x="592683" y="9193"/>
                      <a:pt x="595157" y="6067"/>
                      <a:pt x="598386" y="3646"/>
                    </a:cubicBezTo>
                    <a:cubicBezTo>
                      <a:pt x="601615" y="1211"/>
                      <a:pt x="605808" y="0"/>
                      <a:pt x="610938" y="0"/>
                    </a:cubicBezTo>
                    <a:close/>
                    <a:moveTo>
                      <a:pt x="545834" y="0"/>
                    </a:moveTo>
                    <a:cubicBezTo>
                      <a:pt x="551042" y="0"/>
                      <a:pt x="555300" y="1211"/>
                      <a:pt x="558594" y="3646"/>
                    </a:cubicBezTo>
                    <a:cubicBezTo>
                      <a:pt x="561901" y="6067"/>
                      <a:pt x="564479" y="9193"/>
                      <a:pt x="566355" y="13021"/>
                    </a:cubicBezTo>
                    <a:cubicBezTo>
                      <a:pt x="568230" y="16901"/>
                      <a:pt x="569519" y="21276"/>
                      <a:pt x="570209" y="26146"/>
                    </a:cubicBezTo>
                    <a:cubicBezTo>
                      <a:pt x="570912" y="31002"/>
                      <a:pt x="571250" y="35859"/>
                      <a:pt x="571250" y="40729"/>
                    </a:cubicBezTo>
                    <a:cubicBezTo>
                      <a:pt x="571250" y="45651"/>
                      <a:pt x="570912" y="50521"/>
                      <a:pt x="570209" y="55312"/>
                    </a:cubicBezTo>
                    <a:cubicBezTo>
                      <a:pt x="569519" y="60104"/>
                      <a:pt x="568230" y="64440"/>
                      <a:pt x="566355" y="68333"/>
                    </a:cubicBezTo>
                    <a:cubicBezTo>
                      <a:pt x="564479" y="72148"/>
                      <a:pt x="561901" y="75234"/>
                      <a:pt x="558594" y="77604"/>
                    </a:cubicBezTo>
                    <a:cubicBezTo>
                      <a:pt x="555300" y="79961"/>
                      <a:pt x="551042" y="81146"/>
                      <a:pt x="545834" y="81146"/>
                    </a:cubicBezTo>
                    <a:cubicBezTo>
                      <a:pt x="540703" y="81146"/>
                      <a:pt x="536511" y="79961"/>
                      <a:pt x="533281" y="77604"/>
                    </a:cubicBezTo>
                    <a:cubicBezTo>
                      <a:pt x="530052" y="75234"/>
                      <a:pt x="527578" y="72148"/>
                      <a:pt x="525834" y="68333"/>
                    </a:cubicBezTo>
                    <a:cubicBezTo>
                      <a:pt x="524037" y="64440"/>
                      <a:pt x="522813" y="60104"/>
                      <a:pt x="522188" y="55312"/>
                    </a:cubicBezTo>
                    <a:cubicBezTo>
                      <a:pt x="521563" y="50521"/>
                      <a:pt x="521250" y="45651"/>
                      <a:pt x="521250" y="40729"/>
                    </a:cubicBezTo>
                    <a:cubicBezTo>
                      <a:pt x="521250" y="35859"/>
                      <a:pt x="521563" y="31002"/>
                      <a:pt x="522188" y="26146"/>
                    </a:cubicBezTo>
                    <a:cubicBezTo>
                      <a:pt x="522813" y="21276"/>
                      <a:pt x="524037" y="16901"/>
                      <a:pt x="525834" y="13021"/>
                    </a:cubicBezTo>
                    <a:cubicBezTo>
                      <a:pt x="527578" y="9193"/>
                      <a:pt x="530052" y="6067"/>
                      <a:pt x="533281" y="3646"/>
                    </a:cubicBezTo>
                    <a:cubicBezTo>
                      <a:pt x="536511" y="1211"/>
                      <a:pt x="540703" y="0"/>
                      <a:pt x="545834" y="0"/>
                    </a:cubicBezTo>
                    <a:close/>
                    <a:moveTo>
                      <a:pt x="116146" y="0"/>
                    </a:moveTo>
                    <a:cubicBezTo>
                      <a:pt x="121354" y="0"/>
                      <a:pt x="125612" y="1211"/>
                      <a:pt x="128906" y="3646"/>
                    </a:cubicBezTo>
                    <a:cubicBezTo>
                      <a:pt x="132214" y="6067"/>
                      <a:pt x="134792" y="9193"/>
                      <a:pt x="136667" y="13021"/>
                    </a:cubicBezTo>
                    <a:cubicBezTo>
                      <a:pt x="138542" y="16901"/>
                      <a:pt x="139831" y="21276"/>
                      <a:pt x="140521" y="26146"/>
                    </a:cubicBezTo>
                    <a:cubicBezTo>
                      <a:pt x="141224" y="31002"/>
                      <a:pt x="141563" y="35859"/>
                      <a:pt x="141563" y="40729"/>
                    </a:cubicBezTo>
                    <a:cubicBezTo>
                      <a:pt x="141563" y="45651"/>
                      <a:pt x="141224" y="50521"/>
                      <a:pt x="140521" y="55312"/>
                    </a:cubicBezTo>
                    <a:cubicBezTo>
                      <a:pt x="139831" y="60104"/>
                      <a:pt x="138542" y="64440"/>
                      <a:pt x="136667" y="68333"/>
                    </a:cubicBezTo>
                    <a:cubicBezTo>
                      <a:pt x="134792" y="72148"/>
                      <a:pt x="132214" y="75234"/>
                      <a:pt x="128906" y="77604"/>
                    </a:cubicBezTo>
                    <a:cubicBezTo>
                      <a:pt x="125612" y="79961"/>
                      <a:pt x="121354" y="81146"/>
                      <a:pt x="116146" y="81146"/>
                    </a:cubicBezTo>
                    <a:cubicBezTo>
                      <a:pt x="111016" y="81146"/>
                      <a:pt x="106823" y="79961"/>
                      <a:pt x="103594" y="77604"/>
                    </a:cubicBezTo>
                    <a:cubicBezTo>
                      <a:pt x="100365" y="75234"/>
                      <a:pt x="97891" y="72148"/>
                      <a:pt x="96146" y="68333"/>
                    </a:cubicBezTo>
                    <a:cubicBezTo>
                      <a:pt x="94349" y="64440"/>
                      <a:pt x="93125" y="60104"/>
                      <a:pt x="92500" y="55312"/>
                    </a:cubicBezTo>
                    <a:cubicBezTo>
                      <a:pt x="91875" y="50521"/>
                      <a:pt x="91563" y="45651"/>
                      <a:pt x="91563" y="40729"/>
                    </a:cubicBezTo>
                    <a:cubicBezTo>
                      <a:pt x="91563" y="35859"/>
                      <a:pt x="91875" y="31002"/>
                      <a:pt x="92500" y="26146"/>
                    </a:cubicBezTo>
                    <a:cubicBezTo>
                      <a:pt x="93125" y="21276"/>
                      <a:pt x="94349" y="16901"/>
                      <a:pt x="96146" y="13021"/>
                    </a:cubicBezTo>
                    <a:cubicBezTo>
                      <a:pt x="97891" y="9193"/>
                      <a:pt x="100365" y="6067"/>
                      <a:pt x="103594" y="3646"/>
                    </a:cubicBezTo>
                    <a:cubicBezTo>
                      <a:pt x="106823" y="1211"/>
                      <a:pt x="111016" y="0"/>
                      <a:pt x="116146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73" name="TextBox 672">
                <a:extLst>
                  <a:ext uri="{FF2B5EF4-FFF2-40B4-BE49-F238E27FC236}">
                    <a16:creationId xmlns:a16="http://schemas.microsoft.com/office/drawing/2014/main" id="{9E3E312B-FF99-4C90-B780-0F40DDB0E3F2}"/>
                  </a:ext>
                </a:extLst>
              </p:cNvPr>
              <p:cNvSpPr txBox="1"/>
              <p:nvPr/>
            </p:nvSpPr>
            <p:spPr>
              <a:xfrm>
                <a:off x="3779592" y="6574213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8,085,582,000</a:t>
                </a:r>
              </a:p>
            </p:txBody>
          </p:sp>
        </p:grpSp>
        <p:sp>
          <p:nvSpPr>
            <p:cNvPr id="674" name="자유형: 도형 673">
              <a:extLst>
                <a:ext uri="{FF2B5EF4-FFF2-40B4-BE49-F238E27FC236}">
                  <a16:creationId xmlns:a16="http://schemas.microsoft.com/office/drawing/2014/main" id="{BA4BA2B1-D76D-459D-BEF8-BE788EF8CF89}"/>
                </a:ext>
              </a:extLst>
            </p:cNvPr>
            <p:cNvSpPr/>
            <p:nvPr/>
          </p:nvSpPr>
          <p:spPr>
            <a:xfrm>
              <a:off x="4796110" y="6612472"/>
              <a:ext cx="555104" cy="94062"/>
            </a:xfrm>
            <a:custGeom>
              <a:avLst/>
              <a:gdLst>
                <a:gd name="connsiteX0" fmla="*/ 205625 w 555104"/>
                <a:gd name="connsiteY0" fmla="*/ 64271 h 94062"/>
                <a:gd name="connsiteX1" fmla="*/ 266355 w 555104"/>
                <a:gd name="connsiteY1" fmla="*/ 64271 h 94062"/>
                <a:gd name="connsiteX2" fmla="*/ 268073 w 555104"/>
                <a:gd name="connsiteY2" fmla="*/ 64739 h 94062"/>
                <a:gd name="connsiteX3" fmla="*/ 268542 w 555104"/>
                <a:gd name="connsiteY3" fmla="*/ 66458 h 94062"/>
                <a:gd name="connsiteX4" fmla="*/ 268542 w 555104"/>
                <a:gd name="connsiteY4" fmla="*/ 92917 h 94062"/>
                <a:gd name="connsiteX5" fmla="*/ 260209 w 555104"/>
                <a:gd name="connsiteY5" fmla="*/ 92917 h 94062"/>
                <a:gd name="connsiteX6" fmla="*/ 260209 w 555104"/>
                <a:gd name="connsiteY6" fmla="*/ 71354 h 94062"/>
                <a:gd name="connsiteX7" fmla="*/ 205625 w 555104"/>
                <a:gd name="connsiteY7" fmla="*/ 71354 h 94062"/>
                <a:gd name="connsiteX8" fmla="*/ 419896 w 555104"/>
                <a:gd name="connsiteY8" fmla="*/ 63646 h 94062"/>
                <a:gd name="connsiteX9" fmla="*/ 402344 w 555104"/>
                <a:gd name="connsiteY9" fmla="*/ 66719 h 94062"/>
                <a:gd name="connsiteX10" fmla="*/ 395729 w 555104"/>
                <a:gd name="connsiteY10" fmla="*/ 75417 h 94062"/>
                <a:gd name="connsiteX11" fmla="*/ 402344 w 555104"/>
                <a:gd name="connsiteY11" fmla="*/ 84427 h 94062"/>
                <a:gd name="connsiteX12" fmla="*/ 419896 w 555104"/>
                <a:gd name="connsiteY12" fmla="*/ 87500 h 94062"/>
                <a:gd name="connsiteX13" fmla="*/ 437344 w 555104"/>
                <a:gd name="connsiteY13" fmla="*/ 84427 h 94062"/>
                <a:gd name="connsiteX14" fmla="*/ 444167 w 555104"/>
                <a:gd name="connsiteY14" fmla="*/ 75417 h 94062"/>
                <a:gd name="connsiteX15" fmla="*/ 437344 w 555104"/>
                <a:gd name="connsiteY15" fmla="*/ 66719 h 94062"/>
                <a:gd name="connsiteX16" fmla="*/ 419896 w 555104"/>
                <a:gd name="connsiteY16" fmla="*/ 63646 h 94062"/>
                <a:gd name="connsiteX17" fmla="*/ 484480 w 555104"/>
                <a:gd name="connsiteY17" fmla="*/ 60104 h 94062"/>
                <a:gd name="connsiteX18" fmla="*/ 492813 w 555104"/>
                <a:gd name="connsiteY18" fmla="*/ 60104 h 94062"/>
                <a:gd name="connsiteX19" fmla="*/ 492813 w 555104"/>
                <a:gd name="connsiteY19" fmla="*/ 83333 h 94062"/>
                <a:gd name="connsiteX20" fmla="*/ 545834 w 555104"/>
                <a:gd name="connsiteY20" fmla="*/ 83333 h 94062"/>
                <a:gd name="connsiteX21" fmla="*/ 545834 w 555104"/>
                <a:gd name="connsiteY21" fmla="*/ 90417 h 94062"/>
                <a:gd name="connsiteX22" fmla="*/ 486667 w 555104"/>
                <a:gd name="connsiteY22" fmla="*/ 90417 h 94062"/>
                <a:gd name="connsiteX23" fmla="*/ 484948 w 555104"/>
                <a:gd name="connsiteY23" fmla="*/ 89948 h 94062"/>
                <a:gd name="connsiteX24" fmla="*/ 484480 w 555104"/>
                <a:gd name="connsiteY24" fmla="*/ 88229 h 94062"/>
                <a:gd name="connsiteX25" fmla="*/ 11563 w 555104"/>
                <a:gd name="connsiteY25" fmla="*/ 59166 h 94062"/>
                <a:gd name="connsiteX26" fmla="*/ 19583 w 555104"/>
                <a:gd name="connsiteY26" fmla="*/ 59166 h 94062"/>
                <a:gd name="connsiteX27" fmla="*/ 19583 w 555104"/>
                <a:gd name="connsiteY27" fmla="*/ 83333 h 94062"/>
                <a:gd name="connsiteX28" fmla="*/ 76563 w 555104"/>
                <a:gd name="connsiteY28" fmla="*/ 83333 h 94062"/>
                <a:gd name="connsiteX29" fmla="*/ 76563 w 555104"/>
                <a:gd name="connsiteY29" fmla="*/ 90417 h 94062"/>
                <a:gd name="connsiteX30" fmla="*/ 13750 w 555104"/>
                <a:gd name="connsiteY30" fmla="*/ 90417 h 94062"/>
                <a:gd name="connsiteX31" fmla="*/ 12031 w 555104"/>
                <a:gd name="connsiteY31" fmla="*/ 89948 h 94062"/>
                <a:gd name="connsiteX32" fmla="*/ 11563 w 555104"/>
                <a:gd name="connsiteY32" fmla="*/ 88229 h 94062"/>
                <a:gd name="connsiteX33" fmla="*/ 419896 w 555104"/>
                <a:gd name="connsiteY33" fmla="*/ 56979 h 94062"/>
                <a:gd name="connsiteX34" fmla="*/ 444480 w 555104"/>
                <a:gd name="connsiteY34" fmla="*/ 62292 h 94062"/>
                <a:gd name="connsiteX35" fmla="*/ 453125 w 555104"/>
                <a:gd name="connsiteY35" fmla="*/ 75521 h 94062"/>
                <a:gd name="connsiteX36" fmla="*/ 444532 w 555104"/>
                <a:gd name="connsiteY36" fmla="*/ 88802 h 94062"/>
                <a:gd name="connsiteX37" fmla="*/ 419896 w 555104"/>
                <a:gd name="connsiteY37" fmla="*/ 94063 h 94062"/>
                <a:gd name="connsiteX38" fmla="*/ 395209 w 555104"/>
                <a:gd name="connsiteY38" fmla="*/ 88802 h 94062"/>
                <a:gd name="connsiteX39" fmla="*/ 386563 w 555104"/>
                <a:gd name="connsiteY39" fmla="*/ 75521 h 94062"/>
                <a:gd name="connsiteX40" fmla="*/ 395209 w 555104"/>
                <a:gd name="connsiteY40" fmla="*/ 62292 h 94062"/>
                <a:gd name="connsiteX41" fmla="*/ 419896 w 555104"/>
                <a:gd name="connsiteY41" fmla="*/ 56979 h 94062"/>
                <a:gd name="connsiteX42" fmla="*/ 411355 w 555104"/>
                <a:gd name="connsiteY42" fmla="*/ 21875 h 94062"/>
                <a:gd name="connsiteX43" fmla="*/ 419688 w 555104"/>
                <a:gd name="connsiteY43" fmla="*/ 21875 h 94062"/>
                <a:gd name="connsiteX44" fmla="*/ 419688 w 555104"/>
                <a:gd name="connsiteY44" fmla="*/ 41354 h 94062"/>
                <a:gd name="connsiteX45" fmla="*/ 462188 w 555104"/>
                <a:gd name="connsiteY45" fmla="*/ 41354 h 94062"/>
                <a:gd name="connsiteX46" fmla="*/ 462188 w 555104"/>
                <a:gd name="connsiteY46" fmla="*/ 48542 h 94062"/>
                <a:gd name="connsiteX47" fmla="*/ 377604 w 555104"/>
                <a:gd name="connsiteY47" fmla="*/ 48542 h 94062"/>
                <a:gd name="connsiteX48" fmla="*/ 377604 w 555104"/>
                <a:gd name="connsiteY48" fmla="*/ 41354 h 94062"/>
                <a:gd name="connsiteX49" fmla="*/ 411355 w 555104"/>
                <a:gd name="connsiteY49" fmla="*/ 41354 h 94062"/>
                <a:gd name="connsiteX50" fmla="*/ 214479 w 555104"/>
                <a:gd name="connsiteY50" fmla="*/ 18125 h 94062"/>
                <a:gd name="connsiteX51" fmla="*/ 214479 w 555104"/>
                <a:gd name="connsiteY51" fmla="*/ 29687 h 94062"/>
                <a:gd name="connsiteX52" fmla="*/ 260625 w 555104"/>
                <a:gd name="connsiteY52" fmla="*/ 29687 h 94062"/>
                <a:gd name="connsiteX53" fmla="*/ 260625 w 555104"/>
                <a:gd name="connsiteY53" fmla="*/ 18125 h 94062"/>
                <a:gd name="connsiteX54" fmla="*/ 293230 w 555104"/>
                <a:gd name="connsiteY54" fmla="*/ 5312 h 94062"/>
                <a:gd name="connsiteX55" fmla="*/ 341771 w 555104"/>
                <a:gd name="connsiteY55" fmla="*/ 5312 h 94062"/>
                <a:gd name="connsiteX56" fmla="*/ 341771 w 555104"/>
                <a:gd name="connsiteY56" fmla="*/ 12292 h 94062"/>
                <a:gd name="connsiteX57" fmla="*/ 321667 w 555104"/>
                <a:gd name="connsiteY57" fmla="*/ 12292 h 94062"/>
                <a:gd name="connsiteX58" fmla="*/ 321667 w 555104"/>
                <a:gd name="connsiteY58" fmla="*/ 21562 h 94062"/>
                <a:gd name="connsiteX59" fmla="*/ 327917 w 555104"/>
                <a:gd name="connsiteY59" fmla="*/ 47239 h 94062"/>
                <a:gd name="connsiteX60" fmla="*/ 346979 w 555104"/>
                <a:gd name="connsiteY60" fmla="*/ 65521 h 94062"/>
                <a:gd name="connsiteX61" fmla="*/ 341042 w 555104"/>
                <a:gd name="connsiteY61" fmla="*/ 71458 h 94062"/>
                <a:gd name="connsiteX62" fmla="*/ 327188 w 555104"/>
                <a:gd name="connsiteY62" fmla="*/ 59375 h 94062"/>
                <a:gd name="connsiteX63" fmla="*/ 317396 w 555104"/>
                <a:gd name="connsiteY63" fmla="*/ 42604 h 94062"/>
                <a:gd name="connsiteX64" fmla="*/ 313333 w 555104"/>
                <a:gd name="connsiteY64" fmla="*/ 51823 h 94062"/>
                <a:gd name="connsiteX65" fmla="*/ 307396 w 555104"/>
                <a:gd name="connsiteY65" fmla="*/ 60521 h 94062"/>
                <a:gd name="connsiteX66" fmla="*/ 300469 w 555104"/>
                <a:gd name="connsiteY66" fmla="*/ 68021 h 94062"/>
                <a:gd name="connsiteX67" fmla="*/ 293334 w 555104"/>
                <a:gd name="connsiteY67" fmla="*/ 73958 h 94062"/>
                <a:gd name="connsiteX68" fmla="*/ 286563 w 555104"/>
                <a:gd name="connsiteY68" fmla="*/ 68229 h 94062"/>
                <a:gd name="connsiteX69" fmla="*/ 306094 w 555104"/>
                <a:gd name="connsiteY69" fmla="*/ 48438 h 94062"/>
                <a:gd name="connsiteX70" fmla="*/ 313125 w 555104"/>
                <a:gd name="connsiteY70" fmla="*/ 20208 h 94062"/>
                <a:gd name="connsiteX71" fmla="*/ 313125 w 555104"/>
                <a:gd name="connsiteY71" fmla="*/ 12292 h 94062"/>
                <a:gd name="connsiteX72" fmla="*/ 293230 w 555104"/>
                <a:gd name="connsiteY72" fmla="*/ 12292 h 94062"/>
                <a:gd name="connsiteX73" fmla="*/ 102396 w 555104"/>
                <a:gd name="connsiteY73" fmla="*/ 4375 h 94062"/>
                <a:gd name="connsiteX74" fmla="*/ 161250 w 555104"/>
                <a:gd name="connsiteY74" fmla="*/ 4375 h 94062"/>
                <a:gd name="connsiteX75" fmla="*/ 162969 w 555104"/>
                <a:gd name="connsiteY75" fmla="*/ 4843 h 94062"/>
                <a:gd name="connsiteX76" fmla="*/ 163438 w 555104"/>
                <a:gd name="connsiteY76" fmla="*/ 6562 h 94062"/>
                <a:gd name="connsiteX77" fmla="*/ 163438 w 555104"/>
                <a:gd name="connsiteY77" fmla="*/ 31458 h 94062"/>
                <a:gd name="connsiteX78" fmla="*/ 162969 w 555104"/>
                <a:gd name="connsiteY78" fmla="*/ 33177 h 94062"/>
                <a:gd name="connsiteX79" fmla="*/ 161250 w 555104"/>
                <a:gd name="connsiteY79" fmla="*/ 33646 h 94062"/>
                <a:gd name="connsiteX80" fmla="*/ 110625 w 555104"/>
                <a:gd name="connsiteY80" fmla="*/ 33646 h 94062"/>
                <a:gd name="connsiteX81" fmla="*/ 110625 w 555104"/>
                <a:gd name="connsiteY81" fmla="*/ 49687 h 94062"/>
                <a:gd name="connsiteX82" fmla="*/ 166354 w 555104"/>
                <a:gd name="connsiteY82" fmla="*/ 49687 h 94062"/>
                <a:gd name="connsiteX83" fmla="*/ 166354 w 555104"/>
                <a:gd name="connsiteY83" fmla="*/ 56562 h 94062"/>
                <a:gd name="connsiteX84" fmla="*/ 137500 w 555104"/>
                <a:gd name="connsiteY84" fmla="*/ 56562 h 94062"/>
                <a:gd name="connsiteX85" fmla="*/ 137500 w 555104"/>
                <a:gd name="connsiteY85" fmla="*/ 73750 h 94062"/>
                <a:gd name="connsiteX86" fmla="*/ 175833 w 555104"/>
                <a:gd name="connsiteY86" fmla="*/ 73750 h 94062"/>
                <a:gd name="connsiteX87" fmla="*/ 175833 w 555104"/>
                <a:gd name="connsiteY87" fmla="*/ 80833 h 94062"/>
                <a:gd name="connsiteX88" fmla="*/ 91042 w 555104"/>
                <a:gd name="connsiteY88" fmla="*/ 80833 h 94062"/>
                <a:gd name="connsiteX89" fmla="*/ 91042 w 555104"/>
                <a:gd name="connsiteY89" fmla="*/ 73750 h 94062"/>
                <a:gd name="connsiteX90" fmla="*/ 129063 w 555104"/>
                <a:gd name="connsiteY90" fmla="*/ 73750 h 94062"/>
                <a:gd name="connsiteX91" fmla="*/ 129063 w 555104"/>
                <a:gd name="connsiteY91" fmla="*/ 56562 h 94062"/>
                <a:gd name="connsiteX92" fmla="*/ 104792 w 555104"/>
                <a:gd name="connsiteY92" fmla="*/ 56562 h 94062"/>
                <a:gd name="connsiteX93" fmla="*/ 103073 w 555104"/>
                <a:gd name="connsiteY93" fmla="*/ 56094 h 94062"/>
                <a:gd name="connsiteX94" fmla="*/ 102604 w 555104"/>
                <a:gd name="connsiteY94" fmla="*/ 54375 h 94062"/>
                <a:gd name="connsiteX95" fmla="*/ 102604 w 555104"/>
                <a:gd name="connsiteY95" fmla="*/ 28958 h 94062"/>
                <a:gd name="connsiteX96" fmla="*/ 103073 w 555104"/>
                <a:gd name="connsiteY96" fmla="*/ 27239 h 94062"/>
                <a:gd name="connsiteX97" fmla="*/ 104792 w 555104"/>
                <a:gd name="connsiteY97" fmla="*/ 26771 h 94062"/>
                <a:gd name="connsiteX98" fmla="*/ 155313 w 555104"/>
                <a:gd name="connsiteY98" fmla="*/ 26771 h 94062"/>
                <a:gd name="connsiteX99" fmla="*/ 155313 w 555104"/>
                <a:gd name="connsiteY99" fmla="*/ 11250 h 94062"/>
                <a:gd name="connsiteX100" fmla="*/ 102396 w 555104"/>
                <a:gd name="connsiteY100" fmla="*/ 11250 h 94062"/>
                <a:gd name="connsiteX101" fmla="*/ 477292 w 555104"/>
                <a:gd name="connsiteY101" fmla="*/ 4270 h 94062"/>
                <a:gd name="connsiteX102" fmla="*/ 517396 w 555104"/>
                <a:gd name="connsiteY102" fmla="*/ 4270 h 94062"/>
                <a:gd name="connsiteX103" fmla="*/ 517396 w 555104"/>
                <a:gd name="connsiteY103" fmla="*/ 11458 h 94062"/>
                <a:gd name="connsiteX104" fmla="*/ 483229 w 555104"/>
                <a:gd name="connsiteY104" fmla="*/ 11458 h 94062"/>
                <a:gd name="connsiteX105" fmla="*/ 483229 w 555104"/>
                <a:gd name="connsiteY105" fmla="*/ 41041 h 94062"/>
                <a:gd name="connsiteX106" fmla="*/ 488334 w 555104"/>
                <a:gd name="connsiteY106" fmla="*/ 41041 h 94062"/>
                <a:gd name="connsiteX107" fmla="*/ 509688 w 555104"/>
                <a:gd name="connsiteY107" fmla="*/ 40260 h 94062"/>
                <a:gd name="connsiteX108" fmla="*/ 530105 w 555104"/>
                <a:gd name="connsiteY108" fmla="*/ 37604 h 94062"/>
                <a:gd name="connsiteX109" fmla="*/ 530105 w 555104"/>
                <a:gd name="connsiteY109" fmla="*/ 44791 h 94062"/>
                <a:gd name="connsiteX110" fmla="*/ 520104 w 555104"/>
                <a:gd name="connsiteY110" fmla="*/ 46406 h 94062"/>
                <a:gd name="connsiteX111" fmla="*/ 508751 w 555104"/>
                <a:gd name="connsiteY111" fmla="*/ 47604 h 94062"/>
                <a:gd name="connsiteX112" fmla="*/ 496615 w 555104"/>
                <a:gd name="connsiteY112" fmla="*/ 48229 h 94062"/>
                <a:gd name="connsiteX113" fmla="*/ 484480 w 555104"/>
                <a:gd name="connsiteY113" fmla="*/ 48438 h 94062"/>
                <a:gd name="connsiteX114" fmla="*/ 477292 w 555104"/>
                <a:gd name="connsiteY114" fmla="*/ 48438 h 94062"/>
                <a:gd name="connsiteX115" fmla="*/ 475521 w 555104"/>
                <a:gd name="connsiteY115" fmla="*/ 48021 h 94062"/>
                <a:gd name="connsiteX116" fmla="*/ 475105 w 555104"/>
                <a:gd name="connsiteY116" fmla="*/ 46354 h 94062"/>
                <a:gd name="connsiteX117" fmla="*/ 475105 w 555104"/>
                <a:gd name="connsiteY117" fmla="*/ 6458 h 94062"/>
                <a:gd name="connsiteX118" fmla="*/ 475573 w 555104"/>
                <a:gd name="connsiteY118" fmla="*/ 4739 h 94062"/>
                <a:gd name="connsiteX119" fmla="*/ 477292 w 555104"/>
                <a:gd name="connsiteY119" fmla="*/ 4270 h 94062"/>
                <a:gd name="connsiteX120" fmla="*/ 387396 w 555104"/>
                <a:gd name="connsiteY120" fmla="*/ 2708 h 94062"/>
                <a:gd name="connsiteX121" fmla="*/ 450313 w 555104"/>
                <a:gd name="connsiteY121" fmla="*/ 2708 h 94062"/>
                <a:gd name="connsiteX122" fmla="*/ 452032 w 555104"/>
                <a:gd name="connsiteY122" fmla="*/ 3177 h 94062"/>
                <a:gd name="connsiteX123" fmla="*/ 452500 w 555104"/>
                <a:gd name="connsiteY123" fmla="*/ 4896 h 94062"/>
                <a:gd name="connsiteX124" fmla="*/ 451146 w 555104"/>
                <a:gd name="connsiteY124" fmla="*/ 21094 h 94062"/>
                <a:gd name="connsiteX125" fmla="*/ 448959 w 555104"/>
                <a:gd name="connsiteY125" fmla="*/ 34375 h 94062"/>
                <a:gd name="connsiteX126" fmla="*/ 441042 w 555104"/>
                <a:gd name="connsiteY126" fmla="*/ 34375 h 94062"/>
                <a:gd name="connsiteX127" fmla="*/ 443021 w 555104"/>
                <a:gd name="connsiteY127" fmla="*/ 22291 h 94062"/>
                <a:gd name="connsiteX128" fmla="*/ 444063 w 555104"/>
                <a:gd name="connsiteY128" fmla="*/ 9791 h 94062"/>
                <a:gd name="connsiteX129" fmla="*/ 387396 w 555104"/>
                <a:gd name="connsiteY129" fmla="*/ 9791 h 94062"/>
                <a:gd name="connsiteX130" fmla="*/ 9896 w 555104"/>
                <a:gd name="connsiteY130" fmla="*/ 2708 h 94062"/>
                <a:gd name="connsiteX131" fmla="*/ 72709 w 555104"/>
                <a:gd name="connsiteY131" fmla="*/ 2708 h 94062"/>
                <a:gd name="connsiteX132" fmla="*/ 74427 w 555104"/>
                <a:gd name="connsiteY132" fmla="*/ 3177 h 94062"/>
                <a:gd name="connsiteX133" fmla="*/ 74896 w 555104"/>
                <a:gd name="connsiteY133" fmla="*/ 4896 h 94062"/>
                <a:gd name="connsiteX134" fmla="*/ 74063 w 555104"/>
                <a:gd name="connsiteY134" fmla="*/ 14427 h 94062"/>
                <a:gd name="connsiteX135" fmla="*/ 72813 w 555104"/>
                <a:gd name="connsiteY135" fmla="*/ 24271 h 94062"/>
                <a:gd name="connsiteX136" fmla="*/ 71354 w 555104"/>
                <a:gd name="connsiteY136" fmla="*/ 33854 h 94062"/>
                <a:gd name="connsiteX137" fmla="*/ 69792 w 555104"/>
                <a:gd name="connsiteY137" fmla="*/ 42083 h 94062"/>
                <a:gd name="connsiteX138" fmla="*/ 84583 w 555104"/>
                <a:gd name="connsiteY138" fmla="*/ 42083 h 94062"/>
                <a:gd name="connsiteX139" fmla="*/ 84583 w 555104"/>
                <a:gd name="connsiteY139" fmla="*/ 49271 h 94062"/>
                <a:gd name="connsiteX140" fmla="*/ 0 w 555104"/>
                <a:gd name="connsiteY140" fmla="*/ 49271 h 94062"/>
                <a:gd name="connsiteX141" fmla="*/ 0 w 555104"/>
                <a:gd name="connsiteY141" fmla="*/ 42083 h 94062"/>
                <a:gd name="connsiteX142" fmla="*/ 61875 w 555104"/>
                <a:gd name="connsiteY142" fmla="*/ 42083 h 94062"/>
                <a:gd name="connsiteX143" fmla="*/ 63229 w 555104"/>
                <a:gd name="connsiteY143" fmla="*/ 34323 h 94062"/>
                <a:gd name="connsiteX144" fmla="*/ 64584 w 555104"/>
                <a:gd name="connsiteY144" fmla="*/ 25833 h 94062"/>
                <a:gd name="connsiteX145" fmla="*/ 65729 w 555104"/>
                <a:gd name="connsiteY145" fmla="*/ 17396 h 94062"/>
                <a:gd name="connsiteX146" fmla="*/ 66458 w 555104"/>
                <a:gd name="connsiteY146" fmla="*/ 9791 h 94062"/>
                <a:gd name="connsiteX147" fmla="*/ 9896 w 555104"/>
                <a:gd name="connsiteY147" fmla="*/ 9791 h 94062"/>
                <a:gd name="connsiteX148" fmla="*/ 206459 w 555104"/>
                <a:gd name="connsiteY148" fmla="*/ 937 h 94062"/>
                <a:gd name="connsiteX149" fmla="*/ 214479 w 555104"/>
                <a:gd name="connsiteY149" fmla="*/ 937 h 94062"/>
                <a:gd name="connsiteX150" fmla="*/ 214479 w 555104"/>
                <a:gd name="connsiteY150" fmla="*/ 11458 h 94062"/>
                <a:gd name="connsiteX151" fmla="*/ 260625 w 555104"/>
                <a:gd name="connsiteY151" fmla="*/ 11458 h 94062"/>
                <a:gd name="connsiteX152" fmla="*/ 260625 w 555104"/>
                <a:gd name="connsiteY152" fmla="*/ 937 h 94062"/>
                <a:gd name="connsiteX153" fmla="*/ 268750 w 555104"/>
                <a:gd name="connsiteY153" fmla="*/ 937 h 94062"/>
                <a:gd name="connsiteX154" fmla="*/ 268750 w 555104"/>
                <a:gd name="connsiteY154" fmla="*/ 34479 h 94062"/>
                <a:gd name="connsiteX155" fmla="*/ 268281 w 555104"/>
                <a:gd name="connsiteY155" fmla="*/ 36198 h 94062"/>
                <a:gd name="connsiteX156" fmla="*/ 266563 w 555104"/>
                <a:gd name="connsiteY156" fmla="*/ 36666 h 94062"/>
                <a:gd name="connsiteX157" fmla="*/ 241771 w 555104"/>
                <a:gd name="connsiteY157" fmla="*/ 36666 h 94062"/>
                <a:gd name="connsiteX158" fmla="*/ 241771 w 555104"/>
                <a:gd name="connsiteY158" fmla="*/ 48125 h 94062"/>
                <a:gd name="connsiteX159" fmla="*/ 279896 w 555104"/>
                <a:gd name="connsiteY159" fmla="*/ 48125 h 94062"/>
                <a:gd name="connsiteX160" fmla="*/ 279896 w 555104"/>
                <a:gd name="connsiteY160" fmla="*/ 55208 h 94062"/>
                <a:gd name="connsiteX161" fmla="*/ 195313 w 555104"/>
                <a:gd name="connsiteY161" fmla="*/ 55208 h 94062"/>
                <a:gd name="connsiteX162" fmla="*/ 195313 w 555104"/>
                <a:gd name="connsiteY162" fmla="*/ 48125 h 94062"/>
                <a:gd name="connsiteX163" fmla="*/ 233438 w 555104"/>
                <a:gd name="connsiteY163" fmla="*/ 48125 h 94062"/>
                <a:gd name="connsiteX164" fmla="*/ 233438 w 555104"/>
                <a:gd name="connsiteY164" fmla="*/ 36666 h 94062"/>
                <a:gd name="connsiteX165" fmla="*/ 208646 w 555104"/>
                <a:gd name="connsiteY165" fmla="*/ 36666 h 94062"/>
                <a:gd name="connsiteX166" fmla="*/ 206927 w 555104"/>
                <a:gd name="connsiteY166" fmla="*/ 36198 h 94062"/>
                <a:gd name="connsiteX167" fmla="*/ 206459 w 555104"/>
                <a:gd name="connsiteY167" fmla="*/ 34479 h 94062"/>
                <a:gd name="connsiteX168" fmla="*/ 357084 w 555104"/>
                <a:gd name="connsiteY168" fmla="*/ 208 h 94062"/>
                <a:gd name="connsiteX169" fmla="*/ 365313 w 555104"/>
                <a:gd name="connsiteY169" fmla="*/ 208 h 94062"/>
                <a:gd name="connsiteX170" fmla="*/ 365313 w 555104"/>
                <a:gd name="connsiteY170" fmla="*/ 92500 h 94062"/>
                <a:gd name="connsiteX171" fmla="*/ 357084 w 555104"/>
                <a:gd name="connsiteY171" fmla="*/ 92500 h 94062"/>
                <a:gd name="connsiteX172" fmla="*/ 534375 w 555104"/>
                <a:gd name="connsiteY172" fmla="*/ 0 h 94062"/>
                <a:gd name="connsiteX173" fmla="*/ 542604 w 555104"/>
                <a:gd name="connsiteY173" fmla="*/ 0 h 94062"/>
                <a:gd name="connsiteX174" fmla="*/ 542604 w 555104"/>
                <a:gd name="connsiteY174" fmla="*/ 22812 h 94062"/>
                <a:gd name="connsiteX175" fmla="*/ 555105 w 555104"/>
                <a:gd name="connsiteY175" fmla="*/ 22812 h 94062"/>
                <a:gd name="connsiteX176" fmla="*/ 555105 w 555104"/>
                <a:gd name="connsiteY176" fmla="*/ 30104 h 94062"/>
                <a:gd name="connsiteX177" fmla="*/ 542604 w 555104"/>
                <a:gd name="connsiteY177" fmla="*/ 30104 h 94062"/>
                <a:gd name="connsiteX178" fmla="*/ 542604 w 555104"/>
                <a:gd name="connsiteY178" fmla="*/ 67708 h 94062"/>
                <a:gd name="connsiteX179" fmla="*/ 534375 w 555104"/>
                <a:gd name="connsiteY179" fmla="*/ 67708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555104" h="94062">
                  <a:moveTo>
                    <a:pt x="205625" y="64271"/>
                  </a:moveTo>
                  <a:lnTo>
                    <a:pt x="266355" y="64271"/>
                  </a:lnTo>
                  <a:cubicBezTo>
                    <a:pt x="267188" y="64271"/>
                    <a:pt x="267761" y="64427"/>
                    <a:pt x="268073" y="64739"/>
                  </a:cubicBezTo>
                  <a:cubicBezTo>
                    <a:pt x="268386" y="65052"/>
                    <a:pt x="268542" y="65625"/>
                    <a:pt x="268542" y="66458"/>
                  </a:cubicBezTo>
                  <a:lnTo>
                    <a:pt x="268542" y="92917"/>
                  </a:lnTo>
                  <a:lnTo>
                    <a:pt x="260209" y="92917"/>
                  </a:lnTo>
                  <a:lnTo>
                    <a:pt x="260209" y="71354"/>
                  </a:lnTo>
                  <a:lnTo>
                    <a:pt x="205625" y="71354"/>
                  </a:lnTo>
                  <a:close/>
                  <a:moveTo>
                    <a:pt x="419896" y="63646"/>
                  </a:moveTo>
                  <a:cubicBezTo>
                    <a:pt x="412605" y="63646"/>
                    <a:pt x="406758" y="64661"/>
                    <a:pt x="402344" y="66719"/>
                  </a:cubicBezTo>
                  <a:cubicBezTo>
                    <a:pt x="397943" y="68763"/>
                    <a:pt x="395729" y="71667"/>
                    <a:pt x="395729" y="75417"/>
                  </a:cubicBezTo>
                  <a:cubicBezTo>
                    <a:pt x="395729" y="79375"/>
                    <a:pt x="397943" y="82370"/>
                    <a:pt x="402344" y="84427"/>
                  </a:cubicBezTo>
                  <a:cubicBezTo>
                    <a:pt x="406758" y="86471"/>
                    <a:pt x="412605" y="87500"/>
                    <a:pt x="419896" y="87500"/>
                  </a:cubicBezTo>
                  <a:cubicBezTo>
                    <a:pt x="426980" y="87500"/>
                    <a:pt x="432800" y="86471"/>
                    <a:pt x="437344" y="84427"/>
                  </a:cubicBezTo>
                  <a:cubicBezTo>
                    <a:pt x="441902" y="82370"/>
                    <a:pt x="444167" y="79375"/>
                    <a:pt x="444167" y="75417"/>
                  </a:cubicBezTo>
                  <a:cubicBezTo>
                    <a:pt x="444167" y="71667"/>
                    <a:pt x="441902" y="68763"/>
                    <a:pt x="437344" y="66719"/>
                  </a:cubicBezTo>
                  <a:cubicBezTo>
                    <a:pt x="432800" y="64661"/>
                    <a:pt x="426980" y="63646"/>
                    <a:pt x="419896" y="63646"/>
                  </a:cubicBezTo>
                  <a:close/>
                  <a:moveTo>
                    <a:pt x="484480" y="60104"/>
                  </a:moveTo>
                  <a:lnTo>
                    <a:pt x="492813" y="60104"/>
                  </a:lnTo>
                  <a:lnTo>
                    <a:pt x="492813" y="83333"/>
                  </a:lnTo>
                  <a:lnTo>
                    <a:pt x="545834" y="83333"/>
                  </a:lnTo>
                  <a:lnTo>
                    <a:pt x="545834" y="90417"/>
                  </a:lnTo>
                  <a:lnTo>
                    <a:pt x="486667" y="90417"/>
                  </a:lnTo>
                  <a:cubicBezTo>
                    <a:pt x="485834" y="90417"/>
                    <a:pt x="485261" y="90260"/>
                    <a:pt x="484948" y="89948"/>
                  </a:cubicBezTo>
                  <a:cubicBezTo>
                    <a:pt x="484636" y="89635"/>
                    <a:pt x="484480" y="89062"/>
                    <a:pt x="484480" y="88229"/>
                  </a:cubicBezTo>
                  <a:close/>
                  <a:moveTo>
                    <a:pt x="11563" y="59166"/>
                  </a:moveTo>
                  <a:lnTo>
                    <a:pt x="19583" y="59166"/>
                  </a:lnTo>
                  <a:lnTo>
                    <a:pt x="19583" y="83333"/>
                  </a:lnTo>
                  <a:lnTo>
                    <a:pt x="76563" y="83333"/>
                  </a:lnTo>
                  <a:lnTo>
                    <a:pt x="76563" y="90417"/>
                  </a:lnTo>
                  <a:lnTo>
                    <a:pt x="13750" y="90417"/>
                  </a:lnTo>
                  <a:cubicBezTo>
                    <a:pt x="12917" y="90417"/>
                    <a:pt x="12344" y="90260"/>
                    <a:pt x="12031" y="89948"/>
                  </a:cubicBezTo>
                  <a:cubicBezTo>
                    <a:pt x="11719" y="89635"/>
                    <a:pt x="11563" y="89062"/>
                    <a:pt x="11563" y="88229"/>
                  </a:cubicBezTo>
                  <a:close/>
                  <a:moveTo>
                    <a:pt x="419896" y="56979"/>
                  </a:moveTo>
                  <a:cubicBezTo>
                    <a:pt x="430521" y="56979"/>
                    <a:pt x="438724" y="58750"/>
                    <a:pt x="444480" y="62292"/>
                  </a:cubicBezTo>
                  <a:cubicBezTo>
                    <a:pt x="450248" y="65833"/>
                    <a:pt x="453125" y="70234"/>
                    <a:pt x="453125" y="75521"/>
                  </a:cubicBezTo>
                  <a:cubicBezTo>
                    <a:pt x="453125" y="80859"/>
                    <a:pt x="450261" y="85286"/>
                    <a:pt x="444532" y="88802"/>
                  </a:cubicBezTo>
                  <a:cubicBezTo>
                    <a:pt x="438802" y="92305"/>
                    <a:pt x="430599" y="94063"/>
                    <a:pt x="419896" y="94063"/>
                  </a:cubicBezTo>
                  <a:cubicBezTo>
                    <a:pt x="409206" y="94063"/>
                    <a:pt x="400977" y="92305"/>
                    <a:pt x="395209" y="88802"/>
                  </a:cubicBezTo>
                  <a:cubicBezTo>
                    <a:pt x="389453" y="85286"/>
                    <a:pt x="386563" y="80859"/>
                    <a:pt x="386563" y="75521"/>
                  </a:cubicBezTo>
                  <a:cubicBezTo>
                    <a:pt x="386563" y="70234"/>
                    <a:pt x="389453" y="65833"/>
                    <a:pt x="395209" y="62292"/>
                  </a:cubicBezTo>
                  <a:cubicBezTo>
                    <a:pt x="400977" y="58750"/>
                    <a:pt x="409206" y="56979"/>
                    <a:pt x="419896" y="56979"/>
                  </a:cubicBezTo>
                  <a:close/>
                  <a:moveTo>
                    <a:pt x="411355" y="21875"/>
                  </a:moveTo>
                  <a:lnTo>
                    <a:pt x="419688" y="21875"/>
                  </a:lnTo>
                  <a:lnTo>
                    <a:pt x="419688" y="41354"/>
                  </a:lnTo>
                  <a:lnTo>
                    <a:pt x="462188" y="41354"/>
                  </a:lnTo>
                  <a:lnTo>
                    <a:pt x="462188" y="48542"/>
                  </a:lnTo>
                  <a:lnTo>
                    <a:pt x="377604" y="48542"/>
                  </a:lnTo>
                  <a:lnTo>
                    <a:pt x="377604" y="41354"/>
                  </a:lnTo>
                  <a:lnTo>
                    <a:pt x="411355" y="41354"/>
                  </a:lnTo>
                  <a:close/>
                  <a:moveTo>
                    <a:pt x="214479" y="18125"/>
                  </a:moveTo>
                  <a:lnTo>
                    <a:pt x="214479" y="29687"/>
                  </a:lnTo>
                  <a:lnTo>
                    <a:pt x="260625" y="29687"/>
                  </a:lnTo>
                  <a:lnTo>
                    <a:pt x="260625" y="18125"/>
                  </a:lnTo>
                  <a:close/>
                  <a:moveTo>
                    <a:pt x="293230" y="5312"/>
                  </a:moveTo>
                  <a:lnTo>
                    <a:pt x="341771" y="5312"/>
                  </a:lnTo>
                  <a:lnTo>
                    <a:pt x="341771" y="12292"/>
                  </a:lnTo>
                  <a:lnTo>
                    <a:pt x="321667" y="12292"/>
                  </a:lnTo>
                  <a:lnTo>
                    <a:pt x="321667" y="21562"/>
                  </a:lnTo>
                  <a:cubicBezTo>
                    <a:pt x="321667" y="31484"/>
                    <a:pt x="323750" y="40052"/>
                    <a:pt x="327917" y="47239"/>
                  </a:cubicBezTo>
                  <a:cubicBezTo>
                    <a:pt x="332083" y="54427"/>
                    <a:pt x="338438" y="60521"/>
                    <a:pt x="346979" y="65521"/>
                  </a:cubicBezTo>
                  <a:lnTo>
                    <a:pt x="341042" y="71458"/>
                  </a:lnTo>
                  <a:cubicBezTo>
                    <a:pt x="336250" y="68333"/>
                    <a:pt x="331641" y="64297"/>
                    <a:pt x="327188" y="59375"/>
                  </a:cubicBezTo>
                  <a:cubicBezTo>
                    <a:pt x="322748" y="54440"/>
                    <a:pt x="319479" y="48854"/>
                    <a:pt x="317396" y="42604"/>
                  </a:cubicBezTo>
                  <a:cubicBezTo>
                    <a:pt x="316432" y="45729"/>
                    <a:pt x="315078" y="48802"/>
                    <a:pt x="313333" y="51823"/>
                  </a:cubicBezTo>
                  <a:cubicBezTo>
                    <a:pt x="311602" y="54843"/>
                    <a:pt x="309623" y="57734"/>
                    <a:pt x="307396" y="60521"/>
                  </a:cubicBezTo>
                  <a:cubicBezTo>
                    <a:pt x="305248" y="63229"/>
                    <a:pt x="302943" y="65729"/>
                    <a:pt x="300469" y="68021"/>
                  </a:cubicBezTo>
                  <a:cubicBezTo>
                    <a:pt x="298008" y="70312"/>
                    <a:pt x="295625" y="72291"/>
                    <a:pt x="293334" y="73958"/>
                  </a:cubicBezTo>
                  <a:lnTo>
                    <a:pt x="286563" y="68229"/>
                  </a:lnTo>
                  <a:cubicBezTo>
                    <a:pt x="294896" y="63021"/>
                    <a:pt x="301407" y="56419"/>
                    <a:pt x="306094" y="48438"/>
                  </a:cubicBezTo>
                  <a:cubicBezTo>
                    <a:pt x="310782" y="40443"/>
                    <a:pt x="313125" y="31041"/>
                    <a:pt x="313125" y="20208"/>
                  </a:cubicBezTo>
                  <a:lnTo>
                    <a:pt x="313125" y="12292"/>
                  </a:lnTo>
                  <a:lnTo>
                    <a:pt x="293230" y="12292"/>
                  </a:lnTo>
                  <a:close/>
                  <a:moveTo>
                    <a:pt x="102396" y="4375"/>
                  </a:moveTo>
                  <a:lnTo>
                    <a:pt x="161250" y="4375"/>
                  </a:lnTo>
                  <a:cubicBezTo>
                    <a:pt x="162083" y="4375"/>
                    <a:pt x="162656" y="4531"/>
                    <a:pt x="162969" y="4843"/>
                  </a:cubicBezTo>
                  <a:cubicBezTo>
                    <a:pt x="163281" y="5156"/>
                    <a:pt x="163438" y="5729"/>
                    <a:pt x="163438" y="6562"/>
                  </a:cubicBezTo>
                  <a:lnTo>
                    <a:pt x="163438" y="31458"/>
                  </a:lnTo>
                  <a:cubicBezTo>
                    <a:pt x="163438" y="32291"/>
                    <a:pt x="163281" y="32864"/>
                    <a:pt x="162969" y="33177"/>
                  </a:cubicBezTo>
                  <a:cubicBezTo>
                    <a:pt x="162656" y="33489"/>
                    <a:pt x="162083" y="33646"/>
                    <a:pt x="161250" y="33646"/>
                  </a:cubicBezTo>
                  <a:lnTo>
                    <a:pt x="110625" y="33646"/>
                  </a:lnTo>
                  <a:lnTo>
                    <a:pt x="110625" y="49687"/>
                  </a:lnTo>
                  <a:lnTo>
                    <a:pt x="166354" y="49687"/>
                  </a:lnTo>
                  <a:lnTo>
                    <a:pt x="166354" y="56562"/>
                  </a:lnTo>
                  <a:lnTo>
                    <a:pt x="137500" y="56562"/>
                  </a:lnTo>
                  <a:lnTo>
                    <a:pt x="137500" y="73750"/>
                  </a:lnTo>
                  <a:lnTo>
                    <a:pt x="175833" y="73750"/>
                  </a:lnTo>
                  <a:lnTo>
                    <a:pt x="175833" y="80833"/>
                  </a:lnTo>
                  <a:lnTo>
                    <a:pt x="91042" y="80833"/>
                  </a:lnTo>
                  <a:lnTo>
                    <a:pt x="91042" y="73750"/>
                  </a:lnTo>
                  <a:lnTo>
                    <a:pt x="129063" y="73750"/>
                  </a:lnTo>
                  <a:lnTo>
                    <a:pt x="129063" y="56562"/>
                  </a:lnTo>
                  <a:lnTo>
                    <a:pt x="104792" y="56562"/>
                  </a:lnTo>
                  <a:cubicBezTo>
                    <a:pt x="103959" y="56562"/>
                    <a:pt x="103386" y="56406"/>
                    <a:pt x="103073" y="56094"/>
                  </a:cubicBezTo>
                  <a:cubicBezTo>
                    <a:pt x="102760" y="55781"/>
                    <a:pt x="102604" y="55208"/>
                    <a:pt x="102604" y="54375"/>
                  </a:cubicBezTo>
                  <a:lnTo>
                    <a:pt x="102604" y="28958"/>
                  </a:lnTo>
                  <a:cubicBezTo>
                    <a:pt x="102604" y="28125"/>
                    <a:pt x="102760" y="27552"/>
                    <a:pt x="103073" y="27239"/>
                  </a:cubicBezTo>
                  <a:cubicBezTo>
                    <a:pt x="103386" y="26927"/>
                    <a:pt x="103959" y="26771"/>
                    <a:pt x="104792" y="26771"/>
                  </a:cubicBezTo>
                  <a:lnTo>
                    <a:pt x="155313" y="26771"/>
                  </a:lnTo>
                  <a:lnTo>
                    <a:pt x="155313" y="11250"/>
                  </a:lnTo>
                  <a:lnTo>
                    <a:pt x="102396" y="11250"/>
                  </a:lnTo>
                  <a:close/>
                  <a:moveTo>
                    <a:pt x="477292" y="4270"/>
                  </a:moveTo>
                  <a:lnTo>
                    <a:pt x="517396" y="4270"/>
                  </a:lnTo>
                  <a:lnTo>
                    <a:pt x="517396" y="11458"/>
                  </a:lnTo>
                  <a:lnTo>
                    <a:pt x="483229" y="11458"/>
                  </a:lnTo>
                  <a:lnTo>
                    <a:pt x="483229" y="41041"/>
                  </a:lnTo>
                  <a:lnTo>
                    <a:pt x="488334" y="41041"/>
                  </a:lnTo>
                  <a:cubicBezTo>
                    <a:pt x="495209" y="41041"/>
                    <a:pt x="502331" y="40781"/>
                    <a:pt x="509688" y="40260"/>
                  </a:cubicBezTo>
                  <a:cubicBezTo>
                    <a:pt x="517058" y="39739"/>
                    <a:pt x="523854" y="38854"/>
                    <a:pt x="530105" y="37604"/>
                  </a:cubicBezTo>
                  <a:lnTo>
                    <a:pt x="530105" y="44791"/>
                  </a:lnTo>
                  <a:cubicBezTo>
                    <a:pt x="527058" y="45416"/>
                    <a:pt x="523724" y="45950"/>
                    <a:pt x="520104" y="46406"/>
                  </a:cubicBezTo>
                  <a:cubicBezTo>
                    <a:pt x="516498" y="46849"/>
                    <a:pt x="512709" y="47253"/>
                    <a:pt x="508751" y="47604"/>
                  </a:cubicBezTo>
                  <a:cubicBezTo>
                    <a:pt x="504792" y="47877"/>
                    <a:pt x="500756" y="48086"/>
                    <a:pt x="496615" y="48229"/>
                  </a:cubicBezTo>
                  <a:cubicBezTo>
                    <a:pt x="492487" y="48359"/>
                    <a:pt x="488438" y="48438"/>
                    <a:pt x="484480" y="48438"/>
                  </a:cubicBezTo>
                  <a:lnTo>
                    <a:pt x="477292" y="48438"/>
                  </a:lnTo>
                  <a:cubicBezTo>
                    <a:pt x="476394" y="48438"/>
                    <a:pt x="475808" y="48294"/>
                    <a:pt x="475521" y="48021"/>
                  </a:cubicBezTo>
                  <a:cubicBezTo>
                    <a:pt x="475248" y="47734"/>
                    <a:pt x="475105" y="47187"/>
                    <a:pt x="475105" y="46354"/>
                  </a:cubicBezTo>
                  <a:lnTo>
                    <a:pt x="475105" y="6458"/>
                  </a:lnTo>
                  <a:cubicBezTo>
                    <a:pt x="475105" y="5625"/>
                    <a:pt x="475261" y="5052"/>
                    <a:pt x="475573" y="4739"/>
                  </a:cubicBezTo>
                  <a:cubicBezTo>
                    <a:pt x="475886" y="4427"/>
                    <a:pt x="476459" y="4270"/>
                    <a:pt x="477292" y="4270"/>
                  </a:cubicBezTo>
                  <a:close/>
                  <a:moveTo>
                    <a:pt x="387396" y="2708"/>
                  </a:moveTo>
                  <a:lnTo>
                    <a:pt x="450313" y="2708"/>
                  </a:lnTo>
                  <a:cubicBezTo>
                    <a:pt x="451146" y="2708"/>
                    <a:pt x="451719" y="2865"/>
                    <a:pt x="452032" y="3177"/>
                  </a:cubicBezTo>
                  <a:cubicBezTo>
                    <a:pt x="452344" y="3489"/>
                    <a:pt x="452500" y="4062"/>
                    <a:pt x="452500" y="4896"/>
                  </a:cubicBezTo>
                  <a:cubicBezTo>
                    <a:pt x="452292" y="10937"/>
                    <a:pt x="451849" y="16328"/>
                    <a:pt x="451146" y="21094"/>
                  </a:cubicBezTo>
                  <a:cubicBezTo>
                    <a:pt x="450456" y="25846"/>
                    <a:pt x="449727" y="30273"/>
                    <a:pt x="448959" y="34375"/>
                  </a:cubicBezTo>
                  <a:lnTo>
                    <a:pt x="441042" y="34375"/>
                  </a:lnTo>
                  <a:cubicBezTo>
                    <a:pt x="441875" y="30208"/>
                    <a:pt x="442539" y="26172"/>
                    <a:pt x="443021" y="22291"/>
                  </a:cubicBezTo>
                  <a:cubicBezTo>
                    <a:pt x="443516" y="18398"/>
                    <a:pt x="443855" y="14232"/>
                    <a:pt x="444063" y="9791"/>
                  </a:cubicBezTo>
                  <a:lnTo>
                    <a:pt x="387396" y="9791"/>
                  </a:lnTo>
                  <a:close/>
                  <a:moveTo>
                    <a:pt x="9896" y="2708"/>
                  </a:moveTo>
                  <a:lnTo>
                    <a:pt x="72709" y="2708"/>
                  </a:lnTo>
                  <a:cubicBezTo>
                    <a:pt x="73542" y="2708"/>
                    <a:pt x="74115" y="2865"/>
                    <a:pt x="74427" y="3177"/>
                  </a:cubicBezTo>
                  <a:cubicBezTo>
                    <a:pt x="74740" y="3489"/>
                    <a:pt x="74896" y="4062"/>
                    <a:pt x="74896" y="4896"/>
                  </a:cubicBezTo>
                  <a:cubicBezTo>
                    <a:pt x="74688" y="7943"/>
                    <a:pt x="74414" y="11119"/>
                    <a:pt x="74063" y="14427"/>
                  </a:cubicBezTo>
                  <a:cubicBezTo>
                    <a:pt x="73724" y="17721"/>
                    <a:pt x="73307" y="21002"/>
                    <a:pt x="72813" y="24271"/>
                  </a:cubicBezTo>
                  <a:cubicBezTo>
                    <a:pt x="72396" y="27604"/>
                    <a:pt x="71914" y="30794"/>
                    <a:pt x="71354" y="33854"/>
                  </a:cubicBezTo>
                  <a:cubicBezTo>
                    <a:pt x="70808" y="36901"/>
                    <a:pt x="70287" y="39648"/>
                    <a:pt x="69792" y="42083"/>
                  </a:cubicBezTo>
                  <a:lnTo>
                    <a:pt x="84583" y="42083"/>
                  </a:lnTo>
                  <a:lnTo>
                    <a:pt x="84583" y="49271"/>
                  </a:lnTo>
                  <a:lnTo>
                    <a:pt x="0" y="49271"/>
                  </a:lnTo>
                  <a:lnTo>
                    <a:pt x="0" y="42083"/>
                  </a:lnTo>
                  <a:lnTo>
                    <a:pt x="61875" y="42083"/>
                  </a:lnTo>
                  <a:cubicBezTo>
                    <a:pt x="62292" y="39713"/>
                    <a:pt x="62747" y="37135"/>
                    <a:pt x="63229" y="34323"/>
                  </a:cubicBezTo>
                  <a:cubicBezTo>
                    <a:pt x="63724" y="31510"/>
                    <a:pt x="64167" y="28672"/>
                    <a:pt x="64584" y="25833"/>
                  </a:cubicBezTo>
                  <a:cubicBezTo>
                    <a:pt x="65000" y="22982"/>
                    <a:pt x="65391" y="20169"/>
                    <a:pt x="65729" y="17396"/>
                  </a:cubicBezTo>
                  <a:cubicBezTo>
                    <a:pt x="66081" y="14609"/>
                    <a:pt x="66328" y="12083"/>
                    <a:pt x="66458" y="9791"/>
                  </a:cubicBezTo>
                  <a:lnTo>
                    <a:pt x="9896" y="9791"/>
                  </a:lnTo>
                  <a:close/>
                  <a:moveTo>
                    <a:pt x="206459" y="937"/>
                  </a:moveTo>
                  <a:lnTo>
                    <a:pt x="214479" y="937"/>
                  </a:lnTo>
                  <a:lnTo>
                    <a:pt x="214479" y="11458"/>
                  </a:lnTo>
                  <a:lnTo>
                    <a:pt x="260625" y="11458"/>
                  </a:lnTo>
                  <a:lnTo>
                    <a:pt x="260625" y="937"/>
                  </a:lnTo>
                  <a:lnTo>
                    <a:pt x="268750" y="937"/>
                  </a:lnTo>
                  <a:lnTo>
                    <a:pt x="268750" y="34479"/>
                  </a:lnTo>
                  <a:cubicBezTo>
                    <a:pt x="268750" y="35312"/>
                    <a:pt x="268594" y="35885"/>
                    <a:pt x="268281" y="36198"/>
                  </a:cubicBezTo>
                  <a:cubicBezTo>
                    <a:pt x="267969" y="36510"/>
                    <a:pt x="267396" y="36666"/>
                    <a:pt x="266563" y="36666"/>
                  </a:cubicBezTo>
                  <a:lnTo>
                    <a:pt x="241771" y="36666"/>
                  </a:lnTo>
                  <a:lnTo>
                    <a:pt x="241771" y="48125"/>
                  </a:lnTo>
                  <a:lnTo>
                    <a:pt x="279896" y="48125"/>
                  </a:lnTo>
                  <a:lnTo>
                    <a:pt x="279896" y="55208"/>
                  </a:lnTo>
                  <a:lnTo>
                    <a:pt x="195313" y="55208"/>
                  </a:lnTo>
                  <a:lnTo>
                    <a:pt x="195313" y="48125"/>
                  </a:lnTo>
                  <a:lnTo>
                    <a:pt x="233438" y="48125"/>
                  </a:lnTo>
                  <a:lnTo>
                    <a:pt x="233438" y="36666"/>
                  </a:lnTo>
                  <a:lnTo>
                    <a:pt x="208646" y="36666"/>
                  </a:lnTo>
                  <a:cubicBezTo>
                    <a:pt x="207813" y="36666"/>
                    <a:pt x="207240" y="36510"/>
                    <a:pt x="206927" y="36198"/>
                  </a:cubicBezTo>
                  <a:cubicBezTo>
                    <a:pt x="206615" y="35885"/>
                    <a:pt x="206459" y="35312"/>
                    <a:pt x="206459" y="34479"/>
                  </a:cubicBezTo>
                  <a:close/>
                  <a:moveTo>
                    <a:pt x="357084" y="208"/>
                  </a:moveTo>
                  <a:lnTo>
                    <a:pt x="365313" y="208"/>
                  </a:lnTo>
                  <a:lnTo>
                    <a:pt x="365313" y="92500"/>
                  </a:lnTo>
                  <a:lnTo>
                    <a:pt x="357084" y="92500"/>
                  </a:lnTo>
                  <a:close/>
                  <a:moveTo>
                    <a:pt x="534375" y="0"/>
                  </a:moveTo>
                  <a:lnTo>
                    <a:pt x="542604" y="0"/>
                  </a:lnTo>
                  <a:lnTo>
                    <a:pt x="542604" y="22812"/>
                  </a:lnTo>
                  <a:lnTo>
                    <a:pt x="555105" y="22812"/>
                  </a:lnTo>
                  <a:lnTo>
                    <a:pt x="555105" y="30104"/>
                  </a:lnTo>
                  <a:lnTo>
                    <a:pt x="542604" y="30104"/>
                  </a:lnTo>
                  <a:lnTo>
                    <a:pt x="542604" y="67708"/>
                  </a:lnTo>
                  <a:lnTo>
                    <a:pt x="534375" y="67708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5" name="TextBox 674">
              <a:extLst>
                <a:ext uri="{FF2B5EF4-FFF2-40B4-BE49-F238E27FC236}">
                  <a16:creationId xmlns:a16="http://schemas.microsoft.com/office/drawing/2014/main" id="{EAF40855-4407-4569-9BC1-5B3CA6431A83}"/>
                </a:ext>
              </a:extLst>
            </p:cNvPr>
            <p:cNvSpPr txBox="1"/>
            <p:nvPr/>
          </p:nvSpPr>
          <p:spPr>
            <a:xfrm>
              <a:off x="4704670" y="6544890"/>
              <a:ext cx="72975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근로복지공단</a:t>
              </a:r>
            </a:p>
          </p:txBody>
        </p:sp>
        <p:sp>
          <p:nvSpPr>
            <p:cNvPr id="676" name="자유형: 도형 675">
              <a:extLst>
                <a:ext uri="{FF2B5EF4-FFF2-40B4-BE49-F238E27FC236}">
                  <a16:creationId xmlns:a16="http://schemas.microsoft.com/office/drawing/2014/main" id="{CE834049-0E8C-4C09-8E26-AA8B9936B4CB}"/>
                </a:ext>
              </a:extLst>
            </p:cNvPr>
            <p:cNvSpPr/>
            <p:nvPr/>
          </p:nvSpPr>
          <p:spPr>
            <a:xfrm>
              <a:off x="951896" y="6877160"/>
              <a:ext cx="105416" cy="77812"/>
            </a:xfrm>
            <a:custGeom>
              <a:avLst/>
              <a:gdLst>
                <a:gd name="connsiteX0" fmla="*/ 16563 w 105416"/>
                <a:gd name="connsiteY0" fmla="*/ 1771 h 77812"/>
                <a:gd name="connsiteX1" fmla="*/ 22500 w 105416"/>
                <a:gd name="connsiteY1" fmla="*/ 1771 h 77812"/>
                <a:gd name="connsiteX2" fmla="*/ 24063 w 105416"/>
                <a:gd name="connsiteY2" fmla="*/ 2187 h 77812"/>
                <a:gd name="connsiteX3" fmla="*/ 24479 w 105416"/>
                <a:gd name="connsiteY3" fmla="*/ 3750 h 77812"/>
                <a:gd name="connsiteX4" fmla="*/ 24479 w 105416"/>
                <a:gd name="connsiteY4" fmla="*/ 77813 h 77812"/>
                <a:gd name="connsiteX5" fmla="*/ 16250 w 105416"/>
                <a:gd name="connsiteY5" fmla="*/ 77813 h 77812"/>
                <a:gd name="connsiteX6" fmla="*/ 16250 w 105416"/>
                <a:gd name="connsiteY6" fmla="*/ 10729 h 77812"/>
                <a:gd name="connsiteX7" fmla="*/ 9219 w 105416"/>
                <a:gd name="connsiteY7" fmla="*/ 16510 h 77812"/>
                <a:gd name="connsiteX8" fmla="*/ 0 w 105416"/>
                <a:gd name="connsiteY8" fmla="*/ 21771 h 77812"/>
                <a:gd name="connsiteX9" fmla="*/ 0 w 105416"/>
                <a:gd name="connsiteY9" fmla="*/ 13855 h 77812"/>
                <a:gd name="connsiteX10" fmla="*/ 8646 w 105416"/>
                <a:gd name="connsiteY10" fmla="*/ 8750 h 77812"/>
                <a:gd name="connsiteX11" fmla="*/ 16563 w 105416"/>
                <a:gd name="connsiteY11" fmla="*/ 1771 h 77812"/>
                <a:gd name="connsiteX12" fmla="*/ 81250 w 105416"/>
                <a:gd name="connsiteY12" fmla="*/ 0 h 77812"/>
                <a:gd name="connsiteX13" fmla="*/ 97292 w 105416"/>
                <a:gd name="connsiteY13" fmla="*/ 5105 h 77812"/>
                <a:gd name="connsiteX14" fmla="*/ 103750 w 105416"/>
                <a:gd name="connsiteY14" fmla="*/ 20104 h 77812"/>
                <a:gd name="connsiteX15" fmla="*/ 99635 w 105416"/>
                <a:gd name="connsiteY15" fmla="*/ 33958 h 77812"/>
                <a:gd name="connsiteX16" fmla="*/ 89792 w 105416"/>
                <a:gd name="connsiteY16" fmla="*/ 47917 h 77812"/>
                <a:gd name="connsiteX17" fmla="*/ 77917 w 105416"/>
                <a:gd name="connsiteY17" fmla="*/ 60625 h 77812"/>
                <a:gd name="connsiteX18" fmla="*/ 67708 w 105416"/>
                <a:gd name="connsiteY18" fmla="*/ 70625 h 77812"/>
                <a:gd name="connsiteX19" fmla="*/ 105417 w 105416"/>
                <a:gd name="connsiteY19" fmla="*/ 70625 h 77812"/>
                <a:gd name="connsiteX20" fmla="*/ 105417 w 105416"/>
                <a:gd name="connsiteY20" fmla="*/ 77813 h 77812"/>
                <a:gd name="connsiteX21" fmla="*/ 59688 w 105416"/>
                <a:gd name="connsiteY21" fmla="*/ 77813 h 77812"/>
                <a:gd name="connsiteX22" fmla="*/ 58490 w 105416"/>
                <a:gd name="connsiteY22" fmla="*/ 77500 h 77812"/>
                <a:gd name="connsiteX23" fmla="*/ 58229 w 105416"/>
                <a:gd name="connsiteY23" fmla="*/ 76250 h 77812"/>
                <a:gd name="connsiteX24" fmla="*/ 58229 w 105416"/>
                <a:gd name="connsiteY24" fmla="*/ 70000 h 77812"/>
                <a:gd name="connsiteX25" fmla="*/ 62552 w 105416"/>
                <a:gd name="connsiteY25" fmla="*/ 65833 h 77812"/>
                <a:gd name="connsiteX26" fmla="*/ 68125 w 105416"/>
                <a:gd name="connsiteY26" fmla="*/ 60313 h 77812"/>
                <a:gd name="connsiteX27" fmla="*/ 74167 w 105416"/>
                <a:gd name="connsiteY27" fmla="*/ 53854 h 77812"/>
                <a:gd name="connsiteX28" fmla="*/ 80313 w 105416"/>
                <a:gd name="connsiteY28" fmla="*/ 46771 h 77812"/>
                <a:gd name="connsiteX29" fmla="*/ 86042 w 105416"/>
                <a:gd name="connsiteY29" fmla="*/ 39636 h 77812"/>
                <a:gd name="connsiteX30" fmla="*/ 90729 w 105416"/>
                <a:gd name="connsiteY30" fmla="*/ 32709 h 77812"/>
                <a:gd name="connsiteX31" fmla="*/ 94010 w 105416"/>
                <a:gd name="connsiteY31" fmla="*/ 26250 h 77812"/>
                <a:gd name="connsiteX32" fmla="*/ 95208 w 105416"/>
                <a:gd name="connsiteY32" fmla="*/ 20729 h 77812"/>
                <a:gd name="connsiteX33" fmla="*/ 91250 w 105416"/>
                <a:gd name="connsiteY33" fmla="*/ 10573 h 77812"/>
                <a:gd name="connsiteX34" fmla="*/ 81042 w 105416"/>
                <a:gd name="connsiteY34" fmla="*/ 7188 h 77812"/>
                <a:gd name="connsiteX35" fmla="*/ 71198 w 105416"/>
                <a:gd name="connsiteY35" fmla="*/ 11354 h 77812"/>
                <a:gd name="connsiteX36" fmla="*/ 67396 w 105416"/>
                <a:gd name="connsiteY36" fmla="*/ 22188 h 77812"/>
                <a:gd name="connsiteX37" fmla="*/ 58854 w 105416"/>
                <a:gd name="connsiteY37" fmla="*/ 22188 h 77812"/>
                <a:gd name="connsiteX38" fmla="*/ 60521 w 105416"/>
                <a:gd name="connsiteY38" fmla="*/ 13073 h 77812"/>
                <a:gd name="connsiteX39" fmla="*/ 65208 w 105416"/>
                <a:gd name="connsiteY39" fmla="*/ 6042 h 77812"/>
                <a:gd name="connsiteX40" fmla="*/ 72344 w 105416"/>
                <a:gd name="connsiteY40" fmla="*/ 1563 h 77812"/>
                <a:gd name="connsiteX41" fmla="*/ 81250 w 105416"/>
                <a:gd name="connsiteY41" fmla="*/ 0 h 7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416" h="77812">
                  <a:moveTo>
                    <a:pt x="16563" y="1771"/>
                  </a:moveTo>
                  <a:lnTo>
                    <a:pt x="22500" y="1771"/>
                  </a:lnTo>
                  <a:cubicBezTo>
                    <a:pt x="23263" y="1771"/>
                    <a:pt x="23784" y="1901"/>
                    <a:pt x="24063" y="2187"/>
                  </a:cubicBezTo>
                  <a:cubicBezTo>
                    <a:pt x="24340" y="2461"/>
                    <a:pt x="24479" y="2982"/>
                    <a:pt x="24479" y="3750"/>
                  </a:cubicBezTo>
                  <a:lnTo>
                    <a:pt x="24479" y="77813"/>
                  </a:lnTo>
                  <a:lnTo>
                    <a:pt x="16250" y="77813"/>
                  </a:lnTo>
                  <a:lnTo>
                    <a:pt x="16250" y="10729"/>
                  </a:lnTo>
                  <a:cubicBezTo>
                    <a:pt x="14375" y="12735"/>
                    <a:pt x="12031" y="14662"/>
                    <a:pt x="9219" y="16510"/>
                  </a:cubicBezTo>
                  <a:cubicBezTo>
                    <a:pt x="6406" y="18347"/>
                    <a:pt x="3333" y="20104"/>
                    <a:pt x="0" y="21771"/>
                  </a:cubicBezTo>
                  <a:lnTo>
                    <a:pt x="0" y="13855"/>
                  </a:lnTo>
                  <a:cubicBezTo>
                    <a:pt x="2986" y="12526"/>
                    <a:pt x="5867" y="10833"/>
                    <a:pt x="8646" y="8750"/>
                  </a:cubicBezTo>
                  <a:cubicBezTo>
                    <a:pt x="11423" y="6667"/>
                    <a:pt x="14062" y="4336"/>
                    <a:pt x="16563" y="1771"/>
                  </a:cubicBezTo>
                  <a:close/>
                  <a:moveTo>
                    <a:pt x="81250" y="0"/>
                  </a:moveTo>
                  <a:cubicBezTo>
                    <a:pt x="87638" y="0"/>
                    <a:pt x="92986" y="1693"/>
                    <a:pt x="97292" y="5105"/>
                  </a:cubicBezTo>
                  <a:cubicBezTo>
                    <a:pt x="101596" y="8503"/>
                    <a:pt x="103750" y="13503"/>
                    <a:pt x="103750" y="20104"/>
                  </a:cubicBezTo>
                  <a:cubicBezTo>
                    <a:pt x="103750" y="24544"/>
                    <a:pt x="102378" y="29167"/>
                    <a:pt x="99635" y="33958"/>
                  </a:cubicBezTo>
                  <a:cubicBezTo>
                    <a:pt x="96892" y="38750"/>
                    <a:pt x="93611" y="43399"/>
                    <a:pt x="89792" y="47917"/>
                  </a:cubicBezTo>
                  <a:cubicBezTo>
                    <a:pt x="85971" y="52422"/>
                    <a:pt x="82013" y="56667"/>
                    <a:pt x="77917" y="60625"/>
                  </a:cubicBezTo>
                  <a:cubicBezTo>
                    <a:pt x="73819" y="64584"/>
                    <a:pt x="70417" y="67917"/>
                    <a:pt x="67708" y="70625"/>
                  </a:cubicBezTo>
                  <a:lnTo>
                    <a:pt x="105417" y="70625"/>
                  </a:lnTo>
                  <a:lnTo>
                    <a:pt x="105417" y="77813"/>
                  </a:lnTo>
                  <a:lnTo>
                    <a:pt x="59688" y="77813"/>
                  </a:lnTo>
                  <a:cubicBezTo>
                    <a:pt x="59063" y="77813"/>
                    <a:pt x="58663" y="77709"/>
                    <a:pt x="58490" y="77500"/>
                  </a:cubicBezTo>
                  <a:cubicBezTo>
                    <a:pt x="58315" y="77292"/>
                    <a:pt x="58229" y="76875"/>
                    <a:pt x="58229" y="76250"/>
                  </a:cubicBezTo>
                  <a:lnTo>
                    <a:pt x="58229" y="70000"/>
                  </a:lnTo>
                  <a:cubicBezTo>
                    <a:pt x="59409" y="68880"/>
                    <a:pt x="60850" y="67500"/>
                    <a:pt x="62552" y="65833"/>
                  </a:cubicBezTo>
                  <a:cubicBezTo>
                    <a:pt x="64253" y="64167"/>
                    <a:pt x="66111" y="62318"/>
                    <a:pt x="68125" y="60313"/>
                  </a:cubicBezTo>
                  <a:cubicBezTo>
                    <a:pt x="70069" y="58295"/>
                    <a:pt x="72083" y="56146"/>
                    <a:pt x="74167" y="53854"/>
                  </a:cubicBezTo>
                  <a:cubicBezTo>
                    <a:pt x="76250" y="51563"/>
                    <a:pt x="78298" y="49193"/>
                    <a:pt x="80313" y="46771"/>
                  </a:cubicBezTo>
                  <a:cubicBezTo>
                    <a:pt x="82326" y="44401"/>
                    <a:pt x="84236" y="42032"/>
                    <a:pt x="86042" y="39636"/>
                  </a:cubicBezTo>
                  <a:cubicBezTo>
                    <a:pt x="87846" y="37240"/>
                    <a:pt x="89409" y="34922"/>
                    <a:pt x="90729" y="32709"/>
                  </a:cubicBezTo>
                  <a:cubicBezTo>
                    <a:pt x="92117" y="30417"/>
                    <a:pt x="93211" y="28255"/>
                    <a:pt x="94010" y="26250"/>
                  </a:cubicBezTo>
                  <a:cubicBezTo>
                    <a:pt x="94809" y="24232"/>
                    <a:pt x="95208" y="22396"/>
                    <a:pt x="95208" y="20729"/>
                  </a:cubicBezTo>
                  <a:cubicBezTo>
                    <a:pt x="95208" y="16211"/>
                    <a:pt x="93888" y="12826"/>
                    <a:pt x="91250" y="10573"/>
                  </a:cubicBezTo>
                  <a:cubicBezTo>
                    <a:pt x="88611" y="8307"/>
                    <a:pt x="85208" y="7188"/>
                    <a:pt x="81042" y="7188"/>
                  </a:cubicBezTo>
                  <a:cubicBezTo>
                    <a:pt x="77013" y="7188"/>
                    <a:pt x="73732" y="8568"/>
                    <a:pt x="71198" y="11354"/>
                  </a:cubicBezTo>
                  <a:cubicBezTo>
                    <a:pt x="68663" y="14128"/>
                    <a:pt x="67396" y="17734"/>
                    <a:pt x="67396" y="22188"/>
                  </a:cubicBezTo>
                  <a:lnTo>
                    <a:pt x="58854" y="22188"/>
                  </a:lnTo>
                  <a:cubicBezTo>
                    <a:pt x="58854" y="18855"/>
                    <a:pt x="59409" y="15808"/>
                    <a:pt x="60521" y="13073"/>
                  </a:cubicBezTo>
                  <a:cubicBezTo>
                    <a:pt x="61632" y="10326"/>
                    <a:pt x="63194" y="7982"/>
                    <a:pt x="65208" y="6042"/>
                  </a:cubicBezTo>
                  <a:cubicBezTo>
                    <a:pt x="67221" y="4089"/>
                    <a:pt x="69600" y="2604"/>
                    <a:pt x="72344" y="1563"/>
                  </a:cubicBezTo>
                  <a:cubicBezTo>
                    <a:pt x="75086" y="521"/>
                    <a:pt x="78055" y="0"/>
                    <a:pt x="8125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7" name="TextBox 676">
              <a:extLst>
                <a:ext uri="{FF2B5EF4-FFF2-40B4-BE49-F238E27FC236}">
                  <a16:creationId xmlns:a16="http://schemas.microsoft.com/office/drawing/2014/main" id="{A8BDD33A-CA8E-4581-A0C0-9C398FE7E640}"/>
                </a:ext>
              </a:extLst>
            </p:cNvPr>
            <p:cNvSpPr txBox="1"/>
            <p:nvPr/>
          </p:nvSpPr>
          <p:spPr>
            <a:xfrm>
              <a:off x="860456" y="6834421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12</a:t>
              </a:r>
            </a:p>
          </p:txBody>
        </p:sp>
        <p:grpSp>
          <p:nvGrpSpPr>
            <p:cNvPr id="678" name="그래픽 5">
              <a:extLst>
                <a:ext uri="{FF2B5EF4-FFF2-40B4-BE49-F238E27FC236}">
                  <a16:creationId xmlns:a16="http://schemas.microsoft.com/office/drawing/2014/main" id="{A8BB9CC0-8ABC-4150-8641-D178D3D226EB}"/>
                </a:ext>
              </a:extLst>
            </p:cNvPr>
            <p:cNvGrpSpPr/>
            <p:nvPr/>
          </p:nvGrpSpPr>
          <p:grpSpPr>
            <a:xfrm>
              <a:off x="1209133" y="6784295"/>
              <a:ext cx="182291" cy="130208"/>
              <a:chOff x="1209133" y="6784295"/>
              <a:chExt cx="182291" cy="130208"/>
            </a:xfrm>
          </p:grpSpPr>
          <p:sp>
            <p:nvSpPr>
              <p:cNvPr id="679" name="자유형: 도형 678">
                <a:extLst>
                  <a:ext uri="{FF2B5EF4-FFF2-40B4-BE49-F238E27FC236}">
                    <a16:creationId xmlns:a16="http://schemas.microsoft.com/office/drawing/2014/main" id="{3EB49FC2-BB64-4725-9508-F8CF244E53CC}"/>
                  </a:ext>
                </a:extLst>
              </p:cNvPr>
              <p:cNvSpPr/>
              <p:nvPr/>
            </p:nvSpPr>
            <p:spPr>
              <a:xfrm>
                <a:off x="1209133" y="6807160"/>
                <a:ext cx="178437" cy="92916"/>
              </a:xfrm>
              <a:custGeom>
                <a:avLst/>
                <a:gdLst>
                  <a:gd name="connsiteX0" fmla="*/ 93958 w 178437"/>
                  <a:gd name="connsiteY0" fmla="*/ 38646 h 92916"/>
                  <a:gd name="connsiteX1" fmla="*/ 178438 w 178437"/>
                  <a:gd name="connsiteY1" fmla="*/ 38646 h 92916"/>
                  <a:gd name="connsiteX2" fmla="*/ 178438 w 178437"/>
                  <a:gd name="connsiteY2" fmla="*/ 45312 h 92916"/>
                  <a:gd name="connsiteX3" fmla="*/ 140208 w 178437"/>
                  <a:gd name="connsiteY3" fmla="*/ 45312 h 92916"/>
                  <a:gd name="connsiteX4" fmla="*/ 140208 w 178437"/>
                  <a:gd name="connsiteY4" fmla="*/ 54479 h 92916"/>
                  <a:gd name="connsiteX5" fmla="*/ 164896 w 178437"/>
                  <a:gd name="connsiteY5" fmla="*/ 54479 h 92916"/>
                  <a:gd name="connsiteX6" fmla="*/ 166615 w 178437"/>
                  <a:gd name="connsiteY6" fmla="*/ 54948 h 92916"/>
                  <a:gd name="connsiteX7" fmla="*/ 167083 w 178437"/>
                  <a:gd name="connsiteY7" fmla="*/ 56667 h 92916"/>
                  <a:gd name="connsiteX8" fmla="*/ 167083 w 178437"/>
                  <a:gd name="connsiteY8" fmla="*/ 74271 h 92916"/>
                  <a:gd name="connsiteX9" fmla="*/ 166615 w 178437"/>
                  <a:gd name="connsiteY9" fmla="*/ 75990 h 92916"/>
                  <a:gd name="connsiteX10" fmla="*/ 164896 w 178437"/>
                  <a:gd name="connsiteY10" fmla="*/ 76458 h 92916"/>
                  <a:gd name="connsiteX11" fmla="*/ 114271 w 178437"/>
                  <a:gd name="connsiteY11" fmla="*/ 76458 h 92916"/>
                  <a:gd name="connsiteX12" fmla="*/ 114271 w 178437"/>
                  <a:gd name="connsiteY12" fmla="*/ 85729 h 92916"/>
                  <a:gd name="connsiteX13" fmla="*/ 169167 w 178437"/>
                  <a:gd name="connsiteY13" fmla="*/ 85729 h 92916"/>
                  <a:gd name="connsiteX14" fmla="*/ 169167 w 178437"/>
                  <a:gd name="connsiteY14" fmla="*/ 92083 h 92916"/>
                  <a:gd name="connsiteX15" fmla="*/ 107396 w 178437"/>
                  <a:gd name="connsiteY15" fmla="*/ 92083 h 92916"/>
                  <a:gd name="connsiteX16" fmla="*/ 105677 w 178437"/>
                  <a:gd name="connsiteY16" fmla="*/ 91614 h 92916"/>
                  <a:gd name="connsiteX17" fmla="*/ 105208 w 178437"/>
                  <a:gd name="connsiteY17" fmla="*/ 89896 h 92916"/>
                  <a:gd name="connsiteX18" fmla="*/ 105208 w 178437"/>
                  <a:gd name="connsiteY18" fmla="*/ 72708 h 92916"/>
                  <a:gd name="connsiteX19" fmla="*/ 105677 w 178437"/>
                  <a:gd name="connsiteY19" fmla="*/ 70990 h 92916"/>
                  <a:gd name="connsiteX20" fmla="*/ 107396 w 178437"/>
                  <a:gd name="connsiteY20" fmla="*/ 70521 h 92916"/>
                  <a:gd name="connsiteX21" fmla="*/ 158021 w 178437"/>
                  <a:gd name="connsiteY21" fmla="*/ 70521 h 92916"/>
                  <a:gd name="connsiteX22" fmla="*/ 158021 w 178437"/>
                  <a:gd name="connsiteY22" fmla="*/ 60937 h 92916"/>
                  <a:gd name="connsiteX23" fmla="*/ 105208 w 178437"/>
                  <a:gd name="connsiteY23" fmla="*/ 60937 h 92916"/>
                  <a:gd name="connsiteX24" fmla="*/ 105208 w 178437"/>
                  <a:gd name="connsiteY24" fmla="*/ 54479 h 92916"/>
                  <a:gd name="connsiteX25" fmla="*/ 131771 w 178437"/>
                  <a:gd name="connsiteY25" fmla="*/ 54479 h 92916"/>
                  <a:gd name="connsiteX26" fmla="*/ 131771 w 178437"/>
                  <a:gd name="connsiteY26" fmla="*/ 45312 h 92916"/>
                  <a:gd name="connsiteX27" fmla="*/ 93958 w 178437"/>
                  <a:gd name="connsiteY27" fmla="*/ 45312 h 92916"/>
                  <a:gd name="connsiteX28" fmla="*/ 136250 w 178437"/>
                  <a:gd name="connsiteY28" fmla="*/ 6146 h 92916"/>
                  <a:gd name="connsiteX29" fmla="*/ 119063 w 178437"/>
                  <a:gd name="connsiteY29" fmla="*/ 8646 h 92916"/>
                  <a:gd name="connsiteX30" fmla="*/ 112604 w 178437"/>
                  <a:gd name="connsiteY30" fmla="*/ 16250 h 92916"/>
                  <a:gd name="connsiteX31" fmla="*/ 118958 w 178437"/>
                  <a:gd name="connsiteY31" fmla="*/ 23594 h 92916"/>
                  <a:gd name="connsiteX32" fmla="*/ 136250 w 178437"/>
                  <a:gd name="connsiteY32" fmla="*/ 25938 h 92916"/>
                  <a:gd name="connsiteX33" fmla="*/ 153333 w 178437"/>
                  <a:gd name="connsiteY33" fmla="*/ 23594 h 92916"/>
                  <a:gd name="connsiteX34" fmla="*/ 159792 w 178437"/>
                  <a:gd name="connsiteY34" fmla="*/ 16250 h 92916"/>
                  <a:gd name="connsiteX35" fmla="*/ 153281 w 178437"/>
                  <a:gd name="connsiteY35" fmla="*/ 8698 h 92916"/>
                  <a:gd name="connsiteX36" fmla="*/ 136250 w 178437"/>
                  <a:gd name="connsiteY36" fmla="*/ 6146 h 92916"/>
                  <a:gd name="connsiteX37" fmla="*/ 22396 w 178437"/>
                  <a:gd name="connsiteY37" fmla="*/ 4583 h 92916"/>
                  <a:gd name="connsiteX38" fmla="*/ 30938 w 178437"/>
                  <a:gd name="connsiteY38" fmla="*/ 4583 h 92916"/>
                  <a:gd name="connsiteX39" fmla="*/ 30938 w 178437"/>
                  <a:gd name="connsiteY39" fmla="*/ 21667 h 92916"/>
                  <a:gd name="connsiteX40" fmla="*/ 35781 w 178437"/>
                  <a:gd name="connsiteY40" fmla="*/ 48281 h 92916"/>
                  <a:gd name="connsiteX41" fmla="*/ 50313 w 178437"/>
                  <a:gd name="connsiteY41" fmla="*/ 65417 h 92916"/>
                  <a:gd name="connsiteX42" fmla="*/ 44167 w 178437"/>
                  <a:gd name="connsiteY42" fmla="*/ 71042 h 92916"/>
                  <a:gd name="connsiteX43" fmla="*/ 33438 w 178437"/>
                  <a:gd name="connsiteY43" fmla="*/ 60104 h 92916"/>
                  <a:gd name="connsiteX44" fmla="*/ 26458 w 178437"/>
                  <a:gd name="connsiteY44" fmla="*/ 45104 h 92916"/>
                  <a:gd name="connsiteX45" fmla="*/ 19115 w 178437"/>
                  <a:gd name="connsiteY45" fmla="*/ 61667 h 92916"/>
                  <a:gd name="connsiteX46" fmla="*/ 7292 w 178437"/>
                  <a:gd name="connsiteY46" fmla="*/ 74479 h 92916"/>
                  <a:gd name="connsiteX47" fmla="*/ 0 w 178437"/>
                  <a:gd name="connsiteY47" fmla="*/ 69062 h 92916"/>
                  <a:gd name="connsiteX48" fmla="*/ 16927 w 178437"/>
                  <a:gd name="connsiteY48" fmla="*/ 49219 h 92916"/>
                  <a:gd name="connsiteX49" fmla="*/ 22396 w 178437"/>
                  <a:gd name="connsiteY49" fmla="*/ 20104 h 92916"/>
                  <a:gd name="connsiteX50" fmla="*/ 74375 w 178437"/>
                  <a:gd name="connsiteY50" fmla="*/ 625 h 92916"/>
                  <a:gd name="connsiteX51" fmla="*/ 82292 w 178437"/>
                  <a:gd name="connsiteY51" fmla="*/ 625 h 92916"/>
                  <a:gd name="connsiteX52" fmla="*/ 82292 w 178437"/>
                  <a:gd name="connsiteY52" fmla="*/ 92917 h 92916"/>
                  <a:gd name="connsiteX53" fmla="*/ 74375 w 178437"/>
                  <a:gd name="connsiteY53" fmla="*/ 92917 h 92916"/>
                  <a:gd name="connsiteX54" fmla="*/ 74375 w 178437"/>
                  <a:gd name="connsiteY54" fmla="*/ 42604 h 92916"/>
                  <a:gd name="connsiteX55" fmla="*/ 62917 w 178437"/>
                  <a:gd name="connsiteY55" fmla="*/ 42604 h 92916"/>
                  <a:gd name="connsiteX56" fmla="*/ 62917 w 178437"/>
                  <a:gd name="connsiteY56" fmla="*/ 88542 h 92916"/>
                  <a:gd name="connsiteX57" fmla="*/ 55000 w 178437"/>
                  <a:gd name="connsiteY57" fmla="*/ 88542 h 92916"/>
                  <a:gd name="connsiteX58" fmla="*/ 55000 w 178437"/>
                  <a:gd name="connsiteY58" fmla="*/ 2187 h 92916"/>
                  <a:gd name="connsiteX59" fmla="*/ 62917 w 178437"/>
                  <a:gd name="connsiteY59" fmla="*/ 2187 h 92916"/>
                  <a:gd name="connsiteX60" fmla="*/ 62917 w 178437"/>
                  <a:gd name="connsiteY60" fmla="*/ 34583 h 92916"/>
                  <a:gd name="connsiteX61" fmla="*/ 74375 w 178437"/>
                  <a:gd name="connsiteY61" fmla="*/ 34583 h 92916"/>
                  <a:gd name="connsiteX62" fmla="*/ 136250 w 178437"/>
                  <a:gd name="connsiteY62" fmla="*/ 0 h 92916"/>
                  <a:gd name="connsiteX63" fmla="*/ 160417 w 178437"/>
                  <a:gd name="connsiteY63" fmla="*/ 4531 h 92916"/>
                  <a:gd name="connsiteX64" fmla="*/ 168646 w 178437"/>
                  <a:gd name="connsiteY64" fmla="*/ 16250 h 92916"/>
                  <a:gd name="connsiteX65" fmla="*/ 160469 w 178437"/>
                  <a:gd name="connsiteY65" fmla="*/ 27812 h 92916"/>
                  <a:gd name="connsiteX66" fmla="*/ 136250 w 178437"/>
                  <a:gd name="connsiteY66" fmla="*/ 32083 h 92916"/>
                  <a:gd name="connsiteX67" fmla="*/ 112031 w 178437"/>
                  <a:gd name="connsiteY67" fmla="*/ 27812 h 92916"/>
                  <a:gd name="connsiteX68" fmla="*/ 103750 w 178437"/>
                  <a:gd name="connsiteY68" fmla="*/ 16250 h 92916"/>
                  <a:gd name="connsiteX69" fmla="*/ 112031 w 178437"/>
                  <a:gd name="connsiteY69" fmla="*/ 4479 h 92916"/>
                  <a:gd name="connsiteX70" fmla="*/ 136250 w 178437"/>
                  <a:gd name="connsiteY70" fmla="*/ 0 h 92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178437" h="92916">
                    <a:moveTo>
                      <a:pt x="93958" y="38646"/>
                    </a:moveTo>
                    <a:lnTo>
                      <a:pt x="178438" y="38646"/>
                    </a:lnTo>
                    <a:lnTo>
                      <a:pt x="178438" y="45312"/>
                    </a:lnTo>
                    <a:lnTo>
                      <a:pt x="140208" y="45312"/>
                    </a:lnTo>
                    <a:lnTo>
                      <a:pt x="140208" y="54479"/>
                    </a:lnTo>
                    <a:lnTo>
                      <a:pt x="164896" y="54479"/>
                    </a:lnTo>
                    <a:cubicBezTo>
                      <a:pt x="165729" y="54479"/>
                      <a:pt x="166302" y="54635"/>
                      <a:pt x="166615" y="54948"/>
                    </a:cubicBezTo>
                    <a:cubicBezTo>
                      <a:pt x="166927" y="55260"/>
                      <a:pt x="167083" y="55833"/>
                      <a:pt x="167083" y="56667"/>
                    </a:cubicBezTo>
                    <a:lnTo>
                      <a:pt x="167083" y="74271"/>
                    </a:lnTo>
                    <a:cubicBezTo>
                      <a:pt x="167083" y="75104"/>
                      <a:pt x="166927" y="75677"/>
                      <a:pt x="166615" y="75990"/>
                    </a:cubicBezTo>
                    <a:cubicBezTo>
                      <a:pt x="166302" y="76302"/>
                      <a:pt x="165729" y="76458"/>
                      <a:pt x="164896" y="76458"/>
                    </a:cubicBezTo>
                    <a:lnTo>
                      <a:pt x="114271" y="76458"/>
                    </a:lnTo>
                    <a:lnTo>
                      <a:pt x="114271" y="85729"/>
                    </a:lnTo>
                    <a:lnTo>
                      <a:pt x="169167" y="85729"/>
                    </a:lnTo>
                    <a:lnTo>
                      <a:pt x="169167" y="92083"/>
                    </a:lnTo>
                    <a:lnTo>
                      <a:pt x="107396" y="92083"/>
                    </a:lnTo>
                    <a:cubicBezTo>
                      <a:pt x="106563" y="92083"/>
                      <a:pt x="105990" y="91927"/>
                      <a:pt x="105677" y="91614"/>
                    </a:cubicBezTo>
                    <a:cubicBezTo>
                      <a:pt x="105365" y="91302"/>
                      <a:pt x="105208" y="90729"/>
                      <a:pt x="105208" y="89896"/>
                    </a:cubicBezTo>
                    <a:lnTo>
                      <a:pt x="105208" y="72708"/>
                    </a:lnTo>
                    <a:cubicBezTo>
                      <a:pt x="105208" y="71875"/>
                      <a:pt x="105365" y="71302"/>
                      <a:pt x="105677" y="70990"/>
                    </a:cubicBezTo>
                    <a:cubicBezTo>
                      <a:pt x="105990" y="70677"/>
                      <a:pt x="106563" y="70521"/>
                      <a:pt x="107396" y="70521"/>
                    </a:cubicBezTo>
                    <a:lnTo>
                      <a:pt x="158021" y="70521"/>
                    </a:lnTo>
                    <a:lnTo>
                      <a:pt x="158021" y="60937"/>
                    </a:lnTo>
                    <a:lnTo>
                      <a:pt x="105208" y="60937"/>
                    </a:lnTo>
                    <a:lnTo>
                      <a:pt x="105208" y="54479"/>
                    </a:lnTo>
                    <a:lnTo>
                      <a:pt x="131771" y="54479"/>
                    </a:lnTo>
                    <a:lnTo>
                      <a:pt x="131771" y="45312"/>
                    </a:lnTo>
                    <a:lnTo>
                      <a:pt x="93958" y="45312"/>
                    </a:lnTo>
                    <a:close/>
                    <a:moveTo>
                      <a:pt x="136250" y="6146"/>
                    </a:moveTo>
                    <a:cubicBezTo>
                      <a:pt x="129098" y="6146"/>
                      <a:pt x="123369" y="6979"/>
                      <a:pt x="119063" y="8646"/>
                    </a:cubicBezTo>
                    <a:cubicBezTo>
                      <a:pt x="114758" y="10312"/>
                      <a:pt x="112604" y="12838"/>
                      <a:pt x="112604" y="16250"/>
                    </a:cubicBezTo>
                    <a:cubicBezTo>
                      <a:pt x="112604" y="19583"/>
                      <a:pt x="114723" y="22031"/>
                      <a:pt x="118958" y="23594"/>
                    </a:cubicBezTo>
                    <a:cubicBezTo>
                      <a:pt x="123195" y="25156"/>
                      <a:pt x="128958" y="25938"/>
                      <a:pt x="136250" y="25938"/>
                    </a:cubicBezTo>
                    <a:cubicBezTo>
                      <a:pt x="143333" y="25938"/>
                      <a:pt x="149029" y="25156"/>
                      <a:pt x="153333" y="23594"/>
                    </a:cubicBezTo>
                    <a:cubicBezTo>
                      <a:pt x="157639" y="22031"/>
                      <a:pt x="159792" y="19583"/>
                      <a:pt x="159792" y="16250"/>
                    </a:cubicBezTo>
                    <a:cubicBezTo>
                      <a:pt x="159792" y="12917"/>
                      <a:pt x="157622" y="10391"/>
                      <a:pt x="153281" y="8698"/>
                    </a:cubicBezTo>
                    <a:cubicBezTo>
                      <a:pt x="148942" y="6992"/>
                      <a:pt x="143264" y="6146"/>
                      <a:pt x="136250" y="6146"/>
                    </a:cubicBezTo>
                    <a:close/>
                    <a:moveTo>
                      <a:pt x="22396" y="4583"/>
                    </a:moveTo>
                    <a:lnTo>
                      <a:pt x="30938" y="4583"/>
                    </a:lnTo>
                    <a:lnTo>
                      <a:pt x="30938" y="21667"/>
                    </a:lnTo>
                    <a:cubicBezTo>
                      <a:pt x="30938" y="32083"/>
                      <a:pt x="32552" y="40950"/>
                      <a:pt x="35781" y="48281"/>
                    </a:cubicBezTo>
                    <a:cubicBezTo>
                      <a:pt x="39010" y="55599"/>
                      <a:pt x="43854" y="61315"/>
                      <a:pt x="50313" y="65417"/>
                    </a:cubicBezTo>
                    <a:lnTo>
                      <a:pt x="44167" y="71042"/>
                    </a:lnTo>
                    <a:cubicBezTo>
                      <a:pt x="40208" y="68333"/>
                      <a:pt x="36633" y="64687"/>
                      <a:pt x="33438" y="60104"/>
                    </a:cubicBezTo>
                    <a:cubicBezTo>
                      <a:pt x="30244" y="55521"/>
                      <a:pt x="27917" y="50521"/>
                      <a:pt x="26458" y="45104"/>
                    </a:cubicBezTo>
                    <a:cubicBezTo>
                      <a:pt x="25139" y="50937"/>
                      <a:pt x="22691" y="56458"/>
                      <a:pt x="19115" y="61667"/>
                    </a:cubicBezTo>
                    <a:cubicBezTo>
                      <a:pt x="15539" y="66875"/>
                      <a:pt x="11598" y="71146"/>
                      <a:pt x="7292" y="74479"/>
                    </a:cubicBezTo>
                    <a:lnTo>
                      <a:pt x="0" y="69062"/>
                    </a:lnTo>
                    <a:cubicBezTo>
                      <a:pt x="7639" y="63776"/>
                      <a:pt x="13281" y="57161"/>
                      <a:pt x="16927" y="49219"/>
                    </a:cubicBezTo>
                    <a:cubicBezTo>
                      <a:pt x="20573" y="41263"/>
                      <a:pt x="22396" y="31562"/>
                      <a:pt x="22396" y="20104"/>
                    </a:cubicBezTo>
                    <a:close/>
                    <a:moveTo>
                      <a:pt x="74375" y="625"/>
                    </a:moveTo>
                    <a:lnTo>
                      <a:pt x="82292" y="625"/>
                    </a:lnTo>
                    <a:lnTo>
                      <a:pt x="82292" y="92917"/>
                    </a:lnTo>
                    <a:lnTo>
                      <a:pt x="74375" y="92917"/>
                    </a:lnTo>
                    <a:lnTo>
                      <a:pt x="74375" y="42604"/>
                    </a:lnTo>
                    <a:lnTo>
                      <a:pt x="62917" y="42604"/>
                    </a:lnTo>
                    <a:lnTo>
                      <a:pt x="62917" y="88542"/>
                    </a:lnTo>
                    <a:lnTo>
                      <a:pt x="55000" y="88542"/>
                    </a:lnTo>
                    <a:lnTo>
                      <a:pt x="55000" y="2187"/>
                    </a:lnTo>
                    <a:lnTo>
                      <a:pt x="62917" y="2187"/>
                    </a:lnTo>
                    <a:lnTo>
                      <a:pt x="62917" y="34583"/>
                    </a:lnTo>
                    <a:lnTo>
                      <a:pt x="74375" y="34583"/>
                    </a:lnTo>
                    <a:close/>
                    <a:moveTo>
                      <a:pt x="136250" y="0"/>
                    </a:moveTo>
                    <a:cubicBezTo>
                      <a:pt x="146875" y="0"/>
                      <a:pt x="154931" y="1510"/>
                      <a:pt x="160417" y="4531"/>
                    </a:cubicBezTo>
                    <a:cubicBezTo>
                      <a:pt x="165904" y="7552"/>
                      <a:pt x="168646" y="11458"/>
                      <a:pt x="168646" y="16250"/>
                    </a:cubicBezTo>
                    <a:cubicBezTo>
                      <a:pt x="168646" y="21107"/>
                      <a:pt x="165921" y="24961"/>
                      <a:pt x="160469" y="27812"/>
                    </a:cubicBezTo>
                    <a:cubicBezTo>
                      <a:pt x="155018" y="30651"/>
                      <a:pt x="146945" y="32083"/>
                      <a:pt x="136250" y="32083"/>
                    </a:cubicBezTo>
                    <a:cubicBezTo>
                      <a:pt x="125625" y="32083"/>
                      <a:pt x="117552" y="30651"/>
                      <a:pt x="112031" y="27812"/>
                    </a:cubicBezTo>
                    <a:cubicBezTo>
                      <a:pt x="106510" y="24961"/>
                      <a:pt x="103750" y="21107"/>
                      <a:pt x="103750" y="16250"/>
                    </a:cubicBezTo>
                    <a:cubicBezTo>
                      <a:pt x="103750" y="11380"/>
                      <a:pt x="106510" y="7461"/>
                      <a:pt x="112031" y="4479"/>
                    </a:cubicBezTo>
                    <a:cubicBezTo>
                      <a:pt x="117552" y="1484"/>
                      <a:pt x="125625" y="0"/>
                      <a:pt x="136250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80" name="TextBox 679">
                <a:extLst>
                  <a:ext uri="{FF2B5EF4-FFF2-40B4-BE49-F238E27FC236}">
                    <a16:creationId xmlns:a16="http://schemas.microsoft.com/office/drawing/2014/main" id="{480BF588-B49D-41E8-BF14-E57AA42385E7}"/>
                  </a:ext>
                </a:extLst>
              </p:cNvPr>
              <p:cNvSpPr txBox="1"/>
              <p:nvPr/>
            </p:nvSpPr>
            <p:spPr>
              <a:xfrm>
                <a:off x="1117693" y="6738575"/>
                <a:ext cx="36517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새울</a:t>
                </a:r>
              </a:p>
            </p:txBody>
          </p:sp>
        </p:grpSp>
        <p:sp>
          <p:nvSpPr>
            <p:cNvPr id="681" name="자유형: 도형 680">
              <a:extLst>
                <a:ext uri="{FF2B5EF4-FFF2-40B4-BE49-F238E27FC236}">
                  <a16:creationId xmlns:a16="http://schemas.microsoft.com/office/drawing/2014/main" id="{C155FB14-625C-42EF-A0DB-40066FD09137}"/>
                </a:ext>
              </a:extLst>
            </p:cNvPr>
            <p:cNvSpPr/>
            <p:nvPr/>
          </p:nvSpPr>
          <p:spPr>
            <a:xfrm>
              <a:off x="1403709" y="6812055"/>
              <a:ext cx="47187" cy="77812"/>
            </a:xfrm>
            <a:custGeom>
              <a:avLst/>
              <a:gdLst>
                <a:gd name="connsiteX0" fmla="*/ 23021 w 47187"/>
                <a:gd name="connsiteY0" fmla="*/ 0 h 77812"/>
                <a:gd name="connsiteX1" fmla="*/ 39063 w 47187"/>
                <a:gd name="connsiteY1" fmla="*/ 5105 h 77812"/>
                <a:gd name="connsiteX2" fmla="*/ 45521 w 47187"/>
                <a:gd name="connsiteY2" fmla="*/ 20104 h 77812"/>
                <a:gd name="connsiteX3" fmla="*/ 41406 w 47187"/>
                <a:gd name="connsiteY3" fmla="*/ 33958 h 77812"/>
                <a:gd name="connsiteX4" fmla="*/ 31563 w 47187"/>
                <a:gd name="connsiteY4" fmla="*/ 47917 h 77812"/>
                <a:gd name="connsiteX5" fmla="*/ 19688 w 47187"/>
                <a:gd name="connsiteY5" fmla="*/ 60625 h 77812"/>
                <a:gd name="connsiteX6" fmla="*/ 9479 w 47187"/>
                <a:gd name="connsiteY6" fmla="*/ 70625 h 77812"/>
                <a:gd name="connsiteX7" fmla="*/ 47188 w 47187"/>
                <a:gd name="connsiteY7" fmla="*/ 70625 h 77812"/>
                <a:gd name="connsiteX8" fmla="*/ 47188 w 47187"/>
                <a:gd name="connsiteY8" fmla="*/ 77813 h 77812"/>
                <a:gd name="connsiteX9" fmla="*/ 1458 w 47187"/>
                <a:gd name="connsiteY9" fmla="*/ 77813 h 77812"/>
                <a:gd name="connsiteX10" fmla="*/ 260 w 47187"/>
                <a:gd name="connsiteY10" fmla="*/ 77500 h 77812"/>
                <a:gd name="connsiteX11" fmla="*/ 0 w 47187"/>
                <a:gd name="connsiteY11" fmla="*/ 76250 h 77812"/>
                <a:gd name="connsiteX12" fmla="*/ 0 w 47187"/>
                <a:gd name="connsiteY12" fmla="*/ 70000 h 77812"/>
                <a:gd name="connsiteX13" fmla="*/ 4323 w 47187"/>
                <a:gd name="connsiteY13" fmla="*/ 65833 h 77812"/>
                <a:gd name="connsiteX14" fmla="*/ 9896 w 47187"/>
                <a:gd name="connsiteY14" fmla="*/ 60313 h 77812"/>
                <a:gd name="connsiteX15" fmla="*/ 15937 w 47187"/>
                <a:gd name="connsiteY15" fmla="*/ 53854 h 77812"/>
                <a:gd name="connsiteX16" fmla="*/ 22083 w 47187"/>
                <a:gd name="connsiteY16" fmla="*/ 46771 h 77812"/>
                <a:gd name="connsiteX17" fmla="*/ 27813 w 47187"/>
                <a:gd name="connsiteY17" fmla="*/ 39636 h 77812"/>
                <a:gd name="connsiteX18" fmla="*/ 32500 w 47187"/>
                <a:gd name="connsiteY18" fmla="*/ 32709 h 77812"/>
                <a:gd name="connsiteX19" fmla="*/ 35781 w 47187"/>
                <a:gd name="connsiteY19" fmla="*/ 26250 h 77812"/>
                <a:gd name="connsiteX20" fmla="*/ 36979 w 47187"/>
                <a:gd name="connsiteY20" fmla="*/ 20729 h 77812"/>
                <a:gd name="connsiteX21" fmla="*/ 33021 w 47187"/>
                <a:gd name="connsiteY21" fmla="*/ 10573 h 77812"/>
                <a:gd name="connsiteX22" fmla="*/ 22812 w 47187"/>
                <a:gd name="connsiteY22" fmla="*/ 7188 h 77812"/>
                <a:gd name="connsiteX23" fmla="*/ 12969 w 47187"/>
                <a:gd name="connsiteY23" fmla="*/ 11354 h 77812"/>
                <a:gd name="connsiteX24" fmla="*/ 9167 w 47187"/>
                <a:gd name="connsiteY24" fmla="*/ 22188 h 77812"/>
                <a:gd name="connsiteX25" fmla="*/ 625 w 47187"/>
                <a:gd name="connsiteY25" fmla="*/ 22188 h 77812"/>
                <a:gd name="connsiteX26" fmla="*/ 2292 w 47187"/>
                <a:gd name="connsiteY26" fmla="*/ 13073 h 77812"/>
                <a:gd name="connsiteX27" fmla="*/ 6979 w 47187"/>
                <a:gd name="connsiteY27" fmla="*/ 6042 h 77812"/>
                <a:gd name="connsiteX28" fmla="*/ 14115 w 47187"/>
                <a:gd name="connsiteY28" fmla="*/ 1563 h 77812"/>
                <a:gd name="connsiteX29" fmla="*/ 23021 w 47187"/>
                <a:gd name="connsiteY29" fmla="*/ 0 h 7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7187" h="77812">
                  <a:moveTo>
                    <a:pt x="23021" y="0"/>
                  </a:moveTo>
                  <a:cubicBezTo>
                    <a:pt x="29409" y="0"/>
                    <a:pt x="34757" y="1693"/>
                    <a:pt x="39063" y="5105"/>
                  </a:cubicBezTo>
                  <a:cubicBezTo>
                    <a:pt x="43367" y="8503"/>
                    <a:pt x="45521" y="13503"/>
                    <a:pt x="45521" y="20104"/>
                  </a:cubicBezTo>
                  <a:cubicBezTo>
                    <a:pt x="45521" y="24544"/>
                    <a:pt x="44148" y="29167"/>
                    <a:pt x="41406" y="33958"/>
                  </a:cubicBezTo>
                  <a:cubicBezTo>
                    <a:pt x="38663" y="38750"/>
                    <a:pt x="35382" y="43399"/>
                    <a:pt x="31563" y="47917"/>
                  </a:cubicBezTo>
                  <a:cubicBezTo>
                    <a:pt x="27742" y="52422"/>
                    <a:pt x="23784" y="56667"/>
                    <a:pt x="19688" y="60625"/>
                  </a:cubicBezTo>
                  <a:cubicBezTo>
                    <a:pt x="15590" y="64584"/>
                    <a:pt x="12188" y="67917"/>
                    <a:pt x="9479" y="70625"/>
                  </a:cubicBezTo>
                  <a:lnTo>
                    <a:pt x="47188" y="70625"/>
                  </a:lnTo>
                  <a:lnTo>
                    <a:pt x="47188" y="77813"/>
                  </a:lnTo>
                  <a:lnTo>
                    <a:pt x="1458" y="77813"/>
                  </a:lnTo>
                  <a:cubicBezTo>
                    <a:pt x="833" y="77813"/>
                    <a:pt x="434" y="77709"/>
                    <a:pt x="260" y="77500"/>
                  </a:cubicBezTo>
                  <a:cubicBezTo>
                    <a:pt x="86" y="77292"/>
                    <a:pt x="0" y="76875"/>
                    <a:pt x="0" y="76250"/>
                  </a:cubicBezTo>
                  <a:lnTo>
                    <a:pt x="0" y="70000"/>
                  </a:lnTo>
                  <a:cubicBezTo>
                    <a:pt x="1180" y="68880"/>
                    <a:pt x="2621" y="67500"/>
                    <a:pt x="4323" y="65833"/>
                  </a:cubicBezTo>
                  <a:cubicBezTo>
                    <a:pt x="6023" y="64167"/>
                    <a:pt x="7882" y="62318"/>
                    <a:pt x="9896" y="60313"/>
                  </a:cubicBezTo>
                  <a:cubicBezTo>
                    <a:pt x="11840" y="58295"/>
                    <a:pt x="13854" y="56146"/>
                    <a:pt x="15937" y="53854"/>
                  </a:cubicBezTo>
                  <a:cubicBezTo>
                    <a:pt x="18021" y="51563"/>
                    <a:pt x="20069" y="49193"/>
                    <a:pt x="22083" y="46771"/>
                  </a:cubicBezTo>
                  <a:cubicBezTo>
                    <a:pt x="24096" y="44401"/>
                    <a:pt x="26007" y="42032"/>
                    <a:pt x="27813" y="39636"/>
                  </a:cubicBezTo>
                  <a:cubicBezTo>
                    <a:pt x="29617" y="37240"/>
                    <a:pt x="31180" y="34922"/>
                    <a:pt x="32500" y="32709"/>
                  </a:cubicBezTo>
                  <a:cubicBezTo>
                    <a:pt x="33888" y="30417"/>
                    <a:pt x="34982" y="28255"/>
                    <a:pt x="35781" y="26250"/>
                  </a:cubicBezTo>
                  <a:cubicBezTo>
                    <a:pt x="36579" y="24232"/>
                    <a:pt x="36979" y="22396"/>
                    <a:pt x="36979" y="20729"/>
                  </a:cubicBezTo>
                  <a:cubicBezTo>
                    <a:pt x="36979" y="16211"/>
                    <a:pt x="35659" y="12826"/>
                    <a:pt x="33021" y="10573"/>
                  </a:cubicBezTo>
                  <a:cubicBezTo>
                    <a:pt x="30382" y="8307"/>
                    <a:pt x="26979" y="7188"/>
                    <a:pt x="22812" y="7188"/>
                  </a:cubicBezTo>
                  <a:cubicBezTo>
                    <a:pt x="18784" y="7188"/>
                    <a:pt x="15503" y="8568"/>
                    <a:pt x="12969" y="11354"/>
                  </a:cubicBezTo>
                  <a:cubicBezTo>
                    <a:pt x="10434" y="14128"/>
                    <a:pt x="9167" y="17734"/>
                    <a:pt x="9167" y="22188"/>
                  </a:cubicBezTo>
                  <a:lnTo>
                    <a:pt x="625" y="22188"/>
                  </a:lnTo>
                  <a:cubicBezTo>
                    <a:pt x="625" y="18855"/>
                    <a:pt x="1180" y="15808"/>
                    <a:pt x="2292" y="13073"/>
                  </a:cubicBezTo>
                  <a:cubicBezTo>
                    <a:pt x="3402" y="10326"/>
                    <a:pt x="4965" y="7982"/>
                    <a:pt x="6979" y="6042"/>
                  </a:cubicBezTo>
                  <a:cubicBezTo>
                    <a:pt x="8992" y="4089"/>
                    <a:pt x="11371" y="2604"/>
                    <a:pt x="14115" y="1563"/>
                  </a:cubicBezTo>
                  <a:cubicBezTo>
                    <a:pt x="16857" y="521"/>
                    <a:pt x="19826" y="0"/>
                    <a:pt x="23021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2" name="TextBox 681">
              <a:extLst>
                <a:ext uri="{FF2B5EF4-FFF2-40B4-BE49-F238E27FC236}">
                  <a16:creationId xmlns:a16="http://schemas.microsoft.com/office/drawing/2014/main" id="{58AA740E-AED2-436F-986E-45C01C13C777}"/>
                </a:ext>
              </a:extLst>
            </p:cNvPr>
            <p:cNvSpPr txBox="1"/>
            <p:nvPr/>
          </p:nvSpPr>
          <p:spPr>
            <a:xfrm>
              <a:off x="1312269" y="6769317"/>
              <a:ext cx="221942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</a:t>
              </a:r>
            </a:p>
          </p:txBody>
        </p:sp>
        <p:sp>
          <p:nvSpPr>
            <p:cNvPr id="683" name="자유형: 도형 682">
              <a:extLst>
                <a:ext uri="{FF2B5EF4-FFF2-40B4-BE49-F238E27FC236}">
                  <a16:creationId xmlns:a16="http://schemas.microsoft.com/office/drawing/2014/main" id="{768580B6-00C0-443C-9728-72E8FB476A5D}"/>
                </a:ext>
              </a:extLst>
            </p:cNvPr>
            <p:cNvSpPr/>
            <p:nvPr/>
          </p:nvSpPr>
          <p:spPr>
            <a:xfrm>
              <a:off x="1468390" y="6807785"/>
              <a:ext cx="80833" cy="91666"/>
            </a:xfrm>
            <a:custGeom>
              <a:avLst/>
              <a:gdLst>
                <a:gd name="connsiteX0" fmla="*/ 10104 w 80833"/>
                <a:gd name="connsiteY0" fmla="*/ 52083 h 91666"/>
                <a:gd name="connsiteX1" fmla="*/ 66250 w 80833"/>
                <a:gd name="connsiteY1" fmla="*/ 52083 h 91666"/>
                <a:gd name="connsiteX2" fmla="*/ 67969 w 80833"/>
                <a:gd name="connsiteY2" fmla="*/ 52552 h 91666"/>
                <a:gd name="connsiteX3" fmla="*/ 68438 w 80833"/>
                <a:gd name="connsiteY3" fmla="*/ 54271 h 91666"/>
                <a:gd name="connsiteX4" fmla="*/ 68438 w 80833"/>
                <a:gd name="connsiteY4" fmla="*/ 72812 h 91666"/>
                <a:gd name="connsiteX5" fmla="*/ 67969 w 80833"/>
                <a:gd name="connsiteY5" fmla="*/ 74531 h 91666"/>
                <a:gd name="connsiteX6" fmla="*/ 66250 w 80833"/>
                <a:gd name="connsiteY6" fmla="*/ 75000 h 91666"/>
                <a:gd name="connsiteX7" fmla="*/ 18854 w 80833"/>
                <a:gd name="connsiteY7" fmla="*/ 75000 h 91666"/>
                <a:gd name="connsiteX8" fmla="*/ 18854 w 80833"/>
                <a:gd name="connsiteY8" fmla="*/ 85000 h 91666"/>
                <a:gd name="connsiteX9" fmla="*/ 70625 w 80833"/>
                <a:gd name="connsiteY9" fmla="*/ 85000 h 91666"/>
                <a:gd name="connsiteX10" fmla="*/ 70625 w 80833"/>
                <a:gd name="connsiteY10" fmla="*/ 91666 h 91666"/>
                <a:gd name="connsiteX11" fmla="*/ 12292 w 80833"/>
                <a:gd name="connsiteY11" fmla="*/ 91666 h 91666"/>
                <a:gd name="connsiteX12" fmla="*/ 10573 w 80833"/>
                <a:gd name="connsiteY12" fmla="*/ 91198 h 91666"/>
                <a:gd name="connsiteX13" fmla="*/ 10104 w 80833"/>
                <a:gd name="connsiteY13" fmla="*/ 89479 h 91666"/>
                <a:gd name="connsiteX14" fmla="*/ 10104 w 80833"/>
                <a:gd name="connsiteY14" fmla="*/ 70833 h 91666"/>
                <a:gd name="connsiteX15" fmla="*/ 10573 w 80833"/>
                <a:gd name="connsiteY15" fmla="*/ 69114 h 91666"/>
                <a:gd name="connsiteX16" fmla="*/ 12292 w 80833"/>
                <a:gd name="connsiteY16" fmla="*/ 68646 h 91666"/>
                <a:gd name="connsiteX17" fmla="*/ 59792 w 80833"/>
                <a:gd name="connsiteY17" fmla="*/ 68646 h 91666"/>
                <a:gd name="connsiteX18" fmla="*/ 59792 w 80833"/>
                <a:gd name="connsiteY18" fmla="*/ 58854 h 91666"/>
                <a:gd name="connsiteX19" fmla="*/ 10104 w 80833"/>
                <a:gd name="connsiteY19" fmla="*/ 58854 h 91666"/>
                <a:gd name="connsiteX20" fmla="*/ 8021 w 80833"/>
                <a:gd name="connsiteY20" fmla="*/ 22604 h 91666"/>
                <a:gd name="connsiteX21" fmla="*/ 8021 w 80833"/>
                <a:gd name="connsiteY21" fmla="*/ 36041 h 91666"/>
                <a:gd name="connsiteX22" fmla="*/ 33854 w 80833"/>
                <a:gd name="connsiteY22" fmla="*/ 36041 h 91666"/>
                <a:gd name="connsiteX23" fmla="*/ 33854 w 80833"/>
                <a:gd name="connsiteY23" fmla="*/ 22604 h 91666"/>
                <a:gd name="connsiteX24" fmla="*/ 0 w 80833"/>
                <a:gd name="connsiteY24" fmla="*/ 2917 h 91666"/>
                <a:gd name="connsiteX25" fmla="*/ 8021 w 80833"/>
                <a:gd name="connsiteY25" fmla="*/ 2917 h 91666"/>
                <a:gd name="connsiteX26" fmla="*/ 8021 w 80833"/>
                <a:gd name="connsiteY26" fmla="*/ 15833 h 91666"/>
                <a:gd name="connsiteX27" fmla="*/ 33854 w 80833"/>
                <a:gd name="connsiteY27" fmla="*/ 15833 h 91666"/>
                <a:gd name="connsiteX28" fmla="*/ 33854 w 80833"/>
                <a:gd name="connsiteY28" fmla="*/ 2917 h 91666"/>
                <a:gd name="connsiteX29" fmla="*/ 41875 w 80833"/>
                <a:gd name="connsiteY29" fmla="*/ 2917 h 91666"/>
                <a:gd name="connsiteX30" fmla="*/ 41875 w 80833"/>
                <a:gd name="connsiteY30" fmla="*/ 40625 h 91666"/>
                <a:gd name="connsiteX31" fmla="*/ 41406 w 80833"/>
                <a:gd name="connsiteY31" fmla="*/ 42344 h 91666"/>
                <a:gd name="connsiteX32" fmla="*/ 39688 w 80833"/>
                <a:gd name="connsiteY32" fmla="*/ 42812 h 91666"/>
                <a:gd name="connsiteX33" fmla="*/ 2188 w 80833"/>
                <a:gd name="connsiteY33" fmla="*/ 42812 h 91666"/>
                <a:gd name="connsiteX34" fmla="*/ 469 w 80833"/>
                <a:gd name="connsiteY34" fmla="*/ 42344 h 91666"/>
                <a:gd name="connsiteX35" fmla="*/ 0 w 80833"/>
                <a:gd name="connsiteY35" fmla="*/ 40625 h 91666"/>
                <a:gd name="connsiteX36" fmla="*/ 60000 w 80833"/>
                <a:gd name="connsiteY36" fmla="*/ 0 h 91666"/>
                <a:gd name="connsiteX37" fmla="*/ 68229 w 80833"/>
                <a:gd name="connsiteY37" fmla="*/ 0 h 91666"/>
                <a:gd name="connsiteX38" fmla="*/ 68229 w 80833"/>
                <a:gd name="connsiteY38" fmla="*/ 17187 h 91666"/>
                <a:gd name="connsiteX39" fmla="*/ 80833 w 80833"/>
                <a:gd name="connsiteY39" fmla="*/ 17187 h 91666"/>
                <a:gd name="connsiteX40" fmla="*/ 80833 w 80833"/>
                <a:gd name="connsiteY40" fmla="*/ 24375 h 91666"/>
                <a:gd name="connsiteX41" fmla="*/ 68229 w 80833"/>
                <a:gd name="connsiteY41" fmla="*/ 24375 h 91666"/>
                <a:gd name="connsiteX42" fmla="*/ 68229 w 80833"/>
                <a:gd name="connsiteY42" fmla="*/ 47500 h 91666"/>
                <a:gd name="connsiteX43" fmla="*/ 60000 w 80833"/>
                <a:gd name="connsiteY43" fmla="*/ 47500 h 9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80833" h="91666">
                  <a:moveTo>
                    <a:pt x="10104" y="52083"/>
                  </a:moveTo>
                  <a:lnTo>
                    <a:pt x="66250" y="52083"/>
                  </a:lnTo>
                  <a:cubicBezTo>
                    <a:pt x="67083" y="52083"/>
                    <a:pt x="67656" y="52240"/>
                    <a:pt x="67969" y="52552"/>
                  </a:cubicBezTo>
                  <a:cubicBezTo>
                    <a:pt x="68281" y="52865"/>
                    <a:pt x="68438" y="53437"/>
                    <a:pt x="68438" y="54271"/>
                  </a:cubicBezTo>
                  <a:lnTo>
                    <a:pt x="68438" y="72812"/>
                  </a:lnTo>
                  <a:cubicBezTo>
                    <a:pt x="68438" y="73646"/>
                    <a:pt x="68281" y="74219"/>
                    <a:pt x="67969" y="74531"/>
                  </a:cubicBezTo>
                  <a:cubicBezTo>
                    <a:pt x="67656" y="74844"/>
                    <a:pt x="67083" y="75000"/>
                    <a:pt x="66250" y="75000"/>
                  </a:cubicBezTo>
                  <a:lnTo>
                    <a:pt x="18854" y="75000"/>
                  </a:lnTo>
                  <a:lnTo>
                    <a:pt x="18854" y="85000"/>
                  </a:lnTo>
                  <a:lnTo>
                    <a:pt x="70625" y="85000"/>
                  </a:lnTo>
                  <a:lnTo>
                    <a:pt x="70625" y="91666"/>
                  </a:lnTo>
                  <a:lnTo>
                    <a:pt x="12292" y="91666"/>
                  </a:lnTo>
                  <a:cubicBezTo>
                    <a:pt x="11458" y="91666"/>
                    <a:pt x="10886" y="91510"/>
                    <a:pt x="10573" y="91198"/>
                  </a:cubicBezTo>
                  <a:cubicBezTo>
                    <a:pt x="10260" y="90885"/>
                    <a:pt x="10104" y="90312"/>
                    <a:pt x="10104" y="89479"/>
                  </a:cubicBezTo>
                  <a:lnTo>
                    <a:pt x="10104" y="70833"/>
                  </a:lnTo>
                  <a:cubicBezTo>
                    <a:pt x="10104" y="70000"/>
                    <a:pt x="10260" y="69427"/>
                    <a:pt x="10573" y="69114"/>
                  </a:cubicBezTo>
                  <a:cubicBezTo>
                    <a:pt x="10886" y="68802"/>
                    <a:pt x="11458" y="68646"/>
                    <a:pt x="12292" y="68646"/>
                  </a:cubicBezTo>
                  <a:lnTo>
                    <a:pt x="59792" y="68646"/>
                  </a:lnTo>
                  <a:lnTo>
                    <a:pt x="59792" y="58854"/>
                  </a:lnTo>
                  <a:lnTo>
                    <a:pt x="10104" y="58854"/>
                  </a:lnTo>
                  <a:close/>
                  <a:moveTo>
                    <a:pt x="8021" y="22604"/>
                  </a:moveTo>
                  <a:lnTo>
                    <a:pt x="8021" y="36041"/>
                  </a:lnTo>
                  <a:lnTo>
                    <a:pt x="33854" y="36041"/>
                  </a:lnTo>
                  <a:lnTo>
                    <a:pt x="33854" y="22604"/>
                  </a:lnTo>
                  <a:close/>
                  <a:moveTo>
                    <a:pt x="0" y="2917"/>
                  </a:moveTo>
                  <a:lnTo>
                    <a:pt x="8021" y="2917"/>
                  </a:lnTo>
                  <a:lnTo>
                    <a:pt x="8021" y="15833"/>
                  </a:lnTo>
                  <a:lnTo>
                    <a:pt x="33854" y="15833"/>
                  </a:lnTo>
                  <a:lnTo>
                    <a:pt x="33854" y="2917"/>
                  </a:lnTo>
                  <a:lnTo>
                    <a:pt x="41875" y="2917"/>
                  </a:lnTo>
                  <a:lnTo>
                    <a:pt x="41875" y="40625"/>
                  </a:lnTo>
                  <a:cubicBezTo>
                    <a:pt x="41875" y="41458"/>
                    <a:pt x="41719" y="42031"/>
                    <a:pt x="41406" y="42344"/>
                  </a:cubicBezTo>
                  <a:cubicBezTo>
                    <a:pt x="41094" y="42656"/>
                    <a:pt x="40521" y="42812"/>
                    <a:pt x="39688" y="42812"/>
                  </a:cubicBezTo>
                  <a:lnTo>
                    <a:pt x="2188" y="42812"/>
                  </a:lnTo>
                  <a:cubicBezTo>
                    <a:pt x="1354" y="42812"/>
                    <a:pt x="781" y="42656"/>
                    <a:pt x="469" y="42344"/>
                  </a:cubicBezTo>
                  <a:cubicBezTo>
                    <a:pt x="156" y="42031"/>
                    <a:pt x="0" y="41458"/>
                    <a:pt x="0" y="40625"/>
                  </a:cubicBezTo>
                  <a:close/>
                  <a:moveTo>
                    <a:pt x="60000" y="0"/>
                  </a:moveTo>
                  <a:lnTo>
                    <a:pt x="68229" y="0"/>
                  </a:lnTo>
                  <a:lnTo>
                    <a:pt x="68229" y="17187"/>
                  </a:lnTo>
                  <a:lnTo>
                    <a:pt x="80833" y="17187"/>
                  </a:lnTo>
                  <a:lnTo>
                    <a:pt x="80833" y="24375"/>
                  </a:lnTo>
                  <a:lnTo>
                    <a:pt x="68229" y="24375"/>
                  </a:lnTo>
                  <a:lnTo>
                    <a:pt x="68229" y="47500"/>
                  </a:lnTo>
                  <a:lnTo>
                    <a:pt x="60000" y="47500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4" name="TextBox 683">
              <a:extLst>
                <a:ext uri="{FF2B5EF4-FFF2-40B4-BE49-F238E27FC236}">
                  <a16:creationId xmlns:a16="http://schemas.microsoft.com/office/drawing/2014/main" id="{5FE578F7-CEA2-41E4-A879-4DE68F12AB6D}"/>
                </a:ext>
              </a:extLst>
            </p:cNvPr>
            <p:cNvSpPr txBox="1"/>
            <p:nvPr/>
          </p:nvSpPr>
          <p:spPr>
            <a:xfrm>
              <a:off x="1376950" y="6738106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발</a:t>
              </a:r>
            </a:p>
          </p:txBody>
        </p:sp>
        <p:sp>
          <p:nvSpPr>
            <p:cNvPr id="685" name="자유형: 도형 684">
              <a:extLst>
                <a:ext uri="{FF2B5EF4-FFF2-40B4-BE49-F238E27FC236}">
                  <a16:creationId xmlns:a16="http://schemas.microsoft.com/office/drawing/2014/main" id="{9238C7A0-BB1B-4990-84A2-4BC1730D7CA5}"/>
                </a:ext>
              </a:extLst>
            </p:cNvPr>
            <p:cNvSpPr/>
            <p:nvPr/>
          </p:nvSpPr>
          <p:spPr>
            <a:xfrm>
              <a:off x="1595988" y="6812264"/>
              <a:ext cx="73958" cy="78125"/>
            </a:xfrm>
            <a:custGeom>
              <a:avLst/>
              <a:gdLst>
                <a:gd name="connsiteX0" fmla="*/ 8021 w 73958"/>
                <a:gd name="connsiteY0" fmla="*/ 7500 h 78125"/>
                <a:gd name="connsiteX1" fmla="*/ 8021 w 73958"/>
                <a:gd name="connsiteY1" fmla="*/ 37812 h 78125"/>
                <a:gd name="connsiteX2" fmla="*/ 23021 w 73958"/>
                <a:gd name="connsiteY2" fmla="*/ 37812 h 78125"/>
                <a:gd name="connsiteX3" fmla="*/ 36667 w 73958"/>
                <a:gd name="connsiteY3" fmla="*/ 34323 h 78125"/>
                <a:gd name="connsiteX4" fmla="*/ 41667 w 73958"/>
                <a:gd name="connsiteY4" fmla="*/ 22708 h 78125"/>
                <a:gd name="connsiteX5" fmla="*/ 36667 w 73958"/>
                <a:gd name="connsiteY5" fmla="*/ 11094 h 78125"/>
                <a:gd name="connsiteX6" fmla="*/ 23021 w 73958"/>
                <a:gd name="connsiteY6" fmla="*/ 7500 h 78125"/>
                <a:gd name="connsiteX7" fmla="*/ 1875 w 73958"/>
                <a:gd name="connsiteY7" fmla="*/ 312 h 78125"/>
                <a:gd name="connsiteX8" fmla="*/ 24479 w 73958"/>
                <a:gd name="connsiteY8" fmla="*/ 312 h 78125"/>
                <a:gd name="connsiteX9" fmla="*/ 34583 w 73958"/>
                <a:gd name="connsiteY9" fmla="*/ 1719 h 78125"/>
                <a:gd name="connsiteX10" fmla="*/ 42708 w 73958"/>
                <a:gd name="connsiteY10" fmla="*/ 5833 h 78125"/>
                <a:gd name="connsiteX11" fmla="*/ 48125 w 73958"/>
                <a:gd name="connsiteY11" fmla="*/ 12865 h 78125"/>
                <a:gd name="connsiteX12" fmla="*/ 50104 w 73958"/>
                <a:gd name="connsiteY12" fmla="*/ 22708 h 78125"/>
                <a:gd name="connsiteX13" fmla="*/ 48125 w 73958"/>
                <a:gd name="connsiteY13" fmla="*/ 32656 h 78125"/>
                <a:gd name="connsiteX14" fmla="*/ 42708 w 73958"/>
                <a:gd name="connsiteY14" fmla="*/ 39688 h 78125"/>
                <a:gd name="connsiteX15" fmla="*/ 34583 w 73958"/>
                <a:gd name="connsiteY15" fmla="*/ 43750 h 78125"/>
                <a:gd name="connsiteX16" fmla="*/ 24479 w 73958"/>
                <a:gd name="connsiteY16" fmla="*/ 45104 h 78125"/>
                <a:gd name="connsiteX17" fmla="*/ 8125 w 73958"/>
                <a:gd name="connsiteY17" fmla="*/ 45104 h 78125"/>
                <a:gd name="connsiteX18" fmla="*/ 8125 w 73958"/>
                <a:gd name="connsiteY18" fmla="*/ 78125 h 78125"/>
                <a:gd name="connsiteX19" fmla="*/ 0 w 73958"/>
                <a:gd name="connsiteY19" fmla="*/ 78125 h 78125"/>
                <a:gd name="connsiteX20" fmla="*/ 0 w 73958"/>
                <a:gd name="connsiteY20" fmla="*/ 2292 h 78125"/>
                <a:gd name="connsiteX21" fmla="*/ 365 w 73958"/>
                <a:gd name="connsiteY21" fmla="*/ 781 h 78125"/>
                <a:gd name="connsiteX22" fmla="*/ 1875 w 73958"/>
                <a:gd name="connsiteY22" fmla="*/ 312 h 78125"/>
                <a:gd name="connsiteX23" fmla="*/ 65729 w 73958"/>
                <a:gd name="connsiteY23" fmla="*/ 0 h 78125"/>
                <a:gd name="connsiteX24" fmla="*/ 73958 w 73958"/>
                <a:gd name="connsiteY24" fmla="*/ 0 h 78125"/>
                <a:gd name="connsiteX25" fmla="*/ 73958 w 73958"/>
                <a:gd name="connsiteY25" fmla="*/ 78125 h 78125"/>
                <a:gd name="connsiteX26" fmla="*/ 65729 w 73958"/>
                <a:gd name="connsiteY26" fmla="*/ 78125 h 7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958" h="78125">
                  <a:moveTo>
                    <a:pt x="8021" y="7500"/>
                  </a:moveTo>
                  <a:lnTo>
                    <a:pt x="8021" y="37812"/>
                  </a:lnTo>
                  <a:lnTo>
                    <a:pt x="23021" y="37812"/>
                  </a:lnTo>
                  <a:cubicBezTo>
                    <a:pt x="28784" y="37812"/>
                    <a:pt x="33333" y="36641"/>
                    <a:pt x="36667" y="34323"/>
                  </a:cubicBezTo>
                  <a:cubicBezTo>
                    <a:pt x="40000" y="31992"/>
                    <a:pt x="41667" y="28125"/>
                    <a:pt x="41667" y="22708"/>
                  </a:cubicBezTo>
                  <a:cubicBezTo>
                    <a:pt x="41667" y="17356"/>
                    <a:pt x="40000" y="13489"/>
                    <a:pt x="36667" y="11094"/>
                  </a:cubicBezTo>
                  <a:cubicBezTo>
                    <a:pt x="33333" y="8698"/>
                    <a:pt x="28784" y="7500"/>
                    <a:pt x="23021" y="7500"/>
                  </a:cubicBezTo>
                  <a:close/>
                  <a:moveTo>
                    <a:pt x="1875" y="312"/>
                  </a:moveTo>
                  <a:lnTo>
                    <a:pt x="24479" y="312"/>
                  </a:lnTo>
                  <a:cubicBezTo>
                    <a:pt x="28090" y="312"/>
                    <a:pt x="31458" y="781"/>
                    <a:pt x="34583" y="1719"/>
                  </a:cubicBezTo>
                  <a:cubicBezTo>
                    <a:pt x="37708" y="2656"/>
                    <a:pt x="40417" y="4023"/>
                    <a:pt x="42708" y="5833"/>
                  </a:cubicBezTo>
                  <a:cubicBezTo>
                    <a:pt x="45000" y="7708"/>
                    <a:pt x="46805" y="10052"/>
                    <a:pt x="48125" y="12865"/>
                  </a:cubicBezTo>
                  <a:cubicBezTo>
                    <a:pt x="49444" y="15677"/>
                    <a:pt x="50104" y="18958"/>
                    <a:pt x="50104" y="22708"/>
                  </a:cubicBezTo>
                  <a:cubicBezTo>
                    <a:pt x="50104" y="26523"/>
                    <a:pt x="49444" y="29844"/>
                    <a:pt x="48125" y="32656"/>
                  </a:cubicBezTo>
                  <a:cubicBezTo>
                    <a:pt x="46805" y="35469"/>
                    <a:pt x="45000" y="37812"/>
                    <a:pt x="42708" y="39688"/>
                  </a:cubicBezTo>
                  <a:cubicBezTo>
                    <a:pt x="40417" y="41484"/>
                    <a:pt x="37708" y="42838"/>
                    <a:pt x="34583" y="43750"/>
                  </a:cubicBezTo>
                  <a:cubicBezTo>
                    <a:pt x="31458" y="44648"/>
                    <a:pt x="28090" y="45104"/>
                    <a:pt x="24479" y="45104"/>
                  </a:cubicBezTo>
                  <a:lnTo>
                    <a:pt x="8125" y="45104"/>
                  </a:lnTo>
                  <a:lnTo>
                    <a:pt x="8125" y="78125"/>
                  </a:lnTo>
                  <a:lnTo>
                    <a:pt x="0" y="78125"/>
                  </a:lnTo>
                  <a:lnTo>
                    <a:pt x="0" y="2292"/>
                  </a:lnTo>
                  <a:cubicBezTo>
                    <a:pt x="0" y="1588"/>
                    <a:pt x="121" y="1094"/>
                    <a:pt x="365" y="781"/>
                  </a:cubicBezTo>
                  <a:cubicBezTo>
                    <a:pt x="607" y="468"/>
                    <a:pt x="1111" y="312"/>
                    <a:pt x="1875" y="312"/>
                  </a:cubicBezTo>
                  <a:close/>
                  <a:moveTo>
                    <a:pt x="65729" y="0"/>
                  </a:moveTo>
                  <a:lnTo>
                    <a:pt x="73958" y="0"/>
                  </a:lnTo>
                  <a:lnTo>
                    <a:pt x="73958" y="78125"/>
                  </a:lnTo>
                  <a:lnTo>
                    <a:pt x="65729" y="78125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6" name="TextBox 685">
              <a:extLst>
                <a:ext uri="{FF2B5EF4-FFF2-40B4-BE49-F238E27FC236}">
                  <a16:creationId xmlns:a16="http://schemas.microsoft.com/office/drawing/2014/main" id="{E915D679-DE9C-46A8-84C6-592EE3547D90}"/>
                </a:ext>
              </a:extLst>
            </p:cNvPr>
            <p:cNvSpPr txBox="1"/>
            <p:nvPr/>
          </p:nvSpPr>
          <p:spPr>
            <a:xfrm>
              <a:off x="1504548" y="6769799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PI</a:t>
              </a:r>
            </a:p>
          </p:txBody>
        </p:sp>
        <p:sp>
          <p:nvSpPr>
            <p:cNvPr id="687" name="자유형: 도형 686">
              <a:extLst>
                <a:ext uri="{FF2B5EF4-FFF2-40B4-BE49-F238E27FC236}">
                  <a16:creationId xmlns:a16="http://schemas.microsoft.com/office/drawing/2014/main" id="{20660463-9C2C-4584-8850-5AEDDC9DE766}"/>
                </a:ext>
              </a:extLst>
            </p:cNvPr>
            <p:cNvSpPr/>
            <p:nvPr/>
          </p:nvSpPr>
          <p:spPr>
            <a:xfrm>
              <a:off x="1724943" y="6807785"/>
              <a:ext cx="168652" cy="92291"/>
            </a:xfrm>
            <a:custGeom>
              <a:avLst/>
              <a:gdLst>
                <a:gd name="connsiteX0" fmla="*/ 93542 w 168652"/>
                <a:gd name="connsiteY0" fmla="*/ 7292 h 92291"/>
                <a:gd name="connsiteX1" fmla="*/ 156035 w 168652"/>
                <a:gd name="connsiteY1" fmla="*/ 7292 h 92291"/>
                <a:gd name="connsiteX2" fmla="*/ 157754 w 168652"/>
                <a:gd name="connsiteY2" fmla="*/ 7760 h 92291"/>
                <a:gd name="connsiteX3" fmla="*/ 158223 w 168652"/>
                <a:gd name="connsiteY3" fmla="*/ 9479 h 92291"/>
                <a:gd name="connsiteX4" fmla="*/ 156973 w 168652"/>
                <a:gd name="connsiteY4" fmla="*/ 25937 h 92291"/>
                <a:gd name="connsiteX5" fmla="*/ 154694 w 168652"/>
                <a:gd name="connsiteY5" fmla="*/ 42604 h 92291"/>
                <a:gd name="connsiteX6" fmla="*/ 151608 w 168652"/>
                <a:gd name="connsiteY6" fmla="*/ 58437 h 92291"/>
                <a:gd name="connsiteX7" fmla="*/ 148027 w 168652"/>
                <a:gd name="connsiteY7" fmla="*/ 72291 h 92291"/>
                <a:gd name="connsiteX8" fmla="*/ 168653 w 168652"/>
                <a:gd name="connsiteY8" fmla="*/ 72291 h 92291"/>
                <a:gd name="connsiteX9" fmla="*/ 168653 w 168652"/>
                <a:gd name="connsiteY9" fmla="*/ 79375 h 92291"/>
                <a:gd name="connsiteX10" fmla="*/ 83854 w 168652"/>
                <a:gd name="connsiteY10" fmla="*/ 79375 h 92291"/>
                <a:gd name="connsiteX11" fmla="*/ 83854 w 168652"/>
                <a:gd name="connsiteY11" fmla="*/ 72291 h 92291"/>
                <a:gd name="connsiteX12" fmla="*/ 139681 w 168652"/>
                <a:gd name="connsiteY12" fmla="*/ 72291 h 92291"/>
                <a:gd name="connsiteX13" fmla="*/ 143379 w 168652"/>
                <a:gd name="connsiteY13" fmla="*/ 58541 h 92291"/>
                <a:gd name="connsiteX14" fmla="*/ 146556 w 168652"/>
                <a:gd name="connsiteY14" fmla="*/ 42917 h 92291"/>
                <a:gd name="connsiteX15" fmla="*/ 148913 w 168652"/>
                <a:gd name="connsiteY15" fmla="*/ 27604 h 92291"/>
                <a:gd name="connsiteX16" fmla="*/ 149785 w 168652"/>
                <a:gd name="connsiteY16" fmla="*/ 14375 h 92291"/>
                <a:gd name="connsiteX17" fmla="*/ 93542 w 168652"/>
                <a:gd name="connsiteY17" fmla="*/ 14375 h 92291"/>
                <a:gd name="connsiteX18" fmla="*/ 2188 w 168652"/>
                <a:gd name="connsiteY18" fmla="*/ 5000 h 92291"/>
                <a:gd name="connsiteX19" fmla="*/ 34375 w 168652"/>
                <a:gd name="connsiteY19" fmla="*/ 5000 h 92291"/>
                <a:gd name="connsiteX20" fmla="*/ 34375 w 168652"/>
                <a:gd name="connsiteY20" fmla="*/ 11771 h 92291"/>
                <a:gd name="connsiteX21" fmla="*/ 8125 w 168652"/>
                <a:gd name="connsiteY21" fmla="*/ 11771 h 92291"/>
                <a:gd name="connsiteX22" fmla="*/ 8125 w 168652"/>
                <a:gd name="connsiteY22" fmla="*/ 33229 h 92291"/>
                <a:gd name="connsiteX23" fmla="*/ 33438 w 168652"/>
                <a:gd name="connsiteY23" fmla="*/ 33229 h 92291"/>
                <a:gd name="connsiteX24" fmla="*/ 33438 w 168652"/>
                <a:gd name="connsiteY24" fmla="*/ 40312 h 92291"/>
                <a:gd name="connsiteX25" fmla="*/ 8125 w 168652"/>
                <a:gd name="connsiteY25" fmla="*/ 40312 h 92291"/>
                <a:gd name="connsiteX26" fmla="*/ 8125 w 168652"/>
                <a:gd name="connsiteY26" fmla="*/ 62396 h 92291"/>
                <a:gd name="connsiteX27" fmla="*/ 13333 w 168652"/>
                <a:gd name="connsiteY27" fmla="*/ 62396 h 92291"/>
                <a:gd name="connsiteX28" fmla="*/ 19271 w 168652"/>
                <a:gd name="connsiteY28" fmla="*/ 62292 h 92291"/>
                <a:gd name="connsiteX29" fmla="*/ 26875 w 168652"/>
                <a:gd name="connsiteY29" fmla="*/ 61875 h 92291"/>
                <a:gd name="connsiteX30" fmla="*/ 34219 w 168652"/>
                <a:gd name="connsiteY30" fmla="*/ 61302 h 92291"/>
                <a:gd name="connsiteX31" fmla="*/ 39792 w 168652"/>
                <a:gd name="connsiteY31" fmla="*/ 60521 h 92291"/>
                <a:gd name="connsiteX32" fmla="*/ 39792 w 168652"/>
                <a:gd name="connsiteY32" fmla="*/ 67500 h 92291"/>
                <a:gd name="connsiteX33" fmla="*/ 35260 w 168652"/>
                <a:gd name="connsiteY33" fmla="*/ 68177 h 92291"/>
                <a:gd name="connsiteX34" fmla="*/ 27813 w 168652"/>
                <a:gd name="connsiteY34" fmla="*/ 68854 h 92291"/>
                <a:gd name="connsiteX35" fmla="*/ 19167 w 168652"/>
                <a:gd name="connsiteY35" fmla="*/ 69323 h 92291"/>
                <a:gd name="connsiteX36" fmla="*/ 11042 w 168652"/>
                <a:gd name="connsiteY36" fmla="*/ 69479 h 92291"/>
                <a:gd name="connsiteX37" fmla="*/ 2188 w 168652"/>
                <a:gd name="connsiteY37" fmla="*/ 69479 h 92291"/>
                <a:gd name="connsiteX38" fmla="*/ 469 w 168652"/>
                <a:gd name="connsiteY38" fmla="*/ 69010 h 92291"/>
                <a:gd name="connsiteX39" fmla="*/ 0 w 168652"/>
                <a:gd name="connsiteY39" fmla="*/ 67292 h 92291"/>
                <a:gd name="connsiteX40" fmla="*/ 0 w 168652"/>
                <a:gd name="connsiteY40" fmla="*/ 7187 h 92291"/>
                <a:gd name="connsiteX41" fmla="*/ 469 w 168652"/>
                <a:gd name="connsiteY41" fmla="*/ 5469 h 92291"/>
                <a:gd name="connsiteX42" fmla="*/ 2188 w 168652"/>
                <a:gd name="connsiteY42" fmla="*/ 5000 h 92291"/>
                <a:gd name="connsiteX43" fmla="*/ 63021 w 168652"/>
                <a:gd name="connsiteY43" fmla="*/ 0 h 92291"/>
                <a:gd name="connsiteX44" fmla="*/ 71042 w 168652"/>
                <a:gd name="connsiteY44" fmla="*/ 0 h 92291"/>
                <a:gd name="connsiteX45" fmla="*/ 71042 w 168652"/>
                <a:gd name="connsiteY45" fmla="*/ 92291 h 92291"/>
                <a:gd name="connsiteX46" fmla="*/ 63021 w 168652"/>
                <a:gd name="connsiteY46" fmla="*/ 92291 h 92291"/>
                <a:gd name="connsiteX47" fmla="*/ 63021 w 168652"/>
                <a:gd name="connsiteY47" fmla="*/ 40208 h 92291"/>
                <a:gd name="connsiteX48" fmla="*/ 51458 w 168652"/>
                <a:gd name="connsiteY48" fmla="*/ 40208 h 92291"/>
                <a:gd name="connsiteX49" fmla="*/ 51458 w 168652"/>
                <a:gd name="connsiteY49" fmla="*/ 87916 h 92291"/>
                <a:gd name="connsiteX50" fmla="*/ 43542 w 168652"/>
                <a:gd name="connsiteY50" fmla="*/ 87916 h 92291"/>
                <a:gd name="connsiteX51" fmla="*/ 43542 w 168652"/>
                <a:gd name="connsiteY51" fmla="*/ 1562 h 92291"/>
                <a:gd name="connsiteX52" fmla="*/ 51458 w 168652"/>
                <a:gd name="connsiteY52" fmla="*/ 1562 h 92291"/>
                <a:gd name="connsiteX53" fmla="*/ 51458 w 168652"/>
                <a:gd name="connsiteY53" fmla="*/ 32291 h 92291"/>
                <a:gd name="connsiteX54" fmla="*/ 63021 w 168652"/>
                <a:gd name="connsiteY54" fmla="*/ 32291 h 92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68652" h="92291">
                  <a:moveTo>
                    <a:pt x="93542" y="7292"/>
                  </a:moveTo>
                  <a:lnTo>
                    <a:pt x="156035" y="7292"/>
                  </a:lnTo>
                  <a:cubicBezTo>
                    <a:pt x="156882" y="7292"/>
                    <a:pt x="157442" y="7448"/>
                    <a:pt x="157754" y="7760"/>
                  </a:cubicBezTo>
                  <a:cubicBezTo>
                    <a:pt x="158067" y="8073"/>
                    <a:pt x="158223" y="8646"/>
                    <a:pt x="158223" y="9479"/>
                  </a:cubicBezTo>
                  <a:cubicBezTo>
                    <a:pt x="158014" y="14818"/>
                    <a:pt x="157611" y="20312"/>
                    <a:pt x="156973" y="25937"/>
                  </a:cubicBezTo>
                  <a:cubicBezTo>
                    <a:pt x="156348" y="31562"/>
                    <a:pt x="155593" y="37109"/>
                    <a:pt x="154694" y="42604"/>
                  </a:cubicBezTo>
                  <a:cubicBezTo>
                    <a:pt x="153783" y="48086"/>
                    <a:pt x="152754" y="53359"/>
                    <a:pt x="151608" y="58437"/>
                  </a:cubicBezTo>
                  <a:cubicBezTo>
                    <a:pt x="150462" y="63502"/>
                    <a:pt x="149277" y="68125"/>
                    <a:pt x="148027" y="72291"/>
                  </a:cubicBezTo>
                  <a:lnTo>
                    <a:pt x="168653" y="72291"/>
                  </a:lnTo>
                  <a:lnTo>
                    <a:pt x="168653" y="79375"/>
                  </a:lnTo>
                  <a:lnTo>
                    <a:pt x="83854" y="79375"/>
                  </a:lnTo>
                  <a:lnTo>
                    <a:pt x="83854" y="72291"/>
                  </a:lnTo>
                  <a:lnTo>
                    <a:pt x="139681" y="72291"/>
                  </a:lnTo>
                  <a:cubicBezTo>
                    <a:pt x="140931" y="68255"/>
                    <a:pt x="142168" y="63672"/>
                    <a:pt x="143379" y="58541"/>
                  </a:cubicBezTo>
                  <a:cubicBezTo>
                    <a:pt x="144603" y="53398"/>
                    <a:pt x="145658" y="48190"/>
                    <a:pt x="146556" y="42917"/>
                  </a:cubicBezTo>
                  <a:cubicBezTo>
                    <a:pt x="147533" y="37708"/>
                    <a:pt x="148314" y="32604"/>
                    <a:pt x="148913" y="27604"/>
                  </a:cubicBezTo>
                  <a:cubicBezTo>
                    <a:pt x="149499" y="22604"/>
                    <a:pt x="149785" y="18190"/>
                    <a:pt x="149785" y="14375"/>
                  </a:cubicBezTo>
                  <a:lnTo>
                    <a:pt x="93542" y="14375"/>
                  </a:lnTo>
                  <a:close/>
                  <a:moveTo>
                    <a:pt x="2188" y="5000"/>
                  </a:moveTo>
                  <a:lnTo>
                    <a:pt x="34375" y="5000"/>
                  </a:lnTo>
                  <a:lnTo>
                    <a:pt x="34375" y="11771"/>
                  </a:lnTo>
                  <a:lnTo>
                    <a:pt x="8125" y="11771"/>
                  </a:lnTo>
                  <a:lnTo>
                    <a:pt x="8125" y="33229"/>
                  </a:lnTo>
                  <a:lnTo>
                    <a:pt x="33438" y="33229"/>
                  </a:lnTo>
                  <a:lnTo>
                    <a:pt x="33438" y="40312"/>
                  </a:lnTo>
                  <a:lnTo>
                    <a:pt x="8125" y="40312"/>
                  </a:lnTo>
                  <a:lnTo>
                    <a:pt x="8125" y="62396"/>
                  </a:lnTo>
                  <a:lnTo>
                    <a:pt x="13333" y="62396"/>
                  </a:lnTo>
                  <a:cubicBezTo>
                    <a:pt x="14861" y="62396"/>
                    <a:pt x="16840" y="62357"/>
                    <a:pt x="19271" y="62292"/>
                  </a:cubicBezTo>
                  <a:cubicBezTo>
                    <a:pt x="21702" y="62213"/>
                    <a:pt x="24236" y="62083"/>
                    <a:pt x="26875" y="61875"/>
                  </a:cubicBezTo>
                  <a:cubicBezTo>
                    <a:pt x="29444" y="61732"/>
                    <a:pt x="31892" y="61536"/>
                    <a:pt x="34219" y="61302"/>
                  </a:cubicBezTo>
                  <a:cubicBezTo>
                    <a:pt x="36546" y="61055"/>
                    <a:pt x="38402" y="60794"/>
                    <a:pt x="39792" y="60521"/>
                  </a:cubicBezTo>
                  <a:lnTo>
                    <a:pt x="39792" y="67500"/>
                  </a:lnTo>
                  <a:cubicBezTo>
                    <a:pt x="38958" y="67708"/>
                    <a:pt x="37448" y="67929"/>
                    <a:pt x="35260" y="68177"/>
                  </a:cubicBezTo>
                  <a:cubicBezTo>
                    <a:pt x="33073" y="68411"/>
                    <a:pt x="30590" y="68646"/>
                    <a:pt x="27813" y="68854"/>
                  </a:cubicBezTo>
                  <a:cubicBezTo>
                    <a:pt x="25035" y="69062"/>
                    <a:pt x="22152" y="69219"/>
                    <a:pt x="19167" y="69323"/>
                  </a:cubicBezTo>
                  <a:cubicBezTo>
                    <a:pt x="16181" y="69427"/>
                    <a:pt x="13473" y="69479"/>
                    <a:pt x="11042" y="69479"/>
                  </a:cubicBezTo>
                  <a:lnTo>
                    <a:pt x="2188" y="69479"/>
                  </a:lnTo>
                  <a:cubicBezTo>
                    <a:pt x="1354" y="69479"/>
                    <a:pt x="781" y="69323"/>
                    <a:pt x="469" y="69010"/>
                  </a:cubicBezTo>
                  <a:cubicBezTo>
                    <a:pt x="156" y="68698"/>
                    <a:pt x="0" y="68125"/>
                    <a:pt x="0" y="67292"/>
                  </a:cubicBezTo>
                  <a:lnTo>
                    <a:pt x="0" y="7187"/>
                  </a:lnTo>
                  <a:cubicBezTo>
                    <a:pt x="0" y="6354"/>
                    <a:pt x="156" y="5781"/>
                    <a:pt x="469" y="5469"/>
                  </a:cubicBezTo>
                  <a:cubicBezTo>
                    <a:pt x="781" y="5156"/>
                    <a:pt x="1354" y="5000"/>
                    <a:pt x="2188" y="5000"/>
                  </a:cubicBezTo>
                  <a:close/>
                  <a:moveTo>
                    <a:pt x="63021" y="0"/>
                  </a:moveTo>
                  <a:lnTo>
                    <a:pt x="71042" y="0"/>
                  </a:lnTo>
                  <a:lnTo>
                    <a:pt x="71042" y="92291"/>
                  </a:lnTo>
                  <a:lnTo>
                    <a:pt x="63021" y="92291"/>
                  </a:lnTo>
                  <a:lnTo>
                    <a:pt x="63021" y="40208"/>
                  </a:lnTo>
                  <a:lnTo>
                    <a:pt x="51458" y="40208"/>
                  </a:lnTo>
                  <a:lnTo>
                    <a:pt x="51458" y="87916"/>
                  </a:lnTo>
                  <a:lnTo>
                    <a:pt x="43542" y="87916"/>
                  </a:lnTo>
                  <a:lnTo>
                    <a:pt x="43542" y="1562"/>
                  </a:lnTo>
                  <a:lnTo>
                    <a:pt x="51458" y="1562"/>
                  </a:lnTo>
                  <a:lnTo>
                    <a:pt x="51458" y="32291"/>
                  </a:lnTo>
                  <a:lnTo>
                    <a:pt x="63021" y="32291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8" name="TextBox 687">
              <a:extLst>
                <a:ext uri="{FF2B5EF4-FFF2-40B4-BE49-F238E27FC236}">
                  <a16:creationId xmlns:a16="http://schemas.microsoft.com/office/drawing/2014/main" id="{7044BFE6-C5D9-48D2-A94D-FFC03BB89AD9}"/>
                </a:ext>
              </a:extLst>
            </p:cNvPr>
            <p:cNvSpPr txBox="1"/>
            <p:nvPr/>
          </p:nvSpPr>
          <p:spPr>
            <a:xfrm>
              <a:off x="1633503" y="6738653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태그</a:t>
              </a:r>
            </a:p>
          </p:txBody>
        </p:sp>
        <p:sp>
          <p:nvSpPr>
            <p:cNvPr id="689" name="자유형: 도형 688">
              <a:extLst>
                <a:ext uri="{FF2B5EF4-FFF2-40B4-BE49-F238E27FC236}">
                  <a16:creationId xmlns:a16="http://schemas.microsoft.com/office/drawing/2014/main" id="{A4993295-B806-4DE4-A016-0D1CF7A6DF34}"/>
                </a:ext>
              </a:extLst>
            </p:cNvPr>
            <p:cNvSpPr/>
            <p:nvPr/>
          </p:nvSpPr>
          <p:spPr>
            <a:xfrm>
              <a:off x="1944468" y="6807785"/>
              <a:ext cx="365521" cy="92604"/>
            </a:xfrm>
            <a:custGeom>
              <a:avLst/>
              <a:gdLst>
                <a:gd name="connsiteX0" fmla="*/ 280729 w 365521"/>
                <a:gd name="connsiteY0" fmla="*/ 72500 h 92604"/>
                <a:gd name="connsiteX1" fmla="*/ 365521 w 365521"/>
                <a:gd name="connsiteY1" fmla="*/ 72500 h 92604"/>
                <a:gd name="connsiteX2" fmla="*/ 365521 w 365521"/>
                <a:gd name="connsiteY2" fmla="*/ 79583 h 92604"/>
                <a:gd name="connsiteX3" fmla="*/ 280729 w 365521"/>
                <a:gd name="connsiteY3" fmla="*/ 79583 h 92604"/>
                <a:gd name="connsiteX4" fmla="*/ 207188 w 365521"/>
                <a:gd name="connsiteY4" fmla="*/ 60937 h 92604"/>
                <a:gd name="connsiteX5" fmla="*/ 215625 w 365521"/>
                <a:gd name="connsiteY5" fmla="*/ 60937 h 92604"/>
                <a:gd name="connsiteX6" fmla="*/ 215625 w 365521"/>
                <a:gd name="connsiteY6" fmla="*/ 83333 h 92604"/>
                <a:gd name="connsiteX7" fmla="*/ 269688 w 365521"/>
                <a:gd name="connsiteY7" fmla="*/ 83333 h 92604"/>
                <a:gd name="connsiteX8" fmla="*/ 269688 w 365521"/>
                <a:gd name="connsiteY8" fmla="*/ 90417 h 92604"/>
                <a:gd name="connsiteX9" fmla="*/ 209375 w 365521"/>
                <a:gd name="connsiteY9" fmla="*/ 90417 h 92604"/>
                <a:gd name="connsiteX10" fmla="*/ 207656 w 365521"/>
                <a:gd name="connsiteY10" fmla="*/ 89948 h 92604"/>
                <a:gd name="connsiteX11" fmla="*/ 207188 w 365521"/>
                <a:gd name="connsiteY11" fmla="*/ 88229 h 92604"/>
                <a:gd name="connsiteX12" fmla="*/ 113333 w 365521"/>
                <a:gd name="connsiteY12" fmla="*/ 9583 h 92604"/>
                <a:gd name="connsiteX13" fmla="*/ 106667 w 365521"/>
                <a:gd name="connsiteY13" fmla="*/ 11875 h 92604"/>
                <a:gd name="connsiteX14" fmla="*/ 102083 w 365521"/>
                <a:gd name="connsiteY14" fmla="*/ 18020 h 92604"/>
                <a:gd name="connsiteX15" fmla="*/ 99375 w 365521"/>
                <a:gd name="connsiteY15" fmla="*/ 26875 h 92604"/>
                <a:gd name="connsiteX16" fmla="*/ 98542 w 365521"/>
                <a:gd name="connsiteY16" fmla="*/ 37291 h 92604"/>
                <a:gd name="connsiteX17" fmla="*/ 99427 w 365521"/>
                <a:gd name="connsiteY17" fmla="*/ 47969 h 92604"/>
                <a:gd name="connsiteX18" fmla="*/ 102083 w 365521"/>
                <a:gd name="connsiteY18" fmla="*/ 56771 h 92604"/>
                <a:gd name="connsiteX19" fmla="*/ 106719 w 365521"/>
                <a:gd name="connsiteY19" fmla="*/ 62812 h 92604"/>
                <a:gd name="connsiteX20" fmla="*/ 113333 w 365521"/>
                <a:gd name="connsiteY20" fmla="*/ 65000 h 92604"/>
                <a:gd name="connsiteX21" fmla="*/ 119792 w 365521"/>
                <a:gd name="connsiteY21" fmla="*/ 62812 h 92604"/>
                <a:gd name="connsiteX22" fmla="*/ 124375 w 365521"/>
                <a:gd name="connsiteY22" fmla="*/ 56771 h 92604"/>
                <a:gd name="connsiteX23" fmla="*/ 127031 w 365521"/>
                <a:gd name="connsiteY23" fmla="*/ 47969 h 92604"/>
                <a:gd name="connsiteX24" fmla="*/ 127917 w 365521"/>
                <a:gd name="connsiteY24" fmla="*/ 37291 h 92604"/>
                <a:gd name="connsiteX25" fmla="*/ 127031 w 365521"/>
                <a:gd name="connsiteY25" fmla="*/ 26771 h 92604"/>
                <a:gd name="connsiteX26" fmla="*/ 124375 w 365521"/>
                <a:gd name="connsiteY26" fmla="*/ 17916 h 92604"/>
                <a:gd name="connsiteX27" fmla="*/ 119844 w 365521"/>
                <a:gd name="connsiteY27" fmla="*/ 11875 h 92604"/>
                <a:gd name="connsiteX28" fmla="*/ 113333 w 365521"/>
                <a:gd name="connsiteY28" fmla="*/ 9583 h 92604"/>
                <a:gd name="connsiteX29" fmla="*/ 208 w 365521"/>
                <a:gd name="connsiteY29" fmla="*/ 4479 h 92604"/>
                <a:gd name="connsiteX30" fmla="*/ 38542 w 365521"/>
                <a:gd name="connsiteY30" fmla="*/ 4479 h 92604"/>
                <a:gd name="connsiteX31" fmla="*/ 40260 w 365521"/>
                <a:gd name="connsiteY31" fmla="*/ 4948 h 92604"/>
                <a:gd name="connsiteX32" fmla="*/ 40729 w 365521"/>
                <a:gd name="connsiteY32" fmla="*/ 6667 h 92604"/>
                <a:gd name="connsiteX33" fmla="*/ 40729 w 365521"/>
                <a:gd name="connsiteY33" fmla="*/ 38125 h 92604"/>
                <a:gd name="connsiteX34" fmla="*/ 40260 w 365521"/>
                <a:gd name="connsiteY34" fmla="*/ 39844 h 92604"/>
                <a:gd name="connsiteX35" fmla="*/ 38542 w 365521"/>
                <a:gd name="connsiteY35" fmla="*/ 40312 h 92604"/>
                <a:gd name="connsiteX36" fmla="*/ 8021 w 365521"/>
                <a:gd name="connsiteY36" fmla="*/ 40416 h 92604"/>
                <a:gd name="connsiteX37" fmla="*/ 8021 w 365521"/>
                <a:gd name="connsiteY37" fmla="*/ 62292 h 92604"/>
                <a:gd name="connsiteX38" fmla="*/ 16875 w 365521"/>
                <a:gd name="connsiteY38" fmla="*/ 62292 h 92604"/>
                <a:gd name="connsiteX39" fmla="*/ 28021 w 365521"/>
                <a:gd name="connsiteY39" fmla="*/ 61979 h 92604"/>
                <a:gd name="connsiteX40" fmla="*/ 38437 w 365521"/>
                <a:gd name="connsiteY40" fmla="*/ 61250 h 92604"/>
                <a:gd name="connsiteX41" fmla="*/ 47344 w 365521"/>
                <a:gd name="connsiteY41" fmla="*/ 60156 h 92604"/>
                <a:gd name="connsiteX42" fmla="*/ 54167 w 365521"/>
                <a:gd name="connsiteY42" fmla="*/ 58958 h 92604"/>
                <a:gd name="connsiteX43" fmla="*/ 54167 w 365521"/>
                <a:gd name="connsiteY43" fmla="*/ 66146 h 92604"/>
                <a:gd name="connsiteX44" fmla="*/ 46771 w 365521"/>
                <a:gd name="connsiteY44" fmla="*/ 67396 h 92604"/>
                <a:gd name="connsiteX45" fmla="*/ 37187 w 365521"/>
                <a:gd name="connsiteY45" fmla="*/ 68541 h 92604"/>
                <a:gd name="connsiteX46" fmla="*/ 26042 w 365521"/>
                <a:gd name="connsiteY46" fmla="*/ 69375 h 92604"/>
                <a:gd name="connsiteX47" fmla="*/ 14063 w 365521"/>
                <a:gd name="connsiteY47" fmla="*/ 69687 h 92604"/>
                <a:gd name="connsiteX48" fmla="*/ 2187 w 365521"/>
                <a:gd name="connsiteY48" fmla="*/ 69687 h 92604"/>
                <a:gd name="connsiteX49" fmla="*/ 469 w 365521"/>
                <a:gd name="connsiteY49" fmla="*/ 69219 h 92604"/>
                <a:gd name="connsiteX50" fmla="*/ 0 w 365521"/>
                <a:gd name="connsiteY50" fmla="*/ 67500 h 92604"/>
                <a:gd name="connsiteX51" fmla="*/ 0 w 365521"/>
                <a:gd name="connsiteY51" fmla="*/ 35521 h 92604"/>
                <a:gd name="connsiteX52" fmla="*/ 469 w 365521"/>
                <a:gd name="connsiteY52" fmla="*/ 33802 h 92604"/>
                <a:gd name="connsiteX53" fmla="*/ 2187 w 365521"/>
                <a:gd name="connsiteY53" fmla="*/ 33333 h 92604"/>
                <a:gd name="connsiteX54" fmla="*/ 32500 w 365521"/>
                <a:gd name="connsiteY54" fmla="*/ 33333 h 92604"/>
                <a:gd name="connsiteX55" fmla="*/ 32500 w 365521"/>
                <a:gd name="connsiteY55" fmla="*/ 11667 h 92604"/>
                <a:gd name="connsiteX56" fmla="*/ 208 w 365521"/>
                <a:gd name="connsiteY56" fmla="*/ 11667 h 92604"/>
                <a:gd name="connsiteX57" fmla="*/ 318750 w 365521"/>
                <a:gd name="connsiteY57" fmla="*/ 3646 h 92604"/>
                <a:gd name="connsiteX58" fmla="*/ 327604 w 365521"/>
                <a:gd name="connsiteY58" fmla="*/ 3646 h 92604"/>
                <a:gd name="connsiteX59" fmla="*/ 327604 w 365521"/>
                <a:gd name="connsiteY59" fmla="*/ 11563 h 92604"/>
                <a:gd name="connsiteX60" fmla="*/ 330469 w 365521"/>
                <a:gd name="connsiteY60" fmla="*/ 23177 h 92604"/>
                <a:gd name="connsiteX61" fmla="*/ 338125 w 365521"/>
                <a:gd name="connsiteY61" fmla="*/ 33750 h 92604"/>
                <a:gd name="connsiteX62" fmla="*/ 349063 w 365521"/>
                <a:gd name="connsiteY62" fmla="*/ 42239 h 92604"/>
                <a:gd name="connsiteX63" fmla="*/ 361771 w 365521"/>
                <a:gd name="connsiteY63" fmla="*/ 47917 h 92604"/>
                <a:gd name="connsiteX64" fmla="*/ 355938 w 365521"/>
                <a:gd name="connsiteY64" fmla="*/ 54062 h 92604"/>
                <a:gd name="connsiteX65" fmla="*/ 346406 w 365521"/>
                <a:gd name="connsiteY65" fmla="*/ 49739 h 92604"/>
                <a:gd name="connsiteX66" fmla="*/ 336979 w 365521"/>
                <a:gd name="connsiteY66" fmla="*/ 43229 h 92604"/>
                <a:gd name="connsiteX67" fmla="*/ 328854 w 365521"/>
                <a:gd name="connsiteY67" fmla="*/ 35156 h 92604"/>
                <a:gd name="connsiteX68" fmla="*/ 323333 w 365521"/>
                <a:gd name="connsiteY68" fmla="*/ 25729 h 92604"/>
                <a:gd name="connsiteX69" fmla="*/ 317709 w 365521"/>
                <a:gd name="connsiteY69" fmla="*/ 35000 h 92604"/>
                <a:gd name="connsiteX70" fmla="*/ 309688 w 365521"/>
                <a:gd name="connsiteY70" fmla="*/ 43021 h 92604"/>
                <a:gd name="connsiteX71" fmla="*/ 300261 w 365521"/>
                <a:gd name="connsiteY71" fmla="*/ 49531 h 92604"/>
                <a:gd name="connsiteX72" fmla="*/ 290625 w 365521"/>
                <a:gd name="connsiteY72" fmla="*/ 54166 h 92604"/>
                <a:gd name="connsiteX73" fmla="*/ 284375 w 365521"/>
                <a:gd name="connsiteY73" fmla="*/ 47812 h 92604"/>
                <a:gd name="connsiteX74" fmla="*/ 296823 w 365521"/>
                <a:gd name="connsiteY74" fmla="*/ 42448 h 92604"/>
                <a:gd name="connsiteX75" fmla="*/ 307813 w 365521"/>
                <a:gd name="connsiteY75" fmla="*/ 34271 h 92604"/>
                <a:gd name="connsiteX76" fmla="*/ 315729 w 365521"/>
                <a:gd name="connsiteY76" fmla="*/ 23802 h 92604"/>
                <a:gd name="connsiteX77" fmla="*/ 318750 w 365521"/>
                <a:gd name="connsiteY77" fmla="*/ 11563 h 92604"/>
                <a:gd name="connsiteX78" fmla="*/ 214063 w 365521"/>
                <a:gd name="connsiteY78" fmla="*/ 2292 h 92604"/>
                <a:gd name="connsiteX79" fmla="*/ 222604 w 365521"/>
                <a:gd name="connsiteY79" fmla="*/ 2292 h 92604"/>
                <a:gd name="connsiteX80" fmla="*/ 222604 w 365521"/>
                <a:gd name="connsiteY80" fmla="*/ 13854 h 92604"/>
                <a:gd name="connsiteX81" fmla="*/ 224636 w 365521"/>
                <a:gd name="connsiteY81" fmla="*/ 24635 h 92604"/>
                <a:gd name="connsiteX82" fmla="*/ 230000 w 365521"/>
                <a:gd name="connsiteY82" fmla="*/ 33542 h 92604"/>
                <a:gd name="connsiteX83" fmla="*/ 237761 w 365521"/>
                <a:gd name="connsiteY83" fmla="*/ 40416 h 92604"/>
                <a:gd name="connsiteX84" fmla="*/ 246875 w 365521"/>
                <a:gd name="connsiteY84" fmla="*/ 45000 h 92604"/>
                <a:gd name="connsiteX85" fmla="*/ 241458 w 365521"/>
                <a:gd name="connsiteY85" fmla="*/ 51458 h 92604"/>
                <a:gd name="connsiteX86" fmla="*/ 235156 w 365521"/>
                <a:gd name="connsiteY86" fmla="*/ 48073 h 92604"/>
                <a:gd name="connsiteX87" fmla="*/ 228750 w 365521"/>
                <a:gd name="connsiteY87" fmla="*/ 43437 h 92604"/>
                <a:gd name="connsiteX88" fmla="*/ 222865 w 365521"/>
                <a:gd name="connsiteY88" fmla="*/ 37604 h 92604"/>
                <a:gd name="connsiteX89" fmla="*/ 218438 w 365521"/>
                <a:gd name="connsiteY89" fmla="*/ 30625 h 92604"/>
                <a:gd name="connsiteX90" fmla="*/ 214531 w 365521"/>
                <a:gd name="connsiteY90" fmla="*/ 38125 h 92604"/>
                <a:gd name="connsiteX91" fmla="*/ 208958 w 365521"/>
                <a:gd name="connsiteY91" fmla="*/ 44583 h 92604"/>
                <a:gd name="connsiteX92" fmla="*/ 202344 w 365521"/>
                <a:gd name="connsiteY92" fmla="*/ 49896 h 92604"/>
                <a:gd name="connsiteX93" fmla="*/ 195417 w 365521"/>
                <a:gd name="connsiteY93" fmla="*/ 54166 h 92604"/>
                <a:gd name="connsiteX94" fmla="*/ 189063 w 365521"/>
                <a:gd name="connsiteY94" fmla="*/ 48438 h 92604"/>
                <a:gd name="connsiteX95" fmla="*/ 198698 w 365521"/>
                <a:gd name="connsiteY95" fmla="*/ 42760 h 92604"/>
                <a:gd name="connsiteX96" fmla="*/ 206667 w 365521"/>
                <a:gd name="connsiteY96" fmla="*/ 35312 h 92604"/>
                <a:gd name="connsiteX97" fmla="*/ 212031 w 365521"/>
                <a:gd name="connsiteY97" fmla="*/ 25989 h 92604"/>
                <a:gd name="connsiteX98" fmla="*/ 214063 w 365521"/>
                <a:gd name="connsiteY98" fmla="*/ 14583 h 92604"/>
                <a:gd name="connsiteX99" fmla="*/ 113333 w 365521"/>
                <a:gd name="connsiteY99" fmla="*/ 2187 h 92604"/>
                <a:gd name="connsiteX100" fmla="*/ 122083 w 365521"/>
                <a:gd name="connsiteY100" fmla="*/ 4323 h 92604"/>
                <a:gd name="connsiteX101" fmla="*/ 129375 w 365521"/>
                <a:gd name="connsiteY101" fmla="*/ 10833 h 92604"/>
                <a:gd name="connsiteX102" fmla="*/ 134323 w 365521"/>
                <a:gd name="connsiteY102" fmla="*/ 21719 h 92604"/>
                <a:gd name="connsiteX103" fmla="*/ 136146 w 365521"/>
                <a:gd name="connsiteY103" fmla="*/ 37291 h 92604"/>
                <a:gd name="connsiteX104" fmla="*/ 134323 w 365521"/>
                <a:gd name="connsiteY104" fmla="*/ 52813 h 92604"/>
                <a:gd name="connsiteX105" fmla="*/ 129375 w 365521"/>
                <a:gd name="connsiteY105" fmla="*/ 63750 h 92604"/>
                <a:gd name="connsiteX106" fmla="*/ 122135 w 365521"/>
                <a:gd name="connsiteY106" fmla="*/ 70260 h 92604"/>
                <a:gd name="connsiteX107" fmla="*/ 113333 w 365521"/>
                <a:gd name="connsiteY107" fmla="*/ 72396 h 92604"/>
                <a:gd name="connsiteX108" fmla="*/ 104375 w 365521"/>
                <a:gd name="connsiteY108" fmla="*/ 70312 h 92604"/>
                <a:gd name="connsiteX109" fmla="*/ 97083 w 365521"/>
                <a:gd name="connsiteY109" fmla="*/ 63854 h 92604"/>
                <a:gd name="connsiteX110" fmla="*/ 92188 w 365521"/>
                <a:gd name="connsiteY110" fmla="*/ 52865 h 92604"/>
                <a:gd name="connsiteX111" fmla="*/ 90417 w 365521"/>
                <a:gd name="connsiteY111" fmla="*/ 37291 h 92604"/>
                <a:gd name="connsiteX112" fmla="*/ 92188 w 365521"/>
                <a:gd name="connsiteY112" fmla="*/ 21562 h 92604"/>
                <a:gd name="connsiteX113" fmla="*/ 96979 w 365521"/>
                <a:gd name="connsiteY113" fmla="*/ 10625 h 92604"/>
                <a:gd name="connsiteX114" fmla="*/ 104271 w 365521"/>
                <a:gd name="connsiteY114" fmla="*/ 4270 h 92604"/>
                <a:gd name="connsiteX115" fmla="*/ 113333 w 365521"/>
                <a:gd name="connsiteY115" fmla="*/ 2187 h 92604"/>
                <a:gd name="connsiteX116" fmla="*/ 258854 w 365521"/>
                <a:gd name="connsiteY116" fmla="*/ 0 h 92604"/>
                <a:gd name="connsiteX117" fmla="*/ 266979 w 365521"/>
                <a:gd name="connsiteY117" fmla="*/ 0 h 92604"/>
                <a:gd name="connsiteX118" fmla="*/ 266979 w 365521"/>
                <a:gd name="connsiteY118" fmla="*/ 67604 h 92604"/>
                <a:gd name="connsiteX119" fmla="*/ 258854 w 365521"/>
                <a:gd name="connsiteY119" fmla="*/ 67604 h 92604"/>
                <a:gd name="connsiteX120" fmla="*/ 258854 w 365521"/>
                <a:gd name="connsiteY120" fmla="*/ 25625 h 92604"/>
                <a:gd name="connsiteX121" fmla="*/ 238542 w 365521"/>
                <a:gd name="connsiteY121" fmla="*/ 25625 h 92604"/>
                <a:gd name="connsiteX122" fmla="*/ 238542 w 365521"/>
                <a:gd name="connsiteY122" fmla="*/ 18333 h 92604"/>
                <a:gd name="connsiteX123" fmla="*/ 258854 w 365521"/>
                <a:gd name="connsiteY123" fmla="*/ 18333 h 92604"/>
                <a:gd name="connsiteX124" fmla="*/ 154167 w 365521"/>
                <a:gd name="connsiteY124" fmla="*/ 0 h 92604"/>
                <a:gd name="connsiteX125" fmla="*/ 162396 w 365521"/>
                <a:gd name="connsiteY125" fmla="*/ 0 h 92604"/>
                <a:gd name="connsiteX126" fmla="*/ 162396 w 365521"/>
                <a:gd name="connsiteY126" fmla="*/ 92500 h 92604"/>
                <a:gd name="connsiteX127" fmla="*/ 154167 w 365521"/>
                <a:gd name="connsiteY127" fmla="*/ 92500 h 92604"/>
                <a:gd name="connsiteX128" fmla="*/ 58750 w 365521"/>
                <a:gd name="connsiteY128" fmla="*/ 0 h 92604"/>
                <a:gd name="connsiteX129" fmla="*/ 67083 w 365521"/>
                <a:gd name="connsiteY129" fmla="*/ 0 h 92604"/>
                <a:gd name="connsiteX130" fmla="*/ 67083 w 365521"/>
                <a:gd name="connsiteY130" fmla="*/ 33958 h 92604"/>
                <a:gd name="connsiteX131" fmla="*/ 80729 w 365521"/>
                <a:gd name="connsiteY131" fmla="*/ 33958 h 92604"/>
                <a:gd name="connsiteX132" fmla="*/ 80729 w 365521"/>
                <a:gd name="connsiteY132" fmla="*/ 41562 h 92604"/>
                <a:gd name="connsiteX133" fmla="*/ 67083 w 365521"/>
                <a:gd name="connsiteY133" fmla="*/ 41562 h 92604"/>
                <a:gd name="connsiteX134" fmla="*/ 67083 w 365521"/>
                <a:gd name="connsiteY134" fmla="*/ 92604 h 92604"/>
                <a:gd name="connsiteX135" fmla="*/ 58750 w 365521"/>
                <a:gd name="connsiteY135" fmla="*/ 92604 h 9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</a:cxnLst>
              <a:rect l="l" t="t" r="r" b="b"/>
              <a:pathLst>
                <a:path w="365521" h="92604">
                  <a:moveTo>
                    <a:pt x="280729" y="72500"/>
                  </a:moveTo>
                  <a:lnTo>
                    <a:pt x="365521" y="72500"/>
                  </a:lnTo>
                  <a:lnTo>
                    <a:pt x="365521" y="79583"/>
                  </a:lnTo>
                  <a:lnTo>
                    <a:pt x="280729" y="79583"/>
                  </a:lnTo>
                  <a:close/>
                  <a:moveTo>
                    <a:pt x="207188" y="60937"/>
                  </a:moveTo>
                  <a:lnTo>
                    <a:pt x="215625" y="60937"/>
                  </a:lnTo>
                  <a:lnTo>
                    <a:pt x="215625" y="83333"/>
                  </a:lnTo>
                  <a:lnTo>
                    <a:pt x="269688" y="83333"/>
                  </a:lnTo>
                  <a:lnTo>
                    <a:pt x="269688" y="90417"/>
                  </a:lnTo>
                  <a:lnTo>
                    <a:pt x="209375" y="90417"/>
                  </a:lnTo>
                  <a:cubicBezTo>
                    <a:pt x="208542" y="90417"/>
                    <a:pt x="207969" y="90260"/>
                    <a:pt x="207656" y="89948"/>
                  </a:cubicBezTo>
                  <a:cubicBezTo>
                    <a:pt x="207344" y="89635"/>
                    <a:pt x="207188" y="89062"/>
                    <a:pt x="207188" y="88229"/>
                  </a:cubicBezTo>
                  <a:close/>
                  <a:moveTo>
                    <a:pt x="113333" y="9583"/>
                  </a:moveTo>
                  <a:cubicBezTo>
                    <a:pt x="110755" y="9583"/>
                    <a:pt x="108542" y="10338"/>
                    <a:pt x="106667" y="11875"/>
                  </a:cubicBezTo>
                  <a:cubicBezTo>
                    <a:pt x="104792" y="13398"/>
                    <a:pt x="103255" y="15442"/>
                    <a:pt x="102083" y="18020"/>
                  </a:cubicBezTo>
                  <a:cubicBezTo>
                    <a:pt x="100833" y="20586"/>
                    <a:pt x="99922" y="23541"/>
                    <a:pt x="99375" y="26875"/>
                  </a:cubicBezTo>
                  <a:cubicBezTo>
                    <a:pt x="98815" y="30208"/>
                    <a:pt x="98542" y="33672"/>
                    <a:pt x="98542" y="37291"/>
                  </a:cubicBezTo>
                  <a:cubicBezTo>
                    <a:pt x="98542" y="41041"/>
                    <a:pt x="98828" y="44596"/>
                    <a:pt x="99427" y="47969"/>
                  </a:cubicBezTo>
                  <a:cubicBezTo>
                    <a:pt x="100013" y="51328"/>
                    <a:pt x="100899" y="54271"/>
                    <a:pt x="102083" y="56771"/>
                  </a:cubicBezTo>
                  <a:cubicBezTo>
                    <a:pt x="103333" y="59336"/>
                    <a:pt x="104870" y="61354"/>
                    <a:pt x="106719" y="62812"/>
                  </a:cubicBezTo>
                  <a:cubicBezTo>
                    <a:pt x="108555" y="64271"/>
                    <a:pt x="110755" y="65000"/>
                    <a:pt x="113333" y="65000"/>
                  </a:cubicBezTo>
                  <a:cubicBezTo>
                    <a:pt x="115833" y="65000"/>
                    <a:pt x="117982" y="64271"/>
                    <a:pt x="119792" y="62812"/>
                  </a:cubicBezTo>
                  <a:cubicBezTo>
                    <a:pt x="121589" y="61354"/>
                    <a:pt x="123125" y="59336"/>
                    <a:pt x="124375" y="56771"/>
                  </a:cubicBezTo>
                  <a:cubicBezTo>
                    <a:pt x="125547" y="54271"/>
                    <a:pt x="126432" y="51328"/>
                    <a:pt x="127031" y="47969"/>
                  </a:cubicBezTo>
                  <a:cubicBezTo>
                    <a:pt x="127617" y="44596"/>
                    <a:pt x="127917" y="41041"/>
                    <a:pt x="127917" y="37291"/>
                  </a:cubicBezTo>
                  <a:cubicBezTo>
                    <a:pt x="127917" y="33607"/>
                    <a:pt x="127617" y="30104"/>
                    <a:pt x="127031" y="26771"/>
                  </a:cubicBezTo>
                  <a:cubicBezTo>
                    <a:pt x="126432" y="23437"/>
                    <a:pt x="125547" y="20482"/>
                    <a:pt x="124375" y="17916"/>
                  </a:cubicBezTo>
                  <a:cubicBezTo>
                    <a:pt x="123190" y="15417"/>
                    <a:pt x="121680" y="13398"/>
                    <a:pt x="119844" y="11875"/>
                  </a:cubicBezTo>
                  <a:cubicBezTo>
                    <a:pt x="117995" y="10338"/>
                    <a:pt x="115833" y="9583"/>
                    <a:pt x="113333" y="9583"/>
                  </a:cubicBezTo>
                  <a:close/>
                  <a:moveTo>
                    <a:pt x="208" y="4479"/>
                  </a:moveTo>
                  <a:lnTo>
                    <a:pt x="38542" y="4479"/>
                  </a:lnTo>
                  <a:cubicBezTo>
                    <a:pt x="39375" y="4479"/>
                    <a:pt x="39948" y="4635"/>
                    <a:pt x="40260" y="4948"/>
                  </a:cubicBezTo>
                  <a:cubicBezTo>
                    <a:pt x="40573" y="5260"/>
                    <a:pt x="40729" y="5833"/>
                    <a:pt x="40729" y="6667"/>
                  </a:cubicBezTo>
                  <a:lnTo>
                    <a:pt x="40729" y="38125"/>
                  </a:lnTo>
                  <a:cubicBezTo>
                    <a:pt x="40729" y="38958"/>
                    <a:pt x="40573" y="39531"/>
                    <a:pt x="40260" y="39844"/>
                  </a:cubicBezTo>
                  <a:cubicBezTo>
                    <a:pt x="39948" y="40156"/>
                    <a:pt x="39375" y="40312"/>
                    <a:pt x="38542" y="40312"/>
                  </a:cubicBezTo>
                  <a:lnTo>
                    <a:pt x="8021" y="40416"/>
                  </a:lnTo>
                  <a:lnTo>
                    <a:pt x="8021" y="62292"/>
                  </a:lnTo>
                  <a:lnTo>
                    <a:pt x="16875" y="62292"/>
                  </a:lnTo>
                  <a:cubicBezTo>
                    <a:pt x="20625" y="62292"/>
                    <a:pt x="24336" y="62188"/>
                    <a:pt x="28021" y="61979"/>
                  </a:cubicBezTo>
                  <a:cubicBezTo>
                    <a:pt x="31693" y="61771"/>
                    <a:pt x="35169" y="61523"/>
                    <a:pt x="38437" y="61250"/>
                  </a:cubicBezTo>
                  <a:cubicBezTo>
                    <a:pt x="41693" y="60898"/>
                    <a:pt x="44661" y="60534"/>
                    <a:pt x="47344" y="60156"/>
                  </a:cubicBezTo>
                  <a:cubicBezTo>
                    <a:pt x="50013" y="59766"/>
                    <a:pt x="52292" y="59375"/>
                    <a:pt x="54167" y="58958"/>
                  </a:cubicBezTo>
                  <a:lnTo>
                    <a:pt x="54167" y="66146"/>
                  </a:lnTo>
                  <a:cubicBezTo>
                    <a:pt x="52148" y="66563"/>
                    <a:pt x="49688" y="66979"/>
                    <a:pt x="46771" y="67396"/>
                  </a:cubicBezTo>
                  <a:cubicBezTo>
                    <a:pt x="43854" y="67812"/>
                    <a:pt x="40651" y="68190"/>
                    <a:pt x="37187" y="68541"/>
                  </a:cubicBezTo>
                  <a:cubicBezTo>
                    <a:pt x="33711" y="68880"/>
                    <a:pt x="30000" y="69166"/>
                    <a:pt x="26042" y="69375"/>
                  </a:cubicBezTo>
                  <a:cubicBezTo>
                    <a:pt x="22083" y="69583"/>
                    <a:pt x="18086" y="69687"/>
                    <a:pt x="14063" y="69687"/>
                  </a:cubicBezTo>
                  <a:lnTo>
                    <a:pt x="2187" y="69687"/>
                  </a:lnTo>
                  <a:cubicBezTo>
                    <a:pt x="1354" y="69687"/>
                    <a:pt x="781" y="69531"/>
                    <a:pt x="469" y="69219"/>
                  </a:cubicBezTo>
                  <a:cubicBezTo>
                    <a:pt x="156" y="68906"/>
                    <a:pt x="0" y="68333"/>
                    <a:pt x="0" y="67500"/>
                  </a:cubicBezTo>
                  <a:lnTo>
                    <a:pt x="0" y="35521"/>
                  </a:lnTo>
                  <a:cubicBezTo>
                    <a:pt x="0" y="34688"/>
                    <a:pt x="156" y="34115"/>
                    <a:pt x="469" y="33802"/>
                  </a:cubicBezTo>
                  <a:cubicBezTo>
                    <a:pt x="781" y="33489"/>
                    <a:pt x="1354" y="33333"/>
                    <a:pt x="2187" y="33333"/>
                  </a:cubicBezTo>
                  <a:lnTo>
                    <a:pt x="32500" y="33333"/>
                  </a:lnTo>
                  <a:lnTo>
                    <a:pt x="32500" y="11667"/>
                  </a:lnTo>
                  <a:lnTo>
                    <a:pt x="208" y="11667"/>
                  </a:lnTo>
                  <a:close/>
                  <a:moveTo>
                    <a:pt x="318750" y="3646"/>
                  </a:moveTo>
                  <a:lnTo>
                    <a:pt x="327604" y="3646"/>
                  </a:lnTo>
                  <a:lnTo>
                    <a:pt x="327604" y="11563"/>
                  </a:lnTo>
                  <a:cubicBezTo>
                    <a:pt x="327604" y="15521"/>
                    <a:pt x="328555" y="19388"/>
                    <a:pt x="330469" y="23177"/>
                  </a:cubicBezTo>
                  <a:cubicBezTo>
                    <a:pt x="332370" y="26953"/>
                    <a:pt x="334922" y="30481"/>
                    <a:pt x="338125" y="33750"/>
                  </a:cubicBezTo>
                  <a:cubicBezTo>
                    <a:pt x="341315" y="36940"/>
                    <a:pt x="344961" y="39765"/>
                    <a:pt x="349063" y="42239"/>
                  </a:cubicBezTo>
                  <a:cubicBezTo>
                    <a:pt x="353151" y="44700"/>
                    <a:pt x="357396" y="46588"/>
                    <a:pt x="361771" y="47917"/>
                  </a:cubicBezTo>
                  <a:lnTo>
                    <a:pt x="355938" y="54062"/>
                  </a:lnTo>
                  <a:cubicBezTo>
                    <a:pt x="352878" y="53021"/>
                    <a:pt x="349701" y="51576"/>
                    <a:pt x="346406" y="49739"/>
                  </a:cubicBezTo>
                  <a:cubicBezTo>
                    <a:pt x="343099" y="47890"/>
                    <a:pt x="339961" y="45729"/>
                    <a:pt x="336979" y="43229"/>
                  </a:cubicBezTo>
                  <a:cubicBezTo>
                    <a:pt x="333985" y="40794"/>
                    <a:pt x="331276" y="38099"/>
                    <a:pt x="328854" y="35156"/>
                  </a:cubicBezTo>
                  <a:cubicBezTo>
                    <a:pt x="326419" y="32200"/>
                    <a:pt x="324584" y="29062"/>
                    <a:pt x="323333" y="25729"/>
                  </a:cubicBezTo>
                  <a:cubicBezTo>
                    <a:pt x="321940" y="28984"/>
                    <a:pt x="320065" y="32083"/>
                    <a:pt x="317709" y="35000"/>
                  </a:cubicBezTo>
                  <a:cubicBezTo>
                    <a:pt x="315339" y="37917"/>
                    <a:pt x="312669" y="40586"/>
                    <a:pt x="309688" y="43021"/>
                  </a:cubicBezTo>
                  <a:cubicBezTo>
                    <a:pt x="306693" y="45443"/>
                    <a:pt x="303555" y="47617"/>
                    <a:pt x="300261" y="49531"/>
                  </a:cubicBezTo>
                  <a:cubicBezTo>
                    <a:pt x="296953" y="51432"/>
                    <a:pt x="293750" y="52982"/>
                    <a:pt x="290625" y="54166"/>
                  </a:cubicBezTo>
                  <a:lnTo>
                    <a:pt x="284375" y="47812"/>
                  </a:lnTo>
                  <a:cubicBezTo>
                    <a:pt x="288542" y="46562"/>
                    <a:pt x="292683" y="44765"/>
                    <a:pt x="296823" y="42448"/>
                  </a:cubicBezTo>
                  <a:cubicBezTo>
                    <a:pt x="300951" y="40117"/>
                    <a:pt x="304610" y="37396"/>
                    <a:pt x="307813" y="34271"/>
                  </a:cubicBezTo>
                  <a:cubicBezTo>
                    <a:pt x="311068" y="31146"/>
                    <a:pt x="313711" y="27656"/>
                    <a:pt x="315729" y="23802"/>
                  </a:cubicBezTo>
                  <a:cubicBezTo>
                    <a:pt x="317735" y="19948"/>
                    <a:pt x="318750" y="15859"/>
                    <a:pt x="318750" y="11563"/>
                  </a:cubicBezTo>
                  <a:close/>
                  <a:moveTo>
                    <a:pt x="214063" y="2292"/>
                  </a:moveTo>
                  <a:lnTo>
                    <a:pt x="222604" y="2292"/>
                  </a:lnTo>
                  <a:lnTo>
                    <a:pt x="222604" y="13854"/>
                  </a:lnTo>
                  <a:cubicBezTo>
                    <a:pt x="222604" y="17734"/>
                    <a:pt x="223281" y="21328"/>
                    <a:pt x="224636" y="24635"/>
                  </a:cubicBezTo>
                  <a:cubicBezTo>
                    <a:pt x="225990" y="27930"/>
                    <a:pt x="227774" y="30898"/>
                    <a:pt x="230000" y="33542"/>
                  </a:cubicBezTo>
                  <a:cubicBezTo>
                    <a:pt x="232214" y="36172"/>
                    <a:pt x="234805" y="38463"/>
                    <a:pt x="237761" y="40416"/>
                  </a:cubicBezTo>
                  <a:cubicBezTo>
                    <a:pt x="240703" y="42357"/>
                    <a:pt x="243750" y="43880"/>
                    <a:pt x="246875" y="45000"/>
                  </a:cubicBezTo>
                  <a:lnTo>
                    <a:pt x="241458" y="51458"/>
                  </a:lnTo>
                  <a:cubicBezTo>
                    <a:pt x="239440" y="50547"/>
                    <a:pt x="237344" y="49427"/>
                    <a:pt x="235156" y="48073"/>
                  </a:cubicBezTo>
                  <a:cubicBezTo>
                    <a:pt x="232969" y="46719"/>
                    <a:pt x="230833" y="45169"/>
                    <a:pt x="228750" y="43437"/>
                  </a:cubicBezTo>
                  <a:cubicBezTo>
                    <a:pt x="226667" y="41693"/>
                    <a:pt x="224701" y="39752"/>
                    <a:pt x="222865" y="37604"/>
                  </a:cubicBezTo>
                  <a:cubicBezTo>
                    <a:pt x="221016" y="35443"/>
                    <a:pt x="219544" y="33125"/>
                    <a:pt x="218438" y="30625"/>
                  </a:cubicBezTo>
                  <a:cubicBezTo>
                    <a:pt x="217461" y="33333"/>
                    <a:pt x="216159" y="35833"/>
                    <a:pt x="214531" y="38125"/>
                  </a:cubicBezTo>
                  <a:cubicBezTo>
                    <a:pt x="212891" y="40416"/>
                    <a:pt x="211042" y="42565"/>
                    <a:pt x="208958" y="44583"/>
                  </a:cubicBezTo>
                  <a:cubicBezTo>
                    <a:pt x="206875" y="46523"/>
                    <a:pt x="204662" y="48294"/>
                    <a:pt x="202344" y="49896"/>
                  </a:cubicBezTo>
                  <a:cubicBezTo>
                    <a:pt x="200013" y="51484"/>
                    <a:pt x="197708" y="52917"/>
                    <a:pt x="195417" y="54166"/>
                  </a:cubicBezTo>
                  <a:lnTo>
                    <a:pt x="189063" y="48438"/>
                  </a:lnTo>
                  <a:cubicBezTo>
                    <a:pt x="192461" y="46836"/>
                    <a:pt x="195677" y="44948"/>
                    <a:pt x="198698" y="42760"/>
                  </a:cubicBezTo>
                  <a:cubicBezTo>
                    <a:pt x="201719" y="40573"/>
                    <a:pt x="204375" y="38086"/>
                    <a:pt x="206667" y="35312"/>
                  </a:cubicBezTo>
                  <a:cubicBezTo>
                    <a:pt x="208880" y="32526"/>
                    <a:pt x="210677" y="29427"/>
                    <a:pt x="212031" y="25989"/>
                  </a:cubicBezTo>
                  <a:cubicBezTo>
                    <a:pt x="213386" y="22552"/>
                    <a:pt x="214063" y="18750"/>
                    <a:pt x="214063" y="14583"/>
                  </a:cubicBezTo>
                  <a:close/>
                  <a:moveTo>
                    <a:pt x="113333" y="2187"/>
                  </a:moveTo>
                  <a:cubicBezTo>
                    <a:pt x="116380" y="2187"/>
                    <a:pt x="119297" y="2890"/>
                    <a:pt x="122083" y="4323"/>
                  </a:cubicBezTo>
                  <a:cubicBezTo>
                    <a:pt x="124857" y="5742"/>
                    <a:pt x="127292" y="7917"/>
                    <a:pt x="129375" y="10833"/>
                  </a:cubicBezTo>
                  <a:cubicBezTo>
                    <a:pt x="131458" y="13672"/>
                    <a:pt x="133099" y="17304"/>
                    <a:pt x="134323" y="21719"/>
                  </a:cubicBezTo>
                  <a:cubicBezTo>
                    <a:pt x="135534" y="26120"/>
                    <a:pt x="136146" y="31315"/>
                    <a:pt x="136146" y="37291"/>
                  </a:cubicBezTo>
                  <a:cubicBezTo>
                    <a:pt x="136146" y="43255"/>
                    <a:pt x="135534" y="48438"/>
                    <a:pt x="134323" y="52813"/>
                  </a:cubicBezTo>
                  <a:cubicBezTo>
                    <a:pt x="133099" y="57188"/>
                    <a:pt x="131458" y="60833"/>
                    <a:pt x="129375" y="63750"/>
                  </a:cubicBezTo>
                  <a:cubicBezTo>
                    <a:pt x="127292" y="66667"/>
                    <a:pt x="124870" y="68828"/>
                    <a:pt x="122135" y="70260"/>
                  </a:cubicBezTo>
                  <a:cubicBezTo>
                    <a:pt x="119388" y="71679"/>
                    <a:pt x="116458" y="72396"/>
                    <a:pt x="113333" y="72396"/>
                  </a:cubicBezTo>
                  <a:cubicBezTo>
                    <a:pt x="110130" y="72396"/>
                    <a:pt x="107148" y="71692"/>
                    <a:pt x="104375" y="70312"/>
                  </a:cubicBezTo>
                  <a:cubicBezTo>
                    <a:pt x="101589" y="68919"/>
                    <a:pt x="99167" y="66771"/>
                    <a:pt x="97083" y="63854"/>
                  </a:cubicBezTo>
                  <a:cubicBezTo>
                    <a:pt x="95000" y="60937"/>
                    <a:pt x="93359" y="57265"/>
                    <a:pt x="92188" y="52865"/>
                  </a:cubicBezTo>
                  <a:cubicBezTo>
                    <a:pt x="91003" y="48450"/>
                    <a:pt x="90417" y="43255"/>
                    <a:pt x="90417" y="37291"/>
                  </a:cubicBezTo>
                  <a:cubicBezTo>
                    <a:pt x="90417" y="31250"/>
                    <a:pt x="91003" y="26002"/>
                    <a:pt x="92188" y="21562"/>
                  </a:cubicBezTo>
                  <a:cubicBezTo>
                    <a:pt x="93359" y="17109"/>
                    <a:pt x="94961" y="13464"/>
                    <a:pt x="96979" y="10625"/>
                  </a:cubicBezTo>
                  <a:cubicBezTo>
                    <a:pt x="99063" y="7773"/>
                    <a:pt x="101484" y="5651"/>
                    <a:pt x="104271" y="4270"/>
                  </a:cubicBezTo>
                  <a:cubicBezTo>
                    <a:pt x="107044" y="2877"/>
                    <a:pt x="110065" y="2187"/>
                    <a:pt x="113333" y="2187"/>
                  </a:cubicBezTo>
                  <a:close/>
                  <a:moveTo>
                    <a:pt x="258854" y="0"/>
                  </a:moveTo>
                  <a:lnTo>
                    <a:pt x="266979" y="0"/>
                  </a:lnTo>
                  <a:lnTo>
                    <a:pt x="266979" y="67604"/>
                  </a:lnTo>
                  <a:lnTo>
                    <a:pt x="258854" y="67604"/>
                  </a:lnTo>
                  <a:lnTo>
                    <a:pt x="258854" y="25625"/>
                  </a:lnTo>
                  <a:lnTo>
                    <a:pt x="238542" y="25625"/>
                  </a:lnTo>
                  <a:lnTo>
                    <a:pt x="238542" y="18333"/>
                  </a:lnTo>
                  <a:lnTo>
                    <a:pt x="258854" y="18333"/>
                  </a:lnTo>
                  <a:close/>
                  <a:moveTo>
                    <a:pt x="154167" y="0"/>
                  </a:moveTo>
                  <a:lnTo>
                    <a:pt x="162396" y="0"/>
                  </a:lnTo>
                  <a:lnTo>
                    <a:pt x="162396" y="92500"/>
                  </a:lnTo>
                  <a:lnTo>
                    <a:pt x="154167" y="92500"/>
                  </a:lnTo>
                  <a:close/>
                  <a:moveTo>
                    <a:pt x="58750" y="0"/>
                  </a:moveTo>
                  <a:lnTo>
                    <a:pt x="67083" y="0"/>
                  </a:lnTo>
                  <a:lnTo>
                    <a:pt x="67083" y="33958"/>
                  </a:lnTo>
                  <a:lnTo>
                    <a:pt x="80729" y="33958"/>
                  </a:lnTo>
                  <a:lnTo>
                    <a:pt x="80729" y="41562"/>
                  </a:lnTo>
                  <a:lnTo>
                    <a:pt x="67083" y="41562"/>
                  </a:lnTo>
                  <a:lnTo>
                    <a:pt x="67083" y="92604"/>
                  </a:lnTo>
                  <a:lnTo>
                    <a:pt x="58750" y="92604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0" name="TextBox 689">
              <a:extLst>
                <a:ext uri="{FF2B5EF4-FFF2-40B4-BE49-F238E27FC236}">
                  <a16:creationId xmlns:a16="http://schemas.microsoft.com/office/drawing/2014/main" id="{BC61F14C-2399-48BE-82B6-1FD5778378C9}"/>
                </a:ext>
              </a:extLst>
            </p:cNvPr>
            <p:cNvSpPr txBox="1"/>
            <p:nvPr/>
          </p:nvSpPr>
          <p:spPr>
            <a:xfrm>
              <a:off x="1853028" y="6738927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라이선스</a:t>
              </a:r>
            </a:p>
          </p:txBody>
        </p:sp>
        <p:sp>
          <p:nvSpPr>
            <p:cNvPr id="691" name="자유형: 도형 690">
              <a:extLst>
                <a:ext uri="{FF2B5EF4-FFF2-40B4-BE49-F238E27FC236}">
                  <a16:creationId xmlns:a16="http://schemas.microsoft.com/office/drawing/2014/main" id="{199DBC13-5F92-4227-8292-BEA65F8E1F78}"/>
                </a:ext>
              </a:extLst>
            </p:cNvPr>
            <p:cNvSpPr/>
            <p:nvPr/>
          </p:nvSpPr>
          <p:spPr>
            <a:xfrm>
              <a:off x="2321838" y="6803410"/>
              <a:ext cx="69166" cy="99999"/>
            </a:xfrm>
            <a:custGeom>
              <a:avLst/>
              <a:gdLst>
                <a:gd name="connsiteX0" fmla="*/ 61250 w 69166"/>
                <a:gd name="connsiteY0" fmla="*/ 10417 h 99999"/>
                <a:gd name="connsiteX1" fmla="*/ 67188 w 69166"/>
                <a:gd name="connsiteY1" fmla="*/ 10417 h 99999"/>
                <a:gd name="connsiteX2" fmla="*/ 68750 w 69166"/>
                <a:gd name="connsiteY2" fmla="*/ 10833 h 99999"/>
                <a:gd name="connsiteX3" fmla="*/ 69167 w 69166"/>
                <a:gd name="connsiteY3" fmla="*/ 12396 h 99999"/>
                <a:gd name="connsiteX4" fmla="*/ 69167 w 69166"/>
                <a:gd name="connsiteY4" fmla="*/ 86458 h 99999"/>
                <a:gd name="connsiteX5" fmla="*/ 60937 w 69166"/>
                <a:gd name="connsiteY5" fmla="*/ 86458 h 99999"/>
                <a:gd name="connsiteX6" fmla="*/ 60937 w 69166"/>
                <a:gd name="connsiteY6" fmla="*/ 19375 h 99999"/>
                <a:gd name="connsiteX7" fmla="*/ 53906 w 69166"/>
                <a:gd name="connsiteY7" fmla="*/ 25156 h 99999"/>
                <a:gd name="connsiteX8" fmla="*/ 44687 w 69166"/>
                <a:gd name="connsiteY8" fmla="*/ 30417 h 99999"/>
                <a:gd name="connsiteX9" fmla="*/ 44687 w 69166"/>
                <a:gd name="connsiteY9" fmla="*/ 22500 h 99999"/>
                <a:gd name="connsiteX10" fmla="*/ 53333 w 69166"/>
                <a:gd name="connsiteY10" fmla="*/ 17396 h 99999"/>
                <a:gd name="connsiteX11" fmla="*/ 61250 w 69166"/>
                <a:gd name="connsiteY11" fmla="*/ 10417 h 99999"/>
                <a:gd name="connsiteX12" fmla="*/ 21146 w 69166"/>
                <a:gd name="connsiteY12" fmla="*/ 0 h 99999"/>
                <a:gd name="connsiteX13" fmla="*/ 27396 w 69166"/>
                <a:gd name="connsiteY13" fmla="*/ 0 h 99999"/>
                <a:gd name="connsiteX14" fmla="*/ 13698 w 69166"/>
                <a:gd name="connsiteY14" fmla="*/ 25052 h 99999"/>
                <a:gd name="connsiteX15" fmla="*/ 9271 w 69166"/>
                <a:gd name="connsiteY15" fmla="*/ 50000 h 99999"/>
                <a:gd name="connsiteX16" fmla="*/ 13698 w 69166"/>
                <a:gd name="connsiteY16" fmla="*/ 75052 h 99999"/>
                <a:gd name="connsiteX17" fmla="*/ 27396 w 69166"/>
                <a:gd name="connsiteY17" fmla="*/ 100000 h 99999"/>
                <a:gd name="connsiteX18" fmla="*/ 21146 w 69166"/>
                <a:gd name="connsiteY18" fmla="*/ 100000 h 99999"/>
                <a:gd name="connsiteX19" fmla="*/ 12240 w 69166"/>
                <a:gd name="connsiteY19" fmla="*/ 88854 h 99999"/>
                <a:gd name="connsiteX20" fmla="*/ 5521 w 69166"/>
                <a:gd name="connsiteY20" fmla="*/ 76250 h 99999"/>
                <a:gd name="connsiteX21" fmla="*/ 1406 w 69166"/>
                <a:gd name="connsiteY21" fmla="*/ 63125 h 99999"/>
                <a:gd name="connsiteX22" fmla="*/ 0 w 69166"/>
                <a:gd name="connsiteY22" fmla="*/ 50000 h 99999"/>
                <a:gd name="connsiteX23" fmla="*/ 1406 w 69166"/>
                <a:gd name="connsiteY23" fmla="*/ 36979 h 99999"/>
                <a:gd name="connsiteX24" fmla="*/ 5521 w 69166"/>
                <a:gd name="connsiteY24" fmla="*/ 23750 h 99999"/>
                <a:gd name="connsiteX25" fmla="*/ 12240 w 69166"/>
                <a:gd name="connsiteY25" fmla="*/ 11250 h 99999"/>
                <a:gd name="connsiteX26" fmla="*/ 21146 w 69166"/>
                <a:gd name="connsiteY26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9166" h="99999">
                  <a:moveTo>
                    <a:pt x="61250" y="10417"/>
                  </a:moveTo>
                  <a:lnTo>
                    <a:pt x="67188" y="10417"/>
                  </a:lnTo>
                  <a:cubicBezTo>
                    <a:pt x="67956" y="10417"/>
                    <a:pt x="68477" y="10547"/>
                    <a:pt x="68750" y="10833"/>
                  </a:cubicBezTo>
                  <a:cubicBezTo>
                    <a:pt x="69037" y="11107"/>
                    <a:pt x="69167" y="11627"/>
                    <a:pt x="69167" y="12396"/>
                  </a:cubicBezTo>
                  <a:lnTo>
                    <a:pt x="69167" y="86458"/>
                  </a:lnTo>
                  <a:lnTo>
                    <a:pt x="60937" y="86458"/>
                  </a:lnTo>
                  <a:lnTo>
                    <a:pt x="60937" y="19375"/>
                  </a:lnTo>
                  <a:cubicBezTo>
                    <a:pt x="59062" y="21380"/>
                    <a:pt x="56719" y="23307"/>
                    <a:pt x="53906" y="25156"/>
                  </a:cubicBezTo>
                  <a:cubicBezTo>
                    <a:pt x="51094" y="26992"/>
                    <a:pt x="48021" y="28750"/>
                    <a:pt x="44687" y="30417"/>
                  </a:cubicBezTo>
                  <a:lnTo>
                    <a:pt x="44687" y="22500"/>
                  </a:lnTo>
                  <a:cubicBezTo>
                    <a:pt x="47682" y="21172"/>
                    <a:pt x="50560" y="19479"/>
                    <a:pt x="53333" y="17396"/>
                  </a:cubicBezTo>
                  <a:cubicBezTo>
                    <a:pt x="56120" y="15312"/>
                    <a:pt x="58750" y="12981"/>
                    <a:pt x="61250" y="10417"/>
                  </a:cubicBezTo>
                  <a:close/>
                  <a:moveTo>
                    <a:pt x="21146" y="0"/>
                  </a:moveTo>
                  <a:lnTo>
                    <a:pt x="27396" y="0"/>
                  </a:lnTo>
                  <a:cubicBezTo>
                    <a:pt x="21224" y="8125"/>
                    <a:pt x="16654" y="16471"/>
                    <a:pt x="13698" y="25052"/>
                  </a:cubicBezTo>
                  <a:cubicBezTo>
                    <a:pt x="10755" y="33619"/>
                    <a:pt x="9271" y="41940"/>
                    <a:pt x="9271" y="50000"/>
                  </a:cubicBezTo>
                  <a:cubicBezTo>
                    <a:pt x="9271" y="58125"/>
                    <a:pt x="10755" y="66471"/>
                    <a:pt x="13698" y="75052"/>
                  </a:cubicBezTo>
                  <a:cubicBezTo>
                    <a:pt x="16654" y="83620"/>
                    <a:pt x="21224" y="91940"/>
                    <a:pt x="27396" y="100000"/>
                  </a:cubicBezTo>
                  <a:lnTo>
                    <a:pt x="21146" y="100000"/>
                  </a:lnTo>
                  <a:cubicBezTo>
                    <a:pt x="17812" y="96589"/>
                    <a:pt x="14844" y="92878"/>
                    <a:pt x="12240" y="88854"/>
                  </a:cubicBezTo>
                  <a:cubicBezTo>
                    <a:pt x="9635" y="84817"/>
                    <a:pt x="7396" y="80625"/>
                    <a:pt x="5521" y="76250"/>
                  </a:cubicBezTo>
                  <a:cubicBezTo>
                    <a:pt x="3724" y="71940"/>
                    <a:pt x="2344" y="67565"/>
                    <a:pt x="1406" y="63125"/>
                  </a:cubicBezTo>
                  <a:cubicBezTo>
                    <a:pt x="469" y="58672"/>
                    <a:pt x="0" y="54297"/>
                    <a:pt x="0" y="50000"/>
                  </a:cubicBezTo>
                  <a:cubicBezTo>
                    <a:pt x="0" y="45755"/>
                    <a:pt x="469" y="41419"/>
                    <a:pt x="1406" y="36979"/>
                  </a:cubicBezTo>
                  <a:cubicBezTo>
                    <a:pt x="2344" y="32526"/>
                    <a:pt x="3724" y="28125"/>
                    <a:pt x="5521" y="23750"/>
                  </a:cubicBezTo>
                  <a:cubicBezTo>
                    <a:pt x="7396" y="19440"/>
                    <a:pt x="9635" y="15273"/>
                    <a:pt x="12240" y="11250"/>
                  </a:cubicBezTo>
                  <a:cubicBezTo>
                    <a:pt x="14844" y="7213"/>
                    <a:pt x="17812" y="3463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2" name="TextBox 691">
              <a:extLst>
                <a:ext uri="{FF2B5EF4-FFF2-40B4-BE49-F238E27FC236}">
                  <a16:creationId xmlns:a16="http://schemas.microsoft.com/office/drawing/2014/main" id="{C098863F-2FE5-4144-A29B-A9337B9A5D3F}"/>
                </a:ext>
              </a:extLst>
            </p:cNvPr>
            <p:cNvSpPr txBox="1"/>
            <p:nvPr/>
          </p:nvSpPr>
          <p:spPr>
            <a:xfrm>
              <a:off x="2230398" y="6754044"/>
              <a:ext cx="274025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(1</a:t>
              </a:r>
            </a:p>
          </p:txBody>
        </p:sp>
        <p:sp>
          <p:nvSpPr>
            <p:cNvPr id="693" name="자유형: 도형 692">
              <a:extLst>
                <a:ext uri="{FF2B5EF4-FFF2-40B4-BE49-F238E27FC236}">
                  <a16:creationId xmlns:a16="http://schemas.microsoft.com/office/drawing/2014/main" id="{72F95F35-9507-43CD-91A1-DBF4E0ECD80B}"/>
                </a:ext>
              </a:extLst>
            </p:cNvPr>
            <p:cNvSpPr/>
            <p:nvPr/>
          </p:nvSpPr>
          <p:spPr>
            <a:xfrm>
              <a:off x="2412932" y="6807785"/>
              <a:ext cx="77916" cy="92916"/>
            </a:xfrm>
            <a:custGeom>
              <a:avLst/>
              <a:gdLst>
                <a:gd name="connsiteX0" fmla="*/ 16562 w 77916"/>
                <a:gd name="connsiteY0" fmla="*/ 60104 h 92916"/>
                <a:gd name="connsiteX1" fmla="*/ 75625 w 77916"/>
                <a:gd name="connsiteY1" fmla="*/ 60104 h 92916"/>
                <a:gd name="connsiteX2" fmla="*/ 77344 w 77916"/>
                <a:gd name="connsiteY2" fmla="*/ 60573 h 92916"/>
                <a:gd name="connsiteX3" fmla="*/ 77813 w 77916"/>
                <a:gd name="connsiteY3" fmla="*/ 62292 h 92916"/>
                <a:gd name="connsiteX4" fmla="*/ 77813 w 77916"/>
                <a:gd name="connsiteY4" fmla="*/ 92917 h 92916"/>
                <a:gd name="connsiteX5" fmla="*/ 69479 w 77916"/>
                <a:gd name="connsiteY5" fmla="*/ 92917 h 92916"/>
                <a:gd name="connsiteX6" fmla="*/ 69479 w 77916"/>
                <a:gd name="connsiteY6" fmla="*/ 67187 h 92916"/>
                <a:gd name="connsiteX7" fmla="*/ 16562 w 77916"/>
                <a:gd name="connsiteY7" fmla="*/ 67187 h 92916"/>
                <a:gd name="connsiteX8" fmla="*/ 25000 w 77916"/>
                <a:gd name="connsiteY8" fmla="*/ 2292 h 92916"/>
                <a:gd name="connsiteX9" fmla="*/ 33646 w 77916"/>
                <a:gd name="connsiteY9" fmla="*/ 2292 h 92916"/>
                <a:gd name="connsiteX10" fmla="*/ 33646 w 77916"/>
                <a:gd name="connsiteY10" fmla="*/ 13645 h 92916"/>
                <a:gd name="connsiteX11" fmla="*/ 35521 w 77916"/>
                <a:gd name="connsiteY11" fmla="*/ 23802 h 92916"/>
                <a:gd name="connsiteX12" fmla="*/ 40729 w 77916"/>
                <a:gd name="connsiteY12" fmla="*/ 32187 h 92916"/>
                <a:gd name="connsiteX13" fmla="*/ 48385 w 77916"/>
                <a:gd name="connsiteY13" fmla="*/ 38906 h 92916"/>
                <a:gd name="connsiteX14" fmla="*/ 57812 w 77916"/>
                <a:gd name="connsiteY14" fmla="*/ 43542 h 92916"/>
                <a:gd name="connsiteX15" fmla="*/ 52500 w 77916"/>
                <a:gd name="connsiteY15" fmla="*/ 49896 h 92916"/>
                <a:gd name="connsiteX16" fmla="*/ 39010 w 77916"/>
                <a:gd name="connsiteY16" fmla="*/ 41510 h 92916"/>
                <a:gd name="connsiteX17" fmla="*/ 29271 w 77916"/>
                <a:gd name="connsiteY17" fmla="*/ 29583 h 92916"/>
                <a:gd name="connsiteX18" fmla="*/ 20625 w 77916"/>
                <a:gd name="connsiteY18" fmla="*/ 42552 h 92916"/>
                <a:gd name="connsiteX19" fmla="*/ 6562 w 77916"/>
                <a:gd name="connsiteY19" fmla="*/ 52396 h 92916"/>
                <a:gd name="connsiteX20" fmla="*/ 0 w 77916"/>
                <a:gd name="connsiteY20" fmla="*/ 46875 h 92916"/>
                <a:gd name="connsiteX21" fmla="*/ 17969 w 77916"/>
                <a:gd name="connsiteY21" fmla="*/ 33698 h 92916"/>
                <a:gd name="connsiteX22" fmla="*/ 25000 w 77916"/>
                <a:gd name="connsiteY22" fmla="*/ 13645 h 92916"/>
                <a:gd name="connsiteX23" fmla="*/ 69792 w 77916"/>
                <a:gd name="connsiteY23" fmla="*/ 0 h 92916"/>
                <a:gd name="connsiteX24" fmla="*/ 77917 w 77916"/>
                <a:gd name="connsiteY24" fmla="*/ 0 h 92916"/>
                <a:gd name="connsiteX25" fmla="*/ 77917 w 77916"/>
                <a:gd name="connsiteY25" fmla="*/ 55104 h 92916"/>
                <a:gd name="connsiteX26" fmla="*/ 69792 w 77916"/>
                <a:gd name="connsiteY26" fmla="*/ 55104 h 92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7916" h="92916">
                  <a:moveTo>
                    <a:pt x="16562" y="60104"/>
                  </a:moveTo>
                  <a:lnTo>
                    <a:pt x="75625" y="60104"/>
                  </a:lnTo>
                  <a:cubicBezTo>
                    <a:pt x="76458" y="60104"/>
                    <a:pt x="77031" y="60260"/>
                    <a:pt x="77344" y="60573"/>
                  </a:cubicBezTo>
                  <a:cubicBezTo>
                    <a:pt x="77656" y="60885"/>
                    <a:pt x="77813" y="61458"/>
                    <a:pt x="77813" y="62292"/>
                  </a:cubicBezTo>
                  <a:lnTo>
                    <a:pt x="77813" y="92917"/>
                  </a:lnTo>
                  <a:lnTo>
                    <a:pt x="69479" y="92917"/>
                  </a:lnTo>
                  <a:lnTo>
                    <a:pt x="69479" y="67187"/>
                  </a:lnTo>
                  <a:lnTo>
                    <a:pt x="16562" y="67187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645"/>
                  </a:lnTo>
                  <a:cubicBezTo>
                    <a:pt x="33646" y="17318"/>
                    <a:pt x="34271" y="20703"/>
                    <a:pt x="35521" y="23802"/>
                  </a:cubicBezTo>
                  <a:cubicBezTo>
                    <a:pt x="36771" y="26888"/>
                    <a:pt x="38503" y="29687"/>
                    <a:pt x="40729" y="32187"/>
                  </a:cubicBezTo>
                  <a:cubicBezTo>
                    <a:pt x="42878" y="34752"/>
                    <a:pt x="45430" y="36992"/>
                    <a:pt x="48385" y="38906"/>
                  </a:cubicBezTo>
                  <a:cubicBezTo>
                    <a:pt x="51341" y="40807"/>
                    <a:pt x="54479" y="42357"/>
                    <a:pt x="57812" y="43542"/>
                  </a:cubicBezTo>
                  <a:lnTo>
                    <a:pt x="52500" y="49896"/>
                  </a:lnTo>
                  <a:cubicBezTo>
                    <a:pt x="47708" y="47604"/>
                    <a:pt x="43216" y="44804"/>
                    <a:pt x="39010" y="41510"/>
                  </a:cubicBezTo>
                  <a:cubicBezTo>
                    <a:pt x="34805" y="38203"/>
                    <a:pt x="31562" y="34232"/>
                    <a:pt x="29271" y="29583"/>
                  </a:cubicBezTo>
                  <a:cubicBezTo>
                    <a:pt x="27604" y="34375"/>
                    <a:pt x="24726" y="38698"/>
                    <a:pt x="20625" y="42552"/>
                  </a:cubicBezTo>
                  <a:cubicBezTo>
                    <a:pt x="16523" y="46406"/>
                    <a:pt x="11836" y="49687"/>
                    <a:pt x="6562" y="52396"/>
                  </a:cubicBezTo>
                  <a:lnTo>
                    <a:pt x="0" y="46875"/>
                  </a:lnTo>
                  <a:cubicBezTo>
                    <a:pt x="7292" y="43463"/>
                    <a:pt x="13281" y="39075"/>
                    <a:pt x="17969" y="33698"/>
                  </a:cubicBezTo>
                  <a:cubicBezTo>
                    <a:pt x="22656" y="28307"/>
                    <a:pt x="25000" y="21627"/>
                    <a:pt x="25000" y="13645"/>
                  </a:cubicBezTo>
                  <a:close/>
                  <a:moveTo>
                    <a:pt x="69792" y="0"/>
                  </a:moveTo>
                  <a:lnTo>
                    <a:pt x="77917" y="0"/>
                  </a:lnTo>
                  <a:lnTo>
                    <a:pt x="77917" y="55104"/>
                  </a:lnTo>
                  <a:lnTo>
                    <a:pt x="69792" y="55104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4" name="TextBox 693">
              <a:extLst>
                <a:ext uri="{FF2B5EF4-FFF2-40B4-BE49-F238E27FC236}">
                  <a16:creationId xmlns:a16="http://schemas.microsoft.com/office/drawing/2014/main" id="{B513EE81-469E-4D0D-808F-A2CF228461DB}"/>
                </a:ext>
              </a:extLst>
            </p:cNvPr>
            <p:cNvSpPr txBox="1"/>
            <p:nvPr/>
          </p:nvSpPr>
          <p:spPr>
            <a:xfrm>
              <a:off x="2321492" y="6739200"/>
              <a:ext cx="27402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식</a:t>
              </a:r>
            </a:p>
          </p:txBody>
        </p:sp>
        <p:sp>
          <p:nvSpPr>
            <p:cNvPr id="695" name="자유형: 도형 694">
              <a:extLst>
                <a:ext uri="{FF2B5EF4-FFF2-40B4-BE49-F238E27FC236}">
                  <a16:creationId xmlns:a16="http://schemas.microsoft.com/office/drawing/2014/main" id="{C2F24D86-C6F8-41CE-A361-B867C4D805C7}"/>
                </a:ext>
              </a:extLst>
            </p:cNvPr>
            <p:cNvSpPr/>
            <p:nvPr/>
          </p:nvSpPr>
          <p:spPr>
            <a:xfrm>
              <a:off x="2505484" y="6803410"/>
              <a:ext cx="101458" cy="99999"/>
            </a:xfrm>
            <a:custGeom>
              <a:avLst/>
              <a:gdLst>
                <a:gd name="connsiteX0" fmla="*/ 93542 w 101458"/>
                <a:gd name="connsiteY0" fmla="*/ 10417 h 99999"/>
                <a:gd name="connsiteX1" fmla="*/ 99479 w 101458"/>
                <a:gd name="connsiteY1" fmla="*/ 10417 h 99999"/>
                <a:gd name="connsiteX2" fmla="*/ 101042 w 101458"/>
                <a:gd name="connsiteY2" fmla="*/ 10833 h 99999"/>
                <a:gd name="connsiteX3" fmla="*/ 101458 w 101458"/>
                <a:gd name="connsiteY3" fmla="*/ 12396 h 99999"/>
                <a:gd name="connsiteX4" fmla="*/ 101458 w 101458"/>
                <a:gd name="connsiteY4" fmla="*/ 86458 h 99999"/>
                <a:gd name="connsiteX5" fmla="*/ 93229 w 101458"/>
                <a:gd name="connsiteY5" fmla="*/ 86458 h 99999"/>
                <a:gd name="connsiteX6" fmla="*/ 93229 w 101458"/>
                <a:gd name="connsiteY6" fmla="*/ 19375 h 99999"/>
                <a:gd name="connsiteX7" fmla="*/ 86198 w 101458"/>
                <a:gd name="connsiteY7" fmla="*/ 25156 h 99999"/>
                <a:gd name="connsiteX8" fmla="*/ 76979 w 101458"/>
                <a:gd name="connsiteY8" fmla="*/ 30417 h 99999"/>
                <a:gd name="connsiteX9" fmla="*/ 76979 w 101458"/>
                <a:gd name="connsiteY9" fmla="*/ 22500 h 99999"/>
                <a:gd name="connsiteX10" fmla="*/ 85625 w 101458"/>
                <a:gd name="connsiteY10" fmla="*/ 17396 h 99999"/>
                <a:gd name="connsiteX11" fmla="*/ 93542 w 101458"/>
                <a:gd name="connsiteY11" fmla="*/ 10417 h 99999"/>
                <a:gd name="connsiteX12" fmla="*/ 0 w 101458"/>
                <a:gd name="connsiteY12" fmla="*/ 0 h 99999"/>
                <a:gd name="connsiteX13" fmla="*/ 6250 w 101458"/>
                <a:gd name="connsiteY13" fmla="*/ 0 h 99999"/>
                <a:gd name="connsiteX14" fmla="*/ 15052 w 101458"/>
                <a:gd name="connsiteY14" fmla="*/ 11250 h 99999"/>
                <a:gd name="connsiteX15" fmla="*/ 21771 w 101458"/>
                <a:gd name="connsiteY15" fmla="*/ 23750 h 99999"/>
                <a:gd name="connsiteX16" fmla="*/ 25937 w 101458"/>
                <a:gd name="connsiteY16" fmla="*/ 36979 h 99999"/>
                <a:gd name="connsiteX17" fmla="*/ 27396 w 101458"/>
                <a:gd name="connsiteY17" fmla="*/ 50000 h 99999"/>
                <a:gd name="connsiteX18" fmla="*/ 25937 w 101458"/>
                <a:gd name="connsiteY18" fmla="*/ 63125 h 99999"/>
                <a:gd name="connsiteX19" fmla="*/ 21771 w 101458"/>
                <a:gd name="connsiteY19" fmla="*/ 76250 h 99999"/>
                <a:gd name="connsiteX20" fmla="*/ 15052 w 101458"/>
                <a:gd name="connsiteY20" fmla="*/ 88854 h 99999"/>
                <a:gd name="connsiteX21" fmla="*/ 6250 w 101458"/>
                <a:gd name="connsiteY21" fmla="*/ 100000 h 99999"/>
                <a:gd name="connsiteX22" fmla="*/ 0 w 101458"/>
                <a:gd name="connsiteY22" fmla="*/ 100000 h 99999"/>
                <a:gd name="connsiteX23" fmla="*/ 13646 w 101458"/>
                <a:gd name="connsiteY23" fmla="*/ 75052 h 99999"/>
                <a:gd name="connsiteX24" fmla="*/ 18125 w 101458"/>
                <a:gd name="connsiteY24" fmla="*/ 50000 h 99999"/>
                <a:gd name="connsiteX25" fmla="*/ 13646 w 101458"/>
                <a:gd name="connsiteY25" fmla="*/ 25052 h 99999"/>
                <a:gd name="connsiteX26" fmla="*/ 0 w 101458"/>
                <a:gd name="connsiteY26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458" h="99999">
                  <a:moveTo>
                    <a:pt x="93542" y="10417"/>
                  </a:moveTo>
                  <a:lnTo>
                    <a:pt x="99479" y="10417"/>
                  </a:lnTo>
                  <a:cubicBezTo>
                    <a:pt x="100234" y="10417"/>
                    <a:pt x="100755" y="10547"/>
                    <a:pt x="101042" y="10833"/>
                  </a:cubicBezTo>
                  <a:cubicBezTo>
                    <a:pt x="101315" y="11107"/>
                    <a:pt x="101458" y="11627"/>
                    <a:pt x="101458" y="12396"/>
                  </a:cubicBezTo>
                  <a:lnTo>
                    <a:pt x="101458" y="86458"/>
                  </a:lnTo>
                  <a:lnTo>
                    <a:pt x="93229" y="86458"/>
                  </a:lnTo>
                  <a:lnTo>
                    <a:pt x="93229" y="19375"/>
                  </a:lnTo>
                  <a:cubicBezTo>
                    <a:pt x="91354" y="21380"/>
                    <a:pt x="89010" y="23307"/>
                    <a:pt x="86198" y="25156"/>
                  </a:cubicBezTo>
                  <a:cubicBezTo>
                    <a:pt x="83385" y="26992"/>
                    <a:pt x="80313" y="28750"/>
                    <a:pt x="76979" y="30417"/>
                  </a:cubicBezTo>
                  <a:lnTo>
                    <a:pt x="76979" y="22500"/>
                  </a:lnTo>
                  <a:cubicBezTo>
                    <a:pt x="79961" y="21172"/>
                    <a:pt x="82839" y="19479"/>
                    <a:pt x="85625" y="17396"/>
                  </a:cubicBezTo>
                  <a:cubicBezTo>
                    <a:pt x="88398" y="15312"/>
                    <a:pt x="91042" y="12981"/>
                    <a:pt x="93542" y="10417"/>
                  </a:cubicBezTo>
                  <a:close/>
                  <a:moveTo>
                    <a:pt x="0" y="0"/>
                  </a:moveTo>
                  <a:lnTo>
                    <a:pt x="6250" y="0"/>
                  </a:lnTo>
                  <a:cubicBezTo>
                    <a:pt x="9505" y="3463"/>
                    <a:pt x="12448" y="7213"/>
                    <a:pt x="15052" y="11250"/>
                  </a:cubicBezTo>
                  <a:cubicBezTo>
                    <a:pt x="17656" y="15273"/>
                    <a:pt x="19896" y="19440"/>
                    <a:pt x="21771" y="23750"/>
                  </a:cubicBezTo>
                  <a:cubicBezTo>
                    <a:pt x="23568" y="28125"/>
                    <a:pt x="24961" y="32526"/>
                    <a:pt x="25937" y="36979"/>
                  </a:cubicBezTo>
                  <a:cubicBezTo>
                    <a:pt x="26901" y="41419"/>
                    <a:pt x="27396" y="45755"/>
                    <a:pt x="27396" y="50000"/>
                  </a:cubicBezTo>
                  <a:cubicBezTo>
                    <a:pt x="27396" y="54297"/>
                    <a:pt x="26901" y="58672"/>
                    <a:pt x="25937" y="63125"/>
                  </a:cubicBezTo>
                  <a:cubicBezTo>
                    <a:pt x="24961" y="67565"/>
                    <a:pt x="23568" y="71940"/>
                    <a:pt x="21771" y="76250"/>
                  </a:cubicBezTo>
                  <a:cubicBezTo>
                    <a:pt x="19896" y="80625"/>
                    <a:pt x="17656" y="84817"/>
                    <a:pt x="15052" y="88854"/>
                  </a:cubicBezTo>
                  <a:cubicBezTo>
                    <a:pt x="12448" y="92878"/>
                    <a:pt x="9505" y="96589"/>
                    <a:pt x="6250" y="100000"/>
                  </a:cubicBezTo>
                  <a:lnTo>
                    <a:pt x="0" y="100000"/>
                  </a:lnTo>
                  <a:cubicBezTo>
                    <a:pt x="6107" y="91940"/>
                    <a:pt x="10651" y="83620"/>
                    <a:pt x="13646" y="75052"/>
                  </a:cubicBezTo>
                  <a:cubicBezTo>
                    <a:pt x="16628" y="66471"/>
                    <a:pt x="18125" y="58125"/>
                    <a:pt x="18125" y="50000"/>
                  </a:cubicBezTo>
                  <a:cubicBezTo>
                    <a:pt x="18125" y="41940"/>
                    <a:pt x="16628" y="33619"/>
                    <a:pt x="13646" y="25052"/>
                  </a:cubicBezTo>
                  <a:cubicBezTo>
                    <a:pt x="10651" y="16471"/>
                    <a:pt x="6107" y="8125"/>
                    <a:pt x="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6" name="TextBox 695">
              <a:extLst>
                <a:ext uri="{FF2B5EF4-FFF2-40B4-BE49-F238E27FC236}">
                  <a16:creationId xmlns:a16="http://schemas.microsoft.com/office/drawing/2014/main" id="{5090F240-DD97-4822-8519-AB962DE93B57}"/>
                </a:ext>
              </a:extLst>
            </p:cNvPr>
            <p:cNvSpPr txBox="1"/>
            <p:nvPr/>
          </p:nvSpPr>
          <p:spPr>
            <a:xfrm>
              <a:off x="2414044" y="6754044"/>
              <a:ext cx="300067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) 1</a:t>
              </a:r>
            </a:p>
          </p:txBody>
        </p:sp>
        <p:sp>
          <p:nvSpPr>
            <p:cNvPr id="697" name="자유형: 도형 696">
              <a:extLst>
                <a:ext uri="{FF2B5EF4-FFF2-40B4-BE49-F238E27FC236}">
                  <a16:creationId xmlns:a16="http://schemas.microsoft.com/office/drawing/2014/main" id="{CA51B901-1638-4B1E-85AE-464B56F10A3D}"/>
                </a:ext>
              </a:extLst>
            </p:cNvPr>
            <p:cNvSpPr/>
            <p:nvPr/>
          </p:nvSpPr>
          <p:spPr>
            <a:xfrm>
              <a:off x="2634638" y="6810389"/>
              <a:ext cx="175729" cy="90312"/>
            </a:xfrm>
            <a:custGeom>
              <a:avLst/>
              <a:gdLst>
                <a:gd name="connsiteX0" fmla="*/ 19479 w 175729"/>
                <a:gd name="connsiteY0" fmla="*/ 66458 h 90312"/>
                <a:gd name="connsiteX1" fmla="*/ 19479 w 175729"/>
                <a:gd name="connsiteY1" fmla="*/ 81875 h 90312"/>
                <a:gd name="connsiteX2" fmla="*/ 65000 w 175729"/>
                <a:gd name="connsiteY2" fmla="*/ 81875 h 90312"/>
                <a:gd name="connsiteX3" fmla="*/ 65000 w 175729"/>
                <a:gd name="connsiteY3" fmla="*/ 66458 h 90312"/>
                <a:gd name="connsiteX4" fmla="*/ 101354 w 175729"/>
                <a:gd name="connsiteY4" fmla="*/ 59896 h 90312"/>
                <a:gd name="connsiteX5" fmla="*/ 162188 w 175729"/>
                <a:gd name="connsiteY5" fmla="*/ 59896 h 90312"/>
                <a:gd name="connsiteX6" fmla="*/ 163906 w 175729"/>
                <a:gd name="connsiteY6" fmla="*/ 60365 h 90312"/>
                <a:gd name="connsiteX7" fmla="*/ 164375 w 175729"/>
                <a:gd name="connsiteY7" fmla="*/ 62083 h 90312"/>
                <a:gd name="connsiteX8" fmla="*/ 164375 w 175729"/>
                <a:gd name="connsiteY8" fmla="*/ 90313 h 90312"/>
                <a:gd name="connsiteX9" fmla="*/ 155938 w 175729"/>
                <a:gd name="connsiteY9" fmla="*/ 90313 h 90312"/>
                <a:gd name="connsiteX10" fmla="*/ 155938 w 175729"/>
                <a:gd name="connsiteY10" fmla="*/ 67083 h 90312"/>
                <a:gd name="connsiteX11" fmla="*/ 101354 w 175729"/>
                <a:gd name="connsiteY11" fmla="*/ 67083 h 90312"/>
                <a:gd name="connsiteX12" fmla="*/ 0 w 175729"/>
                <a:gd name="connsiteY12" fmla="*/ 41458 h 90312"/>
                <a:gd name="connsiteX13" fmla="*/ 84583 w 175729"/>
                <a:gd name="connsiteY13" fmla="*/ 41458 h 90312"/>
                <a:gd name="connsiteX14" fmla="*/ 84583 w 175729"/>
                <a:gd name="connsiteY14" fmla="*/ 48438 h 90312"/>
                <a:gd name="connsiteX15" fmla="*/ 46354 w 175729"/>
                <a:gd name="connsiteY15" fmla="*/ 48438 h 90312"/>
                <a:gd name="connsiteX16" fmla="*/ 46354 w 175729"/>
                <a:gd name="connsiteY16" fmla="*/ 59688 h 90312"/>
                <a:gd name="connsiteX17" fmla="*/ 71042 w 175729"/>
                <a:gd name="connsiteY17" fmla="*/ 59688 h 90312"/>
                <a:gd name="connsiteX18" fmla="*/ 72760 w 175729"/>
                <a:gd name="connsiteY18" fmla="*/ 60156 h 90312"/>
                <a:gd name="connsiteX19" fmla="*/ 73229 w 175729"/>
                <a:gd name="connsiteY19" fmla="*/ 61875 h 90312"/>
                <a:gd name="connsiteX20" fmla="*/ 73229 w 175729"/>
                <a:gd name="connsiteY20" fmla="*/ 86667 h 90312"/>
                <a:gd name="connsiteX21" fmla="*/ 72760 w 175729"/>
                <a:gd name="connsiteY21" fmla="*/ 88385 h 90312"/>
                <a:gd name="connsiteX22" fmla="*/ 71042 w 175729"/>
                <a:gd name="connsiteY22" fmla="*/ 88854 h 90312"/>
                <a:gd name="connsiteX23" fmla="*/ 13542 w 175729"/>
                <a:gd name="connsiteY23" fmla="*/ 88854 h 90312"/>
                <a:gd name="connsiteX24" fmla="*/ 11823 w 175729"/>
                <a:gd name="connsiteY24" fmla="*/ 88385 h 90312"/>
                <a:gd name="connsiteX25" fmla="*/ 11354 w 175729"/>
                <a:gd name="connsiteY25" fmla="*/ 86667 h 90312"/>
                <a:gd name="connsiteX26" fmla="*/ 11354 w 175729"/>
                <a:gd name="connsiteY26" fmla="*/ 61875 h 90312"/>
                <a:gd name="connsiteX27" fmla="*/ 11823 w 175729"/>
                <a:gd name="connsiteY27" fmla="*/ 60156 h 90312"/>
                <a:gd name="connsiteX28" fmla="*/ 13542 w 175729"/>
                <a:gd name="connsiteY28" fmla="*/ 59688 h 90312"/>
                <a:gd name="connsiteX29" fmla="*/ 38021 w 175729"/>
                <a:gd name="connsiteY29" fmla="*/ 59688 h 90312"/>
                <a:gd name="connsiteX30" fmla="*/ 38021 w 175729"/>
                <a:gd name="connsiteY30" fmla="*/ 48438 h 90312"/>
                <a:gd name="connsiteX31" fmla="*/ 0 w 175729"/>
                <a:gd name="connsiteY31" fmla="*/ 48438 h 90312"/>
                <a:gd name="connsiteX32" fmla="*/ 110313 w 175729"/>
                <a:gd name="connsiteY32" fmla="*/ 6979 h 90312"/>
                <a:gd name="connsiteX33" fmla="*/ 110313 w 175729"/>
                <a:gd name="connsiteY33" fmla="*/ 23958 h 90312"/>
                <a:gd name="connsiteX34" fmla="*/ 156459 w 175729"/>
                <a:gd name="connsiteY34" fmla="*/ 23958 h 90312"/>
                <a:gd name="connsiteX35" fmla="*/ 156459 w 175729"/>
                <a:gd name="connsiteY35" fmla="*/ 6979 h 90312"/>
                <a:gd name="connsiteX36" fmla="*/ 28438 w 175729"/>
                <a:gd name="connsiteY36" fmla="*/ 6875 h 90312"/>
                <a:gd name="connsiteX37" fmla="*/ 28646 w 175729"/>
                <a:gd name="connsiteY37" fmla="*/ 25938 h 90312"/>
                <a:gd name="connsiteX38" fmla="*/ 55833 w 175729"/>
                <a:gd name="connsiteY38" fmla="*/ 25938 h 90312"/>
                <a:gd name="connsiteX39" fmla="*/ 56146 w 175729"/>
                <a:gd name="connsiteY39" fmla="*/ 6875 h 90312"/>
                <a:gd name="connsiteX40" fmla="*/ 9896 w 175729"/>
                <a:gd name="connsiteY40" fmla="*/ 104 h 90312"/>
                <a:gd name="connsiteX41" fmla="*/ 74688 w 175729"/>
                <a:gd name="connsiteY41" fmla="*/ 104 h 90312"/>
                <a:gd name="connsiteX42" fmla="*/ 74688 w 175729"/>
                <a:gd name="connsiteY42" fmla="*/ 6875 h 90312"/>
                <a:gd name="connsiteX43" fmla="*/ 63958 w 175729"/>
                <a:gd name="connsiteY43" fmla="*/ 6875 h 90312"/>
                <a:gd name="connsiteX44" fmla="*/ 63646 w 175729"/>
                <a:gd name="connsiteY44" fmla="*/ 25938 h 90312"/>
                <a:gd name="connsiteX45" fmla="*/ 76563 w 175729"/>
                <a:gd name="connsiteY45" fmla="*/ 25938 h 90312"/>
                <a:gd name="connsiteX46" fmla="*/ 76563 w 175729"/>
                <a:gd name="connsiteY46" fmla="*/ 32708 h 90312"/>
                <a:gd name="connsiteX47" fmla="*/ 8021 w 175729"/>
                <a:gd name="connsiteY47" fmla="*/ 32708 h 90312"/>
                <a:gd name="connsiteX48" fmla="*/ 8021 w 175729"/>
                <a:gd name="connsiteY48" fmla="*/ 25938 h 90312"/>
                <a:gd name="connsiteX49" fmla="*/ 20729 w 175729"/>
                <a:gd name="connsiteY49" fmla="*/ 25938 h 90312"/>
                <a:gd name="connsiteX50" fmla="*/ 20521 w 175729"/>
                <a:gd name="connsiteY50" fmla="*/ 6875 h 90312"/>
                <a:gd name="connsiteX51" fmla="*/ 9896 w 175729"/>
                <a:gd name="connsiteY51" fmla="*/ 6875 h 90312"/>
                <a:gd name="connsiteX52" fmla="*/ 104479 w 175729"/>
                <a:gd name="connsiteY52" fmla="*/ 0 h 90312"/>
                <a:gd name="connsiteX53" fmla="*/ 162396 w 175729"/>
                <a:gd name="connsiteY53" fmla="*/ 0 h 90312"/>
                <a:gd name="connsiteX54" fmla="*/ 164115 w 175729"/>
                <a:gd name="connsiteY54" fmla="*/ 469 h 90312"/>
                <a:gd name="connsiteX55" fmla="*/ 164583 w 175729"/>
                <a:gd name="connsiteY55" fmla="*/ 2187 h 90312"/>
                <a:gd name="connsiteX56" fmla="*/ 164583 w 175729"/>
                <a:gd name="connsiteY56" fmla="*/ 28646 h 90312"/>
                <a:gd name="connsiteX57" fmla="*/ 164115 w 175729"/>
                <a:gd name="connsiteY57" fmla="*/ 30365 h 90312"/>
                <a:gd name="connsiteX58" fmla="*/ 162396 w 175729"/>
                <a:gd name="connsiteY58" fmla="*/ 30833 h 90312"/>
                <a:gd name="connsiteX59" fmla="*/ 137604 w 175729"/>
                <a:gd name="connsiteY59" fmla="*/ 30833 h 90312"/>
                <a:gd name="connsiteX60" fmla="*/ 137604 w 175729"/>
                <a:gd name="connsiteY60" fmla="*/ 43229 h 90312"/>
                <a:gd name="connsiteX61" fmla="*/ 175729 w 175729"/>
                <a:gd name="connsiteY61" fmla="*/ 43229 h 90312"/>
                <a:gd name="connsiteX62" fmla="*/ 175729 w 175729"/>
                <a:gd name="connsiteY62" fmla="*/ 50313 h 90312"/>
                <a:gd name="connsiteX63" fmla="*/ 91146 w 175729"/>
                <a:gd name="connsiteY63" fmla="*/ 50313 h 90312"/>
                <a:gd name="connsiteX64" fmla="*/ 91146 w 175729"/>
                <a:gd name="connsiteY64" fmla="*/ 43229 h 90312"/>
                <a:gd name="connsiteX65" fmla="*/ 129271 w 175729"/>
                <a:gd name="connsiteY65" fmla="*/ 43229 h 90312"/>
                <a:gd name="connsiteX66" fmla="*/ 129271 w 175729"/>
                <a:gd name="connsiteY66" fmla="*/ 30833 h 90312"/>
                <a:gd name="connsiteX67" fmla="*/ 104479 w 175729"/>
                <a:gd name="connsiteY67" fmla="*/ 30833 h 90312"/>
                <a:gd name="connsiteX68" fmla="*/ 102760 w 175729"/>
                <a:gd name="connsiteY68" fmla="*/ 30365 h 90312"/>
                <a:gd name="connsiteX69" fmla="*/ 102292 w 175729"/>
                <a:gd name="connsiteY69" fmla="*/ 28646 h 90312"/>
                <a:gd name="connsiteX70" fmla="*/ 102292 w 175729"/>
                <a:gd name="connsiteY70" fmla="*/ 2187 h 90312"/>
                <a:gd name="connsiteX71" fmla="*/ 102760 w 175729"/>
                <a:gd name="connsiteY71" fmla="*/ 469 h 90312"/>
                <a:gd name="connsiteX72" fmla="*/ 104479 w 175729"/>
                <a:gd name="connsiteY72" fmla="*/ 0 h 90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75729" h="90312">
                  <a:moveTo>
                    <a:pt x="19479" y="66458"/>
                  </a:moveTo>
                  <a:lnTo>
                    <a:pt x="19479" y="81875"/>
                  </a:lnTo>
                  <a:lnTo>
                    <a:pt x="65000" y="81875"/>
                  </a:lnTo>
                  <a:lnTo>
                    <a:pt x="65000" y="66458"/>
                  </a:lnTo>
                  <a:close/>
                  <a:moveTo>
                    <a:pt x="101354" y="59896"/>
                  </a:moveTo>
                  <a:lnTo>
                    <a:pt x="162188" y="59896"/>
                  </a:lnTo>
                  <a:cubicBezTo>
                    <a:pt x="163021" y="59896"/>
                    <a:pt x="163594" y="60052"/>
                    <a:pt x="163906" y="60365"/>
                  </a:cubicBezTo>
                  <a:cubicBezTo>
                    <a:pt x="164219" y="60677"/>
                    <a:pt x="164375" y="61250"/>
                    <a:pt x="164375" y="62083"/>
                  </a:cubicBezTo>
                  <a:lnTo>
                    <a:pt x="164375" y="90313"/>
                  </a:lnTo>
                  <a:lnTo>
                    <a:pt x="155938" y="90313"/>
                  </a:lnTo>
                  <a:lnTo>
                    <a:pt x="155938" y="67083"/>
                  </a:lnTo>
                  <a:lnTo>
                    <a:pt x="101354" y="67083"/>
                  </a:lnTo>
                  <a:close/>
                  <a:moveTo>
                    <a:pt x="0" y="41458"/>
                  </a:moveTo>
                  <a:lnTo>
                    <a:pt x="84583" y="41458"/>
                  </a:lnTo>
                  <a:lnTo>
                    <a:pt x="84583" y="48438"/>
                  </a:lnTo>
                  <a:lnTo>
                    <a:pt x="46354" y="48438"/>
                  </a:lnTo>
                  <a:lnTo>
                    <a:pt x="46354" y="59688"/>
                  </a:lnTo>
                  <a:lnTo>
                    <a:pt x="71042" y="59688"/>
                  </a:lnTo>
                  <a:cubicBezTo>
                    <a:pt x="71875" y="59688"/>
                    <a:pt x="72448" y="59844"/>
                    <a:pt x="72760" y="60156"/>
                  </a:cubicBezTo>
                  <a:cubicBezTo>
                    <a:pt x="73073" y="60469"/>
                    <a:pt x="73229" y="61042"/>
                    <a:pt x="73229" y="61875"/>
                  </a:cubicBezTo>
                  <a:lnTo>
                    <a:pt x="73229" y="86667"/>
                  </a:lnTo>
                  <a:cubicBezTo>
                    <a:pt x="73229" y="87500"/>
                    <a:pt x="73073" y="88073"/>
                    <a:pt x="72760" y="88385"/>
                  </a:cubicBezTo>
                  <a:cubicBezTo>
                    <a:pt x="72448" y="88698"/>
                    <a:pt x="71875" y="88854"/>
                    <a:pt x="71042" y="88854"/>
                  </a:cubicBezTo>
                  <a:lnTo>
                    <a:pt x="13542" y="88854"/>
                  </a:lnTo>
                  <a:cubicBezTo>
                    <a:pt x="12708" y="88854"/>
                    <a:pt x="12136" y="88698"/>
                    <a:pt x="11823" y="88385"/>
                  </a:cubicBezTo>
                  <a:cubicBezTo>
                    <a:pt x="11510" y="88073"/>
                    <a:pt x="11354" y="87500"/>
                    <a:pt x="11354" y="86667"/>
                  </a:cubicBezTo>
                  <a:lnTo>
                    <a:pt x="11354" y="61875"/>
                  </a:lnTo>
                  <a:cubicBezTo>
                    <a:pt x="11354" y="61042"/>
                    <a:pt x="11510" y="60469"/>
                    <a:pt x="11823" y="60156"/>
                  </a:cubicBezTo>
                  <a:cubicBezTo>
                    <a:pt x="12136" y="59844"/>
                    <a:pt x="12708" y="59688"/>
                    <a:pt x="13542" y="59688"/>
                  </a:cubicBezTo>
                  <a:lnTo>
                    <a:pt x="38021" y="59688"/>
                  </a:lnTo>
                  <a:lnTo>
                    <a:pt x="38021" y="48438"/>
                  </a:lnTo>
                  <a:lnTo>
                    <a:pt x="0" y="48438"/>
                  </a:lnTo>
                  <a:close/>
                  <a:moveTo>
                    <a:pt x="110313" y="6979"/>
                  </a:moveTo>
                  <a:lnTo>
                    <a:pt x="110313" y="23958"/>
                  </a:lnTo>
                  <a:lnTo>
                    <a:pt x="156459" y="23958"/>
                  </a:lnTo>
                  <a:lnTo>
                    <a:pt x="156459" y="6979"/>
                  </a:lnTo>
                  <a:close/>
                  <a:moveTo>
                    <a:pt x="28438" y="6875"/>
                  </a:moveTo>
                  <a:lnTo>
                    <a:pt x="28646" y="25938"/>
                  </a:lnTo>
                  <a:lnTo>
                    <a:pt x="55833" y="25938"/>
                  </a:lnTo>
                  <a:lnTo>
                    <a:pt x="56146" y="6875"/>
                  </a:lnTo>
                  <a:close/>
                  <a:moveTo>
                    <a:pt x="9896" y="104"/>
                  </a:moveTo>
                  <a:lnTo>
                    <a:pt x="74688" y="104"/>
                  </a:lnTo>
                  <a:lnTo>
                    <a:pt x="74688" y="6875"/>
                  </a:lnTo>
                  <a:lnTo>
                    <a:pt x="63958" y="6875"/>
                  </a:lnTo>
                  <a:lnTo>
                    <a:pt x="63646" y="25938"/>
                  </a:lnTo>
                  <a:lnTo>
                    <a:pt x="76563" y="25938"/>
                  </a:lnTo>
                  <a:lnTo>
                    <a:pt x="76563" y="32708"/>
                  </a:lnTo>
                  <a:lnTo>
                    <a:pt x="8021" y="32708"/>
                  </a:lnTo>
                  <a:lnTo>
                    <a:pt x="8021" y="25938"/>
                  </a:lnTo>
                  <a:lnTo>
                    <a:pt x="20729" y="25938"/>
                  </a:lnTo>
                  <a:lnTo>
                    <a:pt x="20521" y="6875"/>
                  </a:lnTo>
                  <a:lnTo>
                    <a:pt x="9896" y="6875"/>
                  </a:lnTo>
                  <a:close/>
                  <a:moveTo>
                    <a:pt x="104479" y="0"/>
                  </a:moveTo>
                  <a:lnTo>
                    <a:pt x="162396" y="0"/>
                  </a:lnTo>
                  <a:cubicBezTo>
                    <a:pt x="163229" y="0"/>
                    <a:pt x="163802" y="156"/>
                    <a:pt x="164115" y="469"/>
                  </a:cubicBezTo>
                  <a:cubicBezTo>
                    <a:pt x="164427" y="781"/>
                    <a:pt x="164583" y="1354"/>
                    <a:pt x="164583" y="2187"/>
                  </a:cubicBezTo>
                  <a:lnTo>
                    <a:pt x="164583" y="28646"/>
                  </a:lnTo>
                  <a:cubicBezTo>
                    <a:pt x="164583" y="29479"/>
                    <a:pt x="164427" y="30052"/>
                    <a:pt x="164115" y="30365"/>
                  </a:cubicBezTo>
                  <a:cubicBezTo>
                    <a:pt x="163802" y="30677"/>
                    <a:pt x="163229" y="30833"/>
                    <a:pt x="162396" y="30833"/>
                  </a:cubicBezTo>
                  <a:lnTo>
                    <a:pt x="137604" y="30833"/>
                  </a:lnTo>
                  <a:lnTo>
                    <a:pt x="137604" y="43229"/>
                  </a:lnTo>
                  <a:lnTo>
                    <a:pt x="175729" y="43229"/>
                  </a:lnTo>
                  <a:lnTo>
                    <a:pt x="175729" y="50313"/>
                  </a:lnTo>
                  <a:lnTo>
                    <a:pt x="91146" y="50313"/>
                  </a:lnTo>
                  <a:lnTo>
                    <a:pt x="91146" y="43229"/>
                  </a:lnTo>
                  <a:lnTo>
                    <a:pt x="129271" y="43229"/>
                  </a:lnTo>
                  <a:lnTo>
                    <a:pt x="129271" y="30833"/>
                  </a:lnTo>
                  <a:lnTo>
                    <a:pt x="104479" y="30833"/>
                  </a:lnTo>
                  <a:cubicBezTo>
                    <a:pt x="103646" y="30833"/>
                    <a:pt x="103073" y="30677"/>
                    <a:pt x="102760" y="30365"/>
                  </a:cubicBezTo>
                  <a:cubicBezTo>
                    <a:pt x="102448" y="30052"/>
                    <a:pt x="102292" y="29479"/>
                    <a:pt x="102292" y="28646"/>
                  </a:cubicBezTo>
                  <a:lnTo>
                    <a:pt x="102292" y="2187"/>
                  </a:lnTo>
                  <a:cubicBezTo>
                    <a:pt x="102292" y="1354"/>
                    <a:pt x="102448" y="781"/>
                    <a:pt x="102760" y="469"/>
                  </a:cubicBezTo>
                  <a:cubicBezTo>
                    <a:pt x="103073" y="156"/>
                    <a:pt x="103646" y="0"/>
                    <a:pt x="104479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8" name="TextBox 697">
              <a:extLst>
                <a:ext uri="{FF2B5EF4-FFF2-40B4-BE49-F238E27FC236}">
                  <a16:creationId xmlns:a16="http://schemas.microsoft.com/office/drawing/2014/main" id="{593C3EE0-9AA7-4619-B1C7-2A3E6846DC9C}"/>
                </a:ext>
              </a:extLst>
            </p:cNvPr>
            <p:cNvSpPr txBox="1"/>
            <p:nvPr/>
          </p:nvSpPr>
          <p:spPr>
            <a:xfrm>
              <a:off x="2543198" y="6739526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품목</a:t>
              </a:r>
            </a:p>
          </p:txBody>
        </p:sp>
        <p:grpSp>
          <p:nvGrpSpPr>
            <p:cNvPr id="699" name="그래픽 5">
              <a:extLst>
                <a:ext uri="{FF2B5EF4-FFF2-40B4-BE49-F238E27FC236}">
                  <a16:creationId xmlns:a16="http://schemas.microsoft.com/office/drawing/2014/main" id="{C84C6EB1-017A-4F33-92F4-A01DDCA55369}"/>
                </a:ext>
              </a:extLst>
            </p:cNvPr>
            <p:cNvGrpSpPr/>
            <p:nvPr/>
          </p:nvGrpSpPr>
          <p:grpSpPr>
            <a:xfrm>
              <a:off x="1211738" y="6914673"/>
              <a:ext cx="182291" cy="130208"/>
              <a:chOff x="1211738" y="6914673"/>
              <a:chExt cx="182291" cy="130208"/>
            </a:xfrm>
          </p:grpSpPr>
          <p:sp>
            <p:nvSpPr>
              <p:cNvPr id="700" name="자유형: 도형 699">
                <a:extLst>
                  <a:ext uri="{FF2B5EF4-FFF2-40B4-BE49-F238E27FC236}">
                    <a16:creationId xmlns:a16="http://schemas.microsoft.com/office/drawing/2014/main" id="{9508D159-C5B9-4FA2-9889-34D0D9261FE3}"/>
                  </a:ext>
                </a:extLst>
              </p:cNvPr>
              <p:cNvSpPr/>
              <p:nvPr/>
            </p:nvSpPr>
            <p:spPr>
              <a:xfrm>
                <a:off x="1211738" y="6937993"/>
                <a:ext cx="169479" cy="92395"/>
              </a:xfrm>
              <a:custGeom>
                <a:avLst/>
                <a:gdLst>
                  <a:gd name="connsiteX0" fmla="*/ 106146 w 169479"/>
                  <a:gd name="connsiteY0" fmla="*/ 13021 h 92395"/>
                  <a:gd name="connsiteX1" fmla="*/ 106146 w 169479"/>
                  <a:gd name="connsiteY1" fmla="*/ 61562 h 92395"/>
                  <a:gd name="connsiteX2" fmla="*/ 123438 w 169479"/>
                  <a:gd name="connsiteY2" fmla="*/ 61562 h 92395"/>
                  <a:gd name="connsiteX3" fmla="*/ 123438 w 169479"/>
                  <a:gd name="connsiteY3" fmla="*/ 13021 h 92395"/>
                  <a:gd name="connsiteX4" fmla="*/ 100417 w 169479"/>
                  <a:gd name="connsiteY4" fmla="*/ 6042 h 92395"/>
                  <a:gd name="connsiteX5" fmla="*/ 129063 w 169479"/>
                  <a:gd name="connsiteY5" fmla="*/ 6042 h 92395"/>
                  <a:gd name="connsiteX6" fmla="*/ 130781 w 169479"/>
                  <a:gd name="connsiteY6" fmla="*/ 6510 h 92395"/>
                  <a:gd name="connsiteX7" fmla="*/ 131250 w 169479"/>
                  <a:gd name="connsiteY7" fmla="*/ 8229 h 92395"/>
                  <a:gd name="connsiteX8" fmla="*/ 131250 w 169479"/>
                  <a:gd name="connsiteY8" fmla="*/ 66458 h 92395"/>
                  <a:gd name="connsiteX9" fmla="*/ 130781 w 169479"/>
                  <a:gd name="connsiteY9" fmla="*/ 68177 h 92395"/>
                  <a:gd name="connsiteX10" fmla="*/ 129063 w 169479"/>
                  <a:gd name="connsiteY10" fmla="*/ 68646 h 92395"/>
                  <a:gd name="connsiteX11" fmla="*/ 100417 w 169479"/>
                  <a:gd name="connsiteY11" fmla="*/ 68646 h 92395"/>
                  <a:gd name="connsiteX12" fmla="*/ 98698 w 169479"/>
                  <a:gd name="connsiteY12" fmla="*/ 68177 h 92395"/>
                  <a:gd name="connsiteX13" fmla="*/ 98229 w 169479"/>
                  <a:gd name="connsiteY13" fmla="*/ 66458 h 92395"/>
                  <a:gd name="connsiteX14" fmla="*/ 98229 w 169479"/>
                  <a:gd name="connsiteY14" fmla="*/ 8229 h 92395"/>
                  <a:gd name="connsiteX15" fmla="*/ 98698 w 169479"/>
                  <a:gd name="connsiteY15" fmla="*/ 6510 h 92395"/>
                  <a:gd name="connsiteX16" fmla="*/ 100417 w 169479"/>
                  <a:gd name="connsiteY16" fmla="*/ 6042 h 92395"/>
                  <a:gd name="connsiteX17" fmla="*/ 9896 w 169479"/>
                  <a:gd name="connsiteY17" fmla="*/ 3333 h 92395"/>
                  <a:gd name="connsiteX18" fmla="*/ 72500 w 169479"/>
                  <a:gd name="connsiteY18" fmla="*/ 3333 h 92395"/>
                  <a:gd name="connsiteX19" fmla="*/ 74219 w 169479"/>
                  <a:gd name="connsiteY19" fmla="*/ 3802 h 92395"/>
                  <a:gd name="connsiteX20" fmla="*/ 74688 w 169479"/>
                  <a:gd name="connsiteY20" fmla="*/ 5521 h 92395"/>
                  <a:gd name="connsiteX21" fmla="*/ 73854 w 169479"/>
                  <a:gd name="connsiteY21" fmla="*/ 15052 h 92395"/>
                  <a:gd name="connsiteX22" fmla="*/ 72708 w 169479"/>
                  <a:gd name="connsiteY22" fmla="*/ 25521 h 92395"/>
                  <a:gd name="connsiteX23" fmla="*/ 71302 w 169479"/>
                  <a:gd name="connsiteY23" fmla="*/ 35677 h 92395"/>
                  <a:gd name="connsiteX24" fmla="*/ 69792 w 169479"/>
                  <a:gd name="connsiteY24" fmla="*/ 44375 h 92395"/>
                  <a:gd name="connsiteX25" fmla="*/ 84792 w 169479"/>
                  <a:gd name="connsiteY25" fmla="*/ 44375 h 92395"/>
                  <a:gd name="connsiteX26" fmla="*/ 84792 w 169479"/>
                  <a:gd name="connsiteY26" fmla="*/ 51458 h 92395"/>
                  <a:gd name="connsiteX27" fmla="*/ 45729 w 169479"/>
                  <a:gd name="connsiteY27" fmla="*/ 51458 h 92395"/>
                  <a:gd name="connsiteX28" fmla="*/ 45729 w 169479"/>
                  <a:gd name="connsiteY28" fmla="*/ 92396 h 92395"/>
                  <a:gd name="connsiteX29" fmla="*/ 37396 w 169479"/>
                  <a:gd name="connsiteY29" fmla="*/ 92396 h 92395"/>
                  <a:gd name="connsiteX30" fmla="*/ 37396 w 169479"/>
                  <a:gd name="connsiteY30" fmla="*/ 51458 h 92395"/>
                  <a:gd name="connsiteX31" fmla="*/ 0 w 169479"/>
                  <a:gd name="connsiteY31" fmla="*/ 51458 h 92395"/>
                  <a:gd name="connsiteX32" fmla="*/ 0 w 169479"/>
                  <a:gd name="connsiteY32" fmla="*/ 44375 h 92395"/>
                  <a:gd name="connsiteX33" fmla="*/ 61563 w 169479"/>
                  <a:gd name="connsiteY33" fmla="*/ 44375 h 92395"/>
                  <a:gd name="connsiteX34" fmla="*/ 63021 w 169479"/>
                  <a:gd name="connsiteY34" fmla="*/ 36302 h 92395"/>
                  <a:gd name="connsiteX35" fmla="*/ 64375 w 169479"/>
                  <a:gd name="connsiteY35" fmla="*/ 27500 h 92395"/>
                  <a:gd name="connsiteX36" fmla="*/ 65365 w 169479"/>
                  <a:gd name="connsiteY36" fmla="*/ 18646 h 92395"/>
                  <a:gd name="connsiteX37" fmla="*/ 66042 w 169479"/>
                  <a:gd name="connsiteY37" fmla="*/ 10417 h 92395"/>
                  <a:gd name="connsiteX38" fmla="*/ 9896 w 169479"/>
                  <a:gd name="connsiteY38" fmla="*/ 10417 h 92395"/>
                  <a:gd name="connsiteX39" fmla="*/ 161458 w 169479"/>
                  <a:gd name="connsiteY39" fmla="*/ 0 h 92395"/>
                  <a:gd name="connsiteX40" fmla="*/ 169479 w 169479"/>
                  <a:gd name="connsiteY40" fmla="*/ 0 h 92395"/>
                  <a:gd name="connsiteX41" fmla="*/ 169479 w 169479"/>
                  <a:gd name="connsiteY41" fmla="*/ 92396 h 92395"/>
                  <a:gd name="connsiteX42" fmla="*/ 161458 w 169479"/>
                  <a:gd name="connsiteY42" fmla="*/ 92396 h 92395"/>
                  <a:gd name="connsiteX43" fmla="*/ 161458 w 169479"/>
                  <a:gd name="connsiteY43" fmla="*/ 39479 h 92395"/>
                  <a:gd name="connsiteX44" fmla="*/ 149375 w 169479"/>
                  <a:gd name="connsiteY44" fmla="*/ 39479 h 92395"/>
                  <a:gd name="connsiteX45" fmla="*/ 149375 w 169479"/>
                  <a:gd name="connsiteY45" fmla="*/ 87916 h 92395"/>
                  <a:gd name="connsiteX46" fmla="*/ 141458 w 169479"/>
                  <a:gd name="connsiteY46" fmla="*/ 87916 h 92395"/>
                  <a:gd name="connsiteX47" fmla="*/ 141458 w 169479"/>
                  <a:gd name="connsiteY47" fmla="*/ 1562 h 92395"/>
                  <a:gd name="connsiteX48" fmla="*/ 149375 w 169479"/>
                  <a:gd name="connsiteY48" fmla="*/ 1562 h 92395"/>
                  <a:gd name="connsiteX49" fmla="*/ 149375 w 169479"/>
                  <a:gd name="connsiteY49" fmla="*/ 31562 h 92395"/>
                  <a:gd name="connsiteX50" fmla="*/ 161458 w 169479"/>
                  <a:gd name="connsiteY50" fmla="*/ 31562 h 92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69479" h="92395">
                    <a:moveTo>
                      <a:pt x="106146" y="13021"/>
                    </a:moveTo>
                    <a:lnTo>
                      <a:pt x="106146" y="61562"/>
                    </a:lnTo>
                    <a:lnTo>
                      <a:pt x="123438" y="61562"/>
                    </a:lnTo>
                    <a:lnTo>
                      <a:pt x="123438" y="13021"/>
                    </a:lnTo>
                    <a:close/>
                    <a:moveTo>
                      <a:pt x="100417" y="6042"/>
                    </a:moveTo>
                    <a:lnTo>
                      <a:pt x="129063" y="6042"/>
                    </a:lnTo>
                    <a:cubicBezTo>
                      <a:pt x="129896" y="6042"/>
                      <a:pt x="130469" y="6198"/>
                      <a:pt x="130781" y="6510"/>
                    </a:cubicBezTo>
                    <a:cubicBezTo>
                      <a:pt x="131094" y="6823"/>
                      <a:pt x="131250" y="7396"/>
                      <a:pt x="131250" y="8229"/>
                    </a:cubicBezTo>
                    <a:lnTo>
                      <a:pt x="131250" y="66458"/>
                    </a:lnTo>
                    <a:cubicBezTo>
                      <a:pt x="131250" y="67292"/>
                      <a:pt x="131094" y="67865"/>
                      <a:pt x="130781" y="68177"/>
                    </a:cubicBezTo>
                    <a:cubicBezTo>
                      <a:pt x="130469" y="68489"/>
                      <a:pt x="129896" y="68646"/>
                      <a:pt x="129063" y="68646"/>
                    </a:cubicBezTo>
                    <a:lnTo>
                      <a:pt x="100417" y="68646"/>
                    </a:lnTo>
                    <a:cubicBezTo>
                      <a:pt x="99583" y="68646"/>
                      <a:pt x="99010" y="68489"/>
                      <a:pt x="98698" y="68177"/>
                    </a:cubicBezTo>
                    <a:cubicBezTo>
                      <a:pt x="98385" y="67865"/>
                      <a:pt x="98229" y="67292"/>
                      <a:pt x="98229" y="66458"/>
                    </a:cubicBezTo>
                    <a:lnTo>
                      <a:pt x="98229" y="8229"/>
                    </a:lnTo>
                    <a:cubicBezTo>
                      <a:pt x="98229" y="7396"/>
                      <a:pt x="98385" y="6823"/>
                      <a:pt x="98698" y="6510"/>
                    </a:cubicBezTo>
                    <a:cubicBezTo>
                      <a:pt x="99010" y="6198"/>
                      <a:pt x="99583" y="6042"/>
                      <a:pt x="100417" y="6042"/>
                    </a:cubicBezTo>
                    <a:close/>
                    <a:moveTo>
                      <a:pt x="9896" y="3333"/>
                    </a:moveTo>
                    <a:lnTo>
                      <a:pt x="72500" y="3333"/>
                    </a:lnTo>
                    <a:cubicBezTo>
                      <a:pt x="73333" y="3333"/>
                      <a:pt x="73906" y="3489"/>
                      <a:pt x="74219" y="3802"/>
                    </a:cubicBezTo>
                    <a:cubicBezTo>
                      <a:pt x="74531" y="4114"/>
                      <a:pt x="74688" y="4687"/>
                      <a:pt x="74688" y="5521"/>
                    </a:cubicBezTo>
                    <a:cubicBezTo>
                      <a:pt x="74479" y="8437"/>
                      <a:pt x="74202" y="11615"/>
                      <a:pt x="73854" y="15052"/>
                    </a:cubicBezTo>
                    <a:cubicBezTo>
                      <a:pt x="73508" y="18489"/>
                      <a:pt x="73125" y="21979"/>
                      <a:pt x="72708" y="25521"/>
                    </a:cubicBezTo>
                    <a:cubicBezTo>
                      <a:pt x="72292" y="28984"/>
                      <a:pt x="71823" y="32370"/>
                      <a:pt x="71302" y="35677"/>
                    </a:cubicBezTo>
                    <a:cubicBezTo>
                      <a:pt x="70781" y="38972"/>
                      <a:pt x="70279" y="41875"/>
                      <a:pt x="69792" y="44375"/>
                    </a:cubicBezTo>
                    <a:lnTo>
                      <a:pt x="84792" y="44375"/>
                    </a:lnTo>
                    <a:lnTo>
                      <a:pt x="84792" y="51458"/>
                    </a:lnTo>
                    <a:lnTo>
                      <a:pt x="45729" y="51458"/>
                    </a:lnTo>
                    <a:lnTo>
                      <a:pt x="45729" y="92396"/>
                    </a:lnTo>
                    <a:lnTo>
                      <a:pt x="37396" y="92396"/>
                    </a:lnTo>
                    <a:lnTo>
                      <a:pt x="37396" y="51458"/>
                    </a:lnTo>
                    <a:lnTo>
                      <a:pt x="0" y="51458"/>
                    </a:lnTo>
                    <a:lnTo>
                      <a:pt x="0" y="44375"/>
                    </a:lnTo>
                    <a:lnTo>
                      <a:pt x="61563" y="44375"/>
                    </a:lnTo>
                    <a:cubicBezTo>
                      <a:pt x="62050" y="41875"/>
                      <a:pt x="62535" y="39180"/>
                      <a:pt x="63021" y="36302"/>
                    </a:cubicBezTo>
                    <a:cubicBezTo>
                      <a:pt x="63508" y="33412"/>
                      <a:pt x="63958" y="30481"/>
                      <a:pt x="64375" y="27500"/>
                    </a:cubicBezTo>
                    <a:cubicBezTo>
                      <a:pt x="64723" y="24505"/>
                      <a:pt x="65052" y="21562"/>
                      <a:pt x="65365" y="18646"/>
                    </a:cubicBezTo>
                    <a:cubicBezTo>
                      <a:pt x="65677" y="15729"/>
                      <a:pt x="65904" y="12981"/>
                      <a:pt x="66042" y="10417"/>
                    </a:cubicBezTo>
                    <a:lnTo>
                      <a:pt x="9896" y="10417"/>
                    </a:lnTo>
                    <a:close/>
                    <a:moveTo>
                      <a:pt x="161458" y="0"/>
                    </a:moveTo>
                    <a:lnTo>
                      <a:pt x="169479" y="0"/>
                    </a:lnTo>
                    <a:lnTo>
                      <a:pt x="169479" y="92396"/>
                    </a:lnTo>
                    <a:lnTo>
                      <a:pt x="161458" y="92396"/>
                    </a:lnTo>
                    <a:lnTo>
                      <a:pt x="161458" y="39479"/>
                    </a:lnTo>
                    <a:lnTo>
                      <a:pt x="149375" y="39479"/>
                    </a:lnTo>
                    <a:lnTo>
                      <a:pt x="149375" y="87916"/>
                    </a:lnTo>
                    <a:lnTo>
                      <a:pt x="141458" y="87916"/>
                    </a:lnTo>
                    <a:lnTo>
                      <a:pt x="141458" y="1562"/>
                    </a:lnTo>
                    <a:lnTo>
                      <a:pt x="149375" y="1562"/>
                    </a:lnTo>
                    <a:lnTo>
                      <a:pt x="149375" y="31562"/>
                    </a:lnTo>
                    <a:lnTo>
                      <a:pt x="161458" y="31562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1" name="TextBox 700">
                <a:extLst>
                  <a:ext uri="{FF2B5EF4-FFF2-40B4-BE49-F238E27FC236}">
                    <a16:creationId xmlns:a16="http://schemas.microsoft.com/office/drawing/2014/main" id="{9EC364E1-151A-4190-9285-51D8A48652C0}"/>
                  </a:ext>
                </a:extLst>
              </p:cNvPr>
              <p:cNvSpPr txBox="1"/>
              <p:nvPr/>
            </p:nvSpPr>
            <p:spPr>
              <a:xfrm>
                <a:off x="1120298" y="6868953"/>
                <a:ext cx="36517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구매</a:t>
                </a:r>
              </a:p>
            </p:txBody>
          </p:sp>
        </p:grpSp>
        <p:sp>
          <p:nvSpPr>
            <p:cNvPr id="702" name="자유형: 도형 701">
              <a:extLst>
                <a:ext uri="{FF2B5EF4-FFF2-40B4-BE49-F238E27FC236}">
                  <a16:creationId xmlns:a16="http://schemas.microsoft.com/office/drawing/2014/main" id="{B996F845-0195-42B6-8EAC-575A868F1874}"/>
                </a:ext>
              </a:extLst>
            </p:cNvPr>
            <p:cNvSpPr/>
            <p:nvPr/>
          </p:nvSpPr>
          <p:spPr>
            <a:xfrm>
              <a:off x="3018050" y="6810701"/>
              <a:ext cx="631667" cy="81562"/>
            </a:xfrm>
            <a:custGeom>
              <a:avLst/>
              <a:gdLst>
                <a:gd name="connsiteX0" fmla="*/ 408021 w 631667"/>
                <a:gd name="connsiteY0" fmla="*/ 70833 h 81562"/>
                <a:gd name="connsiteX1" fmla="*/ 418750 w 631667"/>
                <a:gd name="connsiteY1" fmla="*/ 70833 h 81562"/>
                <a:gd name="connsiteX2" fmla="*/ 418750 w 631667"/>
                <a:gd name="connsiteY2" fmla="*/ 81562 h 81562"/>
                <a:gd name="connsiteX3" fmla="*/ 408021 w 631667"/>
                <a:gd name="connsiteY3" fmla="*/ 81562 h 81562"/>
                <a:gd name="connsiteX4" fmla="*/ 251771 w 631667"/>
                <a:gd name="connsiteY4" fmla="*/ 70833 h 81562"/>
                <a:gd name="connsiteX5" fmla="*/ 262500 w 631667"/>
                <a:gd name="connsiteY5" fmla="*/ 70833 h 81562"/>
                <a:gd name="connsiteX6" fmla="*/ 262500 w 631667"/>
                <a:gd name="connsiteY6" fmla="*/ 81562 h 81562"/>
                <a:gd name="connsiteX7" fmla="*/ 251771 w 631667"/>
                <a:gd name="connsiteY7" fmla="*/ 81562 h 81562"/>
                <a:gd name="connsiteX8" fmla="*/ 519271 w 631667"/>
                <a:gd name="connsiteY8" fmla="*/ 43437 h 81562"/>
                <a:gd name="connsiteX9" fmla="*/ 513125 w 631667"/>
                <a:gd name="connsiteY9" fmla="*/ 44427 h 81562"/>
                <a:gd name="connsiteX10" fmla="*/ 507813 w 631667"/>
                <a:gd name="connsiteY10" fmla="*/ 47292 h 81562"/>
                <a:gd name="connsiteX11" fmla="*/ 504011 w 631667"/>
                <a:gd name="connsiteY11" fmla="*/ 52031 h 81562"/>
                <a:gd name="connsiteX12" fmla="*/ 502605 w 631667"/>
                <a:gd name="connsiteY12" fmla="*/ 58646 h 81562"/>
                <a:gd name="connsiteX13" fmla="*/ 507032 w 631667"/>
                <a:gd name="connsiteY13" fmla="*/ 69687 h 81562"/>
                <a:gd name="connsiteX14" fmla="*/ 519271 w 631667"/>
                <a:gd name="connsiteY14" fmla="*/ 73854 h 81562"/>
                <a:gd name="connsiteX15" fmla="*/ 531407 w 631667"/>
                <a:gd name="connsiteY15" fmla="*/ 69687 h 81562"/>
                <a:gd name="connsiteX16" fmla="*/ 535938 w 631667"/>
                <a:gd name="connsiteY16" fmla="*/ 58646 h 81562"/>
                <a:gd name="connsiteX17" fmla="*/ 534480 w 631667"/>
                <a:gd name="connsiteY17" fmla="*/ 52031 h 81562"/>
                <a:gd name="connsiteX18" fmla="*/ 530625 w 631667"/>
                <a:gd name="connsiteY18" fmla="*/ 47292 h 81562"/>
                <a:gd name="connsiteX19" fmla="*/ 525313 w 631667"/>
                <a:gd name="connsiteY19" fmla="*/ 44427 h 81562"/>
                <a:gd name="connsiteX20" fmla="*/ 519271 w 631667"/>
                <a:gd name="connsiteY20" fmla="*/ 43437 h 81562"/>
                <a:gd name="connsiteX21" fmla="*/ 598855 w 631667"/>
                <a:gd name="connsiteY21" fmla="*/ 33958 h 81562"/>
                <a:gd name="connsiteX22" fmla="*/ 604219 w 631667"/>
                <a:gd name="connsiteY22" fmla="*/ 34948 h 81562"/>
                <a:gd name="connsiteX23" fmla="*/ 609063 w 631667"/>
                <a:gd name="connsiteY23" fmla="*/ 37917 h 81562"/>
                <a:gd name="connsiteX24" fmla="*/ 613854 w 631667"/>
                <a:gd name="connsiteY24" fmla="*/ 41406 h 81562"/>
                <a:gd name="connsiteX25" fmla="*/ 618125 w 631667"/>
                <a:gd name="connsiteY25" fmla="*/ 42604 h 81562"/>
                <a:gd name="connsiteX26" fmla="*/ 623386 w 631667"/>
                <a:gd name="connsiteY26" fmla="*/ 40312 h 81562"/>
                <a:gd name="connsiteX27" fmla="*/ 626980 w 631667"/>
                <a:gd name="connsiteY27" fmla="*/ 33958 h 81562"/>
                <a:gd name="connsiteX28" fmla="*/ 631667 w 631667"/>
                <a:gd name="connsiteY28" fmla="*/ 36771 h 81562"/>
                <a:gd name="connsiteX29" fmla="*/ 626719 w 631667"/>
                <a:gd name="connsiteY29" fmla="*/ 45833 h 81562"/>
                <a:gd name="connsiteX30" fmla="*/ 618021 w 631667"/>
                <a:gd name="connsiteY30" fmla="*/ 49271 h 81562"/>
                <a:gd name="connsiteX31" fmla="*/ 612605 w 631667"/>
                <a:gd name="connsiteY31" fmla="*/ 48333 h 81562"/>
                <a:gd name="connsiteX32" fmla="*/ 607813 w 631667"/>
                <a:gd name="connsiteY32" fmla="*/ 45312 h 81562"/>
                <a:gd name="connsiteX33" fmla="*/ 602969 w 631667"/>
                <a:gd name="connsiteY33" fmla="*/ 41875 h 81562"/>
                <a:gd name="connsiteX34" fmla="*/ 598750 w 631667"/>
                <a:gd name="connsiteY34" fmla="*/ 40625 h 81562"/>
                <a:gd name="connsiteX35" fmla="*/ 593646 w 631667"/>
                <a:gd name="connsiteY35" fmla="*/ 42656 h 81562"/>
                <a:gd name="connsiteX36" fmla="*/ 590105 w 631667"/>
                <a:gd name="connsiteY36" fmla="*/ 48438 h 81562"/>
                <a:gd name="connsiteX37" fmla="*/ 585417 w 631667"/>
                <a:gd name="connsiteY37" fmla="*/ 45625 h 81562"/>
                <a:gd name="connsiteX38" fmla="*/ 590313 w 631667"/>
                <a:gd name="connsiteY38" fmla="*/ 37396 h 81562"/>
                <a:gd name="connsiteX39" fmla="*/ 598855 w 631667"/>
                <a:gd name="connsiteY39" fmla="*/ 33958 h 81562"/>
                <a:gd name="connsiteX40" fmla="*/ 519271 w 631667"/>
                <a:gd name="connsiteY40" fmla="*/ 8333 h 81562"/>
                <a:gd name="connsiteX41" fmla="*/ 508125 w 631667"/>
                <a:gd name="connsiteY41" fmla="*/ 12083 h 81562"/>
                <a:gd name="connsiteX42" fmla="*/ 503542 w 631667"/>
                <a:gd name="connsiteY42" fmla="*/ 22083 h 81562"/>
                <a:gd name="connsiteX43" fmla="*/ 508021 w 631667"/>
                <a:gd name="connsiteY43" fmla="*/ 32239 h 81562"/>
                <a:gd name="connsiteX44" fmla="*/ 519271 w 631667"/>
                <a:gd name="connsiteY44" fmla="*/ 35833 h 81562"/>
                <a:gd name="connsiteX45" fmla="*/ 530417 w 631667"/>
                <a:gd name="connsiteY45" fmla="*/ 32239 h 81562"/>
                <a:gd name="connsiteX46" fmla="*/ 535000 w 631667"/>
                <a:gd name="connsiteY46" fmla="*/ 22083 h 81562"/>
                <a:gd name="connsiteX47" fmla="*/ 530417 w 631667"/>
                <a:gd name="connsiteY47" fmla="*/ 12083 h 81562"/>
                <a:gd name="connsiteX48" fmla="*/ 519271 w 631667"/>
                <a:gd name="connsiteY48" fmla="*/ 8333 h 81562"/>
                <a:gd name="connsiteX49" fmla="*/ 454167 w 631667"/>
                <a:gd name="connsiteY49" fmla="*/ 7188 h 81562"/>
                <a:gd name="connsiteX50" fmla="*/ 445365 w 631667"/>
                <a:gd name="connsiteY50" fmla="*/ 10833 h 81562"/>
                <a:gd name="connsiteX51" fmla="*/ 440625 w 631667"/>
                <a:gd name="connsiteY51" fmla="*/ 19583 h 81562"/>
                <a:gd name="connsiteX52" fmla="*/ 438594 w 631667"/>
                <a:gd name="connsiteY52" fmla="*/ 30573 h 81562"/>
                <a:gd name="connsiteX53" fmla="*/ 438229 w 631667"/>
                <a:gd name="connsiteY53" fmla="*/ 40729 h 81562"/>
                <a:gd name="connsiteX54" fmla="*/ 438594 w 631667"/>
                <a:gd name="connsiteY54" fmla="*/ 50781 h 81562"/>
                <a:gd name="connsiteX55" fmla="*/ 440625 w 631667"/>
                <a:gd name="connsiteY55" fmla="*/ 61667 h 81562"/>
                <a:gd name="connsiteX56" fmla="*/ 445365 w 631667"/>
                <a:gd name="connsiteY56" fmla="*/ 70312 h 81562"/>
                <a:gd name="connsiteX57" fmla="*/ 454167 w 631667"/>
                <a:gd name="connsiteY57" fmla="*/ 73854 h 81562"/>
                <a:gd name="connsiteX58" fmla="*/ 463125 w 631667"/>
                <a:gd name="connsiteY58" fmla="*/ 70312 h 81562"/>
                <a:gd name="connsiteX59" fmla="*/ 468125 w 631667"/>
                <a:gd name="connsiteY59" fmla="*/ 61667 h 81562"/>
                <a:gd name="connsiteX60" fmla="*/ 470417 w 631667"/>
                <a:gd name="connsiteY60" fmla="*/ 50781 h 81562"/>
                <a:gd name="connsiteX61" fmla="*/ 470938 w 631667"/>
                <a:gd name="connsiteY61" fmla="*/ 40729 h 81562"/>
                <a:gd name="connsiteX62" fmla="*/ 470417 w 631667"/>
                <a:gd name="connsiteY62" fmla="*/ 30573 h 81562"/>
                <a:gd name="connsiteX63" fmla="*/ 468125 w 631667"/>
                <a:gd name="connsiteY63" fmla="*/ 19583 h 81562"/>
                <a:gd name="connsiteX64" fmla="*/ 463125 w 631667"/>
                <a:gd name="connsiteY64" fmla="*/ 10833 h 81562"/>
                <a:gd name="connsiteX65" fmla="*/ 454167 w 631667"/>
                <a:gd name="connsiteY65" fmla="*/ 7188 h 81562"/>
                <a:gd name="connsiteX66" fmla="*/ 297917 w 631667"/>
                <a:gd name="connsiteY66" fmla="*/ 7188 h 81562"/>
                <a:gd name="connsiteX67" fmla="*/ 289115 w 631667"/>
                <a:gd name="connsiteY67" fmla="*/ 10833 h 81562"/>
                <a:gd name="connsiteX68" fmla="*/ 284375 w 631667"/>
                <a:gd name="connsiteY68" fmla="*/ 19583 h 81562"/>
                <a:gd name="connsiteX69" fmla="*/ 282344 w 631667"/>
                <a:gd name="connsiteY69" fmla="*/ 30573 h 81562"/>
                <a:gd name="connsiteX70" fmla="*/ 281979 w 631667"/>
                <a:gd name="connsiteY70" fmla="*/ 40729 h 81562"/>
                <a:gd name="connsiteX71" fmla="*/ 282344 w 631667"/>
                <a:gd name="connsiteY71" fmla="*/ 50781 h 81562"/>
                <a:gd name="connsiteX72" fmla="*/ 284375 w 631667"/>
                <a:gd name="connsiteY72" fmla="*/ 61667 h 81562"/>
                <a:gd name="connsiteX73" fmla="*/ 289115 w 631667"/>
                <a:gd name="connsiteY73" fmla="*/ 70312 h 81562"/>
                <a:gd name="connsiteX74" fmla="*/ 297917 w 631667"/>
                <a:gd name="connsiteY74" fmla="*/ 73854 h 81562"/>
                <a:gd name="connsiteX75" fmla="*/ 306875 w 631667"/>
                <a:gd name="connsiteY75" fmla="*/ 70312 h 81562"/>
                <a:gd name="connsiteX76" fmla="*/ 311875 w 631667"/>
                <a:gd name="connsiteY76" fmla="*/ 61667 h 81562"/>
                <a:gd name="connsiteX77" fmla="*/ 314167 w 631667"/>
                <a:gd name="connsiteY77" fmla="*/ 50781 h 81562"/>
                <a:gd name="connsiteX78" fmla="*/ 314688 w 631667"/>
                <a:gd name="connsiteY78" fmla="*/ 40729 h 81562"/>
                <a:gd name="connsiteX79" fmla="*/ 314167 w 631667"/>
                <a:gd name="connsiteY79" fmla="*/ 30573 h 81562"/>
                <a:gd name="connsiteX80" fmla="*/ 311875 w 631667"/>
                <a:gd name="connsiteY80" fmla="*/ 19583 h 81562"/>
                <a:gd name="connsiteX81" fmla="*/ 306875 w 631667"/>
                <a:gd name="connsiteY81" fmla="*/ 10833 h 81562"/>
                <a:gd name="connsiteX82" fmla="*/ 297917 w 631667"/>
                <a:gd name="connsiteY82" fmla="*/ 7188 h 81562"/>
                <a:gd name="connsiteX83" fmla="*/ 89583 w 631667"/>
                <a:gd name="connsiteY83" fmla="*/ 7188 h 81562"/>
                <a:gd name="connsiteX84" fmla="*/ 80781 w 631667"/>
                <a:gd name="connsiteY84" fmla="*/ 10833 h 81562"/>
                <a:gd name="connsiteX85" fmla="*/ 76042 w 631667"/>
                <a:gd name="connsiteY85" fmla="*/ 19583 h 81562"/>
                <a:gd name="connsiteX86" fmla="*/ 74011 w 631667"/>
                <a:gd name="connsiteY86" fmla="*/ 30573 h 81562"/>
                <a:gd name="connsiteX87" fmla="*/ 73646 w 631667"/>
                <a:gd name="connsiteY87" fmla="*/ 40729 h 81562"/>
                <a:gd name="connsiteX88" fmla="*/ 74011 w 631667"/>
                <a:gd name="connsiteY88" fmla="*/ 50781 h 81562"/>
                <a:gd name="connsiteX89" fmla="*/ 76042 w 631667"/>
                <a:gd name="connsiteY89" fmla="*/ 61667 h 81562"/>
                <a:gd name="connsiteX90" fmla="*/ 80781 w 631667"/>
                <a:gd name="connsiteY90" fmla="*/ 70312 h 81562"/>
                <a:gd name="connsiteX91" fmla="*/ 89583 w 631667"/>
                <a:gd name="connsiteY91" fmla="*/ 73854 h 81562"/>
                <a:gd name="connsiteX92" fmla="*/ 98542 w 631667"/>
                <a:gd name="connsiteY92" fmla="*/ 70312 h 81562"/>
                <a:gd name="connsiteX93" fmla="*/ 103542 w 631667"/>
                <a:gd name="connsiteY93" fmla="*/ 61667 h 81562"/>
                <a:gd name="connsiteX94" fmla="*/ 105833 w 631667"/>
                <a:gd name="connsiteY94" fmla="*/ 50781 h 81562"/>
                <a:gd name="connsiteX95" fmla="*/ 106354 w 631667"/>
                <a:gd name="connsiteY95" fmla="*/ 40729 h 81562"/>
                <a:gd name="connsiteX96" fmla="*/ 105833 w 631667"/>
                <a:gd name="connsiteY96" fmla="*/ 30573 h 81562"/>
                <a:gd name="connsiteX97" fmla="*/ 103542 w 631667"/>
                <a:gd name="connsiteY97" fmla="*/ 19583 h 81562"/>
                <a:gd name="connsiteX98" fmla="*/ 98542 w 631667"/>
                <a:gd name="connsiteY98" fmla="*/ 10833 h 81562"/>
                <a:gd name="connsiteX99" fmla="*/ 89583 w 631667"/>
                <a:gd name="connsiteY99" fmla="*/ 7188 h 81562"/>
                <a:gd name="connsiteX100" fmla="*/ 344167 w 631667"/>
                <a:gd name="connsiteY100" fmla="*/ 3125 h 81562"/>
                <a:gd name="connsiteX101" fmla="*/ 383854 w 631667"/>
                <a:gd name="connsiteY101" fmla="*/ 3125 h 81562"/>
                <a:gd name="connsiteX102" fmla="*/ 383854 w 631667"/>
                <a:gd name="connsiteY102" fmla="*/ 10208 h 81562"/>
                <a:gd name="connsiteX103" fmla="*/ 350521 w 631667"/>
                <a:gd name="connsiteY103" fmla="*/ 10208 h 81562"/>
                <a:gd name="connsiteX104" fmla="*/ 349063 w 631667"/>
                <a:gd name="connsiteY104" fmla="*/ 35833 h 81562"/>
                <a:gd name="connsiteX105" fmla="*/ 355886 w 631667"/>
                <a:gd name="connsiteY105" fmla="*/ 30781 h 81562"/>
                <a:gd name="connsiteX106" fmla="*/ 365938 w 631667"/>
                <a:gd name="connsiteY106" fmla="*/ 28958 h 81562"/>
                <a:gd name="connsiteX107" fmla="*/ 374375 w 631667"/>
                <a:gd name="connsiteY107" fmla="*/ 30573 h 81562"/>
                <a:gd name="connsiteX108" fmla="*/ 381355 w 631667"/>
                <a:gd name="connsiteY108" fmla="*/ 35417 h 81562"/>
                <a:gd name="connsiteX109" fmla="*/ 386042 w 631667"/>
                <a:gd name="connsiteY109" fmla="*/ 43490 h 81562"/>
                <a:gd name="connsiteX110" fmla="*/ 387813 w 631667"/>
                <a:gd name="connsiteY110" fmla="*/ 54896 h 81562"/>
                <a:gd name="connsiteX111" fmla="*/ 386094 w 631667"/>
                <a:gd name="connsiteY111" fmla="*/ 65417 h 81562"/>
                <a:gd name="connsiteX112" fmla="*/ 381250 w 631667"/>
                <a:gd name="connsiteY112" fmla="*/ 73646 h 81562"/>
                <a:gd name="connsiteX113" fmla="*/ 373594 w 631667"/>
                <a:gd name="connsiteY113" fmla="*/ 79010 h 81562"/>
                <a:gd name="connsiteX114" fmla="*/ 363750 w 631667"/>
                <a:gd name="connsiteY114" fmla="*/ 80937 h 81562"/>
                <a:gd name="connsiteX115" fmla="*/ 347084 w 631667"/>
                <a:gd name="connsiteY115" fmla="*/ 75729 h 81562"/>
                <a:gd name="connsiteX116" fmla="*/ 339792 w 631667"/>
                <a:gd name="connsiteY116" fmla="*/ 60625 h 81562"/>
                <a:gd name="connsiteX117" fmla="*/ 348021 w 631667"/>
                <a:gd name="connsiteY117" fmla="*/ 60625 h 81562"/>
                <a:gd name="connsiteX118" fmla="*/ 353334 w 631667"/>
                <a:gd name="connsiteY118" fmla="*/ 70469 h 81562"/>
                <a:gd name="connsiteX119" fmla="*/ 364063 w 631667"/>
                <a:gd name="connsiteY119" fmla="*/ 73958 h 81562"/>
                <a:gd name="connsiteX120" fmla="*/ 375052 w 631667"/>
                <a:gd name="connsiteY120" fmla="*/ 68854 h 81562"/>
                <a:gd name="connsiteX121" fmla="*/ 379479 w 631667"/>
                <a:gd name="connsiteY121" fmla="*/ 55000 h 81562"/>
                <a:gd name="connsiteX122" fmla="*/ 375104 w 631667"/>
                <a:gd name="connsiteY122" fmla="*/ 40625 h 81562"/>
                <a:gd name="connsiteX123" fmla="*/ 364167 w 631667"/>
                <a:gd name="connsiteY123" fmla="*/ 35833 h 81562"/>
                <a:gd name="connsiteX124" fmla="*/ 355000 w 631667"/>
                <a:gd name="connsiteY124" fmla="*/ 38490 h 81562"/>
                <a:gd name="connsiteX125" fmla="*/ 349792 w 631667"/>
                <a:gd name="connsiteY125" fmla="*/ 45729 h 81562"/>
                <a:gd name="connsiteX126" fmla="*/ 349479 w 631667"/>
                <a:gd name="connsiteY126" fmla="*/ 46562 h 81562"/>
                <a:gd name="connsiteX127" fmla="*/ 349167 w 631667"/>
                <a:gd name="connsiteY127" fmla="*/ 47083 h 81562"/>
                <a:gd name="connsiteX128" fmla="*/ 348594 w 631667"/>
                <a:gd name="connsiteY128" fmla="*/ 47396 h 81562"/>
                <a:gd name="connsiteX129" fmla="*/ 347708 w 631667"/>
                <a:gd name="connsiteY129" fmla="*/ 47500 h 81562"/>
                <a:gd name="connsiteX130" fmla="*/ 342709 w 631667"/>
                <a:gd name="connsiteY130" fmla="*/ 47500 h 81562"/>
                <a:gd name="connsiteX131" fmla="*/ 341563 w 631667"/>
                <a:gd name="connsiteY131" fmla="*/ 47239 h 81562"/>
                <a:gd name="connsiteX132" fmla="*/ 341354 w 631667"/>
                <a:gd name="connsiteY132" fmla="*/ 45937 h 81562"/>
                <a:gd name="connsiteX133" fmla="*/ 342500 w 631667"/>
                <a:gd name="connsiteY133" fmla="*/ 5104 h 81562"/>
                <a:gd name="connsiteX134" fmla="*/ 342865 w 631667"/>
                <a:gd name="connsiteY134" fmla="*/ 3541 h 81562"/>
                <a:gd name="connsiteX135" fmla="*/ 344167 w 631667"/>
                <a:gd name="connsiteY135" fmla="*/ 3125 h 81562"/>
                <a:gd name="connsiteX136" fmla="*/ 519271 w 631667"/>
                <a:gd name="connsiteY136" fmla="*/ 1354 h 81562"/>
                <a:gd name="connsiteX137" fmla="*/ 536615 w 631667"/>
                <a:gd name="connsiteY137" fmla="*/ 6771 h 81562"/>
                <a:gd name="connsiteX138" fmla="*/ 543334 w 631667"/>
                <a:gd name="connsiteY138" fmla="*/ 21979 h 81562"/>
                <a:gd name="connsiteX139" fmla="*/ 542344 w 631667"/>
                <a:gd name="connsiteY139" fmla="*/ 27604 h 81562"/>
                <a:gd name="connsiteX140" fmla="*/ 539584 w 631667"/>
                <a:gd name="connsiteY140" fmla="*/ 32916 h 81562"/>
                <a:gd name="connsiteX141" fmla="*/ 535209 w 631667"/>
                <a:gd name="connsiteY141" fmla="*/ 37344 h 81562"/>
                <a:gd name="connsiteX142" fmla="*/ 529688 w 631667"/>
                <a:gd name="connsiteY142" fmla="*/ 40104 h 81562"/>
                <a:gd name="connsiteX143" fmla="*/ 540417 w 631667"/>
                <a:gd name="connsiteY143" fmla="*/ 46927 h 81562"/>
                <a:gd name="connsiteX144" fmla="*/ 544271 w 631667"/>
                <a:gd name="connsiteY144" fmla="*/ 58542 h 81562"/>
                <a:gd name="connsiteX145" fmla="*/ 537240 w 631667"/>
                <a:gd name="connsiteY145" fmla="*/ 75052 h 81562"/>
                <a:gd name="connsiteX146" fmla="*/ 519167 w 631667"/>
                <a:gd name="connsiteY146" fmla="*/ 80833 h 81562"/>
                <a:gd name="connsiteX147" fmla="*/ 501094 w 631667"/>
                <a:gd name="connsiteY147" fmla="*/ 75052 h 81562"/>
                <a:gd name="connsiteX148" fmla="*/ 494271 w 631667"/>
                <a:gd name="connsiteY148" fmla="*/ 58542 h 81562"/>
                <a:gd name="connsiteX149" fmla="*/ 498021 w 631667"/>
                <a:gd name="connsiteY149" fmla="*/ 47448 h 81562"/>
                <a:gd name="connsiteX150" fmla="*/ 508959 w 631667"/>
                <a:gd name="connsiteY150" fmla="*/ 39687 h 81562"/>
                <a:gd name="connsiteX151" fmla="*/ 498802 w 631667"/>
                <a:gd name="connsiteY151" fmla="*/ 33333 h 81562"/>
                <a:gd name="connsiteX152" fmla="*/ 495209 w 631667"/>
                <a:gd name="connsiteY152" fmla="*/ 21979 h 81562"/>
                <a:gd name="connsiteX153" fmla="*/ 501875 w 631667"/>
                <a:gd name="connsiteY153" fmla="*/ 6771 h 81562"/>
                <a:gd name="connsiteX154" fmla="*/ 519271 w 631667"/>
                <a:gd name="connsiteY154" fmla="*/ 1354 h 81562"/>
                <a:gd name="connsiteX155" fmla="*/ 205417 w 631667"/>
                <a:gd name="connsiteY155" fmla="*/ 1354 h 81562"/>
                <a:gd name="connsiteX156" fmla="*/ 214219 w 631667"/>
                <a:gd name="connsiteY156" fmla="*/ 2552 h 81562"/>
                <a:gd name="connsiteX157" fmla="*/ 221667 w 631667"/>
                <a:gd name="connsiteY157" fmla="*/ 6250 h 81562"/>
                <a:gd name="connsiteX158" fmla="*/ 226719 w 631667"/>
                <a:gd name="connsiteY158" fmla="*/ 12604 h 81562"/>
                <a:gd name="connsiteX159" fmla="*/ 228646 w 631667"/>
                <a:gd name="connsiteY159" fmla="*/ 21771 h 81562"/>
                <a:gd name="connsiteX160" fmla="*/ 224375 w 631667"/>
                <a:gd name="connsiteY160" fmla="*/ 33437 h 81562"/>
                <a:gd name="connsiteX161" fmla="*/ 213229 w 631667"/>
                <a:gd name="connsiteY161" fmla="*/ 39792 h 81562"/>
                <a:gd name="connsiteX162" fmla="*/ 225573 w 631667"/>
                <a:gd name="connsiteY162" fmla="*/ 46198 h 81562"/>
                <a:gd name="connsiteX163" fmla="*/ 230313 w 631667"/>
                <a:gd name="connsiteY163" fmla="*/ 59062 h 81562"/>
                <a:gd name="connsiteX164" fmla="*/ 228177 w 631667"/>
                <a:gd name="connsiteY164" fmla="*/ 69010 h 81562"/>
                <a:gd name="connsiteX165" fmla="*/ 222500 w 631667"/>
                <a:gd name="connsiteY165" fmla="*/ 75833 h 81562"/>
                <a:gd name="connsiteX166" fmla="*/ 214375 w 631667"/>
                <a:gd name="connsiteY166" fmla="*/ 79687 h 81562"/>
                <a:gd name="connsiteX167" fmla="*/ 205000 w 631667"/>
                <a:gd name="connsiteY167" fmla="*/ 80937 h 81562"/>
                <a:gd name="connsiteX168" fmla="*/ 187240 w 631667"/>
                <a:gd name="connsiteY168" fmla="*/ 75000 h 81562"/>
                <a:gd name="connsiteX169" fmla="*/ 180521 w 631667"/>
                <a:gd name="connsiteY169" fmla="*/ 58542 h 81562"/>
                <a:gd name="connsiteX170" fmla="*/ 188750 w 631667"/>
                <a:gd name="connsiteY170" fmla="*/ 58542 h 81562"/>
                <a:gd name="connsiteX171" fmla="*/ 193698 w 631667"/>
                <a:gd name="connsiteY171" fmla="*/ 69896 h 81562"/>
                <a:gd name="connsiteX172" fmla="*/ 205313 w 631667"/>
                <a:gd name="connsiteY172" fmla="*/ 73750 h 81562"/>
                <a:gd name="connsiteX173" fmla="*/ 217500 w 631667"/>
                <a:gd name="connsiteY173" fmla="*/ 69687 h 81562"/>
                <a:gd name="connsiteX174" fmla="*/ 221979 w 631667"/>
                <a:gd name="connsiteY174" fmla="*/ 58125 h 81562"/>
                <a:gd name="connsiteX175" fmla="*/ 220521 w 631667"/>
                <a:gd name="connsiteY175" fmla="*/ 51510 h 81562"/>
                <a:gd name="connsiteX176" fmla="*/ 216667 w 631667"/>
                <a:gd name="connsiteY176" fmla="*/ 46979 h 81562"/>
                <a:gd name="connsiteX177" fmla="*/ 211094 w 631667"/>
                <a:gd name="connsiteY177" fmla="*/ 44375 h 81562"/>
                <a:gd name="connsiteX178" fmla="*/ 204792 w 631667"/>
                <a:gd name="connsiteY178" fmla="*/ 43333 h 81562"/>
                <a:gd name="connsiteX179" fmla="*/ 200625 w 631667"/>
                <a:gd name="connsiteY179" fmla="*/ 43333 h 81562"/>
                <a:gd name="connsiteX180" fmla="*/ 199167 w 631667"/>
                <a:gd name="connsiteY180" fmla="*/ 43073 h 81562"/>
                <a:gd name="connsiteX181" fmla="*/ 198958 w 631667"/>
                <a:gd name="connsiteY181" fmla="*/ 41666 h 81562"/>
                <a:gd name="connsiteX182" fmla="*/ 198958 w 631667"/>
                <a:gd name="connsiteY182" fmla="*/ 37812 h 81562"/>
                <a:gd name="connsiteX183" fmla="*/ 199167 w 631667"/>
                <a:gd name="connsiteY183" fmla="*/ 36146 h 81562"/>
                <a:gd name="connsiteX184" fmla="*/ 200625 w 631667"/>
                <a:gd name="connsiteY184" fmla="*/ 35729 h 81562"/>
                <a:gd name="connsiteX185" fmla="*/ 204063 w 631667"/>
                <a:gd name="connsiteY185" fmla="*/ 35729 h 81562"/>
                <a:gd name="connsiteX186" fmla="*/ 210156 w 631667"/>
                <a:gd name="connsiteY186" fmla="*/ 34948 h 81562"/>
                <a:gd name="connsiteX187" fmla="*/ 215313 w 631667"/>
                <a:gd name="connsiteY187" fmla="*/ 32500 h 81562"/>
                <a:gd name="connsiteX188" fmla="*/ 218959 w 631667"/>
                <a:gd name="connsiteY188" fmla="*/ 28385 h 81562"/>
                <a:gd name="connsiteX189" fmla="*/ 220313 w 631667"/>
                <a:gd name="connsiteY189" fmla="*/ 22187 h 81562"/>
                <a:gd name="connsiteX190" fmla="*/ 215990 w 631667"/>
                <a:gd name="connsiteY190" fmla="*/ 12083 h 81562"/>
                <a:gd name="connsiteX191" fmla="*/ 205104 w 631667"/>
                <a:gd name="connsiteY191" fmla="*/ 8541 h 81562"/>
                <a:gd name="connsiteX192" fmla="*/ 194427 w 631667"/>
                <a:gd name="connsiteY192" fmla="*/ 12083 h 81562"/>
                <a:gd name="connsiteX193" fmla="*/ 189896 w 631667"/>
                <a:gd name="connsiteY193" fmla="*/ 22291 h 81562"/>
                <a:gd name="connsiteX194" fmla="*/ 181563 w 631667"/>
                <a:gd name="connsiteY194" fmla="*/ 22291 h 81562"/>
                <a:gd name="connsiteX195" fmla="*/ 188229 w 631667"/>
                <a:gd name="connsiteY195" fmla="*/ 6979 h 81562"/>
                <a:gd name="connsiteX196" fmla="*/ 205417 w 631667"/>
                <a:gd name="connsiteY196" fmla="*/ 1354 h 81562"/>
                <a:gd name="connsiteX197" fmla="*/ 140208 w 631667"/>
                <a:gd name="connsiteY197" fmla="*/ 1354 h 81562"/>
                <a:gd name="connsiteX198" fmla="*/ 156250 w 631667"/>
                <a:gd name="connsiteY198" fmla="*/ 6458 h 81562"/>
                <a:gd name="connsiteX199" fmla="*/ 162708 w 631667"/>
                <a:gd name="connsiteY199" fmla="*/ 21458 h 81562"/>
                <a:gd name="connsiteX200" fmla="*/ 158594 w 631667"/>
                <a:gd name="connsiteY200" fmla="*/ 35312 h 81562"/>
                <a:gd name="connsiteX201" fmla="*/ 148750 w 631667"/>
                <a:gd name="connsiteY201" fmla="*/ 49271 h 81562"/>
                <a:gd name="connsiteX202" fmla="*/ 136875 w 631667"/>
                <a:gd name="connsiteY202" fmla="*/ 61979 h 81562"/>
                <a:gd name="connsiteX203" fmla="*/ 126667 w 631667"/>
                <a:gd name="connsiteY203" fmla="*/ 71979 h 81562"/>
                <a:gd name="connsiteX204" fmla="*/ 164375 w 631667"/>
                <a:gd name="connsiteY204" fmla="*/ 71979 h 81562"/>
                <a:gd name="connsiteX205" fmla="*/ 164375 w 631667"/>
                <a:gd name="connsiteY205" fmla="*/ 79167 h 81562"/>
                <a:gd name="connsiteX206" fmla="*/ 118646 w 631667"/>
                <a:gd name="connsiteY206" fmla="*/ 79167 h 81562"/>
                <a:gd name="connsiteX207" fmla="*/ 117448 w 631667"/>
                <a:gd name="connsiteY207" fmla="*/ 78854 h 81562"/>
                <a:gd name="connsiteX208" fmla="*/ 117188 w 631667"/>
                <a:gd name="connsiteY208" fmla="*/ 77604 h 81562"/>
                <a:gd name="connsiteX209" fmla="*/ 117188 w 631667"/>
                <a:gd name="connsiteY209" fmla="*/ 71354 h 81562"/>
                <a:gd name="connsiteX210" fmla="*/ 121510 w 631667"/>
                <a:gd name="connsiteY210" fmla="*/ 67187 h 81562"/>
                <a:gd name="connsiteX211" fmla="*/ 127084 w 631667"/>
                <a:gd name="connsiteY211" fmla="*/ 61667 h 81562"/>
                <a:gd name="connsiteX212" fmla="*/ 133125 w 631667"/>
                <a:gd name="connsiteY212" fmla="*/ 55208 h 81562"/>
                <a:gd name="connsiteX213" fmla="*/ 139271 w 631667"/>
                <a:gd name="connsiteY213" fmla="*/ 48125 h 81562"/>
                <a:gd name="connsiteX214" fmla="*/ 145000 w 631667"/>
                <a:gd name="connsiteY214" fmla="*/ 40989 h 81562"/>
                <a:gd name="connsiteX215" fmla="*/ 149688 w 631667"/>
                <a:gd name="connsiteY215" fmla="*/ 34062 h 81562"/>
                <a:gd name="connsiteX216" fmla="*/ 152969 w 631667"/>
                <a:gd name="connsiteY216" fmla="*/ 27604 h 81562"/>
                <a:gd name="connsiteX217" fmla="*/ 154167 w 631667"/>
                <a:gd name="connsiteY217" fmla="*/ 22083 h 81562"/>
                <a:gd name="connsiteX218" fmla="*/ 150208 w 631667"/>
                <a:gd name="connsiteY218" fmla="*/ 11927 h 81562"/>
                <a:gd name="connsiteX219" fmla="*/ 140000 w 631667"/>
                <a:gd name="connsiteY219" fmla="*/ 8541 h 81562"/>
                <a:gd name="connsiteX220" fmla="*/ 130156 w 631667"/>
                <a:gd name="connsiteY220" fmla="*/ 12708 h 81562"/>
                <a:gd name="connsiteX221" fmla="*/ 126354 w 631667"/>
                <a:gd name="connsiteY221" fmla="*/ 23541 h 81562"/>
                <a:gd name="connsiteX222" fmla="*/ 117813 w 631667"/>
                <a:gd name="connsiteY222" fmla="*/ 23541 h 81562"/>
                <a:gd name="connsiteX223" fmla="*/ 119479 w 631667"/>
                <a:gd name="connsiteY223" fmla="*/ 14427 h 81562"/>
                <a:gd name="connsiteX224" fmla="*/ 124167 w 631667"/>
                <a:gd name="connsiteY224" fmla="*/ 7396 h 81562"/>
                <a:gd name="connsiteX225" fmla="*/ 131302 w 631667"/>
                <a:gd name="connsiteY225" fmla="*/ 2917 h 81562"/>
                <a:gd name="connsiteX226" fmla="*/ 140208 w 631667"/>
                <a:gd name="connsiteY226" fmla="*/ 1354 h 81562"/>
                <a:gd name="connsiteX227" fmla="*/ 23021 w 631667"/>
                <a:gd name="connsiteY227" fmla="*/ 1354 h 81562"/>
                <a:gd name="connsiteX228" fmla="*/ 39063 w 631667"/>
                <a:gd name="connsiteY228" fmla="*/ 6458 h 81562"/>
                <a:gd name="connsiteX229" fmla="*/ 45521 w 631667"/>
                <a:gd name="connsiteY229" fmla="*/ 21458 h 81562"/>
                <a:gd name="connsiteX230" fmla="*/ 41406 w 631667"/>
                <a:gd name="connsiteY230" fmla="*/ 35312 h 81562"/>
                <a:gd name="connsiteX231" fmla="*/ 31562 w 631667"/>
                <a:gd name="connsiteY231" fmla="*/ 49271 h 81562"/>
                <a:gd name="connsiteX232" fmla="*/ 19688 w 631667"/>
                <a:gd name="connsiteY232" fmla="*/ 61979 h 81562"/>
                <a:gd name="connsiteX233" fmla="*/ 9479 w 631667"/>
                <a:gd name="connsiteY233" fmla="*/ 71979 h 81562"/>
                <a:gd name="connsiteX234" fmla="*/ 47188 w 631667"/>
                <a:gd name="connsiteY234" fmla="*/ 71979 h 81562"/>
                <a:gd name="connsiteX235" fmla="*/ 47188 w 631667"/>
                <a:gd name="connsiteY235" fmla="*/ 79167 h 81562"/>
                <a:gd name="connsiteX236" fmla="*/ 1458 w 631667"/>
                <a:gd name="connsiteY236" fmla="*/ 79167 h 81562"/>
                <a:gd name="connsiteX237" fmla="*/ 260 w 631667"/>
                <a:gd name="connsiteY237" fmla="*/ 78854 h 81562"/>
                <a:gd name="connsiteX238" fmla="*/ 0 w 631667"/>
                <a:gd name="connsiteY238" fmla="*/ 77604 h 81562"/>
                <a:gd name="connsiteX239" fmla="*/ 0 w 631667"/>
                <a:gd name="connsiteY239" fmla="*/ 71354 h 81562"/>
                <a:gd name="connsiteX240" fmla="*/ 4323 w 631667"/>
                <a:gd name="connsiteY240" fmla="*/ 67187 h 81562"/>
                <a:gd name="connsiteX241" fmla="*/ 9896 w 631667"/>
                <a:gd name="connsiteY241" fmla="*/ 61667 h 81562"/>
                <a:gd name="connsiteX242" fmla="*/ 15937 w 631667"/>
                <a:gd name="connsiteY242" fmla="*/ 55208 h 81562"/>
                <a:gd name="connsiteX243" fmla="*/ 22083 w 631667"/>
                <a:gd name="connsiteY243" fmla="*/ 48125 h 81562"/>
                <a:gd name="connsiteX244" fmla="*/ 27813 w 631667"/>
                <a:gd name="connsiteY244" fmla="*/ 40989 h 81562"/>
                <a:gd name="connsiteX245" fmla="*/ 32500 w 631667"/>
                <a:gd name="connsiteY245" fmla="*/ 34062 h 81562"/>
                <a:gd name="connsiteX246" fmla="*/ 35781 w 631667"/>
                <a:gd name="connsiteY246" fmla="*/ 27604 h 81562"/>
                <a:gd name="connsiteX247" fmla="*/ 36979 w 631667"/>
                <a:gd name="connsiteY247" fmla="*/ 22083 h 81562"/>
                <a:gd name="connsiteX248" fmla="*/ 33021 w 631667"/>
                <a:gd name="connsiteY248" fmla="*/ 11927 h 81562"/>
                <a:gd name="connsiteX249" fmla="*/ 22812 w 631667"/>
                <a:gd name="connsiteY249" fmla="*/ 8541 h 81562"/>
                <a:gd name="connsiteX250" fmla="*/ 12969 w 631667"/>
                <a:gd name="connsiteY250" fmla="*/ 12708 h 81562"/>
                <a:gd name="connsiteX251" fmla="*/ 9167 w 631667"/>
                <a:gd name="connsiteY251" fmla="*/ 23541 h 81562"/>
                <a:gd name="connsiteX252" fmla="*/ 625 w 631667"/>
                <a:gd name="connsiteY252" fmla="*/ 23541 h 81562"/>
                <a:gd name="connsiteX253" fmla="*/ 2292 w 631667"/>
                <a:gd name="connsiteY253" fmla="*/ 14427 h 81562"/>
                <a:gd name="connsiteX254" fmla="*/ 6979 w 631667"/>
                <a:gd name="connsiteY254" fmla="*/ 7396 h 81562"/>
                <a:gd name="connsiteX255" fmla="*/ 14115 w 631667"/>
                <a:gd name="connsiteY255" fmla="*/ 2917 h 81562"/>
                <a:gd name="connsiteX256" fmla="*/ 23021 w 631667"/>
                <a:gd name="connsiteY256" fmla="*/ 1354 h 81562"/>
                <a:gd name="connsiteX257" fmla="*/ 454167 w 631667"/>
                <a:gd name="connsiteY257" fmla="*/ 0 h 81562"/>
                <a:gd name="connsiteX258" fmla="*/ 466927 w 631667"/>
                <a:gd name="connsiteY258" fmla="*/ 3646 h 81562"/>
                <a:gd name="connsiteX259" fmla="*/ 474688 w 631667"/>
                <a:gd name="connsiteY259" fmla="*/ 13021 h 81562"/>
                <a:gd name="connsiteX260" fmla="*/ 478542 w 631667"/>
                <a:gd name="connsiteY260" fmla="*/ 26146 h 81562"/>
                <a:gd name="connsiteX261" fmla="*/ 479584 w 631667"/>
                <a:gd name="connsiteY261" fmla="*/ 40729 h 81562"/>
                <a:gd name="connsiteX262" fmla="*/ 478542 w 631667"/>
                <a:gd name="connsiteY262" fmla="*/ 55312 h 81562"/>
                <a:gd name="connsiteX263" fmla="*/ 474688 w 631667"/>
                <a:gd name="connsiteY263" fmla="*/ 68333 h 81562"/>
                <a:gd name="connsiteX264" fmla="*/ 466927 w 631667"/>
                <a:gd name="connsiteY264" fmla="*/ 77604 h 81562"/>
                <a:gd name="connsiteX265" fmla="*/ 454167 w 631667"/>
                <a:gd name="connsiteY265" fmla="*/ 81146 h 81562"/>
                <a:gd name="connsiteX266" fmla="*/ 441615 w 631667"/>
                <a:gd name="connsiteY266" fmla="*/ 77604 h 81562"/>
                <a:gd name="connsiteX267" fmla="*/ 434167 w 631667"/>
                <a:gd name="connsiteY267" fmla="*/ 68333 h 81562"/>
                <a:gd name="connsiteX268" fmla="*/ 430521 w 631667"/>
                <a:gd name="connsiteY268" fmla="*/ 55312 h 81562"/>
                <a:gd name="connsiteX269" fmla="*/ 429584 w 631667"/>
                <a:gd name="connsiteY269" fmla="*/ 40729 h 81562"/>
                <a:gd name="connsiteX270" fmla="*/ 430521 w 631667"/>
                <a:gd name="connsiteY270" fmla="*/ 26146 h 81562"/>
                <a:gd name="connsiteX271" fmla="*/ 434167 w 631667"/>
                <a:gd name="connsiteY271" fmla="*/ 13021 h 81562"/>
                <a:gd name="connsiteX272" fmla="*/ 441615 w 631667"/>
                <a:gd name="connsiteY272" fmla="*/ 3646 h 81562"/>
                <a:gd name="connsiteX273" fmla="*/ 454167 w 631667"/>
                <a:gd name="connsiteY273" fmla="*/ 0 h 81562"/>
                <a:gd name="connsiteX274" fmla="*/ 297917 w 631667"/>
                <a:gd name="connsiteY274" fmla="*/ 0 h 81562"/>
                <a:gd name="connsiteX275" fmla="*/ 310677 w 631667"/>
                <a:gd name="connsiteY275" fmla="*/ 3646 h 81562"/>
                <a:gd name="connsiteX276" fmla="*/ 318438 w 631667"/>
                <a:gd name="connsiteY276" fmla="*/ 13021 h 81562"/>
                <a:gd name="connsiteX277" fmla="*/ 322292 w 631667"/>
                <a:gd name="connsiteY277" fmla="*/ 26146 h 81562"/>
                <a:gd name="connsiteX278" fmla="*/ 323334 w 631667"/>
                <a:gd name="connsiteY278" fmla="*/ 40729 h 81562"/>
                <a:gd name="connsiteX279" fmla="*/ 322292 w 631667"/>
                <a:gd name="connsiteY279" fmla="*/ 55312 h 81562"/>
                <a:gd name="connsiteX280" fmla="*/ 318438 w 631667"/>
                <a:gd name="connsiteY280" fmla="*/ 68333 h 81562"/>
                <a:gd name="connsiteX281" fmla="*/ 310677 w 631667"/>
                <a:gd name="connsiteY281" fmla="*/ 77604 h 81562"/>
                <a:gd name="connsiteX282" fmla="*/ 297917 w 631667"/>
                <a:gd name="connsiteY282" fmla="*/ 81146 h 81562"/>
                <a:gd name="connsiteX283" fmla="*/ 285365 w 631667"/>
                <a:gd name="connsiteY283" fmla="*/ 77604 h 81562"/>
                <a:gd name="connsiteX284" fmla="*/ 277917 w 631667"/>
                <a:gd name="connsiteY284" fmla="*/ 68333 h 81562"/>
                <a:gd name="connsiteX285" fmla="*/ 274271 w 631667"/>
                <a:gd name="connsiteY285" fmla="*/ 55312 h 81562"/>
                <a:gd name="connsiteX286" fmla="*/ 273334 w 631667"/>
                <a:gd name="connsiteY286" fmla="*/ 40729 h 81562"/>
                <a:gd name="connsiteX287" fmla="*/ 274271 w 631667"/>
                <a:gd name="connsiteY287" fmla="*/ 26146 h 81562"/>
                <a:gd name="connsiteX288" fmla="*/ 277917 w 631667"/>
                <a:gd name="connsiteY288" fmla="*/ 13021 h 81562"/>
                <a:gd name="connsiteX289" fmla="*/ 285365 w 631667"/>
                <a:gd name="connsiteY289" fmla="*/ 3646 h 81562"/>
                <a:gd name="connsiteX290" fmla="*/ 297917 w 631667"/>
                <a:gd name="connsiteY290" fmla="*/ 0 h 81562"/>
                <a:gd name="connsiteX291" fmla="*/ 89583 w 631667"/>
                <a:gd name="connsiteY291" fmla="*/ 0 h 81562"/>
                <a:gd name="connsiteX292" fmla="*/ 102344 w 631667"/>
                <a:gd name="connsiteY292" fmla="*/ 3646 h 81562"/>
                <a:gd name="connsiteX293" fmla="*/ 110104 w 631667"/>
                <a:gd name="connsiteY293" fmla="*/ 13021 h 81562"/>
                <a:gd name="connsiteX294" fmla="*/ 113958 w 631667"/>
                <a:gd name="connsiteY294" fmla="*/ 26146 h 81562"/>
                <a:gd name="connsiteX295" fmla="*/ 115000 w 631667"/>
                <a:gd name="connsiteY295" fmla="*/ 40729 h 81562"/>
                <a:gd name="connsiteX296" fmla="*/ 113958 w 631667"/>
                <a:gd name="connsiteY296" fmla="*/ 55312 h 81562"/>
                <a:gd name="connsiteX297" fmla="*/ 110104 w 631667"/>
                <a:gd name="connsiteY297" fmla="*/ 68333 h 81562"/>
                <a:gd name="connsiteX298" fmla="*/ 102344 w 631667"/>
                <a:gd name="connsiteY298" fmla="*/ 77604 h 81562"/>
                <a:gd name="connsiteX299" fmla="*/ 89583 w 631667"/>
                <a:gd name="connsiteY299" fmla="*/ 81146 h 81562"/>
                <a:gd name="connsiteX300" fmla="*/ 77031 w 631667"/>
                <a:gd name="connsiteY300" fmla="*/ 77604 h 81562"/>
                <a:gd name="connsiteX301" fmla="*/ 69583 w 631667"/>
                <a:gd name="connsiteY301" fmla="*/ 68333 h 81562"/>
                <a:gd name="connsiteX302" fmla="*/ 65937 w 631667"/>
                <a:gd name="connsiteY302" fmla="*/ 55312 h 81562"/>
                <a:gd name="connsiteX303" fmla="*/ 65000 w 631667"/>
                <a:gd name="connsiteY303" fmla="*/ 40729 h 81562"/>
                <a:gd name="connsiteX304" fmla="*/ 65937 w 631667"/>
                <a:gd name="connsiteY304" fmla="*/ 26146 h 81562"/>
                <a:gd name="connsiteX305" fmla="*/ 69583 w 631667"/>
                <a:gd name="connsiteY305" fmla="*/ 13021 h 81562"/>
                <a:gd name="connsiteX306" fmla="*/ 77031 w 631667"/>
                <a:gd name="connsiteY306" fmla="*/ 3646 h 81562"/>
                <a:gd name="connsiteX307" fmla="*/ 89583 w 631667"/>
                <a:gd name="connsiteY307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</a:cxnLst>
              <a:rect l="l" t="t" r="r" b="b"/>
              <a:pathLst>
                <a:path w="63166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2"/>
                  </a:lnTo>
                  <a:lnTo>
                    <a:pt x="408021" y="81562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2"/>
                  </a:lnTo>
                  <a:lnTo>
                    <a:pt x="251771" y="81562"/>
                  </a:lnTo>
                  <a:close/>
                  <a:moveTo>
                    <a:pt x="519271" y="43437"/>
                  </a:moveTo>
                  <a:cubicBezTo>
                    <a:pt x="517188" y="43437"/>
                    <a:pt x="515144" y="43763"/>
                    <a:pt x="513125" y="44427"/>
                  </a:cubicBezTo>
                  <a:cubicBezTo>
                    <a:pt x="511107" y="45078"/>
                    <a:pt x="509336" y="46041"/>
                    <a:pt x="507813" y="47292"/>
                  </a:cubicBezTo>
                  <a:cubicBezTo>
                    <a:pt x="506211" y="48542"/>
                    <a:pt x="504948" y="50117"/>
                    <a:pt x="504011" y="52031"/>
                  </a:cubicBezTo>
                  <a:cubicBezTo>
                    <a:pt x="503073" y="53932"/>
                    <a:pt x="502605" y="56146"/>
                    <a:pt x="502605" y="58646"/>
                  </a:cubicBezTo>
                  <a:cubicBezTo>
                    <a:pt x="502605" y="63229"/>
                    <a:pt x="504076" y="66901"/>
                    <a:pt x="507032" y="69687"/>
                  </a:cubicBezTo>
                  <a:cubicBezTo>
                    <a:pt x="509987" y="72461"/>
                    <a:pt x="514063" y="73854"/>
                    <a:pt x="519271" y="73854"/>
                  </a:cubicBezTo>
                  <a:cubicBezTo>
                    <a:pt x="524336" y="73854"/>
                    <a:pt x="528386" y="72461"/>
                    <a:pt x="531407" y="69687"/>
                  </a:cubicBezTo>
                  <a:cubicBezTo>
                    <a:pt x="534427" y="66901"/>
                    <a:pt x="535938" y="63229"/>
                    <a:pt x="535938" y="58646"/>
                  </a:cubicBezTo>
                  <a:cubicBezTo>
                    <a:pt x="535938" y="56146"/>
                    <a:pt x="535456" y="53932"/>
                    <a:pt x="534480" y="52031"/>
                  </a:cubicBezTo>
                  <a:cubicBezTo>
                    <a:pt x="533503" y="50117"/>
                    <a:pt x="532227" y="48542"/>
                    <a:pt x="530625" y="47292"/>
                  </a:cubicBezTo>
                  <a:cubicBezTo>
                    <a:pt x="529102" y="46041"/>
                    <a:pt x="527331" y="45078"/>
                    <a:pt x="525313" y="44427"/>
                  </a:cubicBezTo>
                  <a:cubicBezTo>
                    <a:pt x="523294" y="43763"/>
                    <a:pt x="521289" y="43437"/>
                    <a:pt x="519271" y="43437"/>
                  </a:cubicBezTo>
                  <a:close/>
                  <a:moveTo>
                    <a:pt x="598855" y="33958"/>
                  </a:moveTo>
                  <a:cubicBezTo>
                    <a:pt x="600873" y="33958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599"/>
                    <a:pt x="613854" y="41406"/>
                  </a:cubicBezTo>
                  <a:cubicBezTo>
                    <a:pt x="615170" y="42201"/>
                    <a:pt x="616602" y="42604"/>
                    <a:pt x="618125" y="42604"/>
                  </a:cubicBezTo>
                  <a:cubicBezTo>
                    <a:pt x="620352" y="42604"/>
                    <a:pt x="622097" y="41836"/>
                    <a:pt x="623386" y="40312"/>
                  </a:cubicBezTo>
                  <a:cubicBezTo>
                    <a:pt x="624675" y="38776"/>
                    <a:pt x="625873" y="36666"/>
                    <a:pt x="626980" y="33958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3"/>
                  </a:cubicBezTo>
                  <a:cubicBezTo>
                    <a:pt x="624388" y="48125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3"/>
                  </a:cubicBezTo>
                  <a:cubicBezTo>
                    <a:pt x="611081" y="47708"/>
                    <a:pt x="609479" y="46693"/>
                    <a:pt x="607813" y="45312"/>
                  </a:cubicBezTo>
                  <a:cubicBezTo>
                    <a:pt x="605938" y="43854"/>
                    <a:pt x="604323" y="42708"/>
                    <a:pt x="602969" y="41875"/>
                  </a:cubicBezTo>
                  <a:cubicBezTo>
                    <a:pt x="601615" y="41041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7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7"/>
                    <a:pt x="590313" y="37396"/>
                  </a:cubicBezTo>
                  <a:cubicBezTo>
                    <a:pt x="592670" y="35104"/>
                    <a:pt x="595521" y="33958"/>
                    <a:pt x="598855" y="33958"/>
                  </a:cubicBezTo>
                  <a:close/>
                  <a:moveTo>
                    <a:pt x="519271" y="8333"/>
                  </a:moveTo>
                  <a:cubicBezTo>
                    <a:pt x="514896" y="8333"/>
                    <a:pt x="511185" y="9583"/>
                    <a:pt x="508125" y="12083"/>
                  </a:cubicBezTo>
                  <a:cubicBezTo>
                    <a:pt x="505065" y="14583"/>
                    <a:pt x="503542" y="17916"/>
                    <a:pt x="503542" y="22083"/>
                  </a:cubicBezTo>
                  <a:cubicBezTo>
                    <a:pt x="503542" y="26458"/>
                    <a:pt x="505039" y="29844"/>
                    <a:pt x="508021" y="32239"/>
                  </a:cubicBezTo>
                  <a:cubicBezTo>
                    <a:pt x="511003" y="34635"/>
                    <a:pt x="514753" y="35833"/>
                    <a:pt x="519271" y="35833"/>
                  </a:cubicBezTo>
                  <a:cubicBezTo>
                    <a:pt x="523646" y="35833"/>
                    <a:pt x="527357" y="34635"/>
                    <a:pt x="530417" y="32239"/>
                  </a:cubicBezTo>
                  <a:cubicBezTo>
                    <a:pt x="533477" y="29844"/>
                    <a:pt x="535000" y="26458"/>
                    <a:pt x="535000" y="22083"/>
                  </a:cubicBezTo>
                  <a:cubicBezTo>
                    <a:pt x="535000" y="17916"/>
                    <a:pt x="533477" y="14583"/>
                    <a:pt x="530417" y="12083"/>
                  </a:cubicBezTo>
                  <a:cubicBezTo>
                    <a:pt x="527357" y="9583"/>
                    <a:pt x="523646" y="8333"/>
                    <a:pt x="519271" y="8333"/>
                  </a:cubicBezTo>
                  <a:close/>
                  <a:moveTo>
                    <a:pt x="454167" y="7188"/>
                  </a:moveTo>
                  <a:cubicBezTo>
                    <a:pt x="450417" y="7188"/>
                    <a:pt x="447487" y="8398"/>
                    <a:pt x="445365" y="10833"/>
                  </a:cubicBezTo>
                  <a:cubicBezTo>
                    <a:pt x="443242" y="13255"/>
                    <a:pt x="441667" y="16172"/>
                    <a:pt x="440625" y="19583"/>
                  </a:cubicBezTo>
                  <a:cubicBezTo>
                    <a:pt x="439519" y="23047"/>
                    <a:pt x="438841" y="26719"/>
                    <a:pt x="438594" y="30573"/>
                  </a:cubicBezTo>
                  <a:cubicBezTo>
                    <a:pt x="438347" y="34427"/>
                    <a:pt x="438229" y="37812"/>
                    <a:pt x="438229" y="40729"/>
                  </a:cubicBezTo>
                  <a:cubicBezTo>
                    <a:pt x="438229" y="43646"/>
                    <a:pt x="438347" y="46992"/>
                    <a:pt x="438594" y="50781"/>
                  </a:cubicBezTo>
                  <a:cubicBezTo>
                    <a:pt x="438841" y="54557"/>
                    <a:pt x="439519" y="58190"/>
                    <a:pt x="440625" y="61667"/>
                  </a:cubicBezTo>
                  <a:cubicBezTo>
                    <a:pt x="441667" y="65065"/>
                    <a:pt x="443242" y="67943"/>
                    <a:pt x="445365" y="70312"/>
                  </a:cubicBezTo>
                  <a:cubicBezTo>
                    <a:pt x="447487" y="72669"/>
                    <a:pt x="450417" y="73854"/>
                    <a:pt x="454167" y="73854"/>
                  </a:cubicBezTo>
                  <a:cubicBezTo>
                    <a:pt x="457917" y="73854"/>
                    <a:pt x="460899" y="72669"/>
                    <a:pt x="463125" y="70312"/>
                  </a:cubicBezTo>
                  <a:cubicBezTo>
                    <a:pt x="465352" y="67943"/>
                    <a:pt x="467019" y="65065"/>
                    <a:pt x="468125" y="61667"/>
                  </a:cubicBezTo>
                  <a:cubicBezTo>
                    <a:pt x="469310" y="58190"/>
                    <a:pt x="470065" y="54557"/>
                    <a:pt x="470417" y="50781"/>
                  </a:cubicBezTo>
                  <a:cubicBezTo>
                    <a:pt x="470768" y="46992"/>
                    <a:pt x="470938" y="43646"/>
                    <a:pt x="470938" y="40729"/>
                  </a:cubicBezTo>
                  <a:cubicBezTo>
                    <a:pt x="470938" y="37812"/>
                    <a:pt x="470768" y="34427"/>
                    <a:pt x="470417" y="30573"/>
                  </a:cubicBezTo>
                  <a:cubicBezTo>
                    <a:pt x="470065" y="26719"/>
                    <a:pt x="469310" y="23047"/>
                    <a:pt x="468125" y="19583"/>
                  </a:cubicBezTo>
                  <a:cubicBezTo>
                    <a:pt x="467019" y="16172"/>
                    <a:pt x="465352" y="13255"/>
                    <a:pt x="463125" y="10833"/>
                  </a:cubicBezTo>
                  <a:cubicBezTo>
                    <a:pt x="460899" y="8398"/>
                    <a:pt x="457917" y="7188"/>
                    <a:pt x="454167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8"/>
                    <a:pt x="289115" y="10833"/>
                  </a:cubicBezTo>
                  <a:cubicBezTo>
                    <a:pt x="286992" y="13255"/>
                    <a:pt x="285417" y="16172"/>
                    <a:pt x="284375" y="19583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097" y="34427"/>
                    <a:pt x="281979" y="37812"/>
                    <a:pt x="281979" y="40729"/>
                  </a:cubicBezTo>
                  <a:cubicBezTo>
                    <a:pt x="281979" y="43646"/>
                    <a:pt x="282097" y="46992"/>
                    <a:pt x="282344" y="50781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6992" y="67943"/>
                    <a:pt x="289115" y="70312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49" y="72669"/>
                    <a:pt x="306875" y="70312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15" y="54557"/>
                    <a:pt x="314167" y="50781"/>
                  </a:cubicBezTo>
                  <a:cubicBezTo>
                    <a:pt x="314518" y="46992"/>
                    <a:pt x="314688" y="43646"/>
                    <a:pt x="314688" y="40729"/>
                  </a:cubicBezTo>
                  <a:cubicBezTo>
                    <a:pt x="314688" y="37812"/>
                    <a:pt x="314518" y="34427"/>
                    <a:pt x="314167" y="30573"/>
                  </a:cubicBezTo>
                  <a:cubicBezTo>
                    <a:pt x="313815" y="26719"/>
                    <a:pt x="313060" y="23047"/>
                    <a:pt x="311875" y="19583"/>
                  </a:cubicBezTo>
                  <a:cubicBezTo>
                    <a:pt x="310768" y="16172"/>
                    <a:pt x="309102" y="13255"/>
                    <a:pt x="306875" y="10833"/>
                  </a:cubicBezTo>
                  <a:cubicBezTo>
                    <a:pt x="304649" y="8398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8"/>
                    <a:pt x="80781" y="10833"/>
                  </a:cubicBezTo>
                  <a:cubicBezTo>
                    <a:pt x="78659" y="13255"/>
                    <a:pt x="77083" y="16172"/>
                    <a:pt x="76042" y="19583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7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1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2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2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1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82" y="26719"/>
                    <a:pt x="104727" y="23047"/>
                    <a:pt x="103542" y="19583"/>
                  </a:cubicBezTo>
                  <a:cubicBezTo>
                    <a:pt x="102435" y="16172"/>
                    <a:pt x="100768" y="13255"/>
                    <a:pt x="98542" y="10833"/>
                  </a:cubicBezTo>
                  <a:cubicBezTo>
                    <a:pt x="96315" y="8398"/>
                    <a:pt x="93333" y="7188"/>
                    <a:pt x="89583" y="7188"/>
                  </a:cubicBezTo>
                  <a:close/>
                  <a:moveTo>
                    <a:pt x="344167" y="3125"/>
                  </a:moveTo>
                  <a:lnTo>
                    <a:pt x="383854" y="3125"/>
                  </a:lnTo>
                  <a:lnTo>
                    <a:pt x="383854" y="10208"/>
                  </a:lnTo>
                  <a:lnTo>
                    <a:pt x="350521" y="10208"/>
                  </a:lnTo>
                  <a:lnTo>
                    <a:pt x="349063" y="35833"/>
                  </a:lnTo>
                  <a:cubicBezTo>
                    <a:pt x="350664" y="33672"/>
                    <a:pt x="352930" y="31992"/>
                    <a:pt x="355886" y="30781"/>
                  </a:cubicBezTo>
                  <a:cubicBezTo>
                    <a:pt x="358841" y="29557"/>
                    <a:pt x="362188" y="28958"/>
                    <a:pt x="365938" y="28958"/>
                  </a:cubicBezTo>
                  <a:cubicBezTo>
                    <a:pt x="368920" y="28958"/>
                    <a:pt x="371732" y="29492"/>
                    <a:pt x="374375" y="30573"/>
                  </a:cubicBezTo>
                  <a:cubicBezTo>
                    <a:pt x="377018" y="31641"/>
                    <a:pt x="379336" y="33255"/>
                    <a:pt x="381355" y="35417"/>
                  </a:cubicBezTo>
                  <a:cubicBezTo>
                    <a:pt x="383294" y="37565"/>
                    <a:pt x="384857" y="40260"/>
                    <a:pt x="386042" y="43490"/>
                  </a:cubicBezTo>
                  <a:cubicBezTo>
                    <a:pt x="387227" y="46719"/>
                    <a:pt x="387813" y="50521"/>
                    <a:pt x="387813" y="54896"/>
                  </a:cubicBezTo>
                  <a:cubicBezTo>
                    <a:pt x="387813" y="58711"/>
                    <a:pt x="387240" y="62213"/>
                    <a:pt x="386094" y="65417"/>
                  </a:cubicBezTo>
                  <a:cubicBezTo>
                    <a:pt x="384948" y="68607"/>
                    <a:pt x="383334" y="71354"/>
                    <a:pt x="381250" y="73646"/>
                  </a:cubicBezTo>
                  <a:cubicBezTo>
                    <a:pt x="379102" y="75938"/>
                    <a:pt x="376550" y="77721"/>
                    <a:pt x="373594" y="79010"/>
                  </a:cubicBezTo>
                  <a:cubicBezTo>
                    <a:pt x="370638" y="80286"/>
                    <a:pt x="367357" y="80937"/>
                    <a:pt x="363750" y="80937"/>
                  </a:cubicBezTo>
                  <a:cubicBezTo>
                    <a:pt x="357149" y="80937"/>
                    <a:pt x="351602" y="79193"/>
                    <a:pt x="347084" y="75729"/>
                  </a:cubicBezTo>
                  <a:cubicBezTo>
                    <a:pt x="342565" y="72252"/>
                    <a:pt x="340143" y="67213"/>
                    <a:pt x="339792" y="60625"/>
                  </a:cubicBezTo>
                  <a:lnTo>
                    <a:pt x="348021" y="60625"/>
                  </a:lnTo>
                  <a:cubicBezTo>
                    <a:pt x="348646" y="64857"/>
                    <a:pt x="350417" y="68138"/>
                    <a:pt x="353334" y="70469"/>
                  </a:cubicBezTo>
                  <a:cubicBezTo>
                    <a:pt x="356250" y="72786"/>
                    <a:pt x="359831" y="73958"/>
                    <a:pt x="364063" y="73958"/>
                  </a:cubicBezTo>
                  <a:cubicBezTo>
                    <a:pt x="368438" y="73958"/>
                    <a:pt x="372097" y="72252"/>
                    <a:pt x="375052" y="68854"/>
                  </a:cubicBezTo>
                  <a:cubicBezTo>
                    <a:pt x="378008" y="65443"/>
                    <a:pt x="379479" y="60833"/>
                    <a:pt x="379479" y="55000"/>
                  </a:cubicBezTo>
                  <a:cubicBezTo>
                    <a:pt x="379479" y="48607"/>
                    <a:pt x="378021" y="43815"/>
                    <a:pt x="375104" y="40625"/>
                  </a:cubicBezTo>
                  <a:cubicBezTo>
                    <a:pt x="372188" y="37422"/>
                    <a:pt x="368542" y="35833"/>
                    <a:pt x="364167" y="35833"/>
                  </a:cubicBezTo>
                  <a:cubicBezTo>
                    <a:pt x="360690" y="35833"/>
                    <a:pt x="357643" y="36718"/>
                    <a:pt x="355000" y="38490"/>
                  </a:cubicBezTo>
                  <a:cubicBezTo>
                    <a:pt x="352357" y="40260"/>
                    <a:pt x="350625" y="42669"/>
                    <a:pt x="349792" y="45729"/>
                  </a:cubicBezTo>
                  <a:cubicBezTo>
                    <a:pt x="349649" y="46068"/>
                    <a:pt x="349544" y="46354"/>
                    <a:pt x="349479" y="46562"/>
                  </a:cubicBezTo>
                  <a:cubicBezTo>
                    <a:pt x="349414" y="46771"/>
                    <a:pt x="349310" y="46940"/>
                    <a:pt x="349167" y="47083"/>
                  </a:cubicBezTo>
                  <a:cubicBezTo>
                    <a:pt x="349024" y="47213"/>
                    <a:pt x="348841" y="47318"/>
                    <a:pt x="348594" y="47396"/>
                  </a:cubicBezTo>
                  <a:cubicBezTo>
                    <a:pt x="348347" y="47461"/>
                    <a:pt x="348060" y="47500"/>
                    <a:pt x="347708" y="47500"/>
                  </a:cubicBezTo>
                  <a:lnTo>
                    <a:pt x="342709" y="47500"/>
                  </a:lnTo>
                  <a:cubicBezTo>
                    <a:pt x="342084" y="47500"/>
                    <a:pt x="341706" y="47409"/>
                    <a:pt x="341563" y="47239"/>
                  </a:cubicBezTo>
                  <a:cubicBezTo>
                    <a:pt x="341420" y="47057"/>
                    <a:pt x="341354" y="46628"/>
                    <a:pt x="341354" y="45937"/>
                  </a:cubicBezTo>
                  <a:lnTo>
                    <a:pt x="342500" y="5104"/>
                  </a:lnTo>
                  <a:cubicBezTo>
                    <a:pt x="342500" y="4336"/>
                    <a:pt x="342617" y="3815"/>
                    <a:pt x="342865" y="3541"/>
                  </a:cubicBezTo>
                  <a:cubicBezTo>
                    <a:pt x="343112" y="3255"/>
                    <a:pt x="343542" y="3125"/>
                    <a:pt x="344167" y="3125"/>
                  </a:cubicBezTo>
                  <a:close/>
                  <a:moveTo>
                    <a:pt x="519271" y="1354"/>
                  </a:moveTo>
                  <a:cubicBezTo>
                    <a:pt x="526354" y="1354"/>
                    <a:pt x="532136" y="3151"/>
                    <a:pt x="536615" y="6771"/>
                  </a:cubicBezTo>
                  <a:cubicBezTo>
                    <a:pt x="541094" y="10378"/>
                    <a:pt x="543334" y="15442"/>
                    <a:pt x="543334" y="21979"/>
                  </a:cubicBezTo>
                  <a:cubicBezTo>
                    <a:pt x="543334" y="23854"/>
                    <a:pt x="543008" y="25729"/>
                    <a:pt x="542344" y="27604"/>
                  </a:cubicBezTo>
                  <a:cubicBezTo>
                    <a:pt x="541680" y="29479"/>
                    <a:pt x="540769" y="31250"/>
                    <a:pt x="539584" y="32916"/>
                  </a:cubicBezTo>
                  <a:cubicBezTo>
                    <a:pt x="538334" y="34583"/>
                    <a:pt x="536875" y="36054"/>
                    <a:pt x="535209" y="37344"/>
                  </a:cubicBezTo>
                  <a:cubicBezTo>
                    <a:pt x="533542" y="38619"/>
                    <a:pt x="531706" y="39544"/>
                    <a:pt x="529688" y="40104"/>
                  </a:cubicBezTo>
                  <a:cubicBezTo>
                    <a:pt x="534271" y="41354"/>
                    <a:pt x="537852" y="43619"/>
                    <a:pt x="540417" y="46927"/>
                  </a:cubicBezTo>
                  <a:cubicBezTo>
                    <a:pt x="542982" y="50221"/>
                    <a:pt x="544271" y="54088"/>
                    <a:pt x="544271" y="58542"/>
                  </a:cubicBezTo>
                  <a:cubicBezTo>
                    <a:pt x="544206" y="65690"/>
                    <a:pt x="541862" y="71198"/>
                    <a:pt x="537240" y="75052"/>
                  </a:cubicBezTo>
                  <a:cubicBezTo>
                    <a:pt x="532617" y="78906"/>
                    <a:pt x="526602" y="80833"/>
                    <a:pt x="519167" y="80833"/>
                  </a:cubicBezTo>
                  <a:cubicBezTo>
                    <a:pt x="511667" y="80833"/>
                    <a:pt x="505638" y="78906"/>
                    <a:pt x="501094" y="75052"/>
                  </a:cubicBezTo>
                  <a:cubicBezTo>
                    <a:pt x="496550" y="71198"/>
                    <a:pt x="494271" y="65690"/>
                    <a:pt x="494271" y="58542"/>
                  </a:cubicBezTo>
                  <a:cubicBezTo>
                    <a:pt x="494271" y="54648"/>
                    <a:pt x="495521" y="50950"/>
                    <a:pt x="498021" y="47448"/>
                  </a:cubicBezTo>
                  <a:cubicBezTo>
                    <a:pt x="500521" y="43932"/>
                    <a:pt x="504167" y="41354"/>
                    <a:pt x="508959" y="39687"/>
                  </a:cubicBezTo>
                  <a:cubicBezTo>
                    <a:pt x="504584" y="38854"/>
                    <a:pt x="501198" y="36732"/>
                    <a:pt x="498802" y="33333"/>
                  </a:cubicBezTo>
                  <a:cubicBezTo>
                    <a:pt x="496407" y="29922"/>
                    <a:pt x="495209" y="26146"/>
                    <a:pt x="495209" y="21979"/>
                  </a:cubicBezTo>
                  <a:cubicBezTo>
                    <a:pt x="495209" y="15442"/>
                    <a:pt x="497435" y="10378"/>
                    <a:pt x="501875" y="6771"/>
                  </a:cubicBezTo>
                  <a:cubicBezTo>
                    <a:pt x="506316" y="3151"/>
                    <a:pt x="512123" y="1354"/>
                    <a:pt x="519271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2"/>
                  </a:cubicBezTo>
                  <a:cubicBezTo>
                    <a:pt x="217031" y="3346"/>
                    <a:pt x="219518" y="4583"/>
                    <a:pt x="221667" y="6250"/>
                  </a:cubicBezTo>
                  <a:cubicBezTo>
                    <a:pt x="223750" y="7917"/>
                    <a:pt x="225430" y="10026"/>
                    <a:pt x="226719" y="12604"/>
                  </a:cubicBezTo>
                  <a:cubicBezTo>
                    <a:pt x="228008" y="15169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24" y="36836"/>
                    <a:pt x="217813" y="38958"/>
                    <a:pt x="213229" y="39792"/>
                  </a:cubicBezTo>
                  <a:cubicBezTo>
                    <a:pt x="218294" y="40482"/>
                    <a:pt x="222409" y="42617"/>
                    <a:pt x="225573" y="46198"/>
                  </a:cubicBezTo>
                  <a:cubicBezTo>
                    <a:pt x="228737" y="49766"/>
                    <a:pt x="230313" y="54062"/>
                    <a:pt x="230313" y="59062"/>
                  </a:cubicBezTo>
                  <a:cubicBezTo>
                    <a:pt x="230313" y="62943"/>
                    <a:pt x="229596" y="66263"/>
                    <a:pt x="228177" y="69010"/>
                  </a:cubicBezTo>
                  <a:cubicBezTo>
                    <a:pt x="226758" y="71745"/>
                    <a:pt x="224857" y="74023"/>
                    <a:pt x="222500" y="75833"/>
                  </a:cubicBezTo>
                  <a:cubicBezTo>
                    <a:pt x="220143" y="77565"/>
                    <a:pt x="217435" y="78854"/>
                    <a:pt x="214375" y="79687"/>
                  </a:cubicBezTo>
                  <a:cubicBezTo>
                    <a:pt x="211315" y="80521"/>
                    <a:pt x="208190" y="80937"/>
                    <a:pt x="205000" y="80937"/>
                  </a:cubicBezTo>
                  <a:cubicBezTo>
                    <a:pt x="197500" y="80937"/>
                    <a:pt x="191576" y="78958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32" y="63541"/>
                    <a:pt x="190886" y="67318"/>
                    <a:pt x="193698" y="69896"/>
                  </a:cubicBezTo>
                  <a:cubicBezTo>
                    <a:pt x="196510" y="72461"/>
                    <a:pt x="200378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82" y="66979"/>
                    <a:pt x="221979" y="63125"/>
                    <a:pt x="221979" y="58125"/>
                  </a:cubicBezTo>
                  <a:cubicBezTo>
                    <a:pt x="221979" y="55547"/>
                    <a:pt x="221498" y="53346"/>
                    <a:pt x="220521" y="51510"/>
                  </a:cubicBezTo>
                  <a:cubicBezTo>
                    <a:pt x="219544" y="49661"/>
                    <a:pt x="218268" y="48151"/>
                    <a:pt x="216667" y="46979"/>
                  </a:cubicBezTo>
                  <a:cubicBezTo>
                    <a:pt x="215000" y="45794"/>
                    <a:pt x="213138" y="44922"/>
                    <a:pt x="211094" y="44375"/>
                  </a:cubicBezTo>
                  <a:cubicBezTo>
                    <a:pt x="209050" y="43815"/>
                    <a:pt x="206940" y="43463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2"/>
                    <a:pt x="199167" y="43073"/>
                  </a:cubicBezTo>
                  <a:cubicBezTo>
                    <a:pt x="199024" y="42890"/>
                    <a:pt x="198958" y="42422"/>
                    <a:pt x="198958" y="41666"/>
                  </a:cubicBezTo>
                  <a:lnTo>
                    <a:pt x="198958" y="37812"/>
                  </a:lnTo>
                  <a:cubicBezTo>
                    <a:pt x="198958" y="36979"/>
                    <a:pt x="199024" y="36419"/>
                    <a:pt x="199167" y="36146"/>
                  </a:cubicBezTo>
                  <a:cubicBezTo>
                    <a:pt x="199310" y="35859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7"/>
                    <a:pt x="213854" y="33607"/>
                    <a:pt x="215313" y="32500"/>
                  </a:cubicBezTo>
                  <a:cubicBezTo>
                    <a:pt x="216836" y="31458"/>
                    <a:pt x="218060" y="30078"/>
                    <a:pt x="218959" y="28385"/>
                  </a:cubicBezTo>
                  <a:cubicBezTo>
                    <a:pt x="219857" y="26679"/>
                    <a:pt x="220313" y="24609"/>
                    <a:pt x="220313" y="22187"/>
                  </a:cubicBezTo>
                  <a:cubicBezTo>
                    <a:pt x="220313" y="17812"/>
                    <a:pt x="218867" y="14440"/>
                    <a:pt x="215990" y="12083"/>
                  </a:cubicBezTo>
                  <a:cubicBezTo>
                    <a:pt x="213112" y="9714"/>
                    <a:pt x="209479" y="8541"/>
                    <a:pt x="205104" y="8541"/>
                  </a:cubicBezTo>
                  <a:cubicBezTo>
                    <a:pt x="200586" y="8541"/>
                    <a:pt x="197031" y="9714"/>
                    <a:pt x="194427" y="12083"/>
                  </a:cubicBezTo>
                  <a:cubicBezTo>
                    <a:pt x="191823" y="14440"/>
                    <a:pt x="190313" y="17838"/>
                    <a:pt x="189896" y="22291"/>
                  </a:cubicBezTo>
                  <a:lnTo>
                    <a:pt x="181563" y="22291"/>
                  </a:lnTo>
                  <a:cubicBezTo>
                    <a:pt x="181628" y="15833"/>
                    <a:pt x="183854" y="10729"/>
                    <a:pt x="188229" y="6979"/>
                  </a:cubicBezTo>
                  <a:cubicBezTo>
                    <a:pt x="192604" y="3229"/>
                    <a:pt x="198333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8"/>
                    <a:pt x="161341" y="30521"/>
                    <a:pt x="158594" y="35312"/>
                  </a:cubicBezTo>
                  <a:cubicBezTo>
                    <a:pt x="155847" y="40104"/>
                    <a:pt x="152565" y="44752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34"/>
                    <a:pt x="119805" y="68854"/>
                    <a:pt x="121510" y="67187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5"/>
                  </a:cubicBezTo>
                  <a:cubicBezTo>
                    <a:pt x="141289" y="45755"/>
                    <a:pt x="143190" y="43385"/>
                    <a:pt x="145000" y="40989"/>
                  </a:cubicBezTo>
                  <a:cubicBezTo>
                    <a:pt x="146810" y="38594"/>
                    <a:pt x="148373" y="36276"/>
                    <a:pt x="149688" y="34062"/>
                  </a:cubicBezTo>
                  <a:cubicBezTo>
                    <a:pt x="151081" y="31771"/>
                    <a:pt x="152175" y="29609"/>
                    <a:pt x="152969" y="27604"/>
                  </a:cubicBezTo>
                  <a:cubicBezTo>
                    <a:pt x="153763" y="25586"/>
                    <a:pt x="154167" y="23750"/>
                    <a:pt x="154167" y="22083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1"/>
                    <a:pt x="144167" y="8541"/>
                    <a:pt x="140000" y="8541"/>
                  </a:cubicBezTo>
                  <a:cubicBezTo>
                    <a:pt x="135977" y="8541"/>
                    <a:pt x="132696" y="9922"/>
                    <a:pt x="130156" y="12708"/>
                  </a:cubicBezTo>
                  <a:cubicBezTo>
                    <a:pt x="127617" y="15482"/>
                    <a:pt x="126354" y="19088"/>
                    <a:pt x="126354" y="23541"/>
                  </a:cubicBezTo>
                  <a:lnTo>
                    <a:pt x="117813" y="23541"/>
                  </a:lnTo>
                  <a:cubicBezTo>
                    <a:pt x="117813" y="20208"/>
                    <a:pt x="118373" y="17161"/>
                    <a:pt x="119479" y="14427"/>
                  </a:cubicBezTo>
                  <a:cubicBezTo>
                    <a:pt x="120586" y="11679"/>
                    <a:pt x="122148" y="9336"/>
                    <a:pt x="124167" y="7396"/>
                  </a:cubicBezTo>
                  <a:cubicBezTo>
                    <a:pt x="126185" y="5443"/>
                    <a:pt x="128555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8"/>
                    <a:pt x="44154" y="30521"/>
                    <a:pt x="41406" y="35312"/>
                  </a:cubicBezTo>
                  <a:cubicBezTo>
                    <a:pt x="38659" y="40104"/>
                    <a:pt x="35378" y="44752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34"/>
                    <a:pt x="2617" y="68854"/>
                    <a:pt x="4323" y="67187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5"/>
                  </a:cubicBezTo>
                  <a:cubicBezTo>
                    <a:pt x="24102" y="45755"/>
                    <a:pt x="26003" y="43385"/>
                    <a:pt x="27813" y="40989"/>
                  </a:cubicBezTo>
                  <a:cubicBezTo>
                    <a:pt x="29623" y="38594"/>
                    <a:pt x="31185" y="36276"/>
                    <a:pt x="32500" y="34062"/>
                  </a:cubicBezTo>
                  <a:cubicBezTo>
                    <a:pt x="33893" y="31771"/>
                    <a:pt x="34987" y="29609"/>
                    <a:pt x="35781" y="27604"/>
                  </a:cubicBezTo>
                  <a:cubicBezTo>
                    <a:pt x="36576" y="25586"/>
                    <a:pt x="36979" y="23750"/>
                    <a:pt x="36979" y="22083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1"/>
                    <a:pt x="26979" y="8541"/>
                    <a:pt x="22812" y="8541"/>
                  </a:cubicBezTo>
                  <a:cubicBezTo>
                    <a:pt x="18789" y="8541"/>
                    <a:pt x="15508" y="9922"/>
                    <a:pt x="12969" y="12708"/>
                  </a:cubicBezTo>
                  <a:cubicBezTo>
                    <a:pt x="10430" y="15482"/>
                    <a:pt x="9167" y="19088"/>
                    <a:pt x="9167" y="23541"/>
                  </a:cubicBezTo>
                  <a:lnTo>
                    <a:pt x="625" y="23541"/>
                  </a:lnTo>
                  <a:cubicBezTo>
                    <a:pt x="625" y="20208"/>
                    <a:pt x="1185" y="17161"/>
                    <a:pt x="2292" y="14427"/>
                  </a:cubicBezTo>
                  <a:cubicBezTo>
                    <a:pt x="3398" y="11679"/>
                    <a:pt x="4961" y="9336"/>
                    <a:pt x="6979" y="7396"/>
                  </a:cubicBezTo>
                  <a:cubicBezTo>
                    <a:pt x="8998" y="5443"/>
                    <a:pt x="11367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454167" y="0"/>
                  </a:moveTo>
                  <a:cubicBezTo>
                    <a:pt x="459375" y="0"/>
                    <a:pt x="463633" y="1211"/>
                    <a:pt x="466927" y="3646"/>
                  </a:cubicBezTo>
                  <a:cubicBezTo>
                    <a:pt x="470222" y="6067"/>
                    <a:pt x="472813" y="9193"/>
                    <a:pt x="474688" y="13021"/>
                  </a:cubicBezTo>
                  <a:cubicBezTo>
                    <a:pt x="476563" y="16901"/>
                    <a:pt x="477852" y="21276"/>
                    <a:pt x="478542" y="26146"/>
                  </a:cubicBezTo>
                  <a:cubicBezTo>
                    <a:pt x="479232" y="31002"/>
                    <a:pt x="479584" y="35859"/>
                    <a:pt x="479584" y="40729"/>
                  </a:cubicBezTo>
                  <a:cubicBezTo>
                    <a:pt x="479584" y="45651"/>
                    <a:pt x="479232" y="50521"/>
                    <a:pt x="478542" y="55312"/>
                  </a:cubicBezTo>
                  <a:cubicBezTo>
                    <a:pt x="477852" y="60104"/>
                    <a:pt x="476563" y="64440"/>
                    <a:pt x="474688" y="68333"/>
                  </a:cubicBezTo>
                  <a:cubicBezTo>
                    <a:pt x="472813" y="72148"/>
                    <a:pt x="470222" y="75234"/>
                    <a:pt x="466927" y="77604"/>
                  </a:cubicBezTo>
                  <a:cubicBezTo>
                    <a:pt x="463633" y="79961"/>
                    <a:pt x="459375" y="81146"/>
                    <a:pt x="454167" y="81146"/>
                  </a:cubicBezTo>
                  <a:cubicBezTo>
                    <a:pt x="449024" y="81146"/>
                    <a:pt x="444844" y="79961"/>
                    <a:pt x="441615" y="77604"/>
                  </a:cubicBezTo>
                  <a:cubicBezTo>
                    <a:pt x="438386" y="75234"/>
                    <a:pt x="435899" y="72148"/>
                    <a:pt x="434167" y="68333"/>
                  </a:cubicBezTo>
                  <a:cubicBezTo>
                    <a:pt x="432357" y="64440"/>
                    <a:pt x="431146" y="60104"/>
                    <a:pt x="430521" y="55312"/>
                  </a:cubicBezTo>
                  <a:cubicBezTo>
                    <a:pt x="429896" y="50521"/>
                    <a:pt x="429584" y="45651"/>
                    <a:pt x="429584" y="40729"/>
                  </a:cubicBezTo>
                  <a:cubicBezTo>
                    <a:pt x="429584" y="35859"/>
                    <a:pt x="429896" y="31002"/>
                    <a:pt x="430521" y="26146"/>
                  </a:cubicBezTo>
                  <a:cubicBezTo>
                    <a:pt x="431146" y="21276"/>
                    <a:pt x="432357" y="16901"/>
                    <a:pt x="434167" y="13021"/>
                  </a:cubicBezTo>
                  <a:cubicBezTo>
                    <a:pt x="435899" y="9193"/>
                    <a:pt x="438386" y="6067"/>
                    <a:pt x="441615" y="3646"/>
                  </a:cubicBezTo>
                  <a:cubicBezTo>
                    <a:pt x="444844" y="1211"/>
                    <a:pt x="449024" y="0"/>
                    <a:pt x="454167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72" y="6067"/>
                    <a:pt x="316563" y="9193"/>
                    <a:pt x="318438" y="13021"/>
                  </a:cubicBezTo>
                  <a:cubicBezTo>
                    <a:pt x="320313" y="16901"/>
                    <a:pt x="321602" y="21276"/>
                    <a:pt x="322292" y="26146"/>
                  </a:cubicBezTo>
                  <a:cubicBezTo>
                    <a:pt x="322982" y="31002"/>
                    <a:pt x="323334" y="35859"/>
                    <a:pt x="323334" y="40729"/>
                  </a:cubicBezTo>
                  <a:cubicBezTo>
                    <a:pt x="323334" y="45651"/>
                    <a:pt x="322982" y="50521"/>
                    <a:pt x="322292" y="55312"/>
                  </a:cubicBezTo>
                  <a:cubicBezTo>
                    <a:pt x="321602" y="60104"/>
                    <a:pt x="320313" y="64440"/>
                    <a:pt x="318438" y="68333"/>
                  </a:cubicBezTo>
                  <a:cubicBezTo>
                    <a:pt x="316563" y="72148"/>
                    <a:pt x="313972" y="75234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74" y="81146"/>
                    <a:pt x="288594" y="79961"/>
                    <a:pt x="285365" y="77604"/>
                  </a:cubicBezTo>
                  <a:cubicBezTo>
                    <a:pt x="282136" y="75234"/>
                    <a:pt x="279649" y="72148"/>
                    <a:pt x="277917" y="68333"/>
                  </a:cubicBezTo>
                  <a:cubicBezTo>
                    <a:pt x="276107" y="64440"/>
                    <a:pt x="274896" y="60104"/>
                    <a:pt x="274271" y="55312"/>
                  </a:cubicBezTo>
                  <a:cubicBezTo>
                    <a:pt x="273646" y="50521"/>
                    <a:pt x="273334" y="45651"/>
                    <a:pt x="273334" y="40729"/>
                  </a:cubicBezTo>
                  <a:cubicBezTo>
                    <a:pt x="273334" y="35859"/>
                    <a:pt x="273646" y="31002"/>
                    <a:pt x="274271" y="26146"/>
                  </a:cubicBezTo>
                  <a:cubicBezTo>
                    <a:pt x="274896" y="21276"/>
                    <a:pt x="276107" y="16901"/>
                    <a:pt x="277917" y="13021"/>
                  </a:cubicBezTo>
                  <a:cubicBezTo>
                    <a:pt x="279649" y="9193"/>
                    <a:pt x="282136" y="6067"/>
                    <a:pt x="285365" y="3646"/>
                  </a:cubicBezTo>
                  <a:cubicBezTo>
                    <a:pt x="288594" y="1211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7"/>
                    <a:pt x="108229" y="9193"/>
                    <a:pt x="110104" y="13021"/>
                  </a:cubicBezTo>
                  <a:cubicBezTo>
                    <a:pt x="111979" y="16901"/>
                    <a:pt x="113268" y="21276"/>
                    <a:pt x="113958" y="26146"/>
                  </a:cubicBezTo>
                  <a:cubicBezTo>
                    <a:pt x="114649" y="31002"/>
                    <a:pt x="115000" y="35859"/>
                    <a:pt x="115000" y="40729"/>
                  </a:cubicBezTo>
                  <a:cubicBezTo>
                    <a:pt x="115000" y="45651"/>
                    <a:pt x="114649" y="50521"/>
                    <a:pt x="113958" y="55312"/>
                  </a:cubicBezTo>
                  <a:cubicBezTo>
                    <a:pt x="113268" y="60104"/>
                    <a:pt x="111979" y="64440"/>
                    <a:pt x="110104" y="68333"/>
                  </a:cubicBezTo>
                  <a:cubicBezTo>
                    <a:pt x="108229" y="72148"/>
                    <a:pt x="105638" y="75234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4"/>
                    <a:pt x="71315" y="72148"/>
                    <a:pt x="69583" y="68333"/>
                  </a:cubicBezTo>
                  <a:cubicBezTo>
                    <a:pt x="67773" y="64440"/>
                    <a:pt x="66563" y="60104"/>
                    <a:pt x="65937" y="55312"/>
                  </a:cubicBezTo>
                  <a:cubicBezTo>
                    <a:pt x="65313" y="50521"/>
                    <a:pt x="65000" y="45651"/>
                    <a:pt x="65000" y="40729"/>
                  </a:cubicBezTo>
                  <a:cubicBezTo>
                    <a:pt x="65000" y="35859"/>
                    <a:pt x="65313" y="31002"/>
                    <a:pt x="65937" y="26146"/>
                  </a:cubicBezTo>
                  <a:cubicBezTo>
                    <a:pt x="66563" y="21276"/>
                    <a:pt x="67773" y="16901"/>
                    <a:pt x="69583" y="13021"/>
                  </a:cubicBezTo>
                  <a:cubicBezTo>
                    <a:pt x="71315" y="9193"/>
                    <a:pt x="73802" y="6067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3" name="TextBox 702">
              <a:extLst>
                <a:ext uri="{FF2B5EF4-FFF2-40B4-BE49-F238E27FC236}">
                  <a16:creationId xmlns:a16="http://schemas.microsoft.com/office/drawing/2014/main" id="{85496E92-D546-47FB-A616-6357ABA1EB14}"/>
                </a:ext>
              </a:extLst>
            </p:cNvPr>
            <p:cNvSpPr txBox="1"/>
            <p:nvPr/>
          </p:nvSpPr>
          <p:spPr>
            <a:xfrm>
              <a:off x="2926610" y="6771244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2023.05.08 ~</a:t>
              </a:r>
            </a:p>
          </p:txBody>
        </p:sp>
        <p:sp>
          <p:nvSpPr>
            <p:cNvPr id="704" name="자유형: 도형 703">
              <a:extLst>
                <a:ext uri="{FF2B5EF4-FFF2-40B4-BE49-F238E27FC236}">
                  <a16:creationId xmlns:a16="http://schemas.microsoft.com/office/drawing/2014/main" id="{C4013059-5D52-4914-9B78-7DD91455E64C}"/>
                </a:ext>
              </a:extLst>
            </p:cNvPr>
            <p:cNvSpPr/>
            <p:nvPr/>
          </p:nvSpPr>
          <p:spPr>
            <a:xfrm>
              <a:off x="3062099" y="6940910"/>
              <a:ext cx="544687" cy="81562"/>
            </a:xfrm>
            <a:custGeom>
              <a:avLst/>
              <a:gdLst>
                <a:gd name="connsiteX0" fmla="*/ 408021 w 544687"/>
                <a:gd name="connsiteY0" fmla="*/ 70833 h 81562"/>
                <a:gd name="connsiteX1" fmla="*/ 418750 w 544687"/>
                <a:gd name="connsiteY1" fmla="*/ 70833 h 81562"/>
                <a:gd name="connsiteX2" fmla="*/ 418750 w 544687"/>
                <a:gd name="connsiteY2" fmla="*/ 81563 h 81562"/>
                <a:gd name="connsiteX3" fmla="*/ 408021 w 544687"/>
                <a:gd name="connsiteY3" fmla="*/ 81563 h 81562"/>
                <a:gd name="connsiteX4" fmla="*/ 251771 w 544687"/>
                <a:gd name="connsiteY4" fmla="*/ 70833 h 81562"/>
                <a:gd name="connsiteX5" fmla="*/ 262500 w 544687"/>
                <a:gd name="connsiteY5" fmla="*/ 70833 h 81562"/>
                <a:gd name="connsiteX6" fmla="*/ 262500 w 544687"/>
                <a:gd name="connsiteY6" fmla="*/ 81563 h 81562"/>
                <a:gd name="connsiteX7" fmla="*/ 251771 w 544687"/>
                <a:gd name="connsiteY7" fmla="*/ 81563 h 81562"/>
                <a:gd name="connsiteX8" fmla="*/ 363230 w 544687"/>
                <a:gd name="connsiteY8" fmla="*/ 36145 h 81562"/>
                <a:gd name="connsiteX9" fmla="*/ 356719 w 544687"/>
                <a:gd name="connsiteY9" fmla="*/ 37656 h 81562"/>
                <a:gd name="connsiteX10" fmla="*/ 351667 w 544687"/>
                <a:gd name="connsiteY10" fmla="*/ 41562 h 81562"/>
                <a:gd name="connsiteX11" fmla="*/ 348334 w 544687"/>
                <a:gd name="connsiteY11" fmla="*/ 47292 h 81562"/>
                <a:gd name="connsiteX12" fmla="*/ 347188 w 544687"/>
                <a:gd name="connsiteY12" fmla="*/ 54063 h 81562"/>
                <a:gd name="connsiteX13" fmla="*/ 348281 w 544687"/>
                <a:gd name="connsiteY13" fmla="*/ 61979 h 81562"/>
                <a:gd name="connsiteX14" fmla="*/ 351459 w 544687"/>
                <a:gd name="connsiteY14" fmla="*/ 68229 h 81562"/>
                <a:gd name="connsiteX15" fmla="*/ 356459 w 544687"/>
                <a:gd name="connsiteY15" fmla="*/ 72448 h 81562"/>
                <a:gd name="connsiteX16" fmla="*/ 363021 w 544687"/>
                <a:gd name="connsiteY16" fmla="*/ 73958 h 81562"/>
                <a:gd name="connsiteX17" fmla="*/ 375105 w 544687"/>
                <a:gd name="connsiteY17" fmla="*/ 68489 h 81562"/>
                <a:gd name="connsiteX18" fmla="*/ 379375 w 544687"/>
                <a:gd name="connsiteY18" fmla="*/ 55000 h 81562"/>
                <a:gd name="connsiteX19" fmla="*/ 378334 w 544687"/>
                <a:gd name="connsiteY19" fmla="*/ 47812 h 81562"/>
                <a:gd name="connsiteX20" fmla="*/ 375209 w 544687"/>
                <a:gd name="connsiteY20" fmla="*/ 41875 h 81562"/>
                <a:gd name="connsiteX21" fmla="*/ 370209 w 544687"/>
                <a:gd name="connsiteY21" fmla="*/ 37708 h 81562"/>
                <a:gd name="connsiteX22" fmla="*/ 363230 w 544687"/>
                <a:gd name="connsiteY22" fmla="*/ 36145 h 81562"/>
                <a:gd name="connsiteX23" fmla="*/ 519271 w 544687"/>
                <a:gd name="connsiteY23" fmla="*/ 7188 h 81562"/>
                <a:gd name="connsiteX24" fmla="*/ 510469 w 544687"/>
                <a:gd name="connsiteY24" fmla="*/ 10833 h 81562"/>
                <a:gd name="connsiteX25" fmla="*/ 505730 w 544687"/>
                <a:gd name="connsiteY25" fmla="*/ 19583 h 81562"/>
                <a:gd name="connsiteX26" fmla="*/ 503698 w 544687"/>
                <a:gd name="connsiteY26" fmla="*/ 30573 h 81562"/>
                <a:gd name="connsiteX27" fmla="*/ 503334 w 544687"/>
                <a:gd name="connsiteY27" fmla="*/ 40729 h 81562"/>
                <a:gd name="connsiteX28" fmla="*/ 503698 w 544687"/>
                <a:gd name="connsiteY28" fmla="*/ 50781 h 81562"/>
                <a:gd name="connsiteX29" fmla="*/ 505730 w 544687"/>
                <a:gd name="connsiteY29" fmla="*/ 61667 h 81562"/>
                <a:gd name="connsiteX30" fmla="*/ 510469 w 544687"/>
                <a:gd name="connsiteY30" fmla="*/ 70312 h 81562"/>
                <a:gd name="connsiteX31" fmla="*/ 519271 w 544687"/>
                <a:gd name="connsiteY31" fmla="*/ 73854 h 81562"/>
                <a:gd name="connsiteX32" fmla="*/ 528230 w 544687"/>
                <a:gd name="connsiteY32" fmla="*/ 70312 h 81562"/>
                <a:gd name="connsiteX33" fmla="*/ 533230 w 544687"/>
                <a:gd name="connsiteY33" fmla="*/ 61667 h 81562"/>
                <a:gd name="connsiteX34" fmla="*/ 535521 w 544687"/>
                <a:gd name="connsiteY34" fmla="*/ 50781 h 81562"/>
                <a:gd name="connsiteX35" fmla="*/ 536042 w 544687"/>
                <a:gd name="connsiteY35" fmla="*/ 40729 h 81562"/>
                <a:gd name="connsiteX36" fmla="*/ 535521 w 544687"/>
                <a:gd name="connsiteY36" fmla="*/ 30573 h 81562"/>
                <a:gd name="connsiteX37" fmla="*/ 533230 w 544687"/>
                <a:gd name="connsiteY37" fmla="*/ 19583 h 81562"/>
                <a:gd name="connsiteX38" fmla="*/ 528230 w 544687"/>
                <a:gd name="connsiteY38" fmla="*/ 10833 h 81562"/>
                <a:gd name="connsiteX39" fmla="*/ 519271 w 544687"/>
                <a:gd name="connsiteY39" fmla="*/ 7188 h 81562"/>
                <a:gd name="connsiteX40" fmla="*/ 297917 w 544687"/>
                <a:gd name="connsiteY40" fmla="*/ 7188 h 81562"/>
                <a:gd name="connsiteX41" fmla="*/ 289115 w 544687"/>
                <a:gd name="connsiteY41" fmla="*/ 10833 h 81562"/>
                <a:gd name="connsiteX42" fmla="*/ 284375 w 544687"/>
                <a:gd name="connsiteY42" fmla="*/ 19583 h 81562"/>
                <a:gd name="connsiteX43" fmla="*/ 282344 w 544687"/>
                <a:gd name="connsiteY43" fmla="*/ 30573 h 81562"/>
                <a:gd name="connsiteX44" fmla="*/ 281979 w 544687"/>
                <a:gd name="connsiteY44" fmla="*/ 40729 h 81562"/>
                <a:gd name="connsiteX45" fmla="*/ 282344 w 544687"/>
                <a:gd name="connsiteY45" fmla="*/ 50781 h 81562"/>
                <a:gd name="connsiteX46" fmla="*/ 284375 w 544687"/>
                <a:gd name="connsiteY46" fmla="*/ 61667 h 81562"/>
                <a:gd name="connsiteX47" fmla="*/ 289115 w 544687"/>
                <a:gd name="connsiteY47" fmla="*/ 70312 h 81562"/>
                <a:gd name="connsiteX48" fmla="*/ 297917 w 544687"/>
                <a:gd name="connsiteY48" fmla="*/ 73854 h 81562"/>
                <a:gd name="connsiteX49" fmla="*/ 306875 w 544687"/>
                <a:gd name="connsiteY49" fmla="*/ 70312 h 81562"/>
                <a:gd name="connsiteX50" fmla="*/ 311875 w 544687"/>
                <a:gd name="connsiteY50" fmla="*/ 61667 h 81562"/>
                <a:gd name="connsiteX51" fmla="*/ 314167 w 544687"/>
                <a:gd name="connsiteY51" fmla="*/ 50781 h 81562"/>
                <a:gd name="connsiteX52" fmla="*/ 314688 w 544687"/>
                <a:gd name="connsiteY52" fmla="*/ 40729 h 81562"/>
                <a:gd name="connsiteX53" fmla="*/ 314167 w 544687"/>
                <a:gd name="connsiteY53" fmla="*/ 30573 h 81562"/>
                <a:gd name="connsiteX54" fmla="*/ 311875 w 544687"/>
                <a:gd name="connsiteY54" fmla="*/ 19583 h 81562"/>
                <a:gd name="connsiteX55" fmla="*/ 306875 w 544687"/>
                <a:gd name="connsiteY55" fmla="*/ 10833 h 81562"/>
                <a:gd name="connsiteX56" fmla="*/ 297917 w 544687"/>
                <a:gd name="connsiteY56" fmla="*/ 7188 h 81562"/>
                <a:gd name="connsiteX57" fmla="*/ 89583 w 544687"/>
                <a:gd name="connsiteY57" fmla="*/ 7188 h 81562"/>
                <a:gd name="connsiteX58" fmla="*/ 80781 w 544687"/>
                <a:gd name="connsiteY58" fmla="*/ 10833 h 81562"/>
                <a:gd name="connsiteX59" fmla="*/ 76042 w 544687"/>
                <a:gd name="connsiteY59" fmla="*/ 19583 h 81562"/>
                <a:gd name="connsiteX60" fmla="*/ 74011 w 544687"/>
                <a:gd name="connsiteY60" fmla="*/ 30573 h 81562"/>
                <a:gd name="connsiteX61" fmla="*/ 73646 w 544687"/>
                <a:gd name="connsiteY61" fmla="*/ 40729 h 81562"/>
                <a:gd name="connsiteX62" fmla="*/ 74011 w 544687"/>
                <a:gd name="connsiteY62" fmla="*/ 50781 h 81562"/>
                <a:gd name="connsiteX63" fmla="*/ 76042 w 544687"/>
                <a:gd name="connsiteY63" fmla="*/ 61667 h 81562"/>
                <a:gd name="connsiteX64" fmla="*/ 80781 w 544687"/>
                <a:gd name="connsiteY64" fmla="*/ 70312 h 81562"/>
                <a:gd name="connsiteX65" fmla="*/ 89583 w 544687"/>
                <a:gd name="connsiteY65" fmla="*/ 73854 h 81562"/>
                <a:gd name="connsiteX66" fmla="*/ 98542 w 544687"/>
                <a:gd name="connsiteY66" fmla="*/ 70312 h 81562"/>
                <a:gd name="connsiteX67" fmla="*/ 103542 w 544687"/>
                <a:gd name="connsiteY67" fmla="*/ 61667 h 81562"/>
                <a:gd name="connsiteX68" fmla="*/ 105833 w 544687"/>
                <a:gd name="connsiteY68" fmla="*/ 50781 h 81562"/>
                <a:gd name="connsiteX69" fmla="*/ 106354 w 544687"/>
                <a:gd name="connsiteY69" fmla="*/ 40729 h 81562"/>
                <a:gd name="connsiteX70" fmla="*/ 105833 w 544687"/>
                <a:gd name="connsiteY70" fmla="*/ 30573 h 81562"/>
                <a:gd name="connsiteX71" fmla="*/ 103542 w 544687"/>
                <a:gd name="connsiteY71" fmla="*/ 19583 h 81562"/>
                <a:gd name="connsiteX72" fmla="*/ 98542 w 544687"/>
                <a:gd name="connsiteY72" fmla="*/ 10833 h 81562"/>
                <a:gd name="connsiteX73" fmla="*/ 89583 w 544687"/>
                <a:gd name="connsiteY73" fmla="*/ 7188 h 81562"/>
                <a:gd name="connsiteX74" fmla="*/ 364063 w 544687"/>
                <a:gd name="connsiteY74" fmla="*/ 1458 h 81562"/>
                <a:gd name="connsiteX75" fmla="*/ 379480 w 544687"/>
                <a:gd name="connsiteY75" fmla="*/ 6823 h 81562"/>
                <a:gd name="connsiteX76" fmla="*/ 386459 w 544687"/>
                <a:gd name="connsiteY76" fmla="*/ 21250 h 81562"/>
                <a:gd name="connsiteX77" fmla="*/ 378229 w 544687"/>
                <a:gd name="connsiteY77" fmla="*/ 21250 h 81562"/>
                <a:gd name="connsiteX78" fmla="*/ 373854 w 544687"/>
                <a:gd name="connsiteY78" fmla="*/ 11927 h 81562"/>
                <a:gd name="connsiteX79" fmla="*/ 364167 w 544687"/>
                <a:gd name="connsiteY79" fmla="*/ 8437 h 81562"/>
                <a:gd name="connsiteX80" fmla="*/ 355000 w 544687"/>
                <a:gd name="connsiteY80" fmla="*/ 11875 h 81562"/>
                <a:gd name="connsiteX81" fmla="*/ 349167 w 544687"/>
                <a:gd name="connsiteY81" fmla="*/ 20521 h 81562"/>
                <a:gd name="connsiteX82" fmla="*/ 346094 w 544687"/>
                <a:gd name="connsiteY82" fmla="*/ 31666 h 81562"/>
                <a:gd name="connsiteX83" fmla="*/ 345209 w 544687"/>
                <a:gd name="connsiteY83" fmla="*/ 42917 h 81562"/>
                <a:gd name="connsiteX84" fmla="*/ 352917 w 544687"/>
                <a:gd name="connsiteY84" fmla="*/ 32969 h 81562"/>
                <a:gd name="connsiteX85" fmla="*/ 365313 w 544687"/>
                <a:gd name="connsiteY85" fmla="*/ 29687 h 81562"/>
                <a:gd name="connsiteX86" fmla="*/ 381615 w 544687"/>
                <a:gd name="connsiteY86" fmla="*/ 36667 h 81562"/>
                <a:gd name="connsiteX87" fmla="*/ 387604 w 544687"/>
                <a:gd name="connsiteY87" fmla="*/ 55208 h 81562"/>
                <a:gd name="connsiteX88" fmla="*/ 385990 w 544687"/>
                <a:gd name="connsiteY88" fmla="*/ 65312 h 81562"/>
                <a:gd name="connsiteX89" fmla="*/ 381250 w 544687"/>
                <a:gd name="connsiteY89" fmla="*/ 73541 h 81562"/>
                <a:gd name="connsiteX90" fmla="*/ 373854 w 544687"/>
                <a:gd name="connsiteY90" fmla="*/ 78958 h 81562"/>
                <a:gd name="connsiteX91" fmla="*/ 363959 w 544687"/>
                <a:gd name="connsiteY91" fmla="*/ 80937 h 81562"/>
                <a:gd name="connsiteX92" fmla="*/ 349323 w 544687"/>
                <a:gd name="connsiteY92" fmla="*/ 76406 h 81562"/>
                <a:gd name="connsiteX93" fmla="*/ 340938 w 544687"/>
                <a:gd name="connsiteY93" fmla="*/ 64896 h 81562"/>
                <a:gd name="connsiteX94" fmla="*/ 338698 w 544687"/>
                <a:gd name="connsiteY94" fmla="*/ 55677 h 81562"/>
                <a:gd name="connsiteX95" fmla="*/ 338021 w 544687"/>
                <a:gd name="connsiteY95" fmla="*/ 43541 h 81562"/>
                <a:gd name="connsiteX96" fmla="*/ 339948 w 544687"/>
                <a:gd name="connsiteY96" fmla="*/ 25260 h 81562"/>
                <a:gd name="connsiteX97" fmla="*/ 345417 w 544687"/>
                <a:gd name="connsiteY97" fmla="*/ 12083 h 81562"/>
                <a:gd name="connsiteX98" fmla="*/ 353646 w 544687"/>
                <a:gd name="connsiteY98" fmla="*/ 4166 h 81562"/>
                <a:gd name="connsiteX99" fmla="*/ 364063 w 544687"/>
                <a:gd name="connsiteY99" fmla="*/ 1458 h 81562"/>
                <a:gd name="connsiteX100" fmla="*/ 452813 w 544687"/>
                <a:gd name="connsiteY100" fmla="*/ 1354 h 81562"/>
                <a:gd name="connsiteX101" fmla="*/ 461615 w 544687"/>
                <a:gd name="connsiteY101" fmla="*/ 2552 h 81562"/>
                <a:gd name="connsiteX102" fmla="*/ 469063 w 544687"/>
                <a:gd name="connsiteY102" fmla="*/ 6250 h 81562"/>
                <a:gd name="connsiteX103" fmla="*/ 474115 w 544687"/>
                <a:gd name="connsiteY103" fmla="*/ 12604 h 81562"/>
                <a:gd name="connsiteX104" fmla="*/ 476042 w 544687"/>
                <a:gd name="connsiteY104" fmla="*/ 21771 h 81562"/>
                <a:gd name="connsiteX105" fmla="*/ 471771 w 544687"/>
                <a:gd name="connsiteY105" fmla="*/ 33437 h 81562"/>
                <a:gd name="connsiteX106" fmla="*/ 460625 w 544687"/>
                <a:gd name="connsiteY106" fmla="*/ 39792 h 81562"/>
                <a:gd name="connsiteX107" fmla="*/ 472969 w 544687"/>
                <a:gd name="connsiteY107" fmla="*/ 46198 h 81562"/>
                <a:gd name="connsiteX108" fmla="*/ 477709 w 544687"/>
                <a:gd name="connsiteY108" fmla="*/ 59062 h 81562"/>
                <a:gd name="connsiteX109" fmla="*/ 475573 w 544687"/>
                <a:gd name="connsiteY109" fmla="*/ 69010 h 81562"/>
                <a:gd name="connsiteX110" fmla="*/ 469896 w 544687"/>
                <a:gd name="connsiteY110" fmla="*/ 75833 h 81562"/>
                <a:gd name="connsiteX111" fmla="*/ 461771 w 544687"/>
                <a:gd name="connsiteY111" fmla="*/ 79687 h 81562"/>
                <a:gd name="connsiteX112" fmla="*/ 452396 w 544687"/>
                <a:gd name="connsiteY112" fmla="*/ 80937 h 81562"/>
                <a:gd name="connsiteX113" fmla="*/ 434636 w 544687"/>
                <a:gd name="connsiteY113" fmla="*/ 75000 h 81562"/>
                <a:gd name="connsiteX114" fmla="*/ 427917 w 544687"/>
                <a:gd name="connsiteY114" fmla="*/ 58542 h 81562"/>
                <a:gd name="connsiteX115" fmla="*/ 436146 w 544687"/>
                <a:gd name="connsiteY115" fmla="*/ 58542 h 81562"/>
                <a:gd name="connsiteX116" fmla="*/ 441094 w 544687"/>
                <a:gd name="connsiteY116" fmla="*/ 69896 h 81562"/>
                <a:gd name="connsiteX117" fmla="*/ 452709 w 544687"/>
                <a:gd name="connsiteY117" fmla="*/ 73750 h 81562"/>
                <a:gd name="connsiteX118" fmla="*/ 464896 w 544687"/>
                <a:gd name="connsiteY118" fmla="*/ 69687 h 81562"/>
                <a:gd name="connsiteX119" fmla="*/ 469375 w 544687"/>
                <a:gd name="connsiteY119" fmla="*/ 58124 h 81562"/>
                <a:gd name="connsiteX120" fmla="*/ 467917 w 544687"/>
                <a:gd name="connsiteY120" fmla="*/ 51510 h 81562"/>
                <a:gd name="connsiteX121" fmla="*/ 464063 w 544687"/>
                <a:gd name="connsiteY121" fmla="*/ 46979 h 81562"/>
                <a:gd name="connsiteX122" fmla="*/ 458490 w 544687"/>
                <a:gd name="connsiteY122" fmla="*/ 44375 h 81562"/>
                <a:gd name="connsiteX123" fmla="*/ 452188 w 544687"/>
                <a:gd name="connsiteY123" fmla="*/ 43333 h 81562"/>
                <a:gd name="connsiteX124" fmla="*/ 448021 w 544687"/>
                <a:gd name="connsiteY124" fmla="*/ 43333 h 81562"/>
                <a:gd name="connsiteX125" fmla="*/ 446563 w 544687"/>
                <a:gd name="connsiteY125" fmla="*/ 43073 h 81562"/>
                <a:gd name="connsiteX126" fmla="*/ 446355 w 544687"/>
                <a:gd name="connsiteY126" fmla="*/ 41666 h 81562"/>
                <a:gd name="connsiteX127" fmla="*/ 446355 w 544687"/>
                <a:gd name="connsiteY127" fmla="*/ 37812 h 81562"/>
                <a:gd name="connsiteX128" fmla="*/ 446563 w 544687"/>
                <a:gd name="connsiteY128" fmla="*/ 36145 h 81562"/>
                <a:gd name="connsiteX129" fmla="*/ 448021 w 544687"/>
                <a:gd name="connsiteY129" fmla="*/ 35729 h 81562"/>
                <a:gd name="connsiteX130" fmla="*/ 451459 w 544687"/>
                <a:gd name="connsiteY130" fmla="*/ 35729 h 81562"/>
                <a:gd name="connsiteX131" fmla="*/ 457552 w 544687"/>
                <a:gd name="connsiteY131" fmla="*/ 34948 h 81562"/>
                <a:gd name="connsiteX132" fmla="*/ 462709 w 544687"/>
                <a:gd name="connsiteY132" fmla="*/ 32500 h 81562"/>
                <a:gd name="connsiteX133" fmla="*/ 466355 w 544687"/>
                <a:gd name="connsiteY133" fmla="*/ 28385 h 81562"/>
                <a:gd name="connsiteX134" fmla="*/ 467709 w 544687"/>
                <a:gd name="connsiteY134" fmla="*/ 22187 h 81562"/>
                <a:gd name="connsiteX135" fmla="*/ 463386 w 544687"/>
                <a:gd name="connsiteY135" fmla="*/ 12083 h 81562"/>
                <a:gd name="connsiteX136" fmla="*/ 452500 w 544687"/>
                <a:gd name="connsiteY136" fmla="*/ 8541 h 81562"/>
                <a:gd name="connsiteX137" fmla="*/ 441823 w 544687"/>
                <a:gd name="connsiteY137" fmla="*/ 12083 h 81562"/>
                <a:gd name="connsiteX138" fmla="*/ 437292 w 544687"/>
                <a:gd name="connsiteY138" fmla="*/ 22291 h 81562"/>
                <a:gd name="connsiteX139" fmla="*/ 428959 w 544687"/>
                <a:gd name="connsiteY139" fmla="*/ 22291 h 81562"/>
                <a:gd name="connsiteX140" fmla="*/ 435625 w 544687"/>
                <a:gd name="connsiteY140" fmla="*/ 6979 h 81562"/>
                <a:gd name="connsiteX141" fmla="*/ 452813 w 544687"/>
                <a:gd name="connsiteY141" fmla="*/ 1354 h 81562"/>
                <a:gd name="connsiteX142" fmla="*/ 205417 w 544687"/>
                <a:gd name="connsiteY142" fmla="*/ 1354 h 81562"/>
                <a:gd name="connsiteX143" fmla="*/ 214219 w 544687"/>
                <a:gd name="connsiteY143" fmla="*/ 2552 h 81562"/>
                <a:gd name="connsiteX144" fmla="*/ 221667 w 544687"/>
                <a:gd name="connsiteY144" fmla="*/ 6250 h 81562"/>
                <a:gd name="connsiteX145" fmla="*/ 226719 w 544687"/>
                <a:gd name="connsiteY145" fmla="*/ 12604 h 81562"/>
                <a:gd name="connsiteX146" fmla="*/ 228646 w 544687"/>
                <a:gd name="connsiteY146" fmla="*/ 21771 h 81562"/>
                <a:gd name="connsiteX147" fmla="*/ 224375 w 544687"/>
                <a:gd name="connsiteY147" fmla="*/ 33437 h 81562"/>
                <a:gd name="connsiteX148" fmla="*/ 213229 w 544687"/>
                <a:gd name="connsiteY148" fmla="*/ 39792 h 81562"/>
                <a:gd name="connsiteX149" fmla="*/ 225573 w 544687"/>
                <a:gd name="connsiteY149" fmla="*/ 46198 h 81562"/>
                <a:gd name="connsiteX150" fmla="*/ 230313 w 544687"/>
                <a:gd name="connsiteY150" fmla="*/ 59062 h 81562"/>
                <a:gd name="connsiteX151" fmla="*/ 228177 w 544687"/>
                <a:gd name="connsiteY151" fmla="*/ 69010 h 81562"/>
                <a:gd name="connsiteX152" fmla="*/ 222500 w 544687"/>
                <a:gd name="connsiteY152" fmla="*/ 75833 h 81562"/>
                <a:gd name="connsiteX153" fmla="*/ 214375 w 544687"/>
                <a:gd name="connsiteY153" fmla="*/ 79687 h 81562"/>
                <a:gd name="connsiteX154" fmla="*/ 205000 w 544687"/>
                <a:gd name="connsiteY154" fmla="*/ 80937 h 81562"/>
                <a:gd name="connsiteX155" fmla="*/ 187240 w 544687"/>
                <a:gd name="connsiteY155" fmla="*/ 75000 h 81562"/>
                <a:gd name="connsiteX156" fmla="*/ 180521 w 544687"/>
                <a:gd name="connsiteY156" fmla="*/ 58542 h 81562"/>
                <a:gd name="connsiteX157" fmla="*/ 188750 w 544687"/>
                <a:gd name="connsiteY157" fmla="*/ 58542 h 81562"/>
                <a:gd name="connsiteX158" fmla="*/ 193698 w 544687"/>
                <a:gd name="connsiteY158" fmla="*/ 69896 h 81562"/>
                <a:gd name="connsiteX159" fmla="*/ 205313 w 544687"/>
                <a:gd name="connsiteY159" fmla="*/ 73750 h 81562"/>
                <a:gd name="connsiteX160" fmla="*/ 217500 w 544687"/>
                <a:gd name="connsiteY160" fmla="*/ 69687 h 81562"/>
                <a:gd name="connsiteX161" fmla="*/ 221979 w 544687"/>
                <a:gd name="connsiteY161" fmla="*/ 58124 h 81562"/>
                <a:gd name="connsiteX162" fmla="*/ 220521 w 544687"/>
                <a:gd name="connsiteY162" fmla="*/ 51510 h 81562"/>
                <a:gd name="connsiteX163" fmla="*/ 216667 w 544687"/>
                <a:gd name="connsiteY163" fmla="*/ 46979 h 81562"/>
                <a:gd name="connsiteX164" fmla="*/ 211094 w 544687"/>
                <a:gd name="connsiteY164" fmla="*/ 44375 h 81562"/>
                <a:gd name="connsiteX165" fmla="*/ 204792 w 544687"/>
                <a:gd name="connsiteY165" fmla="*/ 43333 h 81562"/>
                <a:gd name="connsiteX166" fmla="*/ 200625 w 544687"/>
                <a:gd name="connsiteY166" fmla="*/ 43333 h 81562"/>
                <a:gd name="connsiteX167" fmla="*/ 199167 w 544687"/>
                <a:gd name="connsiteY167" fmla="*/ 43073 h 81562"/>
                <a:gd name="connsiteX168" fmla="*/ 198959 w 544687"/>
                <a:gd name="connsiteY168" fmla="*/ 41666 h 81562"/>
                <a:gd name="connsiteX169" fmla="*/ 198959 w 544687"/>
                <a:gd name="connsiteY169" fmla="*/ 37812 h 81562"/>
                <a:gd name="connsiteX170" fmla="*/ 199167 w 544687"/>
                <a:gd name="connsiteY170" fmla="*/ 36145 h 81562"/>
                <a:gd name="connsiteX171" fmla="*/ 200625 w 544687"/>
                <a:gd name="connsiteY171" fmla="*/ 35729 h 81562"/>
                <a:gd name="connsiteX172" fmla="*/ 204063 w 544687"/>
                <a:gd name="connsiteY172" fmla="*/ 35729 h 81562"/>
                <a:gd name="connsiteX173" fmla="*/ 210156 w 544687"/>
                <a:gd name="connsiteY173" fmla="*/ 34948 h 81562"/>
                <a:gd name="connsiteX174" fmla="*/ 215313 w 544687"/>
                <a:gd name="connsiteY174" fmla="*/ 32500 h 81562"/>
                <a:gd name="connsiteX175" fmla="*/ 218959 w 544687"/>
                <a:gd name="connsiteY175" fmla="*/ 28385 h 81562"/>
                <a:gd name="connsiteX176" fmla="*/ 220313 w 544687"/>
                <a:gd name="connsiteY176" fmla="*/ 22187 h 81562"/>
                <a:gd name="connsiteX177" fmla="*/ 215990 w 544687"/>
                <a:gd name="connsiteY177" fmla="*/ 12083 h 81562"/>
                <a:gd name="connsiteX178" fmla="*/ 205104 w 544687"/>
                <a:gd name="connsiteY178" fmla="*/ 8541 h 81562"/>
                <a:gd name="connsiteX179" fmla="*/ 194427 w 544687"/>
                <a:gd name="connsiteY179" fmla="*/ 12083 h 81562"/>
                <a:gd name="connsiteX180" fmla="*/ 189896 w 544687"/>
                <a:gd name="connsiteY180" fmla="*/ 22291 h 81562"/>
                <a:gd name="connsiteX181" fmla="*/ 181563 w 544687"/>
                <a:gd name="connsiteY181" fmla="*/ 22291 h 81562"/>
                <a:gd name="connsiteX182" fmla="*/ 188229 w 544687"/>
                <a:gd name="connsiteY182" fmla="*/ 6979 h 81562"/>
                <a:gd name="connsiteX183" fmla="*/ 205417 w 544687"/>
                <a:gd name="connsiteY183" fmla="*/ 1354 h 81562"/>
                <a:gd name="connsiteX184" fmla="*/ 140208 w 544687"/>
                <a:gd name="connsiteY184" fmla="*/ 1354 h 81562"/>
                <a:gd name="connsiteX185" fmla="*/ 156250 w 544687"/>
                <a:gd name="connsiteY185" fmla="*/ 6458 h 81562"/>
                <a:gd name="connsiteX186" fmla="*/ 162708 w 544687"/>
                <a:gd name="connsiteY186" fmla="*/ 21458 h 81562"/>
                <a:gd name="connsiteX187" fmla="*/ 158594 w 544687"/>
                <a:gd name="connsiteY187" fmla="*/ 35313 h 81562"/>
                <a:gd name="connsiteX188" fmla="*/ 148750 w 544687"/>
                <a:gd name="connsiteY188" fmla="*/ 49270 h 81562"/>
                <a:gd name="connsiteX189" fmla="*/ 136875 w 544687"/>
                <a:gd name="connsiteY189" fmla="*/ 61979 h 81562"/>
                <a:gd name="connsiteX190" fmla="*/ 126667 w 544687"/>
                <a:gd name="connsiteY190" fmla="*/ 71979 h 81562"/>
                <a:gd name="connsiteX191" fmla="*/ 164375 w 544687"/>
                <a:gd name="connsiteY191" fmla="*/ 71979 h 81562"/>
                <a:gd name="connsiteX192" fmla="*/ 164375 w 544687"/>
                <a:gd name="connsiteY192" fmla="*/ 79167 h 81562"/>
                <a:gd name="connsiteX193" fmla="*/ 118646 w 544687"/>
                <a:gd name="connsiteY193" fmla="*/ 79167 h 81562"/>
                <a:gd name="connsiteX194" fmla="*/ 117448 w 544687"/>
                <a:gd name="connsiteY194" fmla="*/ 78854 h 81562"/>
                <a:gd name="connsiteX195" fmla="*/ 117188 w 544687"/>
                <a:gd name="connsiteY195" fmla="*/ 77604 h 81562"/>
                <a:gd name="connsiteX196" fmla="*/ 117188 w 544687"/>
                <a:gd name="connsiteY196" fmla="*/ 71354 h 81562"/>
                <a:gd name="connsiteX197" fmla="*/ 121510 w 544687"/>
                <a:gd name="connsiteY197" fmla="*/ 67188 h 81562"/>
                <a:gd name="connsiteX198" fmla="*/ 127084 w 544687"/>
                <a:gd name="connsiteY198" fmla="*/ 61667 h 81562"/>
                <a:gd name="connsiteX199" fmla="*/ 133125 w 544687"/>
                <a:gd name="connsiteY199" fmla="*/ 55208 h 81562"/>
                <a:gd name="connsiteX200" fmla="*/ 139271 w 544687"/>
                <a:gd name="connsiteY200" fmla="*/ 48125 h 81562"/>
                <a:gd name="connsiteX201" fmla="*/ 145000 w 544687"/>
                <a:gd name="connsiteY201" fmla="*/ 40989 h 81562"/>
                <a:gd name="connsiteX202" fmla="*/ 149688 w 544687"/>
                <a:gd name="connsiteY202" fmla="*/ 34062 h 81562"/>
                <a:gd name="connsiteX203" fmla="*/ 152969 w 544687"/>
                <a:gd name="connsiteY203" fmla="*/ 27604 h 81562"/>
                <a:gd name="connsiteX204" fmla="*/ 154167 w 544687"/>
                <a:gd name="connsiteY204" fmla="*/ 22083 h 81562"/>
                <a:gd name="connsiteX205" fmla="*/ 150209 w 544687"/>
                <a:gd name="connsiteY205" fmla="*/ 11927 h 81562"/>
                <a:gd name="connsiteX206" fmla="*/ 140000 w 544687"/>
                <a:gd name="connsiteY206" fmla="*/ 8541 h 81562"/>
                <a:gd name="connsiteX207" fmla="*/ 130156 w 544687"/>
                <a:gd name="connsiteY207" fmla="*/ 12708 h 81562"/>
                <a:gd name="connsiteX208" fmla="*/ 126354 w 544687"/>
                <a:gd name="connsiteY208" fmla="*/ 23542 h 81562"/>
                <a:gd name="connsiteX209" fmla="*/ 117813 w 544687"/>
                <a:gd name="connsiteY209" fmla="*/ 23542 h 81562"/>
                <a:gd name="connsiteX210" fmla="*/ 119479 w 544687"/>
                <a:gd name="connsiteY210" fmla="*/ 14427 h 81562"/>
                <a:gd name="connsiteX211" fmla="*/ 124167 w 544687"/>
                <a:gd name="connsiteY211" fmla="*/ 7396 h 81562"/>
                <a:gd name="connsiteX212" fmla="*/ 131302 w 544687"/>
                <a:gd name="connsiteY212" fmla="*/ 2917 h 81562"/>
                <a:gd name="connsiteX213" fmla="*/ 140208 w 544687"/>
                <a:gd name="connsiteY213" fmla="*/ 1354 h 81562"/>
                <a:gd name="connsiteX214" fmla="*/ 23021 w 544687"/>
                <a:gd name="connsiteY214" fmla="*/ 1354 h 81562"/>
                <a:gd name="connsiteX215" fmla="*/ 39063 w 544687"/>
                <a:gd name="connsiteY215" fmla="*/ 6458 h 81562"/>
                <a:gd name="connsiteX216" fmla="*/ 45521 w 544687"/>
                <a:gd name="connsiteY216" fmla="*/ 21458 h 81562"/>
                <a:gd name="connsiteX217" fmla="*/ 41406 w 544687"/>
                <a:gd name="connsiteY217" fmla="*/ 35313 h 81562"/>
                <a:gd name="connsiteX218" fmla="*/ 31563 w 544687"/>
                <a:gd name="connsiteY218" fmla="*/ 49270 h 81562"/>
                <a:gd name="connsiteX219" fmla="*/ 19688 w 544687"/>
                <a:gd name="connsiteY219" fmla="*/ 61979 h 81562"/>
                <a:gd name="connsiteX220" fmla="*/ 9479 w 544687"/>
                <a:gd name="connsiteY220" fmla="*/ 71979 h 81562"/>
                <a:gd name="connsiteX221" fmla="*/ 47188 w 544687"/>
                <a:gd name="connsiteY221" fmla="*/ 71979 h 81562"/>
                <a:gd name="connsiteX222" fmla="*/ 47188 w 544687"/>
                <a:gd name="connsiteY222" fmla="*/ 79167 h 81562"/>
                <a:gd name="connsiteX223" fmla="*/ 1458 w 544687"/>
                <a:gd name="connsiteY223" fmla="*/ 79167 h 81562"/>
                <a:gd name="connsiteX224" fmla="*/ 260 w 544687"/>
                <a:gd name="connsiteY224" fmla="*/ 78854 h 81562"/>
                <a:gd name="connsiteX225" fmla="*/ 0 w 544687"/>
                <a:gd name="connsiteY225" fmla="*/ 77604 h 81562"/>
                <a:gd name="connsiteX226" fmla="*/ 0 w 544687"/>
                <a:gd name="connsiteY226" fmla="*/ 71354 h 81562"/>
                <a:gd name="connsiteX227" fmla="*/ 4323 w 544687"/>
                <a:gd name="connsiteY227" fmla="*/ 67188 h 81562"/>
                <a:gd name="connsiteX228" fmla="*/ 9896 w 544687"/>
                <a:gd name="connsiteY228" fmla="*/ 61667 h 81562"/>
                <a:gd name="connsiteX229" fmla="*/ 15937 w 544687"/>
                <a:gd name="connsiteY229" fmla="*/ 55208 h 81562"/>
                <a:gd name="connsiteX230" fmla="*/ 22083 w 544687"/>
                <a:gd name="connsiteY230" fmla="*/ 48125 h 81562"/>
                <a:gd name="connsiteX231" fmla="*/ 27813 w 544687"/>
                <a:gd name="connsiteY231" fmla="*/ 40989 h 81562"/>
                <a:gd name="connsiteX232" fmla="*/ 32500 w 544687"/>
                <a:gd name="connsiteY232" fmla="*/ 34062 h 81562"/>
                <a:gd name="connsiteX233" fmla="*/ 35781 w 544687"/>
                <a:gd name="connsiteY233" fmla="*/ 27604 h 81562"/>
                <a:gd name="connsiteX234" fmla="*/ 36979 w 544687"/>
                <a:gd name="connsiteY234" fmla="*/ 22083 h 81562"/>
                <a:gd name="connsiteX235" fmla="*/ 33021 w 544687"/>
                <a:gd name="connsiteY235" fmla="*/ 11927 h 81562"/>
                <a:gd name="connsiteX236" fmla="*/ 22813 w 544687"/>
                <a:gd name="connsiteY236" fmla="*/ 8541 h 81562"/>
                <a:gd name="connsiteX237" fmla="*/ 12969 w 544687"/>
                <a:gd name="connsiteY237" fmla="*/ 12708 h 81562"/>
                <a:gd name="connsiteX238" fmla="*/ 9167 w 544687"/>
                <a:gd name="connsiteY238" fmla="*/ 23542 h 81562"/>
                <a:gd name="connsiteX239" fmla="*/ 625 w 544687"/>
                <a:gd name="connsiteY239" fmla="*/ 23542 h 81562"/>
                <a:gd name="connsiteX240" fmla="*/ 2292 w 544687"/>
                <a:gd name="connsiteY240" fmla="*/ 14427 h 81562"/>
                <a:gd name="connsiteX241" fmla="*/ 6979 w 544687"/>
                <a:gd name="connsiteY241" fmla="*/ 7396 h 81562"/>
                <a:gd name="connsiteX242" fmla="*/ 14115 w 544687"/>
                <a:gd name="connsiteY242" fmla="*/ 2917 h 81562"/>
                <a:gd name="connsiteX243" fmla="*/ 23021 w 544687"/>
                <a:gd name="connsiteY243" fmla="*/ 1354 h 81562"/>
                <a:gd name="connsiteX244" fmla="*/ 519271 w 544687"/>
                <a:gd name="connsiteY244" fmla="*/ 0 h 81562"/>
                <a:gd name="connsiteX245" fmla="*/ 532032 w 544687"/>
                <a:gd name="connsiteY245" fmla="*/ 3646 h 81562"/>
                <a:gd name="connsiteX246" fmla="*/ 539792 w 544687"/>
                <a:gd name="connsiteY246" fmla="*/ 13021 h 81562"/>
                <a:gd name="connsiteX247" fmla="*/ 543646 w 544687"/>
                <a:gd name="connsiteY247" fmla="*/ 26145 h 81562"/>
                <a:gd name="connsiteX248" fmla="*/ 544688 w 544687"/>
                <a:gd name="connsiteY248" fmla="*/ 40729 h 81562"/>
                <a:gd name="connsiteX249" fmla="*/ 543646 w 544687"/>
                <a:gd name="connsiteY249" fmla="*/ 55313 h 81562"/>
                <a:gd name="connsiteX250" fmla="*/ 539792 w 544687"/>
                <a:gd name="connsiteY250" fmla="*/ 68334 h 81562"/>
                <a:gd name="connsiteX251" fmla="*/ 532032 w 544687"/>
                <a:gd name="connsiteY251" fmla="*/ 77604 h 81562"/>
                <a:gd name="connsiteX252" fmla="*/ 519271 w 544687"/>
                <a:gd name="connsiteY252" fmla="*/ 81145 h 81562"/>
                <a:gd name="connsiteX253" fmla="*/ 506719 w 544687"/>
                <a:gd name="connsiteY253" fmla="*/ 77604 h 81562"/>
                <a:gd name="connsiteX254" fmla="*/ 499271 w 544687"/>
                <a:gd name="connsiteY254" fmla="*/ 68334 h 81562"/>
                <a:gd name="connsiteX255" fmla="*/ 495625 w 544687"/>
                <a:gd name="connsiteY255" fmla="*/ 55313 h 81562"/>
                <a:gd name="connsiteX256" fmla="*/ 494688 w 544687"/>
                <a:gd name="connsiteY256" fmla="*/ 40729 h 81562"/>
                <a:gd name="connsiteX257" fmla="*/ 495625 w 544687"/>
                <a:gd name="connsiteY257" fmla="*/ 26145 h 81562"/>
                <a:gd name="connsiteX258" fmla="*/ 499271 w 544687"/>
                <a:gd name="connsiteY258" fmla="*/ 13021 h 81562"/>
                <a:gd name="connsiteX259" fmla="*/ 506719 w 544687"/>
                <a:gd name="connsiteY259" fmla="*/ 3646 h 81562"/>
                <a:gd name="connsiteX260" fmla="*/ 519271 w 544687"/>
                <a:gd name="connsiteY260" fmla="*/ 0 h 81562"/>
                <a:gd name="connsiteX261" fmla="*/ 297917 w 544687"/>
                <a:gd name="connsiteY261" fmla="*/ 0 h 81562"/>
                <a:gd name="connsiteX262" fmla="*/ 310677 w 544687"/>
                <a:gd name="connsiteY262" fmla="*/ 3646 h 81562"/>
                <a:gd name="connsiteX263" fmla="*/ 318438 w 544687"/>
                <a:gd name="connsiteY263" fmla="*/ 13021 h 81562"/>
                <a:gd name="connsiteX264" fmla="*/ 322292 w 544687"/>
                <a:gd name="connsiteY264" fmla="*/ 26145 h 81562"/>
                <a:gd name="connsiteX265" fmla="*/ 323334 w 544687"/>
                <a:gd name="connsiteY265" fmla="*/ 40729 h 81562"/>
                <a:gd name="connsiteX266" fmla="*/ 322292 w 544687"/>
                <a:gd name="connsiteY266" fmla="*/ 55313 h 81562"/>
                <a:gd name="connsiteX267" fmla="*/ 318438 w 544687"/>
                <a:gd name="connsiteY267" fmla="*/ 68334 h 81562"/>
                <a:gd name="connsiteX268" fmla="*/ 310677 w 544687"/>
                <a:gd name="connsiteY268" fmla="*/ 77604 h 81562"/>
                <a:gd name="connsiteX269" fmla="*/ 297917 w 544687"/>
                <a:gd name="connsiteY269" fmla="*/ 81145 h 81562"/>
                <a:gd name="connsiteX270" fmla="*/ 285365 w 544687"/>
                <a:gd name="connsiteY270" fmla="*/ 77604 h 81562"/>
                <a:gd name="connsiteX271" fmla="*/ 277917 w 544687"/>
                <a:gd name="connsiteY271" fmla="*/ 68334 h 81562"/>
                <a:gd name="connsiteX272" fmla="*/ 274271 w 544687"/>
                <a:gd name="connsiteY272" fmla="*/ 55313 h 81562"/>
                <a:gd name="connsiteX273" fmla="*/ 273334 w 544687"/>
                <a:gd name="connsiteY273" fmla="*/ 40729 h 81562"/>
                <a:gd name="connsiteX274" fmla="*/ 274271 w 544687"/>
                <a:gd name="connsiteY274" fmla="*/ 26145 h 81562"/>
                <a:gd name="connsiteX275" fmla="*/ 277917 w 544687"/>
                <a:gd name="connsiteY275" fmla="*/ 13021 h 81562"/>
                <a:gd name="connsiteX276" fmla="*/ 285365 w 544687"/>
                <a:gd name="connsiteY276" fmla="*/ 3646 h 81562"/>
                <a:gd name="connsiteX277" fmla="*/ 297917 w 544687"/>
                <a:gd name="connsiteY277" fmla="*/ 0 h 81562"/>
                <a:gd name="connsiteX278" fmla="*/ 89583 w 544687"/>
                <a:gd name="connsiteY278" fmla="*/ 0 h 81562"/>
                <a:gd name="connsiteX279" fmla="*/ 102344 w 544687"/>
                <a:gd name="connsiteY279" fmla="*/ 3646 h 81562"/>
                <a:gd name="connsiteX280" fmla="*/ 110104 w 544687"/>
                <a:gd name="connsiteY280" fmla="*/ 13021 h 81562"/>
                <a:gd name="connsiteX281" fmla="*/ 113959 w 544687"/>
                <a:gd name="connsiteY281" fmla="*/ 26145 h 81562"/>
                <a:gd name="connsiteX282" fmla="*/ 115000 w 544687"/>
                <a:gd name="connsiteY282" fmla="*/ 40729 h 81562"/>
                <a:gd name="connsiteX283" fmla="*/ 113959 w 544687"/>
                <a:gd name="connsiteY283" fmla="*/ 55313 h 81562"/>
                <a:gd name="connsiteX284" fmla="*/ 110104 w 544687"/>
                <a:gd name="connsiteY284" fmla="*/ 68334 h 81562"/>
                <a:gd name="connsiteX285" fmla="*/ 102344 w 544687"/>
                <a:gd name="connsiteY285" fmla="*/ 77604 h 81562"/>
                <a:gd name="connsiteX286" fmla="*/ 89583 w 544687"/>
                <a:gd name="connsiteY286" fmla="*/ 81145 h 81562"/>
                <a:gd name="connsiteX287" fmla="*/ 77031 w 544687"/>
                <a:gd name="connsiteY287" fmla="*/ 77604 h 81562"/>
                <a:gd name="connsiteX288" fmla="*/ 69583 w 544687"/>
                <a:gd name="connsiteY288" fmla="*/ 68334 h 81562"/>
                <a:gd name="connsiteX289" fmla="*/ 65938 w 544687"/>
                <a:gd name="connsiteY289" fmla="*/ 55313 h 81562"/>
                <a:gd name="connsiteX290" fmla="*/ 65000 w 544687"/>
                <a:gd name="connsiteY290" fmla="*/ 40729 h 81562"/>
                <a:gd name="connsiteX291" fmla="*/ 65938 w 544687"/>
                <a:gd name="connsiteY291" fmla="*/ 26145 h 81562"/>
                <a:gd name="connsiteX292" fmla="*/ 69583 w 544687"/>
                <a:gd name="connsiteY292" fmla="*/ 13021 h 81562"/>
                <a:gd name="connsiteX293" fmla="*/ 77031 w 544687"/>
                <a:gd name="connsiteY293" fmla="*/ 3646 h 81562"/>
                <a:gd name="connsiteX294" fmla="*/ 89583 w 544687"/>
                <a:gd name="connsiteY294" fmla="*/ 0 h 81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544687" h="81562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230" y="36145"/>
                  </a:moveTo>
                  <a:cubicBezTo>
                    <a:pt x="360873" y="36145"/>
                    <a:pt x="358698" y="36641"/>
                    <a:pt x="356719" y="37656"/>
                  </a:cubicBezTo>
                  <a:cubicBezTo>
                    <a:pt x="354740" y="38658"/>
                    <a:pt x="353060" y="39961"/>
                    <a:pt x="351667" y="41562"/>
                  </a:cubicBezTo>
                  <a:cubicBezTo>
                    <a:pt x="350209" y="43229"/>
                    <a:pt x="349102" y="45130"/>
                    <a:pt x="348334" y="47292"/>
                  </a:cubicBezTo>
                  <a:cubicBezTo>
                    <a:pt x="347578" y="49440"/>
                    <a:pt x="347188" y="51693"/>
                    <a:pt x="347188" y="54063"/>
                  </a:cubicBezTo>
                  <a:cubicBezTo>
                    <a:pt x="347188" y="56901"/>
                    <a:pt x="347552" y="59544"/>
                    <a:pt x="348281" y="61979"/>
                  </a:cubicBezTo>
                  <a:cubicBezTo>
                    <a:pt x="349011" y="64401"/>
                    <a:pt x="350078" y="66484"/>
                    <a:pt x="351459" y="68229"/>
                  </a:cubicBezTo>
                  <a:cubicBezTo>
                    <a:pt x="352852" y="70026"/>
                    <a:pt x="354518" y="71432"/>
                    <a:pt x="356459" y="72448"/>
                  </a:cubicBezTo>
                  <a:cubicBezTo>
                    <a:pt x="358412" y="73450"/>
                    <a:pt x="360599" y="73958"/>
                    <a:pt x="363021" y="73958"/>
                  </a:cubicBezTo>
                  <a:cubicBezTo>
                    <a:pt x="368230" y="73958"/>
                    <a:pt x="372266" y="72136"/>
                    <a:pt x="375105" y="68489"/>
                  </a:cubicBezTo>
                  <a:cubicBezTo>
                    <a:pt x="377956" y="64844"/>
                    <a:pt x="379375" y="60339"/>
                    <a:pt x="379375" y="55000"/>
                  </a:cubicBezTo>
                  <a:cubicBezTo>
                    <a:pt x="379375" y="52500"/>
                    <a:pt x="379037" y="50104"/>
                    <a:pt x="378334" y="47812"/>
                  </a:cubicBezTo>
                  <a:cubicBezTo>
                    <a:pt x="377644" y="45521"/>
                    <a:pt x="376602" y="43541"/>
                    <a:pt x="375209" y="41875"/>
                  </a:cubicBezTo>
                  <a:cubicBezTo>
                    <a:pt x="373894" y="40130"/>
                    <a:pt x="372227" y="38750"/>
                    <a:pt x="370209" y="37708"/>
                  </a:cubicBezTo>
                  <a:cubicBezTo>
                    <a:pt x="368203" y="36667"/>
                    <a:pt x="365873" y="36145"/>
                    <a:pt x="363230" y="36145"/>
                  </a:cubicBezTo>
                  <a:close/>
                  <a:moveTo>
                    <a:pt x="519271" y="7188"/>
                  </a:moveTo>
                  <a:cubicBezTo>
                    <a:pt x="515521" y="7188"/>
                    <a:pt x="512591" y="8398"/>
                    <a:pt x="510469" y="10833"/>
                  </a:cubicBezTo>
                  <a:cubicBezTo>
                    <a:pt x="508360" y="13255"/>
                    <a:pt x="506771" y="16172"/>
                    <a:pt x="505730" y="19583"/>
                  </a:cubicBezTo>
                  <a:cubicBezTo>
                    <a:pt x="504623" y="23047"/>
                    <a:pt x="503946" y="26718"/>
                    <a:pt x="503698" y="30573"/>
                  </a:cubicBezTo>
                  <a:cubicBezTo>
                    <a:pt x="503464" y="34427"/>
                    <a:pt x="503334" y="37812"/>
                    <a:pt x="503334" y="40729"/>
                  </a:cubicBezTo>
                  <a:cubicBezTo>
                    <a:pt x="503334" y="43645"/>
                    <a:pt x="503464" y="46992"/>
                    <a:pt x="503698" y="50781"/>
                  </a:cubicBezTo>
                  <a:cubicBezTo>
                    <a:pt x="503946" y="54557"/>
                    <a:pt x="504623" y="58190"/>
                    <a:pt x="505730" y="61667"/>
                  </a:cubicBezTo>
                  <a:cubicBezTo>
                    <a:pt x="506771" y="65065"/>
                    <a:pt x="508360" y="67943"/>
                    <a:pt x="510469" y="70312"/>
                  </a:cubicBezTo>
                  <a:cubicBezTo>
                    <a:pt x="512591" y="72669"/>
                    <a:pt x="515521" y="73854"/>
                    <a:pt x="519271" y="73854"/>
                  </a:cubicBezTo>
                  <a:cubicBezTo>
                    <a:pt x="523021" y="73854"/>
                    <a:pt x="526016" y="72669"/>
                    <a:pt x="528230" y="70312"/>
                  </a:cubicBezTo>
                  <a:cubicBezTo>
                    <a:pt x="530456" y="67943"/>
                    <a:pt x="532123" y="65065"/>
                    <a:pt x="533230" y="61667"/>
                  </a:cubicBezTo>
                  <a:cubicBezTo>
                    <a:pt x="534414" y="58190"/>
                    <a:pt x="535183" y="54557"/>
                    <a:pt x="535521" y="50781"/>
                  </a:cubicBezTo>
                  <a:cubicBezTo>
                    <a:pt x="535873" y="46992"/>
                    <a:pt x="536042" y="43645"/>
                    <a:pt x="536042" y="40729"/>
                  </a:cubicBezTo>
                  <a:cubicBezTo>
                    <a:pt x="536042" y="37812"/>
                    <a:pt x="535873" y="34427"/>
                    <a:pt x="535521" y="30573"/>
                  </a:cubicBezTo>
                  <a:cubicBezTo>
                    <a:pt x="535183" y="26718"/>
                    <a:pt x="534414" y="23047"/>
                    <a:pt x="533230" y="19583"/>
                  </a:cubicBezTo>
                  <a:cubicBezTo>
                    <a:pt x="532123" y="16172"/>
                    <a:pt x="530456" y="13255"/>
                    <a:pt x="528230" y="10833"/>
                  </a:cubicBezTo>
                  <a:cubicBezTo>
                    <a:pt x="526016" y="8398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8"/>
                    <a:pt x="289115" y="10833"/>
                  </a:cubicBezTo>
                  <a:cubicBezTo>
                    <a:pt x="287005" y="13255"/>
                    <a:pt x="285417" y="16172"/>
                    <a:pt x="284375" y="19583"/>
                  </a:cubicBezTo>
                  <a:cubicBezTo>
                    <a:pt x="283268" y="23047"/>
                    <a:pt x="282591" y="26718"/>
                    <a:pt x="282344" y="30573"/>
                  </a:cubicBezTo>
                  <a:cubicBezTo>
                    <a:pt x="282110" y="34427"/>
                    <a:pt x="281979" y="37812"/>
                    <a:pt x="281979" y="40729"/>
                  </a:cubicBezTo>
                  <a:cubicBezTo>
                    <a:pt x="281979" y="43645"/>
                    <a:pt x="282110" y="46992"/>
                    <a:pt x="282344" y="50781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7005" y="67943"/>
                    <a:pt x="289115" y="70312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62" y="72669"/>
                    <a:pt x="306875" y="70312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28" y="54557"/>
                    <a:pt x="314167" y="50781"/>
                  </a:cubicBezTo>
                  <a:cubicBezTo>
                    <a:pt x="314519" y="46992"/>
                    <a:pt x="314688" y="43645"/>
                    <a:pt x="314688" y="40729"/>
                  </a:cubicBezTo>
                  <a:cubicBezTo>
                    <a:pt x="314688" y="37812"/>
                    <a:pt x="314519" y="34427"/>
                    <a:pt x="314167" y="30573"/>
                  </a:cubicBezTo>
                  <a:cubicBezTo>
                    <a:pt x="313828" y="26718"/>
                    <a:pt x="313060" y="23047"/>
                    <a:pt x="311875" y="19583"/>
                  </a:cubicBezTo>
                  <a:cubicBezTo>
                    <a:pt x="310768" y="16172"/>
                    <a:pt x="309102" y="13255"/>
                    <a:pt x="306875" y="10833"/>
                  </a:cubicBezTo>
                  <a:cubicBezTo>
                    <a:pt x="304662" y="8398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8"/>
                    <a:pt x="80781" y="10833"/>
                  </a:cubicBezTo>
                  <a:cubicBezTo>
                    <a:pt x="78672" y="13255"/>
                    <a:pt x="77084" y="16172"/>
                    <a:pt x="76042" y="19583"/>
                  </a:cubicBezTo>
                  <a:cubicBezTo>
                    <a:pt x="74935" y="23047"/>
                    <a:pt x="74258" y="26718"/>
                    <a:pt x="74011" y="30573"/>
                  </a:cubicBezTo>
                  <a:cubicBezTo>
                    <a:pt x="73776" y="34427"/>
                    <a:pt x="73646" y="37812"/>
                    <a:pt x="73646" y="40729"/>
                  </a:cubicBezTo>
                  <a:cubicBezTo>
                    <a:pt x="73646" y="43645"/>
                    <a:pt x="73776" y="46992"/>
                    <a:pt x="74011" y="50781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2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2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1"/>
                  </a:cubicBezTo>
                  <a:cubicBezTo>
                    <a:pt x="106185" y="46992"/>
                    <a:pt x="106354" y="43645"/>
                    <a:pt x="106354" y="40729"/>
                  </a:cubicBezTo>
                  <a:cubicBezTo>
                    <a:pt x="106354" y="37812"/>
                    <a:pt x="106185" y="34427"/>
                    <a:pt x="105833" y="30573"/>
                  </a:cubicBezTo>
                  <a:cubicBezTo>
                    <a:pt x="105495" y="26718"/>
                    <a:pt x="104727" y="23047"/>
                    <a:pt x="103542" y="19583"/>
                  </a:cubicBezTo>
                  <a:cubicBezTo>
                    <a:pt x="102435" y="16172"/>
                    <a:pt x="100768" y="13255"/>
                    <a:pt x="98542" y="10833"/>
                  </a:cubicBezTo>
                  <a:cubicBezTo>
                    <a:pt x="96328" y="8398"/>
                    <a:pt x="93333" y="7188"/>
                    <a:pt x="89583" y="7188"/>
                  </a:cubicBezTo>
                  <a:close/>
                  <a:moveTo>
                    <a:pt x="364063" y="1458"/>
                  </a:moveTo>
                  <a:cubicBezTo>
                    <a:pt x="370391" y="1458"/>
                    <a:pt x="375521" y="3242"/>
                    <a:pt x="379480" y="6823"/>
                  </a:cubicBezTo>
                  <a:cubicBezTo>
                    <a:pt x="383438" y="10390"/>
                    <a:pt x="385769" y="15208"/>
                    <a:pt x="386459" y="21250"/>
                  </a:cubicBezTo>
                  <a:lnTo>
                    <a:pt x="378229" y="21250"/>
                  </a:lnTo>
                  <a:cubicBezTo>
                    <a:pt x="378021" y="17356"/>
                    <a:pt x="376563" y="14245"/>
                    <a:pt x="373854" y="11927"/>
                  </a:cubicBezTo>
                  <a:cubicBezTo>
                    <a:pt x="371146" y="9596"/>
                    <a:pt x="367917" y="8437"/>
                    <a:pt x="364167" y="8437"/>
                  </a:cubicBezTo>
                  <a:cubicBezTo>
                    <a:pt x="360495" y="8437"/>
                    <a:pt x="357435" y="9583"/>
                    <a:pt x="355000" y="11875"/>
                  </a:cubicBezTo>
                  <a:cubicBezTo>
                    <a:pt x="352578" y="14166"/>
                    <a:pt x="350625" y="17044"/>
                    <a:pt x="349167" y="20521"/>
                  </a:cubicBezTo>
                  <a:cubicBezTo>
                    <a:pt x="347709" y="23919"/>
                    <a:pt x="346693" y="27630"/>
                    <a:pt x="346094" y="31666"/>
                  </a:cubicBezTo>
                  <a:cubicBezTo>
                    <a:pt x="345508" y="35690"/>
                    <a:pt x="345209" y="39440"/>
                    <a:pt x="345209" y="42917"/>
                  </a:cubicBezTo>
                  <a:cubicBezTo>
                    <a:pt x="346745" y="38464"/>
                    <a:pt x="349310" y="35156"/>
                    <a:pt x="352917" y="32969"/>
                  </a:cubicBezTo>
                  <a:cubicBezTo>
                    <a:pt x="356537" y="30781"/>
                    <a:pt x="360664" y="29687"/>
                    <a:pt x="365313" y="29687"/>
                  </a:cubicBezTo>
                  <a:cubicBezTo>
                    <a:pt x="372188" y="29687"/>
                    <a:pt x="377631" y="32005"/>
                    <a:pt x="381615" y="36667"/>
                  </a:cubicBezTo>
                  <a:cubicBezTo>
                    <a:pt x="385612" y="41315"/>
                    <a:pt x="387604" y="47500"/>
                    <a:pt x="387604" y="55208"/>
                  </a:cubicBezTo>
                  <a:cubicBezTo>
                    <a:pt x="387604" y="58815"/>
                    <a:pt x="387071" y="62187"/>
                    <a:pt x="385990" y="65312"/>
                  </a:cubicBezTo>
                  <a:cubicBezTo>
                    <a:pt x="384922" y="68438"/>
                    <a:pt x="383334" y="71172"/>
                    <a:pt x="381250" y="73541"/>
                  </a:cubicBezTo>
                  <a:cubicBezTo>
                    <a:pt x="379245" y="75833"/>
                    <a:pt x="376771" y="77630"/>
                    <a:pt x="373854" y="78958"/>
                  </a:cubicBezTo>
                  <a:cubicBezTo>
                    <a:pt x="370938" y="80274"/>
                    <a:pt x="367643" y="80937"/>
                    <a:pt x="363959" y="80937"/>
                  </a:cubicBezTo>
                  <a:cubicBezTo>
                    <a:pt x="358203" y="80937"/>
                    <a:pt x="353321" y="79427"/>
                    <a:pt x="349323" y="76406"/>
                  </a:cubicBezTo>
                  <a:cubicBezTo>
                    <a:pt x="345339" y="73386"/>
                    <a:pt x="342539" y="69544"/>
                    <a:pt x="340938" y="64896"/>
                  </a:cubicBezTo>
                  <a:cubicBezTo>
                    <a:pt x="339896" y="62044"/>
                    <a:pt x="339154" y="58971"/>
                    <a:pt x="338698" y="55677"/>
                  </a:cubicBezTo>
                  <a:cubicBezTo>
                    <a:pt x="338256" y="52370"/>
                    <a:pt x="338021" y="48333"/>
                    <a:pt x="338021" y="43541"/>
                  </a:cubicBezTo>
                  <a:cubicBezTo>
                    <a:pt x="338021" y="36588"/>
                    <a:pt x="338672" y="30495"/>
                    <a:pt x="339948" y="25260"/>
                  </a:cubicBezTo>
                  <a:cubicBezTo>
                    <a:pt x="341237" y="20013"/>
                    <a:pt x="343060" y="15625"/>
                    <a:pt x="345417" y="12083"/>
                  </a:cubicBezTo>
                  <a:cubicBezTo>
                    <a:pt x="347709" y="8607"/>
                    <a:pt x="350456" y="5963"/>
                    <a:pt x="353646" y="4166"/>
                  </a:cubicBezTo>
                  <a:cubicBezTo>
                    <a:pt x="356849" y="2357"/>
                    <a:pt x="360313" y="1458"/>
                    <a:pt x="364063" y="1458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2"/>
                  </a:cubicBezTo>
                  <a:cubicBezTo>
                    <a:pt x="464427" y="3346"/>
                    <a:pt x="466914" y="4583"/>
                    <a:pt x="469063" y="6250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69"/>
                    <a:pt x="476042" y="18229"/>
                    <a:pt x="476042" y="21771"/>
                  </a:cubicBezTo>
                  <a:cubicBezTo>
                    <a:pt x="476042" y="26145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2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3"/>
                  </a:cubicBezTo>
                  <a:cubicBezTo>
                    <a:pt x="467539" y="77565"/>
                    <a:pt x="464831" y="78854"/>
                    <a:pt x="461771" y="79687"/>
                  </a:cubicBezTo>
                  <a:cubicBezTo>
                    <a:pt x="458724" y="80521"/>
                    <a:pt x="455599" y="80937"/>
                    <a:pt x="452396" y="80937"/>
                  </a:cubicBezTo>
                  <a:cubicBezTo>
                    <a:pt x="444896" y="80937"/>
                    <a:pt x="438985" y="78958"/>
                    <a:pt x="434636" y="75000"/>
                  </a:cubicBezTo>
                  <a:cubicBezTo>
                    <a:pt x="430300" y="71041"/>
                    <a:pt x="428060" y="65546"/>
                    <a:pt x="427917" y="58542"/>
                  </a:cubicBezTo>
                  <a:lnTo>
                    <a:pt x="436146" y="58542"/>
                  </a:lnTo>
                  <a:cubicBezTo>
                    <a:pt x="436641" y="63541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5"/>
                    <a:pt x="464896" y="69687"/>
                  </a:cubicBezTo>
                  <a:cubicBezTo>
                    <a:pt x="467891" y="66979"/>
                    <a:pt x="469375" y="63125"/>
                    <a:pt x="469375" y="58124"/>
                  </a:cubicBezTo>
                  <a:cubicBezTo>
                    <a:pt x="469375" y="55546"/>
                    <a:pt x="468894" y="53347"/>
                    <a:pt x="467917" y="51510"/>
                  </a:cubicBezTo>
                  <a:cubicBezTo>
                    <a:pt x="466953" y="49661"/>
                    <a:pt x="465664" y="48151"/>
                    <a:pt x="464063" y="46979"/>
                  </a:cubicBezTo>
                  <a:cubicBezTo>
                    <a:pt x="462396" y="45794"/>
                    <a:pt x="460547" y="44922"/>
                    <a:pt x="458490" y="44375"/>
                  </a:cubicBezTo>
                  <a:cubicBezTo>
                    <a:pt x="456446" y="43815"/>
                    <a:pt x="454349" y="43463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2"/>
                    <a:pt x="446563" y="43073"/>
                  </a:cubicBezTo>
                  <a:cubicBezTo>
                    <a:pt x="446433" y="42890"/>
                    <a:pt x="446355" y="42421"/>
                    <a:pt x="446355" y="41666"/>
                  </a:cubicBezTo>
                  <a:lnTo>
                    <a:pt x="446355" y="37812"/>
                  </a:lnTo>
                  <a:cubicBezTo>
                    <a:pt x="446355" y="36979"/>
                    <a:pt x="446433" y="36419"/>
                    <a:pt x="446563" y="36145"/>
                  </a:cubicBezTo>
                  <a:cubicBezTo>
                    <a:pt x="446706" y="35859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8"/>
                    <a:pt x="457552" y="34948"/>
                  </a:cubicBezTo>
                  <a:cubicBezTo>
                    <a:pt x="459532" y="34427"/>
                    <a:pt x="461250" y="33606"/>
                    <a:pt x="462709" y="32500"/>
                  </a:cubicBezTo>
                  <a:cubicBezTo>
                    <a:pt x="464245" y="31458"/>
                    <a:pt x="465456" y="30078"/>
                    <a:pt x="466355" y="28385"/>
                  </a:cubicBezTo>
                  <a:cubicBezTo>
                    <a:pt x="467266" y="26679"/>
                    <a:pt x="467709" y="24609"/>
                    <a:pt x="467709" y="22187"/>
                  </a:cubicBezTo>
                  <a:cubicBezTo>
                    <a:pt x="467709" y="17812"/>
                    <a:pt x="466276" y="14440"/>
                    <a:pt x="463386" y="12083"/>
                  </a:cubicBezTo>
                  <a:cubicBezTo>
                    <a:pt x="460508" y="9714"/>
                    <a:pt x="456875" y="8541"/>
                    <a:pt x="452500" y="8541"/>
                  </a:cubicBezTo>
                  <a:cubicBezTo>
                    <a:pt x="447995" y="8541"/>
                    <a:pt x="444427" y="9714"/>
                    <a:pt x="441823" y="12083"/>
                  </a:cubicBezTo>
                  <a:cubicBezTo>
                    <a:pt x="439219" y="14440"/>
                    <a:pt x="437709" y="17838"/>
                    <a:pt x="437292" y="22291"/>
                  </a:cubicBezTo>
                  <a:lnTo>
                    <a:pt x="428959" y="22291"/>
                  </a:lnTo>
                  <a:cubicBezTo>
                    <a:pt x="429037" y="15833"/>
                    <a:pt x="431250" y="10729"/>
                    <a:pt x="435625" y="6979"/>
                  </a:cubicBezTo>
                  <a:cubicBezTo>
                    <a:pt x="440000" y="3229"/>
                    <a:pt x="445730" y="1354"/>
                    <a:pt x="452813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2"/>
                  </a:cubicBezTo>
                  <a:cubicBezTo>
                    <a:pt x="217031" y="3346"/>
                    <a:pt x="219518" y="4583"/>
                    <a:pt x="221667" y="6250"/>
                  </a:cubicBezTo>
                  <a:cubicBezTo>
                    <a:pt x="223750" y="7917"/>
                    <a:pt x="225443" y="10026"/>
                    <a:pt x="226719" y="12604"/>
                  </a:cubicBezTo>
                  <a:cubicBezTo>
                    <a:pt x="228008" y="15169"/>
                    <a:pt x="228646" y="18229"/>
                    <a:pt x="228646" y="21771"/>
                  </a:cubicBezTo>
                  <a:cubicBezTo>
                    <a:pt x="228646" y="26145"/>
                    <a:pt x="227227" y="30026"/>
                    <a:pt x="224375" y="33437"/>
                  </a:cubicBezTo>
                  <a:cubicBezTo>
                    <a:pt x="221537" y="36836"/>
                    <a:pt x="217813" y="38958"/>
                    <a:pt x="213229" y="39792"/>
                  </a:cubicBezTo>
                  <a:cubicBezTo>
                    <a:pt x="218307" y="40482"/>
                    <a:pt x="222422" y="42617"/>
                    <a:pt x="225573" y="46198"/>
                  </a:cubicBezTo>
                  <a:cubicBezTo>
                    <a:pt x="228737" y="49766"/>
                    <a:pt x="230313" y="54063"/>
                    <a:pt x="230313" y="59062"/>
                  </a:cubicBezTo>
                  <a:cubicBezTo>
                    <a:pt x="230313" y="62943"/>
                    <a:pt x="229610" y="66263"/>
                    <a:pt x="228177" y="69010"/>
                  </a:cubicBezTo>
                  <a:cubicBezTo>
                    <a:pt x="226758" y="71745"/>
                    <a:pt x="224870" y="74023"/>
                    <a:pt x="222500" y="75833"/>
                  </a:cubicBezTo>
                  <a:cubicBezTo>
                    <a:pt x="220144" y="77565"/>
                    <a:pt x="217435" y="78854"/>
                    <a:pt x="214375" y="79687"/>
                  </a:cubicBezTo>
                  <a:cubicBezTo>
                    <a:pt x="211328" y="80521"/>
                    <a:pt x="208203" y="80937"/>
                    <a:pt x="205000" y="80937"/>
                  </a:cubicBezTo>
                  <a:cubicBezTo>
                    <a:pt x="197500" y="80937"/>
                    <a:pt x="191589" y="78958"/>
                    <a:pt x="187240" y="75000"/>
                  </a:cubicBezTo>
                  <a:cubicBezTo>
                    <a:pt x="182904" y="71041"/>
                    <a:pt x="180664" y="65546"/>
                    <a:pt x="180521" y="58542"/>
                  </a:cubicBezTo>
                  <a:lnTo>
                    <a:pt x="188750" y="58542"/>
                  </a:lnTo>
                  <a:cubicBezTo>
                    <a:pt x="189245" y="63541"/>
                    <a:pt x="190886" y="67318"/>
                    <a:pt x="193698" y="69896"/>
                  </a:cubicBezTo>
                  <a:cubicBezTo>
                    <a:pt x="196511" y="72461"/>
                    <a:pt x="200391" y="73750"/>
                    <a:pt x="205313" y="73750"/>
                  </a:cubicBezTo>
                  <a:cubicBezTo>
                    <a:pt x="210456" y="73750"/>
                    <a:pt x="214518" y="72395"/>
                    <a:pt x="217500" y="69687"/>
                  </a:cubicBezTo>
                  <a:cubicBezTo>
                    <a:pt x="220495" y="66979"/>
                    <a:pt x="221979" y="63125"/>
                    <a:pt x="221979" y="58124"/>
                  </a:cubicBezTo>
                  <a:cubicBezTo>
                    <a:pt x="221979" y="55546"/>
                    <a:pt x="221498" y="53347"/>
                    <a:pt x="220521" y="51510"/>
                  </a:cubicBezTo>
                  <a:cubicBezTo>
                    <a:pt x="219557" y="49661"/>
                    <a:pt x="218268" y="48151"/>
                    <a:pt x="216667" y="46979"/>
                  </a:cubicBezTo>
                  <a:cubicBezTo>
                    <a:pt x="215000" y="45794"/>
                    <a:pt x="213151" y="44922"/>
                    <a:pt x="211094" y="44375"/>
                  </a:cubicBezTo>
                  <a:cubicBezTo>
                    <a:pt x="209050" y="43815"/>
                    <a:pt x="206953" y="43463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2"/>
                    <a:pt x="199167" y="43073"/>
                  </a:cubicBezTo>
                  <a:cubicBezTo>
                    <a:pt x="199037" y="42890"/>
                    <a:pt x="198959" y="42421"/>
                    <a:pt x="198959" y="41666"/>
                  </a:cubicBezTo>
                  <a:lnTo>
                    <a:pt x="198959" y="37812"/>
                  </a:lnTo>
                  <a:cubicBezTo>
                    <a:pt x="198959" y="36979"/>
                    <a:pt x="199037" y="36419"/>
                    <a:pt x="199167" y="36145"/>
                  </a:cubicBezTo>
                  <a:cubicBezTo>
                    <a:pt x="199310" y="35859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8"/>
                    <a:pt x="210156" y="34948"/>
                  </a:cubicBezTo>
                  <a:cubicBezTo>
                    <a:pt x="212136" y="34427"/>
                    <a:pt x="213854" y="33606"/>
                    <a:pt x="215313" y="32500"/>
                  </a:cubicBezTo>
                  <a:cubicBezTo>
                    <a:pt x="216849" y="31458"/>
                    <a:pt x="218060" y="30078"/>
                    <a:pt x="218959" y="28385"/>
                  </a:cubicBezTo>
                  <a:cubicBezTo>
                    <a:pt x="219870" y="26679"/>
                    <a:pt x="220313" y="24609"/>
                    <a:pt x="220313" y="22187"/>
                  </a:cubicBezTo>
                  <a:cubicBezTo>
                    <a:pt x="220313" y="17812"/>
                    <a:pt x="218880" y="14440"/>
                    <a:pt x="215990" y="12083"/>
                  </a:cubicBezTo>
                  <a:cubicBezTo>
                    <a:pt x="213112" y="9714"/>
                    <a:pt x="209479" y="8541"/>
                    <a:pt x="205104" y="8541"/>
                  </a:cubicBezTo>
                  <a:cubicBezTo>
                    <a:pt x="200599" y="8541"/>
                    <a:pt x="197031" y="9714"/>
                    <a:pt x="194427" y="12083"/>
                  </a:cubicBezTo>
                  <a:cubicBezTo>
                    <a:pt x="191823" y="14440"/>
                    <a:pt x="190313" y="17838"/>
                    <a:pt x="189896" y="22291"/>
                  </a:cubicBezTo>
                  <a:lnTo>
                    <a:pt x="181563" y="22291"/>
                  </a:lnTo>
                  <a:cubicBezTo>
                    <a:pt x="181641" y="15833"/>
                    <a:pt x="183854" y="10729"/>
                    <a:pt x="188229" y="6979"/>
                  </a:cubicBezTo>
                  <a:cubicBezTo>
                    <a:pt x="192604" y="3229"/>
                    <a:pt x="198334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8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8"/>
                    <a:pt x="161341" y="30520"/>
                    <a:pt x="158594" y="35313"/>
                  </a:cubicBezTo>
                  <a:cubicBezTo>
                    <a:pt x="155859" y="40104"/>
                    <a:pt x="152578" y="44752"/>
                    <a:pt x="148750" y="49270"/>
                  </a:cubicBezTo>
                  <a:cubicBezTo>
                    <a:pt x="144935" y="53776"/>
                    <a:pt x="140977" y="58020"/>
                    <a:pt x="136875" y="61979"/>
                  </a:cubicBezTo>
                  <a:cubicBezTo>
                    <a:pt x="132787" y="65937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2"/>
                    <a:pt x="117448" y="78854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4"/>
                  </a:lnTo>
                  <a:cubicBezTo>
                    <a:pt x="118373" y="70235"/>
                    <a:pt x="119818" y="68854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5"/>
                  </a:cubicBezTo>
                  <a:cubicBezTo>
                    <a:pt x="141289" y="45755"/>
                    <a:pt x="143203" y="43385"/>
                    <a:pt x="145000" y="40989"/>
                  </a:cubicBezTo>
                  <a:cubicBezTo>
                    <a:pt x="146810" y="38593"/>
                    <a:pt x="148373" y="36276"/>
                    <a:pt x="149688" y="34062"/>
                  </a:cubicBezTo>
                  <a:cubicBezTo>
                    <a:pt x="151081" y="31770"/>
                    <a:pt x="152175" y="29610"/>
                    <a:pt x="152969" y="27604"/>
                  </a:cubicBezTo>
                  <a:cubicBezTo>
                    <a:pt x="153776" y="25586"/>
                    <a:pt x="154167" y="23750"/>
                    <a:pt x="154167" y="22083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1"/>
                    <a:pt x="144167" y="8541"/>
                    <a:pt x="140000" y="8541"/>
                  </a:cubicBezTo>
                  <a:cubicBezTo>
                    <a:pt x="135977" y="8541"/>
                    <a:pt x="132696" y="9922"/>
                    <a:pt x="130156" y="12708"/>
                  </a:cubicBezTo>
                  <a:cubicBezTo>
                    <a:pt x="127630" y="15482"/>
                    <a:pt x="126354" y="19088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7"/>
                  </a:cubicBezTo>
                  <a:cubicBezTo>
                    <a:pt x="120599" y="11679"/>
                    <a:pt x="122162" y="9336"/>
                    <a:pt x="124167" y="7396"/>
                  </a:cubicBezTo>
                  <a:cubicBezTo>
                    <a:pt x="126185" y="5443"/>
                    <a:pt x="128568" y="3958"/>
                    <a:pt x="131302" y="2917"/>
                  </a:cubicBezTo>
                  <a:cubicBezTo>
                    <a:pt x="134050" y="1875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8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8"/>
                    <a:pt x="44154" y="30520"/>
                    <a:pt x="41406" y="35313"/>
                  </a:cubicBezTo>
                  <a:cubicBezTo>
                    <a:pt x="38672" y="40104"/>
                    <a:pt x="35391" y="44752"/>
                    <a:pt x="31563" y="49270"/>
                  </a:cubicBezTo>
                  <a:cubicBezTo>
                    <a:pt x="27748" y="53776"/>
                    <a:pt x="23789" y="58020"/>
                    <a:pt x="19688" y="61979"/>
                  </a:cubicBezTo>
                  <a:cubicBezTo>
                    <a:pt x="15599" y="65937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2"/>
                    <a:pt x="260" y="78854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4"/>
                  </a:lnTo>
                  <a:cubicBezTo>
                    <a:pt x="1185" y="70235"/>
                    <a:pt x="2630" y="68854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5"/>
                  </a:cubicBezTo>
                  <a:cubicBezTo>
                    <a:pt x="24102" y="45755"/>
                    <a:pt x="26016" y="43385"/>
                    <a:pt x="27813" y="40989"/>
                  </a:cubicBezTo>
                  <a:cubicBezTo>
                    <a:pt x="29623" y="38593"/>
                    <a:pt x="31185" y="36276"/>
                    <a:pt x="32500" y="34062"/>
                  </a:cubicBezTo>
                  <a:cubicBezTo>
                    <a:pt x="33893" y="31770"/>
                    <a:pt x="34987" y="29610"/>
                    <a:pt x="35781" y="27604"/>
                  </a:cubicBezTo>
                  <a:cubicBezTo>
                    <a:pt x="36589" y="25586"/>
                    <a:pt x="36979" y="23750"/>
                    <a:pt x="36979" y="22083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1"/>
                    <a:pt x="26979" y="8541"/>
                    <a:pt x="22813" y="8541"/>
                  </a:cubicBezTo>
                  <a:cubicBezTo>
                    <a:pt x="18789" y="8541"/>
                    <a:pt x="15508" y="9922"/>
                    <a:pt x="12969" y="12708"/>
                  </a:cubicBezTo>
                  <a:cubicBezTo>
                    <a:pt x="10443" y="15482"/>
                    <a:pt x="9167" y="19088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7"/>
                  </a:cubicBezTo>
                  <a:cubicBezTo>
                    <a:pt x="3412" y="11679"/>
                    <a:pt x="4974" y="9336"/>
                    <a:pt x="6979" y="7396"/>
                  </a:cubicBezTo>
                  <a:cubicBezTo>
                    <a:pt x="8998" y="5443"/>
                    <a:pt x="11380" y="3958"/>
                    <a:pt x="14115" y="2917"/>
                  </a:cubicBezTo>
                  <a:cubicBezTo>
                    <a:pt x="16862" y="1875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80" y="0"/>
                    <a:pt x="528737" y="1211"/>
                    <a:pt x="532032" y="3646"/>
                  </a:cubicBezTo>
                  <a:cubicBezTo>
                    <a:pt x="535339" y="6067"/>
                    <a:pt x="537917" y="9193"/>
                    <a:pt x="539792" y="13021"/>
                  </a:cubicBezTo>
                  <a:cubicBezTo>
                    <a:pt x="541667" y="16901"/>
                    <a:pt x="542956" y="21276"/>
                    <a:pt x="543646" y="26145"/>
                  </a:cubicBezTo>
                  <a:cubicBezTo>
                    <a:pt x="544349" y="31003"/>
                    <a:pt x="544688" y="35859"/>
                    <a:pt x="544688" y="40729"/>
                  </a:cubicBezTo>
                  <a:cubicBezTo>
                    <a:pt x="544688" y="45651"/>
                    <a:pt x="544349" y="50521"/>
                    <a:pt x="543646" y="55313"/>
                  </a:cubicBezTo>
                  <a:cubicBezTo>
                    <a:pt x="542956" y="60104"/>
                    <a:pt x="541667" y="64440"/>
                    <a:pt x="539792" y="68334"/>
                  </a:cubicBezTo>
                  <a:cubicBezTo>
                    <a:pt x="537917" y="72148"/>
                    <a:pt x="535339" y="75234"/>
                    <a:pt x="532032" y="77604"/>
                  </a:cubicBezTo>
                  <a:cubicBezTo>
                    <a:pt x="528737" y="79960"/>
                    <a:pt x="524480" y="81145"/>
                    <a:pt x="519271" y="81145"/>
                  </a:cubicBezTo>
                  <a:cubicBezTo>
                    <a:pt x="514141" y="81145"/>
                    <a:pt x="509948" y="79960"/>
                    <a:pt x="506719" y="77604"/>
                  </a:cubicBezTo>
                  <a:cubicBezTo>
                    <a:pt x="503490" y="75234"/>
                    <a:pt x="501016" y="72148"/>
                    <a:pt x="499271" y="68334"/>
                  </a:cubicBezTo>
                  <a:cubicBezTo>
                    <a:pt x="497474" y="64440"/>
                    <a:pt x="496250" y="60104"/>
                    <a:pt x="495625" y="55313"/>
                  </a:cubicBezTo>
                  <a:cubicBezTo>
                    <a:pt x="495000" y="50521"/>
                    <a:pt x="494688" y="45651"/>
                    <a:pt x="494688" y="40729"/>
                  </a:cubicBezTo>
                  <a:cubicBezTo>
                    <a:pt x="494688" y="35859"/>
                    <a:pt x="495000" y="31003"/>
                    <a:pt x="495625" y="26145"/>
                  </a:cubicBezTo>
                  <a:cubicBezTo>
                    <a:pt x="496250" y="21276"/>
                    <a:pt x="497474" y="16901"/>
                    <a:pt x="499271" y="13021"/>
                  </a:cubicBezTo>
                  <a:cubicBezTo>
                    <a:pt x="501016" y="9193"/>
                    <a:pt x="503490" y="6067"/>
                    <a:pt x="506719" y="3646"/>
                  </a:cubicBezTo>
                  <a:cubicBezTo>
                    <a:pt x="509948" y="1211"/>
                    <a:pt x="514141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67"/>
                    <a:pt x="316563" y="9193"/>
                    <a:pt x="318438" y="13021"/>
                  </a:cubicBezTo>
                  <a:cubicBezTo>
                    <a:pt x="320313" y="16901"/>
                    <a:pt x="321602" y="21276"/>
                    <a:pt x="322292" y="26145"/>
                  </a:cubicBezTo>
                  <a:cubicBezTo>
                    <a:pt x="322995" y="31003"/>
                    <a:pt x="323334" y="35859"/>
                    <a:pt x="323334" y="40729"/>
                  </a:cubicBezTo>
                  <a:cubicBezTo>
                    <a:pt x="323334" y="45651"/>
                    <a:pt x="322995" y="50521"/>
                    <a:pt x="322292" y="55313"/>
                  </a:cubicBezTo>
                  <a:cubicBezTo>
                    <a:pt x="321602" y="60104"/>
                    <a:pt x="320313" y="64440"/>
                    <a:pt x="318438" y="68334"/>
                  </a:cubicBezTo>
                  <a:cubicBezTo>
                    <a:pt x="316563" y="72148"/>
                    <a:pt x="313985" y="75234"/>
                    <a:pt x="310677" y="77604"/>
                  </a:cubicBezTo>
                  <a:cubicBezTo>
                    <a:pt x="307383" y="79960"/>
                    <a:pt x="303125" y="81145"/>
                    <a:pt x="297917" y="81145"/>
                  </a:cubicBezTo>
                  <a:cubicBezTo>
                    <a:pt x="292787" y="81145"/>
                    <a:pt x="288594" y="79960"/>
                    <a:pt x="285365" y="77604"/>
                  </a:cubicBezTo>
                  <a:cubicBezTo>
                    <a:pt x="282136" y="75234"/>
                    <a:pt x="279662" y="72148"/>
                    <a:pt x="277917" y="68334"/>
                  </a:cubicBezTo>
                  <a:cubicBezTo>
                    <a:pt x="276120" y="64440"/>
                    <a:pt x="274896" y="60104"/>
                    <a:pt x="274271" y="55313"/>
                  </a:cubicBezTo>
                  <a:cubicBezTo>
                    <a:pt x="273646" y="50521"/>
                    <a:pt x="273334" y="45651"/>
                    <a:pt x="273334" y="40729"/>
                  </a:cubicBezTo>
                  <a:cubicBezTo>
                    <a:pt x="273334" y="35859"/>
                    <a:pt x="273646" y="31003"/>
                    <a:pt x="274271" y="26145"/>
                  </a:cubicBezTo>
                  <a:cubicBezTo>
                    <a:pt x="274896" y="21276"/>
                    <a:pt x="276120" y="16901"/>
                    <a:pt x="277917" y="13021"/>
                  </a:cubicBezTo>
                  <a:cubicBezTo>
                    <a:pt x="279662" y="9193"/>
                    <a:pt x="282136" y="6067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7"/>
                    <a:pt x="108229" y="9193"/>
                    <a:pt x="110104" y="13021"/>
                  </a:cubicBezTo>
                  <a:cubicBezTo>
                    <a:pt x="111979" y="16901"/>
                    <a:pt x="113268" y="21276"/>
                    <a:pt x="113959" y="26145"/>
                  </a:cubicBezTo>
                  <a:cubicBezTo>
                    <a:pt x="114662" y="31003"/>
                    <a:pt x="115000" y="35859"/>
                    <a:pt x="115000" y="40729"/>
                  </a:cubicBezTo>
                  <a:cubicBezTo>
                    <a:pt x="115000" y="45651"/>
                    <a:pt x="114662" y="50521"/>
                    <a:pt x="113959" y="55313"/>
                  </a:cubicBezTo>
                  <a:cubicBezTo>
                    <a:pt x="113268" y="60104"/>
                    <a:pt x="111979" y="64440"/>
                    <a:pt x="110104" y="68334"/>
                  </a:cubicBezTo>
                  <a:cubicBezTo>
                    <a:pt x="108229" y="72148"/>
                    <a:pt x="105651" y="75234"/>
                    <a:pt x="102344" y="77604"/>
                  </a:cubicBezTo>
                  <a:cubicBezTo>
                    <a:pt x="99050" y="79960"/>
                    <a:pt x="94792" y="81145"/>
                    <a:pt x="89583" y="81145"/>
                  </a:cubicBezTo>
                  <a:cubicBezTo>
                    <a:pt x="84453" y="81145"/>
                    <a:pt x="80260" y="79960"/>
                    <a:pt x="77031" y="77604"/>
                  </a:cubicBezTo>
                  <a:cubicBezTo>
                    <a:pt x="73802" y="75234"/>
                    <a:pt x="71328" y="72148"/>
                    <a:pt x="69583" y="68334"/>
                  </a:cubicBezTo>
                  <a:cubicBezTo>
                    <a:pt x="67787" y="64440"/>
                    <a:pt x="66563" y="60104"/>
                    <a:pt x="65938" y="55313"/>
                  </a:cubicBezTo>
                  <a:cubicBezTo>
                    <a:pt x="65313" y="50521"/>
                    <a:pt x="65000" y="45651"/>
                    <a:pt x="65000" y="40729"/>
                  </a:cubicBezTo>
                  <a:cubicBezTo>
                    <a:pt x="65000" y="35859"/>
                    <a:pt x="65313" y="31003"/>
                    <a:pt x="65938" y="26145"/>
                  </a:cubicBezTo>
                  <a:cubicBezTo>
                    <a:pt x="66563" y="21276"/>
                    <a:pt x="67787" y="16901"/>
                    <a:pt x="69583" y="13021"/>
                  </a:cubicBezTo>
                  <a:cubicBezTo>
                    <a:pt x="71328" y="9193"/>
                    <a:pt x="73802" y="6067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5" name="TextBox 704">
              <a:extLst>
                <a:ext uri="{FF2B5EF4-FFF2-40B4-BE49-F238E27FC236}">
                  <a16:creationId xmlns:a16="http://schemas.microsoft.com/office/drawing/2014/main" id="{7243F63A-0088-4E08-B93A-596A7E07E5F9}"/>
                </a:ext>
              </a:extLst>
            </p:cNvPr>
            <p:cNvSpPr txBox="1"/>
            <p:nvPr/>
          </p:nvSpPr>
          <p:spPr>
            <a:xfrm>
              <a:off x="2970659" y="6901453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2023.06.30</a:t>
              </a:r>
            </a:p>
          </p:txBody>
        </p:sp>
        <p:grpSp>
          <p:nvGrpSpPr>
            <p:cNvPr id="706" name="그래픽 5">
              <a:extLst>
                <a:ext uri="{FF2B5EF4-FFF2-40B4-BE49-F238E27FC236}">
                  <a16:creationId xmlns:a16="http://schemas.microsoft.com/office/drawing/2014/main" id="{C1021E2C-1CA2-460D-8970-9FAEA422DFD2}"/>
                </a:ext>
              </a:extLst>
            </p:cNvPr>
            <p:cNvGrpSpPr/>
            <p:nvPr/>
          </p:nvGrpSpPr>
          <p:grpSpPr>
            <a:xfrm>
              <a:off x="3963376" y="6875806"/>
              <a:ext cx="611562" cy="95689"/>
              <a:chOff x="3963376" y="6875806"/>
              <a:chExt cx="611562" cy="95689"/>
            </a:xfrm>
          </p:grpSpPr>
          <p:sp>
            <p:nvSpPr>
              <p:cNvPr id="707" name="자유형: 도형 706">
                <a:extLst>
                  <a:ext uri="{FF2B5EF4-FFF2-40B4-BE49-F238E27FC236}">
                    <a16:creationId xmlns:a16="http://schemas.microsoft.com/office/drawing/2014/main" id="{D891DE29-FA99-4135-8B46-0305D50F0E8C}"/>
                  </a:ext>
                </a:extLst>
              </p:cNvPr>
              <p:cNvSpPr/>
              <p:nvPr/>
            </p:nvSpPr>
            <p:spPr>
              <a:xfrm>
                <a:off x="3963376" y="6875806"/>
                <a:ext cx="611562" cy="94479"/>
              </a:xfrm>
              <a:custGeom>
                <a:avLst/>
                <a:gdLst>
                  <a:gd name="connsiteX0" fmla="*/ 409896 w 611562"/>
                  <a:gd name="connsiteY0" fmla="*/ 70833 h 94479"/>
                  <a:gd name="connsiteX1" fmla="*/ 420625 w 611562"/>
                  <a:gd name="connsiteY1" fmla="*/ 70833 h 94479"/>
                  <a:gd name="connsiteX2" fmla="*/ 421510 w 611562"/>
                  <a:gd name="connsiteY2" fmla="*/ 71146 h 94479"/>
                  <a:gd name="connsiteX3" fmla="*/ 421771 w 611562"/>
                  <a:gd name="connsiteY3" fmla="*/ 72083 h 94479"/>
                  <a:gd name="connsiteX4" fmla="*/ 421771 w 611562"/>
                  <a:gd name="connsiteY4" fmla="*/ 78750 h 94479"/>
                  <a:gd name="connsiteX5" fmla="*/ 418646 w 611562"/>
                  <a:gd name="connsiteY5" fmla="*/ 90000 h 94479"/>
                  <a:gd name="connsiteX6" fmla="*/ 411042 w 611562"/>
                  <a:gd name="connsiteY6" fmla="*/ 94479 h 94479"/>
                  <a:gd name="connsiteX7" fmla="*/ 411042 w 611562"/>
                  <a:gd name="connsiteY7" fmla="*/ 90833 h 94479"/>
                  <a:gd name="connsiteX8" fmla="*/ 414531 w 611562"/>
                  <a:gd name="connsiteY8" fmla="*/ 87343 h 94479"/>
                  <a:gd name="connsiteX9" fmla="*/ 415313 w 611562"/>
                  <a:gd name="connsiteY9" fmla="*/ 81562 h 94479"/>
                  <a:gd name="connsiteX10" fmla="*/ 409896 w 611562"/>
                  <a:gd name="connsiteY10" fmla="*/ 81562 h 94479"/>
                  <a:gd name="connsiteX11" fmla="*/ 188542 w 611562"/>
                  <a:gd name="connsiteY11" fmla="*/ 70833 h 94479"/>
                  <a:gd name="connsiteX12" fmla="*/ 199271 w 611562"/>
                  <a:gd name="connsiteY12" fmla="*/ 70833 h 94479"/>
                  <a:gd name="connsiteX13" fmla="*/ 200156 w 611562"/>
                  <a:gd name="connsiteY13" fmla="*/ 71146 h 94479"/>
                  <a:gd name="connsiteX14" fmla="*/ 200417 w 611562"/>
                  <a:gd name="connsiteY14" fmla="*/ 72083 h 94479"/>
                  <a:gd name="connsiteX15" fmla="*/ 200417 w 611562"/>
                  <a:gd name="connsiteY15" fmla="*/ 78750 h 94479"/>
                  <a:gd name="connsiteX16" fmla="*/ 197291 w 611562"/>
                  <a:gd name="connsiteY16" fmla="*/ 90000 h 94479"/>
                  <a:gd name="connsiteX17" fmla="*/ 189688 w 611562"/>
                  <a:gd name="connsiteY17" fmla="*/ 94479 h 94479"/>
                  <a:gd name="connsiteX18" fmla="*/ 189688 w 611562"/>
                  <a:gd name="connsiteY18" fmla="*/ 90833 h 94479"/>
                  <a:gd name="connsiteX19" fmla="*/ 193177 w 611562"/>
                  <a:gd name="connsiteY19" fmla="*/ 87343 h 94479"/>
                  <a:gd name="connsiteX20" fmla="*/ 193958 w 611562"/>
                  <a:gd name="connsiteY20" fmla="*/ 81562 h 94479"/>
                  <a:gd name="connsiteX21" fmla="*/ 188542 w 611562"/>
                  <a:gd name="connsiteY21" fmla="*/ 81562 h 94479"/>
                  <a:gd name="connsiteX22" fmla="*/ 247604 w 611562"/>
                  <a:gd name="connsiteY22" fmla="*/ 43437 h 94479"/>
                  <a:gd name="connsiteX23" fmla="*/ 241458 w 611562"/>
                  <a:gd name="connsiteY23" fmla="*/ 44427 h 94479"/>
                  <a:gd name="connsiteX24" fmla="*/ 236146 w 611562"/>
                  <a:gd name="connsiteY24" fmla="*/ 47292 h 94479"/>
                  <a:gd name="connsiteX25" fmla="*/ 232344 w 611562"/>
                  <a:gd name="connsiteY25" fmla="*/ 52031 h 94479"/>
                  <a:gd name="connsiteX26" fmla="*/ 230938 w 611562"/>
                  <a:gd name="connsiteY26" fmla="*/ 58646 h 94479"/>
                  <a:gd name="connsiteX27" fmla="*/ 235365 w 611562"/>
                  <a:gd name="connsiteY27" fmla="*/ 69687 h 94479"/>
                  <a:gd name="connsiteX28" fmla="*/ 247604 w 611562"/>
                  <a:gd name="connsiteY28" fmla="*/ 73854 h 94479"/>
                  <a:gd name="connsiteX29" fmla="*/ 259740 w 611562"/>
                  <a:gd name="connsiteY29" fmla="*/ 69687 h 94479"/>
                  <a:gd name="connsiteX30" fmla="*/ 264271 w 611562"/>
                  <a:gd name="connsiteY30" fmla="*/ 58646 h 94479"/>
                  <a:gd name="connsiteX31" fmla="*/ 262813 w 611562"/>
                  <a:gd name="connsiteY31" fmla="*/ 52031 h 94479"/>
                  <a:gd name="connsiteX32" fmla="*/ 258958 w 611562"/>
                  <a:gd name="connsiteY32" fmla="*/ 47292 h 94479"/>
                  <a:gd name="connsiteX33" fmla="*/ 253646 w 611562"/>
                  <a:gd name="connsiteY33" fmla="*/ 44427 h 94479"/>
                  <a:gd name="connsiteX34" fmla="*/ 247604 w 611562"/>
                  <a:gd name="connsiteY34" fmla="*/ 43437 h 94479"/>
                  <a:gd name="connsiteX35" fmla="*/ 364584 w 611562"/>
                  <a:gd name="connsiteY35" fmla="*/ 8333 h 94479"/>
                  <a:gd name="connsiteX36" fmla="*/ 352552 w 611562"/>
                  <a:gd name="connsiteY36" fmla="*/ 13854 h 94479"/>
                  <a:gd name="connsiteX37" fmla="*/ 348333 w 611562"/>
                  <a:gd name="connsiteY37" fmla="*/ 27291 h 94479"/>
                  <a:gd name="connsiteX38" fmla="*/ 349323 w 611562"/>
                  <a:gd name="connsiteY38" fmla="*/ 34583 h 94479"/>
                  <a:gd name="connsiteX39" fmla="*/ 352396 w 611562"/>
                  <a:gd name="connsiteY39" fmla="*/ 40521 h 94479"/>
                  <a:gd name="connsiteX40" fmla="*/ 357396 w 611562"/>
                  <a:gd name="connsiteY40" fmla="*/ 44635 h 94479"/>
                  <a:gd name="connsiteX41" fmla="*/ 364479 w 611562"/>
                  <a:gd name="connsiteY41" fmla="*/ 46146 h 94479"/>
                  <a:gd name="connsiteX42" fmla="*/ 370885 w 611562"/>
                  <a:gd name="connsiteY42" fmla="*/ 44687 h 94479"/>
                  <a:gd name="connsiteX43" fmla="*/ 375937 w 611562"/>
                  <a:gd name="connsiteY43" fmla="*/ 40833 h 94479"/>
                  <a:gd name="connsiteX44" fmla="*/ 379323 w 611562"/>
                  <a:gd name="connsiteY44" fmla="*/ 35104 h 94479"/>
                  <a:gd name="connsiteX45" fmla="*/ 380521 w 611562"/>
                  <a:gd name="connsiteY45" fmla="*/ 28229 h 94479"/>
                  <a:gd name="connsiteX46" fmla="*/ 379323 w 611562"/>
                  <a:gd name="connsiteY46" fmla="*/ 20417 h 94479"/>
                  <a:gd name="connsiteX47" fmla="*/ 376042 w 611562"/>
                  <a:gd name="connsiteY47" fmla="*/ 14062 h 94479"/>
                  <a:gd name="connsiteX48" fmla="*/ 371042 w 611562"/>
                  <a:gd name="connsiteY48" fmla="*/ 9896 h 94479"/>
                  <a:gd name="connsiteX49" fmla="*/ 364584 w 611562"/>
                  <a:gd name="connsiteY49" fmla="*/ 8333 h 94479"/>
                  <a:gd name="connsiteX50" fmla="*/ 247604 w 611562"/>
                  <a:gd name="connsiteY50" fmla="*/ 8333 h 94479"/>
                  <a:gd name="connsiteX51" fmla="*/ 236459 w 611562"/>
                  <a:gd name="connsiteY51" fmla="*/ 12083 h 94479"/>
                  <a:gd name="connsiteX52" fmla="*/ 231875 w 611562"/>
                  <a:gd name="connsiteY52" fmla="*/ 22083 h 94479"/>
                  <a:gd name="connsiteX53" fmla="*/ 236354 w 611562"/>
                  <a:gd name="connsiteY53" fmla="*/ 32239 h 94479"/>
                  <a:gd name="connsiteX54" fmla="*/ 247604 w 611562"/>
                  <a:gd name="connsiteY54" fmla="*/ 35833 h 94479"/>
                  <a:gd name="connsiteX55" fmla="*/ 258750 w 611562"/>
                  <a:gd name="connsiteY55" fmla="*/ 32239 h 94479"/>
                  <a:gd name="connsiteX56" fmla="*/ 263333 w 611562"/>
                  <a:gd name="connsiteY56" fmla="*/ 22083 h 94479"/>
                  <a:gd name="connsiteX57" fmla="*/ 258750 w 611562"/>
                  <a:gd name="connsiteY57" fmla="*/ 12083 h 94479"/>
                  <a:gd name="connsiteX58" fmla="*/ 247604 w 611562"/>
                  <a:gd name="connsiteY58" fmla="*/ 8333 h 94479"/>
                  <a:gd name="connsiteX59" fmla="*/ 586146 w 611562"/>
                  <a:gd name="connsiteY59" fmla="*/ 7188 h 94479"/>
                  <a:gd name="connsiteX60" fmla="*/ 577344 w 611562"/>
                  <a:gd name="connsiteY60" fmla="*/ 10833 h 94479"/>
                  <a:gd name="connsiteX61" fmla="*/ 572604 w 611562"/>
                  <a:gd name="connsiteY61" fmla="*/ 19583 h 94479"/>
                  <a:gd name="connsiteX62" fmla="*/ 570573 w 611562"/>
                  <a:gd name="connsiteY62" fmla="*/ 30573 h 94479"/>
                  <a:gd name="connsiteX63" fmla="*/ 570209 w 611562"/>
                  <a:gd name="connsiteY63" fmla="*/ 40729 h 94479"/>
                  <a:gd name="connsiteX64" fmla="*/ 570573 w 611562"/>
                  <a:gd name="connsiteY64" fmla="*/ 50781 h 94479"/>
                  <a:gd name="connsiteX65" fmla="*/ 572604 w 611562"/>
                  <a:gd name="connsiteY65" fmla="*/ 61667 h 94479"/>
                  <a:gd name="connsiteX66" fmla="*/ 577344 w 611562"/>
                  <a:gd name="connsiteY66" fmla="*/ 70312 h 94479"/>
                  <a:gd name="connsiteX67" fmla="*/ 586146 w 611562"/>
                  <a:gd name="connsiteY67" fmla="*/ 73854 h 94479"/>
                  <a:gd name="connsiteX68" fmla="*/ 595104 w 611562"/>
                  <a:gd name="connsiteY68" fmla="*/ 70312 h 94479"/>
                  <a:gd name="connsiteX69" fmla="*/ 600104 w 611562"/>
                  <a:gd name="connsiteY69" fmla="*/ 61667 h 94479"/>
                  <a:gd name="connsiteX70" fmla="*/ 602396 w 611562"/>
                  <a:gd name="connsiteY70" fmla="*/ 50781 h 94479"/>
                  <a:gd name="connsiteX71" fmla="*/ 602917 w 611562"/>
                  <a:gd name="connsiteY71" fmla="*/ 40729 h 94479"/>
                  <a:gd name="connsiteX72" fmla="*/ 602396 w 611562"/>
                  <a:gd name="connsiteY72" fmla="*/ 30573 h 94479"/>
                  <a:gd name="connsiteX73" fmla="*/ 600104 w 611562"/>
                  <a:gd name="connsiteY73" fmla="*/ 19583 h 94479"/>
                  <a:gd name="connsiteX74" fmla="*/ 595104 w 611562"/>
                  <a:gd name="connsiteY74" fmla="*/ 10833 h 94479"/>
                  <a:gd name="connsiteX75" fmla="*/ 586146 w 611562"/>
                  <a:gd name="connsiteY75" fmla="*/ 7188 h 94479"/>
                  <a:gd name="connsiteX76" fmla="*/ 521042 w 611562"/>
                  <a:gd name="connsiteY76" fmla="*/ 7188 h 94479"/>
                  <a:gd name="connsiteX77" fmla="*/ 512240 w 611562"/>
                  <a:gd name="connsiteY77" fmla="*/ 10833 h 94479"/>
                  <a:gd name="connsiteX78" fmla="*/ 507500 w 611562"/>
                  <a:gd name="connsiteY78" fmla="*/ 19583 h 94479"/>
                  <a:gd name="connsiteX79" fmla="*/ 505469 w 611562"/>
                  <a:gd name="connsiteY79" fmla="*/ 30573 h 94479"/>
                  <a:gd name="connsiteX80" fmla="*/ 505104 w 611562"/>
                  <a:gd name="connsiteY80" fmla="*/ 40729 h 94479"/>
                  <a:gd name="connsiteX81" fmla="*/ 505469 w 611562"/>
                  <a:gd name="connsiteY81" fmla="*/ 50781 h 94479"/>
                  <a:gd name="connsiteX82" fmla="*/ 507500 w 611562"/>
                  <a:gd name="connsiteY82" fmla="*/ 61667 h 94479"/>
                  <a:gd name="connsiteX83" fmla="*/ 512240 w 611562"/>
                  <a:gd name="connsiteY83" fmla="*/ 70312 h 94479"/>
                  <a:gd name="connsiteX84" fmla="*/ 521042 w 611562"/>
                  <a:gd name="connsiteY84" fmla="*/ 73854 h 94479"/>
                  <a:gd name="connsiteX85" fmla="*/ 530000 w 611562"/>
                  <a:gd name="connsiteY85" fmla="*/ 70312 h 94479"/>
                  <a:gd name="connsiteX86" fmla="*/ 535000 w 611562"/>
                  <a:gd name="connsiteY86" fmla="*/ 61667 h 94479"/>
                  <a:gd name="connsiteX87" fmla="*/ 537292 w 611562"/>
                  <a:gd name="connsiteY87" fmla="*/ 50781 h 94479"/>
                  <a:gd name="connsiteX88" fmla="*/ 537813 w 611562"/>
                  <a:gd name="connsiteY88" fmla="*/ 40729 h 94479"/>
                  <a:gd name="connsiteX89" fmla="*/ 537292 w 611562"/>
                  <a:gd name="connsiteY89" fmla="*/ 30573 h 94479"/>
                  <a:gd name="connsiteX90" fmla="*/ 535000 w 611562"/>
                  <a:gd name="connsiteY90" fmla="*/ 19583 h 94479"/>
                  <a:gd name="connsiteX91" fmla="*/ 530000 w 611562"/>
                  <a:gd name="connsiteY91" fmla="*/ 10833 h 94479"/>
                  <a:gd name="connsiteX92" fmla="*/ 521042 w 611562"/>
                  <a:gd name="connsiteY92" fmla="*/ 7188 h 94479"/>
                  <a:gd name="connsiteX93" fmla="*/ 91354 w 611562"/>
                  <a:gd name="connsiteY93" fmla="*/ 7188 h 94479"/>
                  <a:gd name="connsiteX94" fmla="*/ 82552 w 611562"/>
                  <a:gd name="connsiteY94" fmla="*/ 10833 h 94479"/>
                  <a:gd name="connsiteX95" fmla="*/ 77812 w 611562"/>
                  <a:gd name="connsiteY95" fmla="*/ 19583 h 94479"/>
                  <a:gd name="connsiteX96" fmla="*/ 75781 w 611562"/>
                  <a:gd name="connsiteY96" fmla="*/ 30573 h 94479"/>
                  <a:gd name="connsiteX97" fmla="*/ 75417 w 611562"/>
                  <a:gd name="connsiteY97" fmla="*/ 40729 h 94479"/>
                  <a:gd name="connsiteX98" fmla="*/ 75781 w 611562"/>
                  <a:gd name="connsiteY98" fmla="*/ 50781 h 94479"/>
                  <a:gd name="connsiteX99" fmla="*/ 77812 w 611562"/>
                  <a:gd name="connsiteY99" fmla="*/ 61667 h 94479"/>
                  <a:gd name="connsiteX100" fmla="*/ 82552 w 611562"/>
                  <a:gd name="connsiteY100" fmla="*/ 70312 h 94479"/>
                  <a:gd name="connsiteX101" fmla="*/ 91354 w 611562"/>
                  <a:gd name="connsiteY101" fmla="*/ 73854 h 94479"/>
                  <a:gd name="connsiteX102" fmla="*/ 100312 w 611562"/>
                  <a:gd name="connsiteY102" fmla="*/ 70312 h 94479"/>
                  <a:gd name="connsiteX103" fmla="*/ 105312 w 611562"/>
                  <a:gd name="connsiteY103" fmla="*/ 61667 h 94479"/>
                  <a:gd name="connsiteX104" fmla="*/ 107604 w 611562"/>
                  <a:gd name="connsiteY104" fmla="*/ 50781 h 94479"/>
                  <a:gd name="connsiteX105" fmla="*/ 108125 w 611562"/>
                  <a:gd name="connsiteY105" fmla="*/ 40729 h 94479"/>
                  <a:gd name="connsiteX106" fmla="*/ 107604 w 611562"/>
                  <a:gd name="connsiteY106" fmla="*/ 30573 h 94479"/>
                  <a:gd name="connsiteX107" fmla="*/ 105312 w 611562"/>
                  <a:gd name="connsiteY107" fmla="*/ 19583 h 94479"/>
                  <a:gd name="connsiteX108" fmla="*/ 100312 w 611562"/>
                  <a:gd name="connsiteY108" fmla="*/ 10833 h 94479"/>
                  <a:gd name="connsiteX109" fmla="*/ 91354 w 611562"/>
                  <a:gd name="connsiteY109" fmla="*/ 7188 h 94479"/>
                  <a:gd name="connsiteX110" fmla="*/ 437083 w 611562"/>
                  <a:gd name="connsiteY110" fmla="*/ 3125 h 94479"/>
                  <a:gd name="connsiteX111" fmla="*/ 476771 w 611562"/>
                  <a:gd name="connsiteY111" fmla="*/ 3125 h 94479"/>
                  <a:gd name="connsiteX112" fmla="*/ 476771 w 611562"/>
                  <a:gd name="connsiteY112" fmla="*/ 10208 h 94479"/>
                  <a:gd name="connsiteX113" fmla="*/ 443438 w 611562"/>
                  <a:gd name="connsiteY113" fmla="*/ 10208 h 94479"/>
                  <a:gd name="connsiteX114" fmla="*/ 441979 w 611562"/>
                  <a:gd name="connsiteY114" fmla="*/ 35833 h 94479"/>
                  <a:gd name="connsiteX115" fmla="*/ 448802 w 611562"/>
                  <a:gd name="connsiteY115" fmla="*/ 30781 h 94479"/>
                  <a:gd name="connsiteX116" fmla="*/ 458854 w 611562"/>
                  <a:gd name="connsiteY116" fmla="*/ 28958 h 94479"/>
                  <a:gd name="connsiteX117" fmla="*/ 467292 w 611562"/>
                  <a:gd name="connsiteY117" fmla="*/ 30573 h 94479"/>
                  <a:gd name="connsiteX118" fmla="*/ 474271 w 611562"/>
                  <a:gd name="connsiteY118" fmla="*/ 35417 h 94479"/>
                  <a:gd name="connsiteX119" fmla="*/ 478959 w 611562"/>
                  <a:gd name="connsiteY119" fmla="*/ 43490 h 94479"/>
                  <a:gd name="connsiteX120" fmla="*/ 480729 w 611562"/>
                  <a:gd name="connsiteY120" fmla="*/ 54896 h 94479"/>
                  <a:gd name="connsiteX121" fmla="*/ 479011 w 611562"/>
                  <a:gd name="connsiteY121" fmla="*/ 65417 h 94479"/>
                  <a:gd name="connsiteX122" fmla="*/ 474167 w 611562"/>
                  <a:gd name="connsiteY122" fmla="*/ 73646 h 94479"/>
                  <a:gd name="connsiteX123" fmla="*/ 466511 w 611562"/>
                  <a:gd name="connsiteY123" fmla="*/ 79010 h 94479"/>
                  <a:gd name="connsiteX124" fmla="*/ 456667 w 611562"/>
                  <a:gd name="connsiteY124" fmla="*/ 80937 h 94479"/>
                  <a:gd name="connsiteX125" fmla="*/ 440000 w 611562"/>
                  <a:gd name="connsiteY125" fmla="*/ 75729 h 94479"/>
                  <a:gd name="connsiteX126" fmla="*/ 432709 w 611562"/>
                  <a:gd name="connsiteY126" fmla="*/ 60625 h 94479"/>
                  <a:gd name="connsiteX127" fmla="*/ 440938 w 611562"/>
                  <a:gd name="connsiteY127" fmla="*/ 60625 h 94479"/>
                  <a:gd name="connsiteX128" fmla="*/ 446250 w 611562"/>
                  <a:gd name="connsiteY128" fmla="*/ 70469 h 94479"/>
                  <a:gd name="connsiteX129" fmla="*/ 456979 w 611562"/>
                  <a:gd name="connsiteY129" fmla="*/ 73958 h 94479"/>
                  <a:gd name="connsiteX130" fmla="*/ 467969 w 611562"/>
                  <a:gd name="connsiteY130" fmla="*/ 68854 h 94479"/>
                  <a:gd name="connsiteX131" fmla="*/ 472396 w 611562"/>
                  <a:gd name="connsiteY131" fmla="*/ 55000 h 94479"/>
                  <a:gd name="connsiteX132" fmla="*/ 468021 w 611562"/>
                  <a:gd name="connsiteY132" fmla="*/ 40625 h 94479"/>
                  <a:gd name="connsiteX133" fmla="*/ 457084 w 611562"/>
                  <a:gd name="connsiteY133" fmla="*/ 35833 h 94479"/>
                  <a:gd name="connsiteX134" fmla="*/ 447917 w 611562"/>
                  <a:gd name="connsiteY134" fmla="*/ 38490 h 94479"/>
                  <a:gd name="connsiteX135" fmla="*/ 442709 w 611562"/>
                  <a:gd name="connsiteY135" fmla="*/ 45729 h 94479"/>
                  <a:gd name="connsiteX136" fmla="*/ 442396 w 611562"/>
                  <a:gd name="connsiteY136" fmla="*/ 46562 h 94479"/>
                  <a:gd name="connsiteX137" fmla="*/ 442084 w 611562"/>
                  <a:gd name="connsiteY137" fmla="*/ 47083 h 94479"/>
                  <a:gd name="connsiteX138" fmla="*/ 441511 w 611562"/>
                  <a:gd name="connsiteY138" fmla="*/ 47396 h 94479"/>
                  <a:gd name="connsiteX139" fmla="*/ 440625 w 611562"/>
                  <a:gd name="connsiteY139" fmla="*/ 47500 h 94479"/>
                  <a:gd name="connsiteX140" fmla="*/ 435625 w 611562"/>
                  <a:gd name="connsiteY140" fmla="*/ 47500 h 94479"/>
                  <a:gd name="connsiteX141" fmla="*/ 434479 w 611562"/>
                  <a:gd name="connsiteY141" fmla="*/ 47239 h 94479"/>
                  <a:gd name="connsiteX142" fmla="*/ 434271 w 611562"/>
                  <a:gd name="connsiteY142" fmla="*/ 45937 h 94479"/>
                  <a:gd name="connsiteX143" fmla="*/ 435417 w 611562"/>
                  <a:gd name="connsiteY143" fmla="*/ 5104 h 94479"/>
                  <a:gd name="connsiteX144" fmla="*/ 435781 w 611562"/>
                  <a:gd name="connsiteY144" fmla="*/ 3541 h 94479"/>
                  <a:gd name="connsiteX145" fmla="*/ 437083 w 611562"/>
                  <a:gd name="connsiteY145" fmla="*/ 3125 h 94479"/>
                  <a:gd name="connsiteX146" fmla="*/ 119062 w 611562"/>
                  <a:gd name="connsiteY146" fmla="*/ 3125 h 94479"/>
                  <a:gd name="connsiteX147" fmla="*/ 164062 w 611562"/>
                  <a:gd name="connsiteY147" fmla="*/ 3125 h 94479"/>
                  <a:gd name="connsiteX148" fmla="*/ 165573 w 611562"/>
                  <a:gd name="connsiteY148" fmla="*/ 3594 h 94479"/>
                  <a:gd name="connsiteX149" fmla="*/ 166042 w 611562"/>
                  <a:gd name="connsiteY149" fmla="*/ 5104 h 94479"/>
                  <a:gd name="connsiteX150" fmla="*/ 166042 w 611562"/>
                  <a:gd name="connsiteY150" fmla="*/ 9062 h 94479"/>
                  <a:gd name="connsiteX151" fmla="*/ 165781 w 611562"/>
                  <a:gd name="connsiteY151" fmla="*/ 10625 h 94479"/>
                  <a:gd name="connsiteX152" fmla="*/ 165208 w 611562"/>
                  <a:gd name="connsiteY152" fmla="*/ 11979 h 94479"/>
                  <a:gd name="connsiteX153" fmla="*/ 138021 w 611562"/>
                  <a:gd name="connsiteY153" fmla="*/ 79167 h 94479"/>
                  <a:gd name="connsiteX154" fmla="*/ 128750 w 611562"/>
                  <a:gd name="connsiteY154" fmla="*/ 79167 h 94479"/>
                  <a:gd name="connsiteX155" fmla="*/ 157292 w 611562"/>
                  <a:gd name="connsiteY155" fmla="*/ 10312 h 94479"/>
                  <a:gd name="connsiteX156" fmla="*/ 119062 w 611562"/>
                  <a:gd name="connsiteY156" fmla="*/ 10312 h 94479"/>
                  <a:gd name="connsiteX157" fmla="*/ 364063 w 611562"/>
                  <a:gd name="connsiteY157" fmla="*/ 1354 h 94479"/>
                  <a:gd name="connsiteX158" fmla="*/ 373646 w 611562"/>
                  <a:gd name="connsiteY158" fmla="*/ 2917 h 94479"/>
                  <a:gd name="connsiteX159" fmla="*/ 381875 w 611562"/>
                  <a:gd name="connsiteY159" fmla="*/ 8646 h 94479"/>
                  <a:gd name="connsiteX160" fmla="*/ 387552 w 611562"/>
                  <a:gd name="connsiteY160" fmla="*/ 20156 h 94479"/>
                  <a:gd name="connsiteX161" fmla="*/ 389687 w 611562"/>
                  <a:gd name="connsiteY161" fmla="*/ 38958 h 94479"/>
                  <a:gd name="connsiteX162" fmla="*/ 382709 w 611562"/>
                  <a:gd name="connsiteY162" fmla="*/ 70365 h 94479"/>
                  <a:gd name="connsiteX163" fmla="*/ 363750 w 611562"/>
                  <a:gd name="connsiteY163" fmla="*/ 80833 h 94479"/>
                  <a:gd name="connsiteX164" fmla="*/ 348281 w 611562"/>
                  <a:gd name="connsiteY164" fmla="*/ 75521 h 94479"/>
                  <a:gd name="connsiteX165" fmla="*/ 341459 w 611562"/>
                  <a:gd name="connsiteY165" fmla="*/ 61042 h 94479"/>
                  <a:gd name="connsiteX166" fmla="*/ 349688 w 611562"/>
                  <a:gd name="connsiteY166" fmla="*/ 61042 h 94479"/>
                  <a:gd name="connsiteX167" fmla="*/ 354219 w 611562"/>
                  <a:gd name="connsiteY167" fmla="*/ 70417 h 94479"/>
                  <a:gd name="connsiteX168" fmla="*/ 364167 w 611562"/>
                  <a:gd name="connsiteY168" fmla="*/ 73854 h 94479"/>
                  <a:gd name="connsiteX169" fmla="*/ 373177 w 611562"/>
                  <a:gd name="connsiteY169" fmla="*/ 70729 h 94479"/>
                  <a:gd name="connsiteX170" fmla="*/ 378854 w 611562"/>
                  <a:gd name="connsiteY170" fmla="*/ 62604 h 94479"/>
                  <a:gd name="connsiteX171" fmla="*/ 381719 w 611562"/>
                  <a:gd name="connsiteY171" fmla="*/ 51562 h 94479"/>
                  <a:gd name="connsiteX172" fmla="*/ 382500 w 611562"/>
                  <a:gd name="connsiteY172" fmla="*/ 39375 h 94479"/>
                  <a:gd name="connsiteX173" fmla="*/ 374896 w 611562"/>
                  <a:gd name="connsiteY173" fmla="*/ 49375 h 94479"/>
                  <a:gd name="connsiteX174" fmla="*/ 362812 w 611562"/>
                  <a:gd name="connsiteY174" fmla="*/ 52604 h 94479"/>
                  <a:gd name="connsiteX175" fmla="*/ 346302 w 611562"/>
                  <a:gd name="connsiteY175" fmla="*/ 45625 h 94479"/>
                  <a:gd name="connsiteX176" fmla="*/ 340104 w 611562"/>
                  <a:gd name="connsiteY176" fmla="*/ 27083 h 94479"/>
                  <a:gd name="connsiteX177" fmla="*/ 341719 w 611562"/>
                  <a:gd name="connsiteY177" fmla="*/ 17083 h 94479"/>
                  <a:gd name="connsiteX178" fmla="*/ 346459 w 611562"/>
                  <a:gd name="connsiteY178" fmla="*/ 8854 h 94479"/>
                  <a:gd name="connsiteX179" fmla="*/ 354010 w 611562"/>
                  <a:gd name="connsiteY179" fmla="*/ 3385 h 94479"/>
                  <a:gd name="connsiteX180" fmla="*/ 364063 w 611562"/>
                  <a:gd name="connsiteY180" fmla="*/ 1354 h 94479"/>
                  <a:gd name="connsiteX181" fmla="*/ 298229 w 611562"/>
                  <a:gd name="connsiteY181" fmla="*/ 1354 h 94479"/>
                  <a:gd name="connsiteX182" fmla="*/ 314271 w 611562"/>
                  <a:gd name="connsiteY182" fmla="*/ 6458 h 94479"/>
                  <a:gd name="connsiteX183" fmla="*/ 320729 w 611562"/>
                  <a:gd name="connsiteY183" fmla="*/ 21458 h 94479"/>
                  <a:gd name="connsiteX184" fmla="*/ 316614 w 611562"/>
                  <a:gd name="connsiteY184" fmla="*/ 35312 h 94479"/>
                  <a:gd name="connsiteX185" fmla="*/ 306771 w 611562"/>
                  <a:gd name="connsiteY185" fmla="*/ 49271 h 94479"/>
                  <a:gd name="connsiteX186" fmla="*/ 294896 w 611562"/>
                  <a:gd name="connsiteY186" fmla="*/ 61979 h 94479"/>
                  <a:gd name="connsiteX187" fmla="*/ 284687 w 611562"/>
                  <a:gd name="connsiteY187" fmla="*/ 71979 h 94479"/>
                  <a:gd name="connsiteX188" fmla="*/ 322396 w 611562"/>
                  <a:gd name="connsiteY188" fmla="*/ 71979 h 94479"/>
                  <a:gd name="connsiteX189" fmla="*/ 322396 w 611562"/>
                  <a:gd name="connsiteY189" fmla="*/ 79167 h 94479"/>
                  <a:gd name="connsiteX190" fmla="*/ 276667 w 611562"/>
                  <a:gd name="connsiteY190" fmla="*/ 79167 h 94479"/>
                  <a:gd name="connsiteX191" fmla="*/ 275469 w 611562"/>
                  <a:gd name="connsiteY191" fmla="*/ 78854 h 94479"/>
                  <a:gd name="connsiteX192" fmla="*/ 275208 w 611562"/>
                  <a:gd name="connsiteY192" fmla="*/ 77604 h 94479"/>
                  <a:gd name="connsiteX193" fmla="*/ 275208 w 611562"/>
                  <a:gd name="connsiteY193" fmla="*/ 71354 h 94479"/>
                  <a:gd name="connsiteX194" fmla="*/ 279531 w 611562"/>
                  <a:gd name="connsiteY194" fmla="*/ 67187 h 94479"/>
                  <a:gd name="connsiteX195" fmla="*/ 285104 w 611562"/>
                  <a:gd name="connsiteY195" fmla="*/ 61667 h 94479"/>
                  <a:gd name="connsiteX196" fmla="*/ 291146 w 611562"/>
                  <a:gd name="connsiteY196" fmla="*/ 55208 h 94479"/>
                  <a:gd name="connsiteX197" fmla="*/ 297292 w 611562"/>
                  <a:gd name="connsiteY197" fmla="*/ 48125 h 94479"/>
                  <a:gd name="connsiteX198" fmla="*/ 303021 w 611562"/>
                  <a:gd name="connsiteY198" fmla="*/ 40989 h 94479"/>
                  <a:gd name="connsiteX199" fmla="*/ 307708 w 611562"/>
                  <a:gd name="connsiteY199" fmla="*/ 34062 h 94479"/>
                  <a:gd name="connsiteX200" fmla="*/ 310990 w 611562"/>
                  <a:gd name="connsiteY200" fmla="*/ 27604 h 94479"/>
                  <a:gd name="connsiteX201" fmla="*/ 312187 w 611562"/>
                  <a:gd name="connsiteY201" fmla="*/ 22083 h 94479"/>
                  <a:gd name="connsiteX202" fmla="*/ 308229 w 611562"/>
                  <a:gd name="connsiteY202" fmla="*/ 11927 h 94479"/>
                  <a:gd name="connsiteX203" fmla="*/ 298021 w 611562"/>
                  <a:gd name="connsiteY203" fmla="*/ 8541 h 94479"/>
                  <a:gd name="connsiteX204" fmla="*/ 288177 w 611562"/>
                  <a:gd name="connsiteY204" fmla="*/ 12708 h 94479"/>
                  <a:gd name="connsiteX205" fmla="*/ 284375 w 611562"/>
                  <a:gd name="connsiteY205" fmla="*/ 23541 h 94479"/>
                  <a:gd name="connsiteX206" fmla="*/ 275833 w 611562"/>
                  <a:gd name="connsiteY206" fmla="*/ 23541 h 94479"/>
                  <a:gd name="connsiteX207" fmla="*/ 277500 w 611562"/>
                  <a:gd name="connsiteY207" fmla="*/ 14427 h 94479"/>
                  <a:gd name="connsiteX208" fmla="*/ 282188 w 611562"/>
                  <a:gd name="connsiteY208" fmla="*/ 7396 h 94479"/>
                  <a:gd name="connsiteX209" fmla="*/ 289323 w 611562"/>
                  <a:gd name="connsiteY209" fmla="*/ 2917 h 94479"/>
                  <a:gd name="connsiteX210" fmla="*/ 298229 w 611562"/>
                  <a:gd name="connsiteY210" fmla="*/ 1354 h 94479"/>
                  <a:gd name="connsiteX211" fmla="*/ 247604 w 611562"/>
                  <a:gd name="connsiteY211" fmla="*/ 1354 h 94479"/>
                  <a:gd name="connsiteX212" fmla="*/ 264948 w 611562"/>
                  <a:gd name="connsiteY212" fmla="*/ 6771 h 94479"/>
                  <a:gd name="connsiteX213" fmla="*/ 271667 w 611562"/>
                  <a:gd name="connsiteY213" fmla="*/ 21979 h 94479"/>
                  <a:gd name="connsiteX214" fmla="*/ 270677 w 611562"/>
                  <a:gd name="connsiteY214" fmla="*/ 27604 h 94479"/>
                  <a:gd name="connsiteX215" fmla="*/ 267917 w 611562"/>
                  <a:gd name="connsiteY215" fmla="*/ 32916 h 94479"/>
                  <a:gd name="connsiteX216" fmla="*/ 263542 w 611562"/>
                  <a:gd name="connsiteY216" fmla="*/ 37344 h 94479"/>
                  <a:gd name="connsiteX217" fmla="*/ 258021 w 611562"/>
                  <a:gd name="connsiteY217" fmla="*/ 40104 h 94479"/>
                  <a:gd name="connsiteX218" fmla="*/ 268750 w 611562"/>
                  <a:gd name="connsiteY218" fmla="*/ 46927 h 94479"/>
                  <a:gd name="connsiteX219" fmla="*/ 272604 w 611562"/>
                  <a:gd name="connsiteY219" fmla="*/ 58542 h 94479"/>
                  <a:gd name="connsiteX220" fmla="*/ 265573 w 611562"/>
                  <a:gd name="connsiteY220" fmla="*/ 75052 h 94479"/>
                  <a:gd name="connsiteX221" fmla="*/ 247500 w 611562"/>
                  <a:gd name="connsiteY221" fmla="*/ 80833 h 94479"/>
                  <a:gd name="connsiteX222" fmla="*/ 229427 w 611562"/>
                  <a:gd name="connsiteY222" fmla="*/ 75052 h 94479"/>
                  <a:gd name="connsiteX223" fmla="*/ 222604 w 611562"/>
                  <a:gd name="connsiteY223" fmla="*/ 58542 h 94479"/>
                  <a:gd name="connsiteX224" fmla="*/ 226354 w 611562"/>
                  <a:gd name="connsiteY224" fmla="*/ 47448 h 94479"/>
                  <a:gd name="connsiteX225" fmla="*/ 237292 w 611562"/>
                  <a:gd name="connsiteY225" fmla="*/ 39687 h 94479"/>
                  <a:gd name="connsiteX226" fmla="*/ 227136 w 611562"/>
                  <a:gd name="connsiteY226" fmla="*/ 33333 h 94479"/>
                  <a:gd name="connsiteX227" fmla="*/ 223542 w 611562"/>
                  <a:gd name="connsiteY227" fmla="*/ 21979 h 94479"/>
                  <a:gd name="connsiteX228" fmla="*/ 230208 w 611562"/>
                  <a:gd name="connsiteY228" fmla="*/ 6771 h 94479"/>
                  <a:gd name="connsiteX229" fmla="*/ 247604 w 611562"/>
                  <a:gd name="connsiteY229" fmla="*/ 1354 h 94479"/>
                  <a:gd name="connsiteX230" fmla="*/ 24896 w 611562"/>
                  <a:gd name="connsiteY230" fmla="*/ 1354 h 94479"/>
                  <a:gd name="connsiteX231" fmla="*/ 33698 w 611562"/>
                  <a:gd name="connsiteY231" fmla="*/ 2552 h 94479"/>
                  <a:gd name="connsiteX232" fmla="*/ 41146 w 611562"/>
                  <a:gd name="connsiteY232" fmla="*/ 6250 h 94479"/>
                  <a:gd name="connsiteX233" fmla="*/ 46198 w 611562"/>
                  <a:gd name="connsiteY233" fmla="*/ 12604 h 94479"/>
                  <a:gd name="connsiteX234" fmla="*/ 48125 w 611562"/>
                  <a:gd name="connsiteY234" fmla="*/ 21771 h 94479"/>
                  <a:gd name="connsiteX235" fmla="*/ 43854 w 611562"/>
                  <a:gd name="connsiteY235" fmla="*/ 33437 h 94479"/>
                  <a:gd name="connsiteX236" fmla="*/ 32708 w 611562"/>
                  <a:gd name="connsiteY236" fmla="*/ 39792 h 94479"/>
                  <a:gd name="connsiteX237" fmla="*/ 45052 w 611562"/>
                  <a:gd name="connsiteY237" fmla="*/ 46198 h 94479"/>
                  <a:gd name="connsiteX238" fmla="*/ 49791 w 611562"/>
                  <a:gd name="connsiteY238" fmla="*/ 59062 h 94479"/>
                  <a:gd name="connsiteX239" fmla="*/ 47656 w 611562"/>
                  <a:gd name="connsiteY239" fmla="*/ 69010 h 94479"/>
                  <a:gd name="connsiteX240" fmla="*/ 41979 w 611562"/>
                  <a:gd name="connsiteY240" fmla="*/ 75833 h 94479"/>
                  <a:gd name="connsiteX241" fmla="*/ 33854 w 611562"/>
                  <a:gd name="connsiteY241" fmla="*/ 79687 h 94479"/>
                  <a:gd name="connsiteX242" fmla="*/ 24479 w 611562"/>
                  <a:gd name="connsiteY242" fmla="*/ 80937 h 94479"/>
                  <a:gd name="connsiteX243" fmla="*/ 6719 w 611562"/>
                  <a:gd name="connsiteY243" fmla="*/ 75000 h 94479"/>
                  <a:gd name="connsiteX244" fmla="*/ 0 w 611562"/>
                  <a:gd name="connsiteY244" fmla="*/ 58542 h 94479"/>
                  <a:gd name="connsiteX245" fmla="*/ 8229 w 611562"/>
                  <a:gd name="connsiteY245" fmla="*/ 58542 h 94479"/>
                  <a:gd name="connsiteX246" fmla="*/ 13177 w 611562"/>
                  <a:gd name="connsiteY246" fmla="*/ 69896 h 94479"/>
                  <a:gd name="connsiteX247" fmla="*/ 24792 w 611562"/>
                  <a:gd name="connsiteY247" fmla="*/ 73750 h 94479"/>
                  <a:gd name="connsiteX248" fmla="*/ 36979 w 611562"/>
                  <a:gd name="connsiteY248" fmla="*/ 69687 h 94479"/>
                  <a:gd name="connsiteX249" fmla="*/ 41458 w 611562"/>
                  <a:gd name="connsiteY249" fmla="*/ 58125 h 94479"/>
                  <a:gd name="connsiteX250" fmla="*/ 40000 w 611562"/>
                  <a:gd name="connsiteY250" fmla="*/ 51510 h 94479"/>
                  <a:gd name="connsiteX251" fmla="*/ 36146 w 611562"/>
                  <a:gd name="connsiteY251" fmla="*/ 46979 h 94479"/>
                  <a:gd name="connsiteX252" fmla="*/ 30573 w 611562"/>
                  <a:gd name="connsiteY252" fmla="*/ 44375 h 94479"/>
                  <a:gd name="connsiteX253" fmla="*/ 24271 w 611562"/>
                  <a:gd name="connsiteY253" fmla="*/ 43333 h 94479"/>
                  <a:gd name="connsiteX254" fmla="*/ 20104 w 611562"/>
                  <a:gd name="connsiteY254" fmla="*/ 43333 h 94479"/>
                  <a:gd name="connsiteX255" fmla="*/ 18646 w 611562"/>
                  <a:gd name="connsiteY255" fmla="*/ 43073 h 94479"/>
                  <a:gd name="connsiteX256" fmla="*/ 18437 w 611562"/>
                  <a:gd name="connsiteY256" fmla="*/ 41666 h 94479"/>
                  <a:gd name="connsiteX257" fmla="*/ 18437 w 611562"/>
                  <a:gd name="connsiteY257" fmla="*/ 37812 h 94479"/>
                  <a:gd name="connsiteX258" fmla="*/ 18646 w 611562"/>
                  <a:gd name="connsiteY258" fmla="*/ 36146 h 94479"/>
                  <a:gd name="connsiteX259" fmla="*/ 20104 w 611562"/>
                  <a:gd name="connsiteY259" fmla="*/ 35729 h 94479"/>
                  <a:gd name="connsiteX260" fmla="*/ 23541 w 611562"/>
                  <a:gd name="connsiteY260" fmla="*/ 35729 h 94479"/>
                  <a:gd name="connsiteX261" fmla="*/ 29635 w 611562"/>
                  <a:gd name="connsiteY261" fmla="*/ 34948 h 94479"/>
                  <a:gd name="connsiteX262" fmla="*/ 34792 w 611562"/>
                  <a:gd name="connsiteY262" fmla="*/ 32500 h 94479"/>
                  <a:gd name="connsiteX263" fmla="*/ 38437 w 611562"/>
                  <a:gd name="connsiteY263" fmla="*/ 28385 h 94479"/>
                  <a:gd name="connsiteX264" fmla="*/ 39792 w 611562"/>
                  <a:gd name="connsiteY264" fmla="*/ 22187 h 94479"/>
                  <a:gd name="connsiteX265" fmla="*/ 35469 w 611562"/>
                  <a:gd name="connsiteY265" fmla="*/ 12083 h 94479"/>
                  <a:gd name="connsiteX266" fmla="*/ 24583 w 611562"/>
                  <a:gd name="connsiteY266" fmla="*/ 8541 h 94479"/>
                  <a:gd name="connsiteX267" fmla="*/ 13906 w 611562"/>
                  <a:gd name="connsiteY267" fmla="*/ 12083 h 94479"/>
                  <a:gd name="connsiteX268" fmla="*/ 9375 w 611562"/>
                  <a:gd name="connsiteY268" fmla="*/ 22291 h 94479"/>
                  <a:gd name="connsiteX269" fmla="*/ 1041 w 611562"/>
                  <a:gd name="connsiteY269" fmla="*/ 22291 h 94479"/>
                  <a:gd name="connsiteX270" fmla="*/ 7708 w 611562"/>
                  <a:gd name="connsiteY270" fmla="*/ 6979 h 94479"/>
                  <a:gd name="connsiteX271" fmla="*/ 24896 w 611562"/>
                  <a:gd name="connsiteY271" fmla="*/ 1354 h 94479"/>
                  <a:gd name="connsiteX272" fmla="*/ 586146 w 611562"/>
                  <a:gd name="connsiteY272" fmla="*/ 0 h 94479"/>
                  <a:gd name="connsiteX273" fmla="*/ 598907 w 611562"/>
                  <a:gd name="connsiteY273" fmla="*/ 3646 h 94479"/>
                  <a:gd name="connsiteX274" fmla="*/ 606667 w 611562"/>
                  <a:gd name="connsiteY274" fmla="*/ 13021 h 94479"/>
                  <a:gd name="connsiteX275" fmla="*/ 610521 w 611562"/>
                  <a:gd name="connsiteY275" fmla="*/ 26146 h 94479"/>
                  <a:gd name="connsiteX276" fmla="*/ 611563 w 611562"/>
                  <a:gd name="connsiteY276" fmla="*/ 40729 h 94479"/>
                  <a:gd name="connsiteX277" fmla="*/ 610521 w 611562"/>
                  <a:gd name="connsiteY277" fmla="*/ 55312 h 94479"/>
                  <a:gd name="connsiteX278" fmla="*/ 606667 w 611562"/>
                  <a:gd name="connsiteY278" fmla="*/ 68333 h 94479"/>
                  <a:gd name="connsiteX279" fmla="*/ 598907 w 611562"/>
                  <a:gd name="connsiteY279" fmla="*/ 77604 h 94479"/>
                  <a:gd name="connsiteX280" fmla="*/ 586146 w 611562"/>
                  <a:gd name="connsiteY280" fmla="*/ 81146 h 94479"/>
                  <a:gd name="connsiteX281" fmla="*/ 573594 w 611562"/>
                  <a:gd name="connsiteY281" fmla="*/ 77604 h 94479"/>
                  <a:gd name="connsiteX282" fmla="*/ 566146 w 611562"/>
                  <a:gd name="connsiteY282" fmla="*/ 68333 h 94479"/>
                  <a:gd name="connsiteX283" fmla="*/ 562500 w 611562"/>
                  <a:gd name="connsiteY283" fmla="*/ 55312 h 94479"/>
                  <a:gd name="connsiteX284" fmla="*/ 561563 w 611562"/>
                  <a:gd name="connsiteY284" fmla="*/ 40729 h 94479"/>
                  <a:gd name="connsiteX285" fmla="*/ 562500 w 611562"/>
                  <a:gd name="connsiteY285" fmla="*/ 26146 h 94479"/>
                  <a:gd name="connsiteX286" fmla="*/ 566146 w 611562"/>
                  <a:gd name="connsiteY286" fmla="*/ 13021 h 94479"/>
                  <a:gd name="connsiteX287" fmla="*/ 573594 w 611562"/>
                  <a:gd name="connsiteY287" fmla="*/ 3646 h 94479"/>
                  <a:gd name="connsiteX288" fmla="*/ 586146 w 611562"/>
                  <a:gd name="connsiteY288" fmla="*/ 0 h 94479"/>
                  <a:gd name="connsiteX289" fmla="*/ 521042 w 611562"/>
                  <a:gd name="connsiteY289" fmla="*/ 0 h 94479"/>
                  <a:gd name="connsiteX290" fmla="*/ 533802 w 611562"/>
                  <a:gd name="connsiteY290" fmla="*/ 3646 h 94479"/>
                  <a:gd name="connsiteX291" fmla="*/ 541563 w 611562"/>
                  <a:gd name="connsiteY291" fmla="*/ 13021 h 94479"/>
                  <a:gd name="connsiteX292" fmla="*/ 545417 w 611562"/>
                  <a:gd name="connsiteY292" fmla="*/ 26146 h 94479"/>
                  <a:gd name="connsiteX293" fmla="*/ 546458 w 611562"/>
                  <a:gd name="connsiteY293" fmla="*/ 40729 h 94479"/>
                  <a:gd name="connsiteX294" fmla="*/ 545417 w 611562"/>
                  <a:gd name="connsiteY294" fmla="*/ 55312 h 94479"/>
                  <a:gd name="connsiteX295" fmla="*/ 541563 w 611562"/>
                  <a:gd name="connsiteY295" fmla="*/ 68333 h 94479"/>
                  <a:gd name="connsiteX296" fmla="*/ 533802 w 611562"/>
                  <a:gd name="connsiteY296" fmla="*/ 77604 h 94479"/>
                  <a:gd name="connsiteX297" fmla="*/ 521042 w 611562"/>
                  <a:gd name="connsiteY297" fmla="*/ 81146 h 94479"/>
                  <a:gd name="connsiteX298" fmla="*/ 508490 w 611562"/>
                  <a:gd name="connsiteY298" fmla="*/ 77604 h 94479"/>
                  <a:gd name="connsiteX299" fmla="*/ 501042 w 611562"/>
                  <a:gd name="connsiteY299" fmla="*/ 68333 h 94479"/>
                  <a:gd name="connsiteX300" fmla="*/ 497396 w 611562"/>
                  <a:gd name="connsiteY300" fmla="*/ 55312 h 94479"/>
                  <a:gd name="connsiteX301" fmla="*/ 496458 w 611562"/>
                  <a:gd name="connsiteY301" fmla="*/ 40729 h 94479"/>
                  <a:gd name="connsiteX302" fmla="*/ 497396 w 611562"/>
                  <a:gd name="connsiteY302" fmla="*/ 26146 h 94479"/>
                  <a:gd name="connsiteX303" fmla="*/ 501042 w 611562"/>
                  <a:gd name="connsiteY303" fmla="*/ 13021 h 94479"/>
                  <a:gd name="connsiteX304" fmla="*/ 508490 w 611562"/>
                  <a:gd name="connsiteY304" fmla="*/ 3646 h 94479"/>
                  <a:gd name="connsiteX305" fmla="*/ 521042 w 611562"/>
                  <a:gd name="connsiteY305" fmla="*/ 0 h 94479"/>
                  <a:gd name="connsiteX306" fmla="*/ 91354 w 611562"/>
                  <a:gd name="connsiteY306" fmla="*/ 0 h 94479"/>
                  <a:gd name="connsiteX307" fmla="*/ 104115 w 611562"/>
                  <a:gd name="connsiteY307" fmla="*/ 3646 h 94479"/>
                  <a:gd name="connsiteX308" fmla="*/ 111875 w 611562"/>
                  <a:gd name="connsiteY308" fmla="*/ 13021 h 94479"/>
                  <a:gd name="connsiteX309" fmla="*/ 115729 w 611562"/>
                  <a:gd name="connsiteY309" fmla="*/ 26146 h 94479"/>
                  <a:gd name="connsiteX310" fmla="*/ 116771 w 611562"/>
                  <a:gd name="connsiteY310" fmla="*/ 40729 h 94479"/>
                  <a:gd name="connsiteX311" fmla="*/ 115729 w 611562"/>
                  <a:gd name="connsiteY311" fmla="*/ 55312 h 94479"/>
                  <a:gd name="connsiteX312" fmla="*/ 111875 w 611562"/>
                  <a:gd name="connsiteY312" fmla="*/ 68333 h 94479"/>
                  <a:gd name="connsiteX313" fmla="*/ 104115 w 611562"/>
                  <a:gd name="connsiteY313" fmla="*/ 77604 h 94479"/>
                  <a:gd name="connsiteX314" fmla="*/ 91354 w 611562"/>
                  <a:gd name="connsiteY314" fmla="*/ 81146 h 94479"/>
                  <a:gd name="connsiteX315" fmla="*/ 78802 w 611562"/>
                  <a:gd name="connsiteY315" fmla="*/ 77604 h 94479"/>
                  <a:gd name="connsiteX316" fmla="*/ 71354 w 611562"/>
                  <a:gd name="connsiteY316" fmla="*/ 68333 h 94479"/>
                  <a:gd name="connsiteX317" fmla="*/ 67708 w 611562"/>
                  <a:gd name="connsiteY317" fmla="*/ 55312 h 94479"/>
                  <a:gd name="connsiteX318" fmla="*/ 66771 w 611562"/>
                  <a:gd name="connsiteY318" fmla="*/ 40729 h 94479"/>
                  <a:gd name="connsiteX319" fmla="*/ 67708 w 611562"/>
                  <a:gd name="connsiteY319" fmla="*/ 26146 h 94479"/>
                  <a:gd name="connsiteX320" fmla="*/ 71354 w 611562"/>
                  <a:gd name="connsiteY320" fmla="*/ 13021 h 94479"/>
                  <a:gd name="connsiteX321" fmla="*/ 78802 w 611562"/>
                  <a:gd name="connsiteY321" fmla="*/ 3646 h 94479"/>
                  <a:gd name="connsiteX322" fmla="*/ 91354 w 611562"/>
                  <a:gd name="connsiteY322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</a:cxnLst>
                <a:rect l="l" t="t" r="r" b="b"/>
                <a:pathLst>
                  <a:path w="611562" h="94479">
                    <a:moveTo>
                      <a:pt x="409896" y="70833"/>
                    </a:moveTo>
                    <a:lnTo>
                      <a:pt x="420625" y="70833"/>
                    </a:lnTo>
                    <a:cubicBezTo>
                      <a:pt x="421042" y="70833"/>
                      <a:pt x="421328" y="70938"/>
                      <a:pt x="421510" y="71146"/>
                    </a:cubicBezTo>
                    <a:cubicBezTo>
                      <a:pt x="421680" y="71354"/>
                      <a:pt x="421771" y="71667"/>
                      <a:pt x="421771" y="72083"/>
                    </a:cubicBezTo>
                    <a:lnTo>
                      <a:pt x="421771" y="78750"/>
                    </a:lnTo>
                    <a:cubicBezTo>
                      <a:pt x="421771" y="83672"/>
                      <a:pt x="420729" y="87422"/>
                      <a:pt x="418646" y="90000"/>
                    </a:cubicBezTo>
                    <a:cubicBezTo>
                      <a:pt x="416562" y="92565"/>
                      <a:pt x="414024" y="94062"/>
                      <a:pt x="411042" y="94479"/>
                    </a:cubicBezTo>
                    <a:lnTo>
                      <a:pt x="411042" y="90833"/>
                    </a:lnTo>
                    <a:cubicBezTo>
                      <a:pt x="412630" y="90417"/>
                      <a:pt x="413802" y="89244"/>
                      <a:pt x="414531" y="87343"/>
                    </a:cubicBezTo>
                    <a:cubicBezTo>
                      <a:pt x="415261" y="85429"/>
                      <a:pt x="415521" y="83503"/>
                      <a:pt x="415313" y="81562"/>
                    </a:cubicBezTo>
                    <a:lnTo>
                      <a:pt x="409896" y="81562"/>
                    </a:lnTo>
                    <a:close/>
                    <a:moveTo>
                      <a:pt x="188542" y="70833"/>
                    </a:moveTo>
                    <a:lnTo>
                      <a:pt x="199271" y="70833"/>
                    </a:lnTo>
                    <a:cubicBezTo>
                      <a:pt x="199688" y="70833"/>
                      <a:pt x="199974" y="70938"/>
                      <a:pt x="200156" y="71146"/>
                    </a:cubicBezTo>
                    <a:cubicBezTo>
                      <a:pt x="200325" y="71354"/>
                      <a:pt x="200417" y="71667"/>
                      <a:pt x="200417" y="72083"/>
                    </a:cubicBezTo>
                    <a:lnTo>
                      <a:pt x="200417" y="78750"/>
                    </a:lnTo>
                    <a:cubicBezTo>
                      <a:pt x="200417" y="83672"/>
                      <a:pt x="199375" y="87422"/>
                      <a:pt x="197291" y="90000"/>
                    </a:cubicBezTo>
                    <a:cubicBezTo>
                      <a:pt x="195208" y="92565"/>
                      <a:pt x="192669" y="94062"/>
                      <a:pt x="189688" y="94479"/>
                    </a:cubicBezTo>
                    <a:lnTo>
                      <a:pt x="189688" y="90833"/>
                    </a:lnTo>
                    <a:cubicBezTo>
                      <a:pt x="191276" y="90417"/>
                      <a:pt x="192448" y="89244"/>
                      <a:pt x="193177" y="87343"/>
                    </a:cubicBezTo>
                    <a:cubicBezTo>
                      <a:pt x="193906" y="85429"/>
                      <a:pt x="194167" y="83503"/>
                      <a:pt x="193958" y="81562"/>
                    </a:cubicBezTo>
                    <a:lnTo>
                      <a:pt x="188542" y="81562"/>
                    </a:lnTo>
                    <a:close/>
                    <a:moveTo>
                      <a:pt x="247604" y="43437"/>
                    </a:moveTo>
                    <a:cubicBezTo>
                      <a:pt x="245521" y="43437"/>
                      <a:pt x="243464" y="43763"/>
                      <a:pt x="241458" y="44427"/>
                    </a:cubicBezTo>
                    <a:cubicBezTo>
                      <a:pt x="239440" y="45078"/>
                      <a:pt x="237669" y="46041"/>
                      <a:pt x="236146" y="47292"/>
                    </a:cubicBezTo>
                    <a:cubicBezTo>
                      <a:pt x="234544" y="48542"/>
                      <a:pt x="233281" y="50117"/>
                      <a:pt x="232344" y="52031"/>
                    </a:cubicBezTo>
                    <a:cubicBezTo>
                      <a:pt x="231406" y="53932"/>
                      <a:pt x="230938" y="56146"/>
                      <a:pt x="230938" y="58646"/>
                    </a:cubicBezTo>
                    <a:cubicBezTo>
                      <a:pt x="230938" y="63229"/>
                      <a:pt x="232409" y="66901"/>
                      <a:pt x="235365" y="69687"/>
                    </a:cubicBezTo>
                    <a:cubicBezTo>
                      <a:pt x="238307" y="72461"/>
                      <a:pt x="242396" y="73854"/>
                      <a:pt x="247604" y="73854"/>
                    </a:cubicBezTo>
                    <a:cubicBezTo>
                      <a:pt x="252669" y="73854"/>
                      <a:pt x="256719" y="72461"/>
                      <a:pt x="259740" y="69687"/>
                    </a:cubicBezTo>
                    <a:cubicBezTo>
                      <a:pt x="262760" y="66901"/>
                      <a:pt x="264271" y="63229"/>
                      <a:pt x="264271" y="58646"/>
                    </a:cubicBezTo>
                    <a:cubicBezTo>
                      <a:pt x="264271" y="56146"/>
                      <a:pt x="263776" y="53932"/>
                      <a:pt x="262813" y="52031"/>
                    </a:cubicBezTo>
                    <a:cubicBezTo>
                      <a:pt x="261836" y="50117"/>
                      <a:pt x="260547" y="48542"/>
                      <a:pt x="258958" y="47292"/>
                    </a:cubicBezTo>
                    <a:cubicBezTo>
                      <a:pt x="257422" y="46041"/>
                      <a:pt x="255651" y="45078"/>
                      <a:pt x="253646" y="44427"/>
                    </a:cubicBezTo>
                    <a:cubicBezTo>
                      <a:pt x="251628" y="43763"/>
                      <a:pt x="249609" y="43437"/>
                      <a:pt x="247604" y="43437"/>
                    </a:cubicBezTo>
                    <a:close/>
                    <a:moveTo>
                      <a:pt x="364584" y="8333"/>
                    </a:moveTo>
                    <a:cubicBezTo>
                      <a:pt x="359375" y="8333"/>
                      <a:pt x="355365" y="10169"/>
                      <a:pt x="352552" y="13854"/>
                    </a:cubicBezTo>
                    <a:cubicBezTo>
                      <a:pt x="349740" y="17526"/>
                      <a:pt x="348333" y="22005"/>
                      <a:pt x="348333" y="27291"/>
                    </a:cubicBezTo>
                    <a:cubicBezTo>
                      <a:pt x="348333" y="29857"/>
                      <a:pt x="348659" y="32291"/>
                      <a:pt x="349323" y="34583"/>
                    </a:cubicBezTo>
                    <a:cubicBezTo>
                      <a:pt x="349974" y="36875"/>
                      <a:pt x="351003" y="38854"/>
                      <a:pt x="352396" y="40521"/>
                    </a:cubicBezTo>
                    <a:cubicBezTo>
                      <a:pt x="353711" y="42253"/>
                      <a:pt x="355378" y="43619"/>
                      <a:pt x="357396" y="44635"/>
                    </a:cubicBezTo>
                    <a:cubicBezTo>
                      <a:pt x="359401" y="45638"/>
                      <a:pt x="361771" y="46146"/>
                      <a:pt x="364479" y="46146"/>
                    </a:cubicBezTo>
                    <a:cubicBezTo>
                      <a:pt x="366771" y="46146"/>
                      <a:pt x="368906" y="45651"/>
                      <a:pt x="370885" y="44687"/>
                    </a:cubicBezTo>
                    <a:cubicBezTo>
                      <a:pt x="372865" y="43711"/>
                      <a:pt x="374544" y="42422"/>
                      <a:pt x="375937" y="40833"/>
                    </a:cubicBezTo>
                    <a:cubicBezTo>
                      <a:pt x="377396" y="39167"/>
                      <a:pt x="378516" y="37253"/>
                      <a:pt x="379323" y="35104"/>
                    </a:cubicBezTo>
                    <a:cubicBezTo>
                      <a:pt x="380117" y="32943"/>
                      <a:pt x="380521" y="30651"/>
                      <a:pt x="380521" y="28229"/>
                    </a:cubicBezTo>
                    <a:cubicBezTo>
                      <a:pt x="380521" y="25442"/>
                      <a:pt x="380117" y="22839"/>
                      <a:pt x="379323" y="20417"/>
                    </a:cubicBezTo>
                    <a:cubicBezTo>
                      <a:pt x="378516" y="17982"/>
                      <a:pt x="377422" y="15859"/>
                      <a:pt x="376042" y="14062"/>
                    </a:cubicBezTo>
                    <a:cubicBezTo>
                      <a:pt x="374648" y="12318"/>
                      <a:pt x="372982" y="10937"/>
                      <a:pt x="371042" y="9896"/>
                    </a:cubicBezTo>
                    <a:cubicBezTo>
                      <a:pt x="369088" y="8854"/>
                      <a:pt x="366940" y="8333"/>
                      <a:pt x="364584" y="8333"/>
                    </a:cubicBezTo>
                    <a:close/>
                    <a:moveTo>
                      <a:pt x="247604" y="8333"/>
                    </a:moveTo>
                    <a:cubicBezTo>
                      <a:pt x="243229" y="8333"/>
                      <a:pt x="239505" y="9583"/>
                      <a:pt x="236459" y="12083"/>
                    </a:cubicBezTo>
                    <a:cubicBezTo>
                      <a:pt x="233398" y="14583"/>
                      <a:pt x="231875" y="17916"/>
                      <a:pt x="231875" y="22083"/>
                    </a:cubicBezTo>
                    <a:cubicBezTo>
                      <a:pt x="231875" y="26458"/>
                      <a:pt x="233359" y="29844"/>
                      <a:pt x="236354" y="32239"/>
                    </a:cubicBezTo>
                    <a:cubicBezTo>
                      <a:pt x="239336" y="34635"/>
                      <a:pt x="243086" y="35833"/>
                      <a:pt x="247604" y="35833"/>
                    </a:cubicBezTo>
                    <a:cubicBezTo>
                      <a:pt x="251979" y="35833"/>
                      <a:pt x="255690" y="34635"/>
                      <a:pt x="258750" y="32239"/>
                    </a:cubicBezTo>
                    <a:cubicBezTo>
                      <a:pt x="261797" y="29844"/>
                      <a:pt x="263333" y="26458"/>
                      <a:pt x="263333" y="22083"/>
                    </a:cubicBezTo>
                    <a:cubicBezTo>
                      <a:pt x="263333" y="17916"/>
                      <a:pt x="261797" y="14583"/>
                      <a:pt x="258750" y="12083"/>
                    </a:cubicBezTo>
                    <a:cubicBezTo>
                      <a:pt x="255690" y="9583"/>
                      <a:pt x="251979" y="8333"/>
                      <a:pt x="247604" y="8333"/>
                    </a:cubicBezTo>
                    <a:close/>
                    <a:moveTo>
                      <a:pt x="586146" y="7188"/>
                    </a:moveTo>
                    <a:cubicBezTo>
                      <a:pt x="582396" y="7188"/>
                      <a:pt x="579453" y="8398"/>
                      <a:pt x="577344" y="10833"/>
                    </a:cubicBezTo>
                    <a:cubicBezTo>
                      <a:pt x="575222" y="13255"/>
                      <a:pt x="573646" y="16172"/>
                      <a:pt x="572604" y="19583"/>
                    </a:cubicBezTo>
                    <a:cubicBezTo>
                      <a:pt x="571484" y="23047"/>
                      <a:pt x="570807" y="26719"/>
                      <a:pt x="570573" y="30573"/>
                    </a:cubicBezTo>
                    <a:cubicBezTo>
                      <a:pt x="570326" y="34427"/>
                      <a:pt x="570209" y="37812"/>
                      <a:pt x="570209" y="40729"/>
                    </a:cubicBezTo>
                    <a:cubicBezTo>
                      <a:pt x="570209" y="43646"/>
                      <a:pt x="570326" y="46992"/>
                      <a:pt x="570573" y="50781"/>
                    </a:cubicBezTo>
                    <a:cubicBezTo>
                      <a:pt x="570807" y="54557"/>
                      <a:pt x="571484" y="58190"/>
                      <a:pt x="572604" y="61667"/>
                    </a:cubicBezTo>
                    <a:cubicBezTo>
                      <a:pt x="573646" y="65065"/>
                      <a:pt x="575222" y="67943"/>
                      <a:pt x="577344" y="70312"/>
                    </a:cubicBezTo>
                    <a:cubicBezTo>
                      <a:pt x="579453" y="72669"/>
                      <a:pt x="582396" y="73854"/>
                      <a:pt x="586146" y="73854"/>
                    </a:cubicBezTo>
                    <a:cubicBezTo>
                      <a:pt x="589896" y="73854"/>
                      <a:pt x="592878" y="72669"/>
                      <a:pt x="595104" y="70312"/>
                    </a:cubicBezTo>
                    <a:cubicBezTo>
                      <a:pt x="597318" y="67943"/>
                      <a:pt x="598984" y="65065"/>
                      <a:pt x="600104" y="61667"/>
                    </a:cubicBezTo>
                    <a:cubicBezTo>
                      <a:pt x="601276" y="58190"/>
                      <a:pt x="602045" y="54557"/>
                      <a:pt x="602396" y="50781"/>
                    </a:cubicBezTo>
                    <a:cubicBezTo>
                      <a:pt x="602734" y="46992"/>
                      <a:pt x="602917" y="43646"/>
                      <a:pt x="602917" y="40729"/>
                    </a:cubicBezTo>
                    <a:cubicBezTo>
                      <a:pt x="602917" y="37812"/>
                      <a:pt x="602734" y="34427"/>
                      <a:pt x="602396" y="30573"/>
                    </a:cubicBezTo>
                    <a:cubicBezTo>
                      <a:pt x="602045" y="26719"/>
                      <a:pt x="601276" y="23047"/>
                      <a:pt x="600104" y="19583"/>
                    </a:cubicBezTo>
                    <a:cubicBezTo>
                      <a:pt x="598984" y="16172"/>
                      <a:pt x="597318" y="13255"/>
                      <a:pt x="595104" y="10833"/>
                    </a:cubicBezTo>
                    <a:cubicBezTo>
                      <a:pt x="592878" y="8398"/>
                      <a:pt x="589896" y="7188"/>
                      <a:pt x="586146" y="7188"/>
                    </a:cubicBezTo>
                    <a:close/>
                    <a:moveTo>
                      <a:pt x="521042" y="7188"/>
                    </a:moveTo>
                    <a:cubicBezTo>
                      <a:pt x="517292" y="7188"/>
                      <a:pt x="514349" y="8398"/>
                      <a:pt x="512240" y="10833"/>
                    </a:cubicBezTo>
                    <a:cubicBezTo>
                      <a:pt x="510117" y="13255"/>
                      <a:pt x="508542" y="16172"/>
                      <a:pt x="507500" y="19583"/>
                    </a:cubicBezTo>
                    <a:cubicBezTo>
                      <a:pt x="506380" y="23047"/>
                      <a:pt x="505703" y="26719"/>
                      <a:pt x="505469" y="30573"/>
                    </a:cubicBezTo>
                    <a:cubicBezTo>
                      <a:pt x="505222" y="34427"/>
                      <a:pt x="505104" y="37812"/>
                      <a:pt x="505104" y="40729"/>
                    </a:cubicBezTo>
                    <a:cubicBezTo>
                      <a:pt x="505104" y="43646"/>
                      <a:pt x="505222" y="46992"/>
                      <a:pt x="505469" y="50781"/>
                    </a:cubicBezTo>
                    <a:cubicBezTo>
                      <a:pt x="505703" y="54557"/>
                      <a:pt x="506380" y="58190"/>
                      <a:pt x="507500" y="61667"/>
                    </a:cubicBezTo>
                    <a:cubicBezTo>
                      <a:pt x="508542" y="65065"/>
                      <a:pt x="510117" y="67943"/>
                      <a:pt x="512240" y="70312"/>
                    </a:cubicBezTo>
                    <a:cubicBezTo>
                      <a:pt x="514349" y="72669"/>
                      <a:pt x="517292" y="73854"/>
                      <a:pt x="521042" y="73854"/>
                    </a:cubicBezTo>
                    <a:cubicBezTo>
                      <a:pt x="524792" y="73854"/>
                      <a:pt x="527774" y="72669"/>
                      <a:pt x="530000" y="70312"/>
                    </a:cubicBezTo>
                    <a:cubicBezTo>
                      <a:pt x="532214" y="67943"/>
                      <a:pt x="533880" y="65065"/>
                      <a:pt x="535000" y="61667"/>
                    </a:cubicBezTo>
                    <a:cubicBezTo>
                      <a:pt x="536172" y="58190"/>
                      <a:pt x="536940" y="54557"/>
                      <a:pt x="537292" y="50781"/>
                    </a:cubicBezTo>
                    <a:cubicBezTo>
                      <a:pt x="537630" y="46992"/>
                      <a:pt x="537813" y="43646"/>
                      <a:pt x="537813" y="40729"/>
                    </a:cubicBezTo>
                    <a:cubicBezTo>
                      <a:pt x="537813" y="37812"/>
                      <a:pt x="537630" y="34427"/>
                      <a:pt x="537292" y="30573"/>
                    </a:cubicBezTo>
                    <a:cubicBezTo>
                      <a:pt x="536940" y="26719"/>
                      <a:pt x="536172" y="23047"/>
                      <a:pt x="535000" y="19583"/>
                    </a:cubicBezTo>
                    <a:cubicBezTo>
                      <a:pt x="533880" y="16172"/>
                      <a:pt x="532214" y="13255"/>
                      <a:pt x="530000" y="10833"/>
                    </a:cubicBezTo>
                    <a:cubicBezTo>
                      <a:pt x="527774" y="8398"/>
                      <a:pt x="524792" y="7188"/>
                      <a:pt x="521042" y="7188"/>
                    </a:cubicBezTo>
                    <a:close/>
                    <a:moveTo>
                      <a:pt x="91354" y="7188"/>
                    </a:moveTo>
                    <a:cubicBezTo>
                      <a:pt x="87604" y="7188"/>
                      <a:pt x="84661" y="8398"/>
                      <a:pt x="82552" y="10833"/>
                    </a:cubicBezTo>
                    <a:cubicBezTo>
                      <a:pt x="80430" y="13255"/>
                      <a:pt x="78854" y="16172"/>
                      <a:pt x="77812" y="19583"/>
                    </a:cubicBezTo>
                    <a:cubicBezTo>
                      <a:pt x="76693" y="23047"/>
                      <a:pt x="76015" y="26719"/>
                      <a:pt x="75781" y="30573"/>
                    </a:cubicBezTo>
                    <a:cubicBezTo>
                      <a:pt x="75534" y="34427"/>
                      <a:pt x="75417" y="37812"/>
                      <a:pt x="75417" y="40729"/>
                    </a:cubicBezTo>
                    <a:cubicBezTo>
                      <a:pt x="75417" y="43646"/>
                      <a:pt x="75534" y="46992"/>
                      <a:pt x="75781" y="50781"/>
                    </a:cubicBezTo>
                    <a:cubicBezTo>
                      <a:pt x="76015" y="54557"/>
                      <a:pt x="76693" y="58190"/>
                      <a:pt x="77812" y="61667"/>
                    </a:cubicBezTo>
                    <a:cubicBezTo>
                      <a:pt x="78854" y="65065"/>
                      <a:pt x="80430" y="67943"/>
                      <a:pt x="82552" y="70312"/>
                    </a:cubicBezTo>
                    <a:cubicBezTo>
                      <a:pt x="84661" y="72669"/>
                      <a:pt x="87604" y="73854"/>
                      <a:pt x="91354" y="73854"/>
                    </a:cubicBezTo>
                    <a:cubicBezTo>
                      <a:pt x="95104" y="73854"/>
                      <a:pt x="98086" y="72669"/>
                      <a:pt x="100312" y="70312"/>
                    </a:cubicBezTo>
                    <a:cubicBezTo>
                      <a:pt x="102526" y="67943"/>
                      <a:pt x="104193" y="65065"/>
                      <a:pt x="105312" y="61667"/>
                    </a:cubicBezTo>
                    <a:cubicBezTo>
                      <a:pt x="106484" y="58190"/>
                      <a:pt x="107253" y="54557"/>
                      <a:pt x="107604" y="50781"/>
                    </a:cubicBezTo>
                    <a:cubicBezTo>
                      <a:pt x="107942" y="46992"/>
                      <a:pt x="108125" y="43646"/>
                      <a:pt x="108125" y="40729"/>
                    </a:cubicBezTo>
                    <a:cubicBezTo>
                      <a:pt x="108125" y="37812"/>
                      <a:pt x="107942" y="34427"/>
                      <a:pt x="107604" y="30573"/>
                    </a:cubicBezTo>
                    <a:cubicBezTo>
                      <a:pt x="107253" y="26719"/>
                      <a:pt x="106484" y="23047"/>
                      <a:pt x="105312" y="19583"/>
                    </a:cubicBezTo>
                    <a:cubicBezTo>
                      <a:pt x="104193" y="16172"/>
                      <a:pt x="102526" y="13255"/>
                      <a:pt x="100312" y="10833"/>
                    </a:cubicBezTo>
                    <a:cubicBezTo>
                      <a:pt x="98086" y="8398"/>
                      <a:pt x="95104" y="7188"/>
                      <a:pt x="91354" y="7188"/>
                    </a:cubicBezTo>
                    <a:close/>
                    <a:moveTo>
                      <a:pt x="437083" y="3125"/>
                    </a:moveTo>
                    <a:lnTo>
                      <a:pt x="476771" y="3125"/>
                    </a:lnTo>
                    <a:lnTo>
                      <a:pt x="476771" y="10208"/>
                    </a:lnTo>
                    <a:lnTo>
                      <a:pt x="443438" y="10208"/>
                    </a:lnTo>
                    <a:lnTo>
                      <a:pt x="441979" y="35833"/>
                    </a:lnTo>
                    <a:cubicBezTo>
                      <a:pt x="443568" y="33672"/>
                      <a:pt x="445847" y="31992"/>
                      <a:pt x="448802" y="30781"/>
                    </a:cubicBezTo>
                    <a:cubicBezTo>
                      <a:pt x="451745" y="29557"/>
                      <a:pt x="455104" y="28958"/>
                      <a:pt x="458854" y="28958"/>
                    </a:cubicBezTo>
                    <a:cubicBezTo>
                      <a:pt x="461836" y="28958"/>
                      <a:pt x="464649" y="29492"/>
                      <a:pt x="467292" y="30573"/>
                    </a:cubicBezTo>
                    <a:cubicBezTo>
                      <a:pt x="469922" y="31641"/>
                      <a:pt x="472253" y="33255"/>
                      <a:pt x="474271" y="35417"/>
                    </a:cubicBezTo>
                    <a:cubicBezTo>
                      <a:pt x="476211" y="37565"/>
                      <a:pt x="477774" y="40260"/>
                      <a:pt x="478959" y="43490"/>
                    </a:cubicBezTo>
                    <a:cubicBezTo>
                      <a:pt x="480130" y="46719"/>
                      <a:pt x="480729" y="50521"/>
                      <a:pt x="480729" y="54896"/>
                    </a:cubicBezTo>
                    <a:cubicBezTo>
                      <a:pt x="480729" y="58711"/>
                      <a:pt x="480156" y="62213"/>
                      <a:pt x="479011" y="65417"/>
                    </a:cubicBezTo>
                    <a:cubicBezTo>
                      <a:pt x="477865" y="68607"/>
                      <a:pt x="476250" y="71354"/>
                      <a:pt x="474167" y="73646"/>
                    </a:cubicBezTo>
                    <a:cubicBezTo>
                      <a:pt x="472005" y="75938"/>
                      <a:pt x="469453" y="77721"/>
                      <a:pt x="466511" y="79010"/>
                    </a:cubicBezTo>
                    <a:cubicBezTo>
                      <a:pt x="463555" y="80286"/>
                      <a:pt x="460274" y="80937"/>
                      <a:pt x="456667" y="80937"/>
                    </a:cubicBezTo>
                    <a:cubicBezTo>
                      <a:pt x="450065" y="80937"/>
                      <a:pt x="444505" y="79193"/>
                      <a:pt x="440000" y="75729"/>
                    </a:cubicBezTo>
                    <a:cubicBezTo>
                      <a:pt x="435482" y="72252"/>
                      <a:pt x="433047" y="67213"/>
                      <a:pt x="432709" y="60625"/>
                    </a:cubicBezTo>
                    <a:lnTo>
                      <a:pt x="440938" y="60625"/>
                    </a:lnTo>
                    <a:cubicBezTo>
                      <a:pt x="441563" y="64857"/>
                      <a:pt x="443334" y="68138"/>
                      <a:pt x="446250" y="70469"/>
                    </a:cubicBezTo>
                    <a:cubicBezTo>
                      <a:pt x="449167" y="72786"/>
                      <a:pt x="452734" y="73958"/>
                      <a:pt x="456979" y="73958"/>
                    </a:cubicBezTo>
                    <a:cubicBezTo>
                      <a:pt x="461354" y="73958"/>
                      <a:pt x="465013" y="72252"/>
                      <a:pt x="467969" y="68854"/>
                    </a:cubicBezTo>
                    <a:cubicBezTo>
                      <a:pt x="470912" y="65443"/>
                      <a:pt x="472396" y="60833"/>
                      <a:pt x="472396" y="55000"/>
                    </a:cubicBezTo>
                    <a:cubicBezTo>
                      <a:pt x="472396" y="48607"/>
                      <a:pt x="470938" y="43815"/>
                      <a:pt x="468021" y="40625"/>
                    </a:cubicBezTo>
                    <a:cubicBezTo>
                      <a:pt x="465104" y="37422"/>
                      <a:pt x="461459" y="35833"/>
                      <a:pt x="457084" y="35833"/>
                    </a:cubicBezTo>
                    <a:cubicBezTo>
                      <a:pt x="453607" y="35833"/>
                      <a:pt x="450547" y="36718"/>
                      <a:pt x="447917" y="38490"/>
                    </a:cubicBezTo>
                    <a:cubicBezTo>
                      <a:pt x="445274" y="40260"/>
                      <a:pt x="443542" y="42669"/>
                      <a:pt x="442709" y="45729"/>
                    </a:cubicBezTo>
                    <a:cubicBezTo>
                      <a:pt x="442565" y="46068"/>
                      <a:pt x="442461" y="46354"/>
                      <a:pt x="442396" y="46562"/>
                    </a:cubicBezTo>
                    <a:cubicBezTo>
                      <a:pt x="442318" y="46771"/>
                      <a:pt x="442213" y="46940"/>
                      <a:pt x="442084" y="47083"/>
                    </a:cubicBezTo>
                    <a:cubicBezTo>
                      <a:pt x="441940" y="47213"/>
                      <a:pt x="441745" y="47318"/>
                      <a:pt x="441511" y="47396"/>
                    </a:cubicBezTo>
                    <a:cubicBezTo>
                      <a:pt x="441263" y="47461"/>
                      <a:pt x="440964" y="47500"/>
                      <a:pt x="440625" y="47500"/>
                    </a:cubicBezTo>
                    <a:lnTo>
                      <a:pt x="435625" y="47500"/>
                    </a:lnTo>
                    <a:cubicBezTo>
                      <a:pt x="435000" y="47500"/>
                      <a:pt x="434609" y="47409"/>
                      <a:pt x="434479" y="47239"/>
                    </a:cubicBezTo>
                    <a:cubicBezTo>
                      <a:pt x="434336" y="47057"/>
                      <a:pt x="434271" y="46628"/>
                      <a:pt x="434271" y="45937"/>
                    </a:cubicBezTo>
                    <a:lnTo>
                      <a:pt x="435417" y="5104"/>
                    </a:lnTo>
                    <a:cubicBezTo>
                      <a:pt x="435417" y="4336"/>
                      <a:pt x="435534" y="3815"/>
                      <a:pt x="435781" y="3541"/>
                    </a:cubicBezTo>
                    <a:cubicBezTo>
                      <a:pt x="436016" y="3255"/>
                      <a:pt x="436458" y="3125"/>
                      <a:pt x="437083" y="3125"/>
                    </a:cubicBezTo>
                    <a:close/>
                    <a:moveTo>
                      <a:pt x="119062" y="3125"/>
                    </a:moveTo>
                    <a:lnTo>
                      <a:pt x="164062" y="3125"/>
                    </a:lnTo>
                    <a:cubicBezTo>
                      <a:pt x="164752" y="3125"/>
                      <a:pt x="165260" y="3281"/>
                      <a:pt x="165573" y="3594"/>
                    </a:cubicBezTo>
                    <a:cubicBezTo>
                      <a:pt x="165885" y="3906"/>
                      <a:pt x="166042" y="4401"/>
                      <a:pt x="166042" y="5104"/>
                    </a:cubicBezTo>
                    <a:lnTo>
                      <a:pt x="166042" y="9062"/>
                    </a:lnTo>
                    <a:cubicBezTo>
                      <a:pt x="166042" y="9609"/>
                      <a:pt x="165951" y="10130"/>
                      <a:pt x="165781" y="10625"/>
                    </a:cubicBezTo>
                    <a:cubicBezTo>
                      <a:pt x="165599" y="11107"/>
                      <a:pt x="165416" y="11563"/>
                      <a:pt x="165208" y="11979"/>
                    </a:cubicBezTo>
                    <a:lnTo>
                      <a:pt x="138021" y="79167"/>
                    </a:lnTo>
                    <a:lnTo>
                      <a:pt x="128750" y="79167"/>
                    </a:lnTo>
                    <a:lnTo>
                      <a:pt x="157292" y="10312"/>
                    </a:lnTo>
                    <a:lnTo>
                      <a:pt x="119062" y="10312"/>
                    </a:lnTo>
                    <a:close/>
                    <a:moveTo>
                      <a:pt x="364063" y="1354"/>
                    </a:moveTo>
                    <a:cubicBezTo>
                      <a:pt x="367396" y="1354"/>
                      <a:pt x="370586" y="1875"/>
                      <a:pt x="373646" y="2917"/>
                    </a:cubicBezTo>
                    <a:cubicBezTo>
                      <a:pt x="376693" y="3958"/>
                      <a:pt x="379440" y="5859"/>
                      <a:pt x="381875" y="8646"/>
                    </a:cubicBezTo>
                    <a:cubicBezTo>
                      <a:pt x="384232" y="11419"/>
                      <a:pt x="386120" y="15260"/>
                      <a:pt x="387552" y="20156"/>
                    </a:cubicBezTo>
                    <a:cubicBezTo>
                      <a:pt x="388971" y="25052"/>
                      <a:pt x="389687" y="31315"/>
                      <a:pt x="389687" y="38958"/>
                    </a:cubicBezTo>
                    <a:cubicBezTo>
                      <a:pt x="389687" y="52917"/>
                      <a:pt x="387357" y="63385"/>
                      <a:pt x="382709" y="70365"/>
                    </a:cubicBezTo>
                    <a:cubicBezTo>
                      <a:pt x="378047" y="77344"/>
                      <a:pt x="371732" y="80833"/>
                      <a:pt x="363750" y="80833"/>
                    </a:cubicBezTo>
                    <a:cubicBezTo>
                      <a:pt x="357357" y="80833"/>
                      <a:pt x="352200" y="79062"/>
                      <a:pt x="348281" y="75521"/>
                    </a:cubicBezTo>
                    <a:cubicBezTo>
                      <a:pt x="344349" y="71979"/>
                      <a:pt x="342084" y="67148"/>
                      <a:pt x="341459" y="61042"/>
                    </a:cubicBezTo>
                    <a:lnTo>
                      <a:pt x="349688" y="61042"/>
                    </a:lnTo>
                    <a:cubicBezTo>
                      <a:pt x="349818" y="65000"/>
                      <a:pt x="351328" y="68125"/>
                      <a:pt x="354219" y="70417"/>
                    </a:cubicBezTo>
                    <a:cubicBezTo>
                      <a:pt x="357096" y="72708"/>
                      <a:pt x="360417" y="73854"/>
                      <a:pt x="364167" y="73854"/>
                    </a:cubicBezTo>
                    <a:cubicBezTo>
                      <a:pt x="367774" y="73854"/>
                      <a:pt x="370781" y="72812"/>
                      <a:pt x="373177" y="70729"/>
                    </a:cubicBezTo>
                    <a:cubicBezTo>
                      <a:pt x="375573" y="68646"/>
                      <a:pt x="377461" y="65937"/>
                      <a:pt x="378854" y="62604"/>
                    </a:cubicBezTo>
                    <a:cubicBezTo>
                      <a:pt x="380235" y="59336"/>
                      <a:pt x="381198" y="55651"/>
                      <a:pt x="381719" y="51562"/>
                    </a:cubicBezTo>
                    <a:cubicBezTo>
                      <a:pt x="382240" y="47461"/>
                      <a:pt x="382500" y="43398"/>
                      <a:pt x="382500" y="39375"/>
                    </a:cubicBezTo>
                    <a:cubicBezTo>
                      <a:pt x="380899" y="43880"/>
                      <a:pt x="378359" y="47213"/>
                      <a:pt x="374896" y="49375"/>
                    </a:cubicBezTo>
                    <a:cubicBezTo>
                      <a:pt x="371419" y="51523"/>
                      <a:pt x="367396" y="52604"/>
                      <a:pt x="362812" y="52604"/>
                    </a:cubicBezTo>
                    <a:cubicBezTo>
                      <a:pt x="355938" y="52604"/>
                      <a:pt x="350430" y="50273"/>
                      <a:pt x="346302" y="45625"/>
                    </a:cubicBezTo>
                    <a:cubicBezTo>
                      <a:pt x="342161" y="40964"/>
                      <a:pt x="340104" y="34792"/>
                      <a:pt x="340104" y="27083"/>
                    </a:cubicBezTo>
                    <a:cubicBezTo>
                      <a:pt x="340104" y="23541"/>
                      <a:pt x="340638" y="20208"/>
                      <a:pt x="341719" y="17083"/>
                    </a:cubicBezTo>
                    <a:cubicBezTo>
                      <a:pt x="342787" y="13958"/>
                      <a:pt x="344375" y="11211"/>
                      <a:pt x="346459" y="8854"/>
                    </a:cubicBezTo>
                    <a:cubicBezTo>
                      <a:pt x="348542" y="6562"/>
                      <a:pt x="351055" y="4739"/>
                      <a:pt x="354010" y="3385"/>
                    </a:cubicBezTo>
                    <a:cubicBezTo>
                      <a:pt x="356953" y="2031"/>
                      <a:pt x="360313" y="1354"/>
                      <a:pt x="364063" y="1354"/>
                    </a:cubicBezTo>
                    <a:close/>
                    <a:moveTo>
                      <a:pt x="298229" y="1354"/>
                    </a:moveTo>
                    <a:cubicBezTo>
                      <a:pt x="304609" y="1354"/>
                      <a:pt x="309961" y="3047"/>
                      <a:pt x="314271" y="6458"/>
                    </a:cubicBezTo>
                    <a:cubicBezTo>
                      <a:pt x="318568" y="9857"/>
                      <a:pt x="320729" y="14857"/>
                      <a:pt x="320729" y="21458"/>
                    </a:cubicBezTo>
                    <a:cubicBezTo>
                      <a:pt x="320729" y="25898"/>
                      <a:pt x="319349" y="30521"/>
                      <a:pt x="316614" y="35312"/>
                    </a:cubicBezTo>
                    <a:cubicBezTo>
                      <a:pt x="313867" y="40104"/>
                      <a:pt x="310586" y="44752"/>
                      <a:pt x="306771" y="49271"/>
                    </a:cubicBezTo>
                    <a:cubicBezTo>
                      <a:pt x="302943" y="53776"/>
                      <a:pt x="298984" y="58021"/>
                      <a:pt x="294896" y="61979"/>
                    </a:cubicBezTo>
                    <a:cubicBezTo>
                      <a:pt x="290794" y="65937"/>
                      <a:pt x="287396" y="69271"/>
                      <a:pt x="284687" y="71979"/>
                    </a:cubicBezTo>
                    <a:lnTo>
                      <a:pt x="322396" y="71979"/>
                    </a:lnTo>
                    <a:lnTo>
                      <a:pt x="322396" y="79167"/>
                    </a:lnTo>
                    <a:lnTo>
                      <a:pt x="276667" y="79167"/>
                    </a:lnTo>
                    <a:cubicBezTo>
                      <a:pt x="276042" y="79167"/>
                      <a:pt x="275638" y="79062"/>
                      <a:pt x="275469" y="78854"/>
                    </a:cubicBezTo>
                    <a:cubicBezTo>
                      <a:pt x="275287" y="78646"/>
                      <a:pt x="275208" y="78229"/>
                      <a:pt x="275208" y="77604"/>
                    </a:cubicBezTo>
                    <a:lnTo>
                      <a:pt x="275208" y="71354"/>
                    </a:lnTo>
                    <a:cubicBezTo>
                      <a:pt x="276380" y="70234"/>
                      <a:pt x="277825" y="68854"/>
                      <a:pt x="279531" y="67187"/>
                    </a:cubicBezTo>
                    <a:cubicBezTo>
                      <a:pt x="281224" y="65521"/>
                      <a:pt x="283086" y="63672"/>
                      <a:pt x="285104" y="61667"/>
                    </a:cubicBezTo>
                    <a:cubicBezTo>
                      <a:pt x="287044" y="59648"/>
                      <a:pt x="289062" y="57500"/>
                      <a:pt x="291146" y="55208"/>
                    </a:cubicBezTo>
                    <a:cubicBezTo>
                      <a:pt x="293229" y="52917"/>
                      <a:pt x="295274" y="50547"/>
                      <a:pt x="297292" y="48125"/>
                    </a:cubicBezTo>
                    <a:cubicBezTo>
                      <a:pt x="299297" y="45755"/>
                      <a:pt x="301211" y="43385"/>
                      <a:pt x="303021" y="40989"/>
                    </a:cubicBezTo>
                    <a:cubicBezTo>
                      <a:pt x="304818" y="38594"/>
                      <a:pt x="306380" y="36276"/>
                      <a:pt x="307708" y="34062"/>
                    </a:cubicBezTo>
                    <a:cubicBezTo>
                      <a:pt x="309088" y="31771"/>
                      <a:pt x="310182" y="29609"/>
                      <a:pt x="310990" y="27604"/>
                    </a:cubicBezTo>
                    <a:cubicBezTo>
                      <a:pt x="311784" y="25586"/>
                      <a:pt x="312187" y="23750"/>
                      <a:pt x="312187" y="22083"/>
                    </a:cubicBezTo>
                    <a:cubicBezTo>
                      <a:pt x="312187" y="17565"/>
                      <a:pt x="310859" y="14180"/>
                      <a:pt x="308229" y="11927"/>
                    </a:cubicBezTo>
                    <a:cubicBezTo>
                      <a:pt x="305586" y="9661"/>
                      <a:pt x="302187" y="8541"/>
                      <a:pt x="298021" y="8541"/>
                    </a:cubicBezTo>
                    <a:cubicBezTo>
                      <a:pt x="293985" y="8541"/>
                      <a:pt x="290703" y="9922"/>
                      <a:pt x="288177" y="12708"/>
                    </a:cubicBezTo>
                    <a:cubicBezTo>
                      <a:pt x="285638" y="15482"/>
                      <a:pt x="284375" y="19088"/>
                      <a:pt x="284375" y="23541"/>
                    </a:cubicBezTo>
                    <a:lnTo>
                      <a:pt x="275833" y="23541"/>
                    </a:lnTo>
                    <a:cubicBezTo>
                      <a:pt x="275833" y="20208"/>
                      <a:pt x="276380" y="17161"/>
                      <a:pt x="277500" y="14427"/>
                    </a:cubicBezTo>
                    <a:cubicBezTo>
                      <a:pt x="278607" y="11679"/>
                      <a:pt x="280169" y="9336"/>
                      <a:pt x="282188" y="7396"/>
                    </a:cubicBezTo>
                    <a:cubicBezTo>
                      <a:pt x="284193" y="5443"/>
                      <a:pt x="286576" y="3958"/>
                      <a:pt x="289323" y="2917"/>
                    </a:cubicBezTo>
                    <a:cubicBezTo>
                      <a:pt x="292057" y="1875"/>
                      <a:pt x="295026" y="1354"/>
                      <a:pt x="298229" y="1354"/>
                    </a:cubicBezTo>
                    <a:close/>
                    <a:moveTo>
                      <a:pt x="247604" y="1354"/>
                    </a:moveTo>
                    <a:cubicBezTo>
                      <a:pt x="254688" y="1354"/>
                      <a:pt x="260469" y="3151"/>
                      <a:pt x="264948" y="6771"/>
                    </a:cubicBezTo>
                    <a:cubicBezTo>
                      <a:pt x="269427" y="10378"/>
                      <a:pt x="271667" y="15442"/>
                      <a:pt x="271667" y="21979"/>
                    </a:cubicBezTo>
                    <a:cubicBezTo>
                      <a:pt x="271667" y="23854"/>
                      <a:pt x="271328" y="25729"/>
                      <a:pt x="270677" y="27604"/>
                    </a:cubicBezTo>
                    <a:cubicBezTo>
                      <a:pt x="270013" y="29479"/>
                      <a:pt x="269089" y="31250"/>
                      <a:pt x="267917" y="32916"/>
                    </a:cubicBezTo>
                    <a:cubicBezTo>
                      <a:pt x="266667" y="34583"/>
                      <a:pt x="265208" y="36054"/>
                      <a:pt x="263542" y="37344"/>
                    </a:cubicBezTo>
                    <a:cubicBezTo>
                      <a:pt x="261875" y="38619"/>
                      <a:pt x="260026" y="39544"/>
                      <a:pt x="258021" y="40104"/>
                    </a:cubicBezTo>
                    <a:cubicBezTo>
                      <a:pt x="262604" y="41354"/>
                      <a:pt x="266172" y="43619"/>
                      <a:pt x="268750" y="46927"/>
                    </a:cubicBezTo>
                    <a:cubicBezTo>
                      <a:pt x="271315" y="50221"/>
                      <a:pt x="272604" y="54088"/>
                      <a:pt x="272604" y="58542"/>
                    </a:cubicBezTo>
                    <a:cubicBezTo>
                      <a:pt x="272526" y="65690"/>
                      <a:pt x="270182" y="71198"/>
                      <a:pt x="265573" y="75052"/>
                    </a:cubicBezTo>
                    <a:cubicBezTo>
                      <a:pt x="260950" y="78906"/>
                      <a:pt x="254922" y="80833"/>
                      <a:pt x="247500" y="80833"/>
                    </a:cubicBezTo>
                    <a:cubicBezTo>
                      <a:pt x="240000" y="80833"/>
                      <a:pt x="233971" y="78906"/>
                      <a:pt x="229427" y="75052"/>
                    </a:cubicBezTo>
                    <a:cubicBezTo>
                      <a:pt x="224870" y="71198"/>
                      <a:pt x="222604" y="65690"/>
                      <a:pt x="222604" y="58542"/>
                    </a:cubicBezTo>
                    <a:cubicBezTo>
                      <a:pt x="222604" y="54648"/>
                      <a:pt x="223854" y="50950"/>
                      <a:pt x="226354" y="47448"/>
                    </a:cubicBezTo>
                    <a:cubicBezTo>
                      <a:pt x="228854" y="43932"/>
                      <a:pt x="232500" y="41354"/>
                      <a:pt x="237292" y="39687"/>
                    </a:cubicBezTo>
                    <a:cubicBezTo>
                      <a:pt x="232917" y="38854"/>
                      <a:pt x="229531" y="36732"/>
                      <a:pt x="227136" y="33333"/>
                    </a:cubicBezTo>
                    <a:cubicBezTo>
                      <a:pt x="224739" y="29922"/>
                      <a:pt x="223542" y="26146"/>
                      <a:pt x="223542" y="21979"/>
                    </a:cubicBezTo>
                    <a:cubicBezTo>
                      <a:pt x="223542" y="15442"/>
                      <a:pt x="225755" y="10378"/>
                      <a:pt x="230208" y="6771"/>
                    </a:cubicBezTo>
                    <a:cubicBezTo>
                      <a:pt x="234649" y="3151"/>
                      <a:pt x="240443" y="1354"/>
                      <a:pt x="247604" y="1354"/>
                    </a:cubicBezTo>
                    <a:close/>
                    <a:moveTo>
                      <a:pt x="24896" y="1354"/>
                    </a:moveTo>
                    <a:cubicBezTo>
                      <a:pt x="27943" y="1354"/>
                      <a:pt x="30885" y="1745"/>
                      <a:pt x="33698" y="2552"/>
                    </a:cubicBezTo>
                    <a:cubicBezTo>
                      <a:pt x="36510" y="3346"/>
                      <a:pt x="38984" y="4583"/>
                      <a:pt x="41146" y="6250"/>
                    </a:cubicBezTo>
                    <a:cubicBezTo>
                      <a:pt x="43229" y="7917"/>
                      <a:pt x="44909" y="10026"/>
                      <a:pt x="46198" y="12604"/>
                    </a:cubicBezTo>
                    <a:cubicBezTo>
                      <a:pt x="47474" y="15169"/>
                      <a:pt x="48125" y="18229"/>
                      <a:pt x="48125" y="21771"/>
                    </a:cubicBezTo>
                    <a:cubicBezTo>
                      <a:pt x="48125" y="26146"/>
                      <a:pt x="46693" y="30026"/>
                      <a:pt x="43854" y="33437"/>
                    </a:cubicBezTo>
                    <a:cubicBezTo>
                      <a:pt x="41002" y="36836"/>
                      <a:pt x="37291" y="38958"/>
                      <a:pt x="32708" y="39792"/>
                    </a:cubicBezTo>
                    <a:cubicBezTo>
                      <a:pt x="37773" y="40482"/>
                      <a:pt x="41888" y="42617"/>
                      <a:pt x="45052" y="46198"/>
                    </a:cubicBezTo>
                    <a:cubicBezTo>
                      <a:pt x="48203" y="49766"/>
                      <a:pt x="49791" y="54062"/>
                      <a:pt x="49791" y="59062"/>
                    </a:cubicBezTo>
                    <a:cubicBezTo>
                      <a:pt x="49791" y="62943"/>
                      <a:pt x="49075" y="66263"/>
                      <a:pt x="47656" y="69010"/>
                    </a:cubicBezTo>
                    <a:cubicBezTo>
                      <a:pt x="46224" y="71745"/>
                      <a:pt x="44336" y="74023"/>
                      <a:pt x="41979" y="75833"/>
                    </a:cubicBezTo>
                    <a:cubicBezTo>
                      <a:pt x="39609" y="77565"/>
                      <a:pt x="36901" y="78854"/>
                      <a:pt x="33854" y="79687"/>
                    </a:cubicBezTo>
                    <a:cubicBezTo>
                      <a:pt x="30794" y="80521"/>
                      <a:pt x="27669" y="80937"/>
                      <a:pt x="24479" y="80937"/>
                    </a:cubicBezTo>
                    <a:cubicBezTo>
                      <a:pt x="16979" y="80937"/>
                      <a:pt x="11055" y="78958"/>
                      <a:pt x="6719" y="75000"/>
                    </a:cubicBezTo>
                    <a:cubicBezTo>
                      <a:pt x="2369" y="71042"/>
                      <a:pt x="130" y="65547"/>
                      <a:pt x="0" y="58542"/>
                    </a:cubicBezTo>
                    <a:lnTo>
                      <a:pt x="8229" y="58542"/>
                    </a:lnTo>
                    <a:cubicBezTo>
                      <a:pt x="8711" y="63541"/>
                      <a:pt x="10364" y="67318"/>
                      <a:pt x="13177" y="69896"/>
                    </a:cubicBezTo>
                    <a:cubicBezTo>
                      <a:pt x="15990" y="72461"/>
                      <a:pt x="19857" y="73750"/>
                      <a:pt x="24792" y="73750"/>
                    </a:cubicBezTo>
                    <a:cubicBezTo>
                      <a:pt x="29922" y="73750"/>
                      <a:pt x="33984" y="72396"/>
                      <a:pt x="36979" y="69687"/>
                    </a:cubicBezTo>
                    <a:cubicBezTo>
                      <a:pt x="39961" y="66979"/>
                      <a:pt x="41458" y="63125"/>
                      <a:pt x="41458" y="58125"/>
                    </a:cubicBezTo>
                    <a:cubicBezTo>
                      <a:pt x="41458" y="55547"/>
                      <a:pt x="40964" y="53346"/>
                      <a:pt x="40000" y="51510"/>
                    </a:cubicBezTo>
                    <a:cubicBezTo>
                      <a:pt x="39023" y="49661"/>
                      <a:pt x="37734" y="48151"/>
                      <a:pt x="36146" y="46979"/>
                    </a:cubicBezTo>
                    <a:cubicBezTo>
                      <a:pt x="34479" y="45794"/>
                      <a:pt x="32617" y="44922"/>
                      <a:pt x="30573" y="44375"/>
                    </a:cubicBezTo>
                    <a:cubicBezTo>
                      <a:pt x="28516" y="43815"/>
                      <a:pt x="26419" y="43463"/>
                      <a:pt x="24271" y="43333"/>
                    </a:cubicBezTo>
                    <a:lnTo>
                      <a:pt x="20104" y="43333"/>
                    </a:lnTo>
                    <a:cubicBezTo>
                      <a:pt x="19271" y="43333"/>
                      <a:pt x="18776" y="43242"/>
                      <a:pt x="18646" y="43073"/>
                    </a:cubicBezTo>
                    <a:cubicBezTo>
                      <a:pt x="18502" y="42890"/>
                      <a:pt x="18437" y="42422"/>
                      <a:pt x="18437" y="41666"/>
                    </a:cubicBezTo>
                    <a:lnTo>
                      <a:pt x="18437" y="37812"/>
                    </a:lnTo>
                    <a:cubicBezTo>
                      <a:pt x="18437" y="36979"/>
                      <a:pt x="18502" y="36419"/>
                      <a:pt x="18646" y="36146"/>
                    </a:cubicBezTo>
                    <a:cubicBezTo>
                      <a:pt x="18776" y="35859"/>
                      <a:pt x="19271" y="35729"/>
                      <a:pt x="20104" y="35729"/>
                    </a:cubicBezTo>
                    <a:lnTo>
                      <a:pt x="23541" y="35729"/>
                    </a:lnTo>
                    <a:cubicBezTo>
                      <a:pt x="25625" y="35729"/>
                      <a:pt x="27656" y="35469"/>
                      <a:pt x="29635" y="34948"/>
                    </a:cubicBezTo>
                    <a:cubicBezTo>
                      <a:pt x="31614" y="34427"/>
                      <a:pt x="33333" y="33607"/>
                      <a:pt x="34792" y="32500"/>
                    </a:cubicBezTo>
                    <a:cubicBezTo>
                      <a:pt x="36315" y="31458"/>
                      <a:pt x="37526" y="30078"/>
                      <a:pt x="38437" y="28385"/>
                    </a:cubicBezTo>
                    <a:cubicBezTo>
                      <a:pt x="39336" y="26679"/>
                      <a:pt x="39792" y="24609"/>
                      <a:pt x="39792" y="22187"/>
                    </a:cubicBezTo>
                    <a:cubicBezTo>
                      <a:pt x="39792" y="17812"/>
                      <a:pt x="38346" y="14440"/>
                      <a:pt x="35469" y="12083"/>
                    </a:cubicBezTo>
                    <a:cubicBezTo>
                      <a:pt x="32578" y="9714"/>
                      <a:pt x="28958" y="8541"/>
                      <a:pt x="24583" y="8541"/>
                    </a:cubicBezTo>
                    <a:cubicBezTo>
                      <a:pt x="20065" y="8541"/>
                      <a:pt x="16510" y="9714"/>
                      <a:pt x="13906" y="12083"/>
                    </a:cubicBezTo>
                    <a:cubicBezTo>
                      <a:pt x="11302" y="14440"/>
                      <a:pt x="9791" y="17838"/>
                      <a:pt x="9375" y="22291"/>
                    </a:cubicBezTo>
                    <a:lnTo>
                      <a:pt x="1041" y="22291"/>
                    </a:lnTo>
                    <a:cubicBezTo>
                      <a:pt x="1107" y="15833"/>
                      <a:pt x="3333" y="10729"/>
                      <a:pt x="7708" y="6979"/>
                    </a:cubicBezTo>
                    <a:cubicBezTo>
                      <a:pt x="12083" y="3229"/>
                      <a:pt x="17812" y="1354"/>
                      <a:pt x="24896" y="1354"/>
                    </a:cubicBezTo>
                    <a:close/>
                    <a:moveTo>
                      <a:pt x="586146" y="0"/>
                    </a:moveTo>
                    <a:cubicBezTo>
                      <a:pt x="591354" y="0"/>
                      <a:pt x="595599" y="1211"/>
                      <a:pt x="598907" y="3646"/>
                    </a:cubicBezTo>
                    <a:cubicBezTo>
                      <a:pt x="602201" y="6067"/>
                      <a:pt x="604792" y="9193"/>
                      <a:pt x="606667" y="13021"/>
                    </a:cubicBezTo>
                    <a:cubicBezTo>
                      <a:pt x="608542" y="16901"/>
                      <a:pt x="609818" y="21276"/>
                      <a:pt x="610521" y="26146"/>
                    </a:cubicBezTo>
                    <a:cubicBezTo>
                      <a:pt x="611211" y="31002"/>
                      <a:pt x="611563" y="35859"/>
                      <a:pt x="611563" y="40729"/>
                    </a:cubicBezTo>
                    <a:cubicBezTo>
                      <a:pt x="611563" y="45651"/>
                      <a:pt x="611211" y="50521"/>
                      <a:pt x="610521" y="55312"/>
                    </a:cubicBezTo>
                    <a:cubicBezTo>
                      <a:pt x="609818" y="60104"/>
                      <a:pt x="608542" y="64440"/>
                      <a:pt x="606667" y="68333"/>
                    </a:cubicBezTo>
                    <a:cubicBezTo>
                      <a:pt x="604792" y="72148"/>
                      <a:pt x="602201" y="75234"/>
                      <a:pt x="598907" y="77604"/>
                    </a:cubicBezTo>
                    <a:cubicBezTo>
                      <a:pt x="595599" y="79961"/>
                      <a:pt x="591354" y="81146"/>
                      <a:pt x="586146" y="81146"/>
                    </a:cubicBezTo>
                    <a:cubicBezTo>
                      <a:pt x="581003" y="81146"/>
                      <a:pt x="576823" y="79961"/>
                      <a:pt x="573594" y="77604"/>
                    </a:cubicBezTo>
                    <a:cubicBezTo>
                      <a:pt x="570365" y="75234"/>
                      <a:pt x="567878" y="72148"/>
                      <a:pt x="566146" y="68333"/>
                    </a:cubicBezTo>
                    <a:cubicBezTo>
                      <a:pt x="564336" y="64440"/>
                      <a:pt x="563125" y="60104"/>
                      <a:pt x="562500" y="55312"/>
                    </a:cubicBezTo>
                    <a:cubicBezTo>
                      <a:pt x="561875" y="50521"/>
                      <a:pt x="561563" y="45651"/>
                      <a:pt x="561563" y="40729"/>
                    </a:cubicBezTo>
                    <a:cubicBezTo>
                      <a:pt x="561563" y="35859"/>
                      <a:pt x="561875" y="31002"/>
                      <a:pt x="562500" y="26146"/>
                    </a:cubicBezTo>
                    <a:cubicBezTo>
                      <a:pt x="563125" y="21276"/>
                      <a:pt x="564336" y="16901"/>
                      <a:pt x="566146" y="13021"/>
                    </a:cubicBezTo>
                    <a:cubicBezTo>
                      <a:pt x="567878" y="9193"/>
                      <a:pt x="570365" y="6067"/>
                      <a:pt x="573594" y="3646"/>
                    </a:cubicBezTo>
                    <a:cubicBezTo>
                      <a:pt x="576823" y="1211"/>
                      <a:pt x="581003" y="0"/>
                      <a:pt x="586146" y="0"/>
                    </a:cubicBezTo>
                    <a:close/>
                    <a:moveTo>
                      <a:pt x="521042" y="0"/>
                    </a:moveTo>
                    <a:cubicBezTo>
                      <a:pt x="526250" y="0"/>
                      <a:pt x="530495" y="1211"/>
                      <a:pt x="533802" y="3646"/>
                    </a:cubicBezTo>
                    <a:cubicBezTo>
                      <a:pt x="537097" y="6067"/>
                      <a:pt x="539688" y="9193"/>
                      <a:pt x="541563" y="13021"/>
                    </a:cubicBezTo>
                    <a:cubicBezTo>
                      <a:pt x="543438" y="16901"/>
                      <a:pt x="544714" y="21276"/>
                      <a:pt x="545417" y="26146"/>
                    </a:cubicBezTo>
                    <a:cubicBezTo>
                      <a:pt x="546107" y="31002"/>
                      <a:pt x="546458" y="35859"/>
                      <a:pt x="546458" y="40729"/>
                    </a:cubicBezTo>
                    <a:cubicBezTo>
                      <a:pt x="546458" y="45651"/>
                      <a:pt x="546107" y="50521"/>
                      <a:pt x="545417" y="55312"/>
                    </a:cubicBezTo>
                    <a:cubicBezTo>
                      <a:pt x="544714" y="60104"/>
                      <a:pt x="543438" y="64440"/>
                      <a:pt x="541563" y="68333"/>
                    </a:cubicBezTo>
                    <a:cubicBezTo>
                      <a:pt x="539688" y="72148"/>
                      <a:pt x="537097" y="75234"/>
                      <a:pt x="533802" y="77604"/>
                    </a:cubicBezTo>
                    <a:cubicBezTo>
                      <a:pt x="530495" y="79961"/>
                      <a:pt x="526250" y="81146"/>
                      <a:pt x="521042" y="81146"/>
                    </a:cubicBezTo>
                    <a:cubicBezTo>
                      <a:pt x="515899" y="81146"/>
                      <a:pt x="511719" y="79961"/>
                      <a:pt x="508490" y="77604"/>
                    </a:cubicBezTo>
                    <a:cubicBezTo>
                      <a:pt x="505261" y="75234"/>
                      <a:pt x="502773" y="72148"/>
                      <a:pt x="501042" y="68333"/>
                    </a:cubicBezTo>
                    <a:cubicBezTo>
                      <a:pt x="499232" y="64440"/>
                      <a:pt x="498021" y="60104"/>
                      <a:pt x="497396" y="55312"/>
                    </a:cubicBezTo>
                    <a:cubicBezTo>
                      <a:pt x="496771" y="50521"/>
                      <a:pt x="496458" y="45651"/>
                      <a:pt x="496458" y="40729"/>
                    </a:cubicBezTo>
                    <a:cubicBezTo>
                      <a:pt x="496458" y="35859"/>
                      <a:pt x="496771" y="31002"/>
                      <a:pt x="497396" y="26146"/>
                    </a:cubicBezTo>
                    <a:cubicBezTo>
                      <a:pt x="498021" y="21276"/>
                      <a:pt x="499232" y="16901"/>
                      <a:pt x="501042" y="13021"/>
                    </a:cubicBezTo>
                    <a:cubicBezTo>
                      <a:pt x="502773" y="9193"/>
                      <a:pt x="505261" y="6067"/>
                      <a:pt x="508490" y="3646"/>
                    </a:cubicBezTo>
                    <a:cubicBezTo>
                      <a:pt x="511719" y="1211"/>
                      <a:pt x="515899" y="0"/>
                      <a:pt x="521042" y="0"/>
                    </a:cubicBezTo>
                    <a:close/>
                    <a:moveTo>
                      <a:pt x="91354" y="0"/>
                    </a:moveTo>
                    <a:cubicBezTo>
                      <a:pt x="96562" y="0"/>
                      <a:pt x="100807" y="1211"/>
                      <a:pt x="104115" y="3646"/>
                    </a:cubicBezTo>
                    <a:cubicBezTo>
                      <a:pt x="107409" y="6067"/>
                      <a:pt x="110000" y="9193"/>
                      <a:pt x="111875" y="13021"/>
                    </a:cubicBezTo>
                    <a:cubicBezTo>
                      <a:pt x="113750" y="16901"/>
                      <a:pt x="115026" y="21276"/>
                      <a:pt x="115729" y="26146"/>
                    </a:cubicBezTo>
                    <a:cubicBezTo>
                      <a:pt x="116419" y="31002"/>
                      <a:pt x="116771" y="35859"/>
                      <a:pt x="116771" y="40729"/>
                    </a:cubicBezTo>
                    <a:cubicBezTo>
                      <a:pt x="116771" y="45651"/>
                      <a:pt x="116419" y="50521"/>
                      <a:pt x="115729" y="55312"/>
                    </a:cubicBezTo>
                    <a:cubicBezTo>
                      <a:pt x="115026" y="60104"/>
                      <a:pt x="113750" y="64440"/>
                      <a:pt x="111875" y="68333"/>
                    </a:cubicBezTo>
                    <a:cubicBezTo>
                      <a:pt x="110000" y="72148"/>
                      <a:pt x="107409" y="75234"/>
                      <a:pt x="104115" y="77604"/>
                    </a:cubicBezTo>
                    <a:cubicBezTo>
                      <a:pt x="100807" y="79961"/>
                      <a:pt x="96562" y="81146"/>
                      <a:pt x="91354" y="81146"/>
                    </a:cubicBezTo>
                    <a:cubicBezTo>
                      <a:pt x="86211" y="81146"/>
                      <a:pt x="82031" y="79961"/>
                      <a:pt x="78802" y="77604"/>
                    </a:cubicBezTo>
                    <a:cubicBezTo>
                      <a:pt x="75573" y="75234"/>
                      <a:pt x="73086" y="72148"/>
                      <a:pt x="71354" y="68333"/>
                    </a:cubicBezTo>
                    <a:cubicBezTo>
                      <a:pt x="69544" y="64440"/>
                      <a:pt x="68333" y="60104"/>
                      <a:pt x="67708" y="55312"/>
                    </a:cubicBezTo>
                    <a:cubicBezTo>
                      <a:pt x="67083" y="50521"/>
                      <a:pt x="66771" y="45651"/>
                      <a:pt x="66771" y="40729"/>
                    </a:cubicBezTo>
                    <a:cubicBezTo>
                      <a:pt x="66771" y="35859"/>
                      <a:pt x="67083" y="31002"/>
                      <a:pt x="67708" y="26146"/>
                    </a:cubicBezTo>
                    <a:cubicBezTo>
                      <a:pt x="68333" y="21276"/>
                      <a:pt x="69544" y="16901"/>
                      <a:pt x="71354" y="13021"/>
                    </a:cubicBezTo>
                    <a:cubicBezTo>
                      <a:pt x="73086" y="9193"/>
                      <a:pt x="75573" y="6067"/>
                      <a:pt x="78802" y="3646"/>
                    </a:cubicBezTo>
                    <a:cubicBezTo>
                      <a:pt x="82031" y="1211"/>
                      <a:pt x="86211" y="0"/>
                      <a:pt x="9135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8" name="TextBox 707">
                <a:extLst>
                  <a:ext uri="{FF2B5EF4-FFF2-40B4-BE49-F238E27FC236}">
                    <a16:creationId xmlns:a16="http://schemas.microsoft.com/office/drawing/2014/main" id="{E39A82AC-8A9B-4B7F-BCDD-B2672F48765C}"/>
                  </a:ext>
                </a:extLst>
              </p:cNvPr>
              <p:cNvSpPr txBox="1"/>
              <p:nvPr/>
            </p:nvSpPr>
            <p:spPr>
              <a:xfrm>
                <a:off x="3871936" y="6834630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307,829,500</a:t>
                </a:r>
              </a:p>
            </p:txBody>
          </p:sp>
        </p:grpSp>
        <p:sp>
          <p:nvSpPr>
            <p:cNvPr id="709" name="자유형: 도형 708">
              <a:extLst>
                <a:ext uri="{FF2B5EF4-FFF2-40B4-BE49-F238E27FC236}">
                  <a16:creationId xmlns:a16="http://schemas.microsoft.com/office/drawing/2014/main" id="{9BA6FF61-B836-440E-918B-78E0D134BB0F}"/>
                </a:ext>
              </a:extLst>
            </p:cNvPr>
            <p:cNvSpPr/>
            <p:nvPr/>
          </p:nvSpPr>
          <p:spPr>
            <a:xfrm>
              <a:off x="4752191" y="6872368"/>
              <a:ext cx="646041" cy="93646"/>
            </a:xfrm>
            <a:custGeom>
              <a:avLst/>
              <a:gdLst>
                <a:gd name="connsiteX0" fmla="*/ 391979 w 646041"/>
                <a:gd name="connsiteY0" fmla="*/ 67708 h 93646"/>
                <a:gd name="connsiteX1" fmla="*/ 400521 w 646041"/>
                <a:gd name="connsiteY1" fmla="*/ 67708 h 93646"/>
                <a:gd name="connsiteX2" fmla="*/ 400521 w 646041"/>
                <a:gd name="connsiteY2" fmla="*/ 83854 h 93646"/>
                <a:gd name="connsiteX3" fmla="*/ 454375 w 646041"/>
                <a:gd name="connsiteY3" fmla="*/ 83854 h 93646"/>
                <a:gd name="connsiteX4" fmla="*/ 454375 w 646041"/>
                <a:gd name="connsiteY4" fmla="*/ 90938 h 93646"/>
                <a:gd name="connsiteX5" fmla="*/ 394167 w 646041"/>
                <a:gd name="connsiteY5" fmla="*/ 90938 h 93646"/>
                <a:gd name="connsiteX6" fmla="*/ 392448 w 646041"/>
                <a:gd name="connsiteY6" fmla="*/ 90469 h 93646"/>
                <a:gd name="connsiteX7" fmla="*/ 391979 w 646041"/>
                <a:gd name="connsiteY7" fmla="*/ 88750 h 93646"/>
                <a:gd name="connsiteX8" fmla="*/ 13437 w 646041"/>
                <a:gd name="connsiteY8" fmla="*/ 65208 h 93646"/>
                <a:gd name="connsiteX9" fmla="*/ 21875 w 646041"/>
                <a:gd name="connsiteY9" fmla="*/ 65208 h 93646"/>
                <a:gd name="connsiteX10" fmla="*/ 21875 w 646041"/>
                <a:gd name="connsiteY10" fmla="*/ 83958 h 93646"/>
                <a:gd name="connsiteX11" fmla="*/ 74375 w 646041"/>
                <a:gd name="connsiteY11" fmla="*/ 83958 h 93646"/>
                <a:gd name="connsiteX12" fmla="*/ 74375 w 646041"/>
                <a:gd name="connsiteY12" fmla="*/ 90938 h 93646"/>
                <a:gd name="connsiteX13" fmla="*/ 15625 w 646041"/>
                <a:gd name="connsiteY13" fmla="*/ 90938 h 93646"/>
                <a:gd name="connsiteX14" fmla="*/ 13906 w 646041"/>
                <a:gd name="connsiteY14" fmla="*/ 90469 h 93646"/>
                <a:gd name="connsiteX15" fmla="*/ 13437 w 646041"/>
                <a:gd name="connsiteY15" fmla="*/ 88750 h 93646"/>
                <a:gd name="connsiteX16" fmla="*/ 584480 w 646041"/>
                <a:gd name="connsiteY16" fmla="*/ 63125 h 93646"/>
                <a:gd name="connsiteX17" fmla="*/ 643750 w 646041"/>
                <a:gd name="connsiteY17" fmla="*/ 63125 h 93646"/>
                <a:gd name="connsiteX18" fmla="*/ 645469 w 646041"/>
                <a:gd name="connsiteY18" fmla="*/ 63594 h 93646"/>
                <a:gd name="connsiteX19" fmla="*/ 645938 w 646041"/>
                <a:gd name="connsiteY19" fmla="*/ 65312 h 93646"/>
                <a:gd name="connsiteX20" fmla="*/ 645938 w 646041"/>
                <a:gd name="connsiteY20" fmla="*/ 93646 h 93646"/>
                <a:gd name="connsiteX21" fmla="*/ 637500 w 646041"/>
                <a:gd name="connsiteY21" fmla="*/ 93646 h 93646"/>
                <a:gd name="connsiteX22" fmla="*/ 637500 w 646041"/>
                <a:gd name="connsiteY22" fmla="*/ 70312 h 93646"/>
                <a:gd name="connsiteX23" fmla="*/ 584480 w 646041"/>
                <a:gd name="connsiteY23" fmla="*/ 70312 h 93646"/>
                <a:gd name="connsiteX24" fmla="*/ 298021 w 646041"/>
                <a:gd name="connsiteY24" fmla="*/ 63125 h 93646"/>
                <a:gd name="connsiteX25" fmla="*/ 357292 w 646041"/>
                <a:gd name="connsiteY25" fmla="*/ 63125 h 93646"/>
                <a:gd name="connsiteX26" fmla="*/ 359010 w 646041"/>
                <a:gd name="connsiteY26" fmla="*/ 63594 h 93646"/>
                <a:gd name="connsiteX27" fmla="*/ 359479 w 646041"/>
                <a:gd name="connsiteY27" fmla="*/ 65312 h 93646"/>
                <a:gd name="connsiteX28" fmla="*/ 359479 w 646041"/>
                <a:gd name="connsiteY28" fmla="*/ 93646 h 93646"/>
                <a:gd name="connsiteX29" fmla="*/ 351042 w 646041"/>
                <a:gd name="connsiteY29" fmla="*/ 93646 h 93646"/>
                <a:gd name="connsiteX30" fmla="*/ 351042 w 646041"/>
                <a:gd name="connsiteY30" fmla="*/ 70312 h 93646"/>
                <a:gd name="connsiteX31" fmla="*/ 298021 w 646041"/>
                <a:gd name="connsiteY31" fmla="*/ 70312 h 93646"/>
                <a:gd name="connsiteX32" fmla="*/ 191875 w 646041"/>
                <a:gd name="connsiteY32" fmla="*/ 51562 h 93646"/>
                <a:gd name="connsiteX33" fmla="*/ 276354 w 646041"/>
                <a:gd name="connsiteY33" fmla="*/ 51562 h 93646"/>
                <a:gd name="connsiteX34" fmla="*/ 276354 w 646041"/>
                <a:gd name="connsiteY34" fmla="*/ 58646 h 93646"/>
                <a:gd name="connsiteX35" fmla="*/ 238646 w 646041"/>
                <a:gd name="connsiteY35" fmla="*/ 58646 h 93646"/>
                <a:gd name="connsiteX36" fmla="*/ 238646 w 646041"/>
                <a:gd name="connsiteY36" fmla="*/ 93021 h 93646"/>
                <a:gd name="connsiteX37" fmla="*/ 230208 w 646041"/>
                <a:gd name="connsiteY37" fmla="*/ 93021 h 93646"/>
                <a:gd name="connsiteX38" fmla="*/ 230208 w 646041"/>
                <a:gd name="connsiteY38" fmla="*/ 58646 h 93646"/>
                <a:gd name="connsiteX39" fmla="*/ 191875 w 646041"/>
                <a:gd name="connsiteY39" fmla="*/ 58646 h 93646"/>
                <a:gd name="connsiteX40" fmla="*/ 440521 w 646041"/>
                <a:gd name="connsiteY40" fmla="*/ 38542 h 93646"/>
                <a:gd name="connsiteX41" fmla="*/ 440521 w 646041"/>
                <a:gd name="connsiteY41" fmla="*/ 45521 h 93646"/>
                <a:gd name="connsiteX42" fmla="*/ 433698 w 646041"/>
                <a:gd name="connsiteY42" fmla="*/ 46458 h 93646"/>
                <a:gd name="connsiteX43" fmla="*/ 425105 w 646041"/>
                <a:gd name="connsiteY43" fmla="*/ 47187 h 93646"/>
                <a:gd name="connsiteX44" fmla="*/ 415625 w 646041"/>
                <a:gd name="connsiteY44" fmla="*/ 47708 h 93646"/>
                <a:gd name="connsiteX45" fmla="*/ 406250 w 646041"/>
                <a:gd name="connsiteY45" fmla="*/ 47917 h 93646"/>
                <a:gd name="connsiteX46" fmla="*/ 406250 w 646041"/>
                <a:gd name="connsiteY46" fmla="*/ 62813 h 93646"/>
                <a:gd name="connsiteX47" fmla="*/ 398021 w 646041"/>
                <a:gd name="connsiteY47" fmla="*/ 62813 h 93646"/>
                <a:gd name="connsiteX48" fmla="*/ 398021 w 646041"/>
                <a:gd name="connsiteY48" fmla="*/ 48125 h 93646"/>
                <a:gd name="connsiteX49" fmla="*/ 376979 w 646041"/>
                <a:gd name="connsiteY49" fmla="*/ 48125 h 93646"/>
                <a:gd name="connsiteX50" fmla="*/ 376979 w 646041"/>
                <a:gd name="connsiteY50" fmla="*/ 41146 h 93646"/>
                <a:gd name="connsiteX51" fmla="*/ 404688 w 646041"/>
                <a:gd name="connsiteY51" fmla="*/ 41146 h 93646"/>
                <a:gd name="connsiteX52" fmla="*/ 413542 w 646041"/>
                <a:gd name="connsiteY52" fmla="*/ 40937 h 93646"/>
                <a:gd name="connsiteX53" fmla="*/ 423854 w 646041"/>
                <a:gd name="connsiteY53" fmla="*/ 40313 h 93646"/>
                <a:gd name="connsiteX54" fmla="*/ 433490 w 646041"/>
                <a:gd name="connsiteY54" fmla="*/ 39479 h 93646"/>
                <a:gd name="connsiteX55" fmla="*/ 440521 w 646041"/>
                <a:gd name="connsiteY55" fmla="*/ 38542 h 93646"/>
                <a:gd name="connsiteX56" fmla="*/ 26458 w 646041"/>
                <a:gd name="connsiteY56" fmla="*/ 31250 h 93646"/>
                <a:gd name="connsiteX57" fmla="*/ 15885 w 646041"/>
                <a:gd name="connsiteY57" fmla="*/ 34062 h 93646"/>
                <a:gd name="connsiteX58" fmla="*/ 11979 w 646041"/>
                <a:gd name="connsiteY58" fmla="*/ 41875 h 93646"/>
                <a:gd name="connsiteX59" fmla="*/ 15885 w 646041"/>
                <a:gd name="connsiteY59" fmla="*/ 49740 h 93646"/>
                <a:gd name="connsiteX60" fmla="*/ 26458 w 646041"/>
                <a:gd name="connsiteY60" fmla="*/ 52500 h 93646"/>
                <a:gd name="connsiteX61" fmla="*/ 36719 w 646041"/>
                <a:gd name="connsiteY61" fmla="*/ 49740 h 93646"/>
                <a:gd name="connsiteX62" fmla="*/ 40625 w 646041"/>
                <a:gd name="connsiteY62" fmla="*/ 41875 h 93646"/>
                <a:gd name="connsiteX63" fmla="*/ 36719 w 646041"/>
                <a:gd name="connsiteY63" fmla="*/ 34062 h 93646"/>
                <a:gd name="connsiteX64" fmla="*/ 26458 w 646041"/>
                <a:gd name="connsiteY64" fmla="*/ 31250 h 93646"/>
                <a:gd name="connsiteX65" fmla="*/ 26354 w 646041"/>
                <a:gd name="connsiteY65" fmla="*/ 25000 h 93646"/>
                <a:gd name="connsiteX66" fmla="*/ 42760 w 646041"/>
                <a:gd name="connsiteY66" fmla="*/ 29635 h 93646"/>
                <a:gd name="connsiteX67" fmla="*/ 49167 w 646041"/>
                <a:gd name="connsiteY67" fmla="*/ 41875 h 93646"/>
                <a:gd name="connsiteX68" fmla="*/ 42812 w 646041"/>
                <a:gd name="connsiteY68" fmla="*/ 54167 h 93646"/>
                <a:gd name="connsiteX69" fmla="*/ 26354 w 646041"/>
                <a:gd name="connsiteY69" fmla="*/ 58750 h 93646"/>
                <a:gd name="connsiteX70" fmla="*/ 9791 w 646041"/>
                <a:gd name="connsiteY70" fmla="*/ 54167 h 93646"/>
                <a:gd name="connsiteX71" fmla="*/ 3542 w 646041"/>
                <a:gd name="connsiteY71" fmla="*/ 41875 h 93646"/>
                <a:gd name="connsiteX72" fmla="*/ 9791 w 646041"/>
                <a:gd name="connsiteY72" fmla="*/ 29635 h 93646"/>
                <a:gd name="connsiteX73" fmla="*/ 26354 w 646041"/>
                <a:gd name="connsiteY73" fmla="*/ 25000 h 93646"/>
                <a:gd name="connsiteX74" fmla="*/ 0 w 646041"/>
                <a:gd name="connsiteY74" fmla="*/ 13646 h 93646"/>
                <a:gd name="connsiteX75" fmla="*/ 52917 w 646041"/>
                <a:gd name="connsiteY75" fmla="*/ 13646 h 93646"/>
                <a:gd name="connsiteX76" fmla="*/ 52917 w 646041"/>
                <a:gd name="connsiteY76" fmla="*/ 20208 h 93646"/>
                <a:gd name="connsiteX77" fmla="*/ 0 w 646041"/>
                <a:gd name="connsiteY77" fmla="*/ 20208 h 93646"/>
                <a:gd name="connsiteX78" fmla="*/ 406875 w 646041"/>
                <a:gd name="connsiteY78" fmla="*/ 7083 h 93646"/>
                <a:gd name="connsiteX79" fmla="*/ 395365 w 646041"/>
                <a:gd name="connsiteY79" fmla="*/ 10208 h 93646"/>
                <a:gd name="connsiteX80" fmla="*/ 392188 w 646041"/>
                <a:gd name="connsiteY80" fmla="*/ 17708 h 93646"/>
                <a:gd name="connsiteX81" fmla="*/ 395417 w 646041"/>
                <a:gd name="connsiteY81" fmla="*/ 25052 h 93646"/>
                <a:gd name="connsiteX82" fmla="*/ 406875 w 646041"/>
                <a:gd name="connsiteY82" fmla="*/ 27916 h 93646"/>
                <a:gd name="connsiteX83" fmla="*/ 418281 w 646041"/>
                <a:gd name="connsiteY83" fmla="*/ 25052 h 93646"/>
                <a:gd name="connsiteX84" fmla="*/ 421563 w 646041"/>
                <a:gd name="connsiteY84" fmla="*/ 17708 h 93646"/>
                <a:gd name="connsiteX85" fmla="*/ 418333 w 646041"/>
                <a:gd name="connsiteY85" fmla="*/ 10156 h 93646"/>
                <a:gd name="connsiteX86" fmla="*/ 406875 w 646041"/>
                <a:gd name="connsiteY86" fmla="*/ 7083 h 93646"/>
                <a:gd name="connsiteX87" fmla="*/ 470209 w 646041"/>
                <a:gd name="connsiteY87" fmla="*/ 5833 h 93646"/>
                <a:gd name="connsiteX88" fmla="*/ 518646 w 646041"/>
                <a:gd name="connsiteY88" fmla="*/ 5833 h 93646"/>
                <a:gd name="connsiteX89" fmla="*/ 518646 w 646041"/>
                <a:gd name="connsiteY89" fmla="*/ 12813 h 93646"/>
                <a:gd name="connsiteX90" fmla="*/ 498334 w 646041"/>
                <a:gd name="connsiteY90" fmla="*/ 12813 h 93646"/>
                <a:gd name="connsiteX91" fmla="*/ 498334 w 646041"/>
                <a:gd name="connsiteY91" fmla="*/ 21771 h 93646"/>
                <a:gd name="connsiteX92" fmla="*/ 499896 w 646041"/>
                <a:gd name="connsiteY92" fmla="*/ 35208 h 93646"/>
                <a:gd name="connsiteX93" fmla="*/ 504479 w 646041"/>
                <a:gd name="connsiteY93" fmla="*/ 46771 h 93646"/>
                <a:gd name="connsiteX94" fmla="*/ 512448 w 646041"/>
                <a:gd name="connsiteY94" fmla="*/ 57292 h 93646"/>
                <a:gd name="connsiteX95" fmla="*/ 523750 w 646041"/>
                <a:gd name="connsiteY95" fmla="*/ 65833 h 93646"/>
                <a:gd name="connsiteX96" fmla="*/ 520625 w 646041"/>
                <a:gd name="connsiteY96" fmla="*/ 68750 h 93646"/>
                <a:gd name="connsiteX97" fmla="*/ 517813 w 646041"/>
                <a:gd name="connsiteY97" fmla="*/ 71667 h 93646"/>
                <a:gd name="connsiteX98" fmla="*/ 510938 w 646041"/>
                <a:gd name="connsiteY98" fmla="*/ 66667 h 93646"/>
                <a:gd name="connsiteX99" fmla="*/ 504792 w 646041"/>
                <a:gd name="connsiteY99" fmla="*/ 60416 h 93646"/>
                <a:gd name="connsiteX100" fmla="*/ 498750 w 646041"/>
                <a:gd name="connsiteY100" fmla="*/ 52240 h 93646"/>
                <a:gd name="connsiteX101" fmla="*/ 494167 w 646041"/>
                <a:gd name="connsiteY101" fmla="*/ 42812 h 93646"/>
                <a:gd name="connsiteX102" fmla="*/ 490365 w 646041"/>
                <a:gd name="connsiteY102" fmla="*/ 51927 h 93646"/>
                <a:gd name="connsiteX103" fmla="*/ 484792 w 646041"/>
                <a:gd name="connsiteY103" fmla="*/ 60416 h 93646"/>
                <a:gd name="connsiteX104" fmla="*/ 478021 w 646041"/>
                <a:gd name="connsiteY104" fmla="*/ 68229 h 93646"/>
                <a:gd name="connsiteX105" fmla="*/ 470938 w 646041"/>
                <a:gd name="connsiteY105" fmla="*/ 74166 h 93646"/>
                <a:gd name="connsiteX106" fmla="*/ 467448 w 646041"/>
                <a:gd name="connsiteY106" fmla="*/ 71354 h 93646"/>
                <a:gd name="connsiteX107" fmla="*/ 463542 w 646041"/>
                <a:gd name="connsiteY107" fmla="*/ 68542 h 93646"/>
                <a:gd name="connsiteX108" fmla="*/ 474688 w 646041"/>
                <a:gd name="connsiteY108" fmla="*/ 59791 h 93646"/>
                <a:gd name="connsiteX109" fmla="*/ 483021 w 646041"/>
                <a:gd name="connsiteY109" fmla="*/ 48646 h 93646"/>
                <a:gd name="connsiteX110" fmla="*/ 488125 w 646041"/>
                <a:gd name="connsiteY110" fmla="*/ 35625 h 93646"/>
                <a:gd name="connsiteX111" fmla="*/ 489896 w 646041"/>
                <a:gd name="connsiteY111" fmla="*/ 20417 h 93646"/>
                <a:gd name="connsiteX112" fmla="*/ 489896 w 646041"/>
                <a:gd name="connsiteY112" fmla="*/ 12813 h 93646"/>
                <a:gd name="connsiteX113" fmla="*/ 470209 w 646041"/>
                <a:gd name="connsiteY113" fmla="*/ 12813 h 93646"/>
                <a:gd name="connsiteX114" fmla="*/ 576355 w 646041"/>
                <a:gd name="connsiteY114" fmla="*/ 3958 h 93646"/>
                <a:gd name="connsiteX115" fmla="*/ 613959 w 646041"/>
                <a:gd name="connsiteY115" fmla="*/ 3958 h 93646"/>
                <a:gd name="connsiteX116" fmla="*/ 615677 w 646041"/>
                <a:gd name="connsiteY116" fmla="*/ 4427 h 93646"/>
                <a:gd name="connsiteX117" fmla="*/ 616146 w 646041"/>
                <a:gd name="connsiteY117" fmla="*/ 6146 h 93646"/>
                <a:gd name="connsiteX118" fmla="*/ 616146 w 646041"/>
                <a:gd name="connsiteY118" fmla="*/ 29792 h 93646"/>
                <a:gd name="connsiteX119" fmla="*/ 615677 w 646041"/>
                <a:gd name="connsiteY119" fmla="*/ 31510 h 93646"/>
                <a:gd name="connsiteX120" fmla="*/ 613959 w 646041"/>
                <a:gd name="connsiteY120" fmla="*/ 31979 h 93646"/>
                <a:gd name="connsiteX121" fmla="*/ 584375 w 646041"/>
                <a:gd name="connsiteY121" fmla="*/ 31979 h 93646"/>
                <a:gd name="connsiteX122" fmla="*/ 584375 w 646041"/>
                <a:gd name="connsiteY122" fmla="*/ 45833 h 93646"/>
                <a:gd name="connsiteX123" fmla="*/ 590521 w 646041"/>
                <a:gd name="connsiteY123" fmla="*/ 45833 h 93646"/>
                <a:gd name="connsiteX124" fmla="*/ 601823 w 646041"/>
                <a:gd name="connsiteY124" fmla="*/ 45521 h 93646"/>
                <a:gd name="connsiteX125" fmla="*/ 612709 w 646041"/>
                <a:gd name="connsiteY125" fmla="*/ 44792 h 93646"/>
                <a:gd name="connsiteX126" fmla="*/ 622032 w 646041"/>
                <a:gd name="connsiteY126" fmla="*/ 43698 h 93646"/>
                <a:gd name="connsiteX127" fmla="*/ 629063 w 646041"/>
                <a:gd name="connsiteY127" fmla="*/ 42500 h 93646"/>
                <a:gd name="connsiteX128" fmla="*/ 629063 w 646041"/>
                <a:gd name="connsiteY128" fmla="*/ 49479 h 93646"/>
                <a:gd name="connsiteX129" fmla="*/ 621459 w 646041"/>
                <a:gd name="connsiteY129" fmla="*/ 50729 h 93646"/>
                <a:gd name="connsiteX130" fmla="*/ 611459 w 646041"/>
                <a:gd name="connsiteY130" fmla="*/ 51875 h 93646"/>
                <a:gd name="connsiteX131" fmla="*/ 599792 w 646041"/>
                <a:gd name="connsiteY131" fmla="*/ 52708 h 93646"/>
                <a:gd name="connsiteX132" fmla="*/ 587604 w 646041"/>
                <a:gd name="connsiteY132" fmla="*/ 53021 h 93646"/>
                <a:gd name="connsiteX133" fmla="*/ 578542 w 646041"/>
                <a:gd name="connsiteY133" fmla="*/ 53021 h 93646"/>
                <a:gd name="connsiteX134" fmla="*/ 576823 w 646041"/>
                <a:gd name="connsiteY134" fmla="*/ 52552 h 93646"/>
                <a:gd name="connsiteX135" fmla="*/ 576355 w 646041"/>
                <a:gd name="connsiteY135" fmla="*/ 50833 h 93646"/>
                <a:gd name="connsiteX136" fmla="*/ 576355 w 646041"/>
                <a:gd name="connsiteY136" fmla="*/ 27396 h 93646"/>
                <a:gd name="connsiteX137" fmla="*/ 576823 w 646041"/>
                <a:gd name="connsiteY137" fmla="*/ 25677 h 93646"/>
                <a:gd name="connsiteX138" fmla="*/ 578542 w 646041"/>
                <a:gd name="connsiteY138" fmla="*/ 25208 h 93646"/>
                <a:gd name="connsiteX139" fmla="*/ 608125 w 646041"/>
                <a:gd name="connsiteY139" fmla="*/ 25208 h 93646"/>
                <a:gd name="connsiteX140" fmla="*/ 608125 w 646041"/>
                <a:gd name="connsiteY140" fmla="*/ 10937 h 93646"/>
                <a:gd name="connsiteX141" fmla="*/ 576355 w 646041"/>
                <a:gd name="connsiteY141" fmla="*/ 10937 h 93646"/>
                <a:gd name="connsiteX142" fmla="*/ 289896 w 646041"/>
                <a:gd name="connsiteY142" fmla="*/ 3958 h 93646"/>
                <a:gd name="connsiteX143" fmla="*/ 327500 w 646041"/>
                <a:gd name="connsiteY143" fmla="*/ 3958 h 93646"/>
                <a:gd name="connsiteX144" fmla="*/ 329219 w 646041"/>
                <a:gd name="connsiteY144" fmla="*/ 4427 h 93646"/>
                <a:gd name="connsiteX145" fmla="*/ 329688 w 646041"/>
                <a:gd name="connsiteY145" fmla="*/ 6146 h 93646"/>
                <a:gd name="connsiteX146" fmla="*/ 329688 w 646041"/>
                <a:gd name="connsiteY146" fmla="*/ 29792 h 93646"/>
                <a:gd name="connsiteX147" fmla="*/ 329219 w 646041"/>
                <a:gd name="connsiteY147" fmla="*/ 31510 h 93646"/>
                <a:gd name="connsiteX148" fmla="*/ 327500 w 646041"/>
                <a:gd name="connsiteY148" fmla="*/ 31979 h 93646"/>
                <a:gd name="connsiteX149" fmla="*/ 297917 w 646041"/>
                <a:gd name="connsiteY149" fmla="*/ 31979 h 93646"/>
                <a:gd name="connsiteX150" fmla="*/ 297917 w 646041"/>
                <a:gd name="connsiteY150" fmla="*/ 45833 h 93646"/>
                <a:gd name="connsiteX151" fmla="*/ 304063 w 646041"/>
                <a:gd name="connsiteY151" fmla="*/ 45833 h 93646"/>
                <a:gd name="connsiteX152" fmla="*/ 315365 w 646041"/>
                <a:gd name="connsiteY152" fmla="*/ 45521 h 93646"/>
                <a:gd name="connsiteX153" fmla="*/ 326250 w 646041"/>
                <a:gd name="connsiteY153" fmla="*/ 44792 h 93646"/>
                <a:gd name="connsiteX154" fmla="*/ 335573 w 646041"/>
                <a:gd name="connsiteY154" fmla="*/ 43698 h 93646"/>
                <a:gd name="connsiteX155" fmla="*/ 342604 w 646041"/>
                <a:gd name="connsiteY155" fmla="*/ 42500 h 93646"/>
                <a:gd name="connsiteX156" fmla="*/ 342604 w 646041"/>
                <a:gd name="connsiteY156" fmla="*/ 49479 h 93646"/>
                <a:gd name="connsiteX157" fmla="*/ 335000 w 646041"/>
                <a:gd name="connsiteY157" fmla="*/ 50729 h 93646"/>
                <a:gd name="connsiteX158" fmla="*/ 325000 w 646041"/>
                <a:gd name="connsiteY158" fmla="*/ 51875 h 93646"/>
                <a:gd name="connsiteX159" fmla="*/ 313333 w 646041"/>
                <a:gd name="connsiteY159" fmla="*/ 52708 h 93646"/>
                <a:gd name="connsiteX160" fmla="*/ 301146 w 646041"/>
                <a:gd name="connsiteY160" fmla="*/ 53021 h 93646"/>
                <a:gd name="connsiteX161" fmla="*/ 292084 w 646041"/>
                <a:gd name="connsiteY161" fmla="*/ 53021 h 93646"/>
                <a:gd name="connsiteX162" fmla="*/ 290365 w 646041"/>
                <a:gd name="connsiteY162" fmla="*/ 52552 h 93646"/>
                <a:gd name="connsiteX163" fmla="*/ 289896 w 646041"/>
                <a:gd name="connsiteY163" fmla="*/ 50833 h 93646"/>
                <a:gd name="connsiteX164" fmla="*/ 289896 w 646041"/>
                <a:gd name="connsiteY164" fmla="*/ 27396 h 93646"/>
                <a:gd name="connsiteX165" fmla="*/ 290365 w 646041"/>
                <a:gd name="connsiteY165" fmla="*/ 25677 h 93646"/>
                <a:gd name="connsiteX166" fmla="*/ 292084 w 646041"/>
                <a:gd name="connsiteY166" fmla="*/ 25208 h 93646"/>
                <a:gd name="connsiteX167" fmla="*/ 321667 w 646041"/>
                <a:gd name="connsiteY167" fmla="*/ 25208 h 93646"/>
                <a:gd name="connsiteX168" fmla="*/ 321667 w 646041"/>
                <a:gd name="connsiteY168" fmla="*/ 10937 h 93646"/>
                <a:gd name="connsiteX169" fmla="*/ 289896 w 646041"/>
                <a:gd name="connsiteY169" fmla="*/ 10937 h 93646"/>
                <a:gd name="connsiteX170" fmla="*/ 97604 w 646041"/>
                <a:gd name="connsiteY170" fmla="*/ 3229 h 93646"/>
                <a:gd name="connsiteX171" fmla="*/ 160417 w 646041"/>
                <a:gd name="connsiteY171" fmla="*/ 3229 h 93646"/>
                <a:gd name="connsiteX172" fmla="*/ 162135 w 646041"/>
                <a:gd name="connsiteY172" fmla="*/ 3698 h 93646"/>
                <a:gd name="connsiteX173" fmla="*/ 162604 w 646041"/>
                <a:gd name="connsiteY173" fmla="*/ 5416 h 93646"/>
                <a:gd name="connsiteX174" fmla="*/ 161927 w 646041"/>
                <a:gd name="connsiteY174" fmla="*/ 12760 h 93646"/>
                <a:gd name="connsiteX175" fmla="*/ 160937 w 646041"/>
                <a:gd name="connsiteY175" fmla="*/ 21042 h 93646"/>
                <a:gd name="connsiteX176" fmla="*/ 159636 w 646041"/>
                <a:gd name="connsiteY176" fmla="*/ 29323 h 93646"/>
                <a:gd name="connsiteX177" fmla="*/ 158333 w 646041"/>
                <a:gd name="connsiteY177" fmla="*/ 36771 h 93646"/>
                <a:gd name="connsiteX178" fmla="*/ 172188 w 646041"/>
                <a:gd name="connsiteY178" fmla="*/ 36771 h 93646"/>
                <a:gd name="connsiteX179" fmla="*/ 172188 w 646041"/>
                <a:gd name="connsiteY179" fmla="*/ 43854 h 93646"/>
                <a:gd name="connsiteX180" fmla="*/ 132812 w 646041"/>
                <a:gd name="connsiteY180" fmla="*/ 43854 h 93646"/>
                <a:gd name="connsiteX181" fmla="*/ 132812 w 646041"/>
                <a:gd name="connsiteY181" fmla="*/ 61146 h 93646"/>
                <a:gd name="connsiteX182" fmla="*/ 158750 w 646041"/>
                <a:gd name="connsiteY182" fmla="*/ 61146 h 93646"/>
                <a:gd name="connsiteX183" fmla="*/ 160469 w 646041"/>
                <a:gd name="connsiteY183" fmla="*/ 61615 h 93646"/>
                <a:gd name="connsiteX184" fmla="*/ 160937 w 646041"/>
                <a:gd name="connsiteY184" fmla="*/ 63333 h 93646"/>
                <a:gd name="connsiteX185" fmla="*/ 160937 w 646041"/>
                <a:gd name="connsiteY185" fmla="*/ 93438 h 93646"/>
                <a:gd name="connsiteX186" fmla="*/ 152500 w 646041"/>
                <a:gd name="connsiteY186" fmla="*/ 93438 h 93646"/>
                <a:gd name="connsiteX187" fmla="*/ 152500 w 646041"/>
                <a:gd name="connsiteY187" fmla="*/ 68333 h 93646"/>
                <a:gd name="connsiteX188" fmla="*/ 97708 w 646041"/>
                <a:gd name="connsiteY188" fmla="*/ 68333 h 93646"/>
                <a:gd name="connsiteX189" fmla="*/ 97708 w 646041"/>
                <a:gd name="connsiteY189" fmla="*/ 61146 h 93646"/>
                <a:gd name="connsiteX190" fmla="*/ 124375 w 646041"/>
                <a:gd name="connsiteY190" fmla="*/ 61146 h 93646"/>
                <a:gd name="connsiteX191" fmla="*/ 124375 w 646041"/>
                <a:gd name="connsiteY191" fmla="*/ 43854 h 93646"/>
                <a:gd name="connsiteX192" fmla="*/ 87708 w 646041"/>
                <a:gd name="connsiteY192" fmla="*/ 43854 h 93646"/>
                <a:gd name="connsiteX193" fmla="*/ 87708 w 646041"/>
                <a:gd name="connsiteY193" fmla="*/ 36771 h 93646"/>
                <a:gd name="connsiteX194" fmla="*/ 150521 w 646041"/>
                <a:gd name="connsiteY194" fmla="*/ 36771 h 93646"/>
                <a:gd name="connsiteX195" fmla="*/ 151614 w 646041"/>
                <a:gd name="connsiteY195" fmla="*/ 30365 h 93646"/>
                <a:gd name="connsiteX196" fmla="*/ 152708 w 646041"/>
                <a:gd name="connsiteY196" fmla="*/ 23125 h 93646"/>
                <a:gd name="connsiteX197" fmla="*/ 153542 w 646041"/>
                <a:gd name="connsiteY197" fmla="*/ 16198 h 93646"/>
                <a:gd name="connsiteX198" fmla="*/ 154063 w 646041"/>
                <a:gd name="connsiteY198" fmla="*/ 10312 h 93646"/>
                <a:gd name="connsiteX199" fmla="*/ 97604 w 646041"/>
                <a:gd name="connsiteY199" fmla="*/ 10312 h 93646"/>
                <a:gd name="connsiteX200" fmla="*/ 229479 w 646041"/>
                <a:gd name="connsiteY200" fmla="*/ 2708 h 93646"/>
                <a:gd name="connsiteX201" fmla="*/ 238646 w 646041"/>
                <a:gd name="connsiteY201" fmla="*/ 2708 h 93646"/>
                <a:gd name="connsiteX202" fmla="*/ 238646 w 646041"/>
                <a:gd name="connsiteY202" fmla="*/ 7500 h 93646"/>
                <a:gd name="connsiteX203" fmla="*/ 241459 w 646041"/>
                <a:gd name="connsiteY203" fmla="*/ 17500 h 93646"/>
                <a:gd name="connsiteX204" fmla="*/ 248958 w 646041"/>
                <a:gd name="connsiteY204" fmla="*/ 25417 h 93646"/>
                <a:gd name="connsiteX205" fmla="*/ 259688 w 646041"/>
                <a:gd name="connsiteY205" fmla="*/ 31250 h 93646"/>
                <a:gd name="connsiteX206" fmla="*/ 272083 w 646041"/>
                <a:gd name="connsiteY206" fmla="*/ 34896 h 93646"/>
                <a:gd name="connsiteX207" fmla="*/ 266875 w 646041"/>
                <a:gd name="connsiteY207" fmla="*/ 41458 h 93646"/>
                <a:gd name="connsiteX208" fmla="*/ 256927 w 646041"/>
                <a:gd name="connsiteY208" fmla="*/ 38177 h 93646"/>
                <a:gd name="connsiteX209" fmla="*/ 247396 w 646041"/>
                <a:gd name="connsiteY209" fmla="*/ 33333 h 93646"/>
                <a:gd name="connsiteX210" fmla="*/ 239427 w 646041"/>
                <a:gd name="connsiteY210" fmla="*/ 27083 h 93646"/>
                <a:gd name="connsiteX211" fmla="*/ 234167 w 646041"/>
                <a:gd name="connsiteY211" fmla="*/ 19479 h 93646"/>
                <a:gd name="connsiteX212" fmla="*/ 228333 w 646041"/>
                <a:gd name="connsiteY212" fmla="*/ 27344 h 93646"/>
                <a:gd name="connsiteX213" fmla="*/ 220417 w 646041"/>
                <a:gd name="connsiteY213" fmla="*/ 33437 h 93646"/>
                <a:gd name="connsiteX214" fmla="*/ 211198 w 646041"/>
                <a:gd name="connsiteY214" fmla="*/ 38125 h 93646"/>
                <a:gd name="connsiteX215" fmla="*/ 201458 w 646041"/>
                <a:gd name="connsiteY215" fmla="*/ 41458 h 93646"/>
                <a:gd name="connsiteX216" fmla="*/ 195729 w 646041"/>
                <a:gd name="connsiteY216" fmla="*/ 35000 h 93646"/>
                <a:gd name="connsiteX217" fmla="*/ 221042 w 646041"/>
                <a:gd name="connsiteY217" fmla="*/ 24062 h 93646"/>
                <a:gd name="connsiteX218" fmla="*/ 229479 w 646041"/>
                <a:gd name="connsiteY218" fmla="*/ 7604 h 93646"/>
                <a:gd name="connsiteX219" fmla="*/ 444375 w 646041"/>
                <a:gd name="connsiteY219" fmla="*/ 625 h 93646"/>
                <a:gd name="connsiteX220" fmla="*/ 452396 w 646041"/>
                <a:gd name="connsiteY220" fmla="*/ 625 h 93646"/>
                <a:gd name="connsiteX221" fmla="*/ 452396 w 646041"/>
                <a:gd name="connsiteY221" fmla="*/ 70938 h 93646"/>
                <a:gd name="connsiteX222" fmla="*/ 444375 w 646041"/>
                <a:gd name="connsiteY222" fmla="*/ 70938 h 93646"/>
                <a:gd name="connsiteX223" fmla="*/ 444375 w 646041"/>
                <a:gd name="connsiteY223" fmla="*/ 61979 h 93646"/>
                <a:gd name="connsiteX224" fmla="*/ 422500 w 646041"/>
                <a:gd name="connsiteY224" fmla="*/ 61979 h 93646"/>
                <a:gd name="connsiteX225" fmla="*/ 422500 w 646041"/>
                <a:gd name="connsiteY225" fmla="*/ 55312 h 93646"/>
                <a:gd name="connsiteX226" fmla="*/ 444375 w 646041"/>
                <a:gd name="connsiteY226" fmla="*/ 55312 h 93646"/>
                <a:gd name="connsiteX227" fmla="*/ 637917 w 646041"/>
                <a:gd name="connsiteY227" fmla="*/ 521 h 93646"/>
                <a:gd name="connsiteX228" fmla="*/ 646042 w 646041"/>
                <a:gd name="connsiteY228" fmla="*/ 521 h 93646"/>
                <a:gd name="connsiteX229" fmla="*/ 646042 w 646041"/>
                <a:gd name="connsiteY229" fmla="*/ 58333 h 93646"/>
                <a:gd name="connsiteX230" fmla="*/ 637917 w 646041"/>
                <a:gd name="connsiteY230" fmla="*/ 58333 h 93646"/>
                <a:gd name="connsiteX231" fmla="*/ 637917 w 646041"/>
                <a:gd name="connsiteY231" fmla="*/ 36562 h 93646"/>
                <a:gd name="connsiteX232" fmla="*/ 621875 w 646041"/>
                <a:gd name="connsiteY232" fmla="*/ 36562 h 93646"/>
                <a:gd name="connsiteX233" fmla="*/ 621875 w 646041"/>
                <a:gd name="connsiteY233" fmla="*/ 29792 h 93646"/>
                <a:gd name="connsiteX234" fmla="*/ 637917 w 646041"/>
                <a:gd name="connsiteY234" fmla="*/ 29792 h 93646"/>
                <a:gd name="connsiteX235" fmla="*/ 637917 w 646041"/>
                <a:gd name="connsiteY235" fmla="*/ 18437 h 93646"/>
                <a:gd name="connsiteX236" fmla="*/ 621875 w 646041"/>
                <a:gd name="connsiteY236" fmla="*/ 18437 h 93646"/>
                <a:gd name="connsiteX237" fmla="*/ 621875 w 646041"/>
                <a:gd name="connsiteY237" fmla="*/ 11667 h 93646"/>
                <a:gd name="connsiteX238" fmla="*/ 637917 w 646041"/>
                <a:gd name="connsiteY238" fmla="*/ 11667 h 93646"/>
                <a:gd name="connsiteX239" fmla="*/ 530417 w 646041"/>
                <a:gd name="connsiteY239" fmla="*/ 521 h 93646"/>
                <a:gd name="connsiteX240" fmla="*/ 538542 w 646041"/>
                <a:gd name="connsiteY240" fmla="*/ 521 h 93646"/>
                <a:gd name="connsiteX241" fmla="*/ 538542 w 646041"/>
                <a:gd name="connsiteY241" fmla="*/ 35938 h 93646"/>
                <a:gd name="connsiteX242" fmla="*/ 552292 w 646041"/>
                <a:gd name="connsiteY242" fmla="*/ 35938 h 93646"/>
                <a:gd name="connsiteX243" fmla="*/ 552292 w 646041"/>
                <a:gd name="connsiteY243" fmla="*/ 43333 h 93646"/>
                <a:gd name="connsiteX244" fmla="*/ 538542 w 646041"/>
                <a:gd name="connsiteY244" fmla="*/ 43333 h 93646"/>
                <a:gd name="connsiteX245" fmla="*/ 538542 w 646041"/>
                <a:gd name="connsiteY245" fmla="*/ 92917 h 93646"/>
                <a:gd name="connsiteX246" fmla="*/ 530417 w 646041"/>
                <a:gd name="connsiteY246" fmla="*/ 92917 h 93646"/>
                <a:gd name="connsiteX247" fmla="*/ 351459 w 646041"/>
                <a:gd name="connsiteY247" fmla="*/ 521 h 93646"/>
                <a:gd name="connsiteX248" fmla="*/ 359583 w 646041"/>
                <a:gd name="connsiteY248" fmla="*/ 521 h 93646"/>
                <a:gd name="connsiteX249" fmla="*/ 359583 w 646041"/>
                <a:gd name="connsiteY249" fmla="*/ 58333 h 93646"/>
                <a:gd name="connsiteX250" fmla="*/ 351459 w 646041"/>
                <a:gd name="connsiteY250" fmla="*/ 58333 h 93646"/>
                <a:gd name="connsiteX251" fmla="*/ 351459 w 646041"/>
                <a:gd name="connsiteY251" fmla="*/ 36562 h 93646"/>
                <a:gd name="connsiteX252" fmla="*/ 335417 w 646041"/>
                <a:gd name="connsiteY252" fmla="*/ 36562 h 93646"/>
                <a:gd name="connsiteX253" fmla="*/ 335417 w 646041"/>
                <a:gd name="connsiteY253" fmla="*/ 29792 h 93646"/>
                <a:gd name="connsiteX254" fmla="*/ 351459 w 646041"/>
                <a:gd name="connsiteY254" fmla="*/ 29792 h 93646"/>
                <a:gd name="connsiteX255" fmla="*/ 351459 w 646041"/>
                <a:gd name="connsiteY255" fmla="*/ 18437 h 93646"/>
                <a:gd name="connsiteX256" fmla="*/ 335417 w 646041"/>
                <a:gd name="connsiteY256" fmla="*/ 18437 h 93646"/>
                <a:gd name="connsiteX257" fmla="*/ 335417 w 646041"/>
                <a:gd name="connsiteY257" fmla="*/ 11667 h 93646"/>
                <a:gd name="connsiteX258" fmla="*/ 351459 w 646041"/>
                <a:gd name="connsiteY258" fmla="*/ 11667 h 93646"/>
                <a:gd name="connsiteX259" fmla="*/ 63229 w 646041"/>
                <a:gd name="connsiteY259" fmla="*/ 521 h 93646"/>
                <a:gd name="connsiteX260" fmla="*/ 71354 w 646041"/>
                <a:gd name="connsiteY260" fmla="*/ 521 h 93646"/>
                <a:gd name="connsiteX261" fmla="*/ 71354 w 646041"/>
                <a:gd name="connsiteY261" fmla="*/ 28646 h 93646"/>
                <a:gd name="connsiteX262" fmla="*/ 84271 w 646041"/>
                <a:gd name="connsiteY262" fmla="*/ 28646 h 93646"/>
                <a:gd name="connsiteX263" fmla="*/ 84271 w 646041"/>
                <a:gd name="connsiteY263" fmla="*/ 35938 h 93646"/>
                <a:gd name="connsiteX264" fmla="*/ 71354 w 646041"/>
                <a:gd name="connsiteY264" fmla="*/ 35938 h 93646"/>
                <a:gd name="connsiteX265" fmla="*/ 71354 w 646041"/>
                <a:gd name="connsiteY265" fmla="*/ 68542 h 93646"/>
                <a:gd name="connsiteX266" fmla="*/ 63229 w 646041"/>
                <a:gd name="connsiteY266" fmla="*/ 68542 h 93646"/>
                <a:gd name="connsiteX267" fmla="*/ 12604 w 646041"/>
                <a:gd name="connsiteY267" fmla="*/ 312 h 93646"/>
                <a:gd name="connsiteX268" fmla="*/ 39896 w 646041"/>
                <a:gd name="connsiteY268" fmla="*/ 312 h 93646"/>
                <a:gd name="connsiteX269" fmla="*/ 39896 w 646041"/>
                <a:gd name="connsiteY269" fmla="*/ 6979 h 93646"/>
                <a:gd name="connsiteX270" fmla="*/ 12604 w 646041"/>
                <a:gd name="connsiteY270" fmla="*/ 6979 h 93646"/>
                <a:gd name="connsiteX271" fmla="*/ 406875 w 646041"/>
                <a:gd name="connsiteY271" fmla="*/ 0 h 93646"/>
                <a:gd name="connsiteX272" fmla="*/ 423959 w 646041"/>
                <a:gd name="connsiteY272" fmla="*/ 5104 h 93646"/>
                <a:gd name="connsiteX273" fmla="*/ 429896 w 646041"/>
                <a:gd name="connsiteY273" fmla="*/ 17708 h 93646"/>
                <a:gd name="connsiteX274" fmla="*/ 423906 w 646041"/>
                <a:gd name="connsiteY274" fmla="*/ 30208 h 93646"/>
                <a:gd name="connsiteX275" fmla="*/ 406875 w 646041"/>
                <a:gd name="connsiteY275" fmla="*/ 34896 h 93646"/>
                <a:gd name="connsiteX276" fmla="*/ 389896 w 646041"/>
                <a:gd name="connsiteY276" fmla="*/ 30052 h 93646"/>
                <a:gd name="connsiteX277" fmla="*/ 384063 w 646041"/>
                <a:gd name="connsiteY277" fmla="*/ 17708 h 93646"/>
                <a:gd name="connsiteX278" fmla="*/ 389844 w 646041"/>
                <a:gd name="connsiteY278" fmla="*/ 5260 h 93646"/>
                <a:gd name="connsiteX279" fmla="*/ 406875 w 646041"/>
                <a:gd name="connsiteY279" fmla="*/ 0 h 9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646041" h="93646">
                  <a:moveTo>
                    <a:pt x="391979" y="67708"/>
                  </a:moveTo>
                  <a:lnTo>
                    <a:pt x="400521" y="67708"/>
                  </a:lnTo>
                  <a:lnTo>
                    <a:pt x="400521" y="83854"/>
                  </a:lnTo>
                  <a:lnTo>
                    <a:pt x="454375" y="83854"/>
                  </a:lnTo>
                  <a:lnTo>
                    <a:pt x="454375" y="90938"/>
                  </a:lnTo>
                  <a:lnTo>
                    <a:pt x="394167" y="90938"/>
                  </a:lnTo>
                  <a:cubicBezTo>
                    <a:pt x="393334" y="90938"/>
                    <a:pt x="392761" y="90781"/>
                    <a:pt x="392448" y="90469"/>
                  </a:cubicBezTo>
                  <a:cubicBezTo>
                    <a:pt x="392136" y="90156"/>
                    <a:pt x="391979" y="89583"/>
                    <a:pt x="391979" y="88750"/>
                  </a:cubicBezTo>
                  <a:close/>
                  <a:moveTo>
                    <a:pt x="13437" y="65208"/>
                  </a:moveTo>
                  <a:lnTo>
                    <a:pt x="21875" y="65208"/>
                  </a:lnTo>
                  <a:lnTo>
                    <a:pt x="21875" y="83958"/>
                  </a:lnTo>
                  <a:lnTo>
                    <a:pt x="74375" y="83958"/>
                  </a:lnTo>
                  <a:lnTo>
                    <a:pt x="74375" y="90938"/>
                  </a:lnTo>
                  <a:lnTo>
                    <a:pt x="15625" y="90938"/>
                  </a:lnTo>
                  <a:cubicBezTo>
                    <a:pt x="14791" y="90938"/>
                    <a:pt x="14219" y="90781"/>
                    <a:pt x="13906" y="90469"/>
                  </a:cubicBezTo>
                  <a:cubicBezTo>
                    <a:pt x="13594" y="90156"/>
                    <a:pt x="13437" y="89583"/>
                    <a:pt x="13437" y="88750"/>
                  </a:cubicBezTo>
                  <a:close/>
                  <a:moveTo>
                    <a:pt x="584480" y="63125"/>
                  </a:moveTo>
                  <a:lnTo>
                    <a:pt x="643750" y="63125"/>
                  </a:lnTo>
                  <a:cubicBezTo>
                    <a:pt x="644584" y="63125"/>
                    <a:pt x="645157" y="63281"/>
                    <a:pt x="645469" y="63594"/>
                  </a:cubicBezTo>
                  <a:cubicBezTo>
                    <a:pt x="645782" y="63906"/>
                    <a:pt x="645938" y="64479"/>
                    <a:pt x="645938" y="65312"/>
                  </a:cubicBezTo>
                  <a:lnTo>
                    <a:pt x="645938" y="93646"/>
                  </a:lnTo>
                  <a:lnTo>
                    <a:pt x="637500" y="93646"/>
                  </a:lnTo>
                  <a:lnTo>
                    <a:pt x="637500" y="70312"/>
                  </a:lnTo>
                  <a:lnTo>
                    <a:pt x="584480" y="70312"/>
                  </a:lnTo>
                  <a:close/>
                  <a:moveTo>
                    <a:pt x="298021" y="63125"/>
                  </a:moveTo>
                  <a:lnTo>
                    <a:pt x="357292" y="63125"/>
                  </a:lnTo>
                  <a:cubicBezTo>
                    <a:pt x="358125" y="63125"/>
                    <a:pt x="358698" y="63281"/>
                    <a:pt x="359010" y="63594"/>
                  </a:cubicBezTo>
                  <a:cubicBezTo>
                    <a:pt x="359323" y="63906"/>
                    <a:pt x="359479" y="64479"/>
                    <a:pt x="359479" y="65312"/>
                  </a:cubicBezTo>
                  <a:lnTo>
                    <a:pt x="359479" y="93646"/>
                  </a:lnTo>
                  <a:lnTo>
                    <a:pt x="351042" y="93646"/>
                  </a:lnTo>
                  <a:lnTo>
                    <a:pt x="351042" y="70312"/>
                  </a:lnTo>
                  <a:lnTo>
                    <a:pt x="298021" y="70312"/>
                  </a:lnTo>
                  <a:close/>
                  <a:moveTo>
                    <a:pt x="191875" y="51562"/>
                  </a:moveTo>
                  <a:lnTo>
                    <a:pt x="276354" y="51562"/>
                  </a:lnTo>
                  <a:lnTo>
                    <a:pt x="276354" y="58646"/>
                  </a:lnTo>
                  <a:lnTo>
                    <a:pt x="238646" y="58646"/>
                  </a:lnTo>
                  <a:lnTo>
                    <a:pt x="238646" y="93021"/>
                  </a:lnTo>
                  <a:lnTo>
                    <a:pt x="230208" y="93021"/>
                  </a:lnTo>
                  <a:lnTo>
                    <a:pt x="230208" y="58646"/>
                  </a:lnTo>
                  <a:lnTo>
                    <a:pt x="191875" y="58646"/>
                  </a:lnTo>
                  <a:close/>
                  <a:moveTo>
                    <a:pt x="440521" y="38542"/>
                  </a:moveTo>
                  <a:lnTo>
                    <a:pt x="440521" y="45521"/>
                  </a:lnTo>
                  <a:cubicBezTo>
                    <a:pt x="438646" y="45859"/>
                    <a:pt x="436367" y="46172"/>
                    <a:pt x="433698" y="46458"/>
                  </a:cubicBezTo>
                  <a:cubicBezTo>
                    <a:pt x="431016" y="46732"/>
                    <a:pt x="428151" y="46979"/>
                    <a:pt x="425105" y="47187"/>
                  </a:cubicBezTo>
                  <a:cubicBezTo>
                    <a:pt x="422044" y="47396"/>
                    <a:pt x="418880" y="47565"/>
                    <a:pt x="415625" y="47708"/>
                  </a:cubicBezTo>
                  <a:cubicBezTo>
                    <a:pt x="412357" y="47838"/>
                    <a:pt x="409232" y="47917"/>
                    <a:pt x="406250" y="47917"/>
                  </a:cubicBezTo>
                  <a:lnTo>
                    <a:pt x="406250" y="62813"/>
                  </a:lnTo>
                  <a:lnTo>
                    <a:pt x="398021" y="62813"/>
                  </a:lnTo>
                  <a:lnTo>
                    <a:pt x="398021" y="48125"/>
                  </a:lnTo>
                  <a:lnTo>
                    <a:pt x="376979" y="48125"/>
                  </a:lnTo>
                  <a:lnTo>
                    <a:pt x="376979" y="41146"/>
                  </a:lnTo>
                  <a:lnTo>
                    <a:pt x="404688" y="41146"/>
                  </a:lnTo>
                  <a:cubicBezTo>
                    <a:pt x="407188" y="41146"/>
                    <a:pt x="410130" y="41068"/>
                    <a:pt x="413542" y="40937"/>
                  </a:cubicBezTo>
                  <a:cubicBezTo>
                    <a:pt x="416940" y="40794"/>
                    <a:pt x="420378" y="40586"/>
                    <a:pt x="423854" y="40313"/>
                  </a:cubicBezTo>
                  <a:cubicBezTo>
                    <a:pt x="427253" y="40026"/>
                    <a:pt x="430469" y="39753"/>
                    <a:pt x="433490" y="39479"/>
                  </a:cubicBezTo>
                  <a:cubicBezTo>
                    <a:pt x="436510" y="39193"/>
                    <a:pt x="438855" y="38880"/>
                    <a:pt x="440521" y="38542"/>
                  </a:cubicBezTo>
                  <a:close/>
                  <a:moveTo>
                    <a:pt x="26458" y="31250"/>
                  </a:moveTo>
                  <a:cubicBezTo>
                    <a:pt x="22005" y="31250"/>
                    <a:pt x="18489" y="32187"/>
                    <a:pt x="15885" y="34062"/>
                  </a:cubicBezTo>
                  <a:cubicBezTo>
                    <a:pt x="13281" y="35938"/>
                    <a:pt x="11979" y="38542"/>
                    <a:pt x="11979" y="41875"/>
                  </a:cubicBezTo>
                  <a:cubicBezTo>
                    <a:pt x="11979" y="45273"/>
                    <a:pt x="13281" y="47891"/>
                    <a:pt x="15885" y="49740"/>
                  </a:cubicBezTo>
                  <a:cubicBezTo>
                    <a:pt x="18489" y="51576"/>
                    <a:pt x="22005" y="52500"/>
                    <a:pt x="26458" y="52500"/>
                  </a:cubicBezTo>
                  <a:cubicBezTo>
                    <a:pt x="30690" y="52500"/>
                    <a:pt x="34115" y="51576"/>
                    <a:pt x="36719" y="49740"/>
                  </a:cubicBezTo>
                  <a:cubicBezTo>
                    <a:pt x="39323" y="47891"/>
                    <a:pt x="40625" y="45273"/>
                    <a:pt x="40625" y="41875"/>
                  </a:cubicBezTo>
                  <a:cubicBezTo>
                    <a:pt x="40625" y="38542"/>
                    <a:pt x="39323" y="35938"/>
                    <a:pt x="36719" y="34062"/>
                  </a:cubicBezTo>
                  <a:cubicBezTo>
                    <a:pt x="34115" y="32187"/>
                    <a:pt x="30690" y="31250"/>
                    <a:pt x="26458" y="31250"/>
                  </a:cubicBezTo>
                  <a:close/>
                  <a:moveTo>
                    <a:pt x="26354" y="25000"/>
                  </a:moveTo>
                  <a:cubicBezTo>
                    <a:pt x="33021" y="25000"/>
                    <a:pt x="38490" y="26536"/>
                    <a:pt x="42760" y="29635"/>
                  </a:cubicBezTo>
                  <a:cubicBezTo>
                    <a:pt x="47031" y="32721"/>
                    <a:pt x="49167" y="36797"/>
                    <a:pt x="49167" y="41875"/>
                  </a:cubicBezTo>
                  <a:cubicBezTo>
                    <a:pt x="49167" y="47005"/>
                    <a:pt x="47044" y="51107"/>
                    <a:pt x="42812" y="54167"/>
                  </a:cubicBezTo>
                  <a:cubicBezTo>
                    <a:pt x="38568" y="57213"/>
                    <a:pt x="33086" y="58750"/>
                    <a:pt x="26354" y="58750"/>
                  </a:cubicBezTo>
                  <a:cubicBezTo>
                    <a:pt x="19479" y="58750"/>
                    <a:pt x="13958" y="57213"/>
                    <a:pt x="9791" y="54167"/>
                  </a:cubicBezTo>
                  <a:cubicBezTo>
                    <a:pt x="5625" y="51107"/>
                    <a:pt x="3542" y="47005"/>
                    <a:pt x="3542" y="41875"/>
                  </a:cubicBezTo>
                  <a:cubicBezTo>
                    <a:pt x="3542" y="36797"/>
                    <a:pt x="5625" y="32721"/>
                    <a:pt x="9791" y="29635"/>
                  </a:cubicBezTo>
                  <a:cubicBezTo>
                    <a:pt x="13958" y="26536"/>
                    <a:pt x="19479" y="25000"/>
                    <a:pt x="26354" y="25000"/>
                  </a:cubicBezTo>
                  <a:close/>
                  <a:moveTo>
                    <a:pt x="0" y="13646"/>
                  </a:moveTo>
                  <a:lnTo>
                    <a:pt x="52917" y="13646"/>
                  </a:lnTo>
                  <a:lnTo>
                    <a:pt x="52917" y="20208"/>
                  </a:lnTo>
                  <a:lnTo>
                    <a:pt x="0" y="20208"/>
                  </a:lnTo>
                  <a:close/>
                  <a:moveTo>
                    <a:pt x="406875" y="7083"/>
                  </a:moveTo>
                  <a:cubicBezTo>
                    <a:pt x="401315" y="7083"/>
                    <a:pt x="397474" y="8125"/>
                    <a:pt x="395365" y="10208"/>
                  </a:cubicBezTo>
                  <a:cubicBezTo>
                    <a:pt x="393242" y="12292"/>
                    <a:pt x="392188" y="14791"/>
                    <a:pt x="392188" y="17708"/>
                  </a:cubicBezTo>
                  <a:cubicBezTo>
                    <a:pt x="392188" y="20690"/>
                    <a:pt x="393255" y="23138"/>
                    <a:pt x="395417" y="25052"/>
                  </a:cubicBezTo>
                  <a:cubicBezTo>
                    <a:pt x="397565" y="26953"/>
                    <a:pt x="401380" y="27916"/>
                    <a:pt x="406875" y="27916"/>
                  </a:cubicBezTo>
                  <a:cubicBezTo>
                    <a:pt x="412292" y="27916"/>
                    <a:pt x="416094" y="26953"/>
                    <a:pt x="418281" y="25052"/>
                  </a:cubicBezTo>
                  <a:cubicBezTo>
                    <a:pt x="420469" y="23138"/>
                    <a:pt x="421563" y="20690"/>
                    <a:pt x="421563" y="17708"/>
                  </a:cubicBezTo>
                  <a:cubicBezTo>
                    <a:pt x="421563" y="14714"/>
                    <a:pt x="420482" y="12200"/>
                    <a:pt x="418333" y="10156"/>
                  </a:cubicBezTo>
                  <a:cubicBezTo>
                    <a:pt x="416172" y="8099"/>
                    <a:pt x="412357" y="7083"/>
                    <a:pt x="406875" y="7083"/>
                  </a:cubicBezTo>
                  <a:close/>
                  <a:moveTo>
                    <a:pt x="470209" y="5833"/>
                  </a:moveTo>
                  <a:lnTo>
                    <a:pt x="518646" y="5833"/>
                  </a:lnTo>
                  <a:lnTo>
                    <a:pt x="518646" y="12813"/>
                  </a:lnTo>
                  <a:lnTo>
                    <a:pt x="498334" y="12813"/>
                  </a:lnTo>
                  <a:lnTo>
                    <a:pt x="498334" y="21771"/>
                  </a:lnTo>
                  <a:cubicBezTo>
                    <a:pt x="498334" y="26563"/>
                    <a:pt x="498854" y="31042"/>
                    <a:pt x="499896" y="35208"/>
                  </a:cubicBezTo>
                  <a:cubicBezTo>
                    <a:pt x="500938" y="39375"/>
                    <a:pt x="502461" y="43229"/>
                    <a:pt x="504479" y="46771"/>
                  </a:cubicBezTo>
                  <a:cubicBezTo>
                    <a:pt x="506563" y="50586"/>
                    <a:pt x="509219" y="54088"/>
                    <a:pt x="512448" y="57292"/>
                  </a:cubicBezTo>
                  <a:cubicBezTo>
                    <a:pt x="515677" y="60482"/>
                    <a:pt x="519440" y="63333"/>
                    <a:pt x="523750" y="65833"/>
                  </a:cubicBezTo>
                  <a:cubicBezTo>
                    <a:pt x="522839" y="66588"/>
                    <a:pt x="521797" y="67565"/>
                    <a:pt x="520625" y="68750"/>
                  </a:cubicBezTo>
                  <a:cubicBezTo>
                    <a:pt x="519440" y="69922"/>
                    <a:pt x="518503" y="70899"/>
                    <a:pt x="517813" y="71667"/>
                  </a:cubicBezTo>
                  <a:cubicBezTo>
                    <a:pt x="515443" y="70208"/>
                    <a:pt x="513151" y="68542"/>
                    <a:pt x="510938" y="66667"/>
                  </a:cubicBezTo>
                  <a:cubicBezTo>
                    <a:pt x="508711" y="64791"/>
                    <a:pt x="506667" y="62708"/>
                    <a:pt x="504792" y="60416"/>
                  </a:cubicBezTo>
                  <a:cubicBezTo>
                    <a:pt x="502565" y="57917"/>
                    <a:pt x="500547" y="55182"/>
                    <a:pt x="498750" y="52240"/>
                  </a:cubicBezTo>
                  <a:cubicBezTo>
                    <a:pt x="496940" y="49284"/>
                    <a:pt x="495417" y="46146"/>
                    <a:pt x="494167" y="42812"/>
                  </a:cubicBezTo>
                  <a:cubicBezTo>
                    <a:pt x="493255" y="45937"/>
                    <a:pt x="491993" y="48971"/>
                    <a:pt x="490365" y="51927"/>
                  </a:cubicBezTo>
                  <a:cubicBezTo>
                    <a:pt x="488724" y="54870"/>
                    <a:pt x="486875" y="57708"/>
                    <a:pt x="484792" y="60416"/>
                  </a:cubicBezTo>
                  <a:cubicBezTo>
                    <a:pt x="482708" y="63255"/>
                    <a:pt x="480443" y="65859"/>
                    <a:pt x="478021" y="68229"/>
                  </a:cubicBezTo>
                  <a:cubicBezTo>
                    <a:pt x="475586" y="70586"/>
                    <a:pt x="473229" y="72565"/>
                    <a:pt x="470938" y="74166"/>
                  </a:cubicBezTo>
                  <a:cubicBezTo>
                    <a:pt x="469961" y="73333"/>
                    <a:pt x="468802" y="72396"/>
                    <a:pt x="467448" y="71354"/>
                  </a:cubicBezTo>
                  <a:cubicBezTo>
                    <a:pt x="466094" y="70312"/>
                    <a:pt x="464792" y="69375"/>
                    <a:pt x="463542" y="68542"/>
                  </a:cubicBezTo>
                  <a:cubicBezTo>
                    <a:pt x="467708" y="66042"/>
                    <a:pt x="471419" y="63125"/>
                    <a:pt x="474688" y="59791"/>
                  </a:cubicBezTo>
                  <a:cubicBezTo>
                    <a:pt x="477943" y="56458"/>
                    <a:pt x="480729" y="52734"/>
                    <a:pt x="483021" y="48646"/>
                  </a:cubicBezTo>
                  <a:cubicBezTo>
                    <a:pt x="485235" y="44688"/>
                    <a:pt x="486940" y="40338"/>
                    <a:pt x="488125" y="35625"/>
                  </a:cubicBezTo>
                  <a:cubicBezTo>
                    <a:pt x="489297" y="30898"/>
                    <a:pt x="489896" y="25833"/>
                    <a:pt x="489896" y="20417"/>
                  </a:cubicBezTo>
                  <a:lnTo>
                    <a:pt x="489896" y="12813"/>
                  </a:lnTo>
                  <a:lnTo>
                    <a:pt x="470209" y="12813"/>
                  </a:lnTo>
                  <a:close/>
                  <a:moveTo>
                    <a:pt x="576355" y="3958"/>
                  </a:moveTo>
                  <a:lnTo>
                    <a:pt x="613959" y="3958"/>
                  </a:lnTo>
                  <a:cubicBezTo>
                    <a:pt x="614792" y="3958"/>
                    <a:pt x="615365" y="4115"/>
                    <a:pt x="615677" y="4427"/>
                  </a:cubicBezTo>
                  <a:cubicBezTo>
                    <a:pt x="615990" y="4739"/>
                    <a:pt x="616146" y="5312"/>
                    <a:pt x="616146" y="6146"/>
                  </a:cubicBezTo>
                  <a:lnTo>
                    <a:pt x="616146" y="29792"/>
                  </a:lnTo>
                  <a:cubicBezTo>
                    <a:pt x="616146" y="30625"/>
                    <a:pt x="615990" y="31198"/>
                    <a:pt x="615677" y="31510"/>
                  </a:cubicBezTo>
                  <a:cubicBezTo>
                    <a:pt x="615365" y="31823"/>
                    <a:pt x="614792" y="31979"/>
                    <a:pt x="613959" y="31979"/>
                  </a:cubicBezTo>
                  <a:lnTo>
                    <a:pt x="584375" y="31979"/>
                  </a:lnTo>
                  <a:lnTo>
                    <a:pt x="584375" y="45833"/>
                  </a:lnTo>
                  <a:lnTo>
                    <a:pt x="590521" y="45833"/>
                  </a:lnTo>
                  <a:cubicBezTo>
                    <a:pt x="594271" y="45833"/>
                    <a:pt x="598034" y="45729"/>
                    <a:pt x="601823" y="45521"/>
                  </a:cubicBezTo>
                  <a:cubicBezTo>
                    <a:pt x="605599" y="45312"/>
                    <a:pt x="609232" y="45065"/>
                    <a:pt x="612709" y="44792"/>
                  </a:cubicBezTo>
                  <a:cubicBezTo>
                    <a:pt x="616107" y="44440"/>
                    <a:pt x="619219" y="44076"/>
                    <a:pt x="622032" y="43698"/>
                  </a:cubicBezTo>
                  <a:cubicBezTo>
                    <a:pt x="624844" y="43307"/>
                    <a:pt x="627188" y="42917"/>
                    <a:pt x="629063" y="42500"/>
                  </a:cubicBezTo>
                  <a:lnTo>
                    <a:pt x="629063" y="49479"/>
                  </a:lnTo>
                  <a:cubicBezTo>
                    <a:pt x="627044" y="49896"/>
                    <a:pt x="624506" y="50312"/>
                    <a:pt x="621459" y="50729"/>
                  </a:cubicBezTo>
                  <a:cubicBezTo>
                    <a:pt x="618399" y="51146"/>
                    <a:pt x="615065" y="51523"/>
                    <a:pt x="611459" y="51875"/>
                  </a:cubicBezTo>
                  <a:cubicBezTo>
                    <a:pt x="607774" y="52214"/>
                    <a:pt x="603880" y="52500"/>
                    <a:pt x="599792" y="52708"/>
                  </a:cubicBezTo>
                  <a:cubicBezTo>
                    <a:pt x="595690" y="52917"/>
                    <a:pt x="591628" y="53021"/>
                    <a:pt x="587604" y="53021"/>
                  </a:cubicBezTo>
                  <a:lnTo>
                    <a:pt x="578542" y="53021"/>
                  </a:lnTo>
                  <a:cubicBezTo>
                    <a:pt x="577708" y="53021"/>
                    <a:pt x="577136" y="52865"/>
                    <a:pt x="576823" y="52552"/>
                  </a:cubicBezTo>
                  <a:cubicBezTo>
                    <a:pt x="576511" y="52240"/>
                    <a:pt x="576355" y="51667"/>
                    <a:pt x="576355" y="50833"/>
                  </a:cubicBezTo>
                  <a:lnTo>
                    <a:pt x="576355" y="27396"/>
                  </a:lnTo>
                  <a:cubicBezTo>
                    <a:pt x="576355" y="26563"/>
                    <a:pt x="576511" y="25990"/>
                    <a:pt x="576823" y="25677"/>
                  </a:cubicBezTo>
                  <a:cubicBezTo>
                    <a:pt x="577136" y="25365"/>
                    <a:pt x="577708" y="25208"/>
                    <a:pt x="578542" y="25208"/>
                  </a:cubicBezTo>
                  <a:lnTo>
                    <a:pt x="608125" y="25208"/>
                  </a:lnTo>
                  <a:lnTo>
                    <a:pt x="608125" y="10937"/>
                  </a:lnTo>
                  <a:lnTo>
                    <a:pt x="576355" y="10937"/>
                  </a:lnTo>
                  <a:close/>
                  <a:moveTo>
                    <a:pt x="289896" y="3958"/>
                  </a:moveTo>
                  <a:lnTo>
                    <a:pt x="327500" y="3958"/>
                  </a:lnTo>
                  <a:cubicBezTo>
                    <a:pt x="328334" y="3958"/>
                    <a:pt x="328907" y="4115"/>
                    <a:pt x="329219" y="4427"/>
                  </a:cubicBezTo>
                  <a:cubicBezTo>
                    <a:pt x="329531" y="4739"/>
                    <a:pt x="329688" y="5312"/>
                    <a:pt x="329688" y="6146"/>
                  </a:cubicBezTo>
                  <a:lnTo>
                    <a:pt x="329688" y="29792"/>
                  </a:lnTo>
                  <a:cubicBezTo>
                    <a:pt x="329688" y="30625"/>
                    <a:pt x="329531" y="31198"/>
                    <a:pt x="329219" y="31510"/>
                  </a:cubicBezTo>
                  <a:cubicBezTo>
                    <a:pt x="328907" y="31823"/>
                    <a:pt x="328334" y="31979"/>
                    <a:pt x="327500" y="31979"/>
                  </a:cubicBezTo>
                  <a:lnTo>
                    <a:pt x="297917" y="31979"/>
                  </a:lnTo>
                  <a:lnTo>
                    <a:pt x="297917" y="45833"/>
                  </a:lnTo>
                  <a:lnTo>
                    <a:pt x="304063" y="45833"/>
                  </a:lnTo>
                  <a:cubicBezTo>
                    <a:pt x="307812" y="45833"/>
                    <a:pt x="311576" y="45729"/>
                    <a:pt x="315365" y="45521"/>
                  </a:cubicBezTo>
                  <a:cubicBezTo>
                    <a:pt x="319141" y="45312"/>
                    <a:pt x="322774" y="45065"/>
                    <a:pt x="326250" y="44792"/>
                  </a:cubicBezTo>
                  <a:cubicBezTo>
                    <a:pt x="329648" y="44440"/>
                    <a:pt x="332761" y="44076"/>
                    <a:pt x="335573" y="43698"/>
                  </a:cubicBezTo>
                  <a:cubicBezTo>
                    <a:pt x="338386" y="43307"/>
                    <a:pt x="340729" y="42917"/>
                    <a:pt x="342604" y="42500"/>
                  </a:cubicBezTo>
                  <a:lnTo>
                    <a:pt x="342604" y="49479"/>
                  </a:lnTo>
                  <a:cubicBezTo>
                    <a:pt x="340586" y="49896"/>
                    <a:pt x="338047" y="50312"/>
                    <a:pt x="335000" y="50729"/>
                  </a:cubicBezTo>
                  <a:cubicBezTo>
                    <a:pt x="331940" y="51146"/>
                    <a:pt x="328607" y="51523"/>
                    <a:pt x="325000" y="51875"/>
                  </a:cubicBezTo>
                  <a:cubicBezTo>
                    <a:pt x="321315" y="52214"/>
                    <a:pt x="317422" y="52500"/>
                    <a:pt x="313333" y="52708"/>
                  </a:cubicBezTo>
                  <a:cubicBezTo>
                    <a:pt x="309232" y="52917"/>
                    <a:pt x="305169" y="53021"/>
                    <a:pt x="301146" y="53021"/>
                  </a:cubicBezTo>
                  <a:lnTo>
                    <a:pt x="292084" y="53021"/>
                  </a:lnTo>
                  <a:cubicBezTo>
                    <a:pt x="291250" y="53021"/>
                    <a:pt x="290677" y="52865"/>
                    <a:pt x="290365" y="52552"/>
                  </a:cubicBezTo>
                  <a:cubicBezTo>
                    <a:pt x="290052" y="52240"/>
                    <a:pt x="289896" y="51667"/>
                    <a:pt x="289896" y="50833"/>
                  </a:cubicBezTo>
                  <a:lnTo>
                    <a:pt x="289896" y="27396"/>
                  </a:lnTo>
                  <a:cubicBezTo>
                    <a:pt x="289896" y="26563"/>
                    <a:pt x="290052" y="25990"/>
                    <a:pt x="290365" y="25677"/>
                  </a:cubicBezTo>
                  <a:cubicBezTo>
                    <a:pt x="290677" y="25365"/>
                    <a:pt x="291250" y="25208"/>
                    <a:pt x="292084" y="25208"/>
                  </a:cubicBezTo>
                  <a:lnTo>
                    <a:pt x="321667" y="25208"/>
                  </a:lnTo>
                  <a:lnTo>
                    <a:pt x="321667" y="10937"/>
                  </a:lnTo>
                  <a:lnTo>
                    <a:pt x="289896" y="10937"/>
                  </a:lnTo>
                  <a:close/>
                  <a:moveTo>
                    <a:pt x="97604" y="3229"/>
                  </a:moveTo>
                  <a:lnTo>
                    <a:pt x="160417" y="3229"/>
                  </a:lnTo>
                  <a:cubicBezTo>
                    <a:pt x="161250" y="3229"/>
                    <a:pt x="161823" y="3386"/>
                    <a:pt x="162135" y="3698"/>
                  </a:cubicBezTo>
                  <a:cubicBezTo>
                    <a:pt x="162448" y="4010"/>
                    <a:pt x="162604" y="4583"/>
                    <a:pt x="162604" y="5416"/>
                  </a:cubicBezTo>
                  <a:cubicBezTo>
                    <a:pt x="162461" y="7630"/>
                    <a:pt x="162240" y="10078"/>
                    <a:pt x="161927" y="12760"/>
                  </a:cubicBezTo>
                  <a:cubicBezTo>
                    <a:pt x="161615" y="15430"/>
                    <a:pt x="161276" y="18190"/>
                    <a:pt x="160937" y="21042"/>
                  </a:cubicBezTo>
                  <a:cubicBezTo>
                    <a:pt x="160521" y="23815"/>
                    <a:pt x="160078" y="26575"/>
                    <a:pt x="159636" y="29323"/>
                  </a:cubicBezTo>
                  <a:cubicBezTo>
                    <a:pt x="159180" y="32057"/>
                    <a:pt x="158750" y="34544"/>
                    <a:pt x="158333" y="36771"/>
                  </a:cubicBezTo>
                  <a:lnTo>
                    <a:pt x="172188" y="36771"/>
                  </a:lnTo>
                  <a:lnTo>
                    <a:pt x="172188" y="43854"/>
                  </a:lnTo>
                  <a:lnTo>
                    <a:pt x="132812" y="43854"/>
                  </a:lnTo>
                  <a:lnTo>
                    <a:pt x="132812" y="61146"/>
                  </a:lnTo>
                  <a:lnTo>
                    <a:pt x="158750" y="61146"/>
                  </a:lnTo>
                  <a:cubicBezTo>
                    <a:pt x="159583" y="61146"/>
                    <a:pt x="160156" y="61302"/>
                    <a:pt x="160469" y="61615"/>
                  </a:cubicBezTo>
                  <a:cubicBezTo>
                    <a:pt x="160781" y="61927"/>
                    <a:pt x="160937" y="62500"/>
                    <a:pt x="160937" y="63333"/>
                  </a:cubicBezTo>
                  <a:lnTo>
                    <a:pt x="160937" y="93438"/>
                  </a:lnTo>
                  <a:lnTo>
                    <a:pt x="152500" y="93438"/>
                  </a:lnTo>
                  <a:lnTo>
                    <a:pt x="152500" y="68333"/>
                  </a:lnTo>
                  <a:lnTo>
                    <a:pt x="97708" y="68333"/>
                  </a:lnTo>
                  <a:lnTo>
                    <a:pt x="97708" y="61146"/>
                  </a:lnTo>
                  <a:lnTo>
                    <a:pt x="124375" y="61146"/>
                  </a:lnTo>
                  <a:lnTo>
                    <a:pt x="124375" y="43854"/>
                  </a:lnTo>
                  <a:lnTo>
                    <a:pt x="87708" y="43854"/>
                  </a:lnTo>
                  <a:lnTo>
                    <a:pt x="87708" y="36771"/>
                  </a:lnTo>
                  <a:lnTo>
                    <a:pt x="150521" y="36771"/>
                  </a:lnTo>
                  <a:cubicBezTo>
                    <a:pt x="150859" y="34896"/>
                    <a:pt x="151224" y="32760"/>
                    <a:pt x="151614" y="30365"/>
                  </a:cubicBezTo>
                  <a:cubicBezTo>
                    <a:pt x="151992" y="27969"/>
                    <a:pt x="152357" y="25547"/>
                    <a:pt x="152708" y="23125"/>
                  </a:cubicBezTo>
                  <a:cubicBezTo>
                    <a:pt x="153047" y="20755"/>
                    <a:pt x="153333" y="18450"/>
                    <a:pt x="153542" y="16198"/>
                  </a:cubicBezTo>
                  <a:cubicBezTo>
                    <a:pt x="153750" y="13932"/>
                    <a:pt x="153919" y="11979"/>
                    <a:pt x="154063" y="10312"/>
                  </a:cubicBezTo>
                  <a:lnTo>
                    <a:pt x="97604" y="10312"/>
                  </a:lnTo>
                  <a:close/>
                  <a:moveTo>
                    <a:pt x="229479" y="2708"/>
                  </a:moveTo>
                  <a:lnTo>
                    <a:pt x="238646" y="2708"/>
                  </a:lnTo>
                  <a:lnTo>
                    <a:pt x="238646" y="7500"/>
                  </a:lnTo>
                  <a:cubicBezTo>
                    <a:pt x="238646" y="11172"/>
                    <a:pt x="239583" y="14505"/>
                    <a:pt x="241459" y="17500"/>
                  </a:cubicBezTo>
                  <a:cubicBezTo>
                    <a:pt x="243333" y="20482"/>
                    <a:pt x="245834" y="23125"/>
                    <a:pt x="248958" y="25417"/>
                  </a:cubicBezTo>
                  <a:cubicBezTo>
                    <a:pt x="252083" y="27708"/>
                    <a:pt x="255651" y="29649"/>
                    <a:pt x="259688" y="31250"/>
                  </a:cubicBezTo>
                  <a:cubicBezTo>
                    <a:pt x="263711" y="32839"/>
                    <a:pt x="267839" y="34062"/>
                    <a:pt x="272083" y="34896"/>
                  </a:cubicBezTo>
                  <a:lnTo>
                    <a:pt x="266875" y="41458"/>
                  </a:lnTo>
                  <a:cubicBezTo>
                    <a:pt x="263607" y="40625"/>
                    <a:pt x="260286" y="39531"/>
                    <a:pt x="256927" y="38177"/>
                  </a:cubicBezTo>
                  <a:cubicBezTo>
                    <a:pt x="253555" y="36823"/>
                    <a:pt x="250378" y="35208"/>
                    <a:pt x="247396" y="33333"/>
                  </a:cubicBezTo>
                  <a:cubicBezTo>
                    <a:pt x="244401" y="31458"/>
                    <a:pt x="241745" y="29375"/>
                    <a:pt x="239427" y="27083"/>
                  </a:cubicBezTo>
                  <a:cubicBezTo>
                    <a:pt x="237096" y="24792"/>
                    <a:pt x="235339" y="22252"/>
                    <a:pt x="234167" y="19479"/>
                  </a:cubicBezTo>
                  <a:cubicBezTo>
                    <a:pt x="232630" y="22396"/>
                    <a:pt x="230690" y="25013"/>
                    <a:pt x="228333" y="27344"/>
                  </a:cubicBezTo>
                  <a:cubicBezTo>
                    <a:pt x="225964" y="29661"/>
                    <a:pt x="223334" y="31693"/>
                    <a:pt x="220417" y="33437"/>
                  </a:cubicBezTo>
                  <a:cubicBezTo>
                    <a:pt x="217500" y="35234"/>
                    <a:pt x="214427" y="36797"/>
                    <a:pt x="211198" y="38125"/>
                  </a:cubicBezTo>
                  <a:cubicBezTo>
                    <a:pt x="207969" y="39440"/>
                    <a:pt x="204713" y="40547"/>
                    <a:pt x="201458" y="41458"/>
                  </a:cubicBezTo>
                  <a:lnTo>
                    <a:pt x="195729" y="35000"/>
                  </a:lnTo>
                  <a:cubicBezTo>
                    <a:pt x="206979" y="32291"/>
                    <a:pt x="215417" y="28646"/>
                    <a:pt x="221042" y="24062"/>
                  </a:cubicBezTo>
                  <a:cubicBezTo>
                    <a:pt x="226667" y="19479"/>
                    <a:pt x="229479" y="13984"/>
                    <a:pt x="229479" y="7604"/>
                  </a:cubicBezTo>
                  <a:close/>
                  <a:moveTo>
                    <a:pt x="444375" y="625"/>
                  </a:moveTo>
                  <a:lnTo>
                    <a:pt x="452396" y="625"/>
                  </a:lnTo>
                  <a:lnTo>
                    <a:pt x="452396" y="70938"/>
                  </a:lnTo>
                  <a:lnTo>
                    <a:pt x="444375" y="70938"/>
                  </a:lnTo>
                  <a:lnTo>
                    <a:pt x="444375" y="61979"/>
                  </a:lnTo>
                  <a:lnTo>
                    <a:pt x="422500" y="61979"/>
                  </a:lnTo>
                  <a:lnTo>
                    <a:pt x="422500" y="55312"/>
                  </a:lnTo>
                  <a:lnTo>
                    <a:pt x="444375" y="55312"/>
                  </a:lnTo>
                  <a:close/>
                  <a:moveTo>
                    <a:pt x="637917" y="521"/>
                  </a:moveTo>
                  <a:lnTo>
                    <a:pt x="646042" y="521"/>
                  </a:lnTo>
                  <a:lnTo>
                    <a:pt x="646042" y="58333"/>
                  </a:lnTo>
                  <a:lnTo>
                    <a:pt x="637917" y="58333"/>
                  </a:lnTo>
                  <a:lnTo>
                    <a:pt x="637917" y="36562"/>
                  </a:lnTo>
                  <a:lnTo>
                    <a:pt x="621875" y="36562"/>
                  </a:lnTo>
                  <a:lnTo>
                    <a:pt x="621875" y="29792"/>
                  </a:lnTo>
                  <a:lnTo>
                    <a:pt x="637917" y="29792"/>
                  </a:lnTo>
                  <a:lnTo>
                    <a:pt x="637917" y="18437"/>
                  </a:lnTo>
                  <a:lnTo>
                    <a:pt x="621875" y="18437"/>
                  </a:lnTo>
                  <a:lnTo>
                    <a:pt x="621875" y="11667"/>
                  </a:lnTo>
                  <a:lnTo>
                    <a:pt x="637917" y="11667"/>
                  </a:lnTo>
                  <a:close/>
                  <a:moveTo>
                    <a:pt x="530417" y="521"/>
                  </a:moveTo>
                  <a:lnTo>
                    <a:pt x="538542" y="521"/>
                  </a:lnTo>
                  <a:lnTo>
                    <a:pt x="538542" y="35938"/>
                  </a:lnTo>
                  <a:lnTo>
                    <a:pt x="552292" y="35938"/>
                  </a:lnTo>
                  <a:lnTo>
                    <a:pt x="552292" y="43333"/>
                  </a:lnTo>
                  <a:lnTo>
                    <a:pt x="538542" y="43333"/>
                  </a:lnTo>
                  <a:lnTo>
                    <a:pt x="538542" y="92917"/>
                  </a:lnTo>
                  <a:lnTo>
                    <a:pt x="530417" y="92917"/>
                  </a:lnTo>
                  <a:close/>
                  <a:moveTo>
                    <a:pt x="351459" y="521"/>
                  </a:moveTo>
                  <a:lnTo>
                    <a:pt x="359583" y="521"/>
                  </a:lnTo>
                  <a:lnTo>
                    <a:pt x="359583" y="58333"/>
                  </a:lnTo>
                  <a:lnTo>
                    <a:pt x="351459" y="58333"/>
                  </a:lnTo>
                  <a:lnTo>
                    <a:pt x="351459" y="36562"/>
                  </a:lnTo>
                  <a:lnTo>
                    <a:pt x="335417" y="36562"/>
                  </a:lnTo>
                  <a:lnTo>
                    <a:pt x="335417" y="29792"/>
                  </a:lnTo>
                  <a:lnTo>
                    <a:pt x="351459" y="29792"/>
                  </a:lnTo>
                  <a:lnTo>
                    <a:pt x="351459" y="18437"/>
                  </a:lnTo>
                  <a:lnTo>
                    <a:pt x="335417" y="18437"/>
                  </a:lnTo>
                  <a:lnTo>
                    <a:pt x="335417" y="11667"/>
                  </a:lnTo>
                  <a:lnTo>
                    <a:pt x="351459" y="11667"/>
                  </a:lnTo>
                  <a:close/>
                  <a:moveTo>
                    <a:pt x="63229" y="521"/>
                  </a:moveTo>
                  <a:lnTo>
                    <a:pt x="71354" y="521"/>
                  </a:lnTo>
                  <a:lnTo>
                    <a:pt x="71354" y="28646"/>
                  </a:lnTo>
                  <a:lnTo>
                    <a:pt x="84271" y="28646"/>
                  </a:lnTo>
                  <a:lnTo>
                    <a:pt x="84271" y="35938"/>
                  </a:lnTo>
                  <a:lnTo>
                    <a:pt x="71354" y="35938"/>
                  </a:lnTo>
                  <a:lnTo>
                    <a:pt x="71354" y="68542"/>
                  </a:lnTo>
                  <a:lnTo>
                    <a:pt x="63229" y="68542"/>
                  </a:lnTo>
                  <a:close/>
                  <a:moveTo>
                    <a:pt x="12604" y="312"/>
                  </a:moveTo>
                  <a:lnTo>
                    <a:pt x="39896" y="312"/>
                  </a:lnTo>
                  <a:lnTo>
                    <a:pt x="39896" y="6979"/>
                  </a:lnTo>
                  <a:lnTo>
                    <a:pt x="12604" y="6979"/>
                  </a:lnTo>
                  <a:close/>
                  <a:moveTo>
                    <a:pt x="406875" y="0"/>
                  </a:moveTo>
                  <a:cubicBezTo>
                    <a:pt x="414297" y="0"/>
                    <a:pt x="420000" y="1693"/>
                    <a:pt x="423959" y="5104"/>
                  </a:cubicBezTo>
                  <a:cubicBezTo>
                    <a:pt x="427917" y="8502"/>
                    <a:pt x="429896" y="12708"/>
                    <a:pt x="429896" y="17708"/>
                  </a:cubicBezTo>
                  <a:cubicBezTo>
                    <a:pt x="429896" y="22917"/>
                    <a:pt x="427891" y="27083"/>
                    <a:pt x="423906" y="30208"/>
                  </a:cubicBezTo>
                  <a:cubicBezTo>
                    <a:pt x="419909" y="33333"/>
                    <a:pt x="414232" y="34896"/>
                    <a:pt x="406875" y="34896"/>
                  </a:cubicBezTo>
                  <a:cubicBezTo>
                    <a:pt x="399440" y="34896"/>
                    <a:pt x="393776" y="33281"/>
                    <a:pt x="389896" y="30052"/>
                  </a:cubicBezTo>
                  <a:cubicBezTo>
                    <a:pt x="386003" y="26823"/>
                    <a:pt x="384063" y="22708"/>
                    <a:pt x="384063" y="17708"/>
                  </a:cubicBezTo>
                  <a:cubicBezTo>
                    <a:pt x="384063" y="12917"/>
                    <a:pt x="385990" y="8763"/>
                    <a:pt x="389844" y="5260"/>
                  </a:cubicBezTo>
                  <a:cubicBezTo>
                    <a:pt x="393698" y="1745"/>
                    <a:pt x="399375" y="0"/>
                    <a:pt x="406875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0" name="TextBox 709">
              <a:extLst>
                <a:ext uri="{FF2B5EF4-FFF2-40B4-BE49-F238E27FC236}">
                  <a16:creationId xmlns:a16="http://schemas.microsoft.com/office/drawing/2014/main" id="{5DB51156-E750-4887-A4E0-10123C6CEEEE}"/>
                </a:ext>
              </a:extLst>
            </p:cNvPr>
            <p:cNvSpPr txBox="1"/>
            <p:nvPr/>
          </p:nvSpPr>
          <p:spPr>
            <a:xfrm>
              <a:off x="4660751" y="6804422"/>
              <a:ext cx="820901" cy="2216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한국수력원자력</a:t>
              </a:r>
            </a:p>
          </p:txBody>
        </p:sp>
        <p:sp>
          <p:nvSpPr>
            <p:cNvPr id="711" name="자유형: 도형 710">
              <a:extLst>
                <a:ext uri="{FF2B5EF4-FFF2-40B4-BE49-F238E27FC236}">
                  <a16:creationId xmlns:a16="http://schemas.microsoft.com/office/drawing/2014/main" id="{70531045-B713-4AB7-9D0A-645A7FF80EDA}"/>
                </a:ext>
              </a:extLst>
            </p:cNvPr>
            <p:cNvSpPr/>
            <p:nvPr/>
          </p:nvSpPr>
          <p:spPr>
            <a:xfrm>
              <a:off x="951896" y="7137576"/>
              <a:ext cx="106250" cy="79583"/>
            </a:xfrm>
            <a:custGeom>
              <a:avLst/>
              <a:gdLst>
                <a:gd name="connsiteX0" fmla="*/ 16563 w 106250"/>
                <a:gd name="connsiteY0" fmla="*/ 1771 h 79583"/>
                <a:gd name="connsiteX1" fmla="*/ 22500 w 106250"/>
                <a:gd name="connsiteY1" fmla="*/ 1771 h 79583"/>
                <a:gd name="connsiteX2" fmla="*/ 24063 w 106250"/>
                <a:gd name="connsiteY2" fmla="*/ 2188 h 79583"/>
                <a:gd name="connsiteX3" fmla="*/ 24479 w 106250"/>
                <a:gd name="connsiteY3" fmla="*/ 3750 h 79583"/>
                <a:gd name="connsiteX4" fmla="*/ 24479 w 106250"/>
                <a:gd name="connsiteY4" fmla="*/ 77813 h 79583"/>
                <a:gd name="connsiteX5" fmla="*/ 16250 w 106250"/>
                <a:gd name="connsiteY5" fmla="*/ 77813 h 79583"/>
                <a:gd name="connsiteX6" fmla="*/ 16250 w 106250"/>
                <a:gd name="connsiteY6" fmla="*/ 10730 h 79583"/>
                <a:gd name="connsiteX7" fmla="*/ 9219 w 106250"/>
                <a:gd name="connsiteY7" fmla="*/ 16510 h 79583"/>
                <a:gd name="connsiteX8" fmla="*/ 0 w 106250"/>
                <a:gd name="connsiteY8" fmla="*/ 21771 h 79583"/>
                <a:gd name="connsiteX9" fmla="*/ 0 w 106250"/>
                <a:gd name="connsiteY9" fmla="*/ 13855 h 79583"/>
                <a:gd name="connsiteX10" fmla="*/ 8646 w 106250"/>
                <a:gd name="connsiteY10" fmla="*/ 8750 h 79583"/>
                <a:gd name="connsiteX11" fmla="*/ 16563 w 106250"/>
                <a:gd name="connsiteY11" fmla="*/ 1771 h 79583"/>
                <a:gd name="connsiteX12" fmla="*/ 81354 w 106250"/>
                <a:gd name="connsiteY12" fmla="*/ 0 h 79583"/>
                <a:gd name="connsiteX13" fmla="*/ 90156 w 106250"/>
                <a:gd name="connsiteY13" fmla="*/ 1198 h 79583"/>
                <a:gd name="connsiteX14" fmla="*/ 97604 w 106250"/>
                <a:gd name="connsiteY14" fmla="*/ 4896 h 79583"/>
                <a:gd name="connsiteX15" fmla="*/ 102656 w 106250"/>
                <a:gd name="connsiteY15" fmla="*/ 11250 h 79583"/>
                <a:gd name="connsiteX16" fmla="*/ 104583 w 106250"/>
                <a:gd name="connsiteY16" fmla="*/ 20417 h 79583"/>
                <a:gd name="connsiteX17" fmla="*/ 100313 w 106250"/>
                <a:gd name="connsiteY17" fmla="*/ 32083 h 79583"/>
                <a:gd name="connsiteX18" fmla="*/ 89167 w 106250"/>
                <a:gd name="connsiteY18" fmla="*/ 38438 h 79583"/>
                <a:gd name="connsiteX19" fmla="*/ 101510 w 106250"/>
                <a:gd name="connsiteY19" fmla="*/ 44844 h 79583"/>
                <a:gd name="connsiteX20" fmla="*/ 106250 w 106250"/>
                <a:gd name="connsiteY20" fmla="*/ 57708 h 79583"/>
                <a:gd name="connsiteX21" fmla="*/ 104115 w 106250"/>
                <a:gd name="connsiteY21" fmla="*/ 67656 h 79583"/>
                <a:gd name="connsiteX22" fmla="*/ 98438 w 106250"/>
                <a:gd name="connsiteY22" fmla="*/ 74480 h 79583"/>
                <a:gd name="connsiteX23" fmla="*/ 90313 w 106250"/>
                <a:gd name="connsiteY23" fmla="*/ 78333 h 79583"/>
                <a:gd name="connsiteX24" fmla="*/ 80938 w 106250"/>
                <a:gd name="connsiteY24" fmla="*/ 79583 h 79583"/>
                <a:gd name="connsiteX25" fmla="*/ 63177 w 106250"/>
                <a:gd name="connsiteY25" fmla="*/ 73646 h 79583"/>
                <a:gd name="connsiteX26" fmla="*/ 56458 w 106250"/>
                <a:gd name="connsiteY26" fmla="*/ 57188 h 79583"/>
                <a:gd name="connsiteX27" fmla="*/ 64688 w 106250"/>
                <a:gd name="connsiteY27" fmla="*/ 57188 h 79583"/>
                <a:gd name="connsiteX28" fmla="*/ 69635 w 106250"/>
                <a:gd name="connsiteY28" fmla="*/ 68542 h 79583"/>
                <a:gd name="connsiteX29" fmla="*/ 81250 w 106250"/>
                <a:gd name="connsiteY29" fmla="*/ 72396 h 79583"/>
                <a:gd name="connsiteX30" fmla="*/ 93438 w 106250"/>
                <a:gd name="connsiteY30" fmla="*/ 68333 h 79583"/>
                <a:gd name="connsiteX31" fmla="*/ 97917 w 106250"/>
                <a:gd name="connsiteY31" fmla="*/ 56771 h 79583"/>
                <a:gd name="connsiteX32" fmla="*/ 96458 w 106250"/>
                <a:gd name="connsiteY32" fmla="*/ 50156 h 79583"/>
                <a:gd name="connsiteX33" fmla="*/ 92604 w 106250"/>
                <a:gd name="connsiteY33" fmla="*/ 45625 h 79583"/>
                <a:gd name="connsiteX34" fmla="*/ 87031 w 106250"/>
                <a:gd name="connsiteY34" fmla="*/ 43021 h 79583"/>
                <a:gd name="connsiteX35" fmla="*/ 80729 w 106250"/>
                <a:gd name="connsiteY35" fmla="*/ 41979 h 79583"/>
                <a:gd name="connsiteX36" fmla="*/ 76563 w 106250"/>
                <a:gd name="connsiteY36" fmla="*/ 41979 h 79583"/>
                <a:gd name="connsiteX37" fmla="*/ 75104 w 106250"/>
                <a:gd name="connsiteY37" fmla="*/ 41719 h 79583"/>
                <a:gd name="connsiteX38" fmla="*/ 74896 w 106250"/>
                <a:gd name="connsiteY38" fmla="*/ 40313 h 79583"/>
                <a:gd name="connsiteX39" fmla="*/ 74896 w 106250"/>
                <a:gd name="connsiteY39" fmla="*/ 36458 h 79583"/>
                <a:gd name="connsiteX40" fmla="*/ 75104 w 106250"/>
                <a:gd name="connsiteY40" fmla="*/ 34792 h 79583"/>
                <a:gd name="connsiteX41" fmla="*/ 76563 w 106250"/>
                <a:gd name="connsiteY41" fmla="*/ 34375 h 79583"/>
                <a:gd name="connsiteX42" fmla="*/ 80000 w 106250"/>
                <a:gd name="connsiteY42" fmla="*/ 34375 h 79583"/>
                <a:gd name="connsiteX43" fmla="*/ 86094 w 106250"/>
                <a:gd name="connsiteY43" fmla="*/ 33594 h 79583"/>
                <a:gd name="connsiteX44" fmla="*/ 91250 w 106250"/>
                <a:gd name="connsiteY44" fmla="*/ 31146 h 79583"/>
                <a:gd name="connsiteX45" fmla="*/ 94896 w 106250"/>
                <a:gd name="connsiteY45" fmla="*/ 27031 h 79583"/>
                <a:gd name="connsiteX46" fmla="*/ 96250 w 106250"/>
                <a:gd name="connsiteY46" fmla="*/ 20834 h 79583"/>
                <a:gd name="connsiteX47" fmla="*/ 91927 w 106250"/>
                <a:gd name="connsiteY47" fmla="*/ 10730 h 79583"/>
                <a:gd name="connsiteX48" fmla="*/ 81042 w 106250"/>
                <a:gd name="connsiteY48" fmla="*/ 7188 h 79583"/>
                <a:gd name="connsiteX49" fmla="*/ 70365 w 106250"/>
                <a:gd name="connsiteY49" fmla="*/ 10730 h 79583"/>
                <a:gd name="connsiteX50" fmla="*/ 65833 w 106250"/>
                <a:gd name="connsiteY50" fmla="*/ 20938 h 79583"/>
                <a:gd name="connsiteX51" fmla="*/ 57500 w 106250"/>
                <a:gd name="connsiteY51" fmla="*/ 20938 h 79583"/>
                <a:gd name="connsiteX52" fmla="*/ 64167 w 106250"/>
                <a:gd name="connsiteY52" fmla="*/ 5625 h 79583"/>
                <a:gd name="connsiteX53" fmla="*/ 81354 w 106250"/>
                <a:gd name="connsiteY53" fmla="*/ 0 h 7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250" h="79583">
                  <a:moveTo>
                    <a:pt x="16563" y="1771"/>
                  </a:moveTo>
                  <a:lnTo>
                    <a:pt x="22500" y="1771"/>
                  </a:lnTo>
                  <a:cubicBezTo>
                    <a:pt x="23263" y="1771"/>
                    <a:pt x="23784" y="1901"/>
                    <a:pt x="24063" y="2188"/>
                  </a:cubicBezTo>
                  <a:cubicBezTo>
                    <a:pt x="24340" y="2461"/>
                    <a:pt x="24479" y="2982"/>
                    <a:pt x="24479" y="3750"/>
                  </a:cubicBezTo>
                  <a:lnTo>
                    <a:pt x="24479" y="77813"/>
                  </a:lnTo>
                  <a:lnTo>
                    <a:pt x="16250" y="77813"/>
                  </a:lnTo>
                  <a:lnTo>
                    <a:pt x="16250" y="10730"/>
                  </a:lnTo>
                  <a:cubicBezTo>
                    <a:pt x="14375" y="12735"/>
                    <a:pt x="12031" y="14662"/>
                    <a:pt x="9219" y="16510"/>
                  </a:cubicBezTo>
                  <a:cubicBezTo>
                    <a:pt x="6406" y="18346"/>
                    <a:pt x="3333" y="20104"/>
                    <a:pt x="0" y="21771"/>
                  </a:cubicBezTo>
                  <a:lnTo>
                    <a:pt x="0" y="13855"/>
                  </a:lnTo>
                  <a:cubicBezTo>
                    <a:pt x="2986" y="12527"/>
                    <a:pt x="5867" y="10834"/>
                    <a:pt x="8646" y="8750"/>
                  </a:cubicBezTo>
                  <a:cubicBezTo>
                    <a:pt x="11423" y="6667"/>
                    <a:pt x="14062" y="4336"/>
                    <a:pt x="16563" y="1771"/>
                  </a:cubicBezTo>
                  <a:close/>
                  <a:moveTo>
                    <a:pt x="81354" y="0"/>
                  </a:moveTo>
                  <a:cubicBezTo>
                    <a:pt x="84409" y="0"/>
                    <a:pt x="87344" y="391"/>
                    <a:pt x="90156" y="1198"/>
                  </a:cubicBezTo>
                  <a:cubicBezTo>
                    <a:pt x="92969" y="1992"/>
                    <a:pt x="95451" y="3229"/>
                    <a:pt x="97604" y="4896"/>
                  </a:cubicBezTo>
                  <a:cubicBezTo>
                    <a:pt x="99688" y="6563"/>
                    <a:pt x="101371" y="8672"/>
                    <a:pt x="102656" y="11250"/>
                  </a:cubicBezTo>
                  <a:cubicBezTo>
                    <a:pt x="103940" y="13816"/>
                    <a:pt x="104583" y="16875"/>
                    <a:pt x="104583" y="20417"/>
                  </a:cubicBezTo>
                  <a:cubicBezTo>
                    <a:pt x="104583" y="24792"/>
                    <a:pt x="103159" y="28672"/>
                    <a:pt x="100313" y="32083"/>
                  </a:cubicBezTo>
                  <a:cubicBezTo>
                    <a:pt x="97465" y="35482"/>
                    <a:pt x="93750" y="37604"/>
                    <a:pt x="89167" y="38438"/>
                  </a:cubicBezTo>
                  <a:cubicBezTo>
                    <a:pt x="94236" y="39128"/>
                    <a:pt x="98350" y="41263"/>
                    <a:pt x="101510" y="44844"/>
                  </a:cubicBezTo>
                  <a:cubicBezTo>
                    <a:pt x="104669" y="48412"/>
                    <a:pt x="106250" y="52709"/>
                    <a:pt x="106250" y="57708"/>
                  </a:cubicBezTo>
                  <a:cubicBezTo>
                    <a:pt x="106250" y="61589"/>
                    <a:pt x="105538" y="64909"/>
                    <a:pt x="104115" y="67656"/>
                  </a:cubicBezTo>
                  <a:cubicBezTo>
                    <a:pt x="102690" y="70391"/>
                    <a:pt x="100798" y="72669"/>
                    <a:pt x="98438" y="74480"/>
                  </a:cubicBezTo>
                  <a:cubicBezTo>
                    <a:pt x="96076" y="76211"/>
                    <a:pt x="93367" y="77500"/>
                    <a:pt x="90313" y="78333"/>
                  </a:cubicBezTo>
                  <a:cubicBezTo>
                    <a:pt x="87257" y="79167"/>
                    <a:pt x="84132" y="79583"/>
                    <a:pt x="80938" y="79583"/>
                  </a:cubicBezTo>
                  <a:cubicBezTo>
                    <a:pt x="73438" y="79583"/>
                    <a:pt x="67517" y="77604"/>
                    <a:pt x="63177" y="73646"/>
                  </a:cubicBezTo>
                  <a:cubicBezTo>
                    <a:pt x="58836" y="69687"/>
                    <a:pt x="56596" y="64193"/>
                    <a:pt x="56458" y="57188"/>
                  </a:cubicBezTo>
                  <a:lnTo>
                    <a:pt x="64688" y="57188"/>
                  </a:lnTo>
                  <a:cubicBezTo>
                    <a:pt x="65173" y="62188"/>
                    <a:pt x="66823" y="65964"/>
                    <a:pt x="69635" y="68542"/>
                  </a:cubicBezTo>
                  <a:cubicBezTo>
                    <a:pt x="72448" y="71107"/>
                    <a:pt x="76319" y="72396"/>
                    <a:pt x="81250" y="72396"/>
                  </a:cubicBezTo>
                  <a:cubicBezTo>
                    <a:pt x="86388" y="72396"/>
                    <a:pt x="90451" y="71042"/>
                    <a:pt x="93438" y="68333"/>
                  </a:cubicBezTo>
                  <a:cubicBezTo>
                    <a:pt x="96423" y="65626"/>
                    <a:pt x="97917" y="61771"/>
                    <a:pt x="97917" y="56771"/>
                  </a:cubicBezTo>
                  <a:cubicBezTo>
                    <a:pt x="97917" y="54193"/>
                    <a:pt x="97430" y="51993"/>
                    <a:pt x="96458" y="50156"/>
                  </a:cubicBezTo>
                  <a:cubicBezTo>
                    <a:pt x="95486" y="48308"/>
                    <a:pt x="94201" y="46797"/>
                    <a:pt x="92604" y="45625"/>
                  </a:cubicBezTo>
                  <a:cubicBezTo>
                    <a:pt x="90938" y="44440"/>
                    <a:pt x="89079" y="43568"/>
                    <a:pt x="87031" y="43021"/>
                  </a:cubicBezTo>
                  <a:cubicBezTo>
                    <a:pt x="84982" y="42461"/>
                    <a:pt x="82882" y="42110"/>
                    <a:pt x="80729" y="41979"/>
                  </a:cubicBezTo>
                  <a:lnTo>
                    <a:pt x="76563" y="41979"/>
                  </a:lnTo>
                  <a:cubicBezTo>
                    <a:pt x="75729" y="41979"/>
                    <a:pt x="75242" y="41889"/>
                    <a:pt x="75104" y="41719"/>
                  </a:cubicBezTo>
                  <a:cubicBezTo>
                    <a:pt x="74965" y="41537"/>
                    <a:pt x="74896" y="41068"/>
                    <a:pt x="74896" y="40313"/>
                  </a:cubicBezTo>
                  <a:lnTo>
                    <a:pt x="74896" y="36458"/>
                  </a:lnTo>
                  <a:cubicBezTo>
                    <a:pt x="74896" y="35625"/>
                    <a:pt x="74965" y="35065"/>
                    <a:pt x="75104" y="34792"/>
                  </a:cubicBezTo>
                  <a:cubicBezTo>
                    <a:pt x="75242" y="34506"/>
                    <a:pt x="75729" y="34375"/>
                    <a:pt x="76563" y="34375"/>
                  </a:cubicBezTo>
                  <a:lnTo>
                    <a:pt x="80000" y="34375"/>
                  </a:lnTo>
                  <a:cubicBezTo>
                    <a:pt x="82083" y="34375"/>
                    <a:pt x="84115" y="34115"/>
                    <a:pt x="86094" y="33594"/>
                  </a:cubicBezTo>
                  <a:cubicBezTo>
                    <a:pt x="88073" y="33073"/>
                    <a:pt x="89792" y="32252"/>
                    <a:pt x="91250" y="31146"/>
                  </a:cubicBezTo>
                  <a:cubicBezTo>
                    <a:pt x="92777" y="30104"/>
                    <a:pt x="93992" y="28724"/>
                    <a:pt x="94896" y="27031"/>
                  </a:cubicBezTo>
                  <a:cubicBezTo>
                    <a:pt x="95798" y="25326"/>
                    <a:pt x="96250" y="23255"/>
                    <a:pt x="96250" y="20834"/>
                  </a:cubicBezTo>
                  <a:cubicBezTo>
                    <a:pt x="96250" y="16459"/>
                    <a:pt x="94809" y="13086"/>
                    <a:pt x="91927" y="10730"/>
                  </a:cubicBezTo>
                  <a:cubicBezTo>
                    <a:pt x="89044" y="8360"/>
                    <a:pt x="85417" y="7188"/>
                    <a:pt x="81042" y="7188"/>
                  </a:cubicBezTo>
                  <a:cubicBezTo>
                    <a:pt x="76527" y="7188"/>
                    <a:pt x="72969" y="8360"/>
                    <a:pt x="70365" y="10730"/>
                  </a:cubicBezTo>
                  <a:cubicBezTo>
                    <a:pt x="67760" y="13086"/>
                    <a:pt x="66250" y="16484"/>
                    <a:pt x="65833" y="20938"/>
                  </a:cubicBezTo>
                  <a:lnTo>
                    <a:pt x="57500" y="20938"/>
                  </a:lnTo>
                  <a:cubicBezTo>
                    <a:pt x="57569" y="14479"/>
                    <a:pt x="59792" y="9375"/>
                    <a:pt x="64167" y="5625"/>
                  </a:cubicBezTo>
                  <a:cubicBezTo>
                    <a:pt x="68542" y="1876"/>
                    <a:pt x="74271" y="0"/>
                    <a:pt x="81354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2" name="TextBox 711">
              <a:extLst>
                <a:ext uri="{FF2B5EF4-FFF2-40B4-BE49-F238E27FC236}">
                  <a16:creationId xmlns:a16="http://schemas.microsoft.com/office/drawing/2014/main" id="{C7BD69EB-8CB6-4F28-979E-64568618312B}"/>
                </a:ext>
              </a:extLst>
            </p:cNvPr>
            <p:cNvSpPr txBox="1"/>
            <p:nvPr/>
          </p:nvSpPr>
          <p:spPr>
            <a:xfrm>
              <a:off x="860456" y="7096388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13</a:t>
              </a:r>
            </a:p>
          </p:txBody>
        </p:sp>
        <p:grpSp>
          <p:nvGrpSpPr>
            <p:cNvPr id="713" name="그래픽 5">
              <a:extLst>
                <a:ext uri="{FF2B5EF4-FFF2-40B4-BE49-F238E27FC236}">
                  <a16:creationId xmlns:a16="http://schemas.microsoft.com/office/drawing/2014/main" id="{45063040-8C99-4E62-B32C-5511F323C179}"/>
                </a:ext>
              </a:extLst>
            </p:cNvPr>
            <p:cNvGrpSpPr/>
            <p:nvPr/>
          </p:nvGrpSpPr>
          <p:grpSpPr>
            <a:xfrm>
              <a:off x="1209133" y="7111444"/>
              <a:ext cx="375833" cy="130208"/>
              <a:chOff x="1209133" y="7111444"/>
              <a:chExt cx="375833" cy="130208"/>
            </a:xfrm>
          </p:grpSpPr>
          <p:sp>
            <p:nvSpPr>
              <p:cNvPr id="714" name="자유형: 도형 713">
                <a:extLst>
                  <a:ext uri="{FF2B5EF4-FFF2-40B4-BE49-F238E27FC236}">
                    <a16:creationId xmlns:a16="http://schemas.microsoft.com/office/drawing/2014/main" id="{E967B25C-EE85-4615-91AB-CFCCBBA8C0F8}"/>
                  </a:ext>
                </a:extLst>
              </p:cNvPr>
              <p:cNvSpPr/>
              <p:nvPr/>
            </p:nvSpPr>
            <p:spPr>
              <a:xfrm>
                <a:off x="1209133" y="7133305"/>
                <a:ext cx="375833" cy="94062"/>
              </a:xfrm>
              <a:custGeom>
                <a:avLst/>
                <a:gdLst>
                  <a:gd name="connsiteX0" fmla="*/ 333854 w 375833"/>
                  <a:gd name="connsiteY0" fmla="*/ 63646 h 94062"/>
                  <a:gd name="connsiteX1" fmla="*/ 324948 w 375833"/>
                  <a:gd name="connsiteY1" fmla="*/ 64480 h 94062"/>
                  <a:gd name="connsiteX2" fmla="*/ 317709 w 375833"/>
                  <a:gd name="connsiteY2" fmla="*/ 66771 h 94062"/>
                  <a:gd name="connsiteX3" fmla="*/ 312969 w 375833"/>
                  <a:gd name="connsiteY3" fmla="*/ 70521 h 94062"/>
                  <a:gd name="connsiteX4" fmla="*/ 311250 w 375833"/>
                  <a:gd name="connsiteY4" fmla="*/ 75521 h 94062"/>
                  <a:gd name="connsiteX5" fmla="*/ 312969 w 375833"/>
                  <a:gd name="connsiteY5" fmla="*/ 80573 h 94062"/>
                  <a:gd name="connsiteX6" fmla="*/ 317813 w 375833"/>
                  <a:gd name="connsiteY6" fmla="*/ 84376 h 94062"/>
                  <a:gd name="connsiteX7" fmla="*/ 324948 w 375833"/>
                  <a:gd name="connsiteY7" fmla="*/ 86771 h 94062"/>
                  <a:gd name="connsiteX8" fmla="*/ 333854 w 375833"/>
                  <a:gd name="connsiteY8" fmla="*/ 87605 h 94062"/>
                  <a:gd name="connsiteX9" fmla="*/ 342917 w 375833"/>
                  <a:gd name="connsiteY9" fmla="*/ 86823 h 94062"/>
                  <a:gd name="connsiteX10" fmla="*/ 350209 w 375833"/>
                  <a:gd name="connsiteY10" fmla="*/ 84480 h 94062"/>
                  <a:gd name="connsiteX11" fmla="*/ 355000 w 375833"/>
                  <a:gd name="connsiteY11" fmla="*/ 80678 h 94062"/>
                  <a:gd name="connsiteX12" fmla="*/ 356771 w 375833"/>
                  <a:gd name="connsiteY12" fmla="*/ 75626 h 94062"/>
                  <a:gd name="connsiteX13" fmla="*/ 350261 w 375833"/>
                  <a:gd name="connsiteY13" fmla="*/ 66823 h 94062"/>
                  <a:gd name="connsiteX14" fmla="*/ 333854 w 375833"/>
                  <a:gd name="connsiteY14" fmla="*/ 63646 h 94062"/>
                  <a:gd name="connsiteX15" fmla="*/ 18021 w 375833"/>
                  <a:gd name="connsiteY15" fmla="*/ 60937 h 94062"/>
                  <a:gd name="connsiteX16" fmla="*/ 26250 w 375833"/>
                  <a:gd name="connsiteY16" fmla="*/ 60937 h 94062"/>
                  <a:gd name="connsiteX17" fmla="*/ 26250 w 375833"/>
                  <a:gd name="connsiteY17" fmla="*/ 83334 h 94062"/>
                  <a:gd name="connsiteX18" fmla="*/ 78750 w 375833"/>
                  <a:gd name="connsiteY18" fmla="*/ 83334 h 94062"/>
                  <a:gd name="connsiteX19" fmla="*/ 78750 w 375833"/>
                  <a:gd name="connsiteY19" fmla="*/ 90417 h 94062"/>
                  <a:gd name="connsiteX20" fmla="*/ 20208 w 375833"/>
                  <a:gd name="connsiteY20" fmla="*/ 90417 h 94062"/>
                  <a:gd name="connsiteX21" fmla="*/ 18490 w 375833"/>
                  <a:gd name="connsiteY21" fmla="*/ 89948 h 94062"/>
                  <a:gd name="connsiteX22" fmla="*/ 18021 w 375833"/>
                  <a:gd name="connsiteY22" fmla="*/ 88229 h 94062"/>
                  <a:gd name="connsiteX23" fmla="*/ 333854 w 375833"/>
                  <a:gd name="connsiteY23" fmla="*/ 56876 h 94062"/>
                  <a:gd name="connsiteX24" fmla="*/ 356823 w 375833"/>
                  <a:gd name="connsiteY24" fmla="*/ 61979 h 94062"/>
                  <a:gd name="connsiteX25" fmla="*/ 365417 w 375833"/>
                  <a:gd name="connsiteY25" fmla="*/ 75521 h 94062"/>
                  <a:gd name="connsiteX26" fmla="*/ 356823 w 375833"/>
                  <a:gd name="connsiteY26" fmla="*/ 89115 h 94062"/>
                  <a:gd name="connsiteX27" fmla="*/ 333854 w 375833"/>
                  <a:gd name="connsiteY27" fmla="*/ 94063 h 94062"/>
                  <a:gd name="connsiteX28" fmla="*/ 311042 w 375833"/>
                  <a:gd name="connsiteY28" fmla="*/ 89063 h 94062"/>
                  <a:gd name="connsiteX29" fmla="*/ 302500 w 375833"/>
                  <a:gd name="connsiteY29" fmla="*/ 75521 h 94062"/>
                  <a:gd name="connsiteX30" fmla="*/ 304740 w 375833"/>
                  <a:gd name="connsiteY30" fmla="*/ 67865 h 94062"/>
                  <a:gd name="connsiteX31" fmla="*/ 311146 w 375833"/>
                  <a:gd name="connsiteY31" fmla="*/ 61979 h 94062"/>
                  <a:gd name="connsiteX32" fmla="*/ 321042 w 375833"/>
                  <a:gd name="connsiteY32" fmla="*/ 58230 h 94062"/>
                  <a:gd name="connsiteX33" fmla="*/ 333854 w 375833"/>
                  <a:gd name="connsiteY33" fmla="*/ 56876 h 94062"/>
                  <a:gd name="connsiteX34" fmla="*/ 239688 w 375833"/>
                  <a:gd name="connsiteY34" fmla="*/ 27292 h 94062"/>
                  <a:gd name="connsiteX35" fmla="*/ 240156 w 375833"/>
                  <a:gd name="connsiteY35" fmla="*/ 32240 h 94062"/>
                  <a:gd name="connsiteX36" fmla="*/ 240313 w 375833"/>
                  <a:gd name="connsiteY36" fmla="*/ 37604 h 94062"/>
                  <a:gd name="connsiteX37" fmla="*/ 240156 w 375833"/>
                  <a:gd name="connsiteY37" fmla="*/ 42344 h 94062"/>
                  <a:gd name="connsiteX38" fmla="*/ 239792 w 375833"/>
                  <a:gd name="connsiteY38" fmla="*/ 46667 h 94062"/>
                  <a:gd name="connsiteX39" fmla="*/ 251458 w 375833"/>
                  <a:gd name="connsiteY39" fmla="*/ 46667 h 94062"/>
                  <a:gd name="connsiteX40" fmla="*/ 251458 w 375833"/>
                  <a:gd name="connsiteY40" fmla="*/ 27292 h 94062"/>
                  <a:gd name="connsiteX41" fmla="*/ 302813 w 375833"/>
                  <a:gd name="connsiteY41" fmla="*/ 25001 h 94062"/>
                  <a:gd name="connsiteX42" fmla="*/ 302813 w 375833"/>
                  <a:gd name="connsiteY42" fmla="*/ 40938 h 94062"/>
                  <a:gd name="connsiteX43" fmla="*/ 328646 w 375833"/>
                  <a:gd name="connsiteY43" fmla="*/ 40938 h 94062"/>
                  <a:gd name="connsiteX44" fmla="*/ 328646 w 375833"/>
                  <a:gd name="connsiteY44" fmla="*/ 25001 h 94062"/>
                  <a:gd name="connsiteX45" fmla="*/ 220729 w 375833"/>
                  <a:gd name="connsiteY45" fmla="*/ 10730 h 94062"/>
                  <a:gd name="connsiteX46" fmla="*/ 215365 w 375833"/>
                  <a:gd name="connsiteY46" fmla="*/ 12969 h 94062"/>
                  <a:gd name="connsiteX47" fmla="*/ 211563 w 375833"/>
                  <a:gd name="connsiteY47" fmla="*/ 18854 h 94062"/>
                  <a:gd name="connsiteX48" fmla="*/ 209427 w 375833"/>
                  <a:gd name="connsiteY48" fmla="*/ 27448 h 94062"/>
                  <a:gd name="connsiteX49" fmla="*/ 208750 w 375833"/>
                  <a:gd name="connsiteY49" fmla="*/ 37604 h 94062"/>
                  <a:gd name="connsiteX50" fmla="*/ 209479 w 375833"/>
                  <a:gd name="connsiteY50" fmla="*/ 48073 h 94062"/>
                  <a:gd name="connsiteX51" fmla="*/ 211667 w 375833"/>
                  <a:gd name="connsiteY51" fmla="*/ 56667 h 94062"/>
                  <a:gd name="connsiteX52" fmla="*/ 215365 w 375833"/>
                  <a:gd name="connsiteY52" fmla="*/ 62448 h 94062"/>
                  <a:gd name="connsiteX53" fmla="*/ 220729 w 375833"/>
                  <a:gd name="connsiteY53" fmla="*/ 64584 h 94062"/>
                  <a:gd name="connsiteX54" fmla="*/ 225990 w 375833"/>
                  <a:gd name="connsiteY54" fmla="*/ 62448 h 94062"/>
                  <a:gd name="connsiteX55" fmla="*/ 229688 w 375833"/>
                  <a:gd name="connsiteY55" fmla="*/ 56562 h 94062"/>
                  <a:gd name="connsiteX56" fmla="*/ 231875 w 375833"/>
                  <a:gd name="connsiteY56" fmla="*/ 48021 h 94062"/>
                  <a:gd name="connsiteX57" fmla="*/ 232604 w 375833"/>
                  <a:gd name="connsiteY57" fmla="*/ 37604 h 94062"/>
                  <a:gd name="connsiteX58" fmla="*/ 231927 w 375833"/>
                  <a:gd name="connsiteY58" fmla="*/ 27344 h 94062"/>
                  <a:gd name="connsiteX59" fmla="*/ 229792 w 375833"/>
                  <a:gd name="connsiteY59" fmla="*/ 18750 h 94062"/>
                  <a:gd name="connsiteX60" fmla="*/ 226094 w 375833"/>
                  <a:gd name="connsiteY60" fmla="*/ 12917 h 94062"/>
                  <a:gd name="connsiteX61" fmla="*/ 220729 w 375833"/>
                  <a:gd name="connsiteY61" fmla="*/ 10730 h 94062"/>
                  <a:gd name="connsiteX62" fmla="*/ 99792 w 375833"/>
                  <a:gd name="connsiteY62" fmla="*/ 6146 h 94062"/>
                  <a:gd name="connsiteX63" fmla="*/ 138229 w 375833"/>
                  <a:gd name="connsiteY63" fmla="*/ 6146 h 94062"/>
                  <a:gd name="connsiteX64" fmla="*/ 138229 w 375833"/>
                  <a:gd name="connsiteY64" fmla="*/ 13125 h 94062"/>
                  <a:gd name="connsiteX65" fmla="*/ 123333 w 375833"/>
                  <a:gd name="connsiteY65" fmla="*/ 13125 h 94062"/>
                  <a:gd name="connsiteX66" fmla="*/ 123333 w 375833"/>
                  <a:gd name="connsiteY66" fmla="*/ 20834 h 94062"/>
                  <a:gd name="connsiteX67" fmla="*/ 127552 w 375833"/>
                  <a:gd name="connsiteY67" fmla="*/ 47553 h 94062"/>
                  <a:gd name="connsiteX68" fmla="*/ 142708 w 375833"/>
                  <a:gd name="connsiteY68" fmla="*/ 65104 h 94062"/>
                  <a:gd name="connsiteX69" fmla="*/ 136563 w 375833"/>
                  <a:gd name="connsiteY69" fmla="*/ 70729 h 94062"/>
                  <a:gd name="connsiteX70" fmla="*/ 126510 w 375833"/>
                  <a:gd name="connsiteY70" fmla="*/ 60990 h 94062"/>
                  <a:gd name="connsiteX71" fmla="*/ 118958 w 375833"/>
                  <a:gd name="connsiteY71" fmla="*/ 46250 h 94062"/>
                  <a:gd name="connsiteX72" fmla="*/ 115885 w 375833"/>
                  <a:gd name="connsiteY72" fmla="*/ 54375 h 94062"/>
                  <a:gd name="connsiteX73" fmla="*/ 111458 w 375833"/>
                  <a:gd name="connsiteY73" fmla="*/ 62083 h 94062"/>
                  <a:gd name="connsiteX74" fmla="*/ 105885 w 375833"/>
                  <a:gd name="connsiteY74" fmla="*/ 68906 h 94062"/>
                  <a:gd name="connsiteX75" fmla="*/ 99896 w 375833"/>
                  <a:gd name="connsiteY75" fmla="*/ 74271 h 94062"/>
                  <a:gd name="connsiteX76" fmla="*/ 92708 w 375833"/>
                  <a:gd name="connsiteY76" fmla="*/ 69063 h 94062"/>
                  <a:gd name="connsiteX77" fmla="*/ 109583 w 375833"/>
                  <a:gd name="connsiteY77" fmla="*/ 49948 h 94062"/>
                  <a:gd name="connsiteX78" fmla="*/ 115000 w 375833"/>
                  <a:gd name="connsiteY78" fmla="*/ 21042 h 94062"/>
                  <a:gd name="connsiteX79" fmla="*/ 115000 w 375833"/>
                  <a:gd name="connsiteY79" fmla="*/ 13125 h 94062"/>
                  <a:gd name="connsiteX80" fmla="*/ 99792 w 375833"/>
                  <a:gd name="connsiteY80" fmla="*/ 13125 h 94062"/>
                  <a:gd name="connsiteX81" fmla="*/ 294792 w 375833"/>
                  <a:gd name="connsiteY81" fmla="*/ 3230 h 94062"/>
                  <a:gd name="connsiteX82" fmla="*/ 302813 w 375833"/>
                  <a:gd name="connsiteY82" fmla="*/ 3230 h 94062"/>
                  <a:gd name="connsiteX83" fmla="*/ 302813 w 375833"/>
                  <a:gd name="connsiteY83" fmla="*/ 17917 h 94062"/>
                  <a:gd name="connsiteX84" fmla="*/ 328646 w 375833"/>
                  <a:gd name="connsiteY84" fmla="*/ 17917 h 94062"/>
                  <a:gd name="connsiteX85" fmla="*/ 328646 w 375833"/>
                  <a:gd name="connsiteY85" fmla="*/ 3230 h 94062"/>
                  <a:gd name="connsiteX86" fmla="*/ 336667 w 375833"/>
                  <a:gd name="connsiteY86" fmla="*/ 3230 h 94062"/>
                  <a:gd name="connsiteX87" fmla="*/ 336667 w 375833"/>
                  <a:gd name="connsiteY87" fmla="*/ 45729 h 94062"/>
                  <a:gd name="connsiteX88" fmla="*/ 336198 w 375833"/>
                  <a:gd name="connsiteY88" fmla="*/ 47448 h 94062"/>
                  <a:gd name="connsiteX89" fmla="*/ 334479 w 375833"/>
                  <a:gd name="connsiteY89" fmla="*/ 47917 h 94062"/>
                  <a:gd name="connsiteX90" fmla="*/ 296979 w 375833"/>
                  <a:gd name="connsiteY90" fmla="*/ 47917 h 94062"/>
                  <a:gd name="connsiteX91" fmla="*/ 295261 w 375833"/>
                  <a:gd name="connsiteY91" fmla="*/ 47448 h 94062"/>
                  <a:gd name="connsiteX92" fmla="*/ 294792 w 375833"/>
                  <a:gd name="connsiteY92" fmla="*/ 45729 h 94062"/>
                  <a:gd name="connsiteX93" fmla="*/ 25000 w 375833"/>
                  <a:gd name="connsiteY93" fmla="*/ 2292 h 94062"/>
                  <a:gd name="connsiteX94" fmla="*/ 33646 w 375833"/>
                  <a:gd name="connsiteY94" fmla="*/ 2292 h 94062"/>
                  <a:gd name="connsiteX95" fmla="*/ 33646 w 375833"/>
                  <a:gd name="connsiteY95" fmla="*/ 13021 h 94062"/>
                  <a:gd name="connsiteX96" fmla="*/ 35625 w 375833"/>
                  <a:gd name="connsiteY96" fmla="*/ 23906 h 94062"/>
                  <a:gd name="connsiteX97" fmla="*/ 41042 w 375833"/>
                  <a:gd name="connsiteY97" fmla="*/ 33021 h 94062"/>
                  <a:gd name="connsiteX98" fmla="*/ 48750 w 375833"/>
                  <a:gd name="connsiteY98" fmla="*/ 40104 h 94062"/>
                  <a:gd name="connsiteX99" fmla="*/ 57813 w 375833"/>
                  <a:gd name="connsiteY99" fmla="*/ 44792 h 94062"/>
                  <a:gd name="connsiteX100" fmla="*/ 52396 w 375833"/>
                  <a:gd name="connsiteY100" fmla="*/ 51250 h 94062"/>
                  <a:gd name="connsiteX101" fmla="*/ 46198 w 375833"/>
                  <a:gd name="connsiteY101" fmla="*/ 47761 h 94062"/>
                  <a:gd name="connsiteX102" fmla="*/ 39792 w 375833"/>
                  <a:gd name="connsiteY102" fmla="*/ 42917 h 94062"/>
                  <a:gd name="connsiteX103" fmla="*/ 33906 w 375833"/>
                  <a:gd name="connsiteY103" fmla="*/ 36823 h 94062"/>
                  <a:gd name="connsiteX104" fmla="*/ 29479 w 375833"/>
                  <a:gd name="connsiteY104" fmla="*/ 29792 h 94062"/>
                  <a:gd name="connsiteX105" fmla="*/ 25521 w 375833"/>
                  <a:gd name="connsiteY105" fmla="*/ 37396 h 94062"/>
                  <a:gd name="connsiteX106" fmla="*/ 19896 w 375833"/>
                  <a:gd name="connsiteY106" fmla="*/ 44063 h 94062"/>
                  <a:gd name="connsiteX107" fmla="*/ 13281 w 375833"/>
                  <a:gd name="connsiteY107" fmla="*/ 49584 h 94062"/>
                  <a:gd name="connsiteX108" fmla="*/ 6354 w 375833"/>
                  <a:gd name="connsiteY108" fmla="*/ 53959 h 94062"/>
                  <a:gd name="connsiteX109" fmla="*/ 0 w 375833"/>
                  <a:gd name="connsiteY109" fmla="*/ 48230 h 94062"/>
                  <a:gd name="connsiteX110" fmla="*/ 9635 w 375833"/>
                  <a:gd name="connsiteY110" fmla="*/ 42448 h 94062"/>
                  <a:gd name="connsiteX111" fmla="*/ 17604 w 375833"/>
                  <a:gd name="connsiteY111" fmla="*/ 34792 h 94062"/>
                  <a:gd name="connsiteX112" fmla="*/ 23021 w 375833"/>
                  <a:gd name="connsiteY112" fmla="*/ 25260 h 94062"/>
                  <a:gd name="connsiteX113" fmla="*/ 25000 w 375833"/>
                  <a:gd name="connsiteY113" fmla="*/ 13750 h 94062"/>
                  <a:gd name="connsiteX114" fmla="*/ 251458 w 375833"/>
                  <a:gd name="connsiteY114" fmla="*/ 1667 h 94062"/>
                  <a:gd name="connsiteX115" fmla="*/ 259375 w 375833"/>
                  <a:gd name="connsiteY115" fmla="*/ 1667 h 94062"/>
                  <a:gd name="connsiteX116" fmla="*/ 259375 w 375833"/>
                  <a:gd name="connsiteY116" fmla="*/ 87917 h 94062"/>
                  <a:gd name="connsiteX117" fmla="*/ 251458 w 375833"/>
                  <a:gd name="connsiteY117" fmla="*/ 87917 h 94062"/>
                  <a:gd name="connsiteX118" fmla="*/ 251458 w 375833"/>
                  <a:gd name="connsiteY118" fmla="*/ 54271 h 94062"/>
                  <a:gd name="connsiteX119" fmla="*/ 238438 w 375833"/>
                  <a:gd name="connsiteY119" fmla="*/ 54271 h 94062"/>
                  <a:gd name="connsiteX120" fmla="*/ 231302 w 375833"/>
                  <a:gd name="connsiteY120" fmla="*/ 67813 h 94062"/>
                  <a:gd name="connsiteX121" fmla="*/ 220729 w 375833"/>
                  <a:gd name="connsiteY121" fmla="*/ 72292 h 94062"/>
                  <a:gd name="connsiteX122" fmla="*/ 213073 w 375833"/>
                  <a:gd name="connsiteY122" fmla="*/ 70209 h 94062"/>
                  <a:gd name="connsiteX123" fmla="*/ 206875 w 375833"/>
                  <a:gd name="connsiteY123" fmla="*/ 63750 h 94062"/>
                  <a:gd name="connsiteX124" fmla="*/ 202656 w 375833"/>
                  <a:gd name="connsiteY124" fmla="*/ 52969 h 94062"/>
                  <a:gd name="connsiteX125" fmla="*/ 201146 w 375833"/>
                  <a:gd name="connsiteY125" fmla="*/ 37604 h 94062"/>
                  <a:gd name="connsiteX126" fmla="*/ 202656 w 375833"/>
                  <a:gd name="connsiteY126" fmla="*/ 22188 h 94062"/>
                  <a:gd name="connsiteX127" fmla="*/ 206771 w 375833"/>
                  <a:gd name="connsiteY127" fmla="*/ 11458 h 94062"/>
                  <a:gd name="connsiteX128" fmla="*/ 213021 w 375833"/>
                  <a:gd name="connsiteY128" fmla="*/ 5105 h 94062"/>
                  <a:gd name="connsiteX129" fmla="*/ 220729 w 375833"/>
                  <a:gd name="connsiteY129" fmla="*/ 3021 h 94062"/>
                  <a:gd name="connsiteX130" fmla="*/ 230990 w 375833"/>
                  <a:gd name="connsiteY130" fmla="*/ 7188 h 94062"/>
                  <a:gd name="connsiteX131" fmla="*/ 238125 w 375833"/>
                  <a:gd name="connsiteY131" fmla="*/ 19792 h 94062"/>
                  <a:gd name="connsiteX132" fmla="*/ 251458 w 375833"/>
                  <a:gd name="connsiteY132" fmla="*/ 19792 h 94062"/>
                  <a:gd name="connsiteX133" fmla="*/ 354792 w 375833"/>
                  <a:gd name="connsiteY133" fmla="*/ 0 h 94062"/>
                  <a:gd name="connsiteX134" fmla="*/ 363021 w 375833"/>
                  <a:gd name="connsiteY134" fmla="*/ 0 h 94062"/>
                  <a:gd name="connsiteX135" fmla="*/ 363021 w 375833"/>
                  <a:gd name="connsiteY135" fmla="*/ 20626 h 94062"/>
                  <a:gd name="connsiteX136" fmla="*/ 375834 w 375833"/>
                  <a:gd name="connsiteY136" fmla="*/ 20626 h 94062"/>
                  <a:gd name="connsiteX137" fmla="*/ 375834 w 375833"/>
                  <a:gd name="connsiteY137" fmla="*/ 27708 h 94062"/>
                  <a:gd name="connsiteX138" fmla="*/ 363021 w 375833"/>
                  <a:gd name="connsiteY138" fmla="*/ 27708 h 94062"/>
                  <a:gd name="connsiteX139" fmla="*/ 363021 w 375833"/>
                  <a:gd name="connsiteY139" fmla="*/ 56980 h 94062"/>
                  <a:gd name="connsiteX140" fmla="*/ 354792 w 375833"/>
                  <a:gd name="connsiteY140" fmla="*/ 56980 h 94062"/>
                  <a:gd name="connsiteX141" fmla="*/ 268646 w 375833"/>
                  <a:gd name="connsiteY141" fmla="*/ 0 h 94062"/>
                  <a:gd name="connsiteX142" fmla="*/ 276563 w 375833"/>
                  <a:gd name="connsiteY142" fmla="*/ 0 h 94062"/>
                  <a:gd name="connsiteX143" fmla="*/ 276563 w 375833"/>
                  <a:gd name="connsiteY143" fmla="*/ 92396 h 94062"/>
                  <a:gd name="connsiteX144" fmla="*/ 268646 w 375833"/>
                  <a:gd name="connsiteY144" fmla="*/ 92396 h 94062"/>
                  <a:gd name="connsiteX145" fmla="*/ 166563 w 375833"/>
                  <a:gd name="connsiteY145" fmla="*/ 0 h 94062"/>
                  <a:gd name="connsiteX146" fmla="*/ 174479 w 375833"/>
                  <a:gd name="connsiteY146" fmla="*/ 0 h 94062"/>
                  <a:gd name="connsiteX147" fmla="*/ 174479 w 375833"/>
                  <a:gd name="connsiteY147" fmla="*/ 92292 h 94062"/>
                  <a:gd name="connsiteX148" fmla="*/ 166563 w 375833"/>
                  <a:gd name="connsiteY148" fmla="*/ 92292 h 94062"/>
                  <a:gd name="connsiteX149" fmla="*/ 166563 w 375833"/>
                  <a:gd name="connsiteY149" fmla="*/ 41459 h 94062"/>
                  <a:gd name="connsiteX150" fmla="*/ 154688 w 375833"/>
                  <a:gd name="connsiteY150" fmla="*/ 41459 h 94062"/>
                  <a:gd name="connsiteX151" fmla="*/ 154688 w 375833"/>
                  <a:gd name="connsiteY151" fmla="*/ 87917 h 94062"/>
                  <a:gd name="connsiteX152" fmla="*/ 146667 w 375833"/>
                  <a:gd name="connsiteY152" fmla="*/ 87917 h 94062"/>
                  <a:gd name="connsiteX153" fmla="*/ 146667 w 375833"/>
                  <a:gd name="connsiteY153" fmla="*/ 1562 h 94062"/>
                  <a:gd name="connsiteX154" fmla="*/ 154688 w 375833"/>
                  <a:gd name="connsiteY154" fmla="*/ 1562 h 94062"/>
                  <a:gd name="connsiteX155" fmla="*/ 154688 w 375833"/>
                  <a:gd name="connsiteY155" fmla="*/ 33542 h 94062"/>
                  <a:gd name="connsiteX156" fmla="*/ 166563 w 375833"/>
                  <a:gd name="connsiteY156" fmla="*/ 33542 h 94062"/>
                  <a:gd name="connsiteX157" fmla="*/ 67708 w 375833"/>
                  <a:gd name="connsiteY157" fmla="*/ 0 h 94062"/>
                  <a:gd name="connsiteX158" fmla="*/ 75833 w 375833"/>
                  <a:gd name="connsiteY158" fmla="*/ 0 h 94062"/>
                  <a:gd name="connsiteX159" fmla="*/ 75833 w 375833"/>
                  <a:gd name="connsiteY159" fmla="*/ 27500 h 94062"/>
                  <a:gd name="connsiteX160" fmla="*/ 88542 w 375833"/>
                  <a:gd name="connsiteY160" fmla="*/ 27500 h 94062"/>
                  <a:gd name="connsiteX161" fmla="*/ 88542 w 375833"/>
                  <a:gd name="connsiteY161" fmla="*/ 34792 h 94062"/>
                  <a:gd name="connsiteX162" fmla="*/ 75833 w 375833"/>
                  <a:gd name="connsiteY162" fmla="*/ 34792 h 94062"/>
                  <a:gd name="connsiteX163" fmla="*/ 75833 w 375833"/>
                  <a:gd name="connsiteY163" fmla="*/ 67709 h 94062"/>
                  <a:gd name="connsiteX164" fmla="*/ 67708 w 375833"/>
                  <a:gd name="connsiteY164" fmla="*/ 67709 h 9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375833" h="94062">
                    <a:moveTo>
                      <a:pt x="333854" y="63646"/>
                    </a:moveTo>
                    <a:cubicBezTo>
                      <a:pt x="330660" y="63646"/>
                      <a:pt x="327692" y="63919"/>
                      <a:pt x="324948" y="64480"/>
                    </a:cubicBezTo>
                    <a:cubicBezTo>
                      <a:pt x="322206" y="65026"/>
                      <a:pt x="319792" y="65795"/>
                      <a:pt x="317709" y="66771"/>
                    </a:cubicBezTo>
                    <a:cubicBezTo>
                      <a:pt x="315695" y="67813"/>
                      <a:pt x="314115" y="69063"/>
                      <a:pt x="312969" y="70521"/>
                    </a:cubicBezTo>
                    <a:cubicBezTo>
                      <a:pt x="311823" y="71979"/>
                      <a:pt x="311250" y="73646"/>
                      <a:pt x="311250" y="75521"/>
                    </a:cubicBezTo>
                    <a:cubicBezTo>
                      <a:pt x="311250" y="77396"/>
                      <a:pt x="311823" y="79076"/>
                      <a:pt x="312969" y="80573"/>
                    </a:cubicBezTo>
                    <a:cubicBezTo>
                      <a:pt x="314115" y="82057"/>
                      <a:pt x="315729" y="83334"/>
                      <a:pt x="317813" y="84376"/>
                    </a:cubicBezTo>
                    <a:cubicBezTo>
                      <a:pt x="319827" y="85417"/>
                      <a:pt x="322206" y="86211"/>
                      <a:pt x="324948" y="86771"/>
                    </a:cubicBezTo>
                    <a:cubicBezTo>
                      <a:pt x="327692" y="87318"/>
                      <a:pt x="330660" y="87605"/>
                      <a:pt x="333854" y="87605"/>
                    </a:cubicBezTo>
                    <a:cubicBezTo>
                      <a:pt x="337119" y="87605"/>
                      <a:pt x="340140" y="87344"/>
                      <a:pt x="342917" y="86823"/>
                    </a:cubicBezTo>
                    <a:cubicBezTo>
                      <a:pt x="345696" y="86302"/>
                      <a:pt x="348125" y="85521"/>
                      <a:pt x="350209" y="84480"/>
                    </a:cubicBezTo>
                    <a:cubicBezTo>
                      <a:pt x="352223" y="83438"/>
                      <a:pt x="353821" y="82161"/>
                      <a:pt x="355000" y="80678"/>
                    </a:cubicBezTo>
                    <a:cubicBezTo>
                      <a:pt x="356181" y="79180"/>
                      <a:pt x="356771" y="77500"/>
                      <a:pt x="356771" y="75626"/>
                    </a:cubicBezTo>
                    <a:cubicBezTo>
                      <a:pt x="356771" y="71875"/>
                      <a:pt x="354602" y="68932"/>
                      <a:pt x="350261" y="66823"/>
                    </a:cubicBezTo>
                    <a:cubicBezTo>
                      <a:pt x="345921" y="64700"/>
                      <a:pt x="340452" y="63646"/>
                      <a:pt x="333854" y="63646"/>
                    </a:cubicBezTo>
                    <a:close/>
                    <a:moveTo>
                      <a:pt x="18021" y="60937"/>
                    </a:moveTo>
                    <a:lnTo>
                      <a:pt x="26250" y="60937"/>
                    </a:lnTo>
                    <a:lnTo>
                      <a:pt x="26250" y="83334"/>
                    </a:lnTo>
                    <a:lnTo>
                      <a:pt x="78750" y="83334"/>
                    </a:lnTo>
                    <a:lnTo>
                      <a:pt x="78750" y="90417"/>
                    </a:lnTo>
                    <a:lnTo>
                      <a:pt x="20208" y="90417"/>
                    </a:lnTo>
                    <a:cubicBezTo>
                      <a:pt x="19375" y="90417"/>
                      <a:pt x="18802" y="90261"/>
                      <a:pt x="18490" y="89948"/>
                    </a:cubicBezTo>
                    <a:cubicBezTo>
                      <a:pt x="18177" y="89636"/>
                      <a:pt x="18021" y="89063"/>
                      <a:pt x="18021" y="88229"/>
                    </a:cubicBezTo>
                    <a:close/>
                    <a:moveTo>
                      <a:pt x="333854" y="56876"/>
                    </a:moveTo>
                    <a:cubicBezTo>
                      <a:pt x="343438" y="56876"/>
                      <a:pt x="351094" y="58568"/>
                      <a:pt x="356823" y="61979"/>
                    </a:cubicBezTo>
                    <a:cubicBezTo>
                      <a:pt x="362552" y="65378"/>
                      <a:pt x="365417" y="69896"/>
                      <a:pt x="365417" y="75521"/>
                    </a:cubicBezTo>
                    <a:cubicBezTo>
                      <a:pt x="365417" y="81276"/>
                      <a:pt x="362552" y="85808"/>
                      <a:pt x="356823" y="89115"/>
                    </a:cubicBezTo>
                    <a:cubicBezTo>
                      <a:pt x="351094" y="92409"/>
                      <a:pt x="343438" y="94063"/>
                      <a:pt x="333854" y="94063"/>
                    </a:cubicBezTo>
                    <a:cubicBezTo>
                      <a:pt x="324341" y="94063"/>
                      <a:pt x="316737" y="92396"/>
                      <a:pt x="311042" y="89063"/>
                    </a:cubicBezTo>
                    <a:cubicBezTo>
                      <a:pt x="305348" y="85730"/>
                      <a:pt x="302500" y="81211"/>
                      <a:pt x="302500" y="75521"/>
                    </a:cubicBezTo>
                    <a:cubicBezTo>
                      <a:pt x="302500" y="72734"/>
                      <a:pt x="303248" y="70183"/>
                      <a:pt x="304740" y="67865"/>
                    </a:cubicBezTo>
                    <a:cubicBezTo>
                      <a:pt x="306233" y="65534"/>
                      <a:pt x="308369" y="63568"/>
                      <a:pt x="311146" y="61979"/>
                    </a:cubicBezTo>
                    <a:cubicBezTo>
                      <a:pt x="313925" y="60378"/>
                      <a:pt x="317223" y="59128"/>
                      <a:pt x="321042" y="58230"/>
                    </a:cubicBezTo>
                    <a:cubicBezTo>
                      <a:pt x="324862" y="57318"/>
                      <a:pt x="329133" y="56876"/>
                      <a:pt x="333854" y="56876"/>
                    </a:cubicBezTo>
                    <a:close/>
                    <a:moveTo>
                      <a:pt x="239688" y="27292"/>
                    </a:moveTo>
                    <a:cubicBezTo>
                      <a:pt x="239896" y="28880"/>
                      <a:pt x="240052" y="30534"/>
                      <a:pt x="240156" y="32240"/>
                    </a:cubicBezTo>
                    <a:cubicBezTo>
                      <a:pt x="240261" y="33933"/>
                      <a:pt x="240313" y="35729"/>
                      <a:pt x="240313" y="37604"/>
                    </a:cubicBezTo>
                    <a:cubicBezTo>
                      <a:pt x="240313" y="39271"/>
                      <a:pt x="240261" y="40847"/>
                      <a:pt x="240156" y="42344"/>
                    </a:cubicBezTo>
                    <a:cubicBezTo>
                      <a:pt x="240052" y="43829"/>
                      <a:pt x="239931" y="45273"/>
                      <a:pt x="239792" y="46667"/>
                    </a:cubicBezTo>
                    <a:lnTo>
                      <a:pt x="251458" y="46667"/>
                    </a:lnTo>
                    <a:lnTo>
                      <a:pt x="251458" y="27292"/>
                    </a:lnTo>
                    <a:close/>
                    <a:moveTo>
                      <a:pt x="302813" y="25001"/>
                    </a:moveTo>
                    <a:lnTo>
                      <a:pt x="302813" y="40938"/>
                    </a:lnTo>
                    <a:lnTo>
                      <a:pt x="328646" y="40938"/>
                    </a:lnTo>
                    <a:lnTo>
                      <a:pt x="328646" y="25001"/>
                    </a:lnTo>
                    <a:close/>
                    <a:moveTo>
                      <a:pt x="220729" y="10730"/>
                    </a:moveTo>
                    <a:cubicBezTo>
                      <a:pt x="218646" y="10730"/>
                      <a:pt x="216858" y="11472"/>
                      <a:pt x="215365" y="12969"/>
                    </a:cubicBezTo>
                    <a:cubicBezTo>
                      <a:pt x="213873" y="14454"/>
                      <a:pt x="212604" y="16420"/>
                      <a:pt x="211563" y="18854"/>
                    </a:cubicBezTo>
                    <a:cubicBezTo>
                      <a:pt x="210591" y="21354"/>
                      <a:pt x="209879" y="24219"/>
                      <a:pt x="209427" y="27448"/>
                    </a:cubicBezTo>
                    <a:cubicBezTo>
                      <a:pt x="208977" y="30677"/>
                      <a:pt x="208750" y="34063"/>
                      <a:pt x="208750" y="37604"/>
                    </a:cubicBezTo>
                    <a:cubicBezTo>
                      <a:pt x="208750" y="41277"/>
                      <a:pt x="208994" y="44765"/>
                      <a:pt x="209479" y="48073"/>
                    </a:cubicBezTo>
                    <a:cubicBezTo>
                      <a:pt x="209966" y="51367"/>
                      <a:pt x="210695" y="54232"/>
                      <a:pt x="211667" y="56667"/>
                    </a:cubicBezTo>
                    <a:cubicBezTo>
                      <a:pt x="212639" y="59089"/>
                      <a:pt x="213873" y="61016"/>
                      <a:pt x="215365" y="62448"/>
                    </a:cubicBezTo>
                    <a:cubicBezTo>
                      <a:pt x="216858" y="63868"/>
                      <a:pt x="218646" y="64584"/>
                      <a:pt x="220729" y="64584"/>
                    </a:cubicBezTo>
                    <a:cubicBezTo>
                      <a:pt x="222744" y="64584"/>
                      <a:pt x="224498" y="63868"/>
                      <a:pt x="225990" y="62448"/>
                    </a:cubicBezTo>
                    <a:cubicBezTo>
                      <a:pt x="227483" y="61016"/>
                      <a:pt x="228716" y="59063"/>
                      <a:pt x="229688" y="56562"/>
                    </a:cubicBezTo>
                    <a:cubicBezTo>
                      <a:pt x="230660" y="54128"/>
                      <a:pt x="231389" y="51276"/>
                      <a:pt x="231875" y="48021"/>
                    </a:cubicBezTo>
                    <a:cubicBezTo>
                      <a:pt x="232362" y="44753"/>
                      <a:pt x="232604" y="41277"/>
                      <a:pt x="232604" y="37604"/>
                    </a:cubicBezTo>
                    <a:cubicBezTo>
                      <a:pt x="232604" y="33985"/>
                      <a:pt x="232379" y="30573"/>
                      <a:pt x="231927" y="27344"/>
                    </a:cubicBezTo>
                    <a:cubicBezTo>
                      <a:pt x="231477" y="24114"/>
                      <a:pt x="230764" y="21250"/>
                      <a:pt x="229792" y="18750"/>
                    </a:cubicBezTo>
                    <a:cubicBezTo>
                      <a:pt x="228820" y="16315"/>
                      <a:pt x="227587" y="14375"/>
                      <a:pt x="226094" y="12917"/>
                    </a:cubicBezTo>
                    <a:cubicBezTo>
                      <a:pt x="224602" y="11458"/>
                      <a:pt x="222813" y="10730"/>
                      <a:pt x="220729" y="10730"/>
                    </a:cubicBezTo>
                    <a:close/>
                    <a:moveTo>
                      <a:pt x="99792" y="6146"/>
                    </a:moveTo>
                    <a:lnTo>
                      <a:pt x="138229" y="6146"/>
                    </a:lnTo>
                    <a:lnTo>
                      <a:pt x="138229" y="13125"/>
                    </a:lnTo>
                    <a:lnTo>
                      <a:pt x="123333" y="13125"/>
                    </a:lnTo>
                    <a:lnTo>
                      <a:pt x="123333" y="20834"/>
                    </a:lnTo>
                    <a:cubicBezTo>
                      <a:pt x="123333" y="31315"/>
                      <a:pt x="124740" y="40221"/>
                      <a:pt x="127552" y="47553"/>
                    </a:cubicBezTo>
                    <a:cubicBezTo>
                      <a:pt x="130365" y="54870"/>
                      <a:pt x="135417" y="60729"/>
                      <a:pt x="142708" y="65104"/>
                    </a:cubicBezTo>
                    <a:lnTo>
                      <a:pt x="136563" y="70729"/>
                    </a:lnTo>
                    <a:cubicBezTo>
                      <a:pt x="133229" y="68503"/>
                      <a:pt x="129879" y="65261"/>
                      <a:pt x="126510" y="60990"/>
                    </a:cubicBezTo>
                    <a:cubicBezTo>
                      <a:pt x="123143" y="56719"/>
                      <a:pt x="120625" y="51797"/>
                      <a:pt x="118958" y="46250"/>
                    </a:cubicBezTo>
                    <a:cubicBezTo>
                      <a:pt x="118195" y="48958"/>
                      <a:pt x="117171" y="51667"/>
                      <a:pt x="115885" y="54375"/>
                    </a:cubicBezTo>
                    <a:cubicBezTo>
                      <a:pt x="114602" y="57084"/>
                      <a:pt x="113125" y="59648"/>
                      <a:pt x="111458" y="62083"/>
                    </a:cubicBezTo>
                    <a:cubicBezTo>
                      <a:pt x="109723" y="64506"/>
                      <a:pt x="107865" y="66784"/>
                      <a:pt x="105885" y="68906"/>
                    </a:cubicBezTo>
                    <a:cubicBezTo>
                      <a:pt x="103906" y="71016"/>
                      <a:pt x="101910" y="72813"/>
                      <a:pt x="99896" y="74271"/>
                    </a:cubicBezTo>
                    <a:lnTo>
                      <a:pt x="92708" y="69063"/>
                    </a:lnTo>
                    <a:cubicBezTo>
                      <a:pt x="100348" y="63919"/>
                      <a:pt x="105973" y="57553"/>
                      <a:pt x="109583" y="49948"/>
                    </a:cubicBezTo>
                    <a:cubicBezTo>
                      <a:pt x="113195" y="42344"/>
                      <a:pt x="115000" y="32709"/>
                      <a:pt x="115000" y="21042"/>
                    </a:cubicBezTo>
                    <a:lnTo>
                      <a:pt x="115000" y="13125"/>
                    </a:lnTo>
                    <a:lnTo>
                      <a:pt x="99792" y="13125"/>
                    </a:lnTo>
                    <a:close/>
                    <a:moveTo>
                      <a:pt x="294792" y="3230"/>
                    </a:moveTo>
                    <a:lnTo>
                      <a:pt x="302813" y="3230"/>
                    </a:lnTo>
                    <a:lnTo>
                      <a:pt x="302813" y="17917"/>
                    </a:lnTo>
                    <a:lnTo>
                      <a:pt x="328646" y="17917"/>
                    </a:lnTo>
                    <a:lnTo>
                      <a:pt x="328646" y="3230"/>
                    </a:lnTo>
                    <a:lnTo>
                      <a:pt x="336667" y="3230"/>
                    </a:lnTo>
                    <a:lnTo>
                      <a:pt x="336667" y="45729"/>
                    </a:lnTo>
                    <a:cubicBezTo>
                      <a:pt x="336667" y="46562"/>
                      <a:pt x="336511" y="47135"/>
                      <a:pt x="336198" y="47448"/>
                    </a:cubicBezTo>
                    <a:cubicBezTo>
                      <a:pt x="335886" y="47761"/>
                      <a:pt x="335313" y="47917"/>
                      <a:pt x="334479" y="47917"/>
                    </a:cubicBezTo>
                    <a:lnTo>
                      <a:pt x="296979" y="47917"/>
                    </a:lnTo>
                    <a:cubicBezTo>
                      <a:pt x="296146" y="47917"/>
                      <a:pt x="295573" y="47761"/>
                      <a:pt x="295261" y="47448"/>
                    </a:cubicBezTo>
                    <a:cubicBezTo>
                      <a:pt x="294948" y="47135"/>
                      <a:pt x="294792" y="46562"/>
                      <a:pt x="294792" y="45729"/>
                    </a:cubicBezTo>
                    <a:close/>
                    <a:moveTo>
                      <a:pt x="25000" y="2292"/>
                    </a:moveTo>
                    <a:lnTo>
                      <a:pt x="33646" y="2292"/>
                    </a:lnTo>
                    <a:lnTo>
                      <a:pt x="33646" y="13021"/>
                    </a:lnTo>
                    <a:cubicBezTo>
                      <a:pt x="33646" y="16902"/>
                      <a:pt x="34306" y="20534"/>
                      <a:pt x="35625" y="23906"/>
                    </a:cubicBezTo>
                    <a:cubicBezTo>
                      <a:pt x="36945" y="27266"/>
                      <a:pt x="38750" y="30313"/>
                      <a:pt x="41042" y="33021"/>
                    </a:cubicBezTo>
                    <a:cubicBezTo>
                      <a:pt x="43264" y="35729"/>
                      <a:pt x="45833" y="38086"/>
                      <a:pt x="48750" y="40104"/>
                    </a:cubicBezTo>
                    <a:cubicBezTo>
                      <a:pt x="51667" y="42110"/>
                      <a:pt x="54688" y="43672"/>
                      <a:pt x="57813" y="44792"/>
                    </a:cubicBezTo>
                    <a:lnTo>
                      <a:pt x="52396" y="51250"/>
                    </a:lnTo>
                    <a:cubicBezTo>
                      <a:pt x="50452" y="50339"/>
                      <a:pt x="48385" y="49180"/>
                      <a:pt x="46198" y="47761"/>
                    </a:cubicBezTo>
                    <a:cubicBezTo>
                      <a:pt x="44010" y="46329"/>
                      <a:pt x="41875" y="44714"/>
                      <a:pt x="39792" y="42917"/>
                    </a:cubicBezTo>
                    <a:cubicBezTo>
                      <a:pt x="37708" y="41042"/>
                      <a:pt x="35747" y="39011"/>
                      <a:pt x="33906" y="36823"/>
                    </a:cubicBezTo>
                    <a:cubicBezTo>
                      <a:pt x="32066" y="34636"/>
                      <a:pt x="30591" y="32292"/>
                      <a:pt x="29479" y="29792"/>
                    </a:cubicBezTo>
                    <a:cubicBezTo>
                      <a:pt x="28508" y="32500"/>
                      <a:pt x="27188" y="35026"/>
                      <a:pt x="25521" y="37396"/>
                    </a:cubicBezTo>
                    <a:cubicBezTo>
                      <a:pt x="23854" y="39753"/>
                      <a:pt x="21979" y="41979"/>
                      <a:pt x="19896" y="44063"/>
                    </a:cubicBezTo>
                    <a:cubicBezTo>
                      <a:pt x="17813" y="46068"/>
                      <a:pt x="15608" y="47917"/>
                      <a:pt x="13281" y="49584"/>
                    </a:cubicBezTo>
                    <a:cubicBezTo>
                      <a:pt x="10956" y="51250"/>
                      <a:pt x="8646" y="52709"/>
                      <a:pt x="6354" y="53959"/>
                    </a:cubicBezTo>
                    <a:lnTo>
                      <a:pt x="0" y="48230"/>
                    </a:lnTo>
                    <a:cubicBezTo>
                      <a:pt x="3404" y="46628"/>
                      <a:pt x="6615" y="44701"/>
                      <a:pt x="9635" y="42448"/>
                    </a:cubicBezTo>
                    <a:cubicBezTo>
                      <a:pt x="12656" y="40182"/>
                      <a:pt x="15312" y="37630"/>
                      <a:pt x="17604" y="34792"/>
                    </a:cubicBezTo>
                    <a:cubicBezTo>
                      <a:pt x="19896" y="31940"/>
                      <a:pt x="21702" y="28764"/>
                      <a:pt x="23021" y="25260"/>
                    </a:cubicBezTo>
                    <a:cubicBezTo>
                      <a:pt x="24341" y="21745"/>
                      <a:pt x="25000" y="17917"/>
                      <a:pt x="25000" y="13750"/>
                    </a:cubicBezTo>
                    <a:close/>
                    <a:moveTo>
                      <a:pt x="251458" y="1667"/>
                    </a:moveTo>
                    <a:lnTo>
                      <a:pt x="259375" y="1667"/>
                    </a:lnTo>
                    <a:lnTo>
                      <a:pt x="259375" y="87917"/>
                    </a:lnTo>
                    <a:lnTo>
                      <a:pt x="251458" y="87917"/>
                    </a:lnTo>
                    <a:lnTo>
                      <a:pt x="251458" y="54271"/>
                    </a:lnTo>
                    <a:lnTo>
                      <a:pt x="238438" y="54271"/>
                    </a:lnTo>
                    <a:cubicBezTo>
                      <a:pt x="236841" y="60313"/>
                      <a:pt x="234462" y="64818"/>
                      <a:pt x="231302" y="67813"/>
                    </a:cubicBezTo>
                    <a:cubicBezTo>
                      <a:pt x="228143" y="70794"/>
                      <a:pt x="224619" y="72292"/>
                      <a:pt x="220729" y="72292"/>
                    </a:cubicBezTo>
                    <a:cubicBezTo>
                      <a:pt x="218021" y="72292"/>
                      <a:pt x="215469" y="71589"/>
                      <a:pt x="213073" y="70209"/>
                    </a:cubicBezTo>
                    <a:cubicBezTo>
                      <a:pt x="210677" y="68816"/>
                      <a:pt x="208612" y="66667"/>
                      <a:pt x="206875" y="63750"/>
                    </a:cubicBezTo>
                    <a:cubicBezTo>
                      <a:pt x="205070" y="60898"/>
                      <a:pt x="203664" y="57305"/>
                      <a:pt x="202656" y="52969"/>
                    </a:cubicBezTo>
                    <a:cubicBezTo>
                      <a:pt x="201650" y="48620"/>
                      <a:pt x="201146" y="43503"/>
                      <a:pt x="201146" y="37604"/>
                    </a:cubicBezTo>
                    <a:cubicBezTo>
                      <a:pt x="201146" y="31693"/>
                      <a:pt x="201650" y="26563"/>
                      <a:pt x="202656" y="22188"/>
                    </a:cubicBezTo>
                    <a:cubicBezTo>
                      <a:pt x="203664" y="17813"/>
                      <a:pt x="205035" y="14232"/>
                      <a:pt x="206771" y="11458"/>
                    </a:cubicBezTo>
                    <a:cubicBezTo>
                      <a:pt x="208577" y="8607"/>
                      <a:pt x="210660" y="6485"/>
                      <a:pt x="213021" y="5105"/>
                    </a:cubicBezTo>
                    <a:cubicBezTo>
                      <a:pt x="215383" y="3711"/>
                      <a:pt x="217952" y="3021"/>
                      <a:pt x="220729" y="3021"/>
                    </a:cubicBezTo>
                    <a:cubicBezTo>
                      <a:pt x="224479" y="3021"/>
                      <a:pt x="227900" y="4401"/>
                      <a:pt x="230990" y="7188"/>
                    </a:cubicBezTo>
                    <a:cubicBezTo>
                      <a:pt x="234081" y="9961"/>
                      <a:pt x="236459" y="14167"/>
                      <a:pt x="238125" y="19792"/>
                    </a:cubicBezTo>
                    <a:lnTo>
                      <a:pt x="251458" y="19792"/>
                    </a:lnTo>
                    <a:close/>
                    <a:moveTo>
                      <a:pt x="354792" y="0"/>
                    </a:moveTo>
                    <a:lnTo>
                      <a:pt x="363021" y="0"/>
                    </a:lnTo>
                    <a:lnTo>
                      <a:pt x="363021" y="20626"/>
                    </a:lnTo>
                    <a:lnTo>
                      <a:pt x="375834" y="20626"/>
                    </a:lnTo>
                    <a:lnTo>
                      <a:pt x="375834" y="27708"/>
                    </a:lnTo>
                    <a:lnTo>
                      <a:pt x="363021" y="27708"/>
                    </a:lnTo>
                    <a:lnTo>
                      <a:pt x="363021" y="56980"/>
                    </a:lnTo>
                    <a:lnTo>
                      <a:pt x="354792" y="56980"/>
                    </a:lnTo>
                    <a:close/>
                    <a:moveTo>
                      <a:pt x="268646" y="0"/>
                    </a:moveTo>
                    <a:lnTo>
                      <a:pt x="276563" y="0"/>
                    </a:lnTo>
                    <a:lnTo>
                      <a:pt x="276563" y="92396"/>
                    </a:lnTo>
                    <a:lnTo>
                      <a:pt x="268646" y="92396"/>
                    </a:lnTo>
                    <a:close/>
                    <a:moveTo>
                      <a:pt x="166563" y="0"/>
                    </a:moveTo>
                    <a:lnTo>
                      <a:pt x="174479" y="0"/>
                    </a:lnTo>
                    <a:lnTo>
                      <a:pt x="174479" y="92292"/>
                    </a:lnTo>
                    <a:lnTo>
                      <a:pt x="166563" y="92292"/>
                    </a:lnTo>
                    <a:lnTo>
                      <a:pt x="166563" y="41459"/>
                    </a:lnTo>
                    <a:lnTo>
                      <a:pt x="154688" y="41459"/>
                    </a:lnTo>
                    <a:lnTo>
                      <a:pt x="154688" y="87917"/>
                    </a:lnTo>
                    <a:lnTo>
                      <a:pt x="146667" y="87917"/>
                    </a:lnTo>
                    <a:lnTo>
                      <a:pt x="146667" y="1562"/>
                    </a:lnTo>
                    <a:lnTo>
                      <a:pt x="154688" y="1562"/>
                    </a:lnTo>
                    <a:lnTo>
                      <a:pt x="154688" y="33542"/>
                    </a:lnTo>
                    <a:lnTo>
                      <a:pt x="166563" y="33542"/>
                    </a:lnTo>
                    <a:close/>
                    <a:moveTo>
                      <a:pt x="67708" y="0"/>
                    </a:moveTo>
                    <a:lnTo>
                      <a:pt x="75833" y="0"/>
                    </a:lnTo>
                    <a:lnTo>
                      <a:pt x="75833" y="27500"/>
                    </a:lnTo>
                    <a:lnTo>
                      <a:pt x="88542" y="27500"/>
                    </a:lnTo>
                    <a:lnTo>
                      <a:pt x="88542" y="34792"/>
                    </a:lnTo>
                    <a:lnTo>
                      <a:pt x="75833" y="34792"/>
                    </a:lnTo>
                    <a:lnTo>
                      <a:pt x="75833" y="67709"/>
                    </a:lnTo>
                    <a:lnTo>
                      <a:pt x="67708" y="67709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15" name="TextBox 714">
                <a:extLst>
                  <a:ext uri="{FF2B5EF4-FFF2-40B4-BE49-F238E27FC236}">
                    <a16:creationId xmlns:a16="http://schemas.microsoft.com/office/drawing/2014/main" id="{5A51F17C-E61C-4429-9BAA-F5E9D9687B57}"/>
                  </a:ext>
                </a:extLst>
              </p:cNvPr>
              <p:cNvSpPr txBox="1"/>
              <p:nvPr/>
            </p:nvSpPr>
            <p:spPr>
              <a:xfrm>
                <a:off x="1117693" y="7065724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산재예방</a:t>
                </a:r>
              </a:p>
            </p:txBody>
          </p:sp>
        </p:grpSp>
        <p:sp>
          <p:nvSpPr>
            <p:cNvPr id="716" name="자유형: 도형 715">
              <a:extLst>
                <a:ext uri="{FF2B5EF4-FFF2-40B4-BE49-F238E27FC236}">
                  <a16:creationId xmlns:a16="http://schemas.microsoft.com/office/drawing/2014/main" id="{FAEA0B68-CA31-4A64-BBD6-EF8F68CAC6DD}"/>
                </a:ext>
              </a:extLst>
            </p:cNvPr>
            <p:cNvSpPr/>
            <p:nvPr/>
          </p:nvSpPr>
          <p:spPr>
            <a:xfrm>
              <a:off x="1623437" y="7133305"/>
              <a:ext cx="455419" cy="93854"/>
            </a:xfrm>
            <a:custGeom>
              <a:avLst/>
              <a:gdLst>
                <a:gd name="connsiteX0" fmla="*/ 285732 w 455419"/>
                <a:gd name="connsiteY0" fmla="*/ 72500 h 93854"/>
                <a:gd name="connsiteX1" fmla="*/ 370524 w 455419"/>
                <a:gd name="connsiteY1" fmla="*/ 72500 h 93854"/>
                <a:gd name="connsiteX2" fmla="*/ 370524 w 455419"/>
                <a:gd name="connsiteY2" fmla="*/ 79583 h 93854"/>
                <a:gd name="connsiteX3" fmla="*/ 285732 w 455419"/>
                <a:gd name="connsiteY3" fmla="*/ 79583 h 93854"/>
                <a:gd name="connsiteX4" fmla="*/ 402086 w 455419"/>
                <a:gd name="connsiteY4" fmla="*/ 65208 h 93854"/>
                <a:gd name="connsiteX5" fmla="*/ 402086 w 455419"/>
                <a:gd name="connsiteY5" fmla="*/ 84480 h 93854"/>
                <a:gd name="connsiteX6" fmla="*/ 447295 w 455419"/>
                <a:gd name="connsiteY6" fmla="*/ 84480 h 93854"/>
                <a:gd name="connsiteX7" fmla="*/ 447295 w 455419"/>
                <a:gd name="connsiteY7" fmla="*/ 65208 h 93854"/>
                <a:gd name="connsiteX8" fmla="*/ 47917 w 455419"/>
                <a:gd name="connsiteY8" fmla="*/ 63229 h 93854"/>
                <a:gd name="connsiteX9" fmla="*/ 39010 w 455419"/>
                <a:gd name="connsiteY9" fmla="*/ 64063 h 93854"/>
                <a:gd name="connsiteX10" fmla="*/ 31771 w 455419"/>
                <a:gd name="connsiteY10" fmla="*/ 66458 h 93854"/>
                <a:gd name="connsiteX11" fmla="*/ 27031 w 455419"/>
                <a:gd name="connsiteY11" fmla="*/ 70156 h 93854"/>
                <a:gd name="connsiteX12" fmla="*/ 25313 w 455419"/>
                <a:gd name="connsiteY12" fmla="*/ 75208 h 93854"/>
                <a:gd name="connsiteX13" fmla="*/ 27031 w 455419"/>
                <a:gd name="connsiteY13" fmla="*/ 80313 h 93854"/>
                <a:gd name="connsiteX14" fmla="*/ 31875 w 455419"/>
                <a:gd name="connsiteY14" fmla="*/ 84167 h 93854"/>
                <a:gd name="connsiteX15" fmla="*/ 39010 w 455419"/>
                <a:gd name="connsiteY15" fmla="*/ 86563 h 93854"/>
                <a:gd name="connsiteX16" fmla="*/ 47917 w 455419"/>
                <a:gd name="connsiteY16" fmla="*/ 87396 h 93854"/>
                <a:gd name="connsiteX17" fmla="*/ 56979 w 455419"/>
                <a:gd name="connsiteY17" fmla="*/ 86563 h 93854"/>
                <a:gd name="connsiteX18" fmla="*/ 64271 w 455419"/>
                <a:gd name="connsiteY18" fmla="*/ 84167 h 93854"/>
                <a:gd name="connsiteX19" fmla="*/ 69063 w 455419"/>
                <a:gd name="connsiteY19" fmla="*/ 80365 h 93854"/>
                <a:gd name="connsiteX20" fmla="*/ 70833 w 455419"/>
                <a:gd name="connsiteY20" fmla="*/ 75312 h 93854"/>
                <a:gd name="connsiteX21" fmla="*/ 64323 w 455419"/>
                <a:gd name="connsiteY21" fmla="*/ 66458 h 93854"/>
                <a:gd name="connsiteX22" fmla="*/ 47917 w 455419"/>
                <a:gd name="connsiteY22" fmla="*/ 63229 h 93854"/>
                <a:gd name="connsiteX23" fmla="*/ 396149 w 455419"/>
                <a:gd name="connsiteY23" fmla="*/ 58334 h 93854"/>
                <a:gd name="connsiteX24" fmla="*/ 453232 w 455419"/>
                <a:gd name="connsiteY24" fmla="*/ 58334 h 93854"/>
                <a:gd name="connsiteX25" fmla="*/ 454951 w 455419"/>
                <a:gd name="connsiteY25" fmla="*/ 58802 h 93854"/>
                <a:gd name="connsiteX26" fmla="*/ 455420 w 455419"/>
                <a:gd name="connsiteY26" fmla="*/ 60521 h 93854"/>
                <a:gd name="connsiteX27" fmla="*/ 455420 w 455419"/>
                <a:gd name="connsiteY27" fmla="*/ 89063 h 93854"/>
                <a:gd name="connsiteX28" fmla="*/ 454951 w 455419"/>
                <a:gd name="connsiteY28" fmla="*/ 90782 h 93854"/>
                <a:gd name="connsiteX29" fmla="*/ 453232 w 455419"/>
                <a:gd name="connsiteY29" fmla="*/ 91250 h 93854"/>
                <a:gd name="connsiteX30" fmla="*/ 396149 w 455419"/>
                <a:gd name="connsiteY30" fmla="*/ 91250 h 93854"/>
                <a:gd name="connsiteX31" fmla="*/ 394430 w 455419"/>
                <a:gd name="connsiteY31" fmla="*/ 90782 h 93854"/>
                <a:gd name="connsiteX32" fmla="*/ 393961 w 455419"/>
                <a:gd name="connsiteY32" fmla="*/ 89063 h 93854"/>
                <a:gd name="connsiteX33" fmla="*/ 393961 w 455419"/>
                <a:gd name="connsiteY33" fmla="*/ 60521 h 93854"/>
                <a:gd name="connsiteX34" fmla="*/ 394430 w 455419"/>
                <a:gd name="connsiteY34" fmla="*/ 58802 h 93854"/>
                <a:gd name="connsiteX35" fmla="*/ 396149 w 455419"/>
                <a:gd name="connsiteY35" fmla="*/ 58334 h 93854"/>
                <a:gd name="connsiteX36" fmla="*/ 47917 w 455419"/>
                <a:gd name="connsiteY36" fmla="*/ 56458 h 93854"/>
                <a:gd name="connsiteX37" fmla="*/ 70885 w 455419"/>
                <a:gd name="connsiteY37" fmla="*/ 61615 h 93854"/>
                <a:gd name="connsiteX38" fmla="*/ 79479 w 455419"/>
                <a:gd name="connsiteY38" fmla="*/ 75208 h 93854"/>
                <a:gd name="connsiteX39" fmla="*/ 70885 w 455419"/>
                <a:gd name="connsiteY39" fmla="*/ 88855 h 93854"/>
                <a:gd name="connsiteX40" fmla="*/ 47917 w 455419"/>
                <a:gd name="connsiteY40" fmla="*/ 93854 h 93854"/>
                <a:gd name="connsiteX41" fmla="*/ 34948 w 455419"/>
                <a:gd name="connsiteY41" fmla="*/ 92553 h 93854"/>
                <a:gd name="connsiteX42" fmla="*/ 25104 w 455419"/>
                <a:gd name="connsiteY42" fmla="*/ 88855 h 93854"/>
                <a:gd name="connsiteX43" fmla="*/ 18750 w 455419"/>
                <a:gd name="connsiteY43" fmla="*/ 82969 h 93854"/>
                <a:gd name="connsiteX44" fmla="*/ 16563 w 455419"/>
                <a:gd name="connsiteY44" fmla="*/ 75208 h 93854"/>
                <a:gd name="connsiteX45" fmla="*/ 18802 w 455419"/>
                <a:gd name="connsiteY45" fmla="*/ 67552 h 93854"/>
                <a:gd name="connsiteX46" fmla="*/ 25208 w 455419"/>
                <a:gd name="connsiteY46" fmla="*/ 61667 h 93854"/>
                <a:gd name="connsiteX47" fmla="*/ 35104 w 455419"/>
                <a:gd name="connsiteY47" fmla="*/ 57813 h 93854"/>
                <a:gd name="connsiteX48" fmla="*/ 47917 w 455419"/>
                <a:gd name="connsiteY48" fmla="*/ 56458 h 93854"/>
                <a:gd name="connsiteX49" fmla="*/ 110208 w 455419"/>
                <a:gd name="connsiteY49" fmla="*/ 26875 h 93854"/>
                <a:gd name="connsiteX50" fmla="*/ 110208 w 455419"/>
                <a:gd name="connsiteY50" fmla="*/ 45938 h 93854"/>
                <a:gd name="connsiteX51" fmla="*/ 155417 w 455419"/>
                <a:gd name="connsiteY51" fmla="*/ 45938 h 93854"/>
                <a:gd name="connsiteX52" fmla="*/ 155417 w 455419"/>
                <a:gd name="connsiteY52" fmla="*/ 26875 h 93854"/>
                <a:gd name="connsiteX53" fmla="*/ 6354 w 455419"/>
                <a:gd name="connsiteY53" fmla="*/ 4271 h 93854"/>
                <a:gd name="connsiteX54" fmla="*/ 51458 w 455419"/>
                <a:gd name="connsiteY54" fmla="*/ 4271 h 93854"/>
                <a:gd name="connsiteX55" fmla="*/ 51458 w 455419"/>
                <a:gd name="connsiteY55" fmla="*/ 11250 h 93854"/>
                <a:gd name="connsiteX56" fmla="*/ 33333 w 455419"/>
                <a:gd name="connsiteY56" fmla="*/ 11250 h 93854"/>
                <a:gd name="connsiteX57" fmla="*/ 33333 w 455419"/>
                <a:gd name="connsiteY57" fmla="*/ 15001 h 93854"/>
                <a:gd name="connsiteX58" fmla="*/ 35313 w 455419"/>
                <a:gd name="connsiteY58" fmla="*/ 25417 h 93854"/>
                <a:gd name="connsiteX59" fmla="*/ 40625 w 455419"/>
                <a:gd name="connsiteY59" fmla="*/ 33855 h 93854"/>
                <a:gd name="connsiteX60" fmla="*/ 48229 w 455419"/>
                <a:gd name="connsiteY60" fmla="*/ 40157 h 93854"/>
                <a:gd name="connsiteX61" fmla="*/ 57188 w 455419"/>
                <a:gd name="connsiteY61" fmla="*/ 44271 h 93854"/>
                <a:gd name="connsiteX62" fmla="*/ 51979 w 455419"/>
                <a:gd name="connsiteY62" fmla="*/ 50313 h 93854"/>
                <a:gd name="connsiteX63" fmla="*/ 46042 w 455419"/>
                <a:gd name="connsiteY63" fmla="*/ 47239 h 93854"/>
                <a:gd name="connsiteX64" fmla="*/ 39688 w 455419"/>
                <a:gd name="connsiteY64" fmla="*/ 42813 h 93854"/>
                <a:gd name="connsiteX65" fmla="*/ 33750 w 455419"/>
                <a:gd name="connsiteY65" fmla="*/ 37188 h 93854"/>
                <a:gd name="connsiteX66" fmla="*/ 29063 w 455419"/>
                <a:gd name="connsiteY66" fmla="*/ 30313 h 93854"/>
                <a:gd name="connsiteX67" fmla="*/ 20208 w 455419"/>
                <a:gd name="connsiteY67" fmla="*/ 43490 h 93854"/>
                <a:gd name="connsiteX68" fmla="*/ 6146 w 455419"/>
                <a:gd name="connsiteY68" fmla="*/ 53125 h 93854"/>
                <a:gd name="connsiteX69" fmla="*/ 0 w 455419"/>
                <a:gd name="connsiteY69" fmla="*/ 47604 h 93854"/>
                <a:gd name="connsiteX70" fmla="*/ 9479 w 455419"/>
                <a:gd name="connsiteY70" fmla="*/ 42552 h 93854"/>
                <a:gd name="connsiteX71" fmla="*/ 17292 w 455419"/>
                <a:gd name="connsiteY71" fmla="*/ 35313 h 93854"/>
                <a:gd name="connsiteX72" fmla="*/ 22656 w 455419"/>
                <a:gd name="connsiteY72" fmla="*/ 26146 h 93854"/>
                <a:gd name="connsiteX73" fmla="*/ 24688 w 455419"/>
                <a:gd name="connsiteY73" fmla="*/ 14792 h 93854"/>
                <a:gd name="connsiteX74" fmla="*/ 24688 w 455419"/>
                <a:gd name="connsiteY74" fmla="*/ 11250 h 93854"/>
                <a:gd name="connsiteX75" fmla="*/ 6354 w 455419"/>
                <a:gd name="connsiteY75" fmla="*/ 11250 h 93854"/>
                <a:gd name="connsiteX76" fmla="*/ 385628 w 455419"/>
                <a:gd name="connsiteY76" fmla="*/ 3959 h 93854"/>
                <a:gd name="connsiteX77" fmla="*/ 416565 w 455419"/>
                <a:gd name="connsiteY77" fmla="*/ 3959 h 93854"/>
                <a:gd name="connsiteX78" fmla="*/ 416565 w 455419"/>
                <a:gd name="connsiteY78" fmla="*/ 10938 h 93854"/>
                <a:gd name="connsiteX79" fmla="*/ 391461 w 455419"/>
                <a:gd name="connsiteY79" fmla="*/ 10938 h 93854"/>
                <a:gd name="connsiteX80" fmla="*/ 391461 w 455419"/>
                <a:gd name="connsiteY80" fmla="*/ 22813 h 93854"/>
                <a:gd name="connsiteX81" fmla="*/ 414378 w 455419"/>
                <a:gd name="connsiteY81" fmla="*/ 22813 h 93854"/>
                <a:gd name="connsiteX82" fmla="*/ 414378 w 455419"/>
                <a:gd name="connsiteY82" fmla="*/ 29271 h 93854"/>
                <a:gd name="connsiteX83" fmla="*/ 391461 w 455419"/>
                <a:gd name="connsiteY83" fmla="*/ 29271 h 93854"/>
                <a:gd name="connsiteX84" fmla="*/ 391461 w 455419"/>
                <a:gd name="connsiteY84" fmla="*/ 42083 h 93854"/>
                <a:gd name="connsiteX85" fmla="*/ 396357 w 455419"/>
                <a:gd name="connsiteY85" fmla="*/ 42083 h 93854"/>
                <a:gd name="connsiteX86" fmla="*/ 402295 w 455419"/>
                <a:gd name="connsiteY86" fmla="*/ 41979 h 93854"/>
                <a:gd name="connsiteX87" fmla="*/ 409899 w 455419"/>
                <a:gd name="connsiteY87" fmla="*/ 41563 h 93854"/>
                <a:gd name="connsiteX88" fmla="*/ 417242 w 455419"/>
                <a:gd name="connsiteY88" fmla="*/ 40990 h 93854"/>
                <a:gd name="connsiteX89" fmla="*/ 422815 w 455419"/>
                <a:gd name="connsiteY89" fmla="*/ 40209 h 93854"/>
                <a:gd name="connsiteX90" fmla="*/ 422815 w 455419"/>
                <a:gd name="connsiteY90" fmla="*/ 47084 h 93854"/>
                <a:gd name="connsiteX91" fmla="*/ 418284 w 455419"/>
                <a:gd name="connsiteY91" fmla="*/ 47761 h 93854"/>
                <a:gd name="connsiteX92" fmla="*/ 410836 w 455419"/>
                <a:gd name="connsiteY92" fmla="*/ 48438 h 93854"/>
                <a:gd name="connsiteX93" fmla="*/ 402190 w 455419"/>
                <a:gd name="connsiteY93" fmla="*/ 48958 h 93854"/>
                <a:gd name="connsiteX94" fmla="*/ 394065 w 455419"/>
                <a:gd name="connsiteY94" fmla="*/ 49167 h 93854"/>
                <a:gd name="connsiteX95" fmla="*/ 385628 w 455419"/>
                <a:gd name="connsiteY95" fmla="*/ 49167 h 93854"/>
                <a:gd name="connsiteX96" fmla="*/ 383909 w 455419"/>
                <a:gd name="connsiteY96" fmla="*/ 48698 h 93854"/>
                <a:gd name="connsiteX97" fmla="*/ 383440 w 455419"/>
                <a:gd name="connsiteY97" fmla="*/ 46980 h 93854"/>
                <a:gd name="connsiteX98" fmla="*/ 383440 w 455419"/>
                <a:gd name="connsiteY98" fmla="*/ 6146 h 93854"/>
                <a:gd name="connsiteX99" fmla="*/ 383909 w 455419"/>
                <a:gd name="connsiteY99" fmla="*/ 4427 h 93854"/>
                <a:gd name="connsiteX100" fmla="*/ 385628 w 455419"/>
                <a:gd name="connsiteY100" fmla="*/ 3959 h 93854"/>
                <a:gd name="connsiteX101" fmla="*/ 219169 w 455419"/>
                <a:gd name="connsiteY101" fmla="*/ 3750 h 93854"/>
                <a:gd name="connsiteX102" fmla="*/ 227711 w 455419"/>
                <a:gd name="connsiteY102" fmla="*/ 3750 h 93854"/>
                <a:gd name="connsiteX103" fmla="*/ 227711 w 455419"/>
                <a:gd name="connsiteY103" fmla="*/ 21875 h 93854"/>
                <a:gd name="connsiteX104" fmla="*/ 233805 w 455419"/>
                <a:gd name="connsiteY104" fmla="*/ 46980 h 93854"/>
                <a:gd name="connsiteX105" fmla="*/ 253024 w 455419"/>
                <a:gd name="connsiteY105" fmla="*/ 65626 h 93854"/>
                <a:gd name="connsiteX106" fmla="*/ 246982 w 455419"/>
                <a:gd name="connsiteY106" fmla="*/ 71563 h 93854"/>
                <a:gd name="connsiteX107" fmla="*/ 233128 w 455419"/>
                <a:gd name="connsiteY107" fmla="*/ 59323 h 93854"/>
                <a:gd name="connsiteX108" fmla="*/ 223232 w 455419"/>
                <a:gd name="connsiteY108" fmla="*/ 42813 h 93854"/>
                <a:gd name="connsiteX109" fmla="*/ 213753 w 455419"/>
                <a:gd name="connsiteY109" fmla="*/ 60417 h 93854"/>
                <a:gd name="connsiteX110" fmla="*/ 199583 w 455419"/>
                <a:gd name="connsiteY110" fmla="*/ 73958 h 93854"/>
                <a:gd name="connsiteX111" fmla="*/ 192708 w 455419"/>
                <a:gd name="connsiteY111" fmla="*/ 68438 h 93854"/>
                <a:gd name="connsiteX112" fmla="*/ 212347 w 455419"/>
                <a:gd name="connsiteY112" fmla="*/ 48230 h 93854"/>
                <a:gd name="connsiteX113" fmla="*/ 219169 w 455419"/>
                <a:gd name="connsiteY113" fmla="*/ 20834 h 93854"/>
                <a:gd name="connsiteX114" fmla="*/ 101979 w 455419"/>
                <a:gd name="connsiteY114" fmla="*/ 3750 h 93854"/>
                <a:gd name="connsiteX115" fmla="*/ 110208 w 455419"/>
                <a:gd name="connsiteY115" fmla="*/ 3750 h 93854"/>
                <a:gd name="connsiteX116" fmla="*/ 110208 w 455419"/>
                <a:gd name="connsiteY116" fmla="*/ 19896 h 93854"/>
                <a:gd name="connsiteX117" fmla="*/ 155417 w 455419"/>
                <a:gd name="connsiteY117" fmla="*/ 19896 h 93854"/>
                <a:gd name="connsiteX118" fmla="*/ 155417 w 455419"/>
                <a:gd name="connsiteY118" fmla="*/ 3750 h 93854"/>
                <a:gd name="connsiteX119" fmla="*/ 163646 w 455419"/>
                <a:gd name="connsiteY119" fmla="*/ 3750 h 93854"/>
                <a:gd name="connsiteX120" fmla="*/ 163646 w 455419"/>
                <a:gd name="connsiteY120" fmla="*/ 50937 h 93854"/>
                <a:gd name="connsiteX121" fmla="*/ 163177 w 455419"/>
                <a:gd name="connsiteY121" fmla="*/ 52656 h 93854"/>
                <a:gd name="connsiteX122" fmla="*/ 161458 w 455419"/>
                <a:gd name="connsiteY122" fmla="*/ 53125 h 93854"/>
                <a:gd name="connsiteX123" fmla="*/ 136979 w 455419"/>
                <a:gd name="connsiteY123" fmla="*/ 53125 h 93854"/>
                <a:gd name="connsiteX124" fmla="*/ 136979 w 455419"/>
                <a:gd name="connsiteY124" fmla="*/ 73542 h 93854"/>
                <a:gd name="connsiteX125" fmla="*/ 175208 w 455419"/>
                <a:gd name="connsiteY125" fmla="*/ 73542 h 93854"/>
                <a:gd name="connsiteX126" fmla="*/ 175208 w 455419"/>
                <a:gd name="connsiteY126" fmla="*/ 80729 h 93854"/>
                <a:gd name="connsiteX127" fmla="*/ 90417 w 455419"/>
                <a:gd name="connsiteY127" fmla="*/ 80729 h 93854"/>
                <a:gd name="connsiteX128" fmla="*/ 90417 w 455419"/>
                <a:gd name="connsiteY128" fmla="*/ 73542 h 93854"/>
                <a:gd name="connsiteX129" fmla="*/ 128438 w 455419"/>
                <a:gd name="connsiteY129" fmla="*/ 73542 h 93854"/>
                <a:gd name="connsiteX130" fmla="*/ 128438 w 455419"/>
                <a:gd name="connsiteY130" fmla="*/ 53125 h 93854"/>
                <a:gd name="connsiteX131" fmla="*/ 104167 w 455419"/>
                <a:gd name="connsiteY131" fmla="*/ 53125 h 93854"/>
                <a:gd name="connsiteX132" fmla="*/ 102448 w 455419"/>
                <a:gd name="connsiteY132" fmla="*/ 52656 h 93854"/>
                <a:gd name="connsiteX133" fmla="*/ 101979 w 455419"/>
                <a:gd name="connsiteY133" fmla="*/ 50937 h 93854"/>
                <a:gd name="connsiteX134" fmla="*/ 323753 w 455419"/>
                <a:gd name="connsiteY134" fmla="*/ 3646 h 93854"/>
                <a:gd name="connsiteX135" fmla="*/ 332607 w 455419"/>
                <a:gd name="connsiteY135" fmla="*/ 3646 h 93854"/>
                <a:gd name="connsiteX136" fmla="*/ 332607 w 455419"/>
                <a:gd name="connsiteY136" fmla="*/ 11563 h 93854"/>
                <a:gd name="connsiteX137" fmla="*/ 335472 w 455419"/>
                <a:gd name="connsiteY137" fmla="*/ 23177 h 93854"/>
                <a:gd name="connsiteX138" fmla="*/ 343128 w 455419"/>
                <a:gd name="connsiteY138" fmla="*/ 33751 h 93854"/>
                <a:gd name="connsiteX139" fmla="*/ 354065 w 455419"/>
                <a:gd name="connsiteY139" fmla="*/ 42240 h 93854"/>
                <a:gd name="connsiteX140" fmla="*/ 366774 w 455419"/>
                <a:gd name="connsiteY140" fmla="*/ 47917 h 93854"/>
                <a:gd name="connsiteX141" fmla="*/ 360940 w 455419"/>
                <a:gd name="connsiteY141" fmla="*/ 54063 h 93854"/>
                <a:gd name="connsiteX142" fmla="*/ 351409 w 455419"/>
                <a:gd name="connsiteY142" fmla="*/ 49740 h 93854"/>
                <a:gd name="connsiteX143" fmla="*/ 341982 w 455419"/>
                <a:gd name="connsiteY143" fmla="*/ 43229 h 93854"/>
                <a:gd name="connsiteX144" fmla="*/ 333857 w 455419"/>
                <a:gd name="connsiteY144" fmla="*/ 35156 h 93854"/>
                <a:gd name="connsiteX145" fmla="*/ 328336 w 455419"/>
                <a:gd name="connsiteY145" fmla="*/ 25729 h 93854"/>
                <a:gd name="connsiteX146" fmla="*/ 322711 w 455419"/>
                <a:gd name="connsiteY146" fmla="*/ 35000 h 93854"/>
                <a:gd name="connsiteX147" fmla="*/ 314690 w 455419"/>
                <a:gd name="connsiteY147" fmla="*/ 43021 h 93854"/>
                <a:gd name="connsiteX148" fmla="*/ 305263 w 455419"/>
                <a:gd name="connsiteY148" fmla="*/ 49531 h 93854"/>
                <a:gd name="connsiteX149" fmla="*/ 295628 w 455419"/>
                <a:gd name="connsiteY149" fmla="*/ 54167 h 93854"/>
                <a:gd name="connsiteX150" fmla="*/ 289378 w 455419"/>
                <a:gd name="connsiteY150" fmla="*/ 47812 h 93854"/>
                <a:gd name="connsiteX151" fmla="*/ 301826 w 455419"/>
                <a:gd name="connsiteY151" fmla="*/ 42448 h 93854"/>
                <a:gd name="connsiteX152" fmla="*/ 312815 w 455419"/>
                <a:gd name="connsiteY152" fmla="*/ 34271 h 93854"/>
                <a:gd name="connsiteX153" fmla="*/ 320732 w 455419"/>
                <a:gd name="connsiteY153" fmla="*/ 23802 h 93854"/>
                <a:gd name="connsiteX154" fmla="*/ 323753 w 455419"/>
                <a:gd name="connsiteY154" fmla="*/ 11563 h 93854"/>
                <a:gd name="connsiteX155" fmla="*/ 429378 w 455419"/>
                <a:gd name="connsiteY155" fmla="*/ 1667 h 93854"/>
                <a:gd name="connsiteX156" fmla="*/ 437503 w 455419"/>
                <a:gd name="connsiteY156" fmla="*/ 1667 h 93854"/>
                <a:gd name="connsiteX157" fmla="*/ 437503 w 455419"/>
                <a:gd name="connsiteY157" fmla="*/ 53333 h 93854"/>
                <a:gd name="connsiteX158" fmla="*/ 429378 w 455419"/>
                <a:gd name="connsiteY158" fmla="*/ 53333 h 93854"/>
                <a:gd name="connsiteX159" fmla="*/ 429378 w 455419"/>
                <a:gd name="connsiteY159" fmla="*/ 27813 h 93854"/>
                <a:gd name="connsiteX160" fmla="*/ 417920 w 455419"/>
                <a:gd name="connsiteY160" fmla="*/ 27813 h 93854"/>
                <a:gd name="connsiteX161" fmla="*/ 417920 w 455419"/>
                <a:gd name="connsiteY161" fmla="*/ 20626 h 93854"/>
                <a:gd name="connsiteX162" fmla="*/ 429378 w 455419"/>
                <a:gd name="connsiteY162" fmla="*/ 20626 h 93854"/>
                <a:gd name="connsiteX163" fmla="*/ 447295 w 455419"/>
                <a:gd name="connsiteY163" fmla="*/ 0 h 93854"/>
                <a:gd name="connsiteX164" fmla="*/ 455315 w 455419"/>
                <a:gd name="connsiteY164" fmla="*/ 0 h 93854"/>
                <a:gd name="connsiteX165" fmla="*/ 455315 w 455419"/>
                <a:gd name="connsiteY165" fmla="*/ 53333 h 93854"/>
                <a:gd name="connsiteX166" fmla="*/ 447295 w 455419"/>
                <a:gd name="connsiteY166" fmla="*/ 53333 h 93854"/>
                <a:gd name="connsiteX167" fmla="*/ 263649 w 455419"/>
                <a:gd name="connsiteY167" fmla="*/ 0 h 93854"/>
                <a:gd name="connsiteX168" fmla="*/ 271982 w 455419"/>
                <a:gd name="connsiteY168" fmla="*/ 0 h 93854"/>
                <a:gd name="connsiteX169" fmla="*/ 271982 w 455419"/>
                <a:gd name="connsiteY169" fmla="*/ 92292 h 93854"/>
                <a:gd name="connsiteX170" fmla="*/ 263649 w 455419"/>
                <a:gd name="connsiteY170" fmla="*/ 92292 h 93854"/>
                <a:gd name="connsiteX171" fmla="*/ 69688 w 455419"/>
                <a:gd name="connsiteY171" fmla="*/ 0 h 93854"/>
                <a:gd name="connsiteX172" fmla="*/ 77813 w 455419"/>
                <a:gd name="connsiteY172" fmla="*/ 0 h 93854"/>
                <a:gd name="connsiteX173" fmla="*/ 77813 w 455419"/>
                <a:gd name="connsiteY173" fmla="*/ 55938 h 93854"/>
                <a:gd name="connsiteX174" fmla="*/ 69688 w 455419"/>
                <a:gd name="connsiteY174" fmla="*/ 55938 h 93854"/>
                <a:gd name="connsiteX175" fmla="*/ 69688 w 455419"/>
                <a:gd name="connsiteY175" fmla="*/ 27917 h 93854"/>
                <a:gd name="connsiteX176" fmla="*/ 50521 w 455419"/>
                <a:gd name="connsiteY176" fmla="*/ 27917 h 93854"/>
                <a:gd name="connsiteX177" fmla="*/ 50521 w 455419"/>
                <a:gd name="connsiteY177" fmla="*/ 21042 h 93854"/>
                <a:gd name="connsiteX178" fmla="*/ 69688 w 455419"/>
                <a:gd name="connsiteY178" fmla="*/ 21042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455419" h="93854">
                  <a:moveTo>
                    <a:pt x="285732" y="72500"/>
                  </a:moveTo>
                  <a:lnTo>
                    <a:pt x="370524" y="72500"/>
                  </a:lnTo>
                  <a:lnTo>
                    <a:pt x="370524" y="79583"/>
                  </a:lnTo>
                  <a:lnTo>
                    <a:pt x="285732" y="79583"/>
                  </a:lnTo>
                  <a:close/>
                  <a:moveTo>
                    <a:pt x="402086" y="65208"/>
                  </a:moveTo>
                  <a:lnTo>
                    <a:pt x="402086" y="84480"/>
                  </a:lnTo>
                  <a:lnTo>
                    <a:pt x="447295" y="84480"/>
                  </a:lnTo>
                  <a:lnTo>
                    <a:pt x="447295" y="65208"/>
                  </a:lnTo>
                  <a:close/>
                  <a:moveTo>
                    <a:pt x="47917" y="63229"/>
                  </a:moveTo>
                  <a:cubicBezTo>
                    <a:pt x="44723" y="63229"/>
                    <a:pt x="41754" y="63503"/>
                    <a:pt x="39010" y="64063"/>
                  </a:cubicBezTo>
                  <a:cubicBezTo>
                    <a:pt x="36268" y="64610"/>
                    <a:pt x="33854" y="65417"/>
                    <a:pt x="31771" y="66458"/>
                  </a:cubicBezTo>
                  <a:cubicBezTo>
                    <a:pt x="29758" y="67422"/>
                    <a:pt x="28177" y="68659"/>
                    <a:pt x="27031" y="70156"/>
                  </a:cubicBezTo>
                  <a:cubicBezTo>
                    <a:pt x="25886" y="71641"/>
                    <a:pt x="25313" y="73334"/>
                    <a:pt x="25313" y="75208"/>
                  </a:cubicBezTo>
                  <a:cubicBezTo>
                    <a:pt x="25313" y="77084"/>
                    <a:pt x="25886" y="78776"/>
                    <a:pt x="27031" y="80313"/>
                  </a:cubicBezTo>
                  <a:cubicBezTo>
                    <a:pt x="28177" y="81836"/>
                    <a:pt x="29792" y="83125"/>
                    <a:pt x="31875" y="84167"/>
                  </a:cubicBezTo>
                  <a:cubicBezTo>
                    <a:pt x="33889" y="85208"/>
                    <a:pt x="36268" y="86003"/>
                    <a:pt x="39010" y="86563"/>
                  </a:cubicBezTo>
                  <a:cubicBezTo>
                    <a:pt x="41754" y="87109"/>
                    <a:pt x="44723" y="87396"/>
                    <a:pt x="47917" y="87396"/>
                  </a:cubicBezTo>
                  <a:cubicBezTo>
                    <a:pt x="51181" y="87396"/>
                    <a:pt x="54202" y="87109"/>
                    <a:pt x="56979" y="86563"/>
                  </a:cubicBezTo>
                  <a:cubicBezTo>
                    <a:pt x="59758" y="86003"/>
                    <a:pt x="62188" y="85208"/>
                    <a:pt x="64271" y="84167"/>
                  </a:cubicBezTo>
                  <a:cubicBezTo>
                    <a:pt x="66285" y="83125"/>
                    <a:pt x="67883" y="81849"/>
                    <a:pt x="69063" y="80365"/>
                  </a:cubicBezTo>
                  <a:cubicBezTo>
                    <a:pt x="70244" y="78867"/>
                    <a:pt x="70833" y="77188"/>
                    <a:pt x="70833" y="75312"/>
                  </a:cubicBezTo>
                  <a:cubicBezTo>
                    <a:pt x="70833" y="71563"/>
                    <a:pt x="68664" y="68607"/>
                    <a:pt x="64323" y="66458"/>
                  </a:cubicBezTo>
                  <a:cubicBezTo>
                    <a:pt x="59983" y="64297"/>
                    <a:pt x="54514" y="63229"/>
                    <a:pt x="47917" y="63229"/>
                  </a:cubicBezTo>
                  <a:close/>
                  <a:moveTo>
                    <a:pt x="396149" y="58334"/>
                  </a:moveTo>
                  <a:lnTo>
                    <a:pt x="453232" y="58334"/>
                  </a:lnTo>
                  <a:cubicBezTo>
                    <a:pt x="454065" y="58334"/>
                    <a:pt x="454638" y="58490"/>
                    <a:pt x="454951" y="58802"/>
                  </a:cubicBezTo>
                  <a:cubicBezTo>
                    <a:pt x="455263" y="59115"/>
                    <a:pt x="455420" y="59688"/>
                    <a:pt x="455420" y="60521"/>
                  </a:cubicBezTo>
                  <a:lnTo>
                    <a:pt x="455420" y="89063"/>
                  </a:lnTo>
                  <a:cubicBezTo>
                    <a:pt x="455420" y="89896"/>
                    <a:pt x="455263" y="90469"/>
                    <a:pt x="454951" y="90782"/>
                  </a:cubicBezTo>
                  <a:cubicBezTo>
                    <a:pt x="454638" y="91094"/>
                    <a:pt x="454065" y="91250"/>
                    <a:pt x="453232" y="91250"/>
                  </a:cubicBezTo>
                  <a:lnTo>
                    <a:pt x="396149" y="91250"/>
                  </a:lnTo>
                  <a:cubicBezTo>
                    <a:pt x="395315" y="91250"/>
                    <a:pt x="394742" y="91094"/>
                    <a:pt x="394430" y="90782"/>
                  </a:cubicBezTo>
                  <a:cubicBezTo>
                    <a:pt x="394117" y="90469"/>
                    <a:pt x="393961" y="89896"/>
                    <a:pt x="393961" y="89063"/>
                  </a:cubicBezTo>
                  <a:lnTo>
                    <a:pt x="393961" y="60521"/>
                  </a:lnTo>
                  <a:cubicBezTo>
                    <a:pt x="393961" y="59688"/>
                    <a:pt x="394117" y="59115"/>
                    <a:pt x="394430" y="58802"/>
                  </a:cubicBezTo>
                  <a:cubicBezTo>
                    <a:pt x="394742" y="58490"/>
                    <a:pt x="395315" y="58334"/>
                    <a:pt x="396149" y="58334"/>
                  </a:cubicBezTo>
                  <a:close/>
                  <a:moveTo>
                    <a:pt x="47917" y="56458"/>
                  </a:moveTo>
                  <a:cubicBezTo>
                    <a:pt x="57500" y="56458"/>
                    <a:pt x="65156" y="58177"/>
                    <a:pt x="70885" y="61615"/>
                  </a:cubicBezTo>
                  <a:cubicBezTo>
                    <a:pt x="76615" y="65053"/>
                    <a:pt x="79479" y="69583"/>
                    <a:pt x="79479" y="75208"/>
                  </a:cubicBezTo>
                  <a:cubicBezTo>
                    <a:pt x="79479" y="80964"/>
                    <a:pt x="76615" y="85521"/>
                    <a:pt x="70885" y="88855"/>
                  </a:cubicBezTo>
                  <a:cubicBezTo>
                    <a:pt x="65156" y="92188"/>
                    <a:pt x="57500" y="93854"/>
                    <a:pt x="47917" y="93854"/>
                  </a:cubicBezTo>
                  <a:cubicBezTo>
                    <a:pt x="43125" y="93854"/>
                    <a:pt x="38802" y="93412"/>
                    <a:pt x="34948" y="92553"/>
                  </a:cubicBezTo>
                  <a:cubicBezTo>
                    <a:pt x="31094" y="91680"/>
                    <a:pt x="27813" y="90443"/>
                    <a:pt x="25104" y="88855"/>
                  </a:cubicBezTo>
                  <a:cubicBezTo>
                    <a:pt x="22327" y="87252"/>
                    <a:pt x="20208" y="85286"/>
                    <a:pt x="18750" y="82969"/>
                  </a:cubicBezTo>
                  <a:cubicBezTo>
                    <a:pt x="17292" y="80638"/>
                    <a:pt x="16563" y="78047"/>
                    <a:pt x="16563" y="75208"/>
                  </a:cubicBezTo>
                  <a:cubicBezTo>
                    <a:pt x="16563" y="72422"/>
                    <a:pt x="17310" y="69870"/>
                    <a:pt x="18802" y="67552"/>
                  </a:cubicBezTo>
                  <a:cubicBezTo>
                    <a:pt x="20296" y="65222"/>
                    <a:pt x="22431" y="63256"/>
                    <a:pt x="25208" y="61667"/>
                  </a:cubicBezTo>
                  <a:cubicBezTo>
                    <a:pt x="27987" y="60000"/>
                    <a:pt x="31285" y="58711"/>
                    <a:pt x="35104" y="57813"/>
                  </a:cubicBezTo>
                  <a:cubicBezTo>
                    <a:pt x="38925" y="56901"/>
                    <a:pt x="43195" y="56458"/>
                    <a:pt x="47917" y="56458"/>
                  </a:cubicBezTo>
                  <a:close/>
                  <a:moveTo>
                    <a:pt x="110208" y="26875"/>
                  </a:moveTo>
                  <a:lnTo>
                    <a:pt x="110208" y="45938"/>
                  </a:lnTo>
                  <a:lnTo>
                    <a:pt x="155417" y="45938"/>
                  </a:lnTo>
                  <a:lnTo>
                    <a:pt x="155417" y="26875"/>
                  </a:lnTo>
                  <a:close/>
                  <a:moveTo>
                    <a:pt x="6354" y="4271"/>
                  </a:moveTo>
                  <a:lnTo>
                    <a:pt x="51458" y="4271"/>
                  </a:lnTo>
                  <a:lnTo>
                    <a:pt x="51458" y="11250"/>
                  </a:lnTo>
                  <a:lnTo>
                    <a:pt x="33333" y="11250"/>
                  </a:lnTo>
                  <a:lnTo>
                    <a:pt x="33333" y="15001"/>
                  </a:lnTo>
                  <a:cubicBezTo>
                    <a:pt x="33333" y="18815"/>
                    <a:pt x="33994" y="22292"/>
                    <a:pt x="35313" y="25417"/>
                  </a:cubicBezTo>
                  <a:cubicBezTo>
                    <a:pt x="36633" y="28542"/>
                    <a:pt x="38404" y="31354"/>
                    <a:pt x="40625" y="33855"/>
                  </a:cubicBezTo>
                  <a:cubicBezTo>
                    <a:pt x="42848" y="36276"/>
                    <a:pt x="45383" y="38385"/>
                    <a:pt x="48229" y="40157"/>
                  </a:cubicBezTo>
                  <a:cubicBezTo>
                    <a:pt x="51077" y="41928"/>
                    <a:pt x="54063" y="43294"/>
                    <a:pt x="57188" y="44271"/>
                  </a:cubicBezTo>
                  <a:lnTo>
                    <a:pt x="51979" y="50313"/>
                  </a:lnTo>
                  <a:cubicBezTo>
                    <a:pt x="50175" y="49544"/>
                    <a:pt x="48195" y="48516"/>
                    <a:pt x="46042" y="47239"/>
                  </a:cubicBezTo>
                  <a:cubicBezTo>
                    <a:pt x="43889" y="45950"/>
                    <a:pt x="41771" y="44479"/>
                    <a:pt x="39688" y="42813"/>
                  </a:cubicBezTo>
                  <a:cubicBezTo>
                    <a:pt x="37604" y="41146"/>
                    <a:pt x="35625" y="39271"/>
                    <a:pt x="33750" y="37188"/>
                  </a:cubicBezTo>
                  <a:cubicBezTo>
                    <a:pt x="31875" y="35105"/>
                    <a:pt x="30313" y="32813"/>
                    <a:pt x="29063" y="30313"/>
                  </a:cubicBezTo>
                  <a:cubicBezTo>
                    <a:pt x="27327" y="35105"/>
                    <a:pt x="24375" y="39492"/>
                    <a:pt x="20208" y="43490"/>
                  </a:cubicBezTo>
                  <a:cubicBezTo>
                    <a:pt x="16042" y="47474"/>
                    <a:pt x="11354" y="50690"/>
                    <a:pt x="6146" y="53125"/>
                  </a:cubicBezTo>
                  <a:lnTo>
                    <a:pt x="0" y="47604"/>
                  </a:lnTo>
                  <a:cubicBezTo>
                    <a:pt x="3333" y="46276"/>
                    <a:pt x="6494" y="44596"/>
                    <a:pt x="9479" y="42552"/>
                  </a:cubicBezTo>
                  <a:cubicBezTo>
                    <a:pt x="12466" y="40495"/>
                    <a:pt x="15070" y="38086"/>
                    <a:pt x="17292" y="35313"/>
                  </a:cubicBezTo>
                  <a:cubicBezTo>
                    <a:pt x="19514" y="32605"/>
                    <a:pt x="21302" y="29545"/>
                    <a:pt x="22656" y="26146"/>
                  </a:cubicBezTo>
                  <a:cubicBezTo>
                    <a:pt x="24010" y="22735"/>
                    <a:pt x="24688" y="18958"/>
                    <a:pt x="24688" y="14792"/>
                  </a:cubicBezTo>
                  <a:lnTo>
                    <a:pt x="24688" y="11250"/>
                  </a:lnTo>
                  <a:lnTo>
                    <a:pt x="6354" y="11250"/>
                  </a:lnTo>
                  <a:close/>
                  <a:moveTo>
                    <a:pt x="385628" y="3959"/>
                  </a:moveTo>
                  <a:lnTo>
                    <a:pt x="416565" y="3959"/>
                  </a:lnTo>
                  <a:lnTo>
                    <a:pt x="416565" y="10938"/>
                  </a:lnTo>
                  <a:lnTo>
                    <a:pt x="391461" y="10938"/>
                  </a:lnTo>
                  <a:lnTo>
                    <a:pt x="391461" y="22813"/>
                  </a:lnTo>
                  <a:lnTo>
                    <a:pt x="414378" y="22813"/>
                  </a:lnTo>
                  <a:lnTo>
                    <a:pt x="414378" y="29271"/>
                  </a:lnTo>
                  <a:lnTo>
                    <a:pt x="391461" y="29271"/>
                  </a:lnTo>
                  <a:lnTo>
                    <a:pt x="391461" y="42083"/>
                  </a:lnTo>
                  <a:lnTo>
                    <a:pt x="396357" y="42083"/>
                  </a:lnTo>
                  <a:cubicBezTo>
                    <a:pt x="397880" y="42083"/>
                    <a:pt x="399860" y="42044"/>
                    <a:pt x="402295" y="41979"/>
                  </a:cubicBezTo>
                  <a:cubicBezTo>
                    <a:pt x="404716" y="41901"/>
                    <a:pt x="407256" y="41771"/>
                    <a:pt x="409899" y="41563"/>
                  </a:cubicBezTo>
                  <a:cubicBezTo>
                    <a:pt x="412464" y="41420"/>
                    <a:pt x="414912" y="41224"/>
                    <a:pt x="417242" y="40990"/>
                  </a:cubicBezTo>
                  <a:cubicBezTo>
                    <a:pt x="419560" y="40743"/>
                    <a:pt x="421422" y="40482"/>
                    <a:pt x="422815" y="40209"/>
                  </a:cubicBezTo>
                  <a:lnTo>
                    <a:pt x="422815" y="47084"/>
                  </a:lnTo>
                  <a:cubicBezTo>
                    <a:pt x="421982" y="47292"/>
                    <a:pt x="420472" y="47513"/>
                    <a:pt x="418284" y="47761"/>
                  </a:cubicBezTo>
                  <a:cubicBezTo>
                    <a:pt x="416097" y="47995"/>
                    <a:pt x="413610" y="48230"/>
                    <a:pt x="410836" y="48438"/>
                  </a:cubicBezTo>
                  <a:cubicBezTo>
                    <a:pt x="408050" y="48646"/>
                    <a:pt x="405172" y="48815"/>
                    <a:pt x="402190" y="48958"/>
                  </a:cubicBezTo>
                  <a:cubicBezTo>
                    <a:pt x="399196" y="49089"/>
                    <a:pt x="396487" y="49167"/>
                    <a:pt x="394065" y="49167"/>
                  </a:cubicBezTo>
                  <a:lnTo>
                    <a:pt x="385628" y="49167"/>
                  </a:lnTo>
                  <a:cubicBezTo>
                    <a:pt x="384794" y="49167"/>
                    <a:pt x="384222" y="49011"/>
                    <a:pt x="383909" y="48698"/>
                  </a:cubicBezTo>
                  <a:cubicBezTo>
                    <a:pt x="383597" y="48385"/>
                    <a:pt x="383440" y="47812"/>
                    <a:pt x="383440" y="46980"/>
                  </a:cubicBezTo>
                  <a:lnTo>
                    <a:pt x="383440" y="6146"/>
                  </a:lnTo>
                  <a:cubicBezTo>
                    <a:pt x="383440" y="5313"/>
                    <a:pt x="383597" y="4740"/>
                    <a:pt x="383909" y="4427"/>
                  </a:cubicBezTo>
                  <a:cubicBezTo>
                    <a:pt x="384222" y="4115"/>
                    <a:pt x="384794" y="3959"/>
                    <a:pt x="385628" y="3959"/>
                  </a:cubicBezTo>
                  <a:close/>
                  <a:moveTo>
                    <a:pt x="219169" y="3750"/>
                  </a:moveTo>
                  <a:lnTo>
                    <a:pt x="227711" y="3750"/>
                  </a:lnTo>
                  <a:lnTo>
                    <a:pt x="227711" y="21875"/>
                  </a:lnTo>
                  <a:cubicBezTo>
                    <a:pt x="227711" y="31667"/>
                    <a:pt x="229742" y="40027"/>
                    <a:pt x="233805" y="46980"/>
                  </a:cubicBezTo>
                  <a:cubicBezTo>
                    <a:pt x="237867" y="53919"/>
                    <a:pt x="244274" y="60131"/>
                    <a:pt x="253024" y="65626"/>
                  </a:cubicBezTo>
                  <a:lnTo>
                    <a:pt x="246982" y="71563"/>
                  </a:lnTo>
                  <a:cubicBezTo>
                    <a:pt x="242047" y="68229"/>
                    <a:pt x="237425" y="64141"/>
                    <a:pt x="233128" y="59323"/>
                  </a:cubicBezTo>
                  <a:cubicBezTo>
                    <a:pt x="228818" y="54492"/>
                    <a:pt x="225524" y="48985"/>
                    <a:pt x="223232" y="42813"/>
                  </a:cubicBezTo>
                  <a:cubicBezTo>
                    <a:pt x="221357" y="49271"/>
                    <a:pt x="218193" y="55130"/>
                    <a:pt x="213753" y="60417"/>
                  </a:cubicBezTo>
                  <a:cubicBezTo>
                    <a:pt x="209300" y="65691"/>
                    <a:pt x="204584" y="70209"/>
                    <a:pt x="199583" y="73958"/>
                  </a:cubicBezTo>
                  <a:lnTo>
                    <a:pt x="192708" y="68438"/>
                  </a:lnTo>
                  <a:cubicBezTo>
                    <a:pt x="201250" y="63229"/>
                    <a:pt x="207796" y="56485"/>
                    <a:pt x="212347" y="48230"/>
                  </a:cubicBezTo>
                  <a:cubicBezTo>
                    <a:pt x="216891" y="39961"/>
                    <a:pt x="219169" y="30834"/>
                    <a:pt x="219169" y="20834"/>
                  </a:cubicBezTo>
                  <a:close/>
                  <a:moveTo>
                    <a:pt x="101979" y="3750"/>
                  </a:moveTo>
                  <a:lnTo>
                    <a:pt x="110208" y="3750"/>
                  </a:lnTo>
                  <a:lnTo>
                    <a:pt x="110208" y="19896"/>
                  </a:lnTo>
                  <a:lnTo>
                    <a:pt x="155417" y="19896"/>
                  </a:lnTo>
                  <a:lnTo>
                    <a:pt x="155417" y="3750"/>
                  </a:lnTo>
                  <a:lnTo>
                    <a:pt x="163646" y="3750"/>
                  </a:lnTo>
                  <a:lnTo>
                    <a:pt x="163646" y="50937"/>
                  </a:lnTo>
                  <a:cubicBezTo>
                    <a:pt x="163646" y="51771"/>
                    <a:pt x="163490" y="52344"/>
                    <a:pt x="163177" y="52656"/>
                  </a:cubicBezTo>
                  <a:cubicBezTo>
                    <a:pt x="162865" y="52969"/>
                    <a:pt x="162292" y="53125"/>
                    <a:pt x="161458" y="53125"/>
                  </a:cubicBezTo>
                  <a:lnTo>
                    <a:pt x="136979" y="53125"/>
                  </a:lnTo>
                  <a:lnTo>
                    <a:pt x="136979" y="73542"/>
                  </a:lnTo>
                  <a:lnTo>
                    <a:pt x="175208" y="73542"/>
                  </a:lnTo>
                  <a:lnTo>
                    <a:pt x="175208" y="80729"/>
                  </a:lnTo>
                  <a:lnTo>
                    <a:pt x="90417" y="80729"/>
                  </a:lnTo>
                  <a:lnTo>
                    <a:pt x="90417" y="73542"/>
                  </a:lnTo>
                  <a:lnTo>
                    <a:pt x="128438" y="73542"/>
                  </a:lnTo>
                  <a:lnTo>
                    <a:pt x="128438" y="53125"/>
                  </a:lnTo>
                  <a:lnTo>
                    <a:pt x="104167" y="53125"/>
                  </a:lnTo>
                  <a:cubicBezTo>
                    <a:pt x="103333" y="53125"/>
                    <a:pt x="102761" y="52969"/>
                    <a:pt x="102448" y="52656"/>
                  </a:cubicBezTo>
                  <a:cubicBezTo>
                    <a:pt x="102135" y="52344"/>
                    <a:pt x="101979" y="51771"/>
                    <a:pt x="101979" y="50937"/>
                  </a:cubicBezTo>
                  <a:close/>
                  <a:moveTo>
                    <a:pt x="323753" y="3646"/>
                  </a:moveTo>
                  <a:lnTo>
                    <a:pt x="332607" y="3646"/>
                  </a:lnTo>
                  <a:lnTo>
                    <a:pt x="332607" y="11563"/>
                  </a:lnTo>
                  <a:cubicBezTo>
                    <a:pt x="332607" y="15521"/>
                    <a:pt x="333558" y="19388"/>
                    <a:pt x="335472" y="23177"/>
                  </a:cubicBezTo>
                  <a:cubicBezTo>
                    <a:pt x="337373" y="26953"/>
                    <a:pt x="339925" y="30482"/>
                    <a:pt x="343128" y="33751"/>
                  </a:cubicBezTo>
                  <a:cubicBezTo>
                    <a:pt x="346318" y="36941"/>
                    <a:pt x="349964" y="39766"/>
                    <a:pt x="354065" y="42240"/>
                  </a:cubicBezTo>
                  <a:cubicBezTo>
                    <a:pt x="358154" y="44701"/>
                    <a:pt x="362399" y="46589"/>
                    <a:pt x="366774" y="47917"/>
                  </a:cubicBezTo>
                  <a:lnTo>
                    <a:pt x="360940" y="54063"/>
                  </a:lnTo>
                  <a:cubicBezTo>
                    <a:pt x="357880" y="53021"/>
                    <a:pt x="354703" y="51576"/>
                    <a:pt x="351409" y="49740"/>
                  </a:cubicBezTo>
                  <a:cubicBezTo>
                    <a:pt x="348102" y="47891"/>
                    <a:pt x="344964" y="45729"/>
                    <a:pt x="341982" y="43229"/>
                  </a:cubicBezTo>
                  <a:cubicBezTo>
                    <a:pt x="338987" y="40794"/>
                    <a:pt x="336279" y="38099"/>
                    <a:pt x="333857" y="35156"/>
                  </a:cubicBezTo>
                  <a:cubicBezTo>
                    <a:pt x="331422" y="32201"/>
                    <a:pt x="329586" y="29062"/>
                    <a:pt x="328336" y="25729"/>
                  </a:cubicBezTo>
                  <a:cubicBezTo>
                    <a:pt x="326943" y="28985"/>
                    <a:pt x="325068" y="32083"/>
                    <a:pt x="322711" y="35000"/>
                  </a:cubicBezTo>
                  <a:cubicBezTo>
                    <a:pt x="320341" y="37917"/>
                    <a:pt x="317672" y="40586"/>
                    <a:pt x="314690" y="43021"/>
                  </a:cubicBezTo>
                  <a:cubicBezTo>
                    <a:pt x="311696" y="45443"/>
                    <a:pt x="308558" y="47618"/>
                    <a:pt x="305263" y="49531"/>
                  </a:cubicBezTo>
                  <a:cubicBezTo>
                    <a:pt x="301956" y="51432"/>
                    <a:pt x="298753" y="52982"/>
                    <a:pt x="295628" y="54167"/>
                  </a:cubicBezTo>
                  <a:lnTo>
                    <a:pt x="289378" y="47812"/>
                  </a:lnTo>
                  <a:cubicBezTo>
                    <a:pt x="293544" y="46562"/>
                    <a:pt x="297685" y="44765"/>
                    <a:pt x="301826" y="42448"/>
                  </a:cubicBezTo>
                  <a:cubicBezTo>
                    <a:pt x="305953" y="40117"/>
                    <a:pt x="309612" y="37396"/>
                    <a:pt x="312815" y="34271"/>
                  </a:cubicBezTo>
                  <a:cubicBezTo>
                    <a:pt x="316070" y="31146"/>
                    <a:pt x="318714" y="27657"/>
                    <a:pt x="320732" y="23802"/>
                  </a:cubicBezTo>
                  <a:cubicBezTo>
                    <a:pt x="322737" y="19948"/>
                    <a:pt x="323753" y="15860"/>
                    <a:pt x="323753" y="11563"/>
                  </a:cubicBezTo>
                  <a:close/>
                  <a:moveTo>
                    <a:pt x="429378" y="1667"/>
                  </a:moveTo>
                  <a:lnTo>
                    <a:pt x="437503" y="1667"/>
                  </a:lnTo>
                  <a:lnTo>
                    <a:pt x="437503" y="53333"/>
                  </a:lnTo>
                  <a:lnTo>
                    <a:pt x="429378" y="53333"/>
                  </a:lnTo>
                  <a:lnTo>
                    <a:pt x="429378" y="27813"/>
                  </a:lnTo>
                  <a:lnTo>
                    <a:pt x="417920" y="27813"/>
                  </a:lnTo>
                  <a:lnTo>
                    <a:pt x="417920" y="20626"/>
                  </a:lnTo>
                  <a:lnTo>
                    <a:pt x="429378" y="20626"/>
                  </a:lnTo>
                  <a:close/>
                  <a:moveTo>
                    <a:pt x="447295" y="0"/>
                  </a:moveTo>
                  <a:lnTo>
                    <a:pt x="455315" y="0"/>
                  </a:lnTo>
                  <a:lnTo>
                    <a:pt x="455315" y="53333"/>
                  </a:lnTo>
                  <a:lnTo>
                    <a:pt x="447295" y="53333"/>
                  </a:lnTo>
                  <a:close/>
                  <a:moveTo>
                    <a:pt x="263649" y="0"/>
                  </a:moveTo>
                  <a:lnTo>
                    <a:pt x="271982" y="0"/>
                  </a:lnTo>
                  <a:lnTo>
                    <a:pt x="271982" y="92292"/>
                  </a:lnTo>
                  <a:lnTo>
                    <a:pt x="263649" y="92292"/>
                  </a:lnTo>
                  <a:close/>
                  <a:moveTo>
                    <a:pt x="69688" y="0"/>
                  </a:moveTo>
                  <a:lnTo>
                    <a:pt x="77813" y="0"/>
                  </a:lnTo>
                  <a:lnTo>
                    <a:pt x="77813" y="55938"/>
                  </a:lnTo>
                  <a:lnTo>
                    <a:pt x="69688" y="55938"/>
                  </a:lnTo>
                  <a:lnTo>
                    <a:pt x="69688" y="27917"/>
                  </a:lnTo>
                  <a:lnTo>
                    <a:pt x="50521" y="27917"/>
                  </a:lnTo>
                  <a:lnTo>
                    <a:pt x="50521" y="21042"/>
                  </a:lnTo>
                  <a:lnTo>
                    <a:pt x="69688" y="2104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7" name="TextBox 716">
              <a:extLst>
                <a:ext uri="{FF2B5EF4-FFF2-40B4-BE49-F238E27FC236}">
                  <a16:creationId xmlns:a16="http://schemas.microsoft.com/office/drawing/2014/main" id="{99CC4F4A-6D36-4860-AD92-A79B7C601353}"/>
                </a:ext>
              </a:extLst>
            </p:cNvPr>
            <p:cNvSpPr txBox="1"/>
            <p:nvPr/>
          </p:nvSpPr>
          <p:spPr>
            <a:xfrm>
              <a:off x="1531997" y="7065541"/>
              <a:ext cx="638609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정보시스템</a:t>
              </a:r>
            </a:p>
          </p:txBody>
        </p:sp>
        <p:sp>
          <p:nvSpPr>
            <p:cNvPr id="718" name="자유형: 도형 717">
              <a:extLst>
                <a:ext uri="{FF2B5EF4-FFF2-40B4-BE49-F238E27FC236}">
                  <a16:creationId xmlns:a16="http://schemas.microsoft.com/office/drawing/2014/main" id="{EA8AF0FF-8FB3-4F9D-9E4F-B04758205C7F}"/>
                </a:ext>
              </a:extLst>
            </p:cNvPr>
            <p:cNvSpPr/>
            <p:nvPr/>
          </p:nvSpPr>
          <p:spPr>
            <a:xfrm>
              <a:off x="2128726" y="7133305"/>
              <a:ext cx="363020" cy="92500"/>
            </a:xfrm>
            <a:custGeom>
              <a:avLst/>
              <a:gdLst>
                <a:gd name="connsiteX0" fmla="*/ 211354 w 363020"/>
                <a:gd name="connsiteY0" fmla="*/ 62917 h 92500"/>
                <a:gd name="connsiteX1" fmla="*/ 219583 w 363020"/>
                <a:gd name="connsiteY1" fmla="*/ 62917 h 92500"/>
                <a:gd name="connsiteX2" fmla="*/ 219583 w 363020"/>
                <a:gd name="connsiteY2" fmla="*/ 83334 h 92500"/>
                <a:gd name="connsiteX3" fmla="*/ 272500 w 363020"/>
                <a:gd name="connsiteY3" fmla="*/ 83334 h 92500"/>
                <a:gd name="connsiteX4" fmla="*/ 272500 w 363020"/>
                <a:gd name="connsiteY4" fmla="*/ 90417 h 92500"/>
                <a:gd name="connsiteX5" fmla="*/ 213542 w 363020"/>
                <a:gd name="connsiteY5" fmla="*/ 90417 h 92500"/>
                <a:gd name="connsiteX6" fmla="*/ 211823 w 363020"/>
                <a:gd name="connsiteY6" fmla="*/ 89948 h 92500"/>
                <a:gd name="connsiteX7" fmla="*/ 211354 w 363020"/>
                <a:gd name="connsiteY7" fmla="*/ 88229 h 92500"/>
                <a:gd name="connsiteX8" fmla="*/ 0 w 363020"/>
                <a:gd name="connsiteY8" fmla="*/ 52709 h 92500"/>
                <a:gd name="connsiteX9" fmla="*/ 84479 w 363020"/>
                <a:gd name="connsiteY9" fmla="*/ 52709 h 92500"/>
                <a:gd name="connsiteX10" fmla="*/ 84479 w 363020"/>
                <a:gd name="connsiteY10" fmla="*/ 59792 h 92500"/>
                <a:gd name="connsiteX11" fmla="*/ 62396 w 363020"/>
                <a:gd name="connsiteY11" fmla="*/ 59792 h 92500"/>
                <a:gd name="connsiteX12" fmla="*/ 62396 w 363020"/>
                <a:gd name="connsiteY12" fmla="*/ 92292 h 92500"/>
                <a:gd name="connsiteX13" fmla="*/ 54167 w 363020"/>
                <a:gd name="connsiteY13" fmla="*/ 92292 h 92500"/>
                <a:gd name="connsiteX14" fmla="*/ 54167 w 363020"/>
                <a:gd name="connsiteY14" fmla="*/ 59792 h 92500"/>
                <a:gd name="connsiteX15" fmla="*/ 30625 w 363020"/>
                <a:gd name="connsiteY15" fmla="*/ 59792 h 92500"/>
                <a:gd name="connsiteX16" fmla="*/ 30625 w 363020"/>
                <a:gd name="connsiteY16" fmla="*/ 91563 h 92500"/>
                <a:gd name="connsiteX17" fmla="*/ 22292 w 363020"/>
                <a:gd name="connsiteY17" fmla="*/ 91563 h 92500"/>
                <a:gd name="connsiteX18" fmla="*/ 22292 w 363020"/>
                <a:gd name="connsiteY18" fmla="*/ 59792 h 92500"/>
                <a:gd name="connsiteX19" fmla="*/ 0 w 363020"/>
                <a:gd name="connsiteY19" fmla="*/ 59792 h 92500"/>
                <a:gd name="connsiteX20" fmla="*/ 215729 w 363020"/>
                <a:gd name="connsiteY20" fmla="*/ 25209 h 92500"/>
                <a:gd name="connsiteX21" fmla="*/ 223646 w 363020"/>
                <a:gd name="connsiteY21" fmla="*/ 25209 h 92500"/>
                <a:gd name="connsiteX22" fmla="*/ 223646 w 363020"/>
                <a:gd name="connsiteY22" fmla="*/ 47188 h 92500"/>
                <a:gd name="connsiteX23" fmla="*/ 231042 w 363020"/>
                <a:gd name="connsiteY23" fmla="*/ 46980 h 92500"/>
                <a:gd name="connsiteX24" fmla="*/ 240313 w 363020"/>
                <a:gd name="connsiteY24" fmla="*/ 46354 h 92500"/>
                <a:gd name="connsiteX25" fmla="*/ 249896 w 363020"/>
                <a:gd name="connsiteY25" fmla="*/ 45521 h 92500"/>
                <a:gd name="connsiteX26" fmla="*/ 258021 w 363020"/>
                <a:gd name="connsiteY26" fmla="*/ 44375 h 92500"/>
                <a:gd name="connsiteX27" fmla="*/ 258021 w 363020"/>
                <a:gd name="connsiteY27" fmla="*/ 51355 h 92500"/>
                <a:gd name="connsiteX28" fmla="*/ 238385 w 363020"/>
                <a:gd name="connsiteY28" fmla="*/ 53386 h 92500"/>
                <a:gd name="connsiteX29" fmla="*/ 207604 w 363020"/>
                <a:gd name="connsiteY29" fmla="*/ 54375 h 92500"/>
                <a:gd name="connsiteX30" fmla="*/ 196250 w 363020"/>
                <a:gd name="connsiteY30" fmla="*/ 54375 h 92500"/>
                <a:gd name="connsiteX31" fmla="*/ 196250 w 363020"/>
                <a:gd name="connsiteY31" fmla="*/ 47188 h 92500"/>
                <a:gd name="connsiteX32" fmla="*/ 215729 w 363020"/>
                <a:gd name="connsiteY32" fmla="*/ 47188 h 92500"/>
                <a:gd name="connsiteX33" fmla="*/ 42292 w 363020"/>
                <a:gd name="connsiteY33" fmla="*/ 7605 h 92500"/>
                <a:gd name="connsiteX34" fmla="*/ 24844 w 363020"/>
                <a:gd name="connsiteY34" fmla="*/ 11407 h 92500"/>
                <a:gd name="connsiteX35" fmla="*/ 18229 w 363020"/>
                <a:gd name="connsiteY35" fmla="*/ 22396 h 92500"/>
                <a:gd name="connsiteX36" fmla="*/ 20052 w 363020"/>
                <a:gd name="connsiteY36" fmla="*/ 28646 h 92500"/>
                <a:gd name="connsiteX37" fmla="*/ 25104 w 363020"/>
                <a:gd name="connsiteY37" fmla="*/ 33229 h 92500"/>
                <a:gd name="connsiteX38" fmla="*/ 32760 w 363020"/>
                <a:gd name="connsiteY38" fmla="*/ 36042 h 92500"/>
                <a:gd name="connsiteX39" fmla="*/ 42292 w 363020"/>
                <a:gd name="connsiteY39" fmla="*/ 36980 h 92500"/>
                <a:gd name="connsiteX40" fmla="*/ 59427 w 363020"/>
                <a:gd name="connsiteY40" fmla="*/ 33178 h 92500"/>
                <a:gd name="connsiteX41" fmla="*/ 66250 w 363020"/>
                <a:gd name="connsiteY41" fmla="*/ 22396 h 92500"/>
                <a:gd name="connsiteX42" fmla="*/ 59479 w 363020"/>
                <a:gd name="connsiteY42" fmla="*/ 11407 h 92500"/>
                <a:gd name="connsiteX43" fmla="*/ 42292 w 363020"/>
                <a:gd name="connsiteY43" fmla="*/ 7605 h 92500"/>
                <a:gd name="connsiteX44" fmla="*/ 97917 w 363020"/>
                <a:gd name="connsiteY44" fmla="*/ 5313 h 92500"/>
                <a:gd name="connsiteX45" fmla="*/ 146458 w 363020"/>
                <a:gd name="connsiteY45" fmla="*/ 5313 h 92500"/>
                <a:gd name="connsiteX46" fmla="*/ 146458 w 363020"/>
                <a:gd name="connsiteY46" fmla="*/ 12292 h 92500"/>
                <a:gd name="connsiteX47" fmla="*/ 126354 w 363020"/>
                <a:gd name="connsiteY47" fmla="*/ 12292 h 92500"/>
                <a:gd name="connsiteX48" fmla="*/ 126354 w 363020"/>
                <a:gd name="connsiteY48" fmla="*/ 21563 h 92500"/>
                <a:gd name="connsiteX49" fmla="*/ 132604 w 363020"/>
                <a:gd name="connsiteY49" fmla="*/ 47239 h 92500"/>
                <a:gd name="connsiteX50" fmla="*/ 151667 w 363020"/>
                <a:gd name="connsiteY50" fmla="*/ 65521 h 92500"/>
                <a:gd name="connsiteX51" fmla="*/ 145729 w 363020"/>
                <a:gd name="connsiteY51" fmla="*/ 71459 h 92500"/>
                <a:gd name="connsiteX52" fmla="*/ 131875 w 363020"/>
                <a:gd name="connsiteY52" fmla="*/ 59375 h 92500"/>
                <a:gd name="connsiteX53" fmla="*/ 122083 w 363020"/>
                <a:gd name="connsiteY53" fmla="*/ 42605 h 92500"/>
                <a:gd name="connsiteX54" fmla="*/ 118021 w 363020"/>
                <a:gd name="connsiteY54" fmla="*/ 51823 h 92500"/>
                <a:gd name="connsiteX55" fmla="*/ 112083 w 363020"/>
                <a:gd name="connsiteY55" fmla="*/ 60521 h 92500"/>
                <a:gd name="connsiteX56" fmla="*/ 105156 w 363020"/>
                <a:gd name="connsiteY56" fmla="*/ 68021 h 92500"/>
                <a:gd name="connsiteX57" fmla="*/ 98021 w 363020"/>
                <a:gd name="connsiteY57" fmla="*/ 73958 h 92500"/>
                <a:gd name="connsiteX58" fmla="*/ 91250 w 363020"/>
                <a:gd name="connsiteY58" fmla="*/ 68229 h 92500"/>
                <a:gd name="connsiteX59" fmla="*/ 110781 w 363020"/>
                <a:gd name="connsiteY59" fmla="*/ 48438 h 92500"/>
                <a:gd name="connsiteX60" fmla="*/ 117813 w 363020"/>
                <a:gd name="connsiteY60" fmla="*/ 20208 h 92500"/>
                <a:gd name="connsiteX61" fmla="*/ 117813 w 363020"/>
                <a:gd name="connsiteY61" fmla="*/ 12292 h 92500"/>
                <a:gd name="connsiteX62" fmla="*/ 97917 w 363020"/>
                <a:gd name="connsiteY62" fmla="*/ 12292 h 92500"/>
                <a:gd name="connsiteX63" fmla="*/ 294479 w 363020"/>
                <a:gd name="connsiteY63" fmla="*/ 4479 h 92500"/>
                <a:gd name="connsiteX64" fmla="*/ 333646 w 363020"/>
                <a:gd name="connsiteY64" fmla="*/ 4479 h 92500"/>
                <a:gd name="connsiteX65" fmla="*/ 335365 w 363020"/>
                <a:gd name="connsiteY65" fmla="*/ 4948 h 92500"/>
                <a:gd name="connsiteX66" fmla="*/ 335834 w 363020"/>
                <a:gd name="connsiteY66" fmla="*/ 6667 h 92500"/>
                <a:gd name="connsiteX67" fmla="*/ 335834 w 363020"/>
                <a:gd name="connsiteY67" fmla="*/ 38126 h 92500"/>
                <a:gd name="connsiteX68" fmla="*/ 335365 w 363020"/>
                <a:gd name="connsiteY68" fmla="*/ 39844 h 92500"/>
                <a:gd name="connsiteX69" fmla="*/ 333646 w 363020"/>
                <a:gd name="connsiteY69" fmla="*/ 40313 h 92500"/>
                <a:gd name="connsiteX70" fmla="*/ 302708 w 363020"/>
                <a:gd name="connsiteY70" fmla="*/ 40313 h 92500"/>
                <a:gd name="connsiteX71" fmla="*/ 302708 w 363020"/>
                <a:gd name="connsiteY71" fmla="*/ 62292 h 92500"/>
                <a:gd name="connsiteX72" fmla="*/ 312813 w 363020"/>
                <a:gd name="connsiteY72" fmla="*/ 62292 h 92500"/>
                <a:gd name="connsiteX73" fmla="*/ 323906 w 363020"/>
                <a:gd name="connsiteY73" fmla="*/ 61979 h 92500"/>
                <a:gd name="connsiteX74" fmla="*/ 334271 w 363020"/>
                <a:gd name="connsiteY74" fmla="*/ 61251 h 92500"/>
                <a:gd name="connsiteX75" fmla="*/ 343229 w 363020"/>
                <a:gd name="connsiteY75" fmla="*/ 60156 h 92500"/>
                <a:gd name="connsiteX76" fmla="*/ 350104 w 363020"/>
                <a:gd name="connsiteY76" fmla="*/ 58959 h 92500"/>
                <a:gd name="connsiteX77" fmla="*/ 350104 w 363020"/>
                <a:gd name="connsiteY77" fmla="*/ 66146 h 92500"/>
                <a:gd name="connsiteX78" fmla="*/ 342709 w 363020"/>
                <a:gd name="connsiteY78" fmla="*/ 67396 h 92500"/>
                <a:gd name="connsiteX79" fmla="*/ 333125 w 363020"/>
                <a:gd name="connsiteY79" fmla="*/ 68542 h 92500"/>
                <a:gd name="connsiteX80" fmla="*/ 321979 w 363020"/>
                <a:gd name="connsiteY80" fmla="*/ 69375 h 92500"/>
                <a:gd name="connsiteX81" fmla="*/ 310000 w 363020"/>
                <a:gd name="connsiteY81" fmla="*/ 69687 h 92500"/>
                <a:gd name="connsiteX82" fmla="*/ 296667 w 363020"/>
                <a:gd name="connsiteY82" fmla="*/ 69687 h 92500"/>
                <a:gd name="connsiteX83" fmla="*/ 294948 w 363020"/>
                <a:gd name="connsiteY83" fmla="*/ 69219 h 92500"/>
                <a:gd name="connsiteX84" fmla="*/ 294479 w 363020"/>
                <a:gd name="connsiteY84" fmla="*/ 67500 h 92500"/>
                <a:gd name="connsiteX85" fmla="*/ 294479 w 363020"/>
                <a:gd name="connsiteY85" fmla="*/ 35417 h 92500"/>
                <a:gd name="connsiteX86" fmla="*/ 294948 w 363020"/>
                <a:gd name="connsiteY86" fmla="*/ 33698 h 92500"/>
                <a:gd name="connsiteX87" fmla="*/ 296667 w 363020"/>
                <a:gd name="connsiteY87" fmla="*/ 33229 h 92500"/>
                <a:gd name="connsiteX88" fmla="*/ 327708 w 363020"/>
                <a:gd name="connsiteY88" fmla="*/ 33229 h 92500"/>
                <a:gd name="connsiteX89" fmla="*/ 327708 w 363020"/>
                <a:gd name="connsiteY89" fmla="*/ 11667 h 92500"/>
                <a:gd name="connsiteX90" fmla="*/ 294479 w 363020"/>
                <a:gd name="connsiteY90" fmla="*/ 11667 h 92500"/>
                <a:gd name="connsiteX91" fmla="*/ 202083 w 363020"/>
                <a:gd name="connsiteY91" fmla="*/ 3750 h 92500"/>
                <a:gd name="connsiteX92" fmla="*/ 246146 w 363020"/>
                <a:gd name="connsiteY92" fmla="*/ 3750 h 92500"/>
                <a:gd name="connsiteX93" fmla="*/ 247865 w 363020"/>
                <a:gd name="connsiteY93" fmla="*/ 4219 h 92500"/>
                <a:gd name="connsiteX94" fmla="*/ 248333 w 363020"/>
                <a:gd name="connsiteY94" fmla="*/ 5937 h 92500"/>
                <a:gd name="connsiteX95" fmla="*/ 247708 w 363020"/>
                <a:gd name="connsiteY95" fmla="*/ 14636 h 92500"/>
                <a:gd name="connsiteX96" fmla="*/ 246771 w 363020"/>
                <a:gd name="connsiteY96" fmla="*/ 23229 h 92500"/>
                <a:gd name="connsiteX97" fmla="*/ 245677 w 363020"/>
                <a:gd name="connsiteY97" fmla="*/ 31198 h 92500"/>
                <a:gd name="connsiteX98" fmla="*/ 244479 w 363020"/>
                <a:gd name="connsiteY98" fmla="*/ 37708 h 92500"/>
                <a:gd name="connsiteX99" fmla="*/ 236354 w 363020"/>
                <a:gd name="connsiteY99" fmla="*/ 37708 h 92500"/>
                <a:gd name="connsiteX100" fmla="*/ 237396 w 363020"/>
                <a:gd name="connsiteY100" fmla="*/ 31823 h 92500"/>
                <a:gd name="connsiteX101" fmla="*/ 238333 w 363020"/>
                <a:gd name="connsiteY101" fmla="*/ 24792 h 92500"/>
                <a:gd name="connsiteX102" fmla="*/ 239167 w 363020"/>
                <a:gd name="connsiteY102" fmla="*/ 17604 h 92500"/>
                <a:gd name="connsiteX103" fmla="*/ 239792 w 363020"/>
                <a:gd name="connsiteY103" fmla="*/ 10938 h 92500"/>
                <a:gd name="connsiteX104" fmla="*/ 202083 w 363020"/>
                <a:gd name="connsiteY104" fmla="*/ 10938 h 92500"/>
                <a:gd name="connsiteX105" fmla="*/ 42292 w 363020"/>
                <a:gd name="connsiteY105" fmla="*/ 730 h 92500"/>
                <a:gd name="connsiteX106" fmla="*/ 66302 w 363020"/>
                <a:gd name="connsiteY106" fmla="*/ 6563 h 92500"/>
                <a:gd name="connsiteX107" fmla="*/ 75000 w 363020"/>
                <a:gd name="connsiteY107" fmla="*/ 22396 h 92500"/>
                <a:gd name="connsiteX108" fmla="*/ 66354 w 363020"/>
                <a:gd name="connsiteY108" fmla="*/ 37969 h 92500"/>
                <a:gd name="connsiteX109" fmla="*/ 42292 w 363020"/>
                <a:gd name="connsiteY109" fmla="*/ 43855 h 92500"/>
                <a:gd name="connsiteX110" fmla="*/ 28594 w 363020"/>
                <a:gd name="connsiteY110" fmla="*/ 42344 h 92500"/>
                <a:gd name="connsiteX111" fmla="*/ 18229 w 363020"/>
                <a:gd name="connsiteY111" fmla="*/ 38021 h 92500"/>
                <a:gd name="connsiteX112" fmla="*/ 11719 w 363020"/>
                <a:gd name="connsiteY112" fmla="*/ 31250 h 92500"/>
                <a:gd name="connsiteX113" fmla="*/ 9479 w 363020"/>
                <a:gd name="connsiteY113" fmla="*/ 22396 h 92500"/>
                <a:gd name="connsiteX114" fmla="*/ 18229 w 363020"/>
                <a:gd name="connsiteY114" fmla="*/ 6719 h 92500"/>
                <a:gd name="connsiteX115" fmla="*/ 42292 w 363020"/>
                <a:gd name="connsiteY115" fmla="*/ 730 h 92500"/>
                <a:gd name="connsiteX116" fmla="*/ 161771 w 363020"/>
                <a:gd name="connsiteY116" fmla="*/ 208 h 92500"/>
                <a:gd name="connsiteX117" fmla="*/ 170000 w 363020"/>
                <a:gd name="connsiteY117" fmla="*/ 208 h 92500"/>
                <a:gd name="connsiteX118" fmla="*/ 170000 w 363020"/>
                <a:gd name="connsiteY118" fmla="*/ 92500 h 92500"/>
                <a:gd name="connsiteX119" fmla="*/ 161771 w 363020"/>
                <a:gd name="connsiteY119" fmla="*/ 92500 h 92500"/>
                <a:gd name="connsiteX120" fmla="*/ 354792 w 363020"/>
                <a:gd name="connsiteY120" fmla="*/ 0 h 92500"/>
                <a:gd name="connsiteX121" fmla="*/ 363021 w 363020"/>
                <a:gd name="connsiteY121" fmla="*/ 0 h 92500"/>
                <a:gd name="connsiteX122" fmla="*/ 363021 w 363020"/>
                <a:gd name="connsiteY122" fmla="*/ 92292 h 92500"/>
                <a:gd name="connsiteX123" fmla="*/ 354792 w 363020"/>
                <a:gd name="connsiteY123" fmla="*/ 92292 h 92500"/>
                <a:gd name="connsiteX124" fmla="*/ 261354 w 363020"/>
                <a:gd name="connsiteY124" fmla="*/ 0 h 92500"/>
                <a:gd name="connsiteX125" fmla="*/ 269479 w 363020"/>
                <a:gd name="connsiteY125" fmla="*/ 0 h 92500"/>
                <a:gd name="connsiteX126" fmla="*/ 269479 w 363020"/>
                <a:gd name="connsiteY126" fmla="*/ 29688 h 92500"/>
                <a:gd name="connsiteX127" fmla="*/ 282188 w 363020"/>
                <a:gd name="connsiteY127" fmla="*/ 29688 h 92500"/>
                <a:gd name="connsiteX128" fmla="*/ 282188 w 363020"/>
                <a:gd name="connsiteY128" fmla="*/ 36980 h 92500"/>
                <a:gd name="connsiteX129" fmla="*/ 269479 w 363020"/>
                <a:gd name="connsiteY129" fmla="*/ 36980 h 92500"/>
                <a:gd name="connsiteX130" fmla="*/ 269479 w 363020"/>
                <a:gd name="connsiteY130" fmla="*/ 69792 h 92500"/>
                <a:gd name="connsiteX131" fmla="*/ 261354 w 363020"/>
                <a:gd name="connsiteY131" fmla="*/ 69792 h 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363020" h="92500">
                  <a:moveTo>
                    <a:pt x="211354" y="62917"/>
                  </a:moveTo>
                  <a:lnTo>
                    <a:pt x="219583" y="62917"/>
                  </a:lnTo>
                  <a:lnTo>
                    <a:pt x="219583" y="83334"/>
                  </a:lnTo>
                  <a:lnTo>
                    <a:pt x="272500" y="83334"/>
                  </a:lnTo>
                  <a:lnTo>
                    <a:pt x="272500" y="90417"/>
                  </a:lnTo>
                  <a:lnTo>
                    <a:pt x="213542" y="90417"/>
                  </a:lnTo>
                  <a:cubicBezTo>
                    <a:pt x="212708" y="90417"/>
                    <a:pt x="212136" y="90261"/>
                    <a:pt x="211823" y="89948"/>
                  </a:cubicBezTo>
                  <a:cubicBezTo>
                    <a:pt x="211510" y="89636"/>
                    <a:pt x="211354" y="89063"/>
                    <a:pt x="211354" y="88229"/>
                  </a:cubicBezTo>
                  <a:close/>
                  <a:moveTo>
                    <a:pt x="0" y="52709"/>
                  </a:moveTo>
                  <a:lnTo>
                    <a:pt x="84479" y="52709"/>
                  </a:lnTo>
                  <a:lnTo>
                    <a:pt x="84479" y="59792"/>
                  </a:lnTo>
                  <a:lnTo>
                    <a:pt x="62396" y="59792"/>
                  </a:lnTo>
                  <a:lnTo>
                    <a:pt x="62396" y="92292"/>
                  </a:lnTo>
                  <a:lnTo>
                    <a:pt x="54167" y="92292"/>
                  </a:lnTo>
                  <a:lnTo>
                    <a:pt x="54167" y="59792"/>
                  </a:lnTo>
                  <a:lnTo>
                    <a:pt x="30625" y="59792"/>
                  </a:lnTo>
                  <a:lnTo>
                    <a:pt x="30625" y="91563"/>
                  </a:lnTo>
                  <a:lnTo>
                    <a:pt x="22292" y="91563"/>
                  </a:lnTo>
                  <a:lnTo>
                    <a:pt x="22292" y="59792"/>
                  </a:lnTo>
                  <a:lnTo>
                    <a:pt x="0" y="59792"/>
                  </a:lnTo>
                  <a:close/>
                  <a:moveTo>
                    <a:pt x="215729" y="25209"/>
                  </a:moveTo>
                  <a:lnTo>
                    <a:pt x="223646" y="25209"/>
                  </a:lnTo>
                  <a:lnTo>
                    <a:pt x="223646" y="47188"/>
                  </a:lnTo>
                  <a:cubicBezTo>
                    <a:pt x="225586" y="47188"/>
                    <a:pt x="228060" y="47110"/>
                    <a:pt x="231042" y="46980"/>
                  </a:cubicBezTo>
                  <a:cubicBezTo>
                    <a:pt x="234024" y="46837"/>
                    <a:pt x="237122" y="46628"/>
                    <a:pt x="240313" y="46354"/>
                  </a:cubicBezTo>
                  <a:cubicBezTo>
                    <a:pt x="243581" y="46146"/>
                    <a:pt x="246771" y="45860"/>
                    <a:pt x="249896" y="45521"/>
                  </a:cubicBezTo>
                  <a:cubicBezTo>
                    <a:pt x="253021" y="45169"/>
                    <a:pt x="255729" y="44792"/>
                    <a:pt x="258021" y="44375"/>
                  </a:cubicBezTo>
                  <a:lnTo>
                    <a:pt x="258021" y="51355"/>
                  </a:lnTo>
                  <a:cubicBezTo>
                    <a:pt x="253581" y="52044"/>
                    <a:pt x="247031" y="52722"/>
                    <a:pt x="238385" y="53386"/>
                  </a:cubicBezTo>
                  <a:cubicBezTo>
                    <a:pt x="229740" y="54037"/>
                    <a:pt x="219479" y="54375"/>
                    <a:pt x="207604" y="54375"/>
                  </a:cubicBezTo>
                  <a:lnTo>
                    <a:pt x="196250" y="54375"/>
                  </a:lnTo>
                  <a:lnTo>
                    <a:pt x="196250" y="47188"/>
                  </a:lnTo>
                  <a:lnTo>
                    <a:pt x="215729" y="47188"/>
                  </a:lnTo>
                  <a:close/>
                  <a:moveTo>
                    <a:pt x="42292" y="7605"/>
                  </a:moveTo>
                  <a:cubicBezTo>
                    <a:pt x="35065" y="7605"/>
                    <a:pt x="29258" y="8868"/>
                    <a:pt x="24844" y="11407"/>
                  </a:cubicBezTo>
                  <a:cubicBezTo>
                    <a:pt x="20430" y="13932"/>
                    <a:pt x="18229" y="17604"/>
                    <a:pt x="18229" y="22396"/>
                  </a:cubicBezTo>
                  <a:cubicBezTo>
                    <a:pt x="18229" y="24753"/>
                    <a:pt x="18841" y="26836"/>
                    <a:pt x="20052" y="28646"/>
                  </a:cubicBezTo>
                  <a:cubicBezTo>
                    <a:pt x="21263" y="30443"/>
                    <a:pt x="22956" y="31979"/>
                    <a:pt x="25104" y="33229"/>
                  </a:cubicBezTo>
                  <a:cubicBezTo>
                    <a:pt x="27253" y="34479"/>
                    <a:pt x="29805" y="35417"/>
                    <a:pt x="32760" y="36042"/>
                  </a:cubicBezTo>
                  <a:cubicBezTo>
                    <a:pt x="35716" y="36667"/>
                    <a:pt x="38893" y="36980"/>
                    <a:pt x="42292" y="36980"/>
                  </a:cubicBezTo>
                  <a:cubicBezTo>
                    <a:pt x="49167" y="36980"/>
                    <a:pt x="54883" y="35703"/>
                    <a:pt x="59427" y="33178"/>
                  </a:cubicBezTo>
                  <a:cubicBezTo>
                    <a:pt x="63971" y="30638"/>
                    <a:pt x="66250" y="27045"/>
                    <a:pt x="66250" y="22396"/>
                  </a:cubicBezTo>
                  <a:cubicBezTo>
                    <a:pt x="66250" y="17604"/>
                    <a:pt x="63997" y="13932"/>
                    <a:pt x="59479" y="11407"/>
                  </a:cubicBezTo>
                  <a:cubicBezTo>
                    <a:pt x="54961" y="8868"/>
                    <a:pt x="49232" y="7605"/>
                    <a:pt x="42292" y="7605"/>
                  </a:cubicBezTo>
                  <a:close/>
                  <a:moveTo>
                    <a:pt x="97917" y="5313"/>
                  </a:moveTo>
                  <a:lnTo>
                    <a:pt x="146458" y="5313"/>
                  </a:lnTo>
                  <a:lnTo>
                    <a:pt x="146458" y="12292"/>
                  </a:lnTo>
                  <a:lnTo>
                    <a:pt x="126354" y="12292"/>
                  </a:lnTo>
                  <a:lnTo>
                    <a:pt x="126354" y="21563"/>
                  </a:lnTo>
                  <a:cubicBezTo>
                    <a:pt x="126354" y="31485"/>
                    <a:pt x="128437" y="40052"/>
                    <a:pt x="132604" y="47239"/>
                  </a:cubicBezTo>
                  <a:cubicBezTo>
                    <a:pt x="136771" y="54427"/>
                    <a:pt x="143125" y="60521"/>
                    <a:pt x="151667" y="65521"/>
                  </a:cubicBezTo>
                  <a:lnTo>
                    <a:pt x="145729" y="71459"/>
                  </a:lnTo>
                  <a:cubicBezTo>
                    <a:pt x="140938" y="68334"/>
                    <a:pt x="136315" y="64297"/>
                    <a:pt x="131875" y="59375"/>
                  </a:cubicBezTo>
                  <a:cubicBezTo>
                    <a:pt x="127435" y="54441"/>
                    <a:pt x="124167" y="48854"/>
                    <a:pt x="122083" y="42605"/>
                  </a:cubicBezTo>
                  <a:cubicBezTo>
                    <a:pt x="121107" y="45729"/>
                    <a:pt x="119753" y="48803"/>
                    <a:pt x="118021" y="51823"/>
                  </a:cubicBezTo>
                  <a:cubicBezTo>
                    <a:pt x="116289" y="54844"/>
                    <a:pt x="114310" y="57735"/>
                    <a:pt x="112083" y="60521"/>
                  </a:cubicBezTo>
                  <a:cubicBezTo>
                    <a:pt x="109935" y="63229"/>
                    <a:pt x="107617" y="65730"/>
                    <a:pt x="105156" y="68021"/>
                  </a:cubicBezTo>
                  <a:cubicBezTo>
                    <a:pt x="102695" y="70313"/>
                    <a:pt x="100313" y="72292"/>
                    <a:pt x="98021" y="73958"/>
                  </a:cubicBezTo>
                  <a:lnTo>
                    <a:pt x="91250" y="68229"/>
                  </a:lnTo>
                  <a:cubicBezTo>
                    <a:pt x="99583" y="63021"/>
                    <a:pt x="106094" y="56419"/>
                    <a:pt x="110781" y="48438"/>
                  </a:cubicBezTo>
                  <a:cubicBezTo>
                    <a:pt x="115469" y="40443"/>
                    <a:pt x="117813" y="31042"/>
                    <a:pt x="117813" y="20208"/>
                  </a:cubicBezTo>
                  <a:lnTo>
                    <a:pt x="117813" y="12292"/>
                  </a:lnTo>
                  <a:lnTo>
                    <a:pt x="97917" y="12292"/>
                  </a:lnTo>
                  <a:close/>
                  <a:moveTo>
                    <a:pt x="294479" y="4479"/>
                  </a:moveTo>
                  <a:lnTo>
                    <a:pt x="333646" y="4479"/>
                  </a:lnTo>
                  <a:cubicBezTo>
                    <a:pt x="334479" y="4479"/>
                    <a:pt x="335052" y="4636"/>
                    <a:pt x="335365" y="4948"/>
                  </a:cubicBezTo>
                  <a:cubicBezTo>
                    <a:pt x="335677" y="5260"/>
                    <a:pt x="335834" y="5833"/>
                    <a:pt x="335834" y="6667"/>
                  </a:cubicBezTo>
                  <a:lnTo>
                    <a:pt x="335834" y="38126"/>
                  </a:lnTo>
                  <a:cubicBezTo>
                    <a:pt x="335834" y="38958"/>
                    <a:pt x="335677" y="39531"/>
                    <a:pt x="335365" y="39844"/>
                  </a:cubicBezTo>
                  <a:cubicBezTo>
                    <a:pt x="335052" y="40157"/>
                    <a:pt x="334479" y="40313"/>
                    <a:pt x="333646" y="40313"/>
                  </a:cubicBezTo>
                  <a:lnTo>
                    <a:pt x="302708" y="40313"/>
                  </a:lnTo>
                  <a:lnTo>
                    <a:pt x="302708" y="62292"/>
                  </a:lnTo>
                  <a:lnTo>
                    <a:pt x="312813" y="62292"/>
                  </a:lnTo>
                  <a:cubicBezTo>
                    <a:pt x="316563" y="62292"/>
                    <a:pt x="320261" y="62188"/>
                    <a:pt x="323906" y="61979"/>
                  </a:cubicBezTo>
                  <a:cubicBezTo>
                    <a:pt x="327552" y="61771"/>
                    <a:pt x="331003" y="61524"/>
                    <a:pt x="334271" y="61251"/>
                  </a:cubicBezTo>
                  <a:cubicBezTo>
                    <a:pt x="337539" y="60898"/>
                    <a:pt x="340521" y="60534"/>
                    <a:pt x="343229" y="60156"/>
                  </a:cubicBezTo>
                  <a:cubicBezTo>
                    <a:pt x="345938" y="59766"/>
                    <a:pt x="348229" y="59375"/>
                    <a:pt x="350104" y="58959"/>
                  </a:cubicBezTo>
                  <a:lnTo>
                    <a:pt x="350104" y="66146"/>
                  </a:lnTo>
                  <a:cubicBezTo>
                    <a:pt x="348086" y="66563"/>
                    <a:pt x="345625" y="66980"/>
                    <a:pt x="342709" y="67396"/>
                  </a:cubicBezTo>
                  <a:cubicBezTo>
                    <a:pt x="339792" y="67813"/>
                    <a:pt x="336602" y="68190"/>
                    <a:pt x="333125" y="68542"/>
                  </a:cubicBezTo>
                  <a:cubicBezTo>
                    <a:pt x="329649" y="68881"/>
                    <a:pt x="325938" y="69167"/>
                    <a:pt x="321979" y="69375"/>
                  </a:cubicBezTo>
                  <a:cubicBezTo>
                    <a:pt x="318021" y="69583"/>
                    <a:pt x="314024" y="69687"/>
                    <a:pt x="310000" y="69687"/>
                  </a:cubicBezTo>
                  <a:lnTo>
                    <a:pt x="296667" y="69687"/>
                  </a:lnTo>
                  <a:cubicBezTo>
                    <a:pt x="295833" y="69687"/>
                    <a:pt x="295261" y="69532"/>
                    <a:pt x="294948" y="69219"/>
                  </a:cubicBezTo>
                  <a:cubicBezTo>
                    <a:pt x="294636" y="68906"/>
                    <a:pt x="294479" y="68334"/>
                    <a:pt x="294479" y="67500"/>
                  </a:cubicBezTo>
                  <a:lnTo>
                    <a:pt x="294479" y="35417"/>
                  </a:lnTo>
                  <a:cubicBezTo>
                    <a:pt x="294479" y="34583"/>
                    <a:pt x="294636" y="34010"/>
                    <a:pt x="294948" y="33698"/>
                  </a:cubicBezTo>
                  <a:cubicBezTo>
                    <a:pt x="295261" y="33386"/>
                    <a:pt x="295833" y="33229"/>
                    <a:pt x="296667" y="33229"/>
                  </a:cubicBezTo>
                  <a:lnTo>
                    <a:pt x="327708" y="33229"/>
                  </a:lnTo>
                  <a:lnTo>
                    <a:pt x="327708" y="11667"/>
                  </a:lnTo>
                  <a:lnTo>
                    <a:pt x="294479" y="11667"/>
                  </a:lnTo>
                  <a:close/>
                  <a:moveTo>
                    <a:pt x="202083" y="3750"/>
                  </a:moveTo>
                  <a:lnTo>
                    <a:pt x="246146" y="3750"/>
                  </a:lnTo>
                  <a:cubicBezTo>
                    <a:pt x="246979" y="3750"/>
                    <a:pt x="247552" y="3906"/>
                    <a:pt x="247865" y="4219"/>
                  </a:cubicBezTo>
                  <a:cubicBezTo>
                    <a:pt x="248177" y="4532"/>
                    <a:pt x="248333" y="5105"/>
                    <a:pt x="248333" y="5937"/>
                  </a:cubicBezTo>
                  <a:cubicBezTo>
                    <a:pt x="248190" y="8776"/>
                    <a:pt x="247982" y="11680"/>
                    <a:pt x="247708" y="14636"/>
                  </a:cubicBezTo>
                  <a:cubicBezTo>
                    <a:pt x="247435" y="17579"/>
                    <a:pt x="247122" y="20443"/>
                    <a:pt x="246771" y="23229"/>
                  </a:cubicBezTo>
                  <a:cubicBezTo>
                    <a:pt x="246419" y="26068"/>
                    <a:pt x="246055" y="28724"/>
                    <a:pt x="245677" y="31198"/>
                  </a:cubicBezTo>
                  <a:cubicBezTo>
                    <a:pt x="245300" y="33659"/>
                    <a:pt x="244896" y="35834"/>
                    <a:pt x="244479" y="37708"/>
                  </a:cubicBezTo>
                  <a:lnTo>
                    <a:pt x="236354" y="37708"/>
                  </a:lnTo>
                  <a:cubicBezTo>
                    <a:pt x="236706" y="36042"/>
                    <a:pt x="237044" y="34076"/>
                    <a:pt x="237396" y="31823"/>
                  </a:cubicBezTo>
                  <a:cubicBezTo>
                    <a:pt x="237747" y="29558"/>
                    <a:pt x="238060" y="27214"/>
                    <a:pt x="238333" y="24792"/>
                  </a:cubicBezTo>
                  <a:cubicBezTo>
                    <a:pt x="238685" y="22422"/>
                    <a:pt x="238958" y="20026"/>
                    <a:pt x="239167" y="17604"/>
                  </a:cubicBezTo>
                  <a:cubicBezTo>
                    <a:pt x="239375" y="15170"/>
                    <a:pt x="239583" y="12943"/>
                    <a:pt x="239792" y="10938"/>
                  </a:cubicBezTo>
                  <a:lnTo>
                    <a:pt x="202083" y="10938"/>
                  </a:lnTo>
                  <a:close/>
                  <a:moveTo>
                    <a:pt x="42292" y="730"/>
                  </a:moveTo>
                  <a:cubicBezTo>
                    <a:pt x="52500" y="730"/>
                    <a:pt x="60508" y="2669"/>
                    <a:pt x="66302" y="6563"/>
                  </a:cubicBezTo>
                  <a:cubicBezTo>
                    <a:pt x="72096" y="10443"/>
                    <a:pt x="75000" y="15729"/>
                    <a:pt x="75000" y="22396"/>
                  </a:cubicBezTo>
                  <a:cubicBezTo>
                    <a:pt x="75000" y="28854"/>
                    <a:pt x="72122" y="34037"/>
                    <a:pt x="66354" y="37969"/>
                  </a:cubicBezTo>
                  <a:cubicBezTo>
                    <a:pt x="60586" y="41889"/>
                    <a:pt x="52565" y="43855"/>
                    <a:pt x="42292" y="43855"/>
                  </a:cubicBezTo>
                  <a:cubicBezTo>
                    <a:pt x="37227" y="43855"/>
                    <a:pt x="32656" y="43347"/>
                    <a:pt x="28594" y="42344"/>
                  </a:cubicBezTo>
                  <a:cubicBezTo>
                    <a:pt x="24531" y="41328"/>
                    <a:pt x="21081" y="39896"/>
                    <a:pt x="18229" y="38021"/>
                  </a:cubicBezTo>
                  <a:cubicBezTo>
                    <a:pt x="15378" y="36146"/>
                    <a:pt x="13216" y="33880"/>
                    <a:pt x="11719" y="31250"/>
                  </a:cubicBezTo>
                  <a:cubicBezTo>
                    <a:pt x="10221" y="28607"/>
                    <a:pt x="9479" y="25651"/>
                    <a:pt x="9479" y="22396"/>
                  </a:cubicBezTo>
                  <a:cubicBezTo>
                    <a:pt x="9479" y="15937"/>
                    <a:pt x="12396" y="10703"/>
                    <a:pt x="18229" y="6719"/>
                  </a:cubicBezTo>
                  <a:cubicBezTo>
                    <a:pt x="24063" y="2722"/>
                    <a:pt x="32083" y="730"/>
                    <a:pt x="42292" y="730"/>
                  </a:cubicBezTo>
                  <a:close/>
                  <a:moveTo>
                    <a:pt x="161771" y="208"/>
                  </a:moveTo>
                  <a:lnTo>
                    <a:pt x="170000" y="208"/>
                  </a:lnTo>
                  <a:lnTo>
                    <a:pt x="170000" y="92500"/>
                  </a:lnTo>
                  <a:lnTo>
                    <a:pt x="161771" y="92500"/>
                  </a:lnTo>
                  <a:close/>
                  <a:moveTo>
                    <a:pt x="354792" y="0"/>
                  </a:moveTo>
                  <a:lnTo>
                    <a:pt x="363021" y="0"/>
                  </a:lnTo>
                  <a:lnTo>
                    <a:pt x="363021" y="92292"/>
                  </a:lnTo>
                  <a:lnTo>
                    <a:pt x="354792" y="92292"/>
                  </a:lnTo>
                  <a:close/>
                  <a:moveTo>
                    <a:pt x="261354" y="0"/>
                  </a:moveTo>
                  <a:lnTo>
                    <a:pt x="269479" y="0"/>
                  </a:lnTo>
                  <a:lnTo>
                    <a:pt x="269479" y="29688"/>
                  </a:lnTo>
                  <a:lnTo>
                    <a:pt x="282188" y="29688"/>
                  </a:lnTo>
                  <a:lnTo>
                    <a:pt x="282188" y="36980"/>
                  </a:lnTo>
                  <a:lnTo>
                    <a:pt x="269479" y="36980"/>
                  </a:lnTo>
                  <a:lnTo>
                    <a:pt x="269479" y="69792"/>
                  </a:lnTo>
                  <a:lnTo>
                    <a:pt x="261354" y="697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9" name="TextBox 718">
              <a:extLst>
                <a:ext uri="{FF2B5EF4-FFF2-40B4-BE49-F238E27FC236}">
                  <a16:creationId xmlns:a16="http://schemas.microsoft.com/office/drawing/2014/main" id="{A0B9BB86-9D09-43E2-968D-8F27C6872BDC}"/>
                </a:ext>
              </a:extLst>
            </p:cNvPr>
            <p:cNvSpPr txBox="1"/>
            <p:nvPr/>
          </p:nvSpPr>
          <p:spPr>
            <a:xfrm>
              <a:off x="2037286" y="7064356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</a:t>
              </a:r>
            </a:p>
          </p:txBody>
        </p:sp>
        <p:sp>
          <p:nvSpPr>
            <p:cNvPr id="720" name="자유형: 도형 719">
              <a:extLst>
                <a:ext uri="{FF2B5EF4-FFF2-40B4-BE49-F238E27FC236}">
                  <a16:creationId xmlns:a16="http://schemas.microsoft.com/office/drawing/2014/main" id="{6B157812-42FE-439A-A3CD-4ACDCC23797F}"/>
                </a:ext>
              </a:extLst>
            </p:cNvPr>
            <p:cNvSpPr/>
            <p:nvPr/>
          </p:nvSpPr>
          <p:spPr>
            <a:xfrm>
              <a:off x="2539690" y="7132681"/>
              <a:ext cx="168229" cy="94791"/>
            </a:xfrm>
            <a:custGeom>
              <a:avLst/>
              <a:gdLst>
                <a:gd name="connsiteX0" fmla="*/ 42396 w 168229"/>
                <a:gd name="connsiteY0" fmla="*/ 66667 h 94791"/>
                <a:gd name="connsiteX1" fmla="*/ 24635 w 168229"/>
                <a:gd name="connsiteY1" fmla="*/ 69583 h 94791"/>
                <a:gd name="connsiteX2" fmla="*/ 18333 w 168229"/>
                <a:gd name="connsiteY2" fmla="*/ 77604 h 94791"/>
                <a:gd name="connsiteX3" fmla="*/ 24635 w 168229"/>
                <a:gd name="connsiteY3" fmla="*/ 85572 h 94791"/>
                <a:gd name="connsiteX4" fmla="*/ 42396 w 168229"/>
                <a:gd name="connsiteY4" fmla="*/ 88437 h 94791"/>
                <a:gd name="connsiteX5" fmla="*/ 59740 w 168229"/>
                <a:gd name="connsiteY5" fmla="*/ 85572 h 94791"/>
                <a:gd name="connsiteX6" fmla="*/ 66146 w 168229"/>
                <a:gd name="connsiteY6" fmla="*/ 77709 h 94791"/>
                <a:gd name="connsiteX7" fmla="*/ 59792 w 168229"/>
                <a:gd name="connsiteY7" fmla="*/ 69583 h 94791"/>
                <a:gd name="connsiteX8" fmla="*/ 42396 w 168229"/>
                <a:gd name="connsiteY8" fmla="*/ 66667 h 94791"/>
                <a:gd name="connsiteX9" fmla="*/ 42396 w 168229"/>
                <a:gd name="connsiteY9" fmla="*/ 60521 h 94791"/>
                <a:gd name="connsiteX10" fmla="*/ 67148 w 168229"/>
                <a:gd name="connsiteY10" fmla="*/ 65417 h 94791"/>
                <a:gd name="connsiteX11" fmla="*/ 75312 w 168229"/>
                <a:gd name="connsiteY11" fmla="*/ 77709 h 94791"/>
                <a:gd name="connsiteX12" fmla="*/ 67187 w 168229"/>
                <a:gd name="connsiteY12" fmla="*/ 89896 h 94791"/>
                <a:gd name="connsiteX13" fmla="*/ 42396 w 168229"/>
                <a:gd name="connsiteY13" fmla="*/ 94791 h 94791"/>
                <a:gd name="connsiteX14" fmla="*/ 17500 w 168229"/>
                <a:gd name="connsiteY14" fmla="*/ 89896 h 94791"/>
                <a:gd name="connsiteX15" fmla="*/ 9284 w 168229"/>
                <a:gd name="connsiteY15" fmla="*/ 77604 h 94791"/>
                <a:gd name="connsiteX16" fmla="*/ 17565 w 168229"/>
                <a:gd name="connsiteY16" fmla="*/ 65312 h 94791"/>
                <a:gd name="connsiteX17" fmla="*/ 42396 w 168229"/>
                <a:gd name="connsiteY17" fmla="*/ 60521 h 94791"/>
                <a:gd name="connsiteX18" fmla="*/ 106667 w 168229"/>
                <a:gd name="connsiteY18" fmla="*/ 59687 h 94791"/>
                <a:gd name="connsiteX19" fmla="*/ 165846 w 168229"/>
                <a:gd name="connsiteY19" fmla="*/ 59687 h 94791"/>
                <a:gd name="connsiteX20" fmla="*/ 167552 w 168229"/>
                <a:gd name="connsiteY20" fmla="*/ 60156 h 94791"/>
                <a:gd name="connsiteX21" fmla="*/ 168034 w 168229"/>
                <a:gd name="connsiteY21" fmla="*/ 61875 h 94791"/>
                <a:gd name="connsiteX22" fmla="*/ 168034 w 168229"/>
                <a:gd name="connsiteY22" fmla="*/ 93542 h 94791"/>
                <a:gd name="connsiteX23" fmla="*/ 159792 w 168229"/>
                <a:gd name="connsiteY23" fmla="*/ 93542 h 94791"/>
                <a:gd name="connsiteX24" fmla="*/ 159792 w 168229"/>
                <a:gd name="connsiteY24" fmla="*/ 66771 h 94791"/>
                <a:gd name="connsiteX25" fmla="*/ 106667 w 168229"/>
                <a:gd name="connsiteY25" fmla="*/ 66771 h 94791"/>
                <a:gd name="connsiteX26" fmla="*/ 53646 w 168229"/>
                <a:gd name="connsiteY26" fmla="*/ 34375 h 94791"/>
                <a:gd name="connsiteX27" fmla="*/ 48125 w 168229"/>
                <a:gd name="connsiteY27" fmla="*/ 35208 h 94791"/>
                <a:gd name="connsiteX28" fmla="*/ 42292 w 168229"/>
                <a:gd name="connsiteY28" fmla="*/ 35416 h 94791"/>
                <a:gd name="connsiteX29" fmla="*/ 36510 w 168229"/>
                <a:gd name="connsiteY29" fmla="*/ 35208 h 94791"/>
                <a:gd name="connsiteX30" fmla="*/ 31354 w 168229"/>
                <a:gd name="connsiteY30" fmla="*/ 34479 h 94791"/>
                <a:gd name="connsiteX31" fmla="*/ 31354 w 168229"/>
                <a:gd name="connsiteY31" fmla="*/ 46042 h 94791"/>
                <a:gd name="connsiteX32" fmla="*/ 53646 w 168229"/>
                <a:gd name="connsiteY32" fmla="*/ 46042 h 94791"/>
                <a:gd name="connsiteX33" fmla="*/ 141992 w 168229"/>
                <a:gd name="connsiteY33" fmla="*/ 18020 h 94791"/>
                <a:gd name="connsiteX34" fmla="*/ 142917 w 168229"/>
                <a:gd name="connsiteY34" fmla="*/ 21822 h 94791"/>
                <a:gd name="connsiteX35" fmla="*/ 143229 w 168229"/>
                <a:gd name="connsiteY35" fmla="*/ 25625 h 94791"/>
                <a:gd name="connsiteX36" fmla="*/ 143034 w 168229"/>
                <a:gd name="connsiteY36" fmla="*/ 28698 h 94791"/>
                <a:gd name="connsiteX37" fmla="*/ 142500 w 168229"/>
                <a:gd name="connsiteY37" fmla="*/ 31563 h 94791"/>
                <a:gd name="connsiteX38" fmla="*/ 159896 w 168229"/>
                <a:gd name="connsiteY38" fmla="*/ 31563 h 94791"/>
                <a:gd name="connsiteX39" fmla="*/ 159896 w 168229"/>
                <a:gd name="connsiteY39" fmla="*/ 18020 h 94791"/>
                <a:gd name="connsiteX40" fmla="*/ 118958 w 168229"/>
                <a:gd name="connsiteY40" fmla="*/ 9271 h 94791"/>
                <a:gd name="connsiteX41" fmla="*/ 107253 w 168229"/>
                <a:gd name="connsiteY41" fmla="*/ 14063 h 94791"/>
                <a:gd name="connsiteX42" fmla="*/ 103125 w 168229"/>
                <a:gd name="connsiteY42" fmla="*/ 25729 h 94791"/>
                <a:gd name="connsiteX43" fmla="*/ 107253 w 168229"/>
                <a:gd name="connsiteY43" fmla="*/ 37344 h 94791"/>
                <a:gd name="connsiteX44" fmla="*/ 118958 w 168229"/>
                <a:gd name="connsiteY44" fmla="*/ 42187 h 94791"/>
                <a:gd name="connsiteX45" fmla="*/ 130573 w 168229"/>
                <a:gd name="connsiteY45" fmla="*/ 37344 h 94791"/>
                <a:gd name="connsiteX46" fmla="*/ 134700 w 168229"/>
                <a:gd name="connsiteY46" fmla="*/ 25729 h 94791"/>
                <a:gd name="connsiteX47" fmla="*/ 130573 w 168229"/>
                <a:gd name="connsiteY47" fmla="*/ 14063 h 94791"/>
                <a:gd name="connsiteX48" fmla="*/ 118958 w 168229"/>
                <a:gd name="connsiteY48" fmla="*/ 9271 h 94791"/>
                <a:gd name="connsiteX49" fmla="*/ 42292 w 168229"/>
                <a:gd name="connsiteY49" fmla="*/ 6250 h 94791"/>
                <a:gd name="connsiteX50" fmla="*/ 24896 w 168229"/>
                <a:gd name="connsiteY50" fmla="*/ 9375 h 94791"/>
                <a:gd name="connsiteX51" fmla="*/ 18750 w 168229"/>
                <a:gd name="connsiteY51" fmla="*/ 17500 h 94791"/>
                <a:gd name="connsiteX52" fmla="*/ 25208 w 168229"/>
                <a:gd name="connsiteY52" fmla="*/ 25625 h 94791"/>
                <a:gd name="connsiteX53" fmla="*/ 42292 w 168229"/>
                <a:gd name="connsiteY53" fmla="*/ 28854 h 94791"/>
                <a:gd name="connsiteX54" fmla="*/ 59271 w 168229"/>
                <a:gd name="connsiteY54" fmla="*/ 25781 h 94791"/>
                <a:gd name="connsiteX55" fmla="*/ 65937 w 168229"/>
                <a:gd name="connsiteY55" fmla="*/ 17708 h 94791"/>
                <a:gd name="connsiteX56" fmla="*/ 59583 w 168229"/>
                <a:gd name="connsiteY56" fmla="*/ 9479 h 94791"/>
                <a:gd name="connsiteX57" fmla="*/ 42292 w 168229"/>
                <a:gd name="connsiteY57" fmla="*/ 6250 h 94791"/>
                <a:gd name="connsiteX58" fmla="*/ 159896 w 168229"/>
                <a:gd name="connsiteY58" fmla="*/ 625 h 94791"/>
                <a:gd name="connsiteX59" fmla="*/ 168229 w 168229"/>
                <a:gd name="connsiteY59" fmla="*/ 625 h 94791"/>
                <a:gd name="connsiteX60" fmla="*/ 168229 w 168229"/>
                <a:gd name="connsiteY60" fmla="*/ 54688 h 94791"/>
                <a:gd name="connsiteX61" fmla="*/ 159896 w 168229"/>
                <a:gd name="connsiteY61" fmla="*/ 54688 h 94791"/>
                <a:gd name="connsiteX62" fmla="*/ 159896 w 168229"/>
                <a:gd name="connsiteY62" fmla="*/ 38541 h 94791"/>
                <a:gd name="connsiteX63" fmla="*/ 139583 w 168229"/>
                <a:gd name="connsiteY63" fmla="*/ 38541 h 94791"/>
                <a:gd name="connsiteX64" fmla="*/ 131107 w 168229"/>
                <a:gd name="connsiteY64" fmla="*/ 46562 h 94791"/>
                <a:gd name="connsiteX65" fmla="*/ 118867 w 168229"/>
                <a:gd name="connsiteY65" fmla="*/ 49583 h 94791"/>
                <a:gd name="connsiteX66" fmla="*/ 109076 w 168229"/>
                <a:gd name="connsiteY66" fmla="*/ 47708 h 94791"/>
                <a:gd name="connsiteX67" fmla="*/ 101354 w 168229"/>
                <a:gd name="connsiteY67" fmla="*/ 42604 h 94791"/>
                <a:gd name="connsiteX68" fmla="*/ 96367 w 168229"/>
                <a:gd name="connsiteY68" fmla="*/ 35000 h 94791"/>
                <a:gd name="connsiteX69" fmla="*/ 94596 w 168229"/>
                <a:gd name="connsiteY69" fmla="*/ 25625 h 94791"/>
                <a:gd name="connsiteX70" fmla="*/ 96367 w 168229"/>
                <a:gd name="connsiteY70" fmla="*/ 16510 h 94791"/>
                <a:gd name="connsiteX71" fmla="*/ 101354 w 168229"/>
                <a:gd name="connsiteY71" fmla="*/ 8958 h 94791"/>
                <a:gd name="connsiteX72" fmla="*/ 109076 w 168229"/>
                <a:gd name="connsiteY72" fmla="*/ 3802 h 94791"/>
                <a:gd name="connsiteX73" fmla="*/ 118867 w 168229"/>
                <a:gd name="connsiteY73" fmla="*/ 1875 h 94791"/>
                <a:gd name="connsiteX74" fmla="*/ 130013 w 168229"/>
                <a:gd name="connsiteY74" fmla="*/ 4427 h 94791"/>
                <a:gd name="connsiteX75" fmla="*/ 138346 w 168229"/>
                <a:gd name="connsiteY75" fmla="*/ 11041 h 94791"/>
                <a:gd name="connsiteX76" fmla="*/ 159896 w 168229"/>
                <a:gd name="connsiteY76" fmla="*/ 11041 h 94791"/>
                <a:gd name="connsiteX77" fmla="*/ 42292 w 168229"/>
                <a:gd name="connsiteY77" fmla="*/ 0 h 94791"/>
                <a:gd name="connsiteX78" fmla="*/ 66784 w 168229"/>
                <a:gd name="connsiteY78" fmla="*/ 5260 h 94791"/>
                <a:gd name="connsiteX79" fmla="*/ 74792 w 168229"/>
                <a:gd name="connsiteY79" fmla="*/ 17812 h 94791"/>
                <a:gd name="connsiteX80" fmla="*/ 71510 w 168229"/>
                <a:gd name="connsiteY80" fmla="*/ 26146 h 94791"/>
                <a:gd name="connsiteX81" fmla="*/ 61680 w 168229"/>
                <a:gd name="connsiteY81" fmla="*/ 32500 h 94791"/>
                <a:gd name="connsiteX82" fmla="*/ 61680 w 168229"/>
                <a:gd name="connsiteY82" fmla="*/ 46042 h 94791"/>
                <a:gd name="connsiteX83" fmla="*/ 84583 w 168229"/>
                <a:gd name="connsiteY83" fmla="*/ 46042 h 94791"/>
                <a:gd name="connsiteX84" fmla="*/ 84583 w 168229"/>
                <a:gd name="connsiteY84" fmla="*/ 53125 h 94791"/>
                <a:gd name="connsiteX85" fmla="*/ 0 w 168229"/>
                <a:gd name="connsiteY85" fmla="*/ 53125 h 94791"/>
                <a:gd name="connsiteX86" fmla="*/ 0 w 168229"/>
                <a:gd name="connsiteY86" fmla="*/ 46042 h 94791"/>
                <a:gd name="connsiteX87" fmla="*/ 23229 w 168229"/>
                <a:gd name="connsiteY87" fmla="*/ 46042 h 94791"/>
                <a:gd name="connsiteX88" fmla="*/ 23229 w 168229"/>
                <a:gd name="connsiteY88" fmla="*/ 32500 h 94791"/>
                <a:gd name="connsiteX89" fmla="*/ 13281 w 168229"/>
                <a:gd name="connsiteY89" fmla="*/ 26093 h 94791"/>
                <a:gd name="connsiteX90" fmla="*/ 10013 w 168229"/>
                <a:gd name="connsiteY90" fmla="*/ 17604 h 94791"/>
                <a:gd name="connsiteX91" fmla="*/ 18125 w 168229"/>
                <a:gd name="connsiteY91" fmla="*/ 5208 h 94791"/>
                <a:gd name="connsiteX92" fmla="*/ 42292 w 168229"/>
                <a:gd name="connsiteY92" fmla="*/ 0 h 9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68229" h="94791">
                  <a:moveTo>
                    <a:pt x="42396" y="66667"/>
                  </a:moveTo>
                  <a:cubicBezTo>
                    <a:pt x="34766" y="66667"/>
                    <a:pt x="28841" y="67630"/>
                    <a:pt x="24635" y="69583"/>
                  </a:cubicBezTo>
                  <a:cubicBezTo>
                    <a:pt x="20443" y="71523"/>
                    <a:pt x="18333" y="74193"/>
                    <a:pt x="18333" y="77604"/>
                  </a:cubicBezTo>
                  <a:cubicBezTo>
                    <a:pt x="18333" y="81003"/>
                    <a:pt x="20443" y="83659"/>
                    <a:pt x="24635" y="85572"/>
                  </a:cubicBezTo>
                  <a:cubicBezTo>
                    <a:pt x="28841" y="87474"/>
                    <a:pt x="34766" y="88437"/>
                    <a:pt x="42396" y="88437"/>
                  </a:cubicBezTo>
                  <a:cubicBezTo>
                    <a:pt x="49687" y="88437"/>
                    <a:pt x="55469" y="87474"/>
                    <a:pt x="59740" y="85572"/>
                  </a:cubicBezTo>
                  <a:cubicBezTo>
                    <a:pt x="64010" y="83659"/>
                    <a:pt x="66146" y="81042"/>
                    <a:pt x="66146" y="77709"/>
                  </a:cubicBezTo>
                  <a:cubicBezTo>
                    <a:pt x="66146" y="74232"/>
                    <a:pt x="64036" y="71523"/>
                    <a:pt x="59792" y="69583"/>
                  </a:cubicBezTo>
                  <a:cubicBezTo>
                    <a:pt x="55560" y="67630"/>
                    <a:pt x="49766" y="66667"/>
                    <a:pt x="42396" y="66667"/>
                  </a:cubicBezTo>
                  <a:close/>
                  <a:moveTo>
                    <a:pt x="42396" y="60521"/>
                  </a:moveTo>
                  <a:cubicBezTo>
                    <a:pt x="53437" y="60521"/>
                    <a:pt x="61693" y="62149"/>
                    <a:pt x="67148" y="65417"/>
                  </a:cubicBezTo>
                  <a:cubicBezTo>
                    <a:pt x="72591" y="68672"/>
                    <a:pt x="75312" y="72773"/>
                    <a:pt x="75312" y="77709"/>
                  </a:cubicBezTo>
                  <a:cubicBezTo>
                    <a:pt x="75312" y="82565"/>
                    <a:pt x="72604" y="86628"/>
                    <a:pt x="67187" y="89896"/>
                  </a:cubicBezTo>
                  <a:cubicBezTo>
                    <a:pt x="61771" y="93151"/>
                    <a:pt x="53516" y="94791"/>
                    <a:pt x="42396" y="94791"/>
                  </a:cubicBezTo>
                  <a:cubicBezTo>
                    <a:pt x="31289" y="94791"/>
                    <a:pt x="22995" y="93151"/>
                    <a:pt x="17500" y="89896"/>
                  </a:cubicBezTo>
                  <a:cubicBezTo>
                    <a:pt x="12018" y="86628"/>
                    <a:pt x="9284" y="82526"/>
                    <a:pt x="9284" y="77604"/>
                  </a:cubicBezTo>
                  <a:cubicBezTo>
                    <a:pt x="9284" y="72604"/>
                    <a:pt x="12031" y="68502"/>
                    <a:pt x="17565" y="65312"/>
                  </a:cubicBezTo>
                  <a:cubicBezTo>
                    <a:pt x="23073" y="62110"/>
                    <a:pt x="31354" y="60521"/>
                    <a:pt x="42396" y="60521"/>
                  </a:cubicBezTo>
                  <a:close/>
                  <a:moveTo>
                    <a:pt x="106667" y="59687"/>
                  </a:moveTo>
                  <a:lnTo>
                    <a:pt x="165846" y="59687"/>
                  </a:lnTo>
                  <a:cubicBezTo>
                    <a:pt x="166667" y="59687"/>
                    <a:pt x="167253" y="59844"/>
                    <a:pt x="167552" y="60156"/>
                  </a:cubicBezTo>
                  <a:cubicBezTo>
                    <a:pt x="167865" y="60469"/>
                    <a:pt x="168034" y="61042"/>
                    <a:pt x="168034" y="61875"/>
                  </a:cubicBezTo>
                  <a:lnTo>
                    <a:pt x="168034" y="93542"/>
                  </a:lnTo>
                  <a:lnTo>
                    <a:pt x="159792" y="93542"/>
                  </a:lnTo>
                  <a:lnTo>
                    <a:pt x="159792" y="66771"/>
                  </a:lnTo>
                  <a:lnTo>
                    <a:pt x="106667" y="66771"/>
                  </a:lnTo>
                  <a:close/>
                  <a:moveTo>
                    <a:pt x="53646" y="34375"/>
                  </a:moveTo>
                  <a:cubicBezTo>
                    <a:pt x="51914" y="34792"/>
                    <a:pt x="50078" y="35065"/>
                    <a:pt x="48125" y="35208"/>
                  </a:cubicBezTo>
                  <a:cubicBezTo>
                    <a:pt x="46185" y="35338"/>
                    <a:pt x="44245" y="35416"/>
                    <a:pt x="42292" y="35416"/>
                  </a:cubicBezTo>
                  <a:cubicBezTo>
                    <a:pt x="40352" y="35416"/>
                    <a:pt x="38424" y="35338"/>
                    <a:pt x="36510" y="35208"/>
                  </a:cubicBezTo>
                  <a:cubicBezTo>
                    <a:pt x="34609" y="35065"/>
                    <a:pt x="32891" y="34818"/>
                    <a:pt x="31354" y="34479"/>
                  </a:cubicBezTo>
                  <a:lnTo>
                    <a:pt x="31354" y="46042"/>
                  </a:lnTo>
                  <a:lnTo>
                    <a:pt x="53646" y="46042"/>
                  </a:lnTo>
                  <a:close/>
                  <a:moveTo>
                    <a:pt x="141992" y="18020"/>
                  </a:moveTo>
                  <a:cubicBezTo>
                    <a:pt x="142396" y="19271"/>
                    <a:pt x="142721" y="20533"/>
                    <a:pt x="142917" y="21822"/>
                  </a:cubicBezTo>
                  <a:cubicBezTo>
                    <a:pt x="143125" y="23099"/>
                    <a:pt x="143229" y="24375"/>
                    <a:pt x="143229" y="25625"/>
                  </a:cubicBezTo>
                  <a:cubicBezTo>
                    <a:pt x="143229" y="26666"/>
                    <a:pt x="143164" y="27682"/>
                    <a:pt x="143034" y="28698"/>
                  </a:cubicBezTo>
                  <a:cubicBezTo>
                    <a:pt x="142891" y="29701"/>
                    <a:pt x="142721" y="30651"/>
                    <a:pt x="142500" y="31563"/>
                  </a:cubicBezTo>
                  <a:lnTo>
                    <a:pt x="159896" y="31563"/>
                  </a:lnTo>
                  <a:lnTo>
                    <a:pt x="159896" y="18020"/>
                  </a:lnTo>
                  <a:close/>
                  <a:moveTo>
                    <a:pt x="118958" y="9271"/>
                  </a:moveTo>
                  <a:cubicBezTo>
                    <a:pt x="113893" y="9271"/>
                    <a:pt x="109987" y="10859"/>
                    <a:pt x="107253" y="14063"/>
                  </a:cubicBezTo>
                  <a:cubicBezTo>
                    <a:pt x="104505" y="17253"/>
                    <a:pt x="103125" y="21145"/>
                    <a:pt x="103125" y="25729"/>
                  </a:cubicBezTo>
                  <a:cubicBezTo>
                    <a:pt x="103125" y="30234"/>
                    <a:pt x="104505" y="34115"/>
                    <a:pt x="107253" y="37344"/>
                  </a:cubicBezTo>
                  <a:cubicBezTo>
                    <a:pt x="109987" y="40573"/>
                    <a:pt x="113893" y="42187"/>
                    <a:pt x="118958" y="42187"/>
                  </a:cubicBezTo>
                  <a:cubicBezTo>
                    <a:pt x="123958" y="42187"/>
                    <a:pt x="127839" y="40573"/>
                    <a:pt x="130573" y="37344"/>
                  </a:cubicBezTo>
                  <a:cubicBezTo>
                    <a:pt x="133320" y="34115"/>
                    <a:pt x="134700" y="30234"/>
                    <a:pt x="134700" y="25729"/>
                  </a:cubicBezTo>
                  <a:cubicBezTo>
                    <a:pt x="134700" y="21145"/>
                    <a:pt x="133320" y="17253"/>
                    <a:pt x="130573" y="14063"/>
                  </a:cubicBezTo>
                  <a:cubicBezTo>
                    <a:pt x="127839" y="10859"/>
                    <a:pt x="123958" y="9271"/>
                    <a:pt x="118958" y="9271"/>
                  </a:cubicBezTo>
                  <a:close/>
                  <a:moveTo>
                    <a:pt x="42292" y="6250"/>
                  </a:moveTo>
                  <a:cubicBezTo>
                    <a:pt x="34792" y="6250"/>
                    <a:pt x="28997" y="7292"/>
                    <a:pt x="24896" y="9375"/>
                  </a:cubicBezTo>
                  <a:cubicBezTo>
                    <a:pt x="20807" y="11458"/>
                    <a:pt x="18750" y="14167"/>
                    <a:pt x="18750" y="17500"/>
                  </a:cubicBezTo>
                  <a:cubicBezTo>
                    <a:pt x="18750" y="20755"/>
                    <a:pt x="20911" y="23464"/>
                    <a:pt x="25208" y="25625"/>
                  </a:cubicBezTo>
                  <a:cubicBezTo>
                    <a:pt x="29518" y="27773"/>
                    <a:pt x="35208" y="28854"/>
                    <a:pt x="42292" y="28854"/>
                  </a:cubicBezTo>
                  <a:cubicBezTo>
                    <a:pt x="49167" y="28854"/>
                    <a:pt x="54831" y="27825"/>
                    <a:pt x="59271" y="25781"/>
                  </a:cubicBezTo>
                  <a:cubicBezTo>
                    <a:pt x="63724" y="23723"/>
                    <a:pt x="65937" y="21041"/>
                    <a:pt x="65937" y="17708"/>
                  </a:cubicBezTo>
                  <a:cubicBezTo>
                    <a:pt x="65937" y="14375"/>
                    <a:pt x="63828" y="11628"/>
                    <a:pt x="59583" y="9479"/>
                  </a:cubicBezTo>
                  <a:cubicBezTo>
                    <a:pt x="55351" y="7318"/>
                    <a:pt x="49583" y="6250"/>
                    <a:pt x="42292" y="6250"/>
                  </a:cubicBezTo>
                  <a:close/>
                  <a:moveTo>
                    <a:pt x="159896" y="625"/>
                  </a:moveTo>
                  <a:lnTo>
                    <a:pt x="168229" y="625"/>
                  </a:lnTo>
                  <a:lnTo>
                    <a:pt x="168229" y="54688"/>
                  </a:lnTo>
                  <a:lnTo>
                    <a:pt x="159896" y="54688"/>
                  </a:lnTo>
                  <a:lnTo>
                    <a:pt x="159896" y="38541"/>
                  </a:lnTo>
                  <a:lnTo>
                    <a:pt x="139583" y="38541"/>
                  </a:lnTo>
                  <a:cubicBezTo>
                    <a:pt x="137500" y="41875"/>
                    <a:pt x="134674" y="44545"/>
                    <a:pt x="131107" y="46562"/>
                  </a:cubicBezTo>
                  <a:cubicBezTo>
                    <a:pt x="127526" y="48567"/>
                    <a:pt x="123438" y="49583"/>
                    <a:pt x="118867" y="49583"/>
                  </a:cubicBezTo>
                  <a:cubicBezTo>
                    <a:pt x="115312" y="49583"/>
                    <a:pt x="112057" y="48958"/>
                    <a:pt x="109076" y="47708"/>
                  </a:cubicBezTo>
                  <a:cubicBezTo>
                    <a:pt x="106081" y="46458"/>
                    <a:pt x="103516" y="44753"/>
                    <a:pt x="101354" y="42604"/>
                  </a:cubicBezTo>
                  <a:cubicBezTo>
                    <a:pt x="99206" y="40443"/>
                    <a:pt x="97539" y="37917"/>
                    <a:pt x="96367" y="35000"/>
                  </a:cubicBezTo>
                  <a:cubicBezTo>
                    <a:pt x="95182" y="32083"/>
                    <a:pt x="94596" y="28958"/>
                    <a:pt x="94596" y="25625"/>
                  </a:cubicBezTo>
                  <a:cubicBezTo>
                    <a:pt x="94596" y="22422"/>
                    <a:pt x="95182" y="19388"/>
                    <a:pt x="96367" y="16510"/>
                  </a:cubicBezTo>
                  <a:cubicBezTo>
                    <a:pt x="97539" y="13620"/>
                    <a:pt x="99206" y="11106"/>
                    <a:pt x="101354" y="8958"/>
                  </a:cubicBezTo>
                  <a:cubicBezTo>
                    <a:pt x="103516" y="6797"/>
                    <a:pt x="106081" y="5078"/>
                    <a:pt x="109076" y="3802"/>
                  </a:cubicBezTo>
                  <a:cubicBezTo>
                    <a:pt x="112057" y="2513"/>
                    <a:pt x="115312" y="1875"/>
                    <a:pt x="118867" y="1875"/>
                  </a:cubicBezTo>
                  <a:cubicBezTo>
                    <a:pt x="122956" y="1875"/>
                    <a:pt x="126667" y="2721"/>
                    <a:pt x="130013" y="4427"/>
                  </a:cubicBezTo>
                  <a:cubicBezTo>
                    <a:pt x="133346" y="6119"/>
                    <a:pt x="136120" y="8334"/>
                    <a:pt x="138346" y="11041"/>
                  </a:cubicBezTo>
                  <a:lnTo>
                    <a:pt x="159896" y="11041"/>
                  </a:lnTo>
                  <a:close/>
                  <a:moveTo>
                    <a:pt x="42292" y="0"/>
                  </a:moveTo>
                  <a:cubicBezTo>
                    <a:pt x="53268" y="0"/>
                    <a:pt x="61432" y="1744"/>
                    <a:pt x="66784" y="5260"/>
                  </a:cubicBezTo>
                  <a:cubicBezTo>
                    <a:pt x="72122" y="8763"/>
                    <a:pt x="74792" y="12943"/>
                    <a:pt x="74792" y="17812"/>
                  </a:cubicBezTo>
                  <a:cubicBezTo>
                    <a:pt x="74792" y="20794"/>
                    <a:pt x="73698" y="23568"/>
                    <a:pt x="71510" y="26146"/>
                  </a:cubicBezTo>
                  <a:cubicBezTo>
                    <a:pt x="69323" y="28711"/>
                    <a:pt x="66055" y="30833"/>
                    <a:pt x="61680" y="32500"/>
                  </a:cubicBezTo>
                  <a:lnTo>
                    <a:pt x="61680" y="46042"/>
                  </a:lnTo>
                  <a:lnTo>
                    <a:pt x="84583" y="46042"/>
                  </a:lnTo>
                  <a:lnTo>
                    <a:pt x="84583" y="53125"/>
                  </a:lnTo>
                  <a:lnTo>
                    <a:pt x="0" y="53125"/>
                  </a:lnTo>
                  <a:lnTo>
                    <a:pt x="0" y="46042"/>
                  </a:lnTo>
                  <a:lnTo>
                    <a:pt x="23229" y="46042"/>
                  </a:lnTo>
                  <a:lnTo>
                    <a:pt x="23229" y="32500"/>
                  </a:lnTo>
                  <a:cubicBezTo>
                    <a:pt x="18789" y="30833"/>
                    <a:pt x="15469" y="28698"/>
                    <a:pt x="13281" y="26093"/>
                  </a:cubicBezTo>
                  <a:cubicBezTo>
                    <a:pt x="11094" y="23490"/>
                    <a:pt x="10013" y="20651"/>
                    <a:pt x="10013" y="17604"/>
                  </a:cubicBezTo>
                  <a:cubicBezTo>
                    <a:pt x="10013" y="12813"/>
                    <a:pt x="12708" y="8672"/>
                    <a:pt x="18125" y="5208"/>
                  </a:cubicBezTo>
                  <a:cubicBezTo>
                    <a:pt x="23542" y="1732"/>
                    <a:pt x="31601" y="0"/>
                    <a:pt x="42292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1" name="TextBox 720">
              <a:extLst>
                <a:ext uri="{FF2B5EF4-FFF2-40B4-BE49-F238E27FC236}">
                  <a16:creationId xmlns:a16="http://schemas.microsoft.com/office/drawing/2014/main" id="{AABB5BEF-E55A-4DF3-A84F-4AC37E7E7CAD}"/>
                </a:ext>
              </a:extLst>
            </p:cNvPr>
            <p:cNvSpPr txBox="1"/>
            <p:nvPr/>
          </p:nvSpPr>
          <p:spPr>
            <a:xfrm>
              <a:off x="2448250" y="7065737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용역</a:t>
              </a:r>
            </a:p>
          </p:txBody>
        </p:sp>
        <p:sp>
          <p:nvSpPr>
            <p:cNvPr id="722" name="자유형: 도형 721">
              <a:extLst>
                <a:ext uri="{FF2B5EF4-FFF2-40B4-BE49-F238E27FC236}">
                  <a16:creationId xmlns:a16="http://schemas.microsoft.com/office/drawing/2014/main" id="{8ABD9465-6CB7-441D-A4B7-3055D3DA2E69}"/>
                </a:ext>
              </a:extLst>
            </p:cNvPr>
            <p:cNvSpPr/>
            <p:nvPr/>
          </p:nvSpPr>
          <p:spPr>
            <a:xfrm>
              <a:off x="3018050" y="7071118"/>
              <a:ext cx="631667" cy="81563"/>
            </a:xfrm>
            <a:custGeom>
              <a:avLst/>
              <a:gdLst>
                <a:gd name="connsiteX0" fmla="*/ 408021 w 631667"/>
                <a:gd name="connsiteY0" fmla="*/ 70833 h 81563"/>
                <a:gd name="connsiteX1" fmla="*/ 418750 w 631667"/>
                <a:gd name="connsiteY1" fmla="*/ 70833 h 81563"/>
                <a:gd name="connsiteX2" fmla="*/ 418750 w 631667"/>
                <a:gd name="connsiteY2" fmla="*/ 81563 h 81563"/>
                <a:gd name="connsiteX3" fmla="*/ 408021 w 631667"/>
                <a:gd name="connsiteY3" fmla="*/ 81563 h 81563"/>
                <a:gd name="connsiteX4" fmla="*/ 251771 w 631667"/>
                <a:gd name="connsiteY4" fmla="*/ 70833 h 81563"/>
                <a:gd name="connsiteX5" fmla="*/ 262500 w 631667"/>
                <a:gd name="connsiteY5" fmla="*/ 70833 h 81563"/>
                <a:gd name="connsiteX6" fmla="*/ 262500 w 631667"/>
                <a:gd name="connsiteY6" fmla="*/ 81563 h 81563"/>
                <a:gd name="connsiteX7" fmla="*/ 251771 w 631667"/>
                <a:gd name="connsiteY7" fmla="*/ 81563 h 81563"/>
                <a:gd name="connsiteX8" fmla="*/ 598855 w 631667"/>
                <a:gd name="connsiteY8" fmla="*/ 33959 h 81563"/>
                <a:gd name="connsiteX9" fmla="*/ 604219 w 631667"/>
                <a:gd name="connsiteY9" fmla="*/ 34948 h 81563"/>
                <a:gd name="connsiteX10" fmla="*/ 609063 w 631667"/>
                <a:gd name="connsiteY10" fmla="*/ 37917 h 81563"/>
                <a:gd name="connsiteX11" fmla="*/ 613854 w 631667"/>
                <a:gd name="connsiteY11" fmla="*/ 41406 h 81563"/>
                <a:gd name="connsiteX12" fmla="*/ 618125 w 631667"/>
                <a:gd name="connsiteY12" fmla="*/ 42605 h 81563"/>
                <a:gd name="connsiteX13" fmla="*/ 623386 w 631667"/>
                <a:gd name="connsiteY13" fmla="*/ 40313 h 81563"/>
                <a:gd name="connsiteX14" fmla="*/ 626980 w 631667"/>
                <a:gd name="connsiteY14" fmla="*/ 33959 h 81563"/>
                <a:gd name="connsiteX15" fmla="*/ 631667 w 631667"/>
                <a:gd name="connsiteY15" fmla="*/ 36771 h 81563"/>
                <a:gd name="connsiteX16" fmla="*/ 626719 w 631667"/>
                <a:gd name="connsiteY16" fmla="*/ 45834 h 81563"/>
                <a:gd name="connsiteX17" fmla="*/ 618021 w 631667"/>
                <a:gd name="connsiteY17" fmla="*/ 49271 h 81563"/>
                <a:gd name="connsiteX18" fmla="*/ 612605 w 631667"/>
                <a:gd name="connsiteY18" fmla="*/ 48334 h 81563"/>
                <a:gd name="connsiteX19" fmla="*/ 607813 w 631667"/>
                <a:gd name="connsiteY19" fmla="*/ 45313 h 81563"/>
                <a:gd name="connsiteX20" fmla="*/ 602969 w 631667"/>
                <a:gd name="connsiteY20" fmla="*/ 41875 h 81563"/>
                <a:gd name="connsiteX21" fmla="*/ 598750 w 631667"/>
                <a:gd name="connsiteY21" fmla="*/ 40625 h 81563"/>
                <a:gd name="connsiteX22" fmla="*/ 593646 w 631667"/>
                <a:gd name="connsiteY22" fmla="*/ 42656 h 81563"/>
                <a:gd name="connsiteX23" fmla="*/ 590105 w 631667"/>
                <a:gd name="connsiteY23" fmla="*/ 48438 h 81563"/>
                <a:gd name="connsiteX24" fmla="*/ 585417 w 631667"/>
                <a:gd name="connsiteY24" fmla="*/ 45625 h 81563"/>
                <a:gd name="connsiteX25" fmla="*/ 590313 w 631667"/>
                <a:gd name="connsiteY25" fmla="*/ 37396 h 81563"/>
                <a:gd name="connsiteX26" fmla="*/ 598855 w 631667"/>
                <a:gd name="connsiteY26" fmla="*/ 33959 h 81563"/>
                <a:gd name="connsiteX27" fmla="*/ 370417 w 631667"/>
                <a:gd name="connsiteY27" fmla="*/ 11250 h 81563"/>
                <a:gd name="connsiteX28" fmla="*/ 343542 w 631667"/>
                <a:gd name="connsiteY28" fmla="*/ 55313 h 81563"/>
                <a:gd name="connsiteX29" fmla="*/ 370209 w 631667"/>
                <a:gd name="connsiteY29" fmla="*/ 55313 h 81563"/>
                <a:gd name="connsiteX30" fmla="*/ 370209 w 631667"/>
                <a:gd name="connsiteY30" fmla="*/ 20834 h 81563"/>
                <a:gd name="connsiteX31" fmla="*/ 454167 w 631667"/>
                <a:gd name="connsiteY31" fmla="*/ 7188 h 81563"/>
                <a:gd name="connsiteX32" fmla="*/ 445365 w 631667"/>
                <a:gd name="connsiteY32" fmla="*/ 10834 h 81563"/>
                <a:gd name="connsiteX33" fmla="*/ 440625 w 631667"/>
                <a:gd name="connsiteY33" fmla="*/ 19584 h 81563"/>
                <a:gd name="connsiteX34" fmla="*/ 438594 w 631667"/>
                <a:gd name="connsiteY34" fmla="*/ 30573 h 81563"/>
                <a:gd name="connsiteX35" fmla="*/ 438229 w 631667"/>
                <a:gd name="connsiteY35" fmla="*/ 40729 h 81563"/>
                <a:gd name="connsiteX36" fmla="*/ 438594 w 631667"/>
                <a:gd name="connsiteY36" fmla="*/ 50782 h 81563"/>
                <a:gd name="connsiteX37" fmla="*/ 440625 w 631667"/>
                <a:gd name="connsiteY37" fmla="*/ 61667 h 81563"/>
                <a:gd name="connsiteX38" fmla="*/ 445365 w 631667"/>
                <a:gd name="connsiteY38" fmla="*/ 70313 h 81563"/>
                <a:gd name="connsiteX39" fmla="*/ 454167 w 631667"/>
                <a:gd name="connsiteY39" fmla="*/ 73854 h 81563"/>
                <a:gd name="connsiteX40" fmla="*/ 463125 w 631667"/>
                <a:gd name="connsiteY40" fmla="*/ 70313 h 81563"/>
                <a:gd name="connsiteX41" fmla="*/ 468125 w 631667"/>
                <a:gd name="connsiteY41" fmla="*/ 61667 h 81563"/>
                <a:gd name="connsiteX42" fmla="*/ 470417 w 631667"/>
                <a:gd name="connsiteY42" fmla="*/ 50782 h 81563"/>
                <a:gd name="connsiteX43" fmla="*/ 470938 w 631667"/>
                <a:gd name="connsiteY43" fmla="*/ 40729 h 81563"/>
                <a:gd name="connsiteX44" fmla="*/ 470417 w 631667"/>
                <a:gd name="connsiteY44" fmla="*/ 30573 h 81563"/>
                <a:gd name="connsiteX45" fmla="*/ 468125 w 631667"/>
                <a:gd name="connsiteY45" fmla="*/ 19584 h 81563"/>
                <a:gd name="connsiteX46" fmla="*/ 463125 w 631667"/>
                <a:gd name="connsiteY46" fmla="*/ 10834 h 81563"/>
                <a:gd name="connsiteX47" fmla="*/ 454167 w 631667"/>
                <a:gd name="connsiteY47" fmla="*/ 7188 h 81563"/>
                <a:gd name="connsiteX48" fmla="*/ 297917 w 631667"/>
                <a:gd name="connsiteY48" fmla="*/ 7188 h 81563"/>
                <a:gd name="connsiteX49" fmla="*/ 289115 w 631667"/>
                <a:gd name="connsiteY49" fmla="*/ 10834 h 81563"/>
                <a:gd name="connsiteX50" fmla="*/ 284375 w 631667"/>
                <a:gd name="connsiteY50" fmla="*/ 19584 h 81563"/>
                <a:gd name="connsiteX51" fmla="*/ 282344 w 631667"/>
                <a:gd name="connsiteY51" fmla="*/ 30573 h 81563"/>
                <a:gd name="connsiteX52" fmla="*/ 281979 w 631667"/>
                <a:gd name="connsiteY52" fmla="*/ 40729 h 81563"/>
                <a:gd name="connsiteX53" fmla="*/ 282344 w 631667"/>
                <a:gd name="connsiteY53" fmla="*/ 50782 h 81563"/>
                <a:gd name="connsiteX54" fmla="*/ 284375 w 631667"/>
                <a:gd name="connsiteY54" fmla="*/ 61667 h 81563"/>
                <a:gd name="connsiteX55" fmla="*/ 289115 w 631667"/>
                <a:gd name="connsiteY55" fmla="*/ 70313 h 81563"/>
                <a:gd name="connsiteX56" fmla="*/ 297917 w 631667"/>
                <a:gd name="connsiteY56" fmla="*/ 73854 h 81563"/>
                <a:gd name="connsiteX57" fmla="*/ 306875 w 631667"/>
                <a:gd name="connsiteY57" fmla="*/ 70313 h 81563"/>
                <a:gd name="connsiteX58" fmla="*/ 311875 w 631667"/>
                <a:gd name="connsiteY58" fmla="*/ 61667 h 81563"/>
                <a:gd name="connsiteX59" fmla="*/ 314167 w 631667"/>
                <a:gd name="connsiteY59" fmla="*/ 50782 h 81563"/>
                <a:gd name="connsiteX60" fmla="*/ 314688 w 631667"/>
                <a:gd name="connsiteY60" fmla="*/ 40729 h 81563"/>
                <a:gd name="connsiteX61" fmla="*/ 314167 w 631667"/>
                <a:gd name="connsiteY61" fmla="*/ 30573 h 81563"/>
                <a:gd name="connsiteX62" fmla="*/ 311875 w 631667"/>
                <a:gd name="connsiteY62" fmla="*/ 19584 h 81563"/>
                <a:gd name="connsiteX63" fmla="*/ 306875 w 631667"/>
                <a:gd name="connsiteY63" fmla="*/ 10834 h 81563"/>
                <a:gd name="connsiteX64" fmla="*/ 297917 w 631667"/>
                <a:gd name="connsiteY64" fmla="*/ 7188 h 81563"/>
                <a:gd name="connsiteX65" fmla="*/ 89583 w 631667"/>
                <a:gd name="connsiteY65" fmla="*/ 7188 h 81563"/>
                <a:gd name="connsiteX66" fmla="*/ 80781 w 631667"/>
                <a:gd name="connsiteY66" fmla="*/ 10834 h 81563"/>
                <a:gd name="connsiteX67" fmla="*/ 76042 w 631667"/>
                <a:gd name="connsiteY67" fmla="*/ 19584 h 81563"/>
                <a:gd name="connsiteX68" fmla="*/ 74011 w 631667"/>
                <a:gd name="connsiteY68" fmla="*/ 30573 h 81563"/>
                <a:gd name="connsiteX69" fmla="*/ 73646 w 631667"/>
                <a:gd name="connsiteY69" fmla="*/ 40729 h 81563"/>
                <a:gd name="connsiteX70" fmla="*/ 74011 w 631667"/>
                <a:gd name="connsiteY70" fmla="*/ 50782 h 81563"/>
                <a:gd name="connsiteX71" fmla="*/ 76042 w 631667"/>
                <a:gd name="connsiteY71" fmla="*/ 61667 h 81563"/>
                <a:gd name="connsiteX72" fmla="*/ 80781 w 631667"/>
                <a:gd name="connsiteY72" fmla="*/ 70313 h 81563"/>
                <a:gd name="connsiteX73" fmla="*/ 89583 w 631667"/>
                <a:gd name="connsiteY73" fmla="*/ 73854 h 81563"/>
                <a:gd name="connsiteX74" fmla="*/ 98542 w 631667"/>
                <a:gd name="connsiteY74" fmla="*/ 70313 h 81563"/>
                <a:gd name="connsiteX75" fmla="*/ 103542 w 631667"/>
                <a:gd name="connsiteY75" fmla="*/ 61667 h 81563"/>
                <a:gd name="connsiteX76" fmla="*/ 105833 w 631667"/>
                <a:gd name="connsiteY76" fmla="*/ 50782 h 81563"/>
                <a:gd name="connsiteX77" fmla="*/ 106354 w 631667"/>
                <a:gd name="connsiteY77" fmla="*/ 40729 h 81563"/>
                <a:gd name="connsiteX78" fmla="*/ 105833 w 631667"/>
                <a:gd name="connsiteY78" fmla="*/ 30573 h 81563"/>
                <a:gd name="connsiteX79" fmla="*/ 103542 w 631667"/>
                <a:gd name="connsiteY79" fmla="*/ 19584 h 81563"/>
                <a:gd name="connsiteX80" fmla="*/ 98542 w 631667"/>
                <a:gd name="connsiteY80" fmla="*/ 10834 h 81563"/>
                <a:gd name="connsiteX81" fmla="*/ 89583 w 631667"/>
                <a:gd name="connsiteY81" fmla="*/ 7188 h 81563"/>
                <a:gd name="connsiteX82" fmla="*/ 518229 w 631667"/>
                <a:gd name="connsiteY82" fmla="*/ 3125 h 81563"/>
                <a:gd name="connsiteX83" fmla="*/ 524167 w 631667"/>
                <a:gd name="connsiteY83" fmla="*/ 3125 h 81563"/>
                <a:gd name="connsiteX84" fmla="*/ 525730 w 631667"/>
                <a:gd name="connsiteY84" fmla="*/ 3542 h 81563"/>
                <a:gd name="connsiteX85" fmla="*/ 526146 w 631667"/>
                <a:gd name="connsiteY85" fmla="*/ 5105 h 81563"/>
                <a:gd name="connsiteX86" fmla="*/ 526146 w 631667"/>
                <a:gd name="connsiteY86" fmla="*/ 79167 h 81563"/>
                <a:gd name="connsiteX87" fmla="*/ 517917 w 631667"/>
                <a:gd name="connsiteY87" fmla="*/ 79167 h 81563"/>
                <a:gd name="connsiteX88" fmla="*/ 517917 w 631667"/>
                <a:gd name="connsiteY88" fmla="*/ 12084 h 81563"/>
                <a:gd name="connsiteX89" fmla="*/ 510886 w 631667"/>
                <a:gd name="connsiteY89" fmla="*/ 17865 h 81563"/>
                <a:gd name="connsiteX90" fmla="*/ 501667 w 631667"/>
                <a:gd name="connsiteY90" fmla="*/ 23125 h 81563"/>
                <a:gd name="connsiteX91" fmla="*/ 501667 w 631667"/>
                <a:gd name="connsiteY91" fmla="*/ 15209 h 81563"/>
                <a:gd name="connsiteX92" fmla="*/ 510313 w 631667"/>
                <a:gd name="connsiteY92" fmla="*/ 10104 h 81563"/>
                <a:gd name="connsiteX93" fmla="*/ 518229 w 631667"/>
                <a:gd name="connsiteY93" fmla="*/ 3125 h 81563"/>
                <a:gd name="connsiteX94" fmla="*/ 369063 w 631667"/>
                <a:gd name="connsiteY94" fmla="*/ 1980 h 81563"/>
                <a:gd name="connsiteX95" fmla="*/ 376146 w 631667"/>
                <a:gd name="connsiteY95" fmla="*/ 1980 h 81563"/>
                <a:gd name="connsiteX96" fmla="*/ 377708 w 631667"/>
                <a:gd name="connsiteY96" fmla="*/ 2396 h 81563"/>
                <a:gd name="connsiteX97" fmla="*/ 378125 w 631667"/>
                <a:gd name="connsiteY97" fmla="*/ 3959 h 81563"/>
                <a:gd name="connsiteX98" fmla="*/ 378125 w 631667"/>
                <a:gd name="connsiteY98" fmla="*/ 55313 h 81563"/>
                <a:gd name="connsiteX99" fmla="*/ 389479 w 631667"/>
                <a:gd name="connsiteY99" fmla="*/ 55313 h 81563"/>
                <a:gd name="connsiteX100" fmla="*/ 389479 w 631667"/>
                <a:gd name="connsiteY100" fmla="*/ 62500 h 81563"/>
                <a:gd name="connsiteX101" fmla="*/ 378125 w 631667"/>
                <a:gd name="connsiteY101" fmla="*/ 62500 h 81563"/>
                <a:gd name="connsiteX102" fmla="*/ 378125 w 631667"/>
                <a:gd name="connsiteY102" fmla="*/ 79167 h 81563"/>
                <a:gd name="connsiteX103" fmla="*/ 370000 w 631667"/>
                <a:gd name="connsiteY103" fmla="*/ 79167 h 81563"/>
                <a:gd name="connsiteX104" fmla="*/ 370000 w 631667"/>
                <a:gd name="connsiteY104" fmla="*/ 62500 h 81563"/>
                <a:gd name="connsiteX105" fmla="*/ 337604 w 631667"/>
                <a:gd name="connsiteY105" fmla="*/ 62500 h 81563"/>
                <a:gd name="connsiteX106" fmla="*/ 336042 w 631667"/>
                <a:gd name="connsiteY106" fmla="*/ 62083 h 81563"/>
                <a:gd name="connsiteX107" fmla="*/ 335625 w 631667"/>
                <a:gd name="connsiteY107" fmla="*/ 60521 h 81563"/>
                <a:gd name="connsiteX108" fmla="*/ 335625 w 631667"/>
                <a:gd name="connsiteY108" fmla="*/ 56146 h 81563"/>
                <a:gd name="connsiteX109" fmla="*/ 335886 w 631667"/>
                <a:gd name="connsiteY109" fmla="*/ 54636 h 81563"/>
                <a:gd name="connsiteX110" fmla="*/ 336563 w 631667"/>
                <a:gd name="connsiteY110" fmla="*/ 53229 h 81563"/>
                <a:gd name="connsiteX111" fmla="*/ 366979 w 631667"/>
                <a:gd name="connsiteY111" fmla="*/ 3334 h 81563"/>
                <a:gd name="connsiteX112" fmla="*/ 367813 w 631667"/>
                <a:gd name="connsiteY112" fmla="*/ 2344 h 81563"/>
                <a:gd name="connsiteX113" fmla="*/ 369063 w 631667"/>
                <a:gd name="connsiteY113" fmla="*/ 1980 h 81563"/>
                <a:gd name="connsiteX114" fmla="*/ 205417 w 631667"/>
                <a:gd name="connsiteY114" fmla="*/ 1354 h 81563"/>
                <a:gd name="connsiteX115" fmla="*/ 214219 w 631667"/>
                <a:gd name="connsiteY115" fmla="*/ 2553 h 81563"/>
                <a:gd name="connsiteX116" fmla="*/ 221667 w 631667"/>
                <a:gd name="connsiteY116" fmla="*/ 6251 h 81563"/>
                <a:gd name="connsiteX117" fmla="*/ 226719 w 631667"/>
                <a:gd name="connsiteY117" fmla="*/ 12604 h 81563"/>
                <a:gd name="connsiteX118" fmla="*/ 228646 w 631667"/>
                <a:gd name="connsiteY118" fmla="*/ 21771 h 81563"/>
                <a:gd name="connsiteX119" fmla="*/ 224375 w 631667"/>
                <a:gd name="connsiteY119" fmla="*/ 33437 h 81563"/>
                <a:gd name="connsiteX120" fmla="*/ 213229 w 631667"/>
                <a:gd name="connsiteY120" fmla="*/ 39792 h 81563"/>
                <a:gd name="connsiteX121" fmla="*/ 225573 w 631667"/>
                <a:gd name="connsiteY121" fmla="*/ 46198 h 81563"/>
                <a:gd name="connsiteX122" fmla="*/ 230313 w 631667"/>
                <a:gd name="connsiteY122" fmla="*/ 59063 h 81563"/>
                <a:gd name="connsiteX123" fmla="*/ 228177 w 631667"/>
                <a:gd name="connsiteY123" fmla="*/ 69010 h 81563"/>
                <a:gd name="connsiteX124" fmla="*/ 222500 w 631667"/>
                <a:gd name="connsiteY124" fmla="*/ 75834 h 81563"/>
                <a:gd name="connsiteX125" fmla="*/ 214375 w 631667"/>
                <a:gd name="connsiteY125" fmla="*/ 79687 h 81563"/>
                <a:gd name="connsiteX126" fmla="*/ 205000 w 631667"/>
                <a:gd name="connsiteY126" fmla="*/ 80938 h 81563"/>
                <a:gd name="connsiteX127" fmla="*/ 187240 w 631667"/>
                <a:gd name="connsiteY127" fmla="*/ 75000 h 81563"/>
                <a:gd name="connsiteX128" fmla="*/ 180521 w 631667"/>
                <a:gd name="connsiteY128" fmla="*/ 58542 h 81563"/>
                <a:gd name="connsiteX129" fmla="*/ 188750 w 631667"/>
                <a:gd name="connsiteY129" fmla="*/ 58542 h 81563"/>
                <a:gd name="connsiteX130" fmla="*/ 193698 w 631667"/>
                <a:gd name="connsiteY130" fmla="*/ 69896 h 81563"/>
                <a:gd name="connsiteX131" fmla="*/ 205313 w 631667"/>
                <a:gd name="connsiteY131" fmla="*/ 73750 h 81563"/>
                <a:gd name="connsiteX132" fmla="*/ 217500 w 631667"/>
                <a:gd name="connsiteY132" fmla="*/ 69687 h 81563"/>
                <a:gd name="connsiteX133" fmla="*/ 221979 w 631667"/>
                <a:gd name="connsiteY133" fmla="*/ 58125 h 81563"/>
                <a:gd name="connsiteX134" fmla="*/ 220521 w 631667"/>
                <a:gd name="connsiteY134" fmla="*/ 51510 h 81563"/>
                <a:gd name="connsiteX135" fmla="*/ 216667 w 631667"/>
                <a:gd name="connsiteY135" fmla="*/ 46980 h 81563"/>
                <a:gd name="connsiteX136" fmla="*/ 211094 w 631667"/>
                <a:gd name="connsiteY136" fmla="*/ 44375 h 81563"/>
                <a:gd name="connsiteX137" fmla="*/ 204792 w 631667"/>
                <a:gd name="connsiteY137" fmla="*/ 43333 h 81563"/>
                <a:gd name="connsiteX138" fmla="*/ 200625 w 631667"/>
                <a:gd name="connsiteY138" fmla="*/ 43333 h 81563"/>
                <a:gd name="connsiteX139" fmla="*/ 199167 w 631667"/>
                <a:gd name="connsiteY139" fmla="*/ 43074 h 81563"/>
                <a:gd name="connsiteX140" fmla="*/ 198958 w 631667"/>
                <a:gd name="connsiteY140" fmla="*/ 41667 h 81563"/>
                <a:gd name="connsiteX141" fmla="*/ 198958 w 631667"/>
                <a:gd name="connsiteY141" fmla="*/ 37812 h 81563"/>
                <a:gd name="connsiteX142" fmla="*/ 199167 w 631667"/>
                <a:gd name="connsiteY142" fmla="*/ 36146 h 81563"/>
                <a:gd name="connsiteX143" fmla="*/ 200625 w 631667"/>
                <a:gd name="connsiteY143" fmla="*/ 35729 h 81563"/>
                <a:gd name="connsiteX144" fmla="*/ 204063 w 631667"/>
                <a:gd name="connsiteY144" fmla="*/ 35729 h 81563"/>
                <a:gd name="connsiteX145" fmla="*/ 210156 w 631667"/>
                <a:gd name="connsiteY145" fmla="*/ 34948 h 81563"/>
                <a:gd name="connsiteX146" fmla="*/ 215313 w 631667"/>
                <a:gd name="connsiteY146" fmla="*/ 32500 h 81563"/>
                <a:gd name="connsiteX147" fmla="*/ 218959 w 631667"/>
                <a:gd name="connsiteY147" fmla="*/ 28385 h 81563"/>
                <a:gd name="connsiteX148" fmla="*/ 220313 w 631667"/>
                <a:gd name="connsiteY148" fmla="*/ 22188 h 81563"/>
                <a:gd name="connsiteX149" fmla="*/ 215990 w 631667"/>
                <a:gd name="connsiteY149" fmla="*/ 12084 h 81563"/>
                <a:gd name="connsiteX150" fmla="*/ 205104 w 631667"/>
                <a:gd name="connsiteY150" fmla="*/ 8542 h 81563"/>
                <a:gd name="connsiteX151" fmla="*/ 194427 w 631667"/>
                <a:gd name="connsiteY151" fmla="*/ 12084 h 81563"/>
                <a:gd name="connsiteX152" fmla="*/ 189896 w 631667"/>
                <a:gd name="connsiteY152" fmla="*/ 22292 h 81563"/>
                <a:gd name="connsiteX153" fmla="*/ 181563 w 631667"/>
                <a:gd name="connsiteY153" fmla="*/ 22292 h 81563"/>
                <a:gd name="connsiteX154" fmla="*/ 188229 w 631667"/>
                <a:gd name="connsiteY154" fmla="*/ 6979 h 81563"/>
                <a:gd name="connsiteX155" fmla="*/ 205417 w 631667"/>
                <a:gd name="connsiteY155" fmla="*/ 1354 h 81563"/>
                <a:gd name="connsiteX156" fmla="*/ 140208 w 631667"/>
                <a:gd name="connsiteY156" fmla="*/ 1354 h 81563"/>
                <a:gd name="connsiteX157" fmla="*/ 156250 w 631667"/>
                <a:gd name="connsiteY157" fmla="*/ 6459 h 81563"/>
                <a:gd name="connsiteX158" fmla="*/ 162708 w 631667"/>
                <a:gd name="connsiteY158" fmla="*/ 21458 h 81563"/>
                <a:gd name="connsiteX159" fmla="*/ 158594 w 631667"/>
                <a:gd name="connsiteY159" fmla="*/ 35313 h 81563"/>
                <a:gd name="connsiteX160" fmla="*/ 148750 w 631667"/>
                <a:gd name="connsiteY160" fmla="*/ 49271 h 81563"/>
                <a:gd name="connsiteX161" fmla="*/ 136875 w 631667"/>
                <a:gd name="connsiteY161" fmla="*/ 61979 h 81563"/>
                <a:gd name="connsiteX162" fmla="*/ 126667 w 631667"/>
                <a:gd name="connsiteY162" fmla="*/ 71979 h 81563"/>
                <a:gd name="connsiteX163" fmla="*/ 164375 w 631667"/>
                <a:gd name="connsiteY163" fmla="*/ 71979 h 81563"/>
                <a:gd name="connsiteX164" fmla="*/ 164375 w 631667"/>
                <a:gd name="connsiteY164" fmla="*/ 79167 h 81563"/>
                <a:gd name="connsiteX165" fmla="*/ 118646 w 631667"/>
                <a:gd name="connsiteY165" fmla="*/ 79167 h 81563"/>
                <a:gd name="connsiteX166" fmla="*/ 117448 w 631667"/>
                <a:gd name="connsiteY166" fmla="*/ 78855 h 81563"/>
                <a:gd name="connsiteX167" fmla="*/ 117188 w 631667"/>
                <a:gd name="connsiteY167" fmla="*/ 77604 h 81563"/>
                <a:gd name="connsiteX168" fmla="*/ 117188 w 631667"/>
                <a:gd name="connsiteY168" fmla="*/ 71355 h 81563"/>
                <a:gd name="connsiteX169" fmla="*/ 121510 w 631667"/>
                <a:gd name="connsiteY169" fmla="*/ 67188 h 81563"/>
                <a:gd name="connsiteX170" fmla="*/ 127084 w 631667"/>
                <a:gd name="connsiteY170" fmla="*/ 61667 h 81563"/>
                <a:gd name="connsiteX171" fmla="*/ 133125 w 631667"/>
                <a:gd name="connsiteY171" fmla="*/ 55208 h 81563"/>
                <a:gd name="connsiteX172" fmla="*/ 139271 w 631667"/>
                <a:gd name="connsiteY172" fmla="*/ 48126 h 81563"/>
                <a:gd name="connsiteX173" fmla="*/ 145000 w 631667"/>
                <a:gd name="connsiteY173" fmla="*/ 40990 h 81563"/>
                <a:gd name="connsiteX174" fmla="*/ 149688 w 631667"/>
                <a:gd name="connsiteY174" fmla="*/ 34063 h 81563"/>
                <a:gd name="connsiteX175" fmla="*/ 152969 w 631667"/>
                <a:gd name="connsiteY175" fmla="*/ 27604 h 81563"/>
                <a:gd name="connsiteX176" fmla="*/ 154167 w 631667"/>
                <a:gd name="connsiteY176" fmla="*/ 22084 h 81563"/>
                <a:gd name="connsiteX177" fmla="*/ 150208 w 631667"/>
                <a:gd name="connsiteY177" fmla="*/ 11927 h 81563"/>
                <a:gd name="connsiteX178" fmla="*/ 140000 w 631667"/>
                <a:gd name="connsiteY178" fmla="*/ 8542 h 81563"/>
                <a:gd name="connsiteX179" fmla="*/ 130156 w 631667"/>
                <a:gd name="connsiteY179" fmla="*/ 12709 h 81563"/>
                <a:gd name="connsiteX180" fmla="*/ 126354 w 631667"/>
                <a:gd name="connsiteY180" fmla="*/ 23542 h 81563"/>
                <a:gd name="connsiteX181" fmla="*/ 117813 w 631667"/>
                <a:gd name="connsiteY181" fmla="*/ 23542 h 81563"/>
                <a:gd name="connsiteX182" fmla="*/ 119479 w 631667"/>
                <a:gd name="connsiteY182" fmla="*/ 14428 h 81563"/>
                <a:gd name="connsiteX183" fmla="*/ 124167 w 631667"/>
                <a:gd name="connsiteY183" fmla="*/ 7396 h 81563"/>
                <a:gd name="connsiteX184" fmla="*/ 131302 w 631667"/>
                <a:gd name="connsiteY184" fmla="*/ 2917 h 81563"/>
                <a:gd name="connsiteX185" fmla="*/ 140208 w 631667"/>
                <a:gd name="connsiteY185" fmla="*/ 1354 h 81563"/>
                <a:gd name="connsiteX186" fmla="*/ 23021 w 631667"/>
                <a:gd name="connsiteY186" fmla="*/ 1354 h 81563"/>
                <a:gd name="connsiteX187" fmla="*/ 39063 w 631667"/>
                <a:gd name="connsiteY187" fmla="*/ 6459 h 81563"/>
                <a:gd name="connsiteX188" fmla="*/ 45521 w 631667"/>
                <a:gd name="connsiteY188" fmla="*/ 21458 h 81563"/>
                <a:gd name="connsiteX189" fmla="*/ 41406 w 631667"/>
                <a:gd name="connsiteY189" fmla="*/ 35313 h 81563"/>
                <a:gd name="connsiteX190" fmla="*/ 31562 w 631667"/>
                <a:gd name="connsiteY190" fmla="*/ 49271 h 81563"/>
                <a:gd name="connsiteX191" fmla="*/ 19688 w 631667"/>
                <a:gd name="connsiteY191" fmla="*/ 61979 h 81563"/>
                <a:gd name="connsiteX192" fmla="*/ 9479 w 631667"/>
                <a:gd name="connsiteY192" fmla="*/ 71979 h 81563"/>
                <a:gd name="connsiteX193" fmla="*/ 47188 w 631667"/>
                <a:gd name="connsiteY193" fmla="*/ 71979 h 81563"/>
                <a:gd name="connsiteX194" fmla="*/ 47188 w 631667"/>
                <a:gd name="connsiteY194" fmla="*/ 79167 h 81563"/>
                <a:gd name="connsiteX195" fmla="*/ 1458 w 631667"/>
                <a:gd name="connsiteY195" fmla="*/ 79167 h 81563"/>
                <a:gd name="connsiteX196" fmla="*/ 260 w 631667"/>
                <a:gd name="connsiteY196" fmla="*/ 78855 h 81563"/>
                <a:gd name="connsiteX197" fmla="*/ 0 w 631667"/>
                <a:gd name="connsiteY197" fmla="*/ 77604 h 81563"/>
                <a:gd name="connsiteX198" fmla="*/ 0 w 631667"/>
                <a:gd name="connsiteY198" fmla="*/ 71355 h 81563"/>
                <a:gd name="connsiteX199" fmla="*/ 4323 w 631667"/>
                <a:gd name="connsiteY199" fmla="*/ 67188 h 81563"/>
                <a:gd name="connsiteX200" fmla="*/ 9896 w 631667"/>
                <a:gd name="connsiteY200" fmla="*/ 61667 h 81563"/>
                <a:gd name="connsiteX201" fmla="*/ 15937 w 631667"/>
                <a:gd name="connsiteY201" fmla="*/ 55208 h 81563"/>
                <a:gd name="connsiteX202" fmla="*/ 22083 w 631667"/>
                <a:gd name="connsiteY202" fmla="*/ 48126 h 81563"/>
                <a:gd name="connsiteX203" fmla="*/ 27813 w 631667"/>
                <a:gd name="connsiteY203" fmla="*/ 40990 h 81563"/>
                <a:gd name="connsiteX204" fmla="*/ 32500 w 631667"/>
                <a:gd name="connsiteY204" fmla="*/ 34063 h 81563"/>
                <a:gd name="connsiteX205" fmla="*/ 35781 w 631667"/>
                <a:gd name="connsiteY205" fmla="*/ 27604 h 81563"/>
                <a:gd name="connsiteX206" fmla="*/ 36979 w 631667"/>
                <a:gd name="connsiteY206" fmla="*/ 22084 h 81563"/>
                <a:gd name="connsiteX207" fmla="*/ 33021 w 631667"/>
                <a:gd name="connsiteY207" fmla="*/ 11927 h 81563"/>
                <a:gd name="connsiteX208" fmla="*/ 22812 w 631667"/>
                <a:gd name="connsiteY208" fmla="*/ 8542 h 81563"/>
                <a:gd name="connsiteX209" fmla="*/ 12969 w 631667"/>
                <a:gd name="connsiteY209" fmla="*/ 12709 h 81563"/>
                <a:gd name="connsiteX210" fmla="*/ 9167 w 631667"/>
                <a:gd name="connsiteY210" fmla="*/ 23542 h 81563"/>
                <a:gd name="connsiteX211" fmla="*/ 625 w 631667"/>
                <a:gd name="connsiteY211" fmla="*/ 23542 h 81563"/>
                <a:gd name="connsiteX212" fmla="*/ 2292 w 631667"/>
                <a:gd name="connsiteY212" fmla="*/ 14428 h 81563"/>
                <a:gd name="connsiteX213" fmla="*/ 6979 w 631667"/>
                <a:gd name="connsiteY213" fmla="*/ 7396 h 81563"/>
                <a:gd name="connsiteX214" fmla="*/ 14115 w 631667"/>
                <a:gd name="connsiteY214" fmla="*/ 2917 h 81563"/>
                <a:gd name="connsiteX215" fmla="*/ 23021 w 631667"/>
                <a:gd name="connsiteY215" fmla="*/ 1354 h 81563"/>
                <a:gd name="connsiteX216" fmla="*/ 454167 w 631667"/>
                <a:gd name="connsiteY216" fmla="*/ 0 h 81563"/>
                <a:gd name="connsiteX217" fmla="*/ 466927 w 631667"/>
                <a:gd name="connsiteY217" fmla="*/ 3646 h 81563"/>
                <a:gd name="connsiteX218" fmla="*/ 474688 w 631667"/>
                <a:gd name="connsiteY218" fmla="*/ 13021 h 81563"/>
                <a:gd name="connsiteX219" fmla="*/ 478542 w 631667"/>
                <a:gd name="connsiteY219" fmla="*/ 26146 h 81563"/>
                <a:gd name="connsiteX220" fmla="*/ 479584 w 631667"/>
                <a:gd name="connsiteY220" fmla="*/ 40729 h 81563"/>
                <a:gd name="connsiteX221" fmla="*/ 478542 w 631667"/>
                <a:gd name="connsiteY221" fmla="*/ 55313 h 81563"/>
                <a:gd name="connsiteX222" fmla="*/ 474688 w 631667"/>
                <a:gd name="connsiteY222" fmla="*/ 68334 h 81563"/>
                <a:gd name="connsiteX223" fmla="*/ 466927 w 631667"/>
                <a:gd name="connsiteY223" fmla="*/ 77604 h 81563"/>
                <a:gd name="connsiteX224" fmla="*/ 454167 w 631667"/>
                <a:gd name="connsiteY224" fmla="*/ 81146 h 81563"/>
                <a:gd name="connsiteX225" fmla="*/ 441615 w 631667"/>
                <a:gd name="connsiteY225" fmla="*/ 77604 h 81563"/>
                <a:gd name="connsiteX226" fmla="*/ 434167 w 631667"/>
                <a:gd name="connsiteY226" fmla="*/ 68334 h 81563"/>
                <a:gd name="connsiteX227" fmla="*/ 430521 w 631667"/>
                <a:gd name="connsiteY227" fmla="*/ 55313 h 81563"/>
                <a:gd name="connsiteX228" fmla="*/ 429584 w 631667"/>
                <a:gd name="connsiteY228" fmla="*/ 40729 h 81563"/>
                <a:gd name="connsiteX229" fmla="*/ 430521 w 631667"/>
                <a:gd name="connsiteY229" fmla="*/ 26146 h 81563"/>
                <a:gd name="connsiteX230" fmla="*/ 434167 w 631667"/>
                <a:gd name="connsiteY230" fmla="*/ 13021 h 81563"/>
                <a:gd name="connsiteX231" fmla="*/ 441615 w 631667"/>
                <a:gd name="connsiteY231" fmla="*/ 3646 h 81563"/>
                <a:gd name="connsiteX232" fmla="*/ 454167 w 631667"/>
                <a:gd name="connsiteY232" fmla="*/ 0 h 81563"/>
                <a:gd name="connsiteX233" fmla="*/ 297917 w 631667"/>
                <a:gd name="connsiteY233" fmla="*/ 0 h 81563"/>
                <a:gd name="connsiteX234" fmla="*/ 310677 w 631667"/>
                <a:gd name="connsiteY234" fmla="*/ 3646 h 81563"/>
                <a:gd name="connsiteX235" fmla="*/ 318438 w 631667"/>
                <a:gd name="connsiteY235" fmla="*/ 13021 h 81563"/>
                <a:gd name="connsiteX236" fmla="*/ 322292 w 631667"/>
                <a:gd name="connsiteY236" fmla="*/ 26146 h 81563"/>
                <a:gd name="connsiteX237" fmla="*/ 323334 w 631667"/>
                <a:gd name="connsiteY237" fmla="*/ 40729 h 81563"/>
                <a:gd name="connsiteX238" fmla="*/ 322292 w 631667"/>
                <a:gd name="connsiteY238" fmla="*/ 55313 h 81563"/>
                <a:gd name="connsiteX239" fmla="*/ 318438 w 631667"/>
                <a:gd name="connsiteY239" fmla="*/ 68334 h 81563"/>
                <a:gd name="connsiteX240" fmla="*/ 310677 w 631667"/>
                <a:gd name="connsiteY240" fmla="*/ 77604 h 81563"/>
                <a:gd name="connsiteX241" fmla="*/ 297917 w 631667"/>
                <a:gd name="connsiteY241" fmla="*/ 81146 h 81563"/>
                <a:gd name="connsiteX242" fmla="*/ 285365 w 631667"/>
                <a:gd name="connsiteY242" fmla="*/ 77604 h 81563"/>
                <a:gd name="connsiteX243" fmla="*/ 277917 w 631667"/>
                <a:gd name="connsiteY243" fmla="*/ 68334 h 81563"/>
                <a:gd name="connsiteX244" fmla="*/ 274271 w 631667"/>
                <a:gd name="connsiteY244" fmla="*/ 55313 h 81563"/>
                <a:gd name="connsiteX245" fmla="*/ 273334 w 631667"/>
                <a:gd name="connsiteY245" fmla="*/ 40729 h 81563"/>
                <a:gd name="connsiteX246" fmla="*/ 274271 w 631667"/>
                <a:gd name="connsiteY246" fmla="*/ 26146 h 81563"/>
                <a:gd name="connsiteX247" fmla="*/ 277917 w 631667"/>
                <a:gd name="connsiteY247" fmla="*/ 13021 h 81563"/>
                <a:gd name="connsiteX248" fmla="*/ 285365 w 631667"/>
                <a:gd name="connsiteY248" fmla="*/ 3646 h 81563"/>
                <a:gd name="connsiteX249" fmla="*/ 297917 w 631667"/>
                <a:gd name="connsiteY249" fmla="*/ 0 h 81563"/>
                <a:gd name="connsiteX250" fmla="*/ 89583 w 631667"/>
                <a:gd name="connsiteY250" fmla="*/ 0 h 81563"/>
                <a:gd name="connsiteX251" fmla="*/ 102344 w 631667"/>
                <a:gd name="connsiteY251" fmla="*/ 3646 h 81563"/>
                <a:gd name="connsiteX252" fmla="*/ 110104 w 631667"/>
                <a:gd name="connsiteY252" fmla="*/ 13021 h 81563"/>
                <a:gd name="connsiteX253" fmla="*/ 113958 w 631667"/>
                <a:gd name="connsiteY253" fmla="*/ 26146 h 81563"/>
                <a:gd name="connsiteX254" fmla="*/ 115000 w 631667"/>
                <a:gd name="connsiteY254" fmla="*/ 40729 h 81563"/>
                <a:gd name="connsiteX255" fmla="*/ 113958 w 631667"/>
                <a:gd name="connsiteY255" fmla="*/ 55313 h 81563"/>
                <a:gd name="connsiteX256" fmla="*/ 110104 w 631667"/>
                <a:gd name="connsiteY256" fmla="*/ 68334 h 81563"/>
                <a:gd name="connsiteX257" fmla="*/ 102344 w 631667"/>
                <a:gd name="connsiteY257" fmla="*/ 77604 h 81563"/>
                <a:gd name="connsiteX258" fmla="*/ 89583 w 631667"/>
                <a:gd name="connsiteY258" fmla="*/ 81146 h 81563"/>
                <a:gd name="connsiteX259" fmla="*/ 77031 w 631667"/>
                <a:gd name="connsiteY259" fmla="*/ 77604 h 81563"/>
                <a:gd name="connsiteX260" fmla="*/ 69583 w 631667"/>
                <a:gd name="connsiteY260" fmla="*/ 68334 h 81563"/>
                <a:gd name="connsiteX261" fmla="*/ 65937 w 631667"/>
                <a:gd name="connsiteY261" fmla="*/ 55313 h 81563"/>
                <a:gd name="connsiteX262" fmla="*/ 65000 w 631667"/>
                <a:gd name="connsiteY262" fmla="*/ 40729 h 81563"/>
                <a:gd name="connsiteX263" fmla="*/ 65937 w 631667"/>
                <a:gd name="connsiteY263" fmla="*/ 26146 h 81563"/>
                <a:gd name="connsiteX264" fmla="*/ 69583 w 631667"/>
                <a:gd name="connsiteY264" fmla="*/ 13021 h 81563"/>
                <a:gd name="connsiteX265" fmla="*/ 77031 w 631667"/>
                <a:gd name="connsiteY265" fmla="*/ 3646 h 81563"/>
                <a:gd name="connsiteX266" fmla="*/ 89583 w 631667"/>
                <a:gd name="connsiteY266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</a:cxnLst>
              <a:rect l="l" t="t" r="r" b="b"/>
              <a:pathLst>
                <a:path w="63166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9"/>
                  </a:moveTo>
                  <a:cubicBezTo>
                    <a:pt x="600873" y="33959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600"/>
                    <a:pt x="613854" y="41406"/>
                  </a:cubicBezTo>
                  <a:cubicBezTo>
                    <a:pt x="615170" y="42201"/>
                    <a:pt x="616602" y="42605"/>
                    <a:pt x="618125" y="42605"/>
                  </a:cubicBezTo>
                  <a:cubicBezTo>
                    <a:pt x="620352" y="42605"/>
                    <a:pt x="622097" y="41836"/>
                    <a:pt x="623386" y="40313"/>
                  </a:cubicBezTo>
                  <a:cubicBezTo>
                    <a:pt x="624675" y="38776"/>
                    <a:pt x="625873" y="36667"/>
                    <a:pt x="626980" y="33959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6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4"/>
                  </a:cubicBezTo>
                  <a:cubicBezTo>
                    <a:pt x="611081" y="47708"/>
                    <a:pt x="609479" y="46693"/>
                    <a:pt x="607813" y="45313"/>
                  </a:cubicBezTo>
                  <a:cubicBezTo>
                    <a:pt x="605938" y="43855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8"/>
                    <a:pt x="590313" y="37396"/>
                  </a:cubicBezTo>
                  <a:cubicBezTo>
                    <a:pt x="592670" y="35105"/>
                    <a:pt x="595521" y="33959"/>
                    <a:pt x="598855" y="33959"/>
                  </a:cubicBezTo>
                  <a:close/>
                  <a:moveTo>
                    <a:pt x="370417" y="11250"/>
                  </a:moveTo>
                  <a:lnTo>
                    <a:pt x="343542" y="55313"/>
                  </a:lnTo>
                  <a:lnTo>
                    <a:pt x="370209" y="55313"/>
                  </a:lnTo>
                  <a:lnTo>
                    <a:pt x="370209" y="20834"/>
                  </a:lnTo>
                  <a:close/>
                  <a:moveTo>
                    <a:pt x="454167" y="7188"/>
                  </a:moveTo>
                  <a:cubicBezTo>
                    <a:pt x="450417" y="7188"/>
                    <a:pt x="447487" y="8399"/>
                    <a:pt x="445365" y="10834"/>
                  </a:cubicBezTo>
                  <a:cubicBezTo>
                    <a:pt x="443242" y="13255"/>
                    <a:pt x="441667" y="16172"/>
                    <a:pt x="440625" y="19584"/>
                  </a:cubicBezTo>
                  <a:cubicBezTo>
                    <a:pt x="439519" y="23047"/>
                    <a:pt x="438841" y="26719"/>
                    <a:pt x="438594" y="30573"/>
                  </a:cubicBezTo>
                  <a:cubicBezTo>
                    <a:pt x="438347" y="34428"/>
                    <a:pt x="438229" y="37812"/>
                    <a:pt x="438229" y="40729"/>
                  </a:cubicBezTo>
                  <a:cubicBezTo>
                    <a:pt x="438229" y="43646"/>
                    <a:pt x="438347" y="46992"/>
                    <a:pt x="438594" y="50782"/>
                  </a:cubicBezTo>
                  <a:cubicBezTo>
                    <a:pt x="438841" y="54557"/>
                    <a:pt x="439519" y="58190"/>
                    <a:pt x="440625" y="61667"/>
                  </a:cubicBezTo>
                  <a:cubicBezTo>
                    <a:pt x="441667" y="65065"/>
                    <a:pt x="443242" y="67943"/>
                    <a:pt x="445365" y="70313"/>
                  </a:cubicBezTo>
                  <a:cubicBezTo>
                    <a:pt x="447487" y="72669"/>
                    <a:pt x="450417" y="73854"/>
                    <a:pt x="454167" y="73854"/>
                  </a:cubicBezTo>
                  <a:cubicBezTo>
                    <a:pt x="457917" y="73854"/>
                    <a:pt x="460899" y="72669"/>
                    <a:pt x="463125" y="70313"/>
                  </a:cubicBezTo>
                  <a:cubicBezTo>
                    <a:pt x="465352" y="67943"/>
                    <a:pt x="467019" y="65065"/>
                    <a:pt x="468125" y="61667"/>
                  </a:cubicBezTo>
                  <a:cubicBezTo>
                    <a:pt x="469310" y="58190"/>
                    <a:pt x="470065" y="54557"/>
                    <a:pt x="470417" y="50782"/>
                  </a:cubicBezTo>
                  <a:cubicBezTo>
                    <a:pt x="470768" y="46992"/>
                    <a:pt x="470938" y="43646"/>
                    <a:pt x="470938" y="40729"/>
                  </a:cubicBezTo>
                  <a:cubicBezTo>
                    <a:pt x="470938" y="37812"/>
                    <a:pt x="470768" y="34428"/>
                    <a:pt x="470417" y="30573"/>
                  </a:cubicBezTo>
                  <a:cubicBezTo>
                    <a:pt x="470065" y="26719"/>
                    <a:pt x="469310" y="23047"/>
                    <a:pt x="468125" y="19584"/>
                  </a:cubicBezTo>
                  <a:cubicBezTo>
                    <a:pt x="467019" y="16172"/>
                    <a:pt x="465352" y="13255"/>
                    <a:pt x="463125" y="10834"/>
                  </a:cubicBezTo>
                  <a:cubicBezTo>
                    <a:pt x="460899" y="8399"/>
                    <a:pt x="457917" y="7188"/>
                    <a:pt x="454167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4"/>
                  </a:cubicBezTo>
                  <a:cubicBezTo>
                    <a:pt x="286992" y="13255"/>
                    <a:pt x="285417" y="16172"/>
                    <a:pt x="284375" y="19584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097" y="34428"/>
                    <a:pt x="281979" y="37812"/>
                    <a:pt x="281979" y="40729"/>
                  </a:cubicBezTo>
                  <a:cubicBezTo>
                    <a:pt x="281979" y="43646"/>
                    <a:pt x="282097" y="46992"/>
                    <a:pt x="282344" y="50782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6992" y="67943"/>
                    <a:pt x="289115" y="70313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49" y="72669"/>
                    <a:pt x="306875" y="70313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15" y="54557"/>
                    <a:pt x="314167" y="50782"/>
                  </a:cubicBezTo>
                  <a:cubicBezTo>
                    <a:pt x="314518" y="46992"/>
                    <a:pt x="314688" y="43646"/>
                    <a:pt x="314688" y="40729"/>
                  </a:cubicBezTo>
                  <a:cubicBezTo>
                    <a:pt x="314688" y="37812"/>
                    <a:pt x="314518" y="34428"/>
                    <a:pt x="314167" y="30573"/>
                  </a:cubicBezTo>
                  <a:cubicBezTo>
                    <a:pt x="313815" y="26719"/>
                    <a:pt x="313060" y="23047"/>
                    <a:pt x="311875" y="19584"/>
                  </a:cubicBezTo>
                  <a:cubicBezTo>
                    <a:pt x="310768" y="16172"/>
                    <a:pt x="309102" y="13255"/>
                    <a:pt x="306875" y="10834"/>
                  </a:cubicBezTo>
                  <a:cubicBezTo>
                    <a:pt x="304649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4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8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82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55"/>
                    <a:pt x="525730" y="3542"/>
                  </a:cubicBezTo>
                  <a:cubicBezTo>
                    <a:pt x="526003" y="3815"/>
                    <a:pt x="526146" y="4336"/>
                    <a:pt x="526146" y="5105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4"/>
                  </a:lnTo>
                  <a:cubicBezTo>
                    <a:pt x="516042" y="14089"/>
                    <a:pt x="513698" y="16016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9"/>
                  </a:lnTo>
                  <a:cubicBezTo>
                    <a:pt x="504649" y="13881"/>
                    <a:pt x="507539" y="12188"/>
                    <a:pt x="510313" y="10104"/>
                  </a:cubicBezTo>
                  <a:cubicBezTo>
                    <a:pt x="513086" y="8021"/>
                    <a:pt x="515729" y="5690"/>
                    <a:pt x="518229" y="3125"/>
                  </a:cubicBezTo>
                  <a:close/>
                  <a:moveTo>
                    <a:pt x="369063" y="1980"/>
                  </a:moveTo>
                  <a:lnTo>
                    <a:pt x="376146" y="1980"/>
                  </a:lnTo>
                  <a:cubicBezTo>
                    <a:pt x="376914" y="1980"/>
                    <a:pt x="377435" y="2110"/>
                    <a:pt x="377708" y="2396"/>
                  </a:cubicBezTo>
                  <a:cubicBezTo>
                    <a:pt x="377982" y="2669"/>
                    <a:pt x="378125" y="3190"/>
                    <a:pt x="378125" y="3959"/>
                  </a:cubicBezTo>
                  <a:lnTo>
                    <a:pt x="378125" y="55313"/>
                  </a:lnTo>
                  <a:lnTo>
                    <a:pt x="389479" y="55313"/>
                  </a:lnTo>
                  <a:lnTo>
                    <a:pt x="389479" y="62500"/>
                  </a:lnTo>
                  <a:lnTo>
                    <a:pt x="378125" y="62500"/>
                  </a:lnTo>
                  <a:lnTo>
                    <a:pt x="378125" y="79167"/>
                  </a:lnTo>
                  <a:lnTo>
                    <a:pt x="370000" y="79167"/>
                  </a:lnTo>
                  <a:lnTo>
                    <a:pt x="370000" y="62500"/>
                  </a:lnTo>
                  <a:lnTo>
                    <a:pt x="337604" y="62500"/>
                  </a:lnTo>
                  <a:cubicBezTo>
                    <a:pt x="336836" y="62500"/>
                    <a:pt x="336315" y="62357"/>
                    <a:pt x="336042" y="62083"/>
                  </a:cubicBezTo>
                  <a:cubicBezTo>
                    <a:pt x="335768" y="61797"/>
                    <a:pt x="335625" y="61276"/>
                    <a:pt x="335625" y="60521"/>
                  </a:cubicBezTo>
                  <a:lnTo>
                    <a:pt x="335625" y="56146"/>
                  </a:lnTo>
                  <a:cubicBezTo>
                    <a:pt x="335625" y="55652"/>
                    <a:pt x="335716" y="55157"/>
                    <a:pt x="335886" y="54636"/>
                  </a:cubicBezTo>
                  <a:cubicBezTo>
                    <a:pt x="336055" y="54115"/>
                    <a:pt x="336289" y="53646"/>
                    <a:pt x="336563" y="53229"/>
                  </a:cubicBezTo>
                  <a:lnTo>
                    <a:pt x="366979" y="3334"/>
                  </a:lnTo>
                  <a:cubicBezTo>
                    <a:pt x="367188" y="2917"/>
                    <a:pt x="367461" y="2578"/>
                    <a:pt x="367813" y="2344"/>
                  </a:cubicBezTo>
                  <a:cubicBezTo>
                    <a:pt x="368164" y="2096"/>
                    <a:pt x="368581" y="1980"/>
                    <a:pt x="369063" y="1980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3"/>
                  </a:cubicBezTo>
                  <a:cubicBezTo>
                    <a:pt x="217031" y="3347"/>
                    <a:pt x="219518" y="4583"/>
                    <a:pt x="221667" y="6251"/>
                  </a:cubicBezTo>
                  <a:cubicBezTo>
                    <a:pt x="223750" y="7917"/>
                    <a:pt x="225430" y="10026"/>
                    <a:pt x="226719" y="12604"/>
                  </a:cubicBezTo>
                  <a:cubicBezTo>
                    <a:pt x="228008" y="15170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24" y="36836"/>
                    <a:pt x="217813" y="38958"/>
                    <a:pt x="213229" y="39792"/>
                  </a:cubicBezTo>
                  <a:cubicBezTo>
                    <a:pt x="218294" y="40482"/>
                    <a:pt x="222409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596" y="66263"/>
                    <a:pt x="228177" y="69010"/>
                  </a:cubicBezTo>
                  <a:cubicBezTo>
                    <a:pt x="226758" y="71745"/>
                    <a:pt x="224857" y="74023"/>
                    <a:pt x="222500" y="75834"/>
                  </a:cubicBezTo>
                  <a:cubicBezTo>
                    <a:pt x="220143" y="77566"/>
                    <a:pt x="217435" y="78855"/>
                    <a:pt x="214375" y="79687"/>
                  </a:cubicBezTo>
                  <a:cubicBezTo>
                    <a:pt x="211315" y="80521"/>
                    <a:pt x="208190" y="80938"/>
                    <a:pt x="205000" y="80938"/>
                  </a:cubicBezTo>
                  <a:cubicBezTo>
                    <a:pt x="197500" y="80938"/>
                    <a:pt x="191576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32" y="63542"/>
                    <a:pt x="190886" y="67318"/>
                    <a:pt x="193698" y="69896"/>
                  </a:cubicBezTo>
                  <a:cubicBezTo>
                    <a:pt x="196510" y="72461"/>
                    <a:pt x="200378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82" y="66980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0"/>
                  </a:cubicBezTo>
                  <a:cubicBezTo>
                    <a:pt x="219544" y="49662"/>
                    <a:pt x="218268" y="48151"/>
                    <a:pt x="216667" y="46980"/>
                  </a:cubicBezTo>
                  <a:cubicBezTo>
                    <a:pt x="215000" y="45795"/>
                    <a:pt x="213138" y="44922"/>
                    <a:pt x="211094" y="44375"/>
                  </a:cubicBezTo>
                  <a:cubicBezTo>
                    <a:pt x="209050" y="43815"/>
                    <a:pt x="206940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3"/>
                    <a:pt x="199167" y="43074"/>
                  </a:cubicBezTo>
                  <a:cubicBezTo>
                    <a:pt x="199024" y="42891"/>
                    <a:pt x="198958" y="42422"/>
                    <a:pt x="198958" y="41667"/>
                  </a:cubicBezTo>
                  <a:lnTo>
                    <a:pt x="198958" y="37812"/>
                  </a:lnTo>
                  <a:cubicBezTo>
                    <a:pt x="198958" y="36980"/>
                    <a:pt x="199024" y="36419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8"/>
                    <a:pt x="213854" y="33607"/>
                    <a:pt x="215313" y="32500"/>
                  </a:cubicBezTo>
                  <a:cubicBezTo>
                    <a:pt x="216836" y="31459"/>
                    <a:pt x="218060" y="30078"/>
                    <a:pt x="218959" y="28385"/>
                  </a:cubicBezTo>
                  <a:cubicBezTo>
                    <a:pt x="219857" y="26680"/>
                    <a:pt x="220313" y="24610"/>
                    <a:pt x="220313" y="22188"/>
                  </a:cubicBezTo>
                  <a:cubicBezTo>
                    <a:pt x="220313" y="17813"/>
                    <a:pt x="218867" y="14440"/>
                    <a:pt x="215990" y="12084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86" y="8542"/>
                    <a:pt x="197031" y="9714"/>
                    <a:pt x="194427" y="12084"/>
                  </a:cubicBezTo>
                  <a:cubicBezTo>
                    <a:pt x="191823" y="14440"/>
                    <a:pt x="190313" y="17838"/>
                    <a:pt x="189896" y="22292"/>
                  </a:cubicBezTo>
                  <a:lnTo>
                    <a:pt x="181563" y="22292"/>
                  </a:lnTo>
                  <a:cubicBezTo>
                    <a:pt x="181628" y="15833"/>
                    <a:pt x="183854" y="10730"/>
                    <a:pt x="188229" y="6979"/>
                  </a:cubicBezTo>
                  <a:cubicBezTo>
                    <a:pt x="192604" y="3230"/>
                    <a:pt x="198333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05" y="68855"/>
                    <a:pt x="121510" y="67188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6"/>
                  </a:cubicBezTo>
                  <a:cubicBezTo>
                    <a:pt x="141289" y="45756"/>
                    <a:pt x="143190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43"/>
                    <a:pt x="128555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17" y="68855"/>
                    <a:pt x="4323" y="67188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6"/>
                  </a:cubicBezTo>
                  <a:cubicBezTo>
                    <a:pt x="24102" y="45756"/>
                    <a:pt x="26003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43"/>
                    <a:pt x="11367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454167" y="0"/>
                  </a:moveTo>
                  <a:cubicBezTo>
                    <a:pt x="459375" y="0"/>
                    <a:pt x="463633" y="1211"/>
                    <a:pt x="466927" y="3646"/>
                  </a:cubicBezTo>
                  <a:cubicBezTo>
                    <a:pt x="470222" y="6068"/>
                    <a:pt x="472813" y="9193"/>
                    <a:pt x="474688" y="13021"/>
                  </a:cubicBezTo>
                  <a:cubicBezTo>
                    <a:pt x="476563" y="16902"/>
                    <a:pt x="477852" y="21276"/>
                    <a:pt x="478542" y="26146"/>
                  </a:cubicBezTo>
                  <a:cubicBezTo>
                    <a:pt x="479232" y="31003"/>
                    <a:pt x="479584" y="35860"/>
                    <a:pt x="479584" y="40729"/>
                  </a:cubicBezTo>
                  <a:cubicBezTo>
                    <a:pt x="479584" y="45652"/>
                    <a:pt x="479232" y="50521"/>
                    <a:pt x="478542" y="55313"/>
                  </a:cubicBezTo>
                  <a:cubicBezTo>
                    <a:pt x="477852" y="60105"/>
                    <a:pt x="476563" y="64441"/>
                    <a:pt x="474688" y="68334"/>
                  </a:cubicBezTo>
                  <a:cubicBezTo>
                    <a:pt x="472813" y="72149"/>
                    <a:pt x="470222" y="75235"/>
                    <a:pt x="466927" y="77604"/>
                  </a:cubicBezTo>
                  <a:cubicBezTo>
                    <a:pt x="463633" y="79961"/>
                    <a:pt x="459375" y="81146"/>
                    <a:pt x="454167" y="81146"/>
                  </a:cubicBezTo>
                  <a:cubicBezTo>
                    <a:pt x="449024" y="81146"/>
                    <a:pt x="444844" y="79961"/>
                    <a:pt x="441615" y="77604"/>
                  </a:cubicBezTo>
                  <a:cubicBezTo>
                    <a:pt x="438386" y="75235"/>
                    <a:pt x="435899" y="72149"/>
                    <a:pt x="434167" y="68334"/>
                  </a:cubicBezTo>
                  <a:cubicBezTo>
                    <a:pt x="432357" y="64441"/>
                    <a:pt x="431146" y="60105"/>
                    <a:pt x="430521" y="55313"/>
                  </a:cubicBezTo>
                  <a:cubicBezTo>
                    <a:pt x="429896" y="50521"/>
                    <a:pt x="429584" y="45652"/>
                    <a:pt x="429584" y="40729"/>
                  </a:cubicBezTo>
                  <a:cubicBezTo>
                    <a:pt x="429584" y="35860"/>
                    <a:pt x="429896" y="31003"/>
                    <a:pt x="430521" y="26146"/>
                  </a:cubicBezTo>
                  <a:cubicBezTo>
                    <a:pt x="431146" y="21276"/>
                    <a:pt x="432357" y="16902"/>
                    <a:pt x="434167" y="13021"/>
                  </a:cubicBezTo>
                  <a:cubicBezTo>
                    <a:pt x="435899" y="9193"/>
                    <a:pt x="438386" y="6068"/>
                    <a:pt x="441615" y="3646"/>
                  </a:cubicBezTo>
                  <a:cubicBezTo>
                    <a:pt x="444844" y="1211"/>
                    <a:pt x="449024" y="0"/>
                    <a:pt x="454167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72" y="6068"/>
                    <a:pt x="316563" y="9193"/>
                    <a:pt x="318438" y="13021"/>
                  </a:cubicBezTo>
                  <a:cubicBezTo>
                    <a:pt x="320313" y="16902"/>
                    <a:pt x="321602" y="21276"/>
                    <a:pt x="322292" y="26146"/>
                  </a:cubicBezTo>
                  <a:cubicBezTo>
                    <a:pt x="322982" y="31003"/>
                    <a:pt x="323334" y="35860"/>
                    <a:pt x="323334" y="40729"/>
                  </a:cubicBezTo>
                  <a:cubicBezTo>
                    <a:pt x="323334" y="45652"/>
                    <a:pt x="322982" y="50521"/>
                    <a:pt x="322292" y="55313"/>
                  </a:cubicBezTo>
                  <a:cubicBezTo>
                    <a:pt x="321602" y="60105"/>
                    <a:pt x="320313" y="64441"/>
                    <a:pt x="318438" y="68334"/>
                  </a:cubicBezTo>
                  <a:cubicBezTo>
                    <a:pt x="316563" y="72149"/>
                    <a:pt x="313972" y="75235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74" y="81146"/>
                    <a:pt x="288594" y="79961"/>
                    <a:pt x="285365" y="77604"/>
                  </a:cubicBezTo>
                  <a:cubicBezTo>
                    <a:pt x="282136" y="75235"/>
                    <a:pt x="279649" y="72149"/>
                    <a:pt x="277917" y="68334"/>
                  </a:cubicBezTo>
                  <a:cubicBezTo>
                    <a:pt x="276107" y="64441"/>
                    <a:pt x="274896" y="60105"/>
                    <a:pt x="274271" y="55313"/>
                  </a:cubicBezTo>
                  <a:cubicBezTo>
                    <a:pt x="273646" y="50521"/>
                    <a:pt x="273334" y="45652"/>
                    <a:pt x="273334" y="40729"/>
                  </a:cubicBezTo>
                  <a:cubicBezTo>
                    <a:pt x="273334" y="35860"/>
                    <a:pt x="273646" y="31003"/>
                    <a:pt x="274271" y="26146"/>
                  </a:cubicBezTo>
                  <a:cubicBezTo>
                    <a:pt x="274896" y="21276"/>
                    <a:pt x="276107" y="16902"/>
                    <a:pt x="277917" y="13021"/>
                  </a:cubicBezTo>
                  <a:cubicBezTo>
                    <a:pt x="279649" y="9193"/>
                    <a:pt x="282136" y="6068"/>
                    <a:pt x="285365" y="3646"/>
                  </a:cubicBezTo>
                  <a:cubicBezTo>
                    <a:pt x="288594" y="1211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8" y="26146"/>
                  </a:cubicBezTo>
                  <a:cubicBezTo>
                    <a:pt x="114649" y="31003"/>
                    <a:pt x="115000" y="35860"/>
                    <a:pt x="115000" y="40729"/>
                  </a:cubicBezTo>
                  <a:cubicBezTo>
                    <a:pt x="115000" y="45652"/>
                    <a:pt x="114649" y="50521"/>
                    <a:pt x="113958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1"/>
                    <a:pt x="66563" y="60105"/>
                    <a:pt x="65937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7" y="26146"/>
                  </a:cubicBezTo>
                  <a:cubicBezTo>
                    <a:pt x="66563" y="21276"/>
                    <a:pt x="67773" y="16902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3" name="TextBox 722">
              <a:extLst>
                <a:ext uri="{FF2B5EF4-FFF2-40B4-BE49-F238E27FC236}">
                  <a16:creationId xmlns:a16="http://schemas.microsoft.com/office/drawing/2014/main" id="{DA4AF53A-E049-4C70-9FAA-2DC8CB14F9D6}"/>
                </a:ext>
              </a:extLst>
            </p:cNvPr>
            <p:cNvSpPr txBox="1"/>
            <p:nvPr/>
          </p:nvSpPr>
          <p:spPr>
            <a:xfrm>
              <a:off x="2926610" y="7031661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2023.04.01 ~</a:t>
              </a:r>
            </a:p>
          </p:txBody>
        </p:sp>
        <p:sp>
          <p:nvSpPr>
            <p:cNvPr id="724" name="자유형: 도형 723">
              <a:extLst>
                <a:ext uri="{FF2B5EF4-FFF2-40B4-BE49-F238E27FC236}">
                  <a16:creationId xmlns:a16="http://schemas.microsoft.com/office/drawing/2014/main" id="{A0F66BBA-8F44-4458-807A-2B6FA768B110}"/>
                </a:ext>
              </a:extLst>
            </p:cNvPr>
            <p:cNvSpPr/>
            <p:nvPr/>
          </p:nvSpPr>
          <p:spPr>
            <a:xfrm>
              <a:off x="3062099" y="7201326"/>
              <a:ext cx="526146" cy="81563"/>
            </a:xfrm>
            <a:custGeom>
              <a:avLst/>
              <a:gdLst>
                <a:gd name="connsiteX0" fmla="*/ 408021 w 526146"/>
                <a:gd name="connsiteY0" fmla="*/ 70833 h 81563"/>
                <a:gd name="connsiteX1" fmla="*/ 418750 w 526146"/>
                <a:gd name="connsiteY1" fmla="*/ 70833 h 81563"/>
                <a:gd name="connsiteX2" fmla="*/ 418750 w 526146"/>
                <a:gd name="connsiteY2" fmla="*/ 81563 h 81563"/>
                <a:gd name="connsiteX3" fmla="*/ 408021 w 526146"/>
                <a:gd name="connsiteY3" fmla="*/ 81563 h 81563"/>
                <a:gd name="connsiteX4" fmla="*/ 251771 w 526146"/>
                <a:gd name="connsiteY4" fmla="*/ 70833 h 81563"/>
                <a:gd name="connsiteX5" fmla="*/ 262500 w 526146"/>
                <a:gd name="connsiteY5" fmla="*/ 70833 h 81563"/>
                <a:gd name="connsiteX6" fmla="*/ 262500 w 526146"/>
                <a:gd name="connsiteY6" fmla="*/ 81563 h 81563"/>
                <a:gd name="connsiteX7" fmla="*/ 251771 w 526146"/>
                <a:gd name="connsiteY7" fmla="*/ 81563 h 81563"/>
                <a:gd name="connsiteX8" fmla="*/ 89583 w 526146"/>
                <a:gd name="connsiteY8" fmla="*/ 7188 h 81563"/>
                <a:gd name="connsiteX9" fmla="*/ 80781 w 526146"/>
                <a:gd name="connsiteY9" fmla="*/ 10834 h 81563"/>
                <a:gd name="connsiteX10" fmla="*/ 76042 w 526146"/>
                <a:gd name="connsiteY10" fmla="*/ 19584 h 81563"/>
                <a:gd name="connsiteX11" fmla="*/ 74011 w 526146"/>
                <a:gd name="connsiteY11" fmla="*/ 30573 h 81563"/>
                <a:gd name="connsiteX12" fmla="*/ 73646 w 526146"/>
                <a:gd name="connsiteY12" fmla="*/ 40729 h 81563"/>
                <a:gd name="connsiteX13" fmla="*/ 74011 w 526146"/>
                <a:gd name="connsiteY13" fmla="*/ 50782 h 81563"/>
                <a:gd name="connsiteX14" fmla="*/ 76042 w 526146"/>
                <a:gd name="connsiteY14" fmla="*/ 61667 h 81563"/>
                <a:gd name="connsiteX15" fmla="*/ 80781 w 526146"/>
                <a:gd name="connsiteY15" fmla="*/ 70313 h 81563"/>
                <a:gd name="connsiteX16" fmla="*/ 89583 w 526146"/>
                <a:gd name="connsiteY16" fmla="*/ 73854 h 81563"/>
                <a:gd name="connsiteX17" fmla="*/ 98542 w 526146"/>
                <a:gd name="connsiteY17" fmla="*/ 70313 h 81563"/>
                <a:gd name="connsiteX18" fmla="*/ 103542 w 526146"/>
                <a:gd name="connsiteY18" fmla="*/ 61667 h 81563"/>
                <a:gd name="connsiteX19" fmla="*/ 105833 w 526146"/>
                <a:gd name="connsiteY19" fmla="*/ 50782 h 81563"/>
                <a:gd name="connsiteX20" fmla="*/ 106354 w 526146"/>
                <a:gd name="connsiteY20" fmla="*/ 40729 h 81563"/>
                <a:gd name="connsiteX21" fmla="*/ 105833 w 526146"/>
                <a:gd name="connsiteY21" fmla="*/ 30573 h 81563"/>
                <a:gd name="connsiteX22" fmla="*/ 103542 w 526146"/>
                <a:gd name="connsiteY22" fmla="*/ 19584 h 81563"/>
                <a:gd name="connsiteX23" fmla="*/ 98542 w 526146"/>
                <a:gd name="connsiteY23" fmla="*/ 10834 h 81563"/>
                <a:gd name="connsiteX24" fmla="*/ 89583 w 526146"/>
                <a:gd name="connsiteY24" fmla="*/ 7188 h 81563"/>
                <a:gd name="connsiteX25" fmla="*/ 518229 w 526146"/>
                <a:gd name="connsiteY25" fmla="*/ 3125 h 81563"/>
                <a:gd name="connsiteX26" fmla="*/ 524167 w 526146"/>
                <a:gd name="connsiteY26" fmla="*/ 3125 h 81563"/>
                <a:gd name="connsiteX27" fmla="*/ 525730 w 526146"/>
                <a:gd name="connsiteY27" fmla="*/ 3542 h 81563"/>
                <a:gd name="connsiteX28" fmla="*/ 526146 w 526146"/>
                <a:gd name="connsiteY28" fmla="*/ 5105 h 81563"/>
                <a:gd name="connsiteX29" fmla="*/ 526146 w 526146"/>
                <a:gd name="connsiteY29" fmla="*/ 79167 h 81563"/>
                <a:gd name="connsiteX30" fmla="*/ 517917 w 526146"/>
                <a:gd name="connsiteY30" fmla="*/ 79167 h 81563"/>
                <a:gd name="connsiteX31" fmla="*/ 517917 w 526146"/>
                <a:gd name="connsiteY31" fmla="*/ 12084 h 81563"/>
                <a:gd name="connsiteX32" fmla="*/ 510886 w 526146"/>
                <a:gd name="connsiteY32" fmla="*/ 17865 h 81563"/>
                <a:gd name="connsiteX33" fmla="*/ 501667 w 526146"/>
                <a:gd name="connsiteY33" fmla="*/ 23125 h 81563"/>
                <a:gd name="connsiteX34" fmla="*/ 501667 w 526146"/>
                <a:gd name="connsiteY34" fmla="*/ 15209 h 81563"/>
                <a:gd name="connsiteX35" fmla="*/ 510313 w 526146"/>
                <a:gd name="connsiteY35" fmla="*/ 10104 h 81563"/>
                <a:gd name="connsiteX36" fmla="*/ 518229 w 526146"/>
                <a:gd name="connsiteY36" fmla="*/ 3125 h 81563"/>
                <a:gd name="connsiteX37" fmla="*/ 296875 w 526146"/>
                <a:gd name="connsiteY37" fmla="*/ 3125 h 81563"/>
                <a:gd name="connsiteX38" fmla="*/ 302813 w 526146"/>
                <a:gd name="connsiteY38" fmla="*/ 3125 h 81563"/>
                <a:gd name="connsiteX39" fmla="*/ 304375 w 526146"/>
                <a:gd name="connsiteY39" fmla="*/ 3542 h 81563"/>
                <a:gd name="connsiteX40" fmla="*/ 304792 w 526146"/>
                <a:gd name="connsiteY40" fmla="*/ 5105 h 81563"/>
                <a:gd name="connsiteX41" fmla="*/ 304792 w 526146"/>
                <a:gd name="connsiteY41" fmla="*/ 79167 h 81563"/>
                <a:gd name="connsiteX42" fmla="*/ 296563 w 526146"/>
                <a:gd name="connsiteY42" fmla="*/ 79167 h 81563"/>
                <a:gd name="connsiteX43" fmla="*/ 296563 w 526146"/>
                <a:gd name="connsiteY43" fmla="*/ 12084 h 81563"/>
                <a:gd name="connsiteX44" fmla="*/ 289532 w 526146"/>
                <a:gd name="connsiteY44" fmla="*/ 17865 h 81563"/>
                <a:gd name="connsiteX45" fmla="*/ 280313 w 526146"/>
                <a:gd name="connsiteY45" fmla="*/ 23125 h 81563"/>
                <a:gd name="connsiteX46" fmla="*/ 280313 w 526146"/>
                <a:gd name="connsiteY46" fmla="*/ 15209 h 81563"/>
                <a:gd name="connsiteX47" fmla="*/ 288959 w 526146"/>
                <a:gd name="connsiteY47" fmla="*/ 10104 h 81563"/>
                <a:gd name="connsiteX48" fmla="*/ 296875 w 526146"/>
                <a:gd name="connsiteY48" fmla="*/ 3125 h 81563"/>
                <a:gd name="connsiteX49" fmla="*/ 452813 w 526146"/>
                <a:gd name="connsiteY49" fmla="*/ 1354 h 81563"/>
                <a:gd name="connsiteX50" fmla="*/ 461615 w 526146"/>
                <a:gd name="connsiteY50" fmla="*/ 2553 h 81563"/>
                <a:gd name="connsiteX51" fmla="*/ 469063 w 526146"/>
                <a:gd name="connsiteY51" fmla="*/ 6251 h 81563"/>
                <a:gd name="connsiteX52" fmla="*/ 474115 w 526146"/>
                <a:gd name="connsiteY52" fmla="*/ 12604 h 81563"/>
                <a:gd name="connsiteX53" fmla="*/ 476042 w 526146"/>
                <a:gd name="connsiteY53" fmla="*/ 21771 h 81563"/>
                <a:gd name="connsiteX54" fmla="*/ 471771 w 526146"/>
                <a:gd name="connsiteY54" fmla="*/ 33437 h 81563"/>
                <a:gd name="connsiteX55" fmla="*/ 460625 w 526146"/>
                <a:gd name="connsiteY55" fmla="*/ 39792 h 81563"/>
                <a:gd name="connsiteX56" fmla="*/ 472969 w 526146"/>
                <a:gd name="connsiteY56" fmla="*/ 46198 h 81563"/>
                <a:gd name="connsiteX57" fmla="*/ 477709 w 526146"/>
                <a:gd name="connsiteY57" fmla="*/ 59063 h 81563"/>
                <a:gd name="connsiteX58" fmla="*/ 475573 w 526146"/>
                <a:gd name="connsiteY58" fmla="*/ 69010 h 81563"/>
                <a:gd name="connsiteX59" fmla="*/ 469896 w 526146"/>
                <a:gd name="connsiteY59" fmla="*/ 75834 h 81563"/>
                <a:gd name="connsiteX60" fmla="*/ 461771 w 526146"/>
                <a:gd name="connsiteY60" fmla="*/ 79687 h 81563"/>
                <a:gd name="connsiteX61" fmla="*/ 452396 w 526146"/>
                <a:gd name="connsiteY61" fmla="*/ 80938 h 81563"/>
                <a:gd name="connsiteX62" fmla="*/ 434636 w 526146"/>
                <a:gd name="connsiteY62" fmla="*/ 75000 h 81563"/>
                <a:gd name="connsiteX63" fmla="*/ 427917 w 526146"/>
                <a:gd name="connsiteY63" fmla="*/ 58542 h 81563"/>
                <a:gd name="connsiteX64" fmla="*/ 436146 w 526146"/>
                <a:gd name="connsiteY64" fmla="*/ 58542 h 81563"/>
                <a:gd name="connsiteX65" fmla="*/ 441094 w 526146"/>
                <a:gd name="connsiteY65" fmla="*/ 69896 h 81563"/>
                <a:gd name="connsiteX66" fmla="*/ 452709 w 526146"/>
                <a:gd name="connsiteY66" fmla="*/ 73750 h 81563"/>
                <a:gd name="connsiteX67" fmla="*/ 464896 w 526146"/>
                <a:gd name="connsiteY67" fmla="*/ 69687 h 81563"/>
                <a:gd name="connsiteX68" fmla="*/ 469375 w 526146"/>
                <a:gd name="connsiteY68" fmla="*/ 58125 h 81563"/>
                <a:gd name="connsiteX69" fmla="*/ 467917 w 526146"/>
                <a:gd name="connsiteY69" fmla="*/ 51510 h 81563"/>
                <a:gd name="connsiteX70" fmla="*/ 464063 w 526146"/>
                <a:gd name="connsiteY70" fmla="*/ 46980 h 81563"/>
                <a:gd name="connsiteX71" fmla="*/ 458490 w 526146"/>
                <a:gd name="connsiteY71" fmla="*/ 44375 h 81563"/>
                <a:gd name="connsiteX72" fmla="*/ 452188 w 526146"/>
                <a:gd name="connsiteY72" fmla="*/ 43333 h 81563"/>
                <a:gd name="connsiteX73" fmla="*/ 448021 w 526146"/>
                <a:gd name="connsiteY73" fmla="*/ 43333 h 81563"/>
                <a:gd name="connsiteX74" fmla="*/ 446563 w 526146"/>
                <a:gd name="connsiteY74" fmla="*/ 43074 h 81563"/>
                <a:gd name="connsiteX75" fmla="*/ 446355 w 526146"/>
                <a:gd name="connsiteY75" fmla="*/ 41667 h 81563"/>
                <a:gd name="connsiteX76" fmla="*/ 446355 w 526146"/>
                <a:gd name="connsiteY76" fmla="*/ 37812 h 81563"/>
                <a:gd name="connsiteX77" fmla="*/ 446563 w 526146"/>
                <a:gd name="connsiteY77" fmla="*/ 36146 h 81563"/>
                <a:gd name="connsiteX78" fmla="*/ 448021 w 526146"/>
                <a:gd name="connsiteY78" fmla="*/ 35729 h 81563"/>
                <a:gd name="connsiteX79" fmla="*/ 451459 w 526146"/>
                <a:gd name="connsiteY79" fmla="*/ 35729 h 81563"/>
                <a:gd name="connsiteX80" fmla="*/ 457552 w 526146"/>
                <a:gd name="connsiteY80" fmla="*/ 34948 h 81563"/>
                <a:gd name="connsiteX81" fmla="*/ 462709 w 526146"/>
                <a:gd name="connsiteY81" fmla="*/ 32500 h 81563"/>
                <a:gd name="connsiteX82" fmla="*/ 466355 w 526146"/>
                <a:gd name="connsiteY82" fmla="*/ 28385 h 81563"/>
                <a:gd name="connsiteX83" fmla="*/ 467709 w 526146"/>
                <a:gd name="connsiteY83" fmla="*/ 22188 h 81563"/>
                <a:gd name="connsiteX84" fmla="*/ 463386 w 526146"/>
                <a:gd name="connsiteY84" fmla="*/ 12084 h 81563"/>
                <a:gd name="connsiteX85" fmla="*/ 452500 w 526146"/>
                <a:gd name="connsiteY85" fmla="*/ 8542 h 81563"/>
                <a:gd name="connsiteX86" fmla="*/ 441823 w 526146"/>
                <a:gd name="connsiteY86" fmla="*/ 12084 h 81563"/>
                <a:gd name="connsiteX87" fmla="*/ 437292 w 526146"/>
                <a:gd name="connsiteY87" fmla="*/ 22292 h 81563"/>
                <a:gd name="connsiteX88" fmla="*/ 428959 w 526146"/>
                <a:gd name="connsiteY88" fmla="*/ 22292 h 81563"/>
                <a:gd name="connsiteX89" fmla="*/ 435625 w 526146"/>
                <a:gd name="connsiteY89" fmla="*/ 6979 h 81563"/>
                <a:gd name="connsiteX90" fmla="*/ 452813 w 526146"/>
                <a:gd name="connsiteY90" fmla="*/ 1354 h 81563"/>
                <a:gd name="connsiteX91" fmla="*/ 361563 w 526146"/>
                <a:gd name="connsiteY91" fmla="*/ 1354 h 81563"/>
                <a:gd name="connsiteX92" fmla="*/ 377604 w 526146"/>
                <a:gd name="connsiteY92" fmla="*/ 6459 h 81563"/>
                <a:gd name="connsiteX93" fmla="*/ 384063 w 526146"/>
                <a:gd name="connsiteY93" fmla="*/ 21458 h 81563"/>
                <a:gd name="connsiteX94" fmla="*/ 379948 w 526146"/>
                <a:gd name="connsiteY94" fmla="*/ 35313 h 81563"/>
                <a:gd name="connsiteX95" fmla="*/ 370105 w 526146"/>
                <a:gd name="connsiteY95" fmla="*/ 49271 h 81563"/>
                <a:gd name="connsiteX96" fmla="*/ 358229 w 526146"/>
                <a:gd name="connsiteY96" fmla="*/ 61979 h 81563"/>
                <a:gd name="connsiteX97" fmla="*/ 348021 w 526146"/>
                <a:gd name="connsiteY97" fmla="*/ 71979 h 81563"/>
                <a:gd name="connsiteX98" fmla="*/ 385729 w 526146"/>
                <a:gd name="connsiteY98" fmla="*/ 71979 h 81563"/>
                <a:gd name="connsiteX99" fmla="*/ 385729 w 526146"/>
                <a:gd name="connsiteY99" fmla="*/ 79167 h 81563"/>
                <a:gd name="connsiteX100" fmla="*/ 340000 w 526146"/>
                <a:gd name="connsiteY100" fmla="*/ 79167 h 81563"/>
                <a:gd name="connsiteX101" fmla="*/ 338802 w 526146"/>
                <a:gd name="connsiteY101" fmla="*/ 78855 h 81563"/>
                <a:gd name="connsiteX102" fmla="*/ 338542 w 526146"/>
                <a:gd name="connsiteY102" fmla="*/ 77604 h 81563"/>
                <a:gd name="connsiteX103" fmla="*/ 338542 w 526146"/>
                <a:gd name="connsiteY103" fmla="*/ 71355 h 81563"/>
                <a:gd name="connsiteX104" fmla="*/ 342865 w 526146"/>
                <a:gd name="connsiteY104" fmla="*/ 67188 h 81563"/>
                <a:gd name="connsiteX105" fmla="*/ 348438 w 526146"/>
                <a:gd name="connsiteY105" fmla="*/ 61667 h 81563"/>
                <a:gd name="connsiteX106" fmla="*/ 354479 w 526146"/>
                <a:gd name="connsiteY106" fmla="*/ 55208 h 81563"/>
                <a:gd name="connsiteX107" fmla="*/ 360625 w 526146"/>
                <a:gd name="connsiteY107" fmla="*/ 48126 h 81563"/>
                <a:gd name="connsiteX108" fmla="*/ 366354 w 526146"/>
                <a:gd name="connsiteY108" fmla="*/ 40990 h 81563"/>
                <a:gd name="connsiteX109" fmla="*/ 371042 w 526146"/>
                <a:gd name="connsiteY109" fmla="*/ 34063 h 81563"/>
                <a:gd name="connsiteX110" fmla="*/ 374323 w 526146"/>
                <a:gd name="connsiteY110" fmla="*/ 27604 h 81563"/>
                <a:gd name="connsiteX111" fmla="*/ 375521 w 526146"/>
                <a:gd name="connsiteY111" fmla="*/ 22084 h 81563"/>
                <a:gd name="connsiteX112" fmla="*/ 371563 w 526146"/>
                <a:gd name="connsiteY112" fmla="*/ 11927 h 81563"/>
                <a:gd name="connsiteX113" fmla="*/ 361355 w 526146"/>
                <a:gd name="connsiteY113" fmla="*/ 8542 h 81563"/>
                <a:gd name="connsiteX114" fmla="*/ 351511 w 526146"/>
                <a:gd name="connsiteY114" fmla="*/ 12709 h 81563"/>
                <a:gd name="connsiteX115" fmla="*/ 347709 w 526146"/>
                <a:gd name="connsiteY115" fmla="*/ 23542 h 81563"/>
                <a:gd name="connsiteX116" fmla="*/ 339167 w 526146"/>
                <a:gd name="connsiteY116" fmla="*/ 23542 h 81563"/>
                <a:gd name="connsiteX117" fmla="*/ 340834 w 526146"/>
                <a:gd name="connsiteY117" fmla="*/ 14428 h 81563"/>
                <a:gd name="connsiteX118" fmla="*/ 345521 w 526146"/>
                <a:gd name="connsiteY118" fmla="*/ 7396 h 81563"/>
                <a:gd name="connsiteX119" fmla="*/ 352656 w 526146"/>
                <a:gd name="connsiteY119" fmla="*/ 2917 h 81563"/>
                <a:gd name="connsiteX120" fmla="*/ 361563 w 526146"/>
                <a:gd name="connsiteY120" fmla="*/ 1354 h 81563"/>
                <a:gd name="connsiteX121" fmla="*/ 205417 w 526146"/>
                <a:gd name="connsiteY121" fmla="*/ 1354 h 81563"/>
                <a:gd name="connsiteX122" fmla="*/ 214219 w 526146"/>
                <a:gd name="connsiteY122" fmla="*/ 2553 h 81563"/>
                <a:gd name="connsiteX123" fmla="*/ 221667 w 526146"/>
                <a:gd name="connsiteY123" fmla="*/ 6251 h 81563"/>
                <a:gd name="connsiteX124" fmla="*/ 226719 w 526146"/>
                <a:gd name="connsiteY124" fmla="*/ 12604 h 81563"/>
                <a:gd name="connsiteX125" fmla="*/ 228646 w 526146"/>
                <a:gd name="connsiteY125" fmla="*/ 21771 h 81563"/>
                <a:gd name="connsiteX126" fmla="*/ 224375 w 526146"/>
                <a:gd name="connsiteY126" fmla="*/ 33437 h 81563"/>
                <a:gd name="connsiteX127" fmla="*/ 213229 w 526146"/>
                <a:gd name="connsiteY127" fmla="*/ 39792 h 81563"/>
                <a:gd name="connsiteX128" fmla="*/ 225573 w 526146"/>
                <a:gd name="connsiteY128" fmla="*/ 46198 h 81563"/>
                <a:gd name="connsiteX129" fmla="*/ 230313 w 526146"/>
                <a:gd name="connsiteY129" fmla="*/ 59063 h 81563"/>
                <a:gd name="connsiteX130" fmla="*/ 228177 w 526146"/>
                <a:gd name="connsiteY130" fmla="*/ 69010 h 81563"/>
                <a:gd name="connsiteX131" fmla="*/ 222500 w 526146"/>
                <a:gd name="connsiteY131" fmla="*/ 75834 h 81563"/>
                <a:gd name="connsiteX132" fmla="*/ 214375 w 526146"/>
                <a:gd name="connsiteY132" fmla="*/ 79687 h 81563"/>
                <a:gd name="connsiteX133" fmla="*/ 205000 w 526146"/>
                <a:gd name="connsiteY133" fmla="*/ 80938 h 81563"/>
                <a:gd name="connsiteX134" fmla="*/ 187240 w 526146"/>
                <a:gd name="connsiteY134" fmla="*/ 75000 h 81563"/>
                <a:gd name="connsiteX135" fmla="*/ 180521 w 526146"/>
                <a:gd name="connsiteY135" fmla="*/ 58542 h 81563"/>
                <a:gd name="connsiteX136" fmla="*/ 188750 w 526146"/>
                <a:gd name="connsiteY136" fmla="*/ 58542 h 81563"/>
                <a:gd name="connsiteX137" fmla="*/ 193698 w 526146"/>
                <a:gd name="connsiteY137" fmla="*/ 69896 h 81563"/>
                <a:gd name="connsiteX138" fmla="*/ 205313 w 526146"/>
                <a:gd name="connsiteY138" fmla="*/ 73750 h 81563"/>
                <a:gd name="connsiteX139" fmla="*/ 217500 w 526146"/>
                <a:gd name="connsiteY139" fmla="*/ 69687 h 81563"/>
                <a:gd name="connsiteX140" fmla="*/ 221979 w 526146"/>
                <a:gd name="connsiteY140" fmla="*/ 58125 h 81563"/>
                <a:gd name="connsiteX141" fmla="*/ 220521 w 526146"/>
                <a:gd name="connsiteY141" fmla="*/ 51510 h 81563"/>
                <a:gd name="connsiteX142" fmla="*/ 216667 w 526146"/>
                <a:gd name="connsiteY142" fmla="*/ 46980 h 81563"/>
                <a:gd name="connsiteX143" fmla="*/ 211094 w 526146"/>
                <a:gd name="connsiteY143" fmla="*/ 44375 h 81563"/>
                <a:gd name="connsiteX144" fmla="*/ 204792 w 526146"/>
                <a:gd name="connsiteY144" fmla="*/ 43333 h 81563"/>
                <a:gd name="connsiteX145" fmla="*/ 200625 w 526146"/>
                <a:gd name="connsiteY145" fmla="*/ 43333 h 81563"/>
                <a:gd name="connsiteX146" fmla="*/ 199167 w 526146"/>
                <a:gd name="connsiteY146" fmla="*/ 43074 h 81563"/>
                <a:gd name="connsiteX147" fmla="*/ 198959 w 526146"/>
                <a:gd name="connsiteY147" fmla="*/ 41667 h 81563"/>
                <a:gd name="connsiteX148" fmla="*/ 198959 w 526146"/>
                <a:gd name="connsiteY148" fmla="*/ 37812 h 81563"/>
                <a:gd name="connsiteX149" fmla="*/ 199167 w 526146"/>
                <a:gd name="connsiteY149" fmla="*/ 36146 h 81563"/>
                <a:gd name="connsiteX150" fmla="*/ 200625 w 526146"/>
                <a:gd name="connsiteY150" fmla="*/ 35729 h 81563"/>
                <a:gd name="connsiteX151" fmla="*/ 204063 w 526146"/>
                <a:gd name="connsiteY151" fmla="*/ 35729 h 81563"/>
                <a:gd name="connsiteX152" fmla="*/ 210156 w 526146"/>
                <a:gd name="connsiteY152" fmla="*/ 34948 h 81563"/>
                <a:gd name="connsiteX153" fmla="*/ 215313 w 526146"/>
                <a:gd name="connsiteY153" fmla="*/ 32500 h 81563"/>
                <a:gd name="connsiteX154" fmla="*/ 218959 w 526146"/>
                <a:gd name="connsiteY154" fmla="*/ 28385 h 81563"/>
                <a:gd name="connsiteX155" fmla="*/ 220313 w 526146"/>
                <a:gd name="connsiteY155" fmla="*/ 22188 h 81563"/>
                <a:gd name="connsiteX156" fmla="*/ 215990 w 526146"/>
                <a:gd name="connsiteY156" fmla="*/ 12084 h 81563"/>
                <a:gd name="connsiteX157" fmla="*/ 205104 w 526146"/>
                <a:gd name="connsiteY157" fmla="*/ 8542 h 81563"/>
                <a:gd name="connsiteX158" fmla="*/ 194427 w 526146"/>
                <a:gd name="connsiteY158" fmla="*/ 12084 h 81563"/>
                <a:gd name="connsiteX159" fmla="*/ 189896 w 526146"/>
                <a:gd name="connsiteY159" fmla="*/ 22292 h 81563"/>
                <a:gd name="connsiteX160" fmla="*/ 181563 w 526146"/>
                <a:gd name="connsiteY160" fmla="*/ 22292 h 81563"/>
                <a:gd name="connsiteX161" fmla="*/ 188229 w 526146"/>
                <a:gd name="connsiteY161" fmla="*/ 6979 h 81563"/>
                <a:gd name="connsiteX162" fmla="*/ 205417 w 526146"/>
                <a:gd name="connsiteY162" fmla="*/ 1354 h 81563"/>
                <a:gd name="connsiteX163" fmla="*/ 140208 w 526146"/>
                <a:gd name="connsiteY163" fmla="*/ 1354 h 81563"/>
                <a:gd name="connsiteX164" fmla="*/ 156250 w 526146"/>
                <a:gd name="connsiteY164" fmla="*/ 6459 h 81563"/>
                <a:gd name="connsiteX165" fmla="*/ 162708 w 526146"/>
                <a:gd name="connsiteY165" fmla="*/ 21458 h 81563"/>
                <a:gd name="connsiteX166" fmla="*/ 158594 w 526146"/>
                <a:gd name="connsiteY166" fmla="*/ 35313 h 81563"/>
                <a:gd name="connsiteX167" fmla="*/ 148750 w 526146"/>
                <a:gd name="connsiteY167" fmla="*/ 49271 h 81563"/>
                <a:gd name="connsiteX168" fmla="*/ 136875 w 526146"/>
                <a:gd name="connsiteY168" fmla="*/ 61979 h 81563"/>
                <a:gd name="connsiteX169" fmla="*/ 126667 w 526146"/>
                <a:gd name="connsiteY169" fmla="*/ 71979 h 81563"/>
                <a:gd name="connsiteX170" fmla="*/ 164375 w 526146"/>
                <a:gd name="connsiteY170" fmla="*/ 71979 h 81563"/>
                <a:gd name="connsiteX171" fmla="*/ 164375 w 526146"/>
                <a:gd name="connsiteY171" fmla="*/ 79167 h 81563"/>
                <a:gd name="connsiteX172" fmla="*/ 118646 w 526146"/>
                <a:gd name="connsiteY172" fmla="*/ 79167 h 81563"/>
                <a:gd name="connsiteX173" fmla="*/ 117448 w 526146"/>
                <a:gd name="connsiteY173" fmla="*/ 78855 h 81563"/>
                <a:gd name="connsiteX174" fmla="*/ 117188 w 526146"/>
                <a:gd name="connsiteY174" fmla="*/ 77604 h 81563"/>
                <a:gd name="connsiteX175" fmla="*/ 117188 w 526146"/>
                <a:gd name="connsiteY175" fmla="*/ 71355 h 81563"/>
                <a:gd name="connsiteX176" fmla="*/ 121510 w 526146"/>
                <a:gd name="connsiteY176" fmla="*/ 67188 h 81563"/>
                <a:gd name="connsiteX177" fmla="*/ 127084 w 526146"/>
                <a:gd name="connsiteY177" fmla="*/ 61667 h 81563"/>
                <a:gd name="connsiteX178" fmla="*/ 133125 w 526146"/>
                <a:gd name="connsiteY178" fmla="*/ 55208 h 81563"/>
                <a:gd name="connsiteX179" fmla="*/ 139271 w 526146"/>
                <a:gd name="connsiteY179" fmla="*/ 48126 h 81563"/>
                <a:gd name="connsiteX180" fmla="*/ 145000 w 526146"/>
                <a:gd name="connsiteY180" fmla="*/ 40990 h 81563"/>
                <a:gd name="connsiteX181" fmla="*/ 149688 w 526146"/>
                <a:gd name="connsiteY181" fmla="*/ 34063 h 81563"/>
                <a:gd name="connsiteX182" fmla="*/ 152969 w 526146"/>
                <a:gd name="connsiteY182" fmla="*/ 27604 h 81563"/>
                <a:gd name="connsiteX183" fmla="*/ 154167 w 526146"/>
                <a:gd name="connsiteY183" fmla="*/ 22084 h 81563"/>
                <a:gd name="connsiteX184" fmla="*/ 150209 w 526146"/>
                <a:gd name="connsiteY184" fmla="*/ 11927 h 81563"/>
                <a:gd name="connsiteX185" fmla="*/ 140000 w 526146"/>
                <a:gd name="connsiteY185" fmla="*/ 8542 h 81563"/>
                <a:gd name="connsiteX186" fmla="*/ 130156 w 526146"/>
                <a:gd name="connsiteY186" fmla="*/ 12709 h 81563"/>
                <a:gd name="connsiteX187" fmla="*/ 126354 w 526146"/>
                <a:gd name="connsiteY187" fmla="*/ 23542 h 81563"/>
                <a:gd name="connsiteX188" fmla="*/ 117813 w 526146"/>
                <a:gd name="connsiteY188" fmla="*/ 23542 h 81563"/>
                <a:gd name="connsiteX189" fmla="*/ 119479 w 526146"/>
                <a:gd name="connsiteY189" fmla="*/ 14428 h 81563"/>
                <a:gd name="connsiteX190" fmla="*/ 124167 w 526146"/>
                <a:gd name="connsiteY190" fmla="*/ 7396 h 81563"/>
                <a:gd name="connsiteX191" fmla="*/ 131302 w 526146"/>
                <a:gd name="connsiteY191" fmla="*/ 2917 h 81563"/>
                <a:gd name="connsiteX192" fmla="*/ 140208 w 526146"/>
                <a:gd name="connsiteY192" fmla="*/ 1354 h 81563"/>
                <a:gd name="connsiteX193" fmla="*/ 23021 w 526146"/>
                <a:gd name="connsiteY193" fmla="*/ 1354 h 81563"/>
                <a:gd name="connsiteX194" fmla="*/ 39063 w 526146"/>
                <a:gd name="connsiteY194" fmla="*/ 6459 h 81563"/>
                <a:gd name="connsiteX195" fmla="*/ 45521 w 526146"/>
                <a:gd name="connsiteY195" fmla="*/ 21458 h 81563"/>
                <a:gd name="connsiteX196" fmla="*/ 41406 w 526146"/>
                <a:gd name="connsiteY196" fmla="*/ 35313 h 81563"/>
                <a:gd name="connsiteX197" fmla="*/ 31563 w 526146"/>
                <a:gd name="connsiteY197" fmla="*/ 49271 h 81563"/>
                <a:gd name="connsiteX198" fmla="*/ 19688 w 526146"/>
                <a:gd name="connsiteY198" fmla="*/ 61979 h 81563"/>
                <a:gd name="connsiteX199" fmla="*/ 9479 w 526146"/>
                <a:gd name="connsiteY199" fmla="*/ 71979 h 81563"/>
                <a:gd name="connsiteX200" fmla="*/ 47188 w 526146"/>
                <a:gd name="connsiteY200" fmla="*/ 71979 h 81563"/>
                <a:gd name="connsiteX201" fmla="*/ 47188 w 526146"/>
                <a:gd name="connsiteY201" fmla="*/ 79167 h 81563"/>
                <a:gd name="connsiteX202" fmla="*/ 1458 w 526146"/>
                <a:gd name="connsiteY202" fmla="*/ 79167 h 81563"/>
                <a:gd name="connsiteX203" fmla="*/ 260 w 526146"/>
                <a:gd name="connsiteY203" fmla="*/ 78855 h 81563"/>
                <a:gd name="connsiteX204" fmla="*/ 0 w 526146"/>
                <a:gd name="connsiteY204" fmla="*/ 77604 h 81563"/>
                <a:gd name="connsiteX205" fmla="*/ 0 w 526146"/>
                <a:gd name="connsiteY205" fmla="*/ 71355 h 81563"/>
                <a:gd name="connsiteX206" fmla="*/ 4323 w 526146"/>
                <a:gd name="connsiteY206" fmla="*/ 67188 h 81563"/>
                <a:gd name="connsiteX207" fmla="*/ 9896 w 526146"/>
                <a:gd name="connsiteY207" fmla="*/ 61667 h 81563"/>
                <a:gd name="connsiteX208" fmla="*/ 15937 w 526146"/>
                <a:gd name="connsiteY208" fmla="*/ 55208 h 81563"/>
                <a:gd name="connsiteX209" fmla="*/ 22083 w 526146"/>
                <a:gd name="connsiteY209" fmla="*/ 48126 h 81563"/>
                <a:gd name="connsiteX210" fmla="*/ 27813 w 526146"/>
                <a:gd name="connsiteY210" fmla="*/ 40990 h 81563"/>
                <a:gd name="connsiteX211" fmla="*/ 32500 w 526146"/>
                <a:gd name="connsiteY211" fmla="*/ 34063 h 81563"/>
                <a:gd name="connsiteX212" fmla="*/ 35781 w 526146"/>
                <a:gd name="connsiteY212" fmla="*/ 27604 h 81563"/>
                <a:gd name="connsiteX213" fmla="*/ 36979 w 526146"/>
                <a:gd name="connsiteY213" fmla="*/ 22084 h 81563"/>
                <a:gd name="connsiteX214" fmla="*/ 33021 w 526146"/>
                <a:gd name="connsiteY214" fmla="*/ 11927 h 81563"/>
                <a:gd name="connsiteX215" fmla="*/ 22813 w 526146"/>
                <a:gd name="connsiteY215" fmla="*/ 8542 h 81563"/>
                <a:gd name="connsiteX216" fmla="*/ 12969 w 526146"/>
                <a:gd name="connsiteY216" fmla="*/ 12709 h 81563"/>
                <a:gd name="connsiteX217" fmla="*/ 9167 w 526146"/>
                <a:gd name="connsiteY217" fmla="*/ 23542 h 81563"/>
                <a:gd name="connsiteX218" fmla="*/ 625 w 526146"/>
                <a:gd name="connsiteY218" fmla="*/ 23542 h 81563"/>
                <a:gd name="connsiteX219" fmla="*/ 2292 w 526146"/>
                <a:gd name="connsiteY219" fmla="*/ 14428 h 81563"/>
                <a:gd name="connsiteX220" fmla="*/ 6979 w 526146"/>
                <a:gd name="connsiteY220" fmla="*/ 7396 h 81563"/>
                <a:gd name="connsiteX221" fmla="*/ 14115 w 526146"/>
                <a:gd name="connsiteY221" fmla="*/ 2917 h 81563"/>
                <a:gd name="connsiteX222" fmla="*/ 23021 w 526146"/>
                <a:gd name="connsiteY222" fmla="*/ 1354 h 81563"/>
                <a:gd name="connsiteX223" fmla="*/ 89583 w 526146"/>
                <a:gd name="connsiteY223" fmla="*/ 0 h 81563"/>
                <a:gd name="connsiteX224" fmla="*/ 102344 w 526146"/>
                <a:gd name="connsiteY224" fmla="*/ 3646 h 81563"/>
                <a:gd name="connsiteX225" fmla="*/ 110104 w 526146"/>
                <a:gd name="connsiteY225" fmla="*/ 13021 h 81563"/>
                <a:gd name="connsiteX226" fmla="*/ 113959 w 526146"/>
                <a:gd name="connsiteY226" fmla="*/ 26146 h 81563"/>
                <a:gd name="connsiteX227" fmla="*/ 115000 w 526146"/>
                <a:gd name="connsiteY227" fmla="*/ 40729 h 81563"/>
                <a:gd name="connsiteX228" fmla="*/ 113959 w 526146"/>
                <a:gd name="connsiteY228" fmla="*/ 55313 h 81563"/>
                <a:gd name="connsiteX229" fmla="*/ 110104 w 526146"/>
                <a:gd name="connsiteY229" fmla="*/ 68334 h 81563"/>
                <a:gd name="connsiteX230" fmla="*/ 102344 w 526146"/>
                <a:gd name="connsiteY230" fmla="*/ 77604 h 81563"/>
                <a:gd name="connsiteX231" fmla="*/ 89583 w 526146"/>
                <a:gd name="connsiteY231" fmla="*/ 81146 h 81563"/>
                <a:gd name="connsiteX232" fmla="*/ 77031 w 526146"/>
                <a:gd name="connsiteY232" fmla="*/ 77604 h 81563"/>
                <a:gd name="connsiteX233" fmla="*/ 69583 w 526146"/>
                <a:gd name="connsiteY233" fmla="*/ 68334 h 81563"/>
                <a:gd name="connsiteX234" fmla="*/ 65938 w 526146"/>
                <a:gd name="connsiteY234" fmla="*/ 55313 h 81563"/>
                <a:gd name="connsiteX235" fmla="*/ 65000 w 526146"/>
                <a:gd name="connsiteY235" fmla="*/ 40729 h 81563"/>
                <a:gd name="connsiteX236" fmla="*/ 65938 w 526146"/>
                <a:gd name="connsiteY236" fmla="*/ 26146 h 81563"/>
                <a:gd name="connsiteX237" fmla="*/ 69583 w 526146"/>
                <a:gd name="connsiteY237" fmla="*/ 13021 h 81563"/>
                <a:gd name="connsiteX238" fmla="*/ 77031 w 526146"/>
                <a:gd name="connsiteY238" fmla="*/ 3646 h 81563"/>
                <a:gd name="connsiteX239" fmla="*/ 89583 w 526146"/>
                <a:gd name="connsiteY239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</a:cxnLst>
              <a:rect l="l" t="t" r="r" b="b"/>
              <a:pathLst>
                <a:path w="526146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4"/>
                  </a:cubicBezTo>
                  <a:cubicBezTo>
                    <a:pt x="78672" y="13255"/>
                    <a:pt x="77084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8"/>
                    <a:pt x="73646" y="37812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3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95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55"/>
                    <a:pt x="525730" y="3542"/>
                  </a:cubicBezTo>
                  <a:cubicBezTo>
                    <a:pt x="526016" y="3815"/>
                    <a:pt x="526146" y="4336"/>
                    <a:pt x="526146" y="5105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4"/>
                  </a:lnTo>
                  <a:cubicBezTo>
                    <a:pt x="516042" y="14089"/>
                    <a:pt x="513698" y="16016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9"/>
                  </a:lnTo>
                  <a:cubicBezTo>
                    <a:pt x="504662" y="13881"/>
                    <a:pt x="507539" y="12188"/>
                    <a:pt x="510313" y="10104"/>
                  </a:cubicBezTo>
                  <a:cubicBezTo>
                    <a:pt x="513099" y="8021"/>
                    <a:pt x="515729" y="5690"/>
                    <a:pt x="518229" y="3125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55"/>
                    <a:pt x="304375" y="3542"/>
                  </a:cubicBezTo>
                  <a:cubicBezTo>
                    <a:pt x="304662" y="3815"/>
                    <a:pt x="304792" y="4336"/>
                    <a:pt x="304792" y="5105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4"/>
                  </a:lnTo>
                  <a:cubicBezTo>
                    <a:pt x="294688" y="14089"/>
                    <a:pt x="292344" y="16016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9"/>
                  </a:lnTo>
                  <a:cubicBezTo>
                    <a:pt x="283308" y="13881"/>
                    <a:pt x="286185" y="12188"/>
                    <a:pt x="288959" y="10104"/>
                  </a:cubicBezTo>
                  <a:cubicBezTo>
                    <a:pt x="291745" y="8021"/>
                    <a:pt x="294375" y="5690"/>
                    <a:pt x="296875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53" y="49662"/>
                    <a:pt x="465664" y="48151"/>
                    <a:pt x="464063" y="46980"/>
                  </a:cubicBezTo>
                  <a:cubicBezTo>
                    <a:pt x="462396" y="45795"/>
                    <a:pt x="460547" y="44922"/>
                    <a:pt x="458490" y="44375"/>
                  </a:cubicBezTo>
                  <a:cubicBezTo>
                    <a:pt x="456446" y="43815"/>
                    <a:pt x="454349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33" y="42891"/>
                    <a:pt x="446355" y="42422"/>
                    <a:pt x="446355" y="41667"/>
                  </a:cubicBezTo>
                  <a:lnTo>
                    <a:pt x="446355" y="37812"/>
                  </a:lnTo>
                  <a:cubicBezTo>
                    <a:pt x="446355" y="36980"/>
                    <a:pt x="446433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45" y="31459"/>
                    <a:pt x="465456" y="30078"/>
                    <a:pt x="466355" y="28385"/>
                  </a:cubicBezTo>
                  <a:cubicBezTo>
                    <a:pt x="467266" y="26680"/>
                    <a:pt x="467709" y="24610"/>
                    <a:pt x="467709" y="22188"/>
                  </a:cubicBezTo>
                  <a:cubicBezTo>
                    <a:pt x="467709" y="17813"/>
                    <a:pt x="466276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95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30"/>
                    <a:pt x="435625" y="6979"/>
                  </a:cubicBezTo>
                  <a:cubicBezTo>
                    <a:pt x="440000" y="3230"/>
                    <a:pt x="445730" y="1354"/>
                    <a:pt x="452813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308" y="3047"/>
                    <a:pt x="377604" y="6459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14" y="40104"/>
                    <a:pt x="373933" y="44753"/>
                    <a:pt x="370105" y="49271"/>
                  </a:cubicBezTo>
                  <a:cubicBezTo>
                    <a:pt x="366289" y="53776"/>
                    <a:pt x="362331" y="58021"/>
                    <a:pt x="358229" y="61979"/>
                  </a:cubicBezTo>
                  <a:cubicBezTo>
                    <a:pt x="354141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85" y="79063"/>
                    <a:pt x="338802" y="78855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5"/>
                  </a:lnTo>
                  <a:cubicBezTo>
                    <a:pt x="339727" y="70235"/>
                    <a:pt x="341172" y="68855"/>
                    <a:pt x="342865" y="67188"/>
                  </a:cubicBezTo>
                  <a:cubicBezTo>
                    <a:pt x="344571" y="65521"/>
                    <a:pt x="346433" y="63672"/>
                    <a:pt x="348438" y="61667"/>
                  </a:cubicBezTo>
                  <a:cubicBezTo>
                    <a:pt x="350391" y="59648"/>
                    <a:pt x="352396" y="57500"/>
                    <a:pt x="354479" y="55208"/>
                  </a:cubicBezTo>
                  <a:cubicBezTo>
                    <a:pt x="356563" y="52917"/>
                    <a:pt x="358620" y="50547"/>
                    <a:pt x="360625" y="48126"/>
                  </a:cubicBezTo>
                  <a:cubicBezTo>
                    <a:pt x="362644" y="45756"/>
                    <a:pt x="364558" y="43386"/>
                    <a:pt x="366354" y="40990"/>
                  </a:cubicBezTo>
                  <a:cubicBezTo>
                    <a:pt x="368164" y="38594"/>
                    <a:pt x="369727" y="36276"/>
                    <a:pt x="371042" y="34063"/>
                  </a:cubicBezTo>
                  <a:cubicBezTo>
                    <a:pt x="372435" y="31771"/>
                    <a:pt x="373529" y="29610"/>
                    <a:pt x="374323" y="27604"/>
                  </a:cubicBezTo>
                  <a:cubicBezTo>
                    <a:pt x="375131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32" y="9662"/>
                    <a:pt x="365521" y="8542"/>
                    <a:pt x="361355" y="8542"/>
                  </a:cubicBezTo>
                  <a:cubicBezTo>
                    <a:pt x="357331" y="8542"/>
                    <a:pt x="354050" y="9922"/>
                    <a:pt x="351511" y="12709"/>
                  </a:cubicBezTo>
                  <a:cubicBezTo>
                    <a:pt x="348985" y="15482"/>
                    <a:pt x="347709" y="19089"/>
                    <a:pt x="347709" y="23542"/>
                  </a:cubicBezTo>
                  <a:lnTo>
                    <a:pt x="339167" y="23542"/>
                  </a:lnTo>
                  <a:cubicBezTo>
                    <a:pt x="339167" y="20208"/>
                    <a:pt x="339727" y="17161"/>
                    <a:pt x="340834" y="14428"/>
                  </a:cubicBezTo>
                  <a:cubicBezTo>
                    <a:pt x="341953" y="11680"/>
                    <a:pt x="343516" y="9336"/>
                    <a:pt x="345521" y="7396"/>
                  </a:cubicBezTo>
                  <a:cubicBezTo>
                    <a:pt x="347539" y="5443"/>
                    <a:pt x="349922" y="3959"/>
                    <a:pt x="352656" y="2917"/>
                  </a:cubicBezTo>
                  <a:cubicBezTo>
                    <a:pt x="355404" y="1876"/>
                    <a:pt x="358373" y="1354"/>
                    <a:pt x="361563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3"/>
                  </a:cubicBezTo>
                  <a:cubicBezTo>
                    <a:pt x="217031" y="3347"/>
                    <a:pt x="219518" y="4583"/>
                    <a:pt x="221667" y="6251"/>
                  </a:cubicBezTo>
                  <a:cubicBezTo>
                    <a:pt x="223750" y="7917"/>
                    <a:pt x="225443" y="10026"/>
                    <a:pt x="226719" y="12604"/>
                  </a:cubicBezTo>
                  <a:cubicBezTo>
                    <a:pt x="228008" y="15170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37" y="36836"/>
                    <a:pt x="217813" y="38958"/>
                    <a:pt x="213229" y="39792"/>
                  </a:cubicBezTo>
                  <a:cubicBezTo>
                    <a:pt x="218307" y="40482"/>
                    <a:pt x="222422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610" y="66263"/>
                    <a:pt x="228177" y="69010"/>
                  </a:cubicBezTo>
                  <a:cubicBezTo>
                    <a:pt x="226758" y="71745"/>
                    <a:pt x="224870" y="74023"/>
                    <a:pt x="222500" y="75834"/>
                  </a:cubicBezTo>
                  <a:cubicBezTo>
                    <a:pt x="220144" y="77566"/>
                    <a:pt x="217435" y="78855"/>
                    <a:pt x="214375" y="79687"/>
                  </a:cubicBezTo>
                  <a:cubicBezTo>
                    <a:pt x="211328" y="80521"/>
                    <a:pt x="208203" y="80938"/>
                    <a:pt x="205000" y="80938"/>
                  </a:cubicBezTo>
                  <a:cubicBezTo>
                    <a:pt x="197500" y="80938"/>
                    <a:pt x="191589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45" y="63542"/>
                    <a:pt x="190886" y="67318"/>
                    <a:pt x="193698" y="69896"/>
                  </a:cubicBezTo>
                  <a:cubicBezTo>
                    <a:pt x="196511" y="72461"/>
                    <a:pt x="200391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95" y="66980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0"/>
                  </a:cubicBezTo>
                  <a:cubicBezTo>
                    <a:pt x="219557" y="49662"/>
                    <a:pt x="218268" y="48151"/>
                    <a:pt x="216667" y="46980"/>
                  </a:cubicBezTo>
                  <a:cubicBezTo>
                    <a:pt x="215000" y="45795"/>
                    <a:pt x="213151" y="44922"/>
                    <a:pt x="211094" y="44375"/>
                  </a:cubicBezTo>
                  <a:cubicBezTo>
                    <a:pt x="209050" y="43815"/>
                    <a:pt x="206953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3"/>
                    <a:pt x="199167" y="43074"/>
                  </a:cubicBezTo>
                  <a:cubicBezTo>
                    <a:pt x="199037" y="42891"/>
                    <a:pt x="198959" y="42422"/>
                    <a:pt x="198959" y="41667"/>
                  </a:cubicBezTo>
                  <a:lnTo>
                    <a:pt x="198959" y="37812"/>
                  </a:lnTo>
                  <a:cubicBezTo>
                    <a:pt x="198959" y="36980"/>
                    <a:pt x="199037" y="36419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8"/>
                    <a:pt x="213854" y="33607"/>
                    <a:pt x="215313" y="32500"/>
                  </a:cubicBezTo>
                  <a:cubicBezTo>
                    <a:pt x="216849" y="31459"/>
                    <a:pt x="218060" y="30078"/>
                    <a:pt x="218959" y="28385"/>
                  </a:cubicBezTo>
                  <a:cubicBezTo>
                    <a:pt x="219870" y="26680"/>
                    <a:pt x="220313" y="24610"/>
                    <a:pt x="220313" y="22188"/>
                  </a:cubicBezTo>
                  <a:cubicBezTo>
                    <a:pt x="220313" y="17813"/>
                    <a:pt x="218880" y="14440"/>
                    <a:pt x="215990" y="12084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99" y="8542"/>
                    <a:pt x="197031" y="9714"/>
                    <a:pt x="194427" y="12084"/>
                  </a:cubicBezTo>
                  <a:cubicBezTo>
                    <a:pt x="191823" y="14440"/>
                    <a:pt x="190313" y="17838"/>
                    <a:pt x="189896" y="22292"/>
                  </a:cubicBezTo>
                  <a:lnTo>
                    <a:pt x="181563" y="22292"/>
                  </a:lnTo>
                  <a:cubicBezTo>
                    <a:pt x="181641" y="15833"/>
                    <a:pt x="183854" y="10730"/>
                    <a:pt x="188229" y="6979"/>
                  </a:cubicBezTo>
                  <a:cubicBezTo>
                    <a:pt x="192604" y="3230"/>
                    <a:pt x="198334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18" y="68855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6"/>
                  </a:cubicBezTo>
                  <a:cubicBezTo>
                    <a:pt x="141289" y="45756"/>
                    <a:pt x="143203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30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43"/>
                    <a:pt x="128568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30" y="68855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6"/>
                  </a:cubicBezTo>
                  <a:cubicBezTo>
                    <a:pt x="24102" y="45756"/>
                    <a:pt x="26016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2"/>
                    <a:pt x="26979" y="8542"/>
                    <a:pt x="22813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43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43"/>
                    <a:pt x="11380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9" y="26146"/>
                  </a:cubicBezTo>
                  <a:cubicBezTo>
                    <a:pt x="114662" y="31003"/>
                    <a:pt x="115000" y="35860"/>
                    <a:pt x="115000" y="40729"/>
                  </a:cubicBezTo>
                  <a:cubicBezTo>
                    <a:pt x="115000" y="45652"/>
                    <a:pt x="114662" y="50521"/>
                    <a:pt x="113959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51" y="75235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5"/>
                    <a:pt x="71328" y="72149"/>
                    <a:pt x="69583" y="68334"/>
                  </a:cubicBezTo>
                  <a:cubicBezTo>
                    <a:pt x="67787" y="64441"/>
                    <a:pt x="66563" y="60105"/>
                    <a:pt x="65938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8" y="26146"/>
                  </a:cubicBezTo>
                  <a:cubicBezTo>
                    <a:pt x="66563" y="21276"/>
                    <a:pt x="67787" y="16902"/>
                    <a:pt x="69583" y="13021"/>
                  </a:cubicBezTo>
                  <a:cubicBezTo>
                    <a:pt x="71328" y="9193"/>
                    <a:pt x="73802" y="6068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5" name="TextBox 724">
              <a:extLst>
                <a:ext uri="{FF2B5EF4-FFF2-40B4-BE49-F238E27FC236}">
                  <a16:creationId xmlns:a16="http://schemas.microsoft.com/office/drawing/2014/main" id="{24C98831-3771-478F-A479-BF26D2587A62}"/>
                </a:ext>
              </a:extLst>
            </p:cNvPr>
            <p:cNvSpPr txBox="1"/>
            <p:nvPr/>
          </p:nvSpPr>
          <p:spPr>
            <a:xfrm>
              <a:off x="2970659" y="7161870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2023.12.31</a:t>
              </a:r>
            </a:p>
          </p:txBody>
        </p:sp>
        <p:grpSp>
          <p:nvGrpSpPr>
            <p:cNvPr id="726" name="그래픽 5">
              <a:extLst>
                <a:ext uri="{FF2B5EF4-FFF2-40B4-BE49-F238E27FC236}">
                  <a16:creationId xmlns:a16="http://schemas.microsoft.com/office/drawing/2014/main" id="{B0625DDB-169A-44AE-A834-C1712329BDC2}"/>
                </a:ext>
              </a:extLst>
            </p:cNvPr>
            <p:cNvGrpSpPr/>
            <p:nvPr/>
          </p:nvGrpSpPr>
          <p:grpSpPr>
            <a:xfrm>
              <a:off x="3871032" y="7136222"/>
              <a:ext cx="701458" cy="95690"/>
              <a:chOff x="3871032" y="7136222"/>
              <a:chExt cx="701458" cy="95690"/>
            </a:xfrm>
          </p:grpSpPr>
          <p:sp>
            <p:nvSpPr>
              <p:cNvPr id="727" name="자유형: 도형 726">
                <a:extLst>
                  <a:ext uri="{FF2B5EF4-FFF2-40B4-BE49-F238E27FC236}">
                    <a16:creationId xmlns:a16="http://schemas.microsoft.com/office/drawing/2014/main" id="{9B4CBEFF-D53C-4B42-B05E-3D7998057F28}"/>
                  </a:ext>
                </a:extLst>
              </p:cNvPr>
              <p:cNvSpPr/>
              <p:nvPr/>
            </p:nvSpPr>
            <p:spPr>
              <a:xfrm>
                <a:off x="3871032" y="7136222"/>
                <a:ext cx="701458" cy="94479"/>
              </a:xfrm>
              <a:custGeom>
                <a:avLst/>
                <a:gdLst>
                  <a:gd name="connsiteX0" fmla="*/ 499792 w 701458"/>
                  <a:gd name="connsiteY0" fmla="*/ 70833 h 94479"/>
                  <a:gd name="connsiteX1" fmla="*/ 510521 w 701458"/>
                  <a:gd name="connsiteY1" fmla="*/ 70833 h 94479"/>
                  <a:gd name="connsiteX2" fmla="*/ 511407 w 701458"/>
                  <a:gd name="connsiteY2" fmla="*/ 71146 h 94479"/>
                  <a:gd name="connsiteX3" fmla="*/ 511667 w 701458"/>
                  <a:gd name="connsiteY3" fmla="*/ 72084 h 94479"/>
                  <a:gd name="connsiteX4" fmla="*/ 511667 w 701458"/>
                  <a:gd name="connsiteY4" fmla="*/ 78750 h 94479"/>
                  <a:gd name="connsiteX5" fmla="*/ 508542 w 701458"/>
                  <a:gd name="connsiteY5" fmla="*/ 90001 h 94479"/>
                  <a:gd name="connsiteX6" fmla="*/ 500938 w 701458"/>
                  <a:gd name="connsiteY6" fmla="*/ 94480 h 94479"/>
                  <a:gd name="connsiteX7" fmla="*/ 500938 w 701458"/>
                  <a:gd name="connsiteY7" fmla="*/ 90834 h 94479"/>
                  <a:gd name="connsiteX8" fmla="*/ 504427 w 701458"/>
                  <a:gd name="connsiteY8" fmla="*/ 87344 h 94479"/>
                  <a:gd name="connsiteX9" fmla="*/ 505208 w 701458"/>
                  <a:gd name="connsiteY9" fmla="*/ 81563 h 94479"/>
                  <a:gd name="connsiteX10" fmla="*/ 499792 w 701458"/>
                  <a:gd name="connsiteY10" fmla="*/ 81563 h 94479"/>
                  <a:gd name="connsiteX11" fmla="*/ 278438 w 701458"/>
                  <a:gd name="connsiteY11" fmla="*/ 70833 h 94479"/>
                  <a:gd name="connsiteX12" fmla="*/ 289167 w 701458"/>
                  <a:gd name="connsiteY12" fmla="*/ 70833 h 94479"/>
                  <a:gd name="connsiteX13" fmla="*/ 290052 w 701458"/>
                  <a:gd name="connsiteY13" fmla="*/ 71146 h 94479"/>
                  <a:gd name="connsiteX14" fmla="*/ 290313 w 701458"/>
                  <a:gd name="connsiteY14" fmla="*/ 72084 h 94479"/>
                  <a:gd name="connsiteX15" fmla="*/ 290313 w 701458"/>
                  <a:gd name="connsiteY15" fmla="*/ 78750 h 94479"/>
                  <a:gd name="connsiteX16" fmla="*/ 287188 w 701458"/>
                  <a:gd name="connsiteY16" fmla="*/ 90001 h 94479"/>
                  <a:gd name="connsiteX17" fmla="*/ 279583 w 701458"/>
                  <a:gd name="connsiteY17" fmla="*/ 94480 h 94479"/>
                  <a:gd name="connsiteX18" fmla="*/ 279583 w 701458"/>
                  <a:gd name="connsiteY18" fmla="*/ 90834 h 94479"/>
                  <a:gd name="connsiteX19" fmla="*/ 283073 w 701458"/>
                  <a:gd name="connsiteY19" fmla="*/ 87344 h 94479"/>
                  <a:gd name="connsiteX20" fmla="*/ 283854 w 701458"/>
                  <a:gd name="connsiteY20" fmla="*/ 81563 h 94479"/>
                  <a:gd name="connsiteX21" fmla="*/ 278438 w 701458"/>
                  <a:gd name="connsiteY21" fmla="*/ 81563 h 94479"/>
                  <a:gd name="connsiteX22" fmla="*/ 70104 w 701458"/>
                  <a:gd name="connsiteY22" fmla="*/ 70833 h 94479"/>
                  <a:gd name="connsiteX23" fmla="*/ 80833 w 701458"/>
                  <a:gd name="connsiteY23" fmla="*/ 70833 h 94479"/>
                  <a:gd name="connsiteX24" fmla="*/ 81719 w 701458"/>
                  <a:gd name="connsiteY24" fmla="*/ 71146 h 94479"/>
                  <a:gd name="connsiteX25" fmla="*/ 81979 w 701458"/>
                  <a:gd name="connsiteY25" fmla="*/ 72084 h 94479"/>
                  <a:gd name="connsiteX26" fmla="*/ 81979 w 701458"/>
                  <a:gd name="connsiteY26" fmla="*/ 78750 h 94479"/>
                  <a:gd name="connsiteX27" fmla="*/ 78854 w 701458"/>
                  <a:gd name="connsiteY27" fmla="*/ 90001 h 94479"/>
                  <a:gd name="connsiteX28" fmla="*/ 71250 w 701458"/>
                  <a:gd name="connsiteY28" fmla="*/ 94480 h 94479"/>
                  <a:gd name="connsiteX29" fmla="*/ 71250 w 701458"/>
                  <a:gd name="connsiteY29" fmla="*/ 90834 h 94479"/>
                  <a:gd name="connsiteX30" fmla="*/ 74739 w 701458"/>
                  <a:gd name="connsiteY30" fmla="*/ 87344 h 94479"/>
                  <a:gd name="connsiteX31" fmla="*/ 75521 w 701458"/>
                  <a:gd name="connsiteY31" fmla="*/ 81563 h 94479"/>
                  <a:gd name="connsiteX32" fmla="*/ 70104 w 701458"/>
                  <a:gd name="connsiteY32" fmla="*/ 81563 h 94479"/>
                  <a:gd name="connsiteX33" fmla="*/ 246563 w 701458"/>
                  <a:gd name="connsiteY33" fmla="*/ 36146 h 94479"/>
                  <a:gd name="connsiteX34" fmla="*/ 240052 w 701458"/>
                  <a:gd name="connsiteY34" fmla="*/ 37657 h 94479"/>
                  <a:gd name="connsiteX35" fmla="*/ 235000 w 701458"/>
                  <a:gd name="connsiteY35" fmla="*/ 41563 h 94479"/>
                  <a:gd name="connsiteX36" fmla="*/ 231667 w 701458"/>
                  <a:gd name="connsiteY36" fmla="*/ 47292 h 94479"/>
                  <a:gd name="connsiteX37" fmla="*/ 230521 w 701458"/>
                  <a:gd name="connsiteY37" fmla="*/ 54063 h 94479"/>
                  <a:gd name="connsiteX38" fmla="*/ 231615 w 701458"/>
                  <a:gd name="connsiteY38" fmla="*/ 61979 h 94479"/>
                  <a:gd name="connsiteX39" fmla="*/ 234792 w 701458"/>
                  <a:gd name="connsiteY39" fmla="*/ 68229 h 94479"/>
                  <a:gd name="connsiteX40" fmla="*/ 239792 w 701458"/>
                  <a:gd name="connsiteY40" fmla="*/ 72448 h 94479"/>
                  <a:gd name="connsiteX41" fmla="*/ 246354 w 701458"/>
                  <a:gd name="connsiteY41" fmla="*/ 73958 h 94479"/>
                  <a:gd name="connsiteX42" fmla="*/ 258438 w 701458"/>
                  <a:gd name="connsiteY42" fmla="*/ 68490 h 94479"/>
                  <a:gd name="connsiteX43" fmla="*/ 262708 w 701458"/>
                  <a:gd name="connsiteY43" fmla="*/ 55000 h 94479"/>
                  <a:gd name="connsiteX44" fmla="*/ 261667 w 701458"/>
                  <a:gd name="connsiteY44" fmla="*/ 47812 h 94479"/>
                  <a:gd name="connsiteX45" fmla="*/ 258542 w 701458"/>
                  <a:gd name="connsiteY45" fmla="*/ 41875 h 94479"/>
                  <a:gd name="connsiteX46" fmla="*/ 253542 w 701458"/>
                  <a:gd name="connsiteY46" fmla="*/ 37708 h 94479"/>
                  <a:gd name="connsiteX47" fmla="*/ 246563 w 701458"/>
                  <a:gd name="connsiteY47" fmla="*/ 36146 h 94479"/>
                  <a:gd name="connsiteX48" fmla="*/ 25208 w 701458"/>
                  <a:gd name="connsiteY48" fmla="*/ 36146 h 94479"/>
                  <a:gd name="connsiteX49" fmla="*/ 18698 w 701458"/>
                  <a:gd name="connsiteY49" fmla="*/ 37657 h 94479"/>
                  <a:gd name="connsiteX50" fmla="*/ 13646 w 701458"/>
                  <a:gd name="connsiteY50" fmla="*/ 41563 h 94479"/>
                  <a:gd name="connsiteX51" fmla="*/ 10312 w 701458"/>
                  <a:gd name="connsiteY51" fmla="*/ 47292 h 94479"/>
                  <a:gd name="connsiteX52" fmla="*/ 9167 w 701458"/>
                  <a:gd name="connsiteY52" fmla="*/ 54063 h 94479"/>
                  <a:gd name="connsiteX53" fmla="*/ 10260 w 701458"/>
                  <a:gd name="connsiteY53" fmla="*/ 61979 h 94479"/>
                  <a:gd name="connsiteX54" fmla="*/ 13438 w 701458"/>
                  <a:gd name="connsiteY54" fmla="*/ 68229 h 94479"/>
                  <a:gd name="connsiteX55" fmla="*/ 18437 w 701458"/>
                  <a:gd name="connsiteY55" fmla="*/ 72448 h 94479"/>
                  <a:gd name="connsiteX56" fmla="*/ 25000 w 701458"/>
                  <a:gd name="connsiteY56" fmla="*/ 73958 h 94479"/>
                  <a:gd name="connsiteX57" fmla="*/ 37083 w 701458"/>
                  <a:gd name="connsiteY57" fmla="*/ 68490 h 94479"/>
                  <a:gd name="connsiteX58" fmla="*/ 41354 w 701458"/>
                  <a:gd name="connsiteY58" fmla="*/ 55000 h 94479"/>
                  <a:gd name="connsiteX59" fmla="*/ 40313 w 701458"/>
                  <a:gd name="connsiteY59" fmla="*/ 47812 h 94479"/>
                  <a:gd name="connsiteX60" fmla="*/ 37187 w 701458"/>
                  <a:gd name="connsiteY60" fmla="*/ 41875 h 94479"/>
                  <a:gd name="connsiteX61" fmla="*/ 32187 w 701458"/>
                  <a:gd name="connsiteY61" fmla="*/ 37708 h 94479"/>
                  <a:gd name="connsiteX62" fmla="*/ 25208 w 701458"/>
                  <a:gd name="connsiteY62" fmla="*/ 36146 h 94479"/>
                  <a:gd name="connsiteX63" fmla="*/ 676042 w 701458"/>
                  <a:gd name="connsiteY63" fmla="*/ 7188 h 94479"/>
                  <a:gd name="connsiteX64" fmla="*/ 667240 w 701458"/>
                  <a:gd name="connsiteY64" fmla="*/ 10834 h 94479"/>
                  <a:gd name="connsiteX65" fmla="*/ 662500 w 701458"/>
                  <a:gd name="connsiteY65" fmla="*/ 19584 h 94479"/>
                  <a:gd name="connsiteX66" fmla="*/ 660469 w 701458"/>
                  <a:gd name="connsiteY66" fmla="*/ 30573 h 94479"/>
                  <a:gd name="connsiteX67" fmla="*/ 660105 w 701458"/>
                  <a:gd name="connsiteY67" fmla="*/ 40729 h 94479"/>
                  <a:gd name="connsiteX68" fmla="*/ 660469 w 701458"/>
                  <a:gd name="connsiteY68" fmla="*/ 50782 h 94479"/>
                  <a:gd name="connsiteX69" fmla="*/ 662500 w 701458"/>
                  <a:gd name="connsiteY69" fmla="*/ 61667 h 94479"/>
                  <a:gd name="connsiteX70" fmla="*/ 667240 w 701458"/>
                  <a:gd name="connsiteY70" fmla="*/ 70313 h 94479"/>
                  <a:gd name="connsiteX71" fmla="*/ 676042 w 701458"/>
                  <a:gd name="connsiteY71" fmla="*/ 73854 h 94479"/>
                  <a:gd name="connsiteX72" fmla="*/ 685000 w 701458"/>
                  <a:gd name="connsiteY72" fmla="*/ 70313 h 94479"/>
                  <a:gd name="connsiteX73" fmla="*/ 690000 w 701458"/>
                  <a:gd name="connsiteY73" fmla="*/ 61667 h 94479"/>
                  <a:gd name="connsiteX74" fmla="*/ 692292 w 701458"/>
                  <a:gd name="connsiteY74" fmla="*/ 50782 h 94479"/>
                  <a:gd name="connsiteX75" fmla="*/ 692813 w 701458"/>
                  <a:gd name="connsiteY75" fmla="*/ 40729 h 94479"/>
                  <a:gd name="connsiteX76" fmla="*/ 692292 w 701458"/>
                  <a:gd name="connsiteY76" fmla="*/ 30573 h 94479"/>
                  <a:gd name="connsiteX77" fmla="*/ 690000 w 701458"/>
                  <a:gd name="connsiteY77" fmla="*/ 19584 h 94479"/>
                  <a:gd name="connsiteX78" fmla="*/ 685000 w 701458"/>
                  <a:gd name="connsiteY78" fmla="*/ 10834 h 94479"/>
                  <a:gd name="connsiteX79" fmla="*/ 676042 w 701458"/>
                  <a:gd name="connsiteY79" fmla="*/ 7188 h 94479"/>
                  <a:gd name="connsiteX80" fmla="*/ 610938 w 701458"/>
                  <a:gd name="connsiteY80" fmla="*/ 7188 h 94479"/>
                  <a:gd name="connsiteX81" fmla="*/ 602136 w 701458"/>
                  <a:gd name="connsiteY81" fmla="*/ 10834 h 94479"/>
                  <a:gd name="connsiteX82" fmla="*/ 597396 w 701458"/>
                  <a:gd name="connsiteY82" fmla="*/ 19584 h 94479"/>
                  <a:gd name="connsiteX83" fmla="*/ 595365 w 701458"/>
                  <a:gd name="connsiteY83" fmla="*/ 30573 h 94479"/>
                  <a:gd name="connsiteX84" fmla="*/ 595001 w 701458"/>
                  <a:gd name="connsiteY84" fmla="*/ 40729 h 94479"/>
                  <a:gd name="connsiteX85" fmla="*/ 595365 w 701458"/>
                  <a:gd name="connsiteY85" fmla="*/ 50782 h 94479"/>
                  <a:gd name="connsiteX86" fmla="*/ 597396 w 701458"/>
                  <a:gd name="connsiteY86" fmla="*/ 61667 h 94479"/>
                  <a:gd name="connsiteX87" fmla="*/ 602136 w 701458"/>
                  <a:gd name="connsiteY87" fmla="*/ 70313 h 94479"/>
                  <a:gd name="connsiteX88" fmla="*/ 610938 w 701458"/>
                  <a:gd name="connsiteY88" fmla="*/ 73854 h 94479"/>
                  <a:gd name="connsiteX89" fmla="*/ 619896 w 701458"/>
                  <a:gd name="connsiteY89" fmla="*/ 70313 h 94479"/>
                  <a:gd name="connsiteX90" fmla="*/ 624896 w 701458"/>
                  <a:gd name="connsiteY90" fmla="*/ 61667 h 94479"/>
                  <a:gd name="connsiteX91" fmla="*/ 627188 w 701458"/>
                  <a:gd name="connsiteY91" fmla="*/ 50782 h 94479"/>
                  <a:gd name="connsiteX92" fmla="*/ 627709 w 701458"/>
                  <a:gd name="connsiteY92" fmla="*/ 40729 h 94479"/>
                  <a:gd name="connsiteX93" fmla="*/ 627188 w 701458"/>
                  <a:gd name="connsiteY93" fmla="*/ 30573 h 94479"/>
                  <a:gd name="connsiteX94" fmla="*/ 624896 w 701458"/>
                  <a:gd name="connsiteY94" fmla="*/ 19584 h 94479"/>
                  <a:gd name="connsiteX95" fmla="*/ 619896 w 701458"/>
                  <a:gd name="connsiteY95" fmla="*/ 10834 h 94479"/>
                  <a:gd name="connsiteX96" fmla="*/ 610938 w 701458"/>
                  <a:gd name="connsiteY96" fmla="*/ 7188 h 94479"/>
                  <a:gd name="connsiteX97" fmla="*/ 545834 w 701458"/>
                  <a:gd name="connsiteY97" fmla="*/ 7188 h 94479"/>
                  <a:gd name="connsiteX98" fmla="*/ 537031 w 701458"/>
                  <a:gd name="connsiteY98" fmla="*/ 10834 h 94479"/>
                  <a:gd name="connsiteX99" fmla="*/ 532292 w 701458"/>
                  <a:gd name="connsiteY99" fmla="*/ 19584 h 94479"/>
                  <a:gd name="connsiteX100" fmla="*/ 530261 w 701458"/>
                  <a:gd name="connsiteY100" fmla="*/ 30573 h 94479"/>
                  <a:gd name="connsiteX101" fmla="*/ 529896 w 701458"/>
                  <a:gd name="connsiteY101" fmla="*/ 40729 h 94479"/>
                  <a:gd name="connsiteX102" fmla="*/ 530261 w 701458"/>
                  <a:gd name="connsiteY102" fmla="*/ 50782 h 94479"/>
                  <a:gd name="connsiteX103" fmla="*/ 532292 w 701458"/>
                  <a:gd name="connsiteY103" fmla="*/ 61667 h 94479"/>
                  <a:gd name="connsiteX104" fmla="*/ 537031 w 701458"/>
                  <a:gd name="connsiteY104" fmla="*/ 70313 h 94479"/>
                  <a:gd name="connsiteX105" fmla="*/ 545834 w 701458"/>
                  <a:gd name="connsiteY105" fmla="*/ 73854 h 94479"/>
                  <a:gd name="connsiteX106" fmla="*/ 554792 w 701458"/>
                  <a:gd name="connsiteY106" fmla="*/ 70313 h 94479"/>
                  <a:gd name="connsiteX107" fmla="*/ 559792 w 701458"/>
                  <a:gd name="connsiteY107" fmla="*/ 61667 h 94479"/>
                  <a:gd name="connsiteX108" fmla="*/ 562084 w 701458"/>
                  <a:gd name="connsiteY108" fmla="*/ 50782 h 94479"/>
                  <a:gd name="connsiteX109" fmla="*/ 562605 w 701458"/>
                  <a:gd name="connsiteY109" fmla="*/ 40729 h 94479"/>
                  <a:gd name="connsiteX110" fmla="*/ 562084 w 701458"/>
                  <a:gd name="connsiteY110" fmla="*/ 30573 h 94479"/>
                  <a:gd name="connsiteX111" fmla="*/ 559792 w 701458"/>
                  <a:gd name="connsiteY111" fmla="*/ 19584 h 94479"/>
                  <a:gd name="connsiteX112" fmla="*/ 554792 w 701458"/>
                  <a:gd name="connsiteY112" fmla="*/ 10834 h 94479"/>
                  <a:gd name="connsiteX113" fmla="*/ 545834 w 701458"/>
                  <a:gd name="connsiteY113" fmla="*/ 7188 h 94479"/>
                  <a:gd name="connsiteX114" fmla="*/ 454688 w 701458"/>
                  <a:gd name="connsiteY114" fmla="*/ 7188 h 94479"/>
                  <a:gd name="connsiteX115" fmla="*/ 445886 w 701458"/>
                  <a:gd name="connsiteY115" fmla="*/ 10834 h 94479"/>
                  <a:gd name="connsiteX116" fmla="*/ 441146 w 701458"/>
                  <a:gd name="connsiteY116" fmla="*/ 19584 h 94479"/>
                  <a:gd name="connsiteX117" fmla="*/ 439115 w 701458"/>
                  <a:gd name="connsiteY117" fmla="*/ 30573 h 94479"/>
                  <a:gd name="connsiteX118" fmla="*/ 438750 w 701458"/>
                  <a:gd name="connsiteY118" fmla="*/ 40729 h 94479"/>
                  <a:gd name="connsiteX119" fmla="*/ 439115 w 701458"/>
                  <a:gd name="connsiteY119" fmla="*/ 50782 h 94479"/>
                  <a:gd name="connsiteX120" fmla="*/ 441146 w 701458"/>
                  <a:gd name="connsiteY120" fmla="*/ 61667 h 94479"/>
                  <a:gd name="connsiteX121" fmla="*/ 445886 w 701458"/>
                  <a:gd name="connsiteY121" fmla="*/ 70313 h 94479"/>
                  <a:gd name="connsiteX122" fmla="*/ 454688 w 701458"/>
                  <a:gd name="connsiteY122" fmla="*/ 73854 h 94479"/>
                  <a:gd name="connsiteX123" fmla="*/ 463646 w 701458"/>
                  <a:gd name="connsiteY123" fmla="*/ 70313 h 94479"/>
                  <a:gd name="connsiteX124" fmla="*/ 468646 w 701458"/>
                  <a:gd name="connsiteY124" fmla="*/ 61667 h 94479"/>
                  <a:gd name="connsiteX125" fmla="*/ 470938 w 701458"/>
                  <a:gd name="connsiteY125" fmla="*/ 50782 h 94479"/>
                  <a:gd name="connsiteX126" fmla="*/ 471459 w 701458"/>
                  <a:gd name="connsiteY126" fmla="*/ 40729 h 94479"/>
                  <a:gd name="connsiteX127" fmla="*/ 470938 w 701458"/>
                  <a:gd name="connsiteY127" fmla="*/ 30573 h 94479"/>
                  <a:gd name="connsiteX128" fmla="*/ 468646 w 701458"/>
                  <a:gd name="connsiteY128" fmla="*/ 19584 h 94479"/>
                  <a:gd name="connsiteX129" fmla="*/ 463646 w 701458"/>
                  <a:gd name="connsiteY129" fmla="*/ 10834 h 94479"/>
                  <a:gd name="connsiteX130" fmla="*/ 454688 w 701458"/>
                  <a:gd name="connsiteY130" fmla="*/ 7188 h 94479"/>
                  <a:gd name="connsiteX131" fmla="*/ 389584 w 701458"/>
                  <a:gd name="connsiteY131" fmla="*/ 7188 h 94479"/>
                  <a:gd name="connsiteX132" fmla="*/ 380781 w 701458"/>
                  <a:gd name="connsiteY132" fmla="*/ 10834 h 94479"/>
                  <a:gd name="connsiteX133" fmla="*/ 376042 w 701458"/>
                  <a:gd name="connsiteY133" fmla="*/ 19584 h 94479"/>
                  <a:gd name="connsiteX134" fmla="*/ 374011 w 701458"/>
                  <a:gd name="connsiteY134" fmla="*/ 30573 h 94479"/>
                  <a:gd name="connsiteX135" fmla="*/ 373646 w 701458"/>
                  <a:gd name="connsiteY135" fmla="*/ 40729 h 94479"/>
                  <a:gd name="connsiteX136" fmla="*/ 374011 w 701458"/>
                  <a:gd name="connsiteY136" fmla="*/ 50782 h 94479"/>
                  <a:gd name="connsiteX137" fmla="*/ 376042 w 701458"/>
                  <a:gd name="connsiteY137" fmla="*/ 61667 h 94479"/>
                  <a:gd name="connsiteX138" fmla="*/ 380781 w 701458"/>
                  <a:gd name="connsiteY138" fmla="*/ 70313 h 94479"/>
                  <a:gd name="connsiteX139" fmla="*/ 389584 w 701458"/>
                  <a:gd name="connsiteY139" fmla="*/ 73854 h 94479"/>
                  <a:gd name="connsiteX140" fmla="*/ 398542 w 701458"/>
                  <a:gd name="connsiteY140" fmla="*/ 70313 h 94479"/>
                  <a:gd name="connsiteX141" fmla="*/ 403542 w 701458"/>
                  <a:gd name="connsiteY141" fmla="*/ 61667 h 94479"/>
                  <a:gd name="connsiteX142" fmla="*/ 405834 w 701458"/>
                  <a:gd name="connsiteY142" fmla="*/ 50782 h 94479"/>
                  <a:gd name="connsiteX143" fmla="*/ 406354 w 701458"/>
                  <a:gd name="connsiteY143" fmla="*/ 40729 h 94479"/>
                  <a:gd name="connsiteX144" fmla="*/ 405834 w 701458"/>
                  <a:gd name="connsiteY144" fmla="*/ 30573 h 94479"/>
                  <a:gd name="connsiteX145" fmla="*/ 403542 w 701458"/>
                  <a:gd name="connsiteY145" fmla="*/ 19584 h 94479"/>
                  <a:gd name="connsiteX146" fmla="*/ 398542 w 701458"/>
                  <a:gd name="connsiteY146" fmla="*/ 10834 h 94479"/>
                  <a:gd name="connsiteX147" fmla="*/ 389584 w 701458"/>
                  <a:gd name="connsiteY147" fmla="*/ 7188 h 94479"/>
                  <a:gd name="connsiteX148" fmla="*/ 318646 w 701458"/>
                  <a:gd name="connsiteY148" fmla="*/ 3125 h 94479"/>
                  <a:gd name="connsiteX149" fmla="*/ 358333 w 701458"/>
                  <a:gd name="connsiteY149" fmla="*/ 3125 h 94479"/>
                  <a:gd name="connsiteX150" fmla="*/ 358333 w 701458"/>
                  <a:gd name="connsiteY150" fmla="*/ 10208 h 94479"/>
                  <a:gd name="connsiteX151" fmla="*/ 325000 w 701458"/>
                  <a:gd name="connsiteY151" fmla="*/ 10208 h 94479"/>
                  <a:gd name="connsiteX152" fmla="*/ 323542 w 701458"/>
                  <a:gd name="connsiteY152" fmla="*/ 35834 h 94479"/>
                  <a:gd name="connsiteX153" fmla="*/ 330365 w 701458"/>
                  <a:gd name="connsiteY153" fmla="*/ 30781 h 94479"/>
                  <a:gd name="connsiteX154" fmla="*/ 340417 w 701458"/>
                  <a:gd name="connsiteY154" fmla="*/ 28958 h 94479"/>
                  <a:gd name="connsiteX155" fmla="*/ 348854 w 701458"/>
                  <a:gd name="connsiteY155" fmla="*/ 30573 h 94479"/>
                  <a:gd name="connsiteX156" fmla="*/ 355834 w 701458"/>
                  <a:gd name="connsiteY156" fmla="*/ 35417 h 94479"/>
                  <a:gd name="connsiteX157" fmla="*/ 360521 w 701458"/>
                  <a:gd name="connsiteY157" fmla="*/ 43490 h 94479"/>
                  <a:gd name="connsiteX158" fmla="*/ 362292 w 701458"/>
                  <a:gd name="connsiteY158" fmla="*/ 54896 h 94479"/>
                  <a:gd name="connsiteX159" fmla="*/ 360573 w 701458"/>
                  <a:gd name="connsiteY159" fmla="*/ 65417 h 94479"/>
                  <a:gd name="connsiteX160" fmla="*/ 355729 w 701458"/>
                  <a:gd name="connsiteY160" fmla="*/ 73646 h 94479"/>
                  <a:gd name="connsiteX161" fmla="*/ 348073 w 701458"/>
                  <a:gd name="connsiteY161" fmla="*/ 79010 h 94479"/>
                  <a:gd name="connsiteX162" fmla="*/ 338230 w 701458"/>
                  <a:gd name="connsiteY162" fmla="*/ 80938 h 94479"/>
                  <a:gd name="connsiteX163" fmla="*/ 321563 w 701458"/>
                  <a:gd name="connsiteY163" fmla="*/ 75730 h 94479"/>
                  <a:gd name="connsiteX164" fmla="*/ 314271 w 701458"/>
                  <a:gd name="connsiteY164" fmla="*/ 60625 h 94479"/>
                  <a:gd name="connsiteX165" fmla="*/ 322500 w 701458"/>
                  <a:gd name="connsiteY165" fmla="*/ 60625 h 94479"/>
                  <a:gd name="connsiteX166" fmla="*/ 327813 w 701458"/>
                  <a:gd name="connsiteY166" fmla="*/ 70469 h 94479"/>
                  <a:gd name="connsiteX167" fmla="*/ 338542 w 701458"/>
                  <a:gd name="connsiteY167" fmla="*/ 73958 h 94479"/>
                  <a:gd name="connsiteX168" fmla="*/ 349531 w 701458"/>
                  <a:gd name="connsiteY168" fmla="*/ 68855 h 94479"/>
                  <a:gd name="connsiteX169" fmla="*/ 353958 w 701458"/>
                  <a:gd name="connsiteY169" fmla="*/ 55000 h 94479"/>
                  <a:gd name="connsiteX170" fmla="*/ 349583 w 701458"/>
                  <a:gd name="connsiteY170" fmla="*/ 40625 h 94479"/>
                  <a:gd name="connsiteX171" fmla="*/ 338646 w 701458"/>
                  <a:gd name="connsiteY171" fmla="*/ 35834 h 94479"/>
                  <a:gd name="connsiteX172" fmla="*/ 329479 w 701458"/>
                  <a:gd name="connsiteY172" fmla="*/ 38490 h 94479"/>
                  <a:gd name="connsiteX173" fmla="*/ 324271 w 701458"/>
                  <a:gd name="connsiteY173" fmla="*/ 45729 h 94479"/>
                  <a:gd name="connsiteX174" fmla="*/ 323959 w 701458"/>
                  <a:gd name="connsiteY174" fmla="*/ 46562 h 94479"/>
                  <a:gd name="connsiteX175" fmla="*/ 323646 w 701458"/>
                  <a:gd name="connsiteY175" fmla="*/ 47084 h 94479"/>
                  <a:gd name="connsiteX176" fmla="*/ 323073 w 701458"/>
                  <a:gd name="connsiteY176" fmla="*/ 47396 h 94479"/>
                  <a:gd name="connsiteX177" fmla="*/ 322188 w 701458"/>
                  <a:gd name="connsiteY177" fmla="*/ 47500 h 94479"/>
                  <a:gd name="connsiteX178" fmla="*/ 317187 w 701458"/>
                  <a:gd name="connsiteY178" fmla="*/ 47500 h 94479"/>
                  <a:gd name="connsiteX179" fmla="*/ 316042 w 701458"/>
                  <a:gd name="connsiteY179" fmla="*/ 47239 h 94479"/>
                  <a:gd name="connsiteX180" fmla="*/ 315834 w 701458"/>
                  <a:gd name="connsiteY180" fmla="*/ 45938 h 94479"/>
                  <a:gd name="connsiteX181" fmla="*/ 316979 w 701458"/>
                  <a:gd name="connsiteY181" fmla="*/ 5105 h 94479"/>
                  <a:gd name="connsiteX182" fmla="*/ 317344 w 701458"/>
                  <a:gd name="connsiteY182" fmla="*/ 3542 h 94479"/>
                  <a:gd name="connsiteX183" fmla="*/ 318646 w 701458"/>
                  <a:gd name="connsiteY183" fmla="*/ 3125 h 94479"/>
                  <a:gd name="connsiteX184" fmla="*/ 91771 w 701458"/>
                  <a:gd name="connsiteY184" fmla="*/ 3125 h 94479"/>
                  <a:gd name="connsiteX185" fmla="*/ 136771 w 701458"/>
                  <a:gd name="connsiteY185" fmla="*/ 3125 h 94479"/>
                  <a:gd name="connsiteX186" fmla="*/ 138281 w 701458"/>
                  <a:gd name="connsiteY186" fmla="*/ 3594 h 94479"/>
                  <a:gd name="connsiteX187" fmla="*/ 138750 w 701458"/>
                  <a:gd name="connsiteY187" fmla="*/ 5105 h 94479"/>
                  <a:gd name="connsiteX188" fmla="*/ 138750 w 701458"/>
                  <a:gd name="connsiteY188" fmla="*/ 9063 h 94479"/>
                  <a:gd name="connsiteX189" fmla="*/ 138489 w 701458"/>
                  <a:gd name="connsiteY189" fmla="*/ 10626 h 94479"/>
                  <a:gd name="connsiteX190" fmla="*/ 137917 w 701458"/>
                  <a:gd name="connsiteY190" fmla="*/ 11980 h 94479"/>
                  <a:gd name="connsiteX191" fmla="*/ 110729 w 701458"/>
                  <a:gd name="connsiteY191" fmla="*/ 79167 h 94479"/>
                  <a:gd name="connsiteX192" fmla="*/ 101458 w 701458"/>
                  <a:gd name="connsiteY192" fmla="*/ 79167 h 94479"/>
                  <a:gd name="connsiteX193" fmla="*/ 130000 w 701458"/>
                  <a:gd name="connsiteY193" fmla="*/ 10312 h 94479"/>
                  <a:gd name="connsiteX194" fmla="*/ 91771 w 701458"/>
                  <a:gd name="connsiteY194" fmla="*/ 10312 h 94479"/>
                  <a:gd name="connsiteX195" fmla="*/ 247396 w 701458"/>
                  <a:gd name="connsiteY195" fmla="*/ 1458 h 94479"/>
                  <a:gd name="connsiteX196" fmla="*/ 262813 w 701458"/>
                  <a:gd name="connsiteY196" fmla="*/ 6824 h 94479"/>
                  <a:gd name="connsiteX197" fmla="*/ 269792 w 701458"/>
                  <a:gd name="connsiteY197" fmla="*/ 21250 h 94479"/>
                  <a:gd name="connsiteX198" fmla="*/ 261563 w 701458"/>
                  <a:gd name="connsiteY198" fmla="*/ 21250 h 94479"/>
                  <a:gd name="connsiteX199" fmla="*/ 257188 w 701458"/>
                  <a:gd name="connsiteY199" fmla="*/ 11927 h 94479"/>
                  <a:gd name="connsiteX200" fmla="*/ 247500 w 701458"/>
                  <a:gd name="connsiteY200" fmla="*/ 8438 h 94479"/>
                  <a:gd name="connsiteX201" fmla="*/ 238333 w 701458"/>
                  <a:gd name="connsiteY201" fmla="*/ 11876 h 94479"/>
                  <a:gd name="connsiteX202" fmla="*/ 232500 w 701458"/>
                  <a:gd name="connsiteY202" fmla="*/ 20521 h 94479"/>
                  <a:gd name="connsiteX203" fmla="*/ 229427 w 701458"/>
                  <a:gd name="connsiteY203" fmla="*/ 31667 h 94479"/>
                  <a:gd name="connsiteX204" fmla="*/ 228542 w 701458"/>
                  <a:gd name="connsiteY204" fmla="*/ 42917 h 94479"/>
                  <a:gd name="connsiteX205" fmla="*/ 236250 w 701458"/>
                  <a:gd name="connsiteY205" fmla="*/ 32969 h 94479"/>
                  <a:gd name="connsiteX206" fmla="*/ 248646 w 701458"/>
                  <a:gd name="connsiteY206" fmla="*/ 29688 h 94479"/>
                  <a:gd name="connsiteX207" fmla="*/ 264948 w 701458"/>
                  <a:gd name="connsiteY207" fmla="*/ 36667 h 94479"/>
                  <a:gd name="connsiteX208" fmla="*/ 270938 w 701458"/>
                  <a:gd name="connsiteY208" fmla="*/ 55208 h 94479"/>
                  <a:gd name="connsiteX209" fmla="*/ 269323 w 701458"/>
                  <a:gd name="connsiteY209" fmla="*/ 65312 h 94479"/>
                  <a:gd name="connsiteX210" fmla="*/ 264584 w 701458"/>
                  <a:gd name="connsiteY210" fmla="*/ 73542 h 94479"/>
                  <a:gd name="connsiteX211" fmla="*/ 257188 w 701458"/>
                  <a:gd name="connsiteY211" fmla="*/ 78959 h 94479"/>
                  <a:gd name="connsiteX212" fmla="*/ 247292 w 701458"/>
                  <a:gd name="connsiteY212" fmla="*/ 80938 h 94479"/>
                  <a:gd name="connsiteX213" fmla="*/ 232657 w 701458"/>
                  <a:gd name="connsiteY213" fmla="*/ 76407 h 94479"/>
                  <a:gd name="connsiteX214" fmla="*/ 224271 w 701458"/>
                  <a:gd name="connsiteY214" fmla="*/ 64896 h 94479"/>
                  <a:gd name="connsiteX215" fmla="*/ 222031 w 701458"/>
                  <a:gd name="connsiteY215" fmla="*/ 55677 h 94479"/>
                  <a:gd name="connsiteX216" fmla="*/ 221354 w 701458"/>
                  <a:gd name="connsiteY216" fmla="*/ 43542 h 94479"/>
                  <a:gd name="connsiteX217" fmla="*/ 223282 w 701458"/>
                  <a:gd name="connsiteY217" fmla="*/ 25260 h 94479"/>
                  <a:gd name="connsiteX218" fmla="*/ 228750 w 701458"/>
                  <a:gd name="connsiteY218" fmla="*/ 12084 h 94479"/>
                  <a:gd name="connsiteX219" fmla="*/ 236979 w 701458"/>
                  <a:gd name="connsiteY219" fmla="*/ 4167 h 94479"/>
                  <a:gd name="connsiteX220" fmla="*/ 247396 w 701458"/>
                  <a:gd name="connsiteY220" fmla="*/ 1458 h 94479"/>
                  <a:gd name="connsiteX221" fmla="*/ 26042 w 701458"/>
                  <a:gd name="connsiteY221" fmla="*/ 1458 h 94479"/>
                  <a:gd name="connsiteX222" fmla="*/ 41458 w 701458"/>
                  <a:gd name="connsiteY222" fmla="*/ 6824 h 94479"/>
                  <a:gd name="connsiteX223" fmla="*/ 48438 w 701458"/>
                  <a:gd name="connsiteY223" fmla="*/ 21250 h 94479"/>
                  <a:gd name="connsiteX224" fmla="*/ 40209 w 701458"/>
                  <a:gd name="connsiteY224" fmla="*/ 21250 h 94479"/>
                  <a:gd name="connsiteX225" fmla="*/ 35834 w 701458"/>
                  <a:gd name="connsiteY225" fmla="*/ 11927 h 94479"/>
                  <a:gd name="connsiteX226" fmla="*/ 26146 w 701458"/>
                  <a:gd name="connsiteY226" fmla="*/ 8438 h 94479"/>
                  <a:gd name="connsiteX227" fmla="*/ 16979 w 701458"/>
                  <a:gd name="connsiteY227" fmla="*/ 11876 h 94479"/>
                  <a:gd name="connsiteX228" fmla="*/ 11146 w 701458"/>
                  <a:gd name="connsiteY228" fmla="*/ 20521 h 94479"/>
                  <a:gd name="connsiteX229" fmla="*/ 8073 w 701458"/>
                  <a:gd name="connsiteY229" fmla="*/ 31667 h 94479"/>
                  <a:gd name="connsiteX230" fmla="*/ 7188 w 701458"/>
                  <a:gd name="connsiteY230" fmla="*/ 42917 h 94479"/>
                  <a:gd name="connsiteX231" fmla="*/ 14896 w 701458"/>
                  <a:gd name="connsiteY231" fmla="*/ 32969 h 94479"/>
                  <a:gd name="connsiteX232" fmla="*/ 27292 w 701458"/>
                  <a:gd name="connsiteY232" fmla="*/ 29688 h 94479"/>
                  <a:gd name="connsiteX233" fmla="*/ 43594 w 701458"/>
                  <a:gd name="connsiteY233" fmla="*/ 36667 h 94479"/>
                  <a:gd name="connsiteX234" fmla="*/ 49584 w 701458"/>
                  <a:gd name="connsiteY234" fmla="*/ 55208 h 94479"/>
                  <a:gd name="connsiteX235" fmla="*/ 47969 w 701458"/>
                  <a:gd name="connsiteY235" fmla="*/ 65312 h 94479"/>
                  <a:gd name="connsiteX236" fmla="*/ 43229 w 701458"/>
                  <a:gd name="connsiteY236" fmla="*/ 73542 h 94479"/>
                  <a:gd name="connsiteX237" fmla="*/ 35834 w 701458"/>
                  <a:gd name="connsiteY237" fmla="*/ 78959 h 94479"/>
                  <a:gd name="connsiteX238" fmla="*/ 25938 w 701458"/>
                  <a:gd name="connsiteY238" fmla="*/ 80938 h 94479"/>
                  <a:gd name="connsiteX239" fmla="*/ 11302 w 701458"/>
                  <a:gd name="connsiteY239" fmla="*/ 76407 h 94479"/>
                  <a:gd name="connsiteX240" fmla="*/ 2917 w 701458"/>
                  <a:gd name="connsiteY240" fmla="*/ 64896 h 94479"/>
                  <a:gd name="connsiteX241" fmla="*/ 677 w 701458"/>
                  <a:gd name="connsiteY241" fmla="*/ 55677 h 94479"/>
                  <a:gd name="connsiteX242" fmla="*/ 0 w 701458"/>
                  <a:gd name="connsiteY242" fmla="*/ 43542 h 94479"/>
                  <a:gd name="connsiteX243" fmla="*/ 1927 w 701458"/>
                  <a:gd name="connsiteY243" fmla="*/ 25260 h 94479"/>
                  <a:gd name="connsiteX244" fmla="*/ 7396 w 701458"/>
                  <a:gd name="connsiteY244" fmla="*/ 12084 h 94479"/>
                  <a:gd name="connsiteX245" fmla="*/ 15625 w 701458"/>
                  <a:gd name="connsiteY245" fmla="*/ 4167 h 94479"/>
                  <a:gd name="connsiteX246" fmla="*/ 26042 w 701458"/>
                  <a:gd name="connsiteY246" fmla="*/ 1458 h 94479"/>
                  <a:gd name="connsiteX247" fmla="*/ 179896 w 701458"/>
                  <a:gd name="connsiteY247" fmla="*/ 1354 h 94479"/>
                  <a:gd name="connsiteX248" fmla="*/ 188698 w 701458"/>
                  <a:gd name="connsiteY248" fmla="*/ 2553 h 94479"/>
                  <a:gd name="connsiteX249" fmla="*/ 196146 w 701458"/>
                  <a:gd name="connsiteY249" fmla="*/ 6251 h 94479"/>
                  <a:gd name="connsiteX250" fmla="*/ 201198 w 701458"/>
                  <a:gd name="connsiteY250" fmla="*/ 12604 h 94479"/>
                  <a:gd name="connsiteX251" fmla="*/ 203125 w 701458"/>
                  <a:gd name="connsiteY251" fmla="*/ 21771 h 94479"/>
                  <a:gd name="connsiteX252" fmla="*/ 198854 w 701458"/>
                  <a:gd name="connsiteY252" fmla="*/ 33437 h 94479"/>
                  <a:gd name="connsiteX253" fmla="*/ 187708 w 701458"/>
                  <a:gd name="connsiteY253" fmla="*/ 39792 h 94479"/>
                  <a:gd name="connsiteX254" fmla="*/ 200052 w 701458"/>
                  <a:gd name="connsiteY254" fmla="*/ 46198 h 94479"/>
                  <a:gd name="connsiteX255" fmla="*/ 204792 w 701458"/>
                  <a:gd name="connsiteY255" fmla="*/ 59063 h 94479"/>
                  <a:gd name="connsiteX256" fmla="*/ 202656 w 701458"/>
                  <a:gd name="connsiteY256" fmla="*/ 69010 h 94479"/>
                  <a:gd name="connsiteX257" fmla="*/ 196979 w 701458"/>
                  <a:gd name="connsiteY257" fmla="*/ 75834 h 94479"/>
                  <a:gd name="connsiteX258" fmla="*/ 188854 w 701458"/>
                  <a:gd name="connsiteY258" fmla="*/ 79687 h 94479"/>
                  <a:gd name="connsiteX259" fmla="*/ 179479 w 701458"/>
                  <a:gd name="connsiteY259" fmla="*/ 80938 h 94479"/>
                  <a:gd name="connsiteX260" fmla="*/ 161719 w 701458"/>
                  <a:gd name="connsiteY260" fmla="*/ 75000 h 94479"/>
                  <a:gd name="connsiteX261" fmla="*/ 155000 w 701458"/>
                  <a:gd name="connsiteY261" fmla="*/ 58542 h 94479"/>
                  <a:gd name="connsiteX262" fmla="*/ 163229 w 701458"/>
                  <a:gd name="connsiteY262" fmla="*/ 58542 h 94479"/>
                  <a:gd name="connsiteX263" fmla="*/ 168177 w 701458"/>
                  <a:gd name="connsiteY263" fmla="*/ 69896 h 94479"/>
                  <a:gd name="connsiteX264" fmla="*/ 179792 w 701458"/>
                  <a:gd name="connsiteY264" fmla="*/ 73750 h 94479"/>
                  <a:gd name="connsiteX265" fmla="*/ 191979 w 701458"/>
                  <a:gd name="connsiteY265" fmla="*/ 69687 h 94479"/>
                  <a:gd name="connsiteX266" fmla="*/ 196459 w 701458"/>
                  <a:gd name="connsiteY266" fmla="*/ 58125 h 94479"/>
                  <a:gd name="connsiteX267" fmla="*/ 195000 w 701458"/>
                  <a:gd name="connsiteY267" fmla="*/ 51510 h 94479"/>
                  <a:gd name="connsiteX268" fmla="*/ 191146 w 701458"/>
                  <a:gd name="connsiteY268" fmla="*/ 46980 h 94479"/>
                  <a:gd name="connsiteX269" fmla="*/ 185573 w 701458"/>
                  <a:gd name="connsiteY269" fmla="*/ 44375 h 94479"/>
                  <a:gd name="connsiteX270" fmla="*/ 179271 w 701458"/>
                  <a:gd name="connsiteY270" fmla="*/ 43333 h 94479"/>
                  <a:gd name="connsiteX271" fmla="*/ 175104 w 701458"/>
                  <a:gd name="connsiteY271" fmla="*/ 43333 h 94479"/>
                  <a:gd name="connsiteX272" fmla="*/ 173646 w 701458"/>
                  <a:gd name="connsiteY272" fmla="*/ 43074 h 94479"/>
                  <a:gd name="connsiteX273" fmla="*/ 173438 w 701458"/>
                  <a:gd name="connsiteY273" fmla="*/ 41667 h 94479"/>
                  <a:gd name="connsiteX274" fmla="*/ 173438 w 701458"/>
                  <a:gd name="connsiteY274" fmla="*/ 37812 h 94479"/>
                  <a:gd name="connsiteX275" fmla="*/ 173646 w 701458"/>
                  <a:gd name="connsiteY275" fmla="*/ 36146 h 94479"/>
                  <a:gd name="connsiteX276" fmla="*/ 175104 w 701458"/>
                  <a:gd name="connsiteY276" fmla="*/ 35729 h 94479"/>
                  <a:gd name="connsiteX277" fmla="*/ 178542 w 701458"/>
                  <a:gd name="connsiteY277" fmla="*/ 35729 h 94479"/>
                  <a:gd name="connsiteX278" fmla="*/ 184635 w 701458"/>
                  <a:gd name="connsiteY278" fmla="*/ 34948 h 94479"/>
                  <a:gd name="connsiteX279" fmla="*/ 189792 w 701458"/>
                  <a:gd name="connsiteY279" fmla="*/ 32500 h 94479"/>
                  <a:gd name="connsiteX280" fmla="*/ 193437 w 701458"/>
                  <a:gd name="connsiteY280" fmla="*/ 28385 h 94479"/>
                  <a:gd name="connsiteX281" fmla="*/ 194792 w 701458"/>
                  <a:gd name="connsiteY281" fmla="*/ 22188 h 94479"/>
                  <a:gd name="connsiteX282" fmla="*/ 190469 w 701458"/>
                  <a:gd name="connsiteY282" fmla="*/ 12084 h 94479"/>
                  <a:gd name="connsiteX283" fmla="*/ 179583 w 701458"/>
                  <a:gd name="connsiteY283" fmla="*/ 8542 h 94479"/>
                  <a:gd name="connsiteX284" fmla="*/ 168906 w 701458"/>
                  <a:gd name="connsiteY284" fmla="*/ 12084 h 94479"/>
                  <a:gd name="connsiteX285" fmla="*/ 164375 w 701458"/>
                  <a:gd name="connsiteY285" fmla="*/ 22292 h 94479"/>
                  <a:gd name="connsiteX286" fmla="*/ 156042 w 701458"/>
                  <a:gd name="connsiteY286" fmla="*/ 22292 h 94479"/>
                  <a:gd name="connsiteX287" fmla="*/ 162708 w 701458"/>
                  <a:gd name="connsiteY287" fmla="*/ 6979 h 94479"/>
                  <a:gd name="connsiteX288" fmla="*/ 179896 w 701458"/>
                  <a:gd name="connsiteY288" fmla="*/ 1354 h 94479"/>
                  <a:gd name="connsiteX289" fmla="*/ 676042 w 701458"/>
                  <a:gd name="connsiteY289" fmla="*/ 0 h 94479"/>
                  <a:gd name="connsiteX290" fmla="*/ 688802 w 701458"/>
                  <a:gd name="connsiteY290" fmla="*/ 3646 h 94479"/>
                  <a:gd name="connsiteX291" fmla="*/ 696563 w 701458"/>
                  <a:gd name="connsiteY291" fmla="*/ 13021 h 94479"/>
                  <a:gd name="connsiteX292" fmla="*/ 700417 w 701458"/>
                  <a:gd name="connsiteY292" fmla="*/ 26146 h 94479"/>
                  <a:gd name="connsiteX293" fmla="*/ 701459 w 701458"/>
                  <a:gd name="connsiteY293" fmla="*/ 40729 h 94479"/>
                  <a:gd name="connsiteX294" fmla="*/ 700417 w 701458"/>
                  <a:gd name="connsiteY294" fmla="*/ 55313 h 94479"/>
                  <a:gd name="connsiteX295" fmla="*/ 696563 w 701458"/>
                  <a:gd name="connsiteY295" fmla="*/ 68334 h 94479"/>
                  <a:gd name="connsiteX296" fmla="*/ 688802 w 701458"/>
                  <a:gd name="connsiteY296" fmla="*/ 77604 h 94479"/>
                  <a:gd name="connsiteX297" fmla="*/ 676042 w 701458"/>
                  <a:gd name="connsiteY297" fmla="*/ 81146 h 94479"/>
                  <a:gd name="connsiteX298" fmla="*/ 663490 w 701458"/>
                  <a:gd name="connsiteY298" fmla="*/ 77604 h 94479"/>
                  <a:gd name="connsiteX299" fmla="*/ 656042 w 701458"/>
                  <a:gd name="connsiteY299" fmla="*/ 68334 h 94479"/>
                  <a:gd name="connsiteX300" fmla="*/ 652396 w 701458"/>
                  <a:gd name="connsiteY300" fmla="*/ 55313 h 94479"/>
                  <a:gd name="connsiteX301" fmla="*/ 651459 w 701458"/>
                  <a:gd name="connsiteY301" fmla="*/ 40729 h 94479"/>
                  <a:gd name="connsiteX302" fmla="*/ 652396 w 701458"/>
                  <a:gd name="connsiteY302" fmla="*/ 26146 h 94479"/>
                  <a:gd name="connsiteX303" fmla="*/ 656042 w 701458"/>
                  <a:gd name="connsiteY303" fmla="*/ 13021 h 94479"/>
                  <a:gd name="connsiteX304" fmla="*/ 663490 w 701458"/>
                  <a:gd name="connsiteY304" fmla="*/ 3646 h 94479"/>
                  <a:gd name="connsiteX305" fmla="*/ 676042 w 701458"/>
                  <a:gd name="connsiteY305" fmla="*/ 0 h 94479"/>
                  <a:gd name="connsiteX306" fmla="*/ 610938 w 701458"/>
                  <a:gd name="connsiteY306" fmla="*/ 0 h 94479"/>
                  <a:gd name="connsiteX307" fmla="*/ 623698 w 701458"/>
                  <a:gd name="connsiteY307" fmla="*/ 3646 h 94479"/>
                  <a:gd name="connsiteX308" fmla="*/ 631459 w 701458"/>
                  <a:gd name="connsiteY308" fmla="*/ 13021 h 94479"/>
                  <a:gd name="connsiteX309" fmla="*/ 635313 w 701458"/>
                  <a:gd name="connsiteY309" fmla="*/ 26146 h 94479"/>
                  <a:gd name="connsiteX310" fmla="*/ 636355 w 701458"/>
                  <a:gd name="connsiteY310" fmla="*/ 40729 h 94479"/>
                  <a:gd name="connsiteX311" fmla="*/ 635313 w 701458"/>
                  <a:gd name="connsiteY311" fmla="*/ 55313 h 94479"/>
                  <a:gd name="connsiteX312" fmla="*/ 631459 w 701458"/>
                  <a:gd name="connsiteY312" fmla="*/ 68334 h 94479"/>
                  <a:gd name="connsiteX313" fmla="*/ 623698 w 701458"/>
                  <a:gd name="connsiteY313" fmla="*/ 77604 h 94479"/>
                  <a:gd name="connsiteX314" fmla="*/ 610938 w 701458"/>
                  <a:gd name="connsiteY314" fmla="*/ 81146 h 94479"/>
                  <a:gd name="connsiteX315" fmla="*/ 598386 w 701458"/>
                  <a:gd name="connsiteY315" fmla="*/ 77604 h 94479"/>
                  <a:gd name="connsiteX316" fmla="*/ 590938 w 701458"/>
                  <a:gd name="connsiteY316" fmla="*/ 68334 h 94479"/>
                  <a:gd name="connsiteX317" fmla="*/ 587292 w 701458"/>
                  <a:gd name="connsiteY317" fmla="*/ 55313 h 94479"/>
                  <a:gd name="connsiteX318" fmla="*/ 586355 w 701458"/>
                  <a:gd name="connsiteY318" fmla="*/ 40729 h 94479"/>
                  <a:gd name="connsiteX319" fmla="*/ 587292 w 701458"/>
                  <a:gd name="connsiteY319" fmla="*/ 26146 h 94479"/>
                  <a:gd name="connsiteX320" fmla="*/ 590938 w 701458"/>
                  <a:gd name="connsiteY320" fmla="*/ 13021 h 94479"/>
                  <a:gd name="connsiteX321" fmla="*/ 598386 w 701458"/>
                  <a:gd name="connsiteY321" fmla="*/ 3646 h 94479"/>
                  <a:gd name="connsiteX322" fmla="*/ 610938 w 701458"/>
                  <a:gd name="connsiteY322" fmla="*/ 0 h 94479"/>
                  <a:gd name="connsiteX323" fmla="*/ 545834 w 701458"/>
                  <a:gd name="connsiteY323" fmla="*/ 0 h 94479"/>
                  <a:gd name="connsiteX324" fmla="*/ 558594 w 701458"/>
                  <a:gd name="connsiteY324" fmla="*/ 3646 h 94479"/>
                  <a:gd name="connsiteX325" fmla="*/ 566355 w 701458"/>
                  <a:gd name="connsiteY325" fmla="*/ 13021 h 94479"/>
                  <a:gd name="connsiteX326" fmla="*/ 570209 w 701458"/>
                  <a:gd name="connsiteY326" fmla="*/ 26146 h 94479"/>
                  <a:gd name="connsiteX327" fmla="*/ 571250 w 701458"/>
                  <a:gd name="connsiteY327" fmla="*/ 40729 h 94479"/>
                  <a:gd name="connsiteX328" fmla="*/ 570209 w 701458"/>
                  <a:gd name="connsiteY328" fmla="*/ 55313 h 94479"/>
                  <a:gd name="connsiteX329" fmla="*/ 566355 w 701458"/>
                  <a:gd name="connsiteY329" fmla="*/ 68334 h 94479"/>
                  <a:gd name="connsiteX330" fmla="*/ 558594 w 701458"/>
                  <a:gd name="connsiteY330" fmla="*/ 77604 h 94479"/>
                  <a:gd name="connsiteX331" fmla="*/ 545834 w 701458"/>
                  <a:gd name="connsiteY331" fmla="*/ 81146 h 94479"/>
                  <a:gd name="connsiteX332" fmla="*/ 533281 w 701458"/>
                  <a:gd name="connsiteY332" fmla="*/ 77604 h 94479"/>
                  <a:gd name="connsiteX333" fmla="*/ 525834 w 701458"/>
                  <a:gd name="connsiteY333" fmla="*/ 68334 h 94479"/>
                  <a:gd name="connsiteX334" fmla="*/ 522188 w 701458"/>
                  <a:gd name="connsiteY334" fmla="*/ 55313 h 94479"/>
                  <a:gd name="connsiteX335" fmla="*/ 521250 w 701458"/>
                  <a:gd name="connsiteY335" fmla="*/ 40729 h 94479"/>
                  <a:gd name="connsiteX336" fmla="*/ 522188 w 701458"/>
                  <a:gd name="connsiteY336" fmla="*/ 26146 h 94479"/>
                  <a:gd name="connsiteX337" fmla="*/ 525834 w 701458"/>
                  <a:gd name="connsiteY337" fmla="*/ 13021 h 94479"/>
                  <a:gd name="connsiteX338" fmla="*/ 533281 w 701458"/>
                  <a:gd name="connsiteY338" fmla="*/ 3646 h 94479"/>
                  <a:gd name="connsiteX339" fmla="*/ 545834 w 701458"/>
                  <a:gd name="connsiteY339" fmla="*/ 0 h 94479"/>
                  <a:gd name="connsiteX340" fmla="*/ 454688 w 701458"/>
                  <a:gd name="connsiteY340" fmla="*/ 0 h 94479"/>
                  <a:gd name="connsiteX341" fmla="*/ 467448 w 701458"/>
                  <a:gd name="connsiteY341" fmla="*/ 3646 h 94479"/>
                  <a:gd name="connsiteX342" fmla="*/ 475209 w 701458"/>
                  <a:gd name="connsiteY342" fmla="*/ 13021 h 94479"/>
                  <a:gd name="connsiteX343" fmla="*/ 479063 w 701458"/>
                  <a:gd name="connsiteY343" fmla="*/ 26146 h 94479"/>
                  <a:gd name="connsiteX344" fmla="*/ 480105 w 701458"/>
                  <a:gd name="connsiteY344" fmla="*/ 40729 h 94479"/>
                  <a:gd name="connsiteX345" fmla="*/ 479063 w 701458"/>
                  <a:gd name="connsiteY345" fmla="*/ 55313 h 94479"/>
                  <a:gd name="connsiteX346" fmla="*/ 475209 w 701458"/>
                  <a:gd name="connsiteY346" fmla="*/ 68334 h 94479"/>
                  <a:gd name="connsiteX347" fmla="*/ 467448 w 701458"/>
                  <a:gd name="connsiteY347" fmla="*/ 77604 h 94479"/>
                  <a:gd name="connsiteX348" fmla="*/ 454688 w 701458"/>
                  <a:gd name="connsiteY348" fmla="*/ 81146 h 94479"/>
                  <a:gd name="connsiteX349" fmla="*/ 442136 w 701458"/>
                  <a:gd name="connsiteY349" fmla="*/ 77604 h 94479"/>
                  <a:gd name="connsiteX350" fmla="*/ 434688 w 701458"/>
                  <a:gd name="connsiteY350" fmla="*/ 68334 h 94479"/>
                  <a:gd name="connsiteX351" fmla="*/ 431042 w 701458"/>
                  <a:gd name="connsiteY351" fmla="*/ 55313 h 94479"/>
                  <a:gd name="connsiteX352" fmla="*/ 430105 w 701458"/>
                  <a:gd name="connsiteY352" fmla="*/ 40729 h 94479"/>
                  <a:gd name="connsiteX353" fmla="*/ 431042 w 701458"/>
                  <a:gd name="connsiteY353" fmla="*/ 26146 h 94479"/>
                  <a:gd name="connsiteX354" fmla="*/ 434688 w 701458"/>
                  <a:gd name="connsiteY354" fmla="*/ 13021 h 94479"/>
                  <a:gd name="connsiteX355" fmla="*/ 442136 w 701458"/>
                  <a:gd name="connsiteY355" fmla="*/ 3646 h 94479"/>
                  <a:gd name="connsiteX356" fmla="*/ 454688 w 701458"/>
                  <a:gd name="connsiteY356" fmla="*/ 0 h 94479"/>
                  <a:gd name="connsiteX357" fmla="*/ 389584 w 701458"/>
                  <a:gd name="connsiteY357" fmla="*/ 0 h 94479"/>
                  <a:gd name="connsiteX358" fmla="*/ 402344 w 701458"/>
                  <a:gd name="connsiteY358" fmla="*/ 3646 h 94479"/>
                  <a:gd name="connsiteX359" fmla="*/ 410104 w 701458"/>
                  <a:gd name="connsiteY359" fmla="*/ 13021 h 94479"/>
                  <a:gd name="connsiteX360" fmla="*/ 413958 w 701458"/>
                  <a:gd name="connsiteY360" fmla="*/ 26146 h 94479"/>
                  <a:gd name="connsiteX361" fmla="*/ 415000 w 701458"/>
                  <a:gd name="connsiteY361" fmla="*/ 40729 h 94479"/>
                  <a:gd name="connsiteX362" fmla="*/ 413958 w 701458"/>
                  <a:gd name="connsiteY362" fmla="*/ 55313 h 94479"/>
                  <a:gd name="connsiteX363" fmla="*/ 410104 w 701458"/>
                  <a:gd name="connsiteY363" fmla="*/ 68334 h 94479"/>
                  <a:gd name="connsiteX364" fmla="*/ 402344 w 701458"/>
                  <a:gd name="connsiteY364" fmla="*/ 77604 h 94479"/>
                  <a:gd name="connsiteX365" fmla="*/ 389584 w 701458"/>
                  <a:gd name="connsiteY365" fmla="*/ 81146 h 94479"/>
                  <a:gd name="connsiteX366" fmla="*/ 377031 w 701458"/>
                  <a:gd name="connsiteY366" fmla="*/ 77604 h 94479"/>
                  <a:gd name="connsiteX367" fmla="*/ 369584 w 701458"/>
                  <a:gd name="connsiteY367" fmla="*/ 68334 h 94479"/>
                  <a:gd name="connsiteX368" fmla="*/ 365938 w 701458"/>
                  <a:gd name="connsiteY368" fmla="*/ 55313 h 94479"/>
                  <a:gd name="connsiteX369" fmla="*/ 365000 w 701458"/>
                  <a:gd name="connsiteY369" fmla="*/ 40729 h 94479"/>
                  <a:gd name="connsiteX370" fmla="*/ 365938 w 701458"/>
                  <a:gd name="connsiteY370" fmla="*/ 26146 h 94479"/>
                  <a:gd name="connsiteX371" fmla="*/ 369584 w 701458"/>
                  <a:gd name="connsiteY371" fmla="*/ 13021 h 94479"/>
                  <a:gd name="connsiteX372" fmla="*/ 377031 w 701458"/>
                  <a:gd name="connsiteY372" fmla="*/ 3646 h 94479"/>
                  <a:gd name="connsiteX373" fmla="*/ 389584 w 701458"/>
                  <a:gd name="connsiteY373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</a:cxnLst>
                <a:rect l="l" t="t" r="r" b="b"/>
                <a:pathLst>
                  <a:path w="701458" h="94479">
                    <a:moveTo>
                      <a:pt x="499792" y="70833"/>
                    </a:moveTo>
                    <a:lnTo>
                      <a:pt x="510521" y="70833"/>
                    </a:lnTo>
                    <a:cubicBezTo>
                      <a:pt x="510938" y="70833"/>
                      <a:pt x="511237" y="70938"/>
                      <a:pt x="511407" y="71146"/>
                    </a:cubicBezTo>
                    <a:cubicBezTo>
                      <a:pt x="511589" y="71355"/>
                      <a:pt x="511667" y="71667"/>
                      <a:pt x="511667" y="72084"/>
                    </a:cubicBezTo>
                    <a:lnTo>
                      <a:pt x="511667" y="78750"/>
                    </a:lnTo>
                    <a:cubicBezTo>
                      <a:pt x="511667" y="83672"/>
                      <a:pt x="510625" y="87422"/>
                      <a:pt x="508542" y="90001"/>
                    </a:cubicBezTo>
                    <a:cubicBezTo>
                      <a:pt x="506459" y="92565"/>
                      <a:pt x="503933" y="94063"/>
                      <a:pt x="500938" y="94480"/>
                    </a:cubicBezTo>
                    <a:lnTo>
                      <a:pt x="500938" y="90834"/>
                    </a:lnTo>
                    <a:cubicBezTo>
                      <a:pt x="502539" y="90417"/>
                      <a:pt x="503698" y="89245"/>
                      <a:pt x="504427" y="87344"/>
                    </a:cubicBezTo>
                    <a:cubicBezTo>
                      <a:pt x="505156" y="85430"/>
                      <a:pt x="505417" y="83503"/>
                      <a:pt x="505208" y="81563"/>
                    </a:cubicBezTo>
                    <a:lnTo>
                      <a:pt x="499792" y="81563"/>
                    </a:lnTo>
                    <a:close/>
                    <a:moveTo>
                      <a:pt x="278438" y="70833"/>
                    </a:moveTo>
                    <a:lnTo>
                      <a:pt x="289167" y="70833"/>
                    </a:lnTo>
                    <a:cubicBezTo>
                      <a:pt x="289583" y="70833"/>
                      <a:pt x="289883" y="70938"/>
                      <a:pt x="290052" y="71146"/>
                    </a:cubicBezTo>
                    <a:cubicBezTo>
                      <a:pt x="290235" y="71355"/>
                      <a:pt x="290313" y="71667"/>
                      <a:pt x="290313" y="72084"/>
                    </a:cubicBezTo>
                    <a:lnTo>
                      <a:pt x="290313" y="78750"/>
                    </a:lnTo>
                    <a:cubicBezTo>
                      <a:pt x="290313" y="83672"/>
                      <a:pt x="289271" y="87422"/>
                      <a:pt x="287188" y="90001"/>
                    </a:cubicBezTo>
                    <a:cubicBezTo>
                      <a:pt x="285104" y="92565"/>
                      <a:pt x="282578" y="94063"/>
                      <a:pt x="279583" y="94480"/>
                    </a:cubicBezTo>
                    <a:lnTo>
                      <a:pt x="279583" y="90834"/>
                    </a:lnTo>
                    <a:cubicBezTo>
                      <a:pt x="281185" y="90417"/>
                      <a:pt x="282344" y="89245"/>
                      <a:pt x="283073" y="87344"/>
                    </a:cubicBezTo>
                    <a:cubicBezTo>
                      <a:pt x="283802" y="85430"/>
                      <a:pt x="284063" y="83503"/>
                      <a:pt x="283854" y="81563"/>
                    </a:cubicBezTo>
                    <a:lnTo>
                      <a:pt x="278438" y="81563"/>
                    </a:lnTo>
                    <a:close/>
                    <a:moveTo>
                      <a:pt x="70104" y="70833"/>
                    </a:moveTo>
                    <a:lnTo>
                      <a:pt x="80833" y="70833"/>
                    </a:lnTo>
                    <a:cubicBezTo>
                      <a:pt x="81250" y="70833"/>
                      <a:pt x="81550" y="70938"/>
                      <a:pt x="81719" y="71146"/>
                    </a:cubicBezTo>
                    <a:cubicBezTo>
                      <a:pt x="81901" y="71355"/>
                      <a:pt x="81979" y="71667"/>
                      <a:pt x="81979" y="72084"/>
                    </a:cubicBezTo>
                    <a:lnTo>
                      <a:pt x="81979" y="78750"/>
                    </a:lnTo>
                    <a:cubicBezTo>
                      <a:pt x="81979" y="83672"/>
                      <a:pt x="80938" y="87422"/>
                      <a:pt x="78854" y="90001"/>
                    </a:cubicBezTo>
                    <a:cubicBezTo>
                      <a:pt x="76771" y="92565"/>
                      <a:pt x="74245" y="94063"/>
                      <a:pt x="71250" y="94480"/>
                    </a:cubicBezTo>
                    <a:lnTo>
                      <a:pt x="71250" y="90834"/>
                    </a:lnTo>
                    <a:cubicBezTo>
                      <a:pt x="72852" y="90417"/>
                      <a:pt x="74010" y="89245"/>
                      <a:pt x="74739" y="87344"/>
                    </a:cubicBezTo>
                    <a:cubicBezTo>
                      <a:pt x="75469" y="85430"/>
                      <a:pt x="75729" y="83503"/>
                      <a:pt x="75521" y="81563"/>
                    </a:cubicBezTo>
                    <a:lnTo>
                      <a:pt x="70104" y="81563"/>
                    </a:lnTo>
                    <a:close/>
                    <a:moveTo>
                      <a:pt x="246563" y="36146"/>
                    </a:moveTo>
                    <a:cubicBezTo>
                      <a:pt x="244206" y="36146"/>
                      <a:pt x="242032" y="36641"/>
                      <a:pt x="240052" y="37657"/>
                    </a:cubicBezTo>
                    <a:cubicBezTo>
                      <a:pt x="238073" y="38659"/>
                      <a:pt x="236393" y="39961"/>
                      <a:pt x="235000" y="41563"/>
                    </a:cubicBezTo>
                    <a:cubicBezTo>
                      <a:pt x="233542" y="43229"/>
                      <a:pt x="232435" y="45130"/>
                      <a:pt x="231667" y="47292"/>
                    </a:cubicBezTo>
                    <a:cubicBezTo>
                      <a:pt x="230912" y="49440"/>
                      <a:pt x="230521" y="51693"/>
                      <a:pt x="230521" y="54063"/>
                    </a:cubicBezTo>
                    <a:cubicBezTo>
                      <a:pt x="230521" y="56901"/>
                      <a:pt x="230885" y="59544"/>
                      <a:pt x="231615" y="61979"/>
                    </a:cubicBezTo>
                    <a:cubicBezTo>
                      <a:pt x="232344" y="64402"/>
                      <a:pt x="233412" y="66485"/>
                      <a:pt x="234792" y="68229"/>
                    </a:cubicBezTo>
                    <a:cubicBezTo>
                      <a:pt x="236185" y="70026"/>
                      <a:pt x="237852" y="71433"/>
                      <a:pt x="239792" y="72448"/>
                    </a:cubicBezTo>
                    <a:cubicBezTo>
                      <a:pt x="241745" y="73450"/>
                      <a:pt x="243933" y="73958"/>
                      <a:pt x="246354" y="73958"/>
                    </a:cubicBezTo>
                    <a:cubicBezTo>
                      <a:pt x="251563" y="73958"/>
                      <a:pt x="255599" y="72136"/>
                      <a:pt x="258438" y="68490"/>
                    </a:cubicBezTo>
                    <a:cubicBezTo>
                      <a:pt x="261289" y="64844"/>
                      <a:pt x="262708" y="60339"/>
                      <a:pt x="262708" y="55000"/>
                    </a:cubicBezTo>
                    <a:cubicBezTo>
                      <a:pt x="262708" y="52501"/>
                      <a:pt x="262370" y="50104"/>
                      <a:pt x="261667" y="47812"/>
                    </a:cubicBezTo>
                    <a:cubicBezTo>
                      <a:pt x="260977" y="45521"/>
                      <a:pt x="259935" y="43542"/>
                      <a:pt x="258542" y="41875"/>
                    </a:cubicBezTo>
                    <a:cubicBezTo>
                      <a:pt x="257227" y="40131"/>
                      <a:pt x="255560" y="38750"/>
                      <a:pt x="253542" y="37708"/>
                    </a:cubicBezTo>
                    <a:cubicBezTo>
                      <a:pt x="251537" y="36667"/>
                      <a:pt x="249206" y="36146"/>
                      <a:pt x="246563" y="36146"/>
                    </a:cubicBezTo>
                    <a:close/>
                    <a:moveTo>
                      <a:pt x="25208" y="36146"/>
                    </a:moveTo>
                    <a:cubicBezTo>
                      <a:pt x="22852" y="36146"/>
                      <a:pt x="20677" y="36641"/>
                      <a:pt x="18698" y="37657"/>
                    </a:cubicBezTo>
                    <a:cubicBezTo>
                      <a:pt x="16719" y="38659"/>
                      <a:pt x="15039" y="39961"/>
                      <a:pt x="13646" y="41563"/>
                    </a:cubicBezTo>
                    <a:cubicBezTo>
                      <a:pt x="12188" y="43229"/>
                      <a:pt x="11081" y="45130"/>
                      <a:pt x="10312" y="47292"/>
                    </a:cubicBezTo>
                    <a:cubicBezTo>
                      <a:pt x="9557" y="49440"/>
                      <a:pt x="9167" y="51693"/>
                      <a:pt x="9167" y="54063"/>
                    </a:cubicBezTo>
                    <a:cubicBezTo>
                      <a:pt x="9167" y="56901"/>
                      <a:pt x="9531" y="59544"/>
                      <a:pt x="10260" y="61979"/>
                    </a:cubicBezTo>
                    <a:cubicBezTo>
                      <a:pt x="10990" y="64402"/>
                      <a:pt x="12057" y="66485"/>
                      <a:pt x="13438" y="68229"/>
                    </a:cubicBezTo>
                    <a:cubicBezTo>
                      <a:pt x="14831" y="70026"/>
                      <a:pt x="16497" y="71433"/>
                      <a:pt x="18437" y="72448"/>
                    </a:cubicBezTo>
                    <a:cubicBezTo>
                      <a:pt x="20391" y="73450"/>
                      <a:pt x="22578" y="73958"/>
                      <a:pt x="25000" y="73958"/>
                    </a:cubicBezTo>
                    <a:cubicBezTo>
                      <a:pt x="30208" y="73958"/>
                      <a:pt x="34245" y="72136"/>
                      <a:pt x="37083" y="68490"/>
                    </a:cubicBezTo>
                    <a:cubicBezTo>
                      <a:pt x="39935" y="64844"/>
                      <a:pt x="41354" y="60339"/>
                      <a:pt x="41354" y="55000"/>
                    </a:cubicBezTo>
                    <a:cubicBezTo>
                      <a:pt x="41354" y="52501"/>
                      <a:pt x="41016" y="50104"/>
                      <a:pt x="40313" y="47812"/>
                    </a:cubicBezTo>
                    <a:cubicBezTo>
                      <a:pt x="39622" y="45521"/>
                      <a:pt x="38581" y="43542"/>
                      <a:pt x="37187" y="41875"/>
                    </a:cubicBezTo>
                    <a:cubicBezTo>
                      <a:pt x="35872" y="40131"/>
                      <a:pt x="34206" y="38750"/>
                      <a:pt x="32187" y="37708"/>
                    </a:cubicBezTo>
                    <a:cubicBezTo>
                      <a:pt x="30182" y="36667"/>
                      <a:pt x="27852" y="36146"/>
                      <a:pt x="25208" y="36146"/>
                    </a:cubicBezTo>
                    <a:close/>
                    <a:moveTo>
                      <a:pt x="676042" y="7188"/>
                    </a:moveTo>
                    <a:cubicBezTo>
                      <a:pt x="672292" y="7188"/>
                      <a:pt x="669363" y="8399"/>
                      <a:pt x="667240" y="10834"/>
                    </a:cubicBezTo>
                    <a:cubicBezTo>
                      <a:pt x="665131" y="13255"/>
                      <a:pt x="663542" y="16172"/>
                      <a:pt x="662500" y="19584"/>
                    </a:cubicBezTo>
                    <a:cubicBezTo>
                      <a:pt x="661394" y="23047"/>
                      <a:pt x="660717" y="26719"/>
                      <a:pt x="660469" y="30573"/>
                    </a:cubicBezTo>
                    <a:cubicBezTo>
                      <a:pt x="660235" y="34428"/>
                      <a:pt x="660105" y="37812"/>
                      <a:pt x="660105" y="40729"/>
                    </a:cubicBezTo>
                    <a:cubicBezTo>
                      <a:pt x="660105" y="43646"/>
                      <a:pt x="660235" y="46992"/>
                      <a:pt x="660469" y="50782"/>
                    </a:cubicBezTo>
                    <a:cubicBezTo>
                      <a:pt x="660717" y="54557"/>
                      <a:pt x="661394" y="58190"/>
                      <a:pt x="662500" y="61667"/>
                    </a:cubicBezTo>
                    <a:cubicBezTo>
                      <a:pt x="663542" y="65065"/>
                      <a:pt x="665131" y="67943"/>
                      <a:pt x="667240" y="70313"/>
                    </a:cubicBezTo>
                    <a:cubicBezTo>
                      <a:pt x="669363" y="72669"/>
                      <a:pt x="672292" y="73854"/>
                      <a:pt x="676042" y="73854"/>
                    </a:cubicBezTo>
                    <a:cubicBezTo>
                      <a:pt x="679792" y="73854"/>
                      <a:pt x="682787" y="72669"/>
                      <a:pt x="685000" y="70313"/>
                    </a:cubicBezTo>
                    <a:cubicBezTo>
                      <a:pt x="687227" y="67943"/>
                      <a:pt x="688894" y="65065"/>
                      <a:pt x="690000" y="61667"/>
                    </a:cubicBezTo>
                    <a:cubicBezTo>
                      <a:pt x="691185" y="58190"/>
                      <a:pt x="691953" y="54557"/>
                      <a:pt x="692292" y="50782"/>
                    </a:cubicBezTo>
                    <a:cubicBezTo>
                      <a:pt x="692644" y="46992"/>
                      <a:pt x="692813" y="43646"/>
                      <a:pt x="692813" y="40729"/>
                    </a:cubicBezTo>
                    <a:cubicBezTo>
                      <a:pt x="692813" y="37812"/>
                      <a:pt x="692644" y="34428"/>
                      <a:pt x="692292" y="30573"/>
                    </a:cubicBezTo>
                    <a:cubicBezTo>
                      <a:pt x="691953" y="26719"/>
                      <a:pt x="691185" y="23047"/>
                      <a:pt x="690000" y="19584"/>
                    </a:cubicBezTo>
                    <a:cubicBezTo>
                      <a:pt x="688894" y="16172"/>
                      <a:pt x="687227" y="13255"/>
                      <a:pt x="685000" y="10834"/>
                    </a:cubicBezTo>
                    <a:cubicBezTo>
                      <a:pt x="682787" y="8399"/>
                      <a:pt x="679792" y="7188"/>
                      <a:pt x="676042" y="7188"/>
                    </a:cubicBezTo>
                    <a:close/>
                    <a:moveTo>
                      <a:pt x="610938" y="7188"/>
                    </a:moveTo>
                    <a:cubicBezTo>
                      <a:pt x="607188" y="7188"/>
                      <a:pt x="604258" y="8399"/>
                      <a:pt x="602136" y="10834"/>
                    </a:cubicBezTo>
                    <a:cubicBezTo>
                      <a:pt x="600026" y="13255"/>
                      <a:pt x="598438" y="16172"/>
                      <a:pt x="597396" y="19584"/>
                    </a:cubicBezTo>
                    <a:cubicBezTo>
                      <a:pt x="596290" y="23047"/>
                      <a:pt x="595612" y="26719"/>
                      <a:pt x="595365" y="30573"/>
                    </a:cubicBezTo>
                    <a:cubicBezTo>
                      <a:pt x="595130" y="34428"/>
                      <a:pt x="595001" y="37812"/>
                      <a:pt x="595001" y="40729"/>
                    </a:cubicBezTo>
                    <a:cubicBezTo>
                      <a:pt x="595001" y="43646"/>
                      <a:pt x="595130" y="46992"/>
                      <a:pt x="595365" y="50782"/>
                    </a:cubicBezTo>
                    <a:cubicBezTo>
                      <a:pt x="595612" y="54557"/>
                      <a:pt x="596290" y="58190"/>
                      <a:pt x="597396" y="61667"/>
                    </a:cubicBezTo>
                    <a:cubicBezTo>
                      <a:pt x="598438" y="65065"/>
                      <a:pt x="600026" y="67943"/>
                      <a:pt x="602136" y="70313"/>
                    </a:cubicBezTo>
                    <a:cubicBezTo>
                      <a:pt x="604258" y="72669"/>
                      <a:pt x="607188" y="73854"/>
                      <a:pt x="610938" y="73854"/>
                    </a:cubicBezTo>
                    <a:cubicBezTo>
                      <a:pt x="614688" y="73854"/>
                      <a:pt x="617682" y="72669"/>
                      <a:pt x="619896" y="70313"/>
                    </a:cubicBezTo>
                    <a:cubicBezTo>
                      <a:pt x="622123" y="67943"/>
                      <a:pt x="623790" y="65065"/>
                      <a:pt x="624896" y="61667"/>
                    </a:cubicBezTo>
                    <a:cubicBezTo>
                      <a:pt x="626081" y="58190"/>
                      <a:pt x="626849" y="54557"/>
                      <a:pt x="627188" y="50782"/>
                    </a:cubicBezTo>
                    <a:cubicBezTo>
                      <a:pt x="627540" y="46992"/>
                      <a:pt x="627709" y="43646"/>
                      <a:pt x="627709" y="40729"/>
                    </a:cubicBezTo>
                    <a:cubicBezTo>
                      <a:pt x="627709" y="37812"/>
                      <a:pt x="627540" y="34428"/>
                      <a:pt x="627188" y="30573"/>
                    </a:cubicBezTo>
                    <a:cubicBezTo>
                      <a:pt x="626849" y="26719"/>
                      <a:pt x="626081" y="23047"/>
                      <a:pt x="624896" y="19584"/>
                    </a:cubicBezTo>
                    <a:cubicBezTo>
                      <a:pt x="623790" y="16172"/>
                      <a:pt x="622123" y="13255"/>
                      <a:pt x="619896" y="10834"/>
                    </a:cubicBezTo>
                    <a:cubicBezTo>
                      <a:pt x="617682" y="8399"/>
                      <a:pt x="614688" y="7188"/>
                      <a:pt x="610938" y="7188"/>
                    </a:cubicBezTo>
                    <a:close/>
                    <a:moveTo>
                      <a:pt x="545834" y="7188"/>
                    </a:moveTo>
                    <a:cubicBezTo>
                      <a:pt x="542083" y="7188"/>
                      <a:pt x="539154" y="8399"/>
                      <a:pt x="537031" y="10834"/>
                    </a:cubicBezTo>
                    <a:cubicBezTo>
                      <a:pt x="534922" y="13255"/>
                      <a:pt x="533334" y="16172"/>
                      <a:pt x="532292" y="19584"/>
                    </a:cubicBezTo>
                    <a:cubicBezTo>
                      <a:pt x="531185" y="23047"/>
                      <a:pt x="530508" y="26719"/>
                      <a:pt x="530261" y="30573"/>
                    </a:cubicBezTo>
                    <a:cubicBezTo>
                      <a:pt x="530026" y="34428"/>
                      <a:pt x="529896" y="37812"/>
                      <a:pt x="529896" y="40729"/>
                    </a:cubicBezTo>
                    <a:cubicBezTo>
                      <a:pt x="529896" y="43646"/>
                      <a:pt x="530026" y="46992"/>
                      <a:pt x="530261" y="50782"/>
                    </a:cubicBezTo>
                    <a:cubicBezTo>
                      <a:pt x="530508" y="54557"/>
                      <a:pt x="531185" y="58190"/>
                      <a:pt x="532292" y="61667"/>
                    </a:cubicBezTo>
                    <a:cubicBezTo>
                      <a:pt x="533334" y="65065"/>
                      <a:pt x="534922" y="67943"/>
                      <a:pt x="537031" y="70313"/>
                    </a:cubicBezTo>
                    <a:cubicBezTo>
                      <a:pt x="539154" y="72669"/>
                      <a:pt x="542083" y="73854"/>
                      <a:pt x="545834" y="73854"/>
                    </a:cubicBezTo>
                    <a:cubicBezTo>
                      <a:pt x="549584" y="73854"/>
                      <a:pt x="552578" y="72669"/>
                      <a:pt x="554792" y="70313"/>
                    </a:cubicBezTo>
                    <a:cubicBezTo>
                      <a:pt x="557018" y="67943"/>
                      <a:pt x="558685" y="65065"/>
                      <a:pt x="559792" y="61667"/>
                    </a:cubicBezTo>
                    <a:cubicBezTo>
                      <a:pt x="560977" y="58190"/>
                      <a:pt x="561745" y="54557"/>
                      <a:pt x="562084" y="50782"/>
                    </a:cubicBezTo>
                    <a:cubicBezTo>
                      <a:pt x="562435" y="46992"/>
                      <a:pt x="562605" y="43646"/>
                      <a:pt x="562605" y="40729"/>
                    </a:cubicBezTo>
                    <a:cubicBezTo>
                      <a:pt x="562605" y="37812"/>
                      <a:pt x="562435" y="34428"/>
                      <a:pt x="562084" y="30573"/>
                    </a:cubicBezTo>
                    <a:cubicBezTo>
                      <a:pt x="561745" y="26719"/>
                      <a:pt x="560977" y="23047"/>
                      <a:pt x="559792" y="19584"/>
                    </a:cubicBezTo>
                    <a:cubicBezTo>
                      <a:pt x="558685" y="16172"/>
                      <a:pt x="557018" y="13255"/>
                      <a:pt x="554792" y="10834"/>
                    </a:cubicBezTo>
                    <a:cubicBezTo>
                      <a:pt x="552578" y="8399"/>
                      <a:pt x="549584" y="7188"/>
                      <a:pt x="545834" y="7188"/>
                    </a:cubicBezTo>
                    <a:close/>
                    <a:moveTo>
                      <a:pt x="454688" y="7188"/>
                    </a:moveTo>
                    <a:cubicBezTo>
                      <a:pt x="450938" y="7188"/>
                      <a:pt x="448008" y="8399"/>
                      <a:pt x="445886" y="10834"/>
                    </a:cubicBezTo>
                    <a:cubicBezTo>
                      <a:pt x="443776" y="13255"/>
                      <a:pt x="442188" y="16172"/>
                      <a:pt x="441146" y="19584"/>
                    </a:cubicBezTo>
                    <a:cubicBezTo>
                      <a:pt x="440039" y="23047"/>
                      <a:pt x="439362" y="26719"/>
                      <a:pt x="439115" y="30573"/>
                    </a:cubicBezTo>
                    <a:cubicBezTo>
                      <a:pt x="438880" y="34428"/>
                      <a:pt x="438750" y="37812"/>
                      <a:pt x="438750" y="40729"/>
                    </a:cubicBezTo>
                    <a:cubicBezTo>
                      <a:pt x="438750" y="43646"/>
                      <a:pt x="438880" y="46992"/>
                      <a:pt x="439115" y="50782"/>
                    </a:cubicBezTo>
                    <a:cubicBezTo>
                      <a:pt x="439362" y="54557"/>
                      <a:pt x="440039" y="58190"/>
                      <a:pt x="441146" y="61667"/>
                    </a:cubicBezTo>
                    <a:cubicBezTo>
                      <a:pt x="442188" y="65065"/>
                      <a:pt x="443776" y="67943"/>
                      <a:pt x="445886" y="70313"/>
                    </a:cubicBezTo>
                    <a:cubicBezTo>
                      <a:pt x="448008" y="72669"/>
                      <a:pt x="450938" y="73854"/>
                      <a:pt x="454688" y="73854"/>
                    </a:cubicBezTo>
                    <a:cubicBezTo>
                      <a:pt x="458438" y="73854"/>
                      <a:pt x="461432" y="72669"/>
                      <a:pt x="463646" y="70313"/>
                    </a:cubicBezTo>
                    <a:cubicBezTo>
                      <a:pt x="465873" y="67943"/>
                      <a:pt x="467539" y="65065"/>
                      <a:pt x="468646" y="61667"/>
                    </a:cubicBezTo>
                    <a:cubicBezTo>
                      <a:pt x="469831" y="58190"/>
                      <a:pt x="470599" y="54557"/>
                      <a:pt x="470938" y="50782"/>
                    </a:cubicBezTo>
                    <a:cubicBezTo>
                      <a:pt x="471289" y="46992"/>
                      <a:pt x="471459" y="43646"/>
                      <a:pt x="471459" y="40729"/>
                    </a:cubicBezTo>
                    <a:cubicBezTo>
                      <a:pt x="471459" y="37812"/>
                      <a:pt x="471289" y="34428"/>
                      <a:pt x="470938" y="30573"/>
                    </a:cubicBezTo>
                    <a:cubicBezTo>
                      <a:pt x="470599" y="26719"/>
                      <a:pt x="469831" y="23047"/>
                      <a:pt x="468646" y="19584"/>
                    </a:cubicBezTo>
                    <a:cubicBezTo>
                      <a:pt x="467539" y="16172"/>
                      <a:pt x="465873" y="13255"/>
                      <a:pt x="463646" y="10834"/>
                    </a:cubicBezTo>
                    <a:cubicBezTo>
                      <a:pt x="461432" y="8399"/>
                      <a:pt x="458438" y="7188"/>
                      <a:pt x="454688" y="7188"/>
                    </a:cubicBezTo>
                    <a:close/>
                    <a:moveTo>
                      <a:pt x="389584" y="7188"/>
                    </a:moveTo>
                    <a:cubicBezTo>
                      <a:pt x="385833" y="7188"/>
                      <a:pt x="382904" y="8399"/>
                      <a:pt x="380781" y="10834"/>
                    </a:cubicBezTo>
                    <a:cubicBezTo>
                      <a:pt x="378672" y="13255"/>
                      <a:pt x="377083" y="16172"/>
                      <a:pt x="376042" y="19584"/>
                    </a:cubicBezTo>
                    <a:cubicBezTo>
                      <a:pt x="374935" y="23047"/>
                      <a:pt x="374258" y="26719"/>
                      <a:pt x="374011" y="30573"/>
                    </a:cubicBezTo>
                    <a:cubicBezTo>
                      <a:pt x="373776" y="34428"/>
                      <a:pt x="373646" y="37812"/>
                      <a:pt x="373646" y="40729"/>
                    </a:cubicBezTo>
                    <a:cubicBezTo>
                      <a:pt x="373646" y="43646"/>
                      <a:pt x="373776" y="46992"/>
                      <a:pt x="374011" y="50782"/>
                    </a:cubicBezTo>
                    <a:cubicBezTo>
                      <a:pt x="374258" y="54557"/>
                      <a:pt x="374935" y="58190"/>
                      <a:pt x="376042" y="61667"/>
                    </a:cubicBezTo>
                    <a:cubicBezTo>
                      <a:pt x="377083" y="65065"/>
                      <a:pt x="378672" y="67943"/>
                      <a:pt x="380781" y="70313"/>
                    </a:cubicBezTo>
                    <a:cubicBezTo>
                      <a:pt x="382904" y="72669"/>
                      <a:pt x="385833" y="73854"/>
                      <a:pt x="389584" y="73854"/>
                    </a:cubicBezTo>
                    <a:cubicBezTo>
                      <a:pt x="393334" y="73854"/>
                      <a:pt x="396328" y="72669"/>
                      <a:pt x="398542" y="70313"/>
                    </a:cubicBezTo>
                    <a:cubicBezTo>
                      <a:pt x="400768" y="67943"/>
                      <a:pt x="402435" y="65065"/>
                      <a:pt x="403542" y="61667"/>
                    </a:cubicBezTo>
                    <a:cubicBezTo>
                      <a:pt x="404727" y="58190"/>
                      <a:pt x="405495" y="54557"/>
                      <a:pt x="405834" y="50782"/>
                    </a:cubicBezTo>
                    <a:cubicBezTo>
                      <a:pt x="406185" y="46992"/>
                      <a:pt x="406354" y="43646"/>
                      <a:pt x="406354" y="40729"/>
                    </a:cubicBezTo>
                    <a:cubicBezTo>
                      <a:pt x="406354" y="37812"/>
                      <a:pt x="406185" y="34428"/>
                      <a:pt x="405834" y="30573"/>
                    </a:cubicBezTo>
                    <a:cubicBezTo>
                      <a:pt x="405495" y="26719"/>
                      <a:pt x="404727" y="23047"/>
                      <a:pt x="403542" y="19584"/>
                    </a:cubicBezTo>
                    <a:cubicBezTo>
                      <a:pt x="402435" y="16172"/>
                      <a:pt x="400768" y="13255"/>
                      <a:pt x="398542" y="10834"/>
                    </a:cubicBezTo>
                    <a:cubicBezTo>
                      <a:pt x="396328" y="8399"/>
                      <a:pt x="393334" y="7188"/>
                      <a:pt x="389584" y="7188"/>
                    </a:cubicBezTo>
                    <a:close/>
                    <a:moveTo>
                      <a:pt x="318646" y="3125"/>
                    </a:moveTo>
                    <a:lnTo>
                      <a:pt x="358333" y="3125"/>
                    </a:lnTo>
                    <a:lnTo>
                      <a:pt x="358333" y="10208"/>
                    </a:lnTo>
                    <a:lnTo>
                      <a:pt x="325000" y="10208"/>
                    </a:lnTo>
                    <a:lnTo>
                      <a:pt x="323542" y="35834"/>
                    </a:lnTo>
                    <a:cubicBezTo>
                      <a:pt x="325144" y="33672"/>
                      <a:pt x="327422" y="31993"/>
                      <a:pt x="330365" y="30781"/>
                    </a:cubicBezTo>
                    <a:cubicBezTo>
                      <a:pt x="333320" y="29558"/>
                      <a:pt x="336667" y="28958"/>
                      <a:pt x="340417" y="28958"/>
                    </a:cubicBezTo>
                    <a:cubicBezTo>
                      <a:pt x="343412" y="28958"/>
                      <a:pt x="346224" y="29492"/>
                      <a:pt x="348854" y="30573"/>
                    </a:cubicBezTo>
                    <a:cubicBezTo>
                      <a:pt x="351498" y="31641"/>
                      <a:pt x="353828" y="33255"/>
                      <a:pt x="355834" y="35417"/>
                    </a:cubicBezTo>
                    <a:cubicBezTo>
                      <a:pt x="357787" y="37565"/>
                      <a:pt x="359349" y="40261"/>
                      <a:pt x="360521" y="43490"/>
                    </a:cubicBezTo>
                    <a:cubicBezTo>
                      <a:pt x="361706" y="46719"/>
                      <a:pt x="362292" y="50521"/>
                      <a:pt x="362292" y="54896"/>
                    </a:cubicBezTo>
                    <a:cubicBezTo>
                      <a:pt x="362292" y="58711"/>
                      <a:pt x="361719" y="62214"/>
                      <a:pt x="360573" y="65417"/>
                    </a:cubicBezTo>
                    <a:cubicBezTo>
                      <a:pt x="359427" y="68607"/>
                      <a:pt x="357813" y="71355"/>
                      <a:pt x="355729" y="73646"/>
                    </a:cubicBezTo>
                    <a:cubicBezTo>
                      <a:pt x="353581" y="75938"/>
                      <a:pt x="351029" y="77721"/>
                      <a:pt x="348073" y="79010"/>
                    </a:cubicBezTo>
                    <a:cubicBezTo>
                      <a:pt x="345131" y="80287"/>
                      <a:pt x="341849" y="80938"/>
                      <a:pt x="338230" y="80938"/>
                    </a:cubicBezTo>
                    <a:cubicBezTo>
                      <a:pt x="331641" y="80938"/>
                      <a:pt x="326081" y="79193"/>
                      <a:pt x="321563" y="75730"/>
                    </a:cubicBezTo>
                    <a:cubicBezTo>
                      <a:pt x="317058" y="72253"/>
                      <a:pt x="314622" y="67214"/>
                      <a:pt x="314271" y="60625"/>
                    </a:cubicBezTo>
                    <a:lnTo>
                      <a:pt x="322500" y="60625"/>
                    </a:lnTo>
                    <a:cubicBezTo>
                      <a:pt x="323125" y="64857"/>
                      <a:pt x="324896" y="68138"/>
                      <a:pt x="327813" y="70469"/>
                    </a:cubicBezTo>
                    <a:cubicBezTo>
                      <a:pt x="330729" y="72787"/>
                      <a:pt x="334310" y="73958"/>
                      <a:pt x="338542" y="73958"/>
                    </a:cubicBezTo>
                    <a:cubicBezTo>
                      <a:pt x="342917" y="73958"/>
                      <a:pt x="346589" y="72253"/>
                      <a:pt x="349531" y="68855"/>
                    </a:cubicBezTo>
                    <a:cubicBezTo>
                      <a:pt x="352487" y="65443"/>
                      <a:pt x="353958" y="60833"/>
                      <a:pt x="353958" y="55000"/>
                    </a:cubicBezTo>
                    <a:cubicBezTo>
                      <a:pt x="353958" y="48607"/>
                      <a:pt x="352500" y="43815"/>
                      <a:pt x="349583" y="40625"/>
                    </a:cubicBezTo>
                    <a:cubicBezTo>
                      <a:pt x="346667" y="37422"/>
                      <a:pt x="343021" y="35834"/>
                      <a:pt x="338646" y="35834"/>
                    </a:cubicBezTo>
                    <a:cubicBezTo>
                      <a:pt x="335183" y="35834"/>
                      <a:pt x="332122" y="36719"/>
                      <a:pt x="329479" y="38490"/>
                    </a:cubicBezTo>
                    <a:cubicBezTo>
                      <a:pt x="326849" y="40261"/>
                      <a:pt x="325104" y="42670"/>
                      <a:pt x="324271" y="45729"/>
                    </a:cubicBezTo>
                    <a:cubicBezTo>
                      <a:pt x="324141" y="46068"/>
                      <a:pt x="324036" y="46354"/>
                      <a:pt x="323959" y="46562"/>
                    </a:cubicBezTo>
                    <a:cubicBezTo>
                      <a:pt x="323893" y="46771"/>
                      <a:pt x="323789" y="46941"/>
                      <a:pt x="323646" y="47084"/>
                    </a:cubicBezTo>
                    <a:cubicBezTo>
                      <a:pt x="323516" y="47214"/>
                      <a:pt x="323320" y="47318"/>
                      <a:pt x="323073" y="47396"/>
                    </a:cubicBezTo>
                    <a:cubicBezTo>
                      <a:pt x="322839" y="47461"/>
                      <a:pt x="322539" y="47500"/>
                      <a:pt x="322188" y="47500"/>
                    </a:cubicBezTo>
                    <a:lnTo>
                      <a:pt x="317187" y="47500"/>
                    </a:lnTo>
                    <a:cubicBezTo>
                      <a:pt x="316563" y="47500"/>
                      <a:pt x="316185" y="47409"/>
                      <a:pt x="316042" y="47239"/>
                    </a:cubicBezTo>
                    <a:cubicBezTo>
                      <a:pt x="315912" y="47057"/>
                      <a:pt x="315834" y="46628"/>
                      <a:pt x="315834" y="45938"/>
                    </a:cubicBezTo>
                    <a:lnTo>
                      <a:pt x="316979" y="5105"/>
                    </a:lnTo>
                    <a:cubicBezTo>
                      <a:pt x="316979" y="4336"/>
                      <a:pt x="317110" y="3815"/>
                      <a:pt x="317344" y="3542"/>
                    </a:cubicBezTo>
                    <a:cubicBezTo>
                      <a:pt x="317591" y="3255"/>
                      <a:pt x="318021" y="3125"/>
                      <a:pt x="318646" y="3125"/>
                    </a:cubicBezTo>
                    <a:close/>
                    <a:moveTo>
                      <a:pt x="91771" y="3125"/>
                    </a:moveTo>
                    <a:lnTo>
                      <a:pt x="136771" y="3125"/>
                    </a:lnTo>
                    <a:cubicBezTo>
                      <a:pt x="137474" y="3125"/>
                      <a:pt x="137969" y="3281"/>
                      <a:pt x="138281" y="3594"/>
                    </a:cubicBezTo>
                    <a:cubicBezTo>
                      <a:pt x="138594" y="3906"/>
                      <a:pt x="138750" y="4401"/>
                      <a:pt x="138750" y="5105"/>
                    </a:cubicBezTo>
                    <a:lnTo>
                      <a:pt x="138750" y="9063"/>
                    </a:lnTo>
                    <a:cubicBezTo>
                      <a:pt x="138750" y="9610"/>
                      <a:pt x="138672" y="10130"/>
                      <a:pt x="138489" y="10626"/>
                    </a:cubicBezTo>
                    <a:cubicBezTo>
                      <a:pt x="138320" y="11107"/>
                      <a:pt x="138125" y="11563"/>
                      <a:pt x="137917" y="11980"/>
                    </a:cubicBezTo>
                    <a:lnTo>
                      <a:pt x="110729" y="79167"/>
                    </a:lnTo>
                    <a:lnTo>
                      <a:pt x="101458" y="79167"/>
                    </a:lnTo>
                    <a:lnTo>
                      <a:pt x="130000" y="10312"/>
                    </a:lnTo>
                    <a:lnTo>
                      <a:pt x="91771" y="10312"/>
                    </a:lnTo>
                    <a:close/>
                    <a:moveTo>
                      <a:pt x="247396" y="1458"/>
                    </a:moveTo>
                    <a:cubicBezTo>
                      <a:pt x="253724" y="1458"/>
                      <a:pt x="258854" y="3242"/>
                      <a:pt x="262813" y="6824"/>
                    </a:cubicBezTo>
                    <a:cubicBezTo>
                      <a:pt x="266771" y="10391"/>
                      <a:pt x="269102" y="15209"/>
                      <a:pt x="269792" y="21250"/>
                    </a:cubicBezTo>
                    <a:lnTo>
                      <a:pt x="261563" y="21250"/>
                    </a:lnTo>
                    <a:cubicBezTo>
                      <a:pt x="261354" y="17357"/>
                      <a:pt x="259896" y="14245"/>
                      <a:pt x="257188" y="11927"/>
                    </a:cubicBezTo>
                    <a:cubicBezTo>
                      <a:pt x="254479" y="9596"/>
                      <a:pt x="251250" y="8438"/>
                      <a:pt x="247500" y="8438"/>
                    </a:cubicBezTo>
                    <a:cubicBezTo>
                      <a:pt x="243828" y="8438"/>
                      <a:pt x="240768" y="9584"/>
                      <a:pt x="238333" y="11876"/>
                    </a:cubicBezTo>
                    <a:cubicBezTo>
                      <a:pt x="235912" y="14167"/>
                      <a:pt x="233958" y="17045"/>
                      <a:pt x="232500" y="20521"/>
                    </a:cubicBezTo>
                    <a:cubicBezTo>
                      <a:pt x="231042" y="23920"/>
                      <a:pt x="230026" y="27630"/>
                      <a:pt x="229427" y="31667"/>
                    </a:cubicBezTo>
                    <a:cubicBezTo>
                      <a:pt x="228841" y="35690"/>
                      <a:pt x="228542" y="39440"/>
                      <a:pt x="228542" y="42917"/>
                    </a:cubicBezTo>
                    <a:cubicBezTo>
                      <a:pt x="230078" y="38464"/>
                      <a:pt x="232643" y="35156"/>
                      <a:pt x="236250" y="32969"/>
                    </a:cubicBezTo>
                    <a:cubicBezTo>
                      <a:pt x="239870" y="30781"/>
                      <a:pt x="243998" y="29688"/>
                      <a:pt x="248646" y="29688"/>
                    </a:cubicBezTo>
                    <a:cubicBezTo>
                      <a:pt x="255521" y="29688"/>
                      <a:pt x="260964" y="32005"/>
                      <a:pt x="264948" y="36667"/>
                    </a:cubicBezTo>
                    <a:cubicBezTo>
                      <a:pt x="268945" y="41316"/>
                      <a:pt x="270938" y="47500"/>
                      <a:pt x="270938" y="55208"/>
                    </a:cubicBezTo>
                    <a:cubicBezTo>
                      <a:pt x="270938" y="58816"/>
                      <a:pt x="270404" y="62188"/>
                      <a:pt x="269323" y="65312"/>
                    </a:cubicBezTo>
                    <a:cubicBezTo>
                      <a:pt x="268255" y="68438"/>
                      <a:pt x="266667" y="71172"/>
                      <a:pt x="264584" y="73542"/>
                    </a:cubicBezTo>
                    <a:cubicBezTo>
                      <a:pt x="262578" y="75834"/>
                      <a:pt x="260104" y="77631"/>
                      <a:pt x="257188" y="78959"/>
                    </a:cubicBezTo>
                    <a:cubicBezTo>
                      <a:pt x="254271" y="80274"/>
                      <a:pt x="250977" y="80938"/>
                      <a:pt x="247292" y="80938"/>
                    </a:cubicBezTo>
                    <a:cubicBezTo>
                      <a:pt x="241536" y="80938"/>
                      <a:pt x="236654" y="79428"/>
                      <a:pt x="232657" y="76407"/>
                    </a:cubicBezTo>
                    <a:cubicBezTo>
                      <a:pt x="228672" y="73386"/>
                      <a:pt x="225872" y="69544"/>
                      <a:pt x="224271" y="64896"/>
                    </a:cubicBezTo>
                    <a:cubicBezTo>
                      <a:pt x="223229" y="62044"/>
                      <a:pt x="222487" y="58971"/>
                      <a:pt x="222031" y="55677"/>
                    </a:cubicBezTo>
                    <a:cubicBezTo>
                      <a:pt x="221589" y="52370"/>
                      <a:pt x="221354" y="48334"/>
                      <a:pt x="221354" y="43542"/>
                    </a:cubicBezTo>
                    <a:cubicBezTo>
                      <a:pt x="221354" y="36589"/>
                      <a:pt x="222005" y="30495"/>
                      <a:pt x="223282" y="25260"/>
                    </a:cubicBezTo>
                    <a:cubicBezTo>
                      <a:pt x="224571" y="20014"/>
                      <a:pt x="226393" y="15625"/>
                      <a:pt x="228750" y="12084"/>
                    </a:cubicBezTo>
                    <a:cubicBezTo>
                      <a:pt x="231042" y="8607"/>
                      <a:pt x="233789" y="5964"/>
                      <a:pt x="236979" y="4167"/>
                    </a:cubicBezTo>
                    <a:cubicBezTo>
                      <a:pt x="240183" y="2357"/>
                      <a:pt x="243646" y="1458"/>
                      <a:pt x="247396" y="1458"/>
                    </a:cubicBezTo>
                    <a:close/>
                    <a:moveTo>
                      <a:pt x="26042" y="1458"/>
                    </a:moveTo>
                    <a:cubicBezTo>
                      <a:pt x="32370" y="1458"/>
                      <a:pt x="37500" y="3242"/>
                      <a:pt x="41458" y="6824"/>
                    </a:cubicBezTo>
                    <a:cubicBezTo>
                      <a:pt x="45417" y="10391"/>
                      <a:pt x="47747" y="15209"/>
                      <a:pt x="48438" y="21250"/>
                    </a:cubicBezTo>
                    <a:lnTo>
                      <a:pt x="40209" y="21250"/>
                    </a:lnTo>
                    <a:cubicBezTo>
                      <a:pt x="40000" y="17357"/>
                      <a:pt x="38542" y="14245"/>
                      <a:pt x="35834" y="11927"/>
                    </a:cubicBezTo>
                    <a:cubicBezTo>
                      <a:pt x="33125" y="9596"/>
                      <a:pt x="29896" y="8438"/>
                      <a:pt x="26146" y="8438"/>
                    </a:cubicBezTo>
                    <a:cubicBezTo>
                      <a:pt x="22474" y="8438"/>
                      <a:pt x="19414" y="9584"/>
                      <a:pt x="16979" y="11876"/>
                    </a:cubicBezTo>
                    <a:cubicBezTo>
                      <a:pt x="14557" y="14167"/>
                      <a:pt x="12604" y="17045"/>
                      <a:pt x="11146" y="20521"/>
                    </a:cubicBezTo>
                    <a:cubicBezTo>
                      <a:pt x="9687" y="23920"/>
                      <a:pt x="8672" y="27630"/>
                      <a:pt x="8073" y="31667"/>
                    </a:cubicBezTo>
                    <a:cubicBezTo>
                      <a:pt x="7487" y="35690"/>
                      <a:pt x="7188" y="39440"/>
                      <a:pt x="7188" y="42917"/>
                    </a:cubicBezTo>
                    <a:cubicBezTo>
                      <a:pt x="8724" y="38464"/>
                      <a:pt x="11289" y="35156"/>
                      <a:pt x="14896" y="32969"/>
                    </a:cubicBezTo>
                    <a:cubicBezTo>
                      <a:pt x="18516" y="30781"/>
                      <a:pt x="22643" y="29688"/>
                      <a:pt x="27292" y="29688"/>
                    </a:cubicBezTo>
                    <a:cubicBezTo>
                      <a:pt x="34167" y="29688"/>
                      <a:pt x="39609" y="32005"/>
                      <a:pt x="43594" y="36667"/>
                    </a:cubicBezTo>
                    <a:cubicBezTo>
                      <a:pt x="47591" y="41316"/>
                      <a:pt x="49584" y="47500"/>
                      <a:pt x="49584" y="55208"/>
                    </a:cubicBezTo>
                    <a:cubicBezTo>
                      <a:pt x="49584" y="58816"/>
                      <a:pt x="49049" y="62188"/>
                      <a:pt x="47969" y="65312"/>
                    </a:cubicBezTo>
                    <a:cubicBezTo>
                      <a:pt x="46901" y="68438"/>
                      <a:pt x="45313" y="71172"/>
                      <a:pt x="43229" y="73542"/>
                    </a:cubicBezTo>
                    <a:cubicBezTo>
                      <a:pt x="41224" y="75834"/>
                      <a:pt x="38750" y="77631"/>
                      <a:pt x="35834" y="78959"/>
                    </a:cubicBezTo>
                    <a:cubicBezTo>
                      <a:pt x="32916" y="80274"/>
                      <a:pt x="29622" y="80938"/>
                      <a:pt x="25938" y="80938"/>
                    </a:cubicBezTo>
                    <a:cubicBezTo>
                      <a:pt x="20182" y="80938"/>
                      <a:pt x="15299" y="79428"/>
                      <a:pt x="11302" y="76407"/>
                    </a:cubicBezTo>
                    <a:cubicBezTo>
                      <a:pt x="7318" y="73386"/>
                      <a:pt x="4518" y="69544"/>
                      <a:pt x="2917" y="64896"/>
                    </a:cubicBezTo>
                    <a:cubicBezTo>
                      <a:pt x="1875" y="62044"/>
                      <a:pt x="1133" y="58971"/>
                      <a:pt x="677" y="55677"/>
                    </a:cubicBezTo>
                    <a:cubicBezTo>
                      <a:pt x="234" y="52370"/>
                      <a:pt x="0" y="48334"/>
                      <a:pt x="0" y="43542"/>
                    </a:cubicBezTo>
                    <a:cubicBezTo>
                      <a:pt x="0" y="36589"/>
                      <a:pt x="651" y="30495"/>
                      <a:pt x="1927" y="25260"/>
                    </a:cubicBezTo>
                    <a:cubicBezTo>
                      <a:pt x="3216" y="20014"/>
                      <a:pt x="5039" y="15625"/>
                      <a:pt x="7396" y="12084"/>
                    </a:cubicBezTo>
                    <a:cubicBezTo>
                      <a:pt x="9687" y="8607"/>
                      <a:pt x="12435" y="5964"/>
                      <a:pt x="15625" y="4167"/>
                    </a:cubicBezTo>
                    <a:cubicBezTo>
                      <a:pt x="18828" y="2357"/>
                      <a:pt x="22292" y="1458"/>
                      <a:pt x="26042" y="1458"/>
                    </a:cubicBezTo>
                    <a:close/>
                    <a:moveTo>
                      <a:pt x="179896" y="1354"/>
                    </a:moveTo>
                    <a:cubicBezTo>
                      <a:pt x="182956" y="1354"/>
                      <a:pt x="185886" y="1745"/>
                      <a:pt x="188698" y="2553"/>
                    </a:cubicBezTo>
                    <a:cubicBezTo>
                      <a:pt x="191511" y="3347"/>
                      <a:pt x="193997" y="4583"/>
                      <a:pt x="196146" y="6251"/>
                    </a:cubicBezTo>
                    <a:cubicBezTo>
                      <a:pt x="198229" y="7917"/>
                      <a:pt x="199922" y="10026"/>
                      <a:pt x="201198" y="12604"/>
                    </a:cubicBezTo>
                    <a:cubicBezTo>
                      <a:pt x="202487" y="15170"/>
                      <a:pt x="203125" y="18229"/>
                      <a:pt x="203125" y="21771"/>
                    </a:cubicBezTo>
                    <a:cubicBezTo>
                      <a:pt x="203125" y="26146"/>
                      <a:pt x="201706" y="30026"/>
                      <a:pt x="198854" y="33437"/>
                    </a:cubicBezTo>
                    <a:cubicBezTo>
                      <a:pt x="196016" y="36836"/>
                      <a:pt x="192292" y="38958"/>
                      <a:pt x="187708" y="39792"/>
                    </a:cubicBezTo>
                    <a:cubicBezTo>
                      <a:pt x="192787" y="40482"/>
                      <a:pt x="196901" y="42617"/>
                      <a:pt x="200052" y="46198"/>
                    </a:cubicBezTo>
                    <a:cubicBezTo>
                      <a:pt x="203216" y="49766"/>
                      <a:pt x="204792" y="54063"/>
                      <a:pt x="204792" y="59063"/>
                    </a:cubicBezTo>
                    <a:cubicBezTo>
                      <a:pt x="204792" y="62943"/>
                      <a:pt x="204089" y="66263"/>
                      <a:pt x="202656" y="69010"/>
                    </a:cubicBezTo>
                    <a:cubicBezTo>
                      <a:pt x="201237" y="71745"/>
                      <a:pt x="199349" y="74023"/>
                      <a:pt x="196979" y="75834"/>
                    </a:cubicBezTo>
                    <a:cubicBezTo>
                      <a:pt x="194622" y="77566"/>
                      <a:pt x="191914" y="78855"/>
                      <a:pt x="188854" y="79687"/>
                    </a:cubicBezTo>
                    <a:cubicBezTo>
                      <a:pt x="185807" y="80521"/>
                      <a:pt x="182682" y="80938"/>
                      <a:pt x="179479" y="80938"/>
                    </a:cubicBezTo>
                    <a:cubicBezTo>
                      <a:pt x="171979" y="80938"/>
                      <a:pt x="166068" y="78959"/>
                      <a:pt x="161719" y="75000"/>
                    </a:cubicBezTo>
                    <a:cubicBezTo>
                      <a:pt x="157383" y="71042"/>
                      <a:pt x="155143" y="65547"/>
                      <a:pt x="155000" y="58542"/>
                    </a:cubicBezTo>
                    <a:lnTo>
                      <a:pt x="163229" y="58542"/>
                    </a:lnTo>
                    <a:cubicBezTo>
                      <a:pt x="163724" y="63542"/>
                      <a:pt x="165365" y="67318"/>
                      <a:pt x="168177" y="69896"/>
                    </a:cubicBezTo>
                    <a:cubicBezTo>
                      <a:pt x="170990" y="72461"/>
                      <a:pt x="174870" y="73750"/>
                      <a:pt x="179792" y="73750"/>
                    </a:cubicBezTo>
                    <a:cubicBezTo>
                      <a:pt x="184935" y="73750"/>
                      <a:pt x="188998" y="72396"/>
                      <a:pt x="191979" y="69687"/>
                    </a:cubicBezTo>
                    <a:cubicBezTo>
                      <a:pt x="194974" y="66980"/>
                      <a:pt x="196459" y="63125"/>
                      <a:pt x="196459" y="58125"/>
                    </a:cubicBezTo>
                    <a:cubicBezTo>
                      <a:pt x="196459" y="55547"/>
                      <a:pt x="195977" y="53347"/>
                      <a:pt x="195000" y="51510"/>
                    </a:cubicBezTo>
                    <a:cubicBezTo>
                      <a:pt x="194037" y="49662"/>
                      <a:pt x="192748" y="48151"/>
                      <a:pt x="191146" y="46980"/>
                    </a:cubicBezTo>
                    <a:cubicBezTo>
                      <a:pt x="189479" y="45795"/>
                      <a:pt x="187630" y="44922"/>
                      <a:pt x="185573" y="44375"/>
                    </a:cubicBezTo>
                    <a:cubicBezTo>
                      <a:pt x="183529" y="43815"/>
                      <a:pt x="181432" y="43464"/>
                      <a:pt x="179271" y="43333"/>
                    </a:cubicBezTo>
                    <a:lnTo>
                      <a:pt x="175104" y="43333"/>
                    </a:lnTo>
                    <a:cubicBezTo>
                      <a:pt x="174271" y="43333"/>
                      <a:pt x="173789" y="43243"/>
                      <a:pt x="173646" y="43074"/>
                    </a:cubicBezTo>
                    <a:cubicBezTo>
                      <a:pt x="173516" y="42891"/>
                      <a:pt x="173438" y="42422"/>
                      <a:pt x="173438" y="41667"/>
                    </a:cubicBezTo>
                    <a:lnTo>
                      <a:pt x="173438" y="37812"/>
                    </a:lnTo>
                    <a:cubicBezTo>
                      <a:pt x="173438" y="36980"/>
                      <a:pt x="173516" y="36419"/>
                      <a:pt x="173646" y="36146"/>
                    </a:cubicBezTo>
                    <a:cubicBezTo>
                      <a:pt x="173789" y="35860"/>
                      <a:pt x="174271" y="35729"/>
                      <a:pt x="175104" y="35729"/>
                    </a:cubicBezTo>
                    <a:lnTo>
                      <a:pt x="178542" y="35729"/>
                    </a:lnTo>
                    <a:cubicBezTo>
                      <a:pt x="180625" y="35729"/>
                      <a:pt x="182656" y="35469"/>
                      <a:pt x="184635" y="34948"/>
                    </a:cubicBezTo>
                    <a:cubicBezTo>
                      <a:pt x="186615" y="34428"/>
                      <a:pt x="188333" y="33607"/>
                      <a:pt x="189792" y="32500"/>
                    </a:cubicBezTo>
                    <a:cubicBezTo>
                      <a:pt x="191328" y="31459"/>
                      <a:pt x="192539" y="30078"/>
                      <a:pt x="193437" y="28385"/>
                    </a:cubicBezTo>
                    <a:cubicBezTo>
                      <a:pt x="194349" y="26680"/>
                      <a:pt x="194792" y="24610"/>
                      <a:pt x="194792" y="22188"/>
                    </a:cubicBezTo>
                    <a:cubicBezTo>
                      <a:pt x="194792" y="17813"/>
                      <a:pt x="193360" y="14440"/>
                      <a:pt x="190469" y="12084"/>
                    </a:cubicBezTo>
                    <a:cubicBezTo>
                      <a:pt x="187591" y="9714"/>
                      <a:pt x="183958" y="8542"/>
                      <a:pt x="179583" y="8542"/>
                    </a:cubicBezTo>
                    <a:cubicBezTo>
                      <a:pt x="175078" y="8542"/>
                      <a:pt x="171510" y="9714"/>
                      <a:pt x="168906" y="12084"/>
                    </a:cubicBezTo>
                    <a:cubicBezTo>
                      <a:pt x="166302" y="14440"/>
                      <a:pt x="164792" y="17838"/>
                      <a:pt x="164375" y="22292"/>
                    </a:cubicBezTo>
                    <a:lnTo>
                      <a:pt x="156042" y="22292"/>
                    </a:lnTo>
                    <a:cubicBezTo>
                      <a:pt x="156120" y="15833"/>
                      <a:pt x="158333" y="10730"/>
                      <a:pt x="162708" y="6979"/>
                    </a:cubicBezTo>
                    <a:cubicBezTo>
                      <a:pt x="167083" y="3230"/>
                      <a:pt x="172813" y="1354"/>
                      <a:pt x="179896" y="1354"/>
                    </a:cubicBezTo>
                    <a:close/>
                    <a:moveTo>
                      <a:pt x="676042" y="0"/>
                    </a:moveTo>
                    <a:cubicBezTo>
                      <a:pt x="681250" y="0"/>
                      <a:pt x="685508" y="1211"/>
                      <a:pt x="688802" y="3646"/>
                    </a:cubicBezTo>
                    <a:cubicBezTo>
                      <a:pt x="692110" y="6068"/>
                      <a:pt x="694688" y="9193"/>
                      <a:pt x="696563" y="13021"/>
                    </a:cubicBezTo>
                    <a:cubicBezTo>
                      <a:pt x="698438" y="16902"/>
                      <a:pt x="699727" y="21276"/>
                      <a:pt x="700417" y="26146"/>
                    </a:cubicBezTo>
                    <a:cubicBezTo>
                      <a:pt x="701120" y="31003"/>
                      <a:pt x="701459" y="35860"/>
                      <a:pt x="701459" y="40729"/>
                    </a:cubicBezTo>
                    <a:cubicBezTo>
                      <a:pt x="701459" y="45652"/>
                      <a:pt x="701120" y="50521"/>
                      <a:pt x="700417" y="55313"/>
                    </a:cubicBezTo>
                    <a:cubicBezTo>
                      <a:pt x="699727" y="60105"/>
                      <a:pt x="698438" y="64441"/>
                      <a:pt x="696563" y="68334"/>
                    </a:cubicBezTo>
                    <a:cubicBezTo>
                      <a:pt x="694688" y="72149"/>
                      <a:pt x="692110" y="75235"/>
                      <a:pt x="688802" y="77604"/>
                    </a:cubicBezTo>
                    <a:cubicBezTo>
                      <a:pt x="685508" y="79961"/>
                      <a:pt x="681250" y="81146"/>
                      <a:pt x="676042" y="81146"/>
                    </a:cubicBezTo>
                    <a:cubicBezTo>
                      <a:pt x="670912" y="81146"/>
                      <a:pt x="666719" y="79961"/>
                      <a:pt x="663490" y="77604"/>
                    </a:cubicBezTo>
                    <a:cubicBezTo>
                      <a:pt x="660261" y="75235"/>
                      <a:pt x="657787" y="72149"/>
                      <a:pt x="656042" y="68334"/>
                    </a:cubicBezTo>
                    <a:cubicBezTo>
                      <a:pt x="654245" y="64441"/>
                      <a:pt x="653021" y="60105"/>
                      <a:pt x="652396" y="55313"/>
                    </a:cubicBezTo>
                    <a:cubicBezTo>
                      <a:pt x="651771" y="50521"/>
                      <a:pt x="651459" y="45652"/>
                      <a:pt x="651459" y="40729"/>
                    </a:cubicBezTo>
                    <a:cubicBezTo>
                      <a:pt x="651459" y="35860"/>
                      <a:pt x="651771" y="31003"/>
                      <a:pt x="652396" y="26146"/>
                    </a:cubicBezTo>
                    <a:cubicBezTo>
                      <a:pt x="653021" y="21276"/>
                      <a:pt x="654245" y="16902"/>
                      <a:pt x="656042" y="13021"/>
                    </a:cubicBezTo>
                    <a:cubicBezTo>
                      <a:pt x="657787" y="9193"/>
                      <a:pt x="660261" y="6068"/>
                      <a:pt x="663490" y="3646"/>
                    </a:cubicBezTo>
                    <a:cubicBezTo>
                      <a:pt x="666719" y="1211"/>
                      <a:pt x="670912" y="0"/>
                      <a:pt x="676042" y="0"/>
                    </a:cubicBezTo>
                    <a:close/>
                    <a:moveTo>
                      <a:pt x="610938" y="0"/>
                    </a:moveTo>
                    <a:cubicBezTo>
                      <a:pt x="616146" y="0"/>
                      <a:pt x="620404" y="1211"/>
                      <a:pt x="623698" y="3646"/>
                    </a:cubicBezTo>
                    <a:cubicBezTo>
                      <a:pt x="627005" y="6068"/>
                      <a:pt x="629584" y="9193"/>
                      <a:pt x="631459" y="13021"/>
                    </a:cubicBezTo>
                    <a:cubicBezTo>
                      <a:pt x="633334" y="16902"/>
                      <a:pt x="634623" y="21276"/>
                      <a:pt x="635313" y="26146"/>
                    </a:cubicBezTo>
                    <a:cubicBezTo>
                      <a:pt x="636016" y="31003"/>
                      <a:pt x="636355" y="35860"/>
                      <a:pt x="636355" y="40729"/>
                    </a:cubicBezTo>
                    <a:cubicBezTo>
                      <a:pt x="636355" y="45652"/>
                      <a:pt x="636016" y="50521"/>
                      <a:pt x="635313" y="55313"/>
                    </a:cubicBezTo>
                    <a:cubicBezTo>
                      <a:pt x="634623" y="60105"/>
                      <a:pt x="633334" y="64441"/>
                      <a:pt x="631459" y="68334"/>
                    </a:cubicBezTo>
                    <a:cubicBezTo>
                      <a:pt x="629584" y="72149"/>
                      <a:pt x="627005" y="75235"/>
                      <a:pt x="623698" y="77604"/>
                    </a:cubicBezTo>
                    <a:cubicBezTo>
                      <a:pt x="620404" y="79961"/>
                      <a:pt x="616146" y="81146"/>
                      <a:pt x="610938" y="81146"/>
                    </a:cubicBezTo>
                    <a:cubicBezTo>
                      <a:pt x="605808" y="81146"/>
                      <a:pt x="601615" y="79961"/>
                      <a:pt x="598386" y="77604"/>
                    </a:cubicBezTo>
                    <a:cubicBezTo>
                      <a:pt x="595157" y="75235"/>
                      <a:pt x="592683" y="72149"/>
                      <a:pt x="590938" y="68334"/>
                    </a:cubicBezTo>
                    <a:cubicBezTo>
                      <a:pt x="589141" y="64441"/>
                      <a:pt x="587917" y="60105"/>
                      <a:pt x="587292" y="55313"/>
                    </a:cubicBezTo>
                    <a:cubicBezTo>
                      <a:pt x="586667" y="50521"/>
                      <a:pt x="586355" y="45652"/>
                      <a:pt x="586355" y="40729"/>
                    </a:cubicBezTo>
                    <a:cubicBezTo>
                      <a:pt x="586355" y="35860"/>
                      <a:pt x="586667" y="31003"/>
                      <a:pt x="587292" y="26146"/>
                    </a:cubicBezTo>
                    <a:cubicBezTo>
                      <a:pt x="587917" y="21276"/>
                      <a:pt x="589141" y="16902"/>
                      <a:pt x="590938" y="13021"/>
                    </a:cubicBezTo>
                    <a:cubicBezTo>
                      <a:pt x="592683" y="9193"/>
                      <a:pt x="595157" y="6068"/>
                      <a:pt x="598386" y="3646"/>
                    </a:cubicBezTo>
                    <a:cubicBezTo>
                      <a:pt x="601615" y="1211"/>
                      <a:pt x="605808" y="0"/>
                      <a:pt x="610938" y="0"/>
                    </a:cubicBezTo>
                    <a:close/>
                    <a:moveTo>
                      <a:pt x="545834" y="0"/>
                    </a:moveTo>
                    <a:cubicBezTo>
                      <a:pt x="551042" y="0"/>
                      <a:pt x="555300" y="1211"/>
                      <a:pt x="558594" y="3646"/>
                    </a:cubicBezTo>
                    <a:cubicBezTo>
                      <a:pt x="561901" y="6068"/>
                      <a:pt x="564479" y="9193"/>
                      <a:pt x="566355" y="13021"/>
                    </a:cubicBezTo>
                    <a:cubicBezTo>
                      <a:pt x="568230" y="16902"/>
                      <a:pt x="569519" y="21276"/>
                      <a:pt x="570209" y="26146"/>
                    </a:cubicBezTo>
                    <a:cubicBezTo>
                      <a:pt x="570912" y="31003"/>
                      <a:pt x="571250" y="35860"/>
                      <a:pt x="571250" y="40729"/>
                    </a:cubicBezTo>
                    <a:cubicBezTo>
                      <a:pt x="571250" y="45652"/>
                      <a:pt x="570912" y="50521"/>
                      <a:pt x="570209" y="55313"/>
                    </a:cubicBezTo>
                    <a:cubicBezTo>
                      <a:pt x="569519" y="60105"/>
                      <a:pt x="568230" y="64441"/>
                      <a:pt x="566355" y="68334"/>
                    </a:cubicBezTo>
                    <a:cubicBezTo>
                      <a:pt x="564479" y="72149"/>
                      <a:pt x="561901" y="75235"/>
                      <a:pt x="558594" y="77604"/>
                    </a:cubicBezTo>
                    <a:cubicBezTo>
                      <a:pt x="555300" y="79961"/>
                      <a:pt x="551042" y="81146"/>
                      <a:pt x="545834" y="81146"/>
                    </a:cubicBezTo>
                    <a:cubicBezTo>
                      <a:pt x="540703" y="81146"/>
                      <a:pt x="536511" y="79961"/>
                      <a:pt x="533281" y="77604"/>
                    </a:cubicBezTo>
                    <a:cubicBezTo>
                      <a:pt x="530052" y="75235"/>
                      <a:pt x="527578" y="72149"/>
                      <a:pt x="525834" y="68334"/>
                    </a:cubicBezTo>
                    <a:cubicBezTo>
                      <a:pt x="524037" y="64441"/>
                      <a:pt x="522813" y="60105"/>
                      <a:pt x="522188" y="55313"/>
                    </a:cubicBezTo>
                    <a:cubicBezTo>
                      <a:pt x="521563" y="50521"/>
                      <a:pt x="521250" y="45652"/>
                      <a:pt x="521250" y="40729"/>
                    </a:cubicBezTo>
                    <a:cubicBezTo>
                      <a:pt x="521250" y="35860"/>
                      <a:pt x="521563" y="31003"/>
                      <a:pt x="522188" y="26146"/>
                    </a:cubicBezTo>
                    <a:cubicBezTo>
                      <a:pt x="522813" y="21276"/>
                      <a:pt x="524037" y="16902"/>
                      <a:pt x="525834" y="13021"/>
                    </a:cubicBezTo>
                    <a:cubicBezTo>
                      <a:pt x="527578" y="9193"/>
                      <a:pt x="530052" y="6068"/>
                      <a:pt x="533281" y="3646"/>
                    </a:cubicBezTo>
                    <a:cubicBezTo>
                      <a:pt x="536511" y="1211"/>
                      <a:pt x="540703" y="0"/>
                      <a:pt x="545834" y="0"/>
                    </a:cubicBezTo>
                    <a:close/>
                    <a:moveTo>
                      <a:pt x="454688" y="0"/>
                    </a:moveTo>
                    <a:cubicBezTo>
                      <a:pt x="459896" y="0"/>
                      <a:pt x="464154" y="1211"/>
                      <a:pt x="467448" y="3646"/>
                    </a:cubicBezTo>
                    <a:cubicBezTo>
                      <a:pt x="470755" y="6068"/>
                      <a:pt x="473333" y="9193"/>
                      <a:pt x="475209" y="13021"/>
                    </a:cubicBezTo>
                    <a:cubicBezTo>
                      <a:pt x="477084" y="16902"/>
                      <a:pt x="478373" y="21276"/>
                      <a:pt x="479063" y="26146"/>
                    </a:cubicBezTo>
                    <a:cubicBezTo>
                      <a:pt x="479766" y="31003"/>
                      <a:pt x="480105" y="35860"/>
                      <a:pt x="480105" y="40729"/>
                    </a:cubicBezTo>
                    <a:cubicBezTo>
                      <a:pt x="480105" y="45652"/>
                      <a:pt x="479766" y="50521"/>
                      <a:pt x="479063" y="55313"/>
                    </a:cubicBezTo>
                    <a:cubicBezTo>
                      <a:pt x="478373" y="60105"/>
                      <a:pt x="477084" y="64441"/>
                      <a:pt x="475209" y="68334"/>
                    </a:cubicBezTo>
                    <a:cubicBezTo>
                      <a:pt x="473333" y="72149"/>
                      <a:pt x="470755" y="75235"/>
                      <a:pt x="467448" y="77604"/>
                    </a:cubicBezTo>
                    <a:cubicBezTo>
                      <a:pt x="464154" y="79961"/>
                      <a:pt x="459896" y="81146"/>
                      <a:pt x="454688" y="81146"/>
                    </a:cubicBezTo>
                    <a:cubicBezTo>
                      <a:pt x="449558" y="81146"/>
                      <a:pt x="445365" y="79961"/>
                      <a:pt x="442136" y="77604"/>
                    </a:cubicBezTo>
                    <a:cubicBezTo>
                      <a:pt x="438907" y="75235"/>
                      <a:pt x="436433" y="72149"/>
                      <a:pt x="434688" y="68334"/>
                    </a:cubicBezTo>
                    <a:cubicBezTo>
                      <a:pt x="432891" y="64441"/>
                      <a:pt x="431667" y="60105"/>
                      <a:pt x="431042" y="55313"/>
                    </a:cubicBezTo>
                    <a:cubicBezTo>
                      <a:pt x="430417" y="50521"/>
                      <a:pt x="430105" y="45652"/>
                      <a:pt x="430105" y="40729"/>
                    </a:cubicBezTo>
                    <a:cubicBezTo>
                      <a:pt x="430105" y="35860"/>
                      <a:pt x="430417" y="31003"/>
                      <a:pt x="431042" y="26146"/>
                    </a:cubicBezTo>
                    <a:cubicBezTo>
                      <a:pt x="431667" y="21276"/>
                      <a:pt x="432891" y="16902"/>
                      <a:pt x="434688" y="13021"/>
                    </a:cubicBezTo>
                    <a:cubicBezTo>
                      <a:pt x="436433" y="9193"/>
                      <a:pt x="438907" y="6068"/>
                      <a:pt x="442136" y="3646"/>
                    </a:cubicBezTo>
                    <a:cubicBezTo>
                      <a:pt x="445365" y="1211"/>
                      <a:pt x="449558" y="0"/>
                      <a:pt x="454688" y="0"/>
                    </a:cubicBezTo>
                    <a:close/>
                    <a:moveTo>
                      <a:pt x="389584" y="0"/>
                    </a:moveTo>
                    <a:cubicBezTo>
                      <a:pt x="394792" y="0"/>
                      <a:pt x="399050" y="1211"/>
                      <a:pt x="402344" y="3646"/>
                    </a:cubicBezTo>
                    <a:cubicBezTo>
                      <a:pt x="405651" y="6068"/>
                      <a:pt x="408229" y="9193"/>
                      <a:pt x="410104" y="13021"/>
                    </a:cubicBezTo>
                    <a:cubicBezTo>
                      <a:pt x="411980" y="16902"/>
                      <a:pt x="413269" y="21276"/>
                      <a:pt x="413958" y="26146"/>
                    </a:cubicBezTo>
                    <a:cubicBezTo>
                      <a:pt x="414662" y="31003"/>
                      <a:pt x="415000" y="35860"/>
                      <a:pt x="415000" y="40729"/>
                    </a:cubicBezTo>
                    <a:cubicBezTo>
                      <a:pt x="415000" y="45652"/>
                      <a:pt x="414662" y="50521"/>
                      <a:pt x="413958" y="55313"/>
                    </a:cubicBezTo>
                    <a:cubicBezTo>
                      <a:pt x="413269" y="60105"/>
                      <a:pt x="411980" y="64441"/>
                      <a:pt x="410104" y="68334"/>
                    </a:cubicBezTo>
                    <a:cubicBezTo>
                      <a:pt x="408229" y="72149"/>
                      <a:pt x="405651" y="75235"/>
                      <a:pt x="402344" y="77604"/>
                    </a:cubicBezTo>
                    <a:cubicBezTo>
                      <a:pt x="399050" y="79961"/>
                      <a:pt x="394792" y="81146"/>
                      <a:pt x="389584" y="81146"/>
                    </a:cubicBezTo>
                    <a:cubicBezTo>
                      <a:pt x="384453" y="81146"/>
                      <a:pt x="380261" y="79961"/>
                      <a:pt x="377031" y="77604"/>
                    </a:cubicBezTo>
                    <a:cubicBezTo>
                      <a:pt x="373802" y="75235"/>
                      <a:pt x="371328" y="72149"/>
                      <a:pt x="369584" y="68334"/>
                    </a:cubicBezTo>
                    <a:cubicBezTo>
                      <a:pt x="367787" y="64441"/>
                      <a:pt x="366563" y="60105"/>
                      <a:pt x="365938" y="55313"/>
                    </a:cubicBezTo>
                    <a:cubicBezTo>
                      <a:pt x="365313" y="50521"/>
                      <a:pt x="365000" y="45652"/>
                      <a:pt x="365000" y="40729"/>
                    </a:cubicBezTo>
                    <a:cubicBezTo>
                      <a:pt x="365000" y="35860"/>
                      <a:pt x="365313" y="31003"/>
                      <a:pt x="365938" y="26146"/>
                    </a:cubicBezTo>
                    <a:cubicBezTo>
                      <a:pt x="366563" y="21276"/>
                      <a:pt x="367787" y="16902"/>
                      <a:pt x="369584" y="13021"/>
                    </a:cubicBezTo>
                    <a:cubicBezTo>
                      <a:pt x="371328" y="9193"/>
                      <a:pt x="373802" y="6068"/>
                      <a:pt x="377031" y="3646"/>
                    </a:cubicBezTo>
                    <a:cubicBezTo>
                      <a:pt x="380261" y="1211"/>
                      <a:pt x="384453" y="0"/>
                      <a:pt x="38958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28" name="TextBox 727">
                <a:extLst>
                  <a:ext uri="{FF2B5EF4-FFF2-40B4-BE49-F238E27FC236}">
                    <a16:creationId xmlns:a16="http://schemas.microsoft.com/office/drawing/2014/main" id="{6E6D2260-2AAE-49C1-83C7-A12B6CDA5600}"/>
                  </a:ext>
                </a:extLst>
              </p:cNvPr>
              <p:cNvSpPr txBox="1"/>
              <p:nvPr/>
            </p:nvSpPr>
            <p:spPr>
              <a:xfrm>
                <a:off x="3779592" y="7095046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6,736,500,000</a:t>
                </a:r>
              </a:p>
            </p:txBody>
          </p:sp>
        </p:grpSp>
        <p:sp>
          <p:nvSpPr>
            <p:cNvPr id="729" name="자유형: 도형 728">
              <a:extLst>
                <a:ext uri="{FF2B5EF4-FFF2-40B4-BE49-F238E27FC236}">
                  <a16:creationId xmlns:a16="http://schemas.microsoft.com/office/drawing/2014/main" id="{7BAEA117-2F76-4751-9525-E1F4E5433336}"/>
                </a:ext>
              </a:extLst>
            </p:cNvPr>
            <p:cNvSpPr/>
            <p:nvPr/>
          </p:nvSpPr>
          <p:spPr>
            <a:xfrm>
              <a:off x="4698467" y="7133305"/>
              <a:ext cx="753125" cy="94062"/>
            </a:xfrm>
            <a:custGeom>
              <a:avLst/>
              <a:gdLst>
                <a:gd name="connsiteX0" fmla="*/ 118959 w 753125"/>
                <a:gd name="connsiteY0" fmla="*/ 71667 h 94062"/>
                <a:gd name="connsiteX1" fmla="*/ 118959 w 753125"/>
                <a:gd name="connsiteY1" fmla="*/ 84584 h 94062"/>
                <a:gd name="connsiteX2" fmla="*/ 162604 w 753125"/>
                <a:gd name="connsiteY2" fmla="*/ 84584 h 94062"/>
                <a:gd name="connsiteX3" fmla="*/ 162604 w 753125"/>
                <a:gd name="connsiteY3" fmla="*/ 71667 h 94062"/>
                <a:gd name="connsiteX4" fmla="*/ 617917 w 753125"/>
                <a:gd name="connsiteY4" fmla="*/ 63646 h 94062"/>
                <a:gd name="connsiteX5" fmla="*/ 600365 w 753125"/>
                <a:gd name="connsiteY5" fmla="*/ 66719 h 94062"/>
                <a:gd name="connsiteX6" fmla="*/ 593750 w 753125"/>
                <a:gd name="connsiteY6" fmla="*/ 75417 h 94062"/>
                <a:gd name="connsiteX7" fmla="*/ 600365 w 753125"/>
                <a:gd name="connsiteY7" fmla="*/ 84427 h 94062"/>
                <a:gd name="connsiteX8" fmla="*/ 617917 w 753125"/>
                <a:gd name="connsiteY8" fmla="*/ 87500 h 94062"/>
                <a:gd name="connsiteX9" fmla="*/ 635365 w 753125"/>
                <a:gd name="connsiteY9" fmla="*/ 84427 h 94062"/>
                <a:gd name="connsiteX10" fmla="*/ 642188 w 753125"/>
                <a:gd name="connsiteY10" fmla="*/ 75417 h 94062"/>
                <a:gd name="connsiteX11" fmla="*/ 635365 w 753125"/>
                <a:gd name="connsiteY11" fmla="*/ 66719 h 94062"/>
                <a:gd name="connsiteX12" fmla="*/ 617917 w 753125"/>
                <a:gd name="connsiteY12" fmla="*/ 63646 h 94062"/>
                <a:gd name="connsiteX13" fmla="*/ 18021 w 753125"/>
                <a:gd name="connsiteY13" fmla="*/ 60937 h 94062"/>
                <a:gd name="connsiteX14" fmla="*/ 26250 w 753125"/>
                <a:gd name="connsiteY14" fmla="*/ 60937 h 94062"/>
                <a:gd name="connsiteX15" fmla="*/ 26250 w 753125"/>
                <a:gd name="connsiteY15" fmla="*/ 83334 h 94062"/>
                <a:gd name="connsiteX16" fmla="*/ 78750 w 753125"/>
                <a:gd name="connsiteY16" fmla="*/ 83334 h 94062"/>
                <a:gd name="connsiteX17" fmla="*/ 78750 w 753125"/>
                <a:gd name="connsiteY17" fmla="*/ 90417 h 94062"/>
                <a:gd name="connsiteX18" fmla="*/ 20208 w 753125"/>
                <a:gd name="connsiteY18" fmla="*/ 90417 h 94062"/>
                <a:gd name="connsiteX19" fmla="*/ 18490 w 753125"/>
                <a:gd name="connsiteY19" fmla="*/ 89948 h 94062"/>
                <a:gd name="connsiteX20" fmla="*/ 18021 w 753125"/>
                <a:gd name="connsiteY20" fmla="*/ 88229 h 94062"/>
                <a:gd name="connsiteX21" fmla="*/ 307917 w 753125"/>
                <a:gd name="connsiteY21" fmla="*/ 60833 h 94062"/>
                <a:gd name="connsiteX22" fmla="*/ 316354 w 753125"/>
                <a:gd name="connsiteY22" fmla="*/ 60833 h 94062"/>
                <a:gd name="connsiteX23" fmla="*/ 316354 w 753125"/>
                <a:gd name="connsiteY23" fmla="*/ 83334 h 94062"/>
                <a:gd name="connsiteX24" fmla="*/ 370209 w 753125"/>
                <a:gd name="connsiteY24" fmla="*/ 83334 h 94062"/>
                <a:gd name="connsiteX25" fmla="*/ 370209 w 753125"/>
                <a:gd name="connsiteY25" fmla="*/ 90417 h 94062"/>
                <a:gd name="connsiteX26" fmla="*/ 310104 w 753125"/>
                <a:gd name="connsiteY26" fmla="*/ 90417 h 94062"/>
                <a:gd name="connsiteX27" fmla="*/ 308385 w 753125"/>
                <a:gd name="connsiteY27" fmla="*/ 89948 h 94062"/>
                <a:gd name="connsiteX28" fmla="*/ 307917 w 753125"/>
                <a:gd name="connsiteY28" fmla="*/ 88229 h 94062"/>
                <a:gd name="connsiteX29" fmla="*/ 489063 w 753125"/>
                <a:gd name="connsiteY29" fmla="*/ 60729 h 94062"/>
                <a:gd name="connsiteX30" fmla="*/ 497500 w 753125"/>
                <a:gd name="connsiteY30" fmla="*/ 60729 h 94062"/>
                <a:gd name="connsiteX31" fmla="*/ 497500 w 753125"/>
                <a:gd name="connsiteY31" fmla="*/ 83334 h 94062"/>
                <a:gd name="connsiteX32" fmla="*/ 551459 w 753125"/>
                <a:gd name="connsiteY32" fmla="*/ 83334 h 94062"/>
                <a:gd name="connsiteX33" fmla="*/ 551459 w 753125"/>
                <a:gd name="connsiteY33" fmla="*/ 90417 h 94062"/>
                <a:gd name="connsiteX34" fmla="*/ 491250 w 753125"/>
                <a:gd name="connsiteY34" fmla="*/ 90417 h 94062"/>
                <a:gd name="connsiteX35" fmla="*/ 489532 w 753125"/>
                <a:gd name="connsiteY35" fmla="*/ 89948 h 94062"/>
                <a:gd name="connsiteX36" fmla="*/ 489063 w 753125"/>
                <a:gd name="connsiteY36" fmla="*/ 88229 h 94062"/>
                <a:gd name="connsiteX37" fmla="*/ 213750 w 753125"/>
                <a:gd name="connsiteY37" fmla="*/ 60417 h 94062"/>
                <a:gd name="connsiteX38" fmla="*/ 222083 w 753125"/>
                <a:gd name="connsiteY38" fmla="*/ 60417 h 94062"/>
                <a:gd name="connsiteX39" fmla="*/ 222083 w 753125"/>
                <a:gd name="connsiteY39" fmla="*/ 83334 h 94062"/>
                <a:gd name="connsiteX40" fmla="*/ 274792 w 753125"/>
                <a:gd name="connsiteY40" fmla="*/ 83334 h 94062"/>
                <a:gd name="connsiteX41" fmla="*/ 274792 w 753125"/>
                <a:gd name="connsiteY41" fmla="*/ 90417 h 94062"/>
                <a:gd name="connsiteX42" fmla="*/ 215938 w 753125"/>
                <a:gd name="connsiteY42" fmla="*/ 90417 h 94062"/>
                <a:gd name="connsiteX43" fmla="*/ 214219 w 753125"/>
                <a:gd name="connsiteY43" fmla="*/ 89948 h 94062"/>
                <a:gd name="connsiteX44" fmla="*/ 213750 w 753125"/>
                <a:gd name="connsiteY44" fmla="*/ 88229 h 94062"/>
                <a:gd name="connsiteX45" fmla="*/ 682501 w 753125"/>
                <a:gd name="connsiteY45" fmla="*/ 60105 h 94062"/>
                <a:gd name="connsiteX46" fmla="*/ 690834 w 753125"/>
                <a:gd name="connsiteY46" fmla="*/ 60105 h 94062"/>
                <a:gd name="connsiteX47" fmla="*/ 690834 w 753125"/>
                <a:gd name="connsiteY47" fmla="*/ 83334 h 94062"/>
                <a:gd name="connsiteX48" fmla="*/ 743854 w 753125"/>
                <a:gd name="connsiteY48" fmla="*/ 83334 h 94062"/>
                <a:gd name="connsiteX49" fmla="*/ 743854 w 753125"/>
                <a:gd name="connsiteY49" fmla="*/ 90417 h 94062"/>
                <a:gd name="connsiteX50" fmla="*/ 684688 w 753125"/>
                <a:gd name="connsiteY50" fmla="*/ 90417 h 94062"/>
                <a:gd name="connsiteX51" fmla="*/ 682969 w 753125"/>
                <a:gd name="connsiteY51" fmla="*/ 89948 h 94062"/>
                <a:gd name="connsiteX52" fmla="*/ 682501 w 753125"/>
                <a:gd name="connsiteY52" fmla="*/ 88229 h 94062"/>
                <a:gd name="connsiteX53" fmla="*/ 617917 w 753125"/>
                <a:gd name="connsiteY53" fmla="*/ 56980 h 94062"/>
                <a:gd name="connsiteX54" fmla="*/ 642500 w 753125"/>
                <a:gd name="connsiteY54" fmla="*/ 62292 h 94062"/>
                <a:gd name="connsiteX55" fmla="*/ 651146 w 753125"/>
                <a:gd name="connsiteY55" fmla="*/ 75521 h 94062"/>
                <a:gd name="connsiteX56" fmla="*/ 642552 w 753125"/>
                <a:gd name="connsiteY56" fmla="*/ 88802 h 94062"/>
                <a:gd name="connsiteX57" fmla="*/ 617917 w 753125"/>
                <a:gd name="connsiteY57" fmla="*/ 94063 h 94062"/>
                <a:gd name="connsiteX58" fmla="*/ 593229 w 753125"/>
                <a:gd name="connsiteY58" fmla="*/ 88802 h 94062"/>
                <a:gd name="connsiteX59" fmla="*/ 584584 w 753125"/>
                <a:gd name="connsiteY59" fmla="*/ 75521 h 94062"/>
                <a:gd name="connsiteX60" fmla="*/ 593229 w 753125"/>
                <a:gd name="connsiteY60" fmla="*/ 62292 h 94062"/>
                <a:gd name="connsiteX61" fmla="*/ 617917 w 753125"/>
                <a:gd name="connsiteY61" fmla="*/ 56980 h 94062"/>
                <a:gd name="connsiteX62" fmla="*/ 110833 w 753125"/>
                <a:gd name="connsiteY62" fmla="*/ 53438 h 94062"/>
                <a:gd name="connsiteX63" fmla="*/ 118959 w 753125"/>
                <a:gd name="connsiteY63" fmla="*/ 53438 h 94062"/>
                <a:gd name="connsiteX64" fmla="*/ 118959 w 753125"/>
                <a:gd name="connsiteY64" fmla="*/ 64896 h 94062"/>
                <a:gd name="connsiteX65" fmla="*/ 162604 w 753125"/>
                <a:gd name="connsiteY65" fmla="*/ 64896 h 94062"/>
                <a:gd name="connsiteX66" fmla="*/ 162604 w 753125"/>
                <a:gd name="connsiteY66" fmla="*/ 53438 h 94062"/>
                <a:gd name="connsiteX67" fmla="*/ 170625 w 753125"/>
                <a:gd name="connsiteY67" fmla="*/ 53438 h 94062"/>
                <a:gd name="connsiteX68" fmla="*/ 170625 w 753125"/>
                <a:gd name="connsiteY68" fmla="*/ 89167 h 94062"/>
                <a:gd name="connsiteX69" fmla="*/ 170156 w 753125"/>
                <a:gd name="connsiteY69" fmla="*/ 90886 h 94062"/>
                <a:gd name="connsiteX70" fmla="*/ 168438 w 753125"/>
                <a:gd name="connsiteY70" fmla="*/ 91354 h 94062"/>
                <a:gd name="connsiteX71" fmla="*/ 113021 w 753125"/>
                <a:gd name="connsiteY71" fmla="*/ 91354 h 94062"/>
                <a:gd name="connsiteX72" fmla="*/ 111302 w 753125"/>
                <a:gd name="connsiteY72" fmla="*/ 90886 h 94062"/>
                <a:gd name="connsiteX73" fmla="*/ 110833 w 753125"/>
                <a:gd name="connsiteY73" fmla="*/ 89167 h 94062"/>
                <a:gd name="connsiteX74" fmla="*/ 400000 w 753125"/>
                <a:gd name="connsiteY74" fmla="*/ 26875 h 94062"/>
                <a:gd name="connsiteX75" fmla="*/ 400000 w 753125"/>
                <a:gd name="connsiteY75" fmla="*/ 45938 h 94062"/>
                <a:gd name="connsiteX76" fmla="*/ 445209 w 753125"/>
                <a:gd name="connsiteY76" fmla="*/ 45938 h 94062"/>
                <a:gd name="connsiteX77" fmla="*/ 445209 w 753125"/>
                <a:gd name="connsiteY77" fmla="*/ 26875 h 94062"/>
                <a:gd name="connsiteX78" fmla="*/ 609375 w 753125"/>
                <a:gd name="connsiteY78" fmla="*/ 21875 h 94062"/>
                <a:gd name="connsiteX79" fmla="*/ 617709 w 753125"/>
                <a:gd name="connsiteY79" fmla="*/ 21875 h 94062"/>
                <a:gd name="connsiteX80" fmla="*/ 617709 w 753125"/>
                <a:gd name="connsiteY80" fmla="*/ 41355 h 94062"/>
                <a:gd name="connsiteX81" fmla="*/ 660209 w 753125"/>
                <a:gd name="connsiteY81" fmla="*/ 41355 h 94062"/>
                <a:gd name="connsiteX82" fmla="*/ 660209 w 753125"/>
                <a:gd name="connsiteY82" fmla="*/ 48542 h 94062"/>
                <a:gd name="connsiteX83" fmla="*/ 575625 w 753125"/>
                <a:gd name="connsiteY83" fmla="*/ 48542 h 94062"/>
                <a:gd name="connsiteX84" fmla="*/ 575625 w 753125"/>
                <a:gd name="connsiteY84" fmla="*/ 41355 h 94062"/>
                <a:gd name="connsiteX85" fmla="*/ 609375 w 753125"/>
                <a:gd name="connsiteY85" fmla="*/ 41355 h 94062"/>
                <a:gd name="connsiteX86" fmla="*/ 225000 w 753125"/>
                <a:gd name="connsiteY86" fmla="*/ 8542 h 94062"/>
                <a:gd name="connsiteX87" fmla="*/ 213333 w 753125"/>
                <a:gd name="connsiteY87" fmla="*/ 13646 h 94062"/>
                <a:gd name="connsiteX88" fmla="*/ 209167 w 753125"/>
                <a:gd name="connsiteY88" fmla="*/ 25938 h 94062"/>
                <a:gd name="connsiteX89" fmla="*/ 213333 w 753125"/>
                <a:gd name="connsiteY89" fmla="*/ 38126 h 94062"/>
                <a:gd name="connsiteX90" fmla="*/ 225000 w 753125"/>
                <a:gd name="connsiteY90" fmla="*/ 43125 h 94062"/>
                <a:gd name="connsiteX91" fmla="*/ 236615 w 753125"/>
                <a:gd name="connsiteY91" fmla="*/ 38126 h 94062"/>
                <a:gd name="connsiteX92" fmla="*/ 240729 w 753125"/>
                <a:gd name="connsiteY92" fmla="*/ 25938 h 94062"/>
                <a:gd name="connsiteX93" fmla="*/ 236615 w 753125"/>
                <a:gd name="connsiteY93" fmla="*/ 13646 h 94062"/>
                <a:gd name="connsiteX94" fmla="*/ 225000 w 753125"/>
                <a:gd name="connsiteY94" fmla="*/ 8542 h 94062"/>
                <a:gd name="connsiteX95" fmla="*/ 121042 w 753125"/>
                <a:gd name="connsiteY95" fmla="*/ 8438 h 94062"/>
                <a:gd name="connsiteX96" fmla="*/ 114896 w 753125"/>
                <a:gd name="connsiteY96" fmla="*/ 9688 h 94062"/>
                <a:gd name="connsiteX97" fmla="*/ 110000 w 753125"/>
                <a:gd name="connsiteY97" fmla="*/ 12917 h 94062"/>
                <a:gd name="connsiteX98" fmla="*/ 106667 w 753125"/>
                <a:gd name="connsiteY98" fmla="*/ 17761 h 94062"/>
                <a:gd name="connsiteX99" fmla="*/ 105521 w 753125"/>
                <a:gd name="connsiteY99" fmla="*/ 23646 h 94062"/>
                <a:gd name="connsiteX100" fmla="*/ 106667 w 753125"/>
                <a:gd name="connsiteY100" fmla="*/ 29531 h 94062"/>
                <a:gd name="connsiteX101" fmla="*/ 110000 w 753125"/>
                <a:gd name="connsiteY101" fmla="*/ 34271 h 94062"/>
                <a:gd name="connsiteX102" fmla="*/ 114896 w 753125"/>
                <a:gd name="connsiteY102" fmla="*/ 37500 h 94062"/>
                <a:gd name="connsiteX103" fmla="*/ 121042 w 753125"/>
                <a:gd name="connsiteY103" fmla="*/ 38646 h 94062"/>
                <a:gd name="connsiteX104" fmla="*/ 132240 w 753125"/>
                <a:gd name="connsiteY104" fmla="*/ 34271 h 94062"/>
                <a:gd name="connsiteX105" fmla="*/ 136563 w 753125"/>
                <a:gd name="connsiteY105" fmla="*/ 23646 h 94062"/>
                <a:gd name="connsiteX106" fmla="*/ 132136 w 753125"/>
                <a:gd name="connsiteY106" fmla="*/ 12865 h 94062"/>
                <a:gd name="connsiteX107" fmla="*/ 121042 w 753125"/>
                <a:gd name="connsiteY107" fmla="*/ 8438 h 94062"/>
                <a:gd name="connsiteX108" fmla="*/ 675313 w 753125"/>
                <a:gd name="connsiteY108" fmla="*/ 4271 h 94062"/>
                <a:gd name="connsiteX109" fmla="*/ 715417 w 753125"/>
                <a:gd name="connsiteY109" fmla="*/ 4271 h 94062"/>
                <a:gd name="connsiteX110" fmla="*/ 715417 w 753125"/>
                <a:gd name="connsiteY110" fmla="*/ 11458 h 94062"/>
                <a:gd name="connsiteX111" fmla="*/ 681250 w 753125"/>
                <a:gd name="connsiteY111" fmla="*/ 11458 h 94062"/>
                <a:gd name="connsiteX112" fmla="*/ 681250 w 753125"/>
                <a:gd name="connsiteY112" fmla="*/ 41042 h 94062"/>
                <a:gd name="connsiteX113" fmla="*/ 686355 w 753125"/>
                <a:gd name="connsiteY113" fmla="*/ 41042 h 94062"/>
                <a:gd name="connsiteX114" fmla="*/ 707709 w 753125"/>
                <a:gd name="connsiteY114" fmla="*/ 40261 h 94062"/>
                <a:gd name="connsiteX115" fmla="*/ 728126 w 753125"/>
                <a:gd name="connsiteY115" fmla="*/ 37604 h 94062"/>
                <a:gd name="connsiteX116" fmla="*/ 728126 w 753125"/>
                <a:gd name="connsiteY116" fmla="*/ 44792 h 94062"/>
                <a:gd name="connsiteX117" fmla="*/ 718126 w 753125"/>
                <a:gd name="connsiteY117" fmla="*/ 46407 h 94062"/>
                <a:gd name="connsiteX118" fmla="*/ 706771 w 753125"/>
                <a:gd name="connsiteY118" fmla="*/ 47604 h 94062"/>
                <a:gd name="connsiteX119" fmla="*/ 694636 w 753125"/>
                <a:gd name="connsiteY119" fmla="*/ 48230 h 94062"/>
                <a:gd name="connsiteX120" fmla="*/ 682501 w 753125"/>
                <a:gd name="connsiteY120" fmla="*/ 48438 h 94062"/>
                <a:gd name="connsiteX121" fmla="*/ 675313 w 753125"/>
                <a:gd name="connsiteY121" fmla="*/ 48438 h 94062"/>
                <a:gd name="connsiteX122" fmla="*/ 673542 w 753125"/>
                <a:gd name="connsiteY122" fmla="*/ 48021 h 94062"/>
                <a:gd name="connsiteX123" fmla="*/ 673126 w 753125"/>
                <a:gd name="connsiteY123" fmla="*/ 46354 h 94062"/>
                <a:gd name="connsiteX124" fmla="*/ 673126 w 753125"/>
                <a:gd name="connsiteY124" fmla="*/ 6459 h 94062"/>
                <a:gd name="connsiteX125" fmla="*/ 673594 w 753125"/>
                <a:gd name="connsiteY125" fmla="*/ 4740 h 94062"/>
                <a:gd name="connsiteX126" fmla="*/ 675313 w 753125"/>
                <a:gd name="connsiteY126" fmla="*/ 4271 h 94062"/>
                <a:gd name="connsiteX127" fmla="*/ 479271 w 753125"/>
                <a:gd name="connsiteY127" fmla="*/ 4271 h 94062"/>
                <a:gd name="connsiteX128" fmla="*/ 518646 w 753125"/>
                <a:gd name="connsiteY128" fmla="*/ 4271 h 94062"/>
                <a:gd name="connsiteX129" fmla="*/ 520365 w 753125"/>
                <a:gd name="connsiteY129" fmla="*/ 4740 h 94062"/>
                <a:gd name="connsiteX130" fmla="*/ 520834 w 753125"/>
                <a:gd name="connsiteY130" fmla="*/ 6459 h 94062"/>
                <a:gd name="connsiteX131" fmla="*/ 516615 w 753125"/>
                <a:gd name="connsiteY131" fmla="*/ 23542 h 94062"/>
                <a:gd name="connsiteX132" fmla="*/ 507709 w 753125"/>
                <a:gd name="connsiteY132" fmla="*/ 37708 h 94062"/>
                <a:gd name="connsiteX133" fmla="*/ 494740 w 753125"/>
                <a:gd name="connsiteY133" fmla="*/ 48907 h 94062"/>
                <a:gd name="connsiteX134" fmla="*/ 478438 w 753125"/>
                <a:gd name="connsiteY134" fmla="*/ 56876 h 94062"/>
                <a:gd name="connsiteX135" fmla="*/ 472917 w 753125"/>
                <a:gd name="connsiteY135" fmla="*/ 50729 h 94062"/>
                <a:gd name="connsiteX136" fmla="*/ 499480 w 753125"/>
                <a:gd name="connsiteY136" fmla="*/ 35105 h 94062"/>
                <a:gd name="connsiteX137" fmla="*/ 511771 w 753125"/>
                <a:gd name="connsiteY137" fmla="*/ 11458 h 94062"/>
                <a:gd name="connsiteX138" fmla="*/ 479271 w 753125"/>
                <a:gd name="connsiteY138" fmla="*/ 11458 h 94062"/>
                <a:gd name="connsiteX139" fmla="*/ 296250 w 753125"/>
                <a:gd name="connsiteY139" fmla="*/ 4271 h 94062"/>
                <a:gd name="connsiteX140" fmla="*/ 341250 w 753125"/>
                <a:gd name="connsiteY140" fmla="*/ 4271 h 94062"/>
                <a:gd name="connsiteX141" fmla="*/ 341250 w 753125"/>
                <a:gd name="connsiteY141" fmla="*/ 11250 h 94062"/>
                <a:gd name="connsiteX142" fmla="*/ 323021 w 753125"/>
                <a:gd name="connsiteY142" fmla="*/ 11250 h 94062"/>
                <a:gd name="connsiteX143" fmla="*/ 323021 w 753125"/>
                <a:gd name="connsiteY143" fmla="*/ 16979 h 94062"/>
                <a:gd name="connsiteX144" fmla="*/ 324740 w 753125"/>
                <a:gd name="connsiteY144" fmla="*/ 26615 h 94062"/>
                <a:gd name="connsiteX145" fmla="*/ 329271 w 753125"/>
                <a:gd name="connsiteY145" fmla="*/ 34583 h 94062"/>
                <a:gd name="connsiteX146" fmla="*/ 337500 w 753125"/>
                <a:gd name="connsiteY146" fmla="*/ 42501 h 94062"/>
                <a:gd name="connsiteX147" fmla="*/ 346979 w 753125"/>
                <a:gd name="connsiteY147" fmla="*/ 47292 h 94062"/>
                <a:gd name="connsiteX148" fmla="*/ 343959 w 753125"/>
                <a:gd name="connsiteY148" fmla="*/ 50521 h 94062"/>
                <a:gd name="connsiteX149" fmla="*/ 341563 w 753125"/>
                <a:gd name="connsiteY149" fmla="*/ 53542 h 94062"/>
                <a:gd name="connsiteX150" fmla="*/ 335469 w 753125"/>
                <a:gd name="connsiteY150" fmla="*/ 50156 h 94062"/>
                <a:gd name="connsiteX151" fmla="*/ 329063 w 753125"/>
                <a:gd name="connsiteY151" fmla="*/ 45209 h 94062"/>
                <a:gd name="connsiteX152" fmla="*/ 323386 w 753125"/>
                <a:gd name="connsiteY152" fmla="*/ 39531 h 94062"/>
                <a:gd name="connsiteX153" fmla="*/ 318854 w 753125"/>
                <a:gd name="connsiteY153" fmla="*/ 32605 h 94062"/>
                <a:gd name="connsiteX154" fmla="*/ 315157 w 753125"/>
                <a:gd name="connsiteY154" fmla="*/ 39948 h 94062"/>
                <a:gd name="connsiteX155" fmla="*/ 310104 w 753125"/>
                <a:gd name="connsiteY155" fmla="*/ 46250 h 94062"/>
                <a:gd name="connsiteX156" fmla="*/ 303385 w 753125"/>
                <a:gd name="connsiteY156" fmla="*/ 51823 h 94062"/>
                <a:gd name="connsiteX157" fmla="*/ 296042 w 753125"/>
                <a:gd name="connsiteY157" fmla="*/ 56250 h 94062"/>
                <a:gd name="connsiteX158" fmla="*/ 293073 w 753125"/>
                <a:gd name="connsiteY158" fmla="*/ 53438 h 94062"/>
                <a:gd name="connsiteX159" fmla="*/ 289688 w 753125"/>
                <a:gd name="connsiteY159" fmla="*/ 50521 h 94062"/>
                <a:gd name="connsiteX160" fmla="*/ 300261 w 753125"/>
                <a:gd name="connsiteY160" fmla="*/ 44375 h 94062"/>
                <a:gd name="connsiteX161" fmla="*/ 308750 w 753125"/>
                <a:gd name="connsiteY161" fmla="*/ 35625 h 94062"/>
                <a:gd name="connsiteX162" fmla="*/ 313073 w 753125"/>
                <a:gd name="connsiteY162" fmla="*/ 27084 h 94062"/>
                <a:gd name="connsiteX163" fmla="*/ 314688 w 753125"/>
                <a:gd name="connsiteY163" fmla="*/ 16875 h 94062"/>
                <a:gd name="connsiteX164" fmla="*/ 314688 w 753125"/>
                <a:gd name="connsiteY164" fmla="*/ 11250 h 94062"/>
                <a:gd name="connsiteX165" fmla="*/ 296250 w 753125"/>
                <a:gd name="connsiteY165" fmla="*/ 11250 h 94062"/>
                <a:gd name="connsiteX166" fmla="*/ 391771 w 753125"/>
                <a:gd name="connsiteY166" fmla="*/ 3750 h 94062"/>
                <a:gd name="connsiteX167" fmla="*/ 400000 w 753125"/>
                <a:gd name="connsiteY167" fmla="*/ 3750 h 94062"/>
                <a:gd name="connsiteX168" fmla="*/ 400000 w 753125"/>
                <a:gd name="connsiteY168" fmla="*/ 19896 h 94062"/>
                <a:gd name="connsiteX169" fmla="*/ 445209 w 753125"/>
                <a:gd name="connsiteY169" fmla="*/ 19896 h 94062"/>
                <a:gd name="connsiteX170" fmla="*/ 445209 w 753125"/>
                <a:gd name="connsiteY170" fmla="*/ 3750 h 94062"/>
                <a:gd name="connsiteX171" fmla="*/ 453438 w 753125"/>
                <a:gd name="connsiteY171" fmla="*/ 3750 h 94062"/>
                <a:gd name="connsiteX172" fmla="*/ 453438 w 753125"/>
                <a:gd name="connsiteY172" fmla="*/ 50937 h 94062"/>
                <a:gd name="connsiteX173" fmla="*/ 452969 w 753125"/>
                <a:gd name="connsiteY173" fmla="*/ 52656 h 94062"/>
                <a:gd name="connsiteX174" fmla="*/ 451250 w 753125"/>
                <a:gd name="connsiteY174" fmla="*/ 53125 h 94062"/>
                <a:gd name="connsiteX175" fmla="*/ 426771 w 753125"/>
                <a:gd name="connsiteY175" fmla="*/ 53125 h 94062"/>
                <a:gd name="connsiteX176" fmla="*/ 426771 w 753125"/>
                <a:gd name="connsiteY176" fmla="*/ 73542 h 94062"/>
                <a:gd name="connsiteX177" fmla="*/ 465000 w 753125"/>
                <a:gd name="connsiteY177" fmla="*/ 73542 h 94062"/>
                <a:gd name="connsiteX178" fmla="*/ 465000 w 753125"/>
                <a:gd name="connsiteY178" fmla="*/ 80729 h 94062"/>
                <a:gd name="connsiteX179" fmla="*/ 380209 w 753125"/>
                <a:gd name="connsiteY179" fmla="*/ 80729 h 94062"/>
                <a:gd name="connsiteX180" fmla="*/ 380209 w 753125"/>
                <a:gd name="connsiteY180" fmla="*/ 73542 h 94062"/>
                <a:gd name="connsiteX181" fmla="*/ 418229 w 753125"/>
                <a:gd name="connsiteY181" fmla="*/ 73542 h 94062"/>
                <a:gd name="connsiteX182" fmla="*/ 418229 w 753125"/>
                <a:gd name="connsiteY182" fmla="*/ 53125 h 94062"/>
                <a:gd name="connsiteX183" fmla="*/ 393959 w 753125"/>
                <a:gd name="connsiteY183" fmla="*/ 53125 h 94062"/>
                <a:gd name="connsiteX184" fmla="*/ 392240 w 753125"/>
                <a:gd name="connsiteY184" fmla="*/ 52656 h 94062"/>
                <a:gd name="connsiteX185" fmla="*/ 391771 w 753125"/>
                <a:gd name="connsiteY185" fmla="*/ 50937 h 94062"/>
                <a:gd name="connsiteX186" fmla="*/ 585417 w 753125"/>
                <a:gd name="connsiteY186" fmla="*/ 2708 h 94062"/>
                <a:gd name="connsiteX187" fmla="*/ 648334 w 753125"/>
                <a:gd name="connsiteY187" fmla="*/ 2708 h 94062"/>
                <a:gd name="connsiteX188" fmla="*/ 650053 w 753125"/>
                <a:gd name="connsiteY188" fmla="*/ 3177 h 94062"/>
                <a:gd name="connsiteX189" fmla="*/ 650521 w 753125"/>
                <a:gd name="connsiteY189" fmla="*/ 4896 h 94062"/>
                <a:gd name="connsiteX190" fmla="*/ 649167 w 753125"/>
                <a:gd name="connsiteY190" fmla="*/ 21094 h 94062"/>
                <a:gd name="connsiteX191" fmla="*/ 646979 w 753125"/>
                <a:gd name="connsiteY191" fmla="*/ 34375 h 94062"/>
                <a:gd name="connsiteX192" fmla="*/ 639063 w 753125"/>
                <a:gd name="connsiteY192" fmla="*/ 34375 h 94062"/>
                <a:gd name="connsiteX193" fmla="*/ 641042 w 753125"/>
                <a:gd name="connsiteY193" fmla="*/ 22292 h 94062"/>
                <a:gd name="connsiteX194" fmla="*/ 642084 w 753125"/>
                <a:gd name="connsiteY194" fmla="*/ 9792 h 94062"/>
                <a:gd name="connsiteX195" fmla="*/ 585417 w 753125"/>
                <a:gd name="connsiteY195" fmla="*/ 9792 h 94062"/>
                <a:gd name="connsiteX196" fmla="*/ 25000 w 753125"/>
                <a:gd name="connsiteY196" fmla="*/ 2292 h 94062"/>
                <a:gd name="connsiteX197" fmla="*/ 33646 w 753125"/>
                <a:gd name="connsiteY197" fmla="*/ 2292 h 94062"/>
                <a:gd name="connsiteX198" fmla="*/ 33646 w 753125"/>
                <a:gd name="connsiteY198" fmla="*/ 13021 h 94062"/>
                <a:gd name="connsiteX199" fmla="*/ 35625 w 753125"/>
                <a:gd name="connsiteY199" fmla="*/ 23906 h 94062"/>
                <a:gd name="connsiteX200" fmla="*/ 41042 w 753125"/>
                <a:gd name="connsiteY200" fmla="*/ 33021 h 94062"/>
                <a:gd name="connsiteX201" fmla="*/ 48750 w 753125"/>
                <a:gd name="connsiteY201" fmla="*/ 40104 h 94062"/>
                <a:gd name="connsiteX202" fmla="*/ 57813 w 753125"/>
                <a:gd name="connsiteY202" fmla="*/ 44792 h 94062"/>
                <a:gd name="connsiteX203" fmla="*/ 52396 w 753125"/>
                <a:gd name="connsiteY203" fmla="*/ 51250 h 94062"/>
                <a:gd name="connsiteX204" fmla="*/ 46198 w 753125"/>
                <a:gd name="connsiteY204" fmla="*/ 47761 h 94062"/>
                <a:gd name="connsiteX205" fmla="*/ 39792 w 753125"/>
                <a:gd name="connsiteY205" fmla="*/ 42917 h 94062"/>
                <a:gd name="connsiteX206" fmla="*/ 33906 w 753125"/>
                <a:gd name="connsiteY206" fmla="*/ 36823 h 94062"/>
                <a:gd name="connsiteX207" fmla="*/ 29479 w 753125"/>
                <a:gd name="connsiteY207" fmla="*/ 29792 h 94062"/>
                <a:gd name="connsiteX208" fmla="*/ 25521 w 753125"/>
                <a:gd name="connsiteY208" fmla="*/ 37396 h 94062"/>
                <a:gd name="connsiteX209" fmla="*/ 19896 w 753125"/>
                <a:gd name="connsiteY209" fmla="*/ 44063 h 94062"/>
                <a:gd name="connsiteX210" fmla="*/ 13281 w 753125"/>
                <a:gd name="connsiteY210" fmla="*/ 49584 h 94062"/>
                <a:gd name="connsiteX211" fmla="*/ 6354 w 753125"/>
                <a:gd name="connsiteY211" fmla="*/ 53959 h 94062"/>
                <a:gd name="connsiteX212" fmla="*/ 0 w 753125"/>
                <a:gd name="connsiteY212" fmla="*/ 48230 h 94062"/>
                <a:gd name="connsiteX213" fmla="*/ 9635 w 753125"/>
                <a:gd name="connsiteY213" fmla="*/ 42448 h 94062"/>
                <a:gd name="connsiteX214" fmla="*/ 17604 w 753125"/>
                <a:gd name="connsiteY214" fmla="*/ 34792 h 94062"/>
                <a:gd name="connsiteX215" fmla="*/ 23021 w 753125"/>
                <a:gd name="connsiteY215" fmla="*/ 25260 h 94062"/>
                <a:gd name="connsiteX216" fmla="*/ 25000 w 753125"/>
                <a:gd name="connsiteY216" fmla="*/ 13750 h 94062"/>
                <a:gd name="connsiteX217" fmla="*/ 225000 w 753125"/>
                <a:gd name="connsiteY217" fmla="*/ 1146 h 94062"/>
                <a:gd name="connsiteX218" fmla="*/ 234740 w 753125"/>
                <a:gd name="connsiteY218" fmla="*/ 3125 h 94062"/>
                <a:gd name="connsiteX219" fmla="*/ 242396 w 753125"/>
                <a:gd name="connsiteY219" fmla="*/ 8438 h 94062"/>
                <a:gd name="connsiteX220" fmla="*/ 247448 w 753125"/>
                <a:gd name="connsiteY220" fmla="*/ 16355 h 94062"/>
                <a:gd name="connsiteX221" fmla="*/ 249271 w 753125"/>
                <a:gd name="connsiteY221" fmla="*/ 25938 h 94062"/>
                <a:gd name="connsiteX222" fmla="*/ 247448 w 753125"/>
                <a:gd name="connsiteY222" fmla="*/ 35521 h 94062"/>
                <a:gd name="connsiteX223" fmla="*/ 242396 w 753125"/>
                <a:gd name="connsiteY223" fmla="*/ 43333 h 94062"/>
                <a:gd name="connsiteX224" fmla="*/ 234740 w 753125"/>
                <a:gd name="connsiteY224" fmla="*/ 48698 h 94062"/>
                <a:gd name="connsiteX225" fmla="*/ 225000 w 753125"/>
                <a:gd name="connsiteY225" fmla="*/ 50625 h 94062"/>
                <a:gd name="connsiteX226" fmla="*/ 215104 w 753125"/>
                <a:gd name="connsiteY226" fmla="*/ 48698 h 94062"/>
                <a:gd name="connsiteX227" fmla="*/ 207396 w 753125"/>
                <a:gd name="connsiteY227" fmla="*/ 43333 h 94062"/>
                <a:gd name="connsiteX228" fmla="*/ 202396 w 753125"/>
                <a:gd name="connsiteY228" fmla="*/ 35521 h 94062"/>
                <a:gd name="connsiteX229" fmla="*/ 200625 w 753125"/>
                <a:gd name="connsiteY229" fmla="*/ 25938 h 94062"/>
                <a:gd name="connsiteX230" fmla="*/ 202396 w 753125"/>
                <a:gd name="connsiteY230" fmla="*/ 16355 h 94062"/>
                <a:gd name="connsiteX231" fmla="*/ 207396 w 753125"/>
                <a:gd name="connsiteY231" fmla="*/ 8438 h 94062"/>
                <a:gd name="connsiteX232" fmla="*/ 215104 w 753125"/>
                <a:gd name="connsiteY232" fmla="*/ 3125 h 94062"/>
                <a:gd name="connsiteX233" fmla="*/ 225000 w 753125"/>
                <a:gd name="connsiteY233" fmla="*/ 1146 h 94062"/>
                <a:gd name="connsiteX234" fmla="*/ 732396 w 753125"/>
                <a:gd name="connsiteY234" fmla="*/ 0 h 94062"/>
                <a:gd name="connsiteX235" fmla="*/ 740625 w 753125"/>
                <a:gd name="connsiteY235" fmla="*/ 0 h 94062"/>
                <a:gd name="connsiteX236" fmla="*/ 740625 w 753125"/>
                <a:gd name="connsiteY236" fmla="*/ 22813 h 94062"/>
                <a:gd name="connsiteX237" fmla="*/ 753125 w 753125"/>
                <a:gd name="connsiteY237" fmla="*/ 22813 h 94062"/>
                <a:gd name="connsiteX238" fmla="*/ 753125 w 753125"/>
                <a:gd name="connsiteY238" fmla="*/ 30104 h 94062"/>
                <a:gd name="connsiteX239" fmla="*/ 740625 w 753125"/>
                <a:gd name="connsiteY239" fmla="*/ 30104 h 94062"/>
                <a:gd name="connsiteX240" fmla="*/ 740625 w 753125"/>
                <a:gd name="connsiteY240" fmla="*/ 67709 h 94062"/>
                <a:gd name="connsiteX241" fmla="*/ 732396 w 753125"/>
                <a:gd name="connsiteY241" fmla="*/ 67709 h 94062"/>
                <a:gd name="connsiteX242" fmla="*/ 540730 w 753125"/>
                <a:gd name="connsiteY242" fmla="*/ 0 h 94062"/>
                <a:gd name="connsiteX243" fmla="*/ 548959 w 753125"/>
                <a:gd name="connsiteY243" fmla="*/ 0 h 94062"/>
                <a:gd name="connsiteX244" fmla="*/ 548959 w 753125"/>
                <a:gd name="connsiteY244" fmla="*/ 67500 h 94062"/>
                <a:gd name="connsiteX245" fmla="*/ 540730 w 753125"/>
                <a:gd name="connsiteY245" fmla="*/ 67500 h 94062"/>
                <a:gd name="connsiteX246" fmla="*/ 540730 w 753125"/>
                <a:gd name="connsiteY246" fmla="*/ 34583 h 94062"/>
                <a:gd name="connsiteX247" fmla="*/ 521355 w 753125"/>
                <a:gd name="connsiteY247" fmla="*/ 34583 h 94062"/>
                <a:gd name="connsiteX248" fmla="*/ 521355 w 753125"/>
                <a:gd name="connsiteY248" fmla="*/ 27396 h 94062"/>
                <a:gd name="connsiteX249" fmla="*/ 540730 w 753125"/>
                <a:gd name="connsiteY249" fmla="*/ 27396 h 94062"/>
                <a:gd name="connsiteX250" fmla="*/ 359479 w 753125"/>
                <a:gd name="connsiteY250" fmla="*/ 0 h 94062"/>
                <a:gd name="connsiteX251" fmla="*/ 367604 w 753125"/>
                <a:gd name="connsiteY251" fmla="*/ 0 h 94062"/>
                <a:gd name="connsiteX252" fmla="*/ 367604 w 753125"/>
                <a:gd name="connsiteY252" fmla="*/ 67709 h 94062"/>
                <a:gd name="connsiteX253" fmla="*/ 359479 w 753125"/>
                <a:gd name="connsiteY253" fmla="*/ 67709 h 94062"/>
                <a:gd name="connsiteX254" fmla="*/ 359479 w 753125"/>
                <a:gd name="connsiteY254" fmla="*/ 29062 h 94062"/>
                <a:gd name="connsiteX255" fmla="*/ 340208 w 753125"/>
                <a:gd name="connsiteY255" fmla="*/ 29062 h 94062"/>
                <a:gd name="connsiteX256" fmla="*/ 340208 w 753125"/>
                <a:gd name="connsiteY256" fmla="*/ 21771 h 94062"/>
                <a:gd name="connsiteX257" fmla="*/ 359479 w 753125"/>
                <a:gd name="connsiteY257" fmla="*/ 21771 h 94062"/>
                <a:gd name="connsiteX258" fmla="*/ 263750 w 753125"/>
                <a:gd name="connsiteY258" fmla="*/ 0 h 94062"/>
                <a:gd name="connsiteX259" fmla="*/ 271771 w 753125"/>
                <a:gd name="connsiteY259" fmla="*/ 0 h 94062"/>
                <a:gd name="connsiteX260" fmla="*/ 271771 w 753125"/>
                <a:gd name="connsiteY260" fmla="*/ 22813 h 94062"/>
                <a:gd name="connsiteX261" fmla="*/ 284479 w 753125"/>
                <a:gd name="connsiteY261" fmla="*/ 22813 h 94062"/>
                <a:gd name="connsiteX262" fmla="*/ 284479 w 753125"/>
                <a:gd name="connsiteY262" fmla="*/ 30104 h 94062"/>
                <a:gd name="connsiteX263" fmla="*/ 271771 w 753125"/>
                <a:gd name="connsiteY263" fmla="*/ 30104 h 94062"/>
                <a:gd name="connsiteX264" fmla="*/ 271771 w 753125"/>
                <a:gd name="connsiteY264" fmla="*/ 67917 h 94062"/>
                <a:gd name="connsiteX265" fmla="*/ 263750 w 753125"/>
                <a:gd name="connsiteY265" fmla="*/ 67917 h 94062"/>
                <a:gd name="connsiteX266" fmla="*/ 162604 w 753125"/>
                <a:gd name="connsiteY266" fmla="*/ 0 h 94062"/>
                <a:gd name="connsiteX267" fmla="*/ 170729 w 753125"/>
                <a:gd name="connsiteY267" fmla="*/ 0 h 94062"/>
                <a:gd name="connsiteX268" fmla="*/ 170729 w 753125"/>
                <a:gd name="connsiteY268" fmla="*/ 48542 h 94062"/>
                <a:gd name="connsiteX269" fmla="*/ 162604 w 753125"/>
                <a:gd name="connsiteY269" fmla="*/ 48542 h 94062"/>
                <a:gd name="connsiteX270" fmla="*/ 162604 w 753125"/>
                <a:gd name="connsiteY270" fmla="*/ 27604 h 94062"/>
                <a:gd name="connsiteX271" fmla="*/ 144479 w 753125"/>
                <a:gd name="connsiteY271" fmla="*/ 27604 h 94062"/>
                <a:gd name="connsiteX272" fmla="*/ 141563 w 753125"/>
                <a:gd name="connsiteY272" fmla="*/ 35105 h 94062"/>
                <a:gd name="connsiteX273" fmla="*/ 136354 w 753125"/>
                <a:gd name="connsiteY273" fmla="*/ 40938 h 94062"/>
                <a:gd name="connsiteX274" fmla="*/ 129271 w 753125"/>
                <a:gd name="connsiteY274" fmla="*/ 44688 h 94062"/>
                <a:gd name="connsiteX275" fmla="*/ 121042 w 753125"/>
                <a:gd name="connsiteY275" fmla="*/ 46042 h 94062"/>
                <a:gd name="connsiteX276" fmla="*/ 111927 w 753125"/>
                <a:gd name="connsiteY276" fmla="*/ 44375 h 94062"/>
                <a:gd name="connsiteX277" fmla="*/ 104375 w 753125"/>
                <a:gd name="connsiteY277" fmla="*/ 39688 h 94062"/>
                <a:gd name="connsiteX278" fmla="*/ 99271 w 753125"/>
                <a:gd name="connsiteY278" fmla="*/ 32605 h 94062"/>
                <a:gd name="connsiteX279" fmla="*/ 97396 w 753125"/>
                <a:gd name="connsiteY279" fmla="*/ 23542 h 94062"/>
                <a:gd name="connsiteX280" fmla="*/ 99219 w 753125"/>
                <a:gd name="connsiteY280" fmla="*/ 14532 h 94062"/>
                <a:gd name="connsiteX281" fmla="*/ 104271 w 753125"/>
                <a:gd name="connsiteY281" fmla="*/ 7500 h 94062"/>
                <a:gd name="connsiteX282" fmla="*/ 111823 w 753125"/>
                <a:gd name="connsiteY282" fmla="*/ 2813 h 94062"/>
                <a:gd name="connsiteX283" fmla="*/ 121042 w 753125"/>
                <a:gd name="connsiteY283" fmla="*/ 1146 h 94062"/>
                <a:gd name="connsiteX284" fmla="*/ 129479 w 753125"/>
                <a:gd name="connsiteY284" fmla="*/ 2604 h 94062"/>
                <a:gd name="connsiteX285" fmla="*/ 136667 w 753125"/>
                <a:gd name="connsiteY285" fmla="*/ 6563 h 94062"/>
                <a:gd name="connsiteX286" fmla="*/ 141979 w 753125"/>
                <a:gd name="connsiteY286" fmla="*/ 12709 h 94062"/>
                <a:gd name="connsiteX287" fmla="*/ 144688 w 753125"/>
                <a:gd name="connsiteY287" fmla="*/ 20417 h 94062"/>
                <a:gd name="connsiteX288" fmla="*/ 162604 w 753125"/>
                <a:gd name="connsiteY288" fmla="*/ 20417 h 94062"/>
                <a:gd name="connsiteX289" fmla="*/ 67709 w 753125"/>
                <a:gd name="connsiteY289" fmla="*/ 0 h 94062"/>
                <a:gd name="connsiteX290" fmla="*/ 75833 w 753125"/>
                <a:gd name="connsiteY290" fmla="*/ 0 h 94062"/>
                <a:gd name="connsiteX291" fmla="*/ 75833 w 753125"/>
                <a:gd name="connsiteY291" fmla="*/ 27500 h 94062"/>
                <a:gd name="connsiteX292" fmla="*/ 88542 w 753125"/>
                <a:gd name="connsiteY292" fmla="*/ 27500 h 94062"/>
                <a:gd name="connsiteX293" fmla="*/ 88542 w 753125"/>
                <a:gd name="connsiteY293" fmla="*/ 34792 h 94062"/>
                <a:gd name="connsiteX294" fmla="*/ 75833 w 753125"/>
                <a:gd name="connsiteY294" fmla="*/ 34792 h 94062"/>
                <a:gd name="connsiteX295" fmla="*/ 75833 w 753125"/>
                <a:gd name="connsiteY295" fmla="*/ 67709 h 94062"/>
                <a:gd name="connsiteX296" fmla="*/ 67709 w 753125"/>
                <a:gd name="connsiteY296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753125" h="94062">
                  <a:moveTo>
                    <a:pt x="118959" y="71667"/>
                  </a:moveTo>
                  <a:lnTo>
                    <a:pt x="118959" y="84584"/>
                  </a:lnTo>
                  <a:lnTo>
                    <a:pt x="162604" y="84584"/>
                  </a:lnTo>
                  <a:lnTo>
                    <a:pt x="162604" y="71667"/>
                  </a:lnTo>
                  <a:close/>
                  <a:moveTo>
                    <a:pt x="617917" y="63646"/>
                  </a:moveTo>
                  <a:cubicBezTo>
                    <a:pt x="610625" y="63646"/>
                    <a:pt x="604779" y="64662"/>
                    <a:pt x="600365" y="66719"/>
                  </a:cubicBezTo>
                  <a:cubicBezTo>
                    <a:pt x="595951" y="68763"/>
                    <a:pt x="593750" y="71667"/>
                    <a:pt x="593750" y="75417"/>
                  </a:cubicBezTo>
                  <a:cubicBezTo>
                    <a:pt x="593750" y="79375"/>
                    <a:pt x="595951" y="82370"/>
                    <a:pt x="600365" y="84427"/>
                  </a:cubicBezTo>
                  <a:cubicBezTo>
                    <a:pt x="604779" y="86471"/>
                    <a:pt x="610625" y="87500"/>
                    <a:pt x="617917" y="87500"/>
                  </a:cubicBezTo>
                  <a:cubicBezTo>
                    <a:pt x="625000" y="87500"/>
                    <a:pt x="630821" y="86471"/>
                    <a:pt x="635365" y="84427"/>
                  </a:cubicBezTo>
                  <a:cubicBezTo>
                    <a:pt x="639909" y="82370"/>
                    <a:pt x="642188" y="79375"/>
                    <a:pt x="642188" y="75417"/>
                  </a:cubicBezTo>
                  <a:cubicBezTo>
                    <a:pt x="642188" y="71667"/>
                    <a:pt x="639909" y="68763"/>
                    <a:pt x="635365" y="66719"/>
                  </a:cubicBezTo>
                  <a:cubicBezTo>
                    <a:pt x="630821" y="64662"/>
                    <a:pt x="625000" y="63646"/>
                    <a:pt x="617917" y="63646"/>
                  </a:cubicBezTo>
                  <a:close/>
                  <a:moveTo>
                    <a:pt x="18021" y="60937"/>
                  </a:moveTo>
                  <a:lnTo>
                    <a:pt x="26250" y="60937"/>
                  </a:lnTo>
                  <a:lnTo>
                    <a:pt x="26250" y="83334"/>
                  </a:lnTo>
                  <a:lnTo>
                    <a:pt x="78750" y="83334"/>
                  </a:lnTo>
                  <a:lnTo>
                    <a:pt x="78750" y="90417"/>
                  </a:lnTo>
                  <a:lnTo>
                    <a:pt x="20208" y="90417"/>
                  </a:lnTo>
                  <a:cubicBezTo>
                    <a:pt x="19375" y="90417"/>
                    <a:pt x="18802" y="90261"/>
                    <a:pt x="18490" y="89948"/>
                  </a:cubicBezTo>
                  <a:cubicBezTo>
                    <a:pt x="18177" y="89636"/>
                    <a:pt x="18021" y="89063"/>
                    <a:pt x="18021" y="88229"/>
                  </a:cubicBezTo>
                  <a:close/>
                  <a:moveTo>
                    <a:pt x="307917" y="60833"/>
                  </a:moveTo>
                  <a:lnTo>
                    <a:pt x="316354" y="60833"/>
                  </a:lnTo>
                  <a:lnTo>
                    <a:pt x="316354" y="83334"/>
                  </a:lnTo>
                  <a:lnTo>
                    <a:pt x="370209" y="83334"/>
                  </a:lnTo>
                  <a:lnTo>
                    <a:pt x="370209" y="90417"/>
                  </a:lnTo>
                  <a:lnTo>
                    <a:pt x="310104" y="90417"/>
                  </a:lnTo>
                  <a:cubicBezTo>
                    <a:pt x="309271" y="90417"/>
                    <a:pt x="308698" y="90261"/>
                    <a:pt x="308385" y="89948"/>
                  </a:cubicBezTo>
                  <a:cubicBezTo>
                    <a:pt x="308073" y="89636"/>
                    <a:pt x="307917" y="89063"/>
                    <a:pt x="307917" y="88229"/>
                  </a:cubicBezTo>
                  <a:close/>
                  <a:moveTo>
                    <a:pt x="489063" y="60729"/>
                  </a:moveTo>
                  <a:lnTo>
                    <a:pt x="497500" y="60729"/>
                  </a:lnTo>
                  <a:lnTo>
                    <a:pt x="497500" y="83334"/>
                  </a:lnTo>
                  <a:lnTo>
                    <a:pt x="551459" y="83334"/>
                  </a:lnTo>
                  <a:lnTo>
                    <a:pt x="551459" y="90417"/>
                  </a:lnTo>
                  <a:lnTo>
                    <a:pt x="491250" y="90417"/>
                  </a:lnTo>
                  <a:cubicBezTo>
                    <a:pt x="490417" y="90417"/>
                    <a:pt x="489844" y="90261"/>
                    <a:pt x="489532" y="89948"/>
                  </a:cubicBezTo>
                  <a:cubicBezTo>
                    <a:pt x="489219" y="89636"/>
                    <a:pt x="489063" y="89063"/>
                    <a:pt x="489063" y="88229"/>
                  </a:cubicBezTo>
                  <a:close/>
                  <a:moveTo>
                    <a:pt x="213750" y="60417"/>
                  </a:moveTo>
                  <a:lnTo>
                    <a:pt x="222083" y="60417"/>
                  </a:lnTo>
                  <a:lnTo>
                    <a:pt x="222083" y="83334"/>
                  </a:lnTo>
                  <a:lnTo>
                    <a:pt x="274792" y="83334"/>
                  </a:lnTo>
                  <a:lnTo>
                    <a:pt x="274792" y="90417"/>
                  </a:lnTo>
                  <a:lnTo>
                    <a:pt x="215938" y="90417"/>
                  </a:lnTo>
                  <a:cubicBezTo>
                    <a:pt x="215104" y="90417"/>
                    <a:pt x="214532" y="90261"/>
                    <a:pt x="214219" y="89948"/>
                  </a:cubicBezTo>
                  <a:cubicBezTo>
                    <a:pt x="213906" y="89636"/>
                    <a:pt x="213750" y="89063"/>
                    <a:pt x="213750" y="88229"/>
                  </a:cubicBezTo>
                  <a:close/>
                  <a:moveTo>
                    <a:pt x="682501" y="60105"/>
                  </a:moveTo>
                  <a:lnTo>
                    <a:pt x="690834" y="60105"/>
                  </a:lnTo>
                  <a:lnTo>
                    <a:pt x="690834" y="83334"/>
                  </a:lnTo>
                  <a:lnTo>
                    <a:pt x="743854" y="83334"/>
                  </a:lnTo>
                  <a:lnTo>
                    <a:pt x="743854" y="90417"/>
                  </a:lnTo>
                  <a:lnTo>
                    <a:pt x="684688" y="90417"/>
                  </a:lnTo>
                  <a:cubicBezTo>
                    <a:pt x="683854" y="90417"/>
                    <a:pt x="683282" y="90261"/>
                    <a:pt x="682969" y="89948"/>
                  </a:cubicBezTo>
                  <a:cubicBezTo>
                    <a:pt x="682657" y="89636"/>
                    <a:pt x="682501" y="89063"/>
                    <a:pt x="682501" y="88229"/>
                  </a:cubicBezTo>
                  <a:close/>
                  <a:moveTo>
                    <a:pt x="617917" y="56980"/>
                  </a:moveTo>
                  <a:cubicBezTo>
                    <a:pt x="628542" y="56980"/>
                    <a:pt x="636732" y="58750"/>
                    <a:pt x="642500" y="62292"/>
                  </a:cubicBezTo>
                  <a:cubicBezTo>
                    <a:pt x="648256" y="65834"/>
                    <a:pt x="651146" y="70235"/>
                    <a:pt x="651146" y="75521"/>
                  </a:cubicBezTo>
                  <a:cubicBezTo>
                    <a:pt x="651146" y="80860"/>
                    <a:pt x="648282" y="85286"/>
                    <a:pt x="642552" y="88802"/>
                  </a:cubicBezTo>
                  <a:cubicBezTo>
                    <a:pt x="636823" y="92305"/>
                    <a:pt x="628607" y="94063"/>
                    <a:pt x="617917" y="94063"/>
                  </a:cubicBezTo>
                  <a:cubicBezTo>
                    <a:pt x="607214" y="94063"/>
                    <a:pt x="598998" y="92305"/>
                    <a:pt x="593229" y="88802"/>
                  </a:cubicBezTo>
                  <a:cubicBezTo>
                    <a:pt x="587461" y="85286"/>
                    <a:pt x="584584" y="80860"/>
                    <a:pt x="584584" y="75521"/>
                  </a:cubicBezTo>
                  <a:cubicBezTo>
                    <a:pt x="584584" y="70235"/>
                    <a:pt x="587461" y="65834"/>
                    <a:pt x="593229" y="62292"/>
                  </a:cubicBezTo>
                  <a:cubicBezTo>
                    <a:pt x="598998" y="58750"/>
                    <a:pt x="607214" y="56980"/>
                    <a:pt x="617917" y="56980"/>
                  </a:cubicBezTo>
                  <a:close/>
                  <a:moveTo>
                    <a:pt x="110833" y="53438"/>
                  </a:moveTo>
                  <a:lnTo>
                    <a:pt x="118959" y="53438"/>
                  </a:lnTo>
                  <a:lnTo>
                    <a:pt x="118959" y="64896"/>
                  </a:lnTo>
                  <a:lnTo>
                    <a:pt x="162604" y="64896"/>
                  </a:lnTo>
                  <a:lnTo>
                    <a:pt x="162604" y="53438"/>
                  </a:lnTo>
                  <a:lnTo>
                    <a:pt x="170625" y="53438"/>
                  </a:lnTo>
                  <a:lnTo>
                    <a:pt x="170625" y="89167"/>
                  </a:lnTo>
                  <a:cubicBezTo>
                    <a:pt x="170625" y="90000"/>
                    <a:pt x="170469" y="90573"/>
                    <a:pt x="170156" y="90886"/>
                  </a:cubicBezTo>
                  <a:cubicBezTo>
                    <a:pt x="169844" y="91198"/>
                    <a:pt x="169271" y="91354"/>
                    <a:pt x="168438" y="91354"/>
                  </a:cubicBezTo>
                  <a:lnTo>
                    <a:pt x="113021" y="91354"/>
                  </a:lnTo>
                  <a:cubicBezTo>
                    <a:pt x="112188" y="91354"/>
                    <a:pt x="111615" y="91198"/>
                    <a:pt x="111302" y="90886"/>
                  </a:cubicBezTo>
                  <a:cubicBezTo>
                    <a:pt x="110990" y="90573"/>
                    <a:pt x="110833" y="90000"/>
                    <a:pt x="110833" y="89167"/>
                  </a:cubicBezTo>
                  <a:close/>
                  <a:moveTo>
                    <a:pt x="400000" y="26875"/>
                  </a:moveTo>
                  <a:lnTo>
                    <a:pt x="400000" y="45938"/>
                  </a:lnTo>
                  <a:lnTo>
                    <a:pt x="445209" y="45938"/>
                  </a:lnTo>
                  <a:lnTo>
                    <a:pt x="445209" y="26875"/>
                  </a:lnTo>
                  <a:close/>
                  <a:moveTo>
                    <a:pt x="609375" y="21875"/>
                  </a:moveTo>
                  <a:lnTo>
                    <a:pt x="617709" y="21875"/>
                  </a:lnTo>
                  <a:lnTo>
                    <a:pt x="617709" y="41355"/>
                  </a:lnTo>
                  <a:lnTo>
                    <a:pt x="660209" y="41355"/>
                  </a:lnTo>
                  <a:lnTo>
                    <a:pt x="660209" y="48542"/>
                  </a:lnTo>
                  <a:lnTo>
                    <a:pt x="575625" y="48542"/>
                  </a:lnTo>
                  <a:lnTo>
                    <a:pt x="575625" y="41355"/>
                  </a:lnTo>
                  <a:lnTo>
                    <a:pt x="609375" y="41355"/>
                  </a:lnTo>
                  <a:close/>
                  <a:moveTo>
                    <a:pt x="225000" y="8542"/>
                  </a:moveTo>
                  <a:cubicBezTo>
                    <a:pt x="220000" y="8542"/>
                    <a:pt x="216107" y="10235"/>
                    <a:pt x="213333" y="13646"/>
                  </a:cubicBezTo>
                  <a:cubicBezTo>
                    <a:pt x="210547" y="17045"/>
                    <a:pt x="209167" y="21146"/>
                    <a:pt x="209167" y="25938"/>
                  </a:cubicBezTo>
                  <a:cubicBezTo>
                    <a:pt x="209167" y="30730"/>
                    <a:pt x="210547" y="34792"/>
                    <a:pt x="213333" y="38126"/>
                  </a:cubicBezTo>
                  <a:cubicBezTo>
                    <a:pt x="216107" y="41459"/>
                    <a:pt x="220000" y="43125"/>
                    <a:pt x="225000" y="43125"/>
                  </a:cubicBezTo>
                  <a:cubicBezTo>
                    <a:pt x="230000" y="43125"/>
                    <a:pt x="233867" y="41459"/>
                    <a:pt x="236615" y="38126"/>
                  </a:cubicBezTo>
                  <a:cubicBezTo>
                    <a:pt x="239362" y="34792"/>
                    <a:pt x="240729" y="30730"/>
                    <a:pt x="240729" y="25938"/>
                  </a:cubicBezTo>
                  <a:cubicBezTo>
                    <a:pt x="240729" y="21146"/>
                    <a:pt x="239362" y="17045"/>
                    <a:pt x="236615" y="13646"/>
                  </a:cubicBezTo>
                  <a:cubicBezTo>
                    <a:pt x="233867" y="10235"/>
                    <a:pt x="230000" y="8542"/>
                    <a:pt x="225000" y="8542"/>
                  </a:cubicBezTo>
                  <a:close/>
                  <a:moveTo>
                    <a:pt x="121042" y="8438"/>
                  </a:moveTo>
                  <a:cubicBezTo>
                    <a:pt x="118815" y="8438"/>
                    <a:pt x="116771" y="8854"/>
                    <a:pt x="114896" y="9688"/>
                  </a:cubicBezTo>
                  <a:cubicBezTo>
                    <a:pt x="113021" y="10521"/>
                    <a:pt x="111393" y="11589"/>
                    <a:pt x="110000" y="12917"/>
                  </a:cubicBezTo>
                  <a:cubicBezTo>
                    <a:pt x="108542" y="14297"/>
                    <a:pt x="107422" y="15912"/>
                    <a:pt x="106667" y="17761"/>
                  </a:cubicBezTo>
                  <a:cubicBezTo>
                    <a:pt x="105898" y="19596"/>
                    <a:pt x="105521" y="21563"/>
                    <a:pt x="105521" y="23646"/>
                  </a:cubicBezTo>
                  <a:cubicBezTo>
                    <a:pt x="105521" y="25729"/>
                    <a:pt x="105898" y="27683"/>
                    <a:pt x="106667" y="29531"/>
                  </a:cubicBezTo>
                  <a:cubicBezTo>
                    <a:pt x="107422" y="31367"/>
                    <a:pt x="108542" y="32943"/>
                    <a:pt x="110000" y="34271"/>
                  </a:cubicBezTo>
                  <a:cubicBezTo>
                    <a:pt x="111393" y="35652"/>
                    <a:pt x="113021" y="36732"/>
                    <a:pt x="114896" y="37500"/>
                  </a:cubicBezTo>
                  <a:cubicBezTo>
                    <a:pt x="116771" y="38255"/>
                    <a:pt x="118815" y="38646"/>
                    <a:pt x="121042" y="38646"/>
                  </a:cubicBezTo>
                  <a:cubicBezTo>
                    <a:pt x="125625" y="38646"/>
                    <a:pt x="129362" y="37188"/>
                    <a:pt x="132240" y="34271"/>
                  </a:cubicBezTo>
                  <a:cubicBezTo>
                    <a:pt x="135117" y="31354"/>
                    <a:pt x="136563" y="27813"/>
                    <a:pt x="136563" y="23646"/>
                  </a:cubicBezTo>
                  <a:cubicBezTo>
                    <a:pt x="136563" y="19401"/>
                    <a:pt x="135078" y="15807"/>
                    <a:pt x="132136" y="12865"/>
                  </a:cubicBezTo>
                  <a:cubicBezTo>
                    <a:pt x="129180" y="9909"/>
                    <a:pt x="125482" y="8438"/>
                    <a:pt x="121042" y="8438"/>
                  </a:cubicBezTo>
                  <a:close/>
                  <a:moveTo>
                    <a:pt x="675313" y="4271"/>
                  </a:moveTo>
                  <a:lnTo>
                    <a:pt x="715417" y="4271"/>
                  </a:lnTo>
                  <a:lnTo>
                    <a:pt x="715417" y="11458"/>
                  </a:lnTo>
                  <a:lnTo>
                    <a:pt x="681250" y="11458"/>
                  </a:lnTo>
                  <a:lnTo>
                    <a:pt x="681250" y="41042"/>
                  </a:lnTo>
                  <a:lnTo>
                    <a:pt x="686355" y="41042"/>
                  </a:lnTo>
                  <a:cubicBezTo>
                    <a:pt x="693229" y="41042"/>
                    <a:pt x="700339" y="40782"/>
                    <a:pt x="707709" y="40261"/>
                  </a:cubicBezTo>
                  <a:cubicBezTo>
                    <a:pt x="715065" y="39740"/>
                    <a:pt x="721875" y="38854"/>
                    <a:pt x="728126" y="37604"/>
                  </a:cubicBezTo>
                  <a:lnTo>
                    <a:pt x="728126" y="44792"/>
                  </a:lnTo>
                  <a:cubicBezTo>
                    <a:pt x="725065" y="45417"/>
                    <a:pt x="721732" y="45950"/>
                    <a:pt x="718126" y="46407"/>
                  </a:cubicBezTo>
                  <a:cubicBezTo>
                    <a:pt x="714519" y="46849"/>
                    <a:pt x="710730" y="47253"/>
                    <a:pt x="706771" y="47604"/>
                  </a:cubicBezTo>
                  <a:cubicBezTo>
                    <a:pt x="702813" y="47878"/>
                    <a:pt x="698764" y="48086"/>
                    <a:pt x="694636" y="48230"/>
                  </a:cubicBezTo>
                  <a:cubicBezTo>
                    <a:pt x="690508" y="48359"/>
                    <a:pt x="686459" y="48438"/>
                    <a:pt x="682501" y="48438"/>
                  </a:cubicBezTo>
                  <a:lnTo>
                    <a:pt x="675313" y="48438"/>
                  </a:lnTo>
                  <a:cubicBezTo>
                    <a:pt x="674402" y="48438"/>
                    <a:pt x="673815" y="48295"/>
                    <a:pt x="673542" y="48021"/>
                  </a:cubicBezTo>
                  <a:cubicBezTo>
                    <a:pt x="673269" y="47735"/>
                    <a:pt x="673126" y="47188"/>
                    <a:pt x="673126" y="46354"/>
                  </a:cubicBezTo>
                  <a:lnTo>
                    <a:pt x="673126" y="6459"/>
                  </a:lnTo>
                  <a:cubicBezTo>
                    <a:pt x="673126" y="5625"/>
                    <a:pt x="673282" y="5052"/>
                    <a:pt x="673594" y="4740"/>
                  </a:cubicBezTo>
                  <a:cubicBezTo>
                    <a:pt x="673907" y="4427"/>
                    <a:pt x="674479" y="4271"/>
                    <a:pt x="675313" y="4271"/>
                  </a:cubicBezTo>
                  <a:close/>
                  <a:moveTo>
                    <a:pt x="479271" y="4271"/>
                  </a:moveTo>
                  <a:lnTo>
                    <a:pt x="518646" y="4271"/>
                  </a:lnTo>
                  <a:cubicBezTo>
                    <a:pt x="519479" y="4271"/>
                    <a:pt x="520052" y="4427"/>
                    <a:pt x="520365" y="4740"/>
                  </a:cubicBezTo>
                  <a:cubicBezTo>
                    <a:pt x="520677" y="5052"/>
                    <a:pt x="520834" y="5625"/>
                    <a:pt x="520834" y="6459"/>
                  </a:cubicBezTo>
                  <a:cubicBezTo>
                    <a:pt x="520274" y="12631"/>
                    <a:pt x="518867" y="18334"/>
                    <a:pt x="516615" y="23542"/>
                  </a:cubicBezTo>
                  <a:cubicBezTo>
                    <a:pt x="514362" y="28750"/>
                    <a:pt x="511393" y="33464"/>
                    <a:pt x="507709" y="37708"/>
                  </a:cubicBezTo>
                  <a:cubicBezTo>
                    <a:pt x="504024" y="41940"/>
                    <a:pt x="499701" y="45677"/>
                    <a:pt x="494740" y="48907"/>
                  </a:cubicBezTo>
                  <a:cubicBezTo>
                    <a:pt x="489766" y="52136"/>
                    <a:pt x="484336" y="54792"/>
                    <a:pt x="478438" y="56876"/>
                  </a:cubicBezTo>
                  <a:lnTo>
                    <a:pt x="472917" y="50729"/>
                  </a:lnTo>
                  <a:cubicBezTo>
                    <a:pt x="483750" y="47110"/>
                    <a:pt x="492604" y="41901"/>
                    <a:pt x="499480" y="35105"/>
                  </a:cubicBezTo>
                  <a:cubicBezTo>
                    <a:pt x="506354" y="28295"/>
                    <a:pt x="510443" y="20417"/>
                    <a:pt x="511771" y="11458"/>
                  </a:cubicBezTo>
                  <a:lnTo>
                    <a:pt x="479271" y="11458"/>
                  </a:lnTo>
                  <a:close/>
                  <a:moveTo>
                    <a:pt x="296250" y="4271"/>
                  </a:moveTo>
                  <a:lnTo>
                    <a:pt x="341250" y="4271"/>
                  </a:lnTo>
                  <a:lnTo>
                    <a:pt x="341250" y="11250"/>
                  </a:lnTo>
                  <a:lnTo>
                    <a:pt x="323021" y="11250"/>
                  </a:lnTo>
                  <a:lnTo>
                    <a:pt x="323021" y="16979"/>
                  </a:lnTo>
                  <a:cubicBezTo>
                    <a:pt x="323021" y="20443"/>
                    <a:pt x="323594" y="23659"/>
                    <a:pt x="324740" y="26615"/>
                  </a:cubicBezTo>
                  <a:cubicBezTo>
                    <a:pt x="325886" y="29558"/>
                    <a:pt x="327396" y="32214"/>
                    <a:pt x="329271" y="34583"/>
                  </a:cubicBezTo>
                  <a:cubicBezTo>
                    <a:pt x="331563" y="37708"/>
                    <a:pt x="334297" y="40339"/>
                    <a:pt x="337500" y="42501"/>
                  </a:cubicBezTo>
                  <a:cubicBezTo>
                    <a:pt x="340690" y="44649"/>
                    <a:pt x="343854" y="46250"/>
                    <a:pt x="346979" y="47292"/>
                  </a:cubicBezTo>
                  <a:cubicBezTo>
                    <a:pt x="346003" y="48255"/>
                    <a:pt x="345000" y="49336"/>
                    <a:pt x="343959" y="50521"/>
                  </a:cubicBezTo>
                  <a:cubicBezTo>
                    <a:pt x="342917" y="51693"/>
                    <a:pt x="342123" y="52709"/>
                    <a:pt x="341563" y="53542"/>
                  </a:cubicBezTo>
                  <a:cubicBezTo>
                    <a:pt x="339688" y="52709"/>
                    <a:pt x="337657" y="51576"/>
                    <a:pt x="335469" y="50156"/>
                  </a:cubicBezTo>
                  <a:cubicBezTo>
                    <a:pt x="333282" y="48724"/>
                    <a:pt x="331146" y="47084"/>
                    <a:pt x="329063" y="45209"/>
                  </a:cubicBezTo>
                  <a:cubicBezTo>
                    <a:pt x="327045" y="43542"/>
                    <a:pt x="325157" y="41641"/>
                    <a:pt x="323386" y="39531"/>
                  </a:cubicBezTo>
                  <a:cubicBezTo>
                    <a:pt x="321615" y="37409"/>
                    <a:pt x="320105" y="35105"/>
                    <a:pt x="318854" y="32605"/>
                  </a:cubicBezTo>
                  <a:cubicBezTo>
                    <a:pt x="317878" y="35234"/>
                    <a:pt x="316641" y="37683"/>
                    <a:pt x="315157" y="39948"/>
                  </a:cubicBezTo>
                  <a:cubicBezTo>
                    <a:pt x="313659" y="42201"/>
                    <a:pt x="311979" y="44297"/>
                    <a:pt x="310104" y="46250"/>
                  </a:cubicBezTo>
                  <a:cubicBezTo>
                    <a:pt x="308021" y="48255"/>
                    <a:pt x="305782" y="50117"/>
                    <a:pt x="303385" y="51823"/>
                  </a:cubicBezTo>
                  <a:cubicBezTo>
                    <a:pt x="300990" y="53516"/>
                    <a:pt x="298542" y="55000"/>
                    <a:pt x="296042" y="56250"/>
                  </a:cubicBezTo>
                  <a:cubicBezTo>
                    <a:pt x="295417" y="55547"/>
                    <a:pt x="294427" y="54610"/>
                    <a:pt x="293073" y="53438"/>
                  </a:cubicBezTo>
                  <a:cubicBezTo>
                    <a:pt x="291719" y="52253"/>
                    <a:pt x="290586" y="51276"/>
                    <a:pt x="289688" y="50521"/>
                  </a:cubicBezTo>
                  <a:cubicBezTo>
                    <a:pt x="293360" y="48920"/>
                    <a:pt x="296888" y="46875"/>
                    <a:pt x="300261" y="44375"/>
                  </a:cubicBezTo>
                  <a:cubicBezTo>
                    <a:pt x="303620" y="41875"/>
                    <a:pt x="306459" y="38958"/>
                    <a:pt x="308750" y="35625"/>
                  </a:cubicBezTo>
                  <a:cubicBezTo>
                    <a:pt x="310547" y="33047"/>
                    <a:pt x="311992" y="30208"/>
                    <a:pt x="313073" y="27084"/>
                  </a:cubicBezTo>
                  <a:cubicBezTo>
                    <a:pt x="314141" y="23959"/>
                    <a:pt x="314688" y="20547"/>
                    <a:pt x="314688" y="16875"/>
                  </a:cubicBezTo>
                  <a:lnTo>
                    <a:pt x="314688" y="11250"/>
                  </a:lnTo>
                  <a:lnTo>
                    <a:pt x="296250" y="11250"/>
                  </a:lnTo>
                  <a:close/>
                  <a:moveTo>
                    <a:pt x="391771" y="3750"/>
                  </a:moveTo>
                  <a:lnTo>
                    <a:pt x="400000" y="3750"/>
                  </a:lnTo>
                  <a:lnTo>
                    <a:pt x="400000" y="19896"/>
                  </a:lnTo>
                  <a:lnTo>
                    <a:pt x="445209" y="19896"/>
                  </a:lnTo>
                  <a:lnTo>
                    <a:pt x="445209" y="3750"/>
                  </a:lnTo>
                  <a:lnTo>
                    <a:pt x="453438" y="3750"/>
                  </a:lnTo>
                  <a:lnTo>
                    <a:pt x="453438" y="50937"/>
                  </a:lnTo>
                  <a:cubicBezTo>
                    <a:pt x="453438" y="51771"/>
                    <a:pt x="453282" y="52344"/>
                    <a:pt x="452969" y="52656"/>
                  </a:cubicBezTo>
                  <a:cubicBezTo>
                    <a:pt x="452657" y="52969"/>
                    <a:pt x="452084" y="53125"/>
                    <a:pt x="451250" y="53125"/>
                  </a:cubicBezTo>
                  <a:lnTo>
                    <a:pt x="426771" y="53125"/>
                  </a:lnTo>
                  <a:lnTo>
                    <a:pt x="426771" y="73542"/>
                  </a:lnTo>
                  <a:lnTo>
                    <a:pt x="465000" y="73542"/>
                  </a:lnTo>
                  <a:lnTo>
                    <a:pt x="465000" y="80729"/>
                  </a:lnTo>
                  <a:lnTo>
                    <a:pt x="380209" y="80729"/>
                  </a:lnTo>
                  <a:lnTo>
                    <a:pt x="380209" y="73542"/>
                  </a:lnTo>
                  <a:lnTo>
                    <a:pt x="418229" y="73542"/>
                  </a:lnTo>
                  <a:lnTo>
                    <a:pt x="418229" y="53125"/>
                  </a:lnTo>
                  <a:lnTo>
                    <a:pt x="393959" y="53125"/>
                  </a:lnTo>
                  <a:cubicBezTo>
                    <a:pt x="393125" y="53125"/>
                    <a:pt x="392552" y="52969"/>
                    <a:pt x="392240" y="52656"/>
                  </a:cubicBezTo>
                  <a:cubicBezTo>
                    <a:pt x="391927" y="52344"/>
                    <a:pt x="391771" y="51771"/>
                    <a:pt x="391771" y="50937"/>
                  </a:cubicBezTo>
                  <a:close/>
                  <a:moveTo>
                    <a:pt x="585417" y="2708"/>
                  </a:moveTo>
                  <a:lnTo>
                    <a:pt x="648334" y="2708"/>
                  </a:lnTo>
                  <a:cubicBezTo>
                    <a:pt x="649167" y="2708"/>
                    <a:pt x="649740" y="2865"/>
                    <a:pt x="650053" y="3177"/>
                  </a:cubicBezTo>
                  <a:cubicBezTo>
                    <a:pt x="650365" y="3490"/>
                    <a:pt x="650521" y="4063"/>
                    <a:pt x="650521" y="4896"/>
                  </a:cubicBezTo>
                  <a:cubicBezTo>
                    <a:pt x="650313" y="10938"/>
                    <a:pt x="649857" y="16329"/>
                    <a:pt x="649167" y="21094"/>
                  </a:cubicBezTo>
                  <a:cubicBezTo>
                    <a:pt x="648464" y="25847"/>
                    <a:pt x="647735" y="30274"/>
                    <a:pt x="646979" y="34375"/>
                  </a:cubicBezTo>
                  <a:lnTo>
                    <a:pt x="639063" y="34375"/>
                  </a:lnTo>
                  <a:cubicBezTo>
                    <a:pt x="639896" y="30208"/>
                    <a:pt x="640547" y="26172"/>
                    <a:pt x="641042" y="22292"/>
                  </a:cubicBezTo>
                  <a:cubicBezTo>
                    <a:pt x="641524" y="18399"/>
                    <a:pt x="641875" y="14232"/>
                    <a:pt x="642084" y="9792"/>
                  </a:cubicBezTo>
                  <a:lnTo>
                    <a:pt x="585417" y="9792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021"/>
                  </a:lnTo>
                  <a:cubicBezTo>
                    <a:pt x="33646" y="16902"/>
                    <a:pt x="34297" y="20534"/>
                    <a:pt x="35625" y="23906"/>
                  </a:cubicBezTo>
                  <a:cubicBezTo>
                    <a:pt x="36940" y="27266"/>
                    <a:pt x="38750" y="30313"/>
                    <a:pt x="41042" y="33021"/>
                  </a:cubicBezTo>
                  <a:cubicBezTo>
                    <a:pt x="43255" y="35729"/>
                    <a:pt x="45833" y="38086"/>
                    <a:pt x="48750" y="40104"/>
                  </a:cubicBezTo>
                  <a:cubicBezTo>
                    <a:pt x="51667" y="42110"/>
                    <a:pt x="54688" y="43672"/>
                    <a:pt x="57813" y="44792"/>
                  </a:cubicBezTo>
                  <a:lnTo>
                    <a:pt x="52396" y="51250"/>
                  </a:lnTo>
                  <a:cubicBezTo>
                    <a:pt x="50443" y="50339"/>
                    <a:pt x="48385" y="49180"/>
                    <a:pt x="46198" y="47761"/>
                  </a:cubicBezTo>
                  <a:cubicBezTo>
                    <a:pt x="44011" y="46329"/>
                    <a:pt x="41875" y="44714"/>
                    <a:pt x="39792" y="42917"/>
                  </a:cubicBezTo>
                  <a:cubicBezTo>
                    <a:pt x="37708" y="41042"/>
                    <a:pt x="35742" y="39011"/>
                    <a:pt x="33906" y="36823"/>
                  </a:cubicBezTo>
                  <a:cubicBezTo>
                    <a:pt x="32057" y="34636"/>
                    <a:pt x="30586" y="32292"/>
                    <a:pt x="29479" y="29792"/>
                  </a:cubicBezTo>
                  <a:cubicBezTo>
                    <a:pt x="28503" y="32500"/>
                    <a:pt x="27188" y="35026"/>
                    <a:pt x="25521" y="37396"/>
                  </a:cubicBezTo>
                  <a:cubicBezTo>
                    <a:pt x="23854" y="39753"/>
                    <a:pt x="21979" y="41979"/>
                    <a:pt x="19896" y="44063"/>
                  </a:cubicBezTo>
                  <a:cubicBezTo>
                    <a:pt x="17813" y="46068"/>
                    <a:pt x="15599" y="47917"/>
                    <a:pt x="13281" y="49584"/>
                  </a:cubicBezTo>
                  <a:cubicBezTo>
                    <a:pt x="10951" y="51250"/>
                    <a:pt x="8646" y="52709"/>
                    <a:pt x="6354" y="53959"/>
                  </a:cubicBezTo>
                  <a:lnTo>
                    <a:pt x="0" y="48230"/>
                  </a:lnTo>
                  <a:cubicBezTo>
                    <a:pt x="3399" y="46628"/>
                    <a:pt x="6615" y="44701"/>
                    <a:pt x="9635" y="42448"/>
                  </a:cubicBezTo>
                  <a:cubicBezTo>
                    <a:pt x="12656" y="40182"/>
                    <a:pt x="15312" y="37630"/>
                    <a:pt x="17604" y="34792"/>
                  </a:cubicBezTo>
                  <a:cubicBezTo>
                    <a:pt x="19896" y="31940"/>
                    <a:pt x="21706" y="28764"/>
                    <a:pt x="23021" y="25260"/>
                  </a:cubicBezTo>
                  <a:cubicBezTo>
                    <a:pt x="24336" y="21745"/>
                    <a:pt x="25000" y="17917"/>
                    <a:pt x="25000" y="13750"/>
                  </a:cubicBezTo>
                  <a:close/>
                  <a:moveTo>
                    <a:pt x="225000" y="1146"/>
                  </a:moveTo>
                  <a:cubicBezTo>
                    <a:pt x="228542" y="1146"/>
                    <a:pt x="231784" y="1797"/>
                    <a:pt x="234740" y="3125"/>
                  </a:cubicBezTo>
                  <a:cubicBezTo>
                    <a:pt x="237682" y="4440"/>
                    <a:pt x="240235" y="6211"/>
                    <a:pt x="242396" y="8438"/>
                  </a:cubicBezTo>
                  <a:cubicBezTo>
                    <a:pt x="244544" y="10730"/>
                    <a:pt x="246224" y="13359"/>
                    <a:pt x="247448" y="16355"/>
                  </a:cubicBezTo>
                  <a:cubicBezTo>
                    <a:pt x="248659" y="19337"/>
                    <a:pt x="249271" y="22527"/>
                    <a:pt x="249271" y="25938"/>
                  </a:cubicBezTo>
                  <a:cubicBezTo>
                    <a:pt x="249271" y="29336"/>
                    <a:pt x="248659" y="32527"/>
                    <a:pt x="247448" y="35521"/>
                  </a:cubicBezTo>
                  <a:cubicBezTo>
                    <a:pt x="246224" y="38503"/>
                    <a:pt x="244544" y="41107"/>
                    <a:pt x="242396" y="43333"/>
                  </a:cubicBezTo>
                  <a:cubicBezTo>
                    <a:pt x="240235" y="45625"/>
                    <a:pt x="237682" y="47409"/>
                    <a:pt x="234740" y="48698"/>
                  </a:cubicBezTo>
                  <a:cubicBezTo>
                    <a:pt x="231784" y="49974"/>
                    <a:pt x="228542" y="50625"/>
                    <a:pt x="225000" y="50625"/>
                  </a:cubicBezTo>
                  <a:cubicBezTo>
                    <a:pt x="221393" y="50625"/>
                    <a:pt x="218086" y="49974"/>
                    <a:pt x="215104" y="48698"/>
                  </a:cubicBezTo>
                  <a:cubicBezTo>
                    <a:pt x="212110" y="47409"/>
                    <a:pt x="209545" y="45625"/>
                    <a:pt x="207396" y="43333"/>
                  </a:cubicBezTo>
                  <a:cubicBezTo>
                    <a:pt x="205234" y="41107"/>
                    <a:pt x="203568" y="38503"/>
                    <a:pt x="202396" y="35521"/>
                  </a:cubicBezTo>
                  <a:cubicBezTo>
                    <a:pt x="201211" y="32527"/>
                    <a:pt x="200625" y="29336"/>
                    <a:pt x="200625" y="25938"/>
                  </a:cubicBezTo>
                  <a:cubicBezTo>
                    <a:pt x="200625" y="22527"/>
                    <a:pt x="201211" y="19337"/>
                    <a:pt x="202396" y="16355"/>
                  </a:cubicBezTo>
                  <a:cubicBezTo>
                    <a:pt x="203568" y="13359"/>
                    <a:pt x="205234" y="10730"/>
                    <a:pt x="207396" y="8438"/>
                  </a:cubicBezTo>
                  <a:cubicBezTo>
                    <a:pt x="209545" y="6211"/>
                    <a:pt x="212110" y="4440"/>
                    <a:pt x="215104" y="3125"/>
                  </a:cubicBezTo>
                  <a:cubicBezTo>
                    <a:pt x="218086" y="1797"/>
                    <a:pt x="221393" y="1146"/>
                    <a:pt x="225000" y="1146"/>
                  </a:cubicBezTo>
                  <a:close/>
                  <a:moveTo>
                    <a:pt x="732396" y="0"/>
                  </a:moveTo>
                  <a:lnTo>
                    <a:pt x="740625" y="0"/>
                  </a:lnTo>
                  <a:lnTo>
                    <a:pt x="740625" y="22813"/>
                  </a:lnTo>
                  <a:lnTo>
                    <a:pt x="753125" y="22813"/>
                  </a:lnTo>
                  <a:lnTo>
                    <a:pt x="753125" y="30104"/>
                  </a:lnTo>
                  <a:lnTo>
                    <a:pt x="740625" y="30104"/>
                  </a:lnTo>
                  <a:lnTo>
                    <a:pt x="740625" y="67709"/>
                  </a:lnTo>
                  <a:lnTo>
                    <a:pt x="732396" y="67709"/>
                  </a:lnTo>
                  <a:close/>
                  <a:moveTo>
                    <a:pt x="540730" y="0"/>
                  </a:moveTo>
                  <a:lnTo>
                    <a:pt x="548959" y="0"/>
                  </a:lnTo>
                  <a:lnTo>
                    <a:pt x="548959" y="67500"/>
                  </a:lnTo>
                  <a:lnTo>
                    <a:pt x="540730" y="67500"/>
                  </a:lnTo>
                  <a:lnTo>
                    <a:pt x="540730" y="34583"/>
                  </a:lnTo>
                  <a:lnTo>
                    <a:pt x="521355" y="34583"/>
                  </a:lnTo>
                  <a:lnTo>
                    <a:pt x="521355" y="27396"/>
                  </a:lnTo>
                  <a:lnTo>
                    <a:pt x="540730" y="27396"/>
                  </a:lnTo>
                  <a:close/>
                  <a:moveTo>
                    <a:pt x="359479" y="0"/>
                  </a:moveTo>
                  <a:lnTo>
                    <a:pt x="367604" y="0"/>
                  </a:lnTo>
                  <a:lnTo>
                    <a:pt x="367604" y="67709"/>
                  </a:lnTo>
                  <a:lnTo>
                    <a:pt x="359479" y="67709"/>
                  </a:lnTo>
                  <a:lnTo>
                    <a:pt x="359479" y="29062"/>
                  </a:lnTo>
                  <a:lnTo>
                    <a:pt x="340208" y="29062"/>
                  </a:lnTo>
                  <a:lnTo>
                    <a:pt x="340208" y="21771"/>
                  </a:lnTo>
                  <a:lnTo>
                    <a:pt x="359479" y="21771"/>
                  </a:lnTo>
                  <a:close/>
                  <a:moveTo>
                    <a:pt x="263750" y="0"/>
                  </a:moveTo>
                  <a:lnTo>
                    <a:pt x="271771" y="0"/>
                  </a:lnTo>
                  <a:lnTo>
                    <a:pt x="271771" y="22813"/>
                  </a:lnTo>
                  <a:lnTo>
                    <a:pt x="284479" y="22813"/>
                  </a:lnTo>
                  <a:lnTo>
                    <a:pt x="284479" y="30104"/>
                  </a:lnTo>
                  <a:lnTo>
                    <a:pt x="271771" y="30104"/>
                  </a:lnTo>
                  <a:lnTo>
                    <a:pt x="271771" y="67917"/>
                  </a:lnTo>
                  <a:lnTo>
                    <a:pt x="263750" y="67917"/>
                  </a:lnTo>
                  <a:close/>
                  <a:moveTo>
                    <a:pt x="162604" y="0"/>
                  </a:moveTo>
                  <a:lnTo>
                    <a:pt x="170729" y="0"/>
                  </a:lnTo>
                  <a:lnTo>
                    <a:pt x="170729" y="48542"/>
                  </a:lnTo>
                  <a:lnTo>
                    <a:pt x="162604" y="48542"/>
                  </a:lnTo>
                  <a:lnTo>
                    <a:pt x="162604" y="27604"/>
                  </a:lnTo>
                  <a:lnTo>
                    <a:pt x="144479" y="27604"/>
                  </a:lnTo>
                  <a:cubicBezTo>
                    <a:pt x="143919" y="30313"/>
                    <a:pt x="142943" y="32813"/>
                    <a:pt x="141563" y="35105"/>
                  </a:cubicBezTo>
                  <a:cubicBezTo>
                    <a:pt x="140170" y="37396"/>
                    <a:pt x="138437" y="39336"/>
                    <a:pt x="136354" y="40938"/>
                  </a:cubicBezTo>
                  <a:cubicBezTo>
                    <a:pt x="134271" y="42526"/>
                    <a:pt x="131901" y="43776"/>
                    <a:pt x="129271" y="44688"/>
                  </a:cubicBezTo>
                  <a:cubicBezTo>
                    <a:pt x="126628" y="45586"/>
                    <a:pt x="123880" y="46042"/>
                    <a:pt x="121042" y="46042"/>
                  </a:cubicBezTo>
                  <a:cubicBezTo>
                    <a:pt x="117852" y="46042"/>
                    <a:pt x="114805" y="45482"/>
                    <a:pt x="111927" y="44375"/>
                  </a:cubicBezTo>
                  <a:cubicBezTo>
                    <a:pt x="109036" y="43256"/>
                    <a:pt x="106523" y="41693"/>
                    <a:pt x="104375" y="39688"/>
                  </a:cubicBezTo>
                  <a:cubicBezTo>
                    <a:pt x="102214" y="37735"/>
                    <a:pt x="100521" y="35378"/>
                    <a:pt x="99271" y="32605"/>
                  </a:cubicBezTo>
                  <a:cubicBezTo>
                    <a:pt x="98021" y="29818"/>
                    <a:pt x="97396" y="26797"/>
                    <a:pt x="97396" y="23542"/>
                  </a:cubicBezTo>
                  <a:cubicBezTo>
                    <a:pt x="97396" y="20274"/>
                    <a:pt x="97995" y="17265"/>
                    <a:pt x="99219" y="14532"/>
                  </a:cubicBezTo>
                  <a:cubicBezTo>
                    <a:pt x="100430" y="11784"/>
                    <a:pt x="102110" y="9441"/>
                    <a:pt x="104271" y="7500"/>
                  </a:cubicBezTo>
                  <a:cubicBezTo>
                    <a:pt x="106419" y="5482"/>
                    <a:pt x="108932" y="3920"/>
                    <a:pt x="111823" y="2813"/>
                  </a:cubicBezTo>
                  <a:cubicBezTo>
                    <a:pt x="114700" y="1693"/>
                    <a:pt x="117774" y="1146"/>
                    <a:pt x="121042" y="1146"/>
                  </a:cubicBezTo>
                  <a:cubicBezTo>
                    <a:pt x="123958" y="1146"/>
                    <a:pt x="126771" y="1628"/>
                    <a:pt x="129479" y="2604"/>
                  </a:cubicBezTo>
                  <a:cubicBezTo>
                    <a:pt x="132188" y="3568"/>
                    <a:pt x="134583" y="4896"/>
                    <a:pt x="136667" y="6563"/>
                  </a:cubicBezTo>
                  <a:cubicBezTo>
                    <a:pt x="138815" y="8295"/>
                    <a:pt x="140586" y="10339"/>
                    <a:pt x="141979" y="12709"/>
                  </a:cubicBezTo>
                  <a:cubicBezTo>
                    <a:pt x="143360" y="15066"/>
                    <a:pt x="144271" y="17630"/>
                    <a:pt x="144688" y="20417"/>
                  </a:cubicBezTo>
                  <a:lnTo>
                    <a:pt x="162604" y="20417"/>
                  </a:lnTo>
                  <a:close/>
                  <a:moveTo>
                    <a:pt x="67709" y="0"/>
                  </a:moveTo>
                  <a:lnTo>
                    <a:pt x="75833" y="0"/>
                  </a:lnTo>
                  <a:lnTo>
                    <a:pt x="75833" y="27500"/>
                  </a:lnTo>
                  <a:lnTo>
                    <a:pt x="88542" y="27500"/>
                  </a:lnTo>
                  <a:lnTo>
                    <a:pt x="88542" y="34792"/>
                  </a:lnTo>
                  <a:lnTo>
                    <a:pt x="75833" y="34792"/>
                  </a:lnTo>
                  <a:lnTo>
                    <a:pt x="75833" y="67709"/>
                  </a:lnTo>
                  <a:lnTo>
                    <a:pt x="67709" y="6770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0" name="TextBox 729">
              <a:extLst>
                <a:ext uri="{FF2B5EF4-FFF2-40B4-BE49-F238E27FC236}">
                  <a16:creationId xmlns:a16="http://schemas.microsoft.com/office/drawing/2014/main" id="{3325886E-C2C9-4E50-A55A-1EA111C362DE}"/>
                </a:ext>
              </a:extLst>
            </p:cNvPr>
            <p:cNvSpPr txBox="1"/>
            <p:nvPr/>
          </p:nvSpPr>
          <p:spPr>
            <a:xfrm>
              <a:off x="4607027" y="7065724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산업안전보건공단</a:t>
              </a:r>
            </a:p>
          </p:txBody>
        </p:sp>
        <p:sp>
          <p:nvSpPr>
            <p:cNvPr id="731" name="자유형: 도형 730">
              <a:extLst>
                <a:ext uri="{FF2B5EF4-FFF2-40B4-BE49-F238E27FC236}">
                  <a16:creationId xmlns:a16="http://schemas.microsoft.com/office/drawing/2014/main" id="{D80C8DCB-49A0-4D0E-96A6-409E11AC8C79}"/>
                </a:ext>
              </a:extLst>
            </p:cNvPr>
            <p:cNvSpPr/>
            <p:nvPr/>
          </p:nvSpPr>
          <p:spPr>
            <a:xfrm>
              <a:off x="951896" y="7399764"/>
              <a:ext cx="107500" cy="77812"/>
            </a:xfrm>
            <a:custGeom>
              <a:avLst/>
              <a:gdLst>
                <a:gd name="connsiteX0" fmla="*/ 63854 w 107500"/>
                <a:gd name="connsiteY0" fmla="*/ 0 h 77812"/>
                <a:gd name="connsiteX1" fmla="*/ 103542 w 107500"/>
                <a:gd name="connsiteY1" fmla="*/ 0 h 77812"/>
                <a:gd name="connsiteX2" fmla="*/ 103542 w 107500"/>
                <a:gd name="connsiteY2" fmla="*/ 7083 h 77812"/>
                <a:gd name="connsiteX3" fmla="*/ 70208 w 107500"/>
                <a:gd name="connsiteY3" fmla="*/ 7083 h 77812"/>
                <a:gd name="connsiteX4" fmla="*/ 68750 w 107500"/>
                <a:gd name="connsiteY4" fmla="*/ 32709 h 77812"/>
                <a:gd name="connsiteX5" fmla="*/ 75573 w 107500"/>
                <a:gd name="connsiteY5" fmla="*/ 27657 h 77812"/>
                <a:gd name="connsiteX6" fmla="*/ 85625 w 107500"/>
                <a:gd name="connsiteY6" fmla="*/ 25833 h 77812"/>
                <a:gd name="connsiteX7" fmla="*/ 94063 w 107500"/>
                <a:gd name="connsiteY7" fmla="*/ 27448 h 77812"/>
                <a:gd name="connsiteX8" fmla="*/ 101042 w 107500"/>
                <a:gd name="connsiteY8" fmla="*/ 32292 h 77812"/>
                <a:gd name="connsiteX9" fmla="*/ 105729 w 107500"/>
                <a:gd name="connsiteY9" fmla="*/ 40365 h 77812"/>
                <a:gd name="connsiteX10" fmla="*/ 107500 w 107500"/>
                <a:gd name="connsiteY10" fmla="*/ 51771 h 77812"/>
                <a:gd name="connsiteX11" fmla="*/ 105781 w 107500"/>
                <a:gd name="connsiteY11" fmla="*/ 62292 h 77812"/>
                <a:gd name="connsiteX12" fmla="*/ 100938 w 107500"/>
                <a:gd name="connsiteY12" fmla="*/ 70521 h 77812"/>
                <a:gd name="connsiteX13" fmla="*/ 93281 w 107500"/>
                <a:gd name="connsiteY13" fmla="*/ 75885 h 77812"/>
                <a:gd name="connsiteX14" fmla="*/ 83438 w 107500"/>
                <a:gd name="connsiteY14" fmla="*/ 77813 h 77812"/>
                <a:gd name="connsiteX15" fmla="*/ 66771 w 107500"/>
                <a:gd name="connsiteY15" fmla="*/ 72605 h 77812"/>
                <a:gd name="connsiteX16" fmla="*/ 59479 w 107500"/>
                <a:gd name="connsiteY16" fmla="*/ 57500 h 77812"/>
                <a:gd name="connsiteX17" fmla="*/ 67708 w 107500"/>
                <a:gd name="connsiteY17" fmla="*/ 57500 h 77812"/>
                <a:gd name="connsiteX18" fmla="*/ 73021 w 107500"/>
                <a:gd name="connsiteY18" fmla="*/ 67345 h 77812"/>
                <a:gd name="connsiteX19" fmla="*/ 83750 w 107500"/>
                <a:gd name="connsiteY19" fmla="*/ 70833 h 77812"/>
                <a:gd name="connsiteX20" fmla="*/ 94740 w 107500"/>
                <a:gd name="connsiteY20" fmla="*/ 65730 h 77812"/>
                <a:gd name="connsiteX21" fmla="*/ 99167 w 107500"/>
                <a:gd name="connsiteY21" fmla="*/ 51875 h 77812"/>
                <a:gd name="connsiteX22" fmla="*/ 94792 w 107500"/>
                <a:gd name="connsiteY22" fmla="*/ 37500 h 77812"/>
                <a:gd name="connsiteX23" fmla="*/ 83854 w 107500"/>
                <a:gd name="connsiteY23" fmla="*/ 32709 h 77812"/>
                <a:gd name="connsiteX24" fmla="*/ 74688 w 107500"/>
                <a:gd name="connsiteY24" fmla="*/ 35365 h 77812"/>
                <a:gd name="connsiteX25" fmla="*/ 69479 w 107500"/>
                <a:gd name="connsiteY25" fmla="*/ 42605 h 77812"/>
                <a:gd name="connsiteX26" fmla="*/ 69167 w 107500"/>
                <a:gd name="connsiteY26" fmla="*/ 43437 h 77812"/>
                <a:gd name="connsiteX27" fmla="*/ 68854 w 107500"/>
                <a:gd name="connsiteY27" fmla="*/ 43959 h 77812"/>
                <a:gd name="connsiteX28" fmla="*/ 68281 w 107500"/>
                <a:gd name="connsiteY28" fmla="*/ 44271 h 77812"/>
                <a:gd name="connsiteX29" fmla="*/ 67396 w 107500"/>
                <a:gd name="connsiteY29" fmla="*/ 44375 h 77812"/>
                <a:gd name="connsiteX30" fmla="*/ 62396 w 107500"/>
                <a:gd name="connsiteY30" fmla="*/ 44375 h 77812"/>
                <a:gd name="connsiteX31" fmla="*/ 61250 w 107500"/>
                <a:gd name="connsiteY31" fmla="*/ 44115 h 77812"/>
                <a:gd name="connsiteX32" fmla="*/ 61042 w 107500"/>
                <a:gd name="connsiteY32" fmla="*/ 42813 h 77812"/>
                <a:gd name="connsiteX33" fmla="*/ 62187 w 107500"/>
                <a:gd name="connsiteY33" fmla="*/ 1980 h 77812"/>
                <a:gd name="connsiteX34" fmla="*/ 62552 w 107500"/>
                <a:gd name="connsiteY34" fmla="*/ 417 h 77812"/>
                <a:gd name="connsiteX35" fmla="*/ 63854 w 107500"/>
                <a:gd name="connsiteY35" fmla="*/ 0 h 77812"/>
                <a:gd name="connsiteX36" fmla="*/ 16563 w 107500"/>
                <a:gd name="connsiteY36" fmla="*/ 0 h 77812"/>
                <a:gd name="connsiteX37" fmla="*/ 22500 w 107500"/>
                <a:gd name="connsiteY37" fmla="*/ 0 h 77812"/>
                <a:gd name="connsiteX38" fmla="*/ 24063 w 107500"/>
                <a:gd name="connsiteY38" fmla="*/ 417 h 77812"/>
                <a:gd name="connsiteX39" fmla="*/ 24479 w 107500"/>
                <a:gd name="connsiteY39" fmla="*/ 1980 h 77812"/>
                <a:gd name="connsiteX40" fmla="*/ 24479 w 107500"/>
                <a:gd name="connsiteY40" fmla="*/ 76042 h 77812"/>
                <a:gd name="connsiteX41" fmla="*/ 16250 w 107500"/>
                <a:gd name="connsiteY41" fmla="*/ 76042 h 77812"/>
                <a:gd name="connsiteX42" fmla="*/ 16250 w 107500"/>
                <a:gd name="connsiteY42" fmla="*/ 8959 h 77812"/>
                <a:gd name="connsiteX43" fmla="*/ 9219 w 107500"/>
                <a:gd name="connsiteY43" fmla="*/ 14740 h 77812"/>
                <a:gd name="connsiteX44" fmla="*/ 0 w 107500"/>
                <a:gd name="connsiteY44" fmla="*/ 20000 h 77812"/>
                <a:gd name="connsiteX45" fmla="*/ 0 w 107500"/>
                <a:gd name="connsiteY45" fmla="*/ 12084 h 77812"/>
                <a:gd name="connsiteX46" fmla="*/ 8646 w 107500"/>
                <a:gd name="connsiteY46" fmla="*/ 6979 h 77812"/>
                <a:gd name="connsiteX47" fmla="*/ 16563 w 107500"/>
                <a:gd name="connsiteY47" fmla="*/ 0 h 7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7500" h="77812">
                  <a:moveTo>
                    <a:pt x="63854" y="0"/>
                  </a:moveTo>
                  <a:lnTo>
                    <a:pt x="103542" y="0"/>
                  </a:lnTo>
                  <a:lnTo>
                    <a:pt x="103542" y="7083"/>
                  </a:lnTo>
                  <a:lnTo>
                    <a:pt x="70208" y="7083"/>
                  </a:lnTo>
                  <a:lnTo>
                    <a:pt x="68750" y="32709"/>
                  </a:lnTo>
                  <a:cubicBezTo>
                    <a:pt x="70346" y="30547"/>
                    <a:pt x="72621" y="28868"/>
                    <a:pt x="75573" y="27657"/>
                  </a:cubicBezTo>
                  <a:cubicBezTo>
                    <a:pt x="78523" y="26433"/>
                    <a:pt x="81875" y="25833"/>
                    <a:pt x="85625" y="25833"/>
                  </a:cubicBezTo>
                  <a:cubicBezTo>
                    <a:pt x="88611" y="25833"/>
                    <a:pt x="91423" y="26368"/>
                    <a:pt x="94063" y="27448"/>
                  </a:cubicBezTo>
                  <a:cubicBezTo>
                    <a:pt x="96701" y="28516"/>
                    <a:pt x="99027" y="30131"/>
                    <a:pt x="101042" y="32292"/>
                  </a:cubicBezTo>
                  <a:cubicBezTo>
                    <a:pt x="102986" y="34440"/>
                    <a:pt x="104548" y="37136"/>
                    <a:pt x="105729" y="40365"/>
                  </a:cubicBezTo>
                  <a:cubicBezTo>
                    <a:pt x="106909" y="43594"/>
                    <a:pt x="107500" y="47396"/>
                    <a:pt x="107500" y="51771"/>
                  </a:cubicBezTo>
                  <a:cubicBezTo>
                    <a:pt x="107500" y="55587"/>
                    <a:pt x="106927" y="59089"/>
                    <a:pt x="105781" y="62292"/>
                  </a:cubicBezTo>
                  <a:cubicBezTo>
                    <a:pt x="104635" y="65482"/>
                    <a:pt x="103021" y="68230"/>
                    <a:pt x="100938" y="70521"/>
                  </a:cubicBezTo>
                  <a:cubicBezTo>
                    <a:pt x="98784" y="72813"/>
                    <a:pt x="96232" y="74596"/>
                    <a:pt x="93281" y="75885"/>
                  </a:cubicBezTo>
                  <a:cubicBezTo>
                    <a:pt x="90329" y="77162"/>
                    <a:pt x="87048" y="77813"/>
                    <a:pt x="83438" y="77813"/>
                  </a:cubicBezTo>
                  <a:cubicBezTo>
                    <a:pt x="76840" y="77813"/>
                    <a:pt x="71284" y="76068"/>
                    <a:pt x="66771" y="72605"/>
                  </a:cubicBezTo>
                  <a:cubicBezTo>
                    <a:pt x="62257" y="69128"/>
                    <a:pt x="59826" y="64089"/>
                    <a:pt x="59479" y="57500"/>
                  </a:cubicBezTo>
                  <a:lnTo>
                    <a:pt x="67708" y="57500"/>
                  </a:lnTo>
                  <a:cubicBezTo>
                    <a:pt x="68333" y="61732"/>
                    <a:pt x="70104" y="65014"/>
                    <a:pt x="73021" y="67345"/>
                  </a:cubicBezTo>
                  <a:cubicBezTo>
                    <a:pt x="75938" y="69662"/>
                    <a:pt x="79513" y="70833"/>
                    <a:pt x="83750" y="70833"/>
                  </a:cubicBezTo>
                  <a:cubicBezTo>
                    <a:pt x="88125" y="70833"/>
                    <a:pt x="91788" y="69128"/>
                    <a:pt x="94740" y="65730"/>
                  </a:cubicBezTo>
                  <a:cubicBezTo>
                    <a:pt x="97690" y="62318"/>
                    <a:pt x="99167" y="57708"/>
                    <a:pt x="99167" y="51875"/>
                  </a:cubicBezTo>
                  <a:cubicBezTo>
                    <a:pt x="99167" y="45482"/>
                    <a:pt x="97708" y="40690"/>
                    <a:pt x="94792" y="37500"/>
                  </a:cubicBezTo>
                  <a:cubicBezTo>
                    <a:pt x="91875" y="34297"/>
                    <a:pt x="88229" y="32709"/>
                    <a:pt x="83854" y="32709"/>
                  </a:cubicBezTo>
                  <a:cubicBezTo>
                    <a:pt x="80382" y="32709"/>
                    <a:pt x="77326" y="33594"/>
                    <a:pt x="74688" y="35365"/>
                  </a:cubicBezTo>
                  <a:cubicBezTo>
                    <a:pt x="72048" y="37136"/>
                    <a:pt x="70313" y="39545"/>
                    <a:pt x="69479" y="42605"/>
                  </a:cubicBezTo>
                  <a:cubicBezTo>
                    <a:pt x="69340" y="42943"/>
                    <a:pt x="69236" y="43229"/>
                    <a:pt x="69167" y="43437"/>
                  </a:cubicBezTo>
                  <a:cubicBezTo>
                    <a:pt x="69096" y="43647"/>
                    <a:pt x="68992" y="43816"/>
                    <a:pt x="68854" y="43959"/>
                  </a:cubicBezTo>
                  <a:cubicBezTo>
                    <a:pt x="68715" y="44089"/>
                    <a:pt x="68523" y="44193"/>
                    <a:pt x="68281" y="44271"/>
                  </a:cubicBezTo>
                  <a:cubicBezTo>
                    <a:pt x="68038" y="44336"/>
                    <a:pt x="67742" y="44375"/>
                    <a:pt x="67396" y="44375"/>
                  </a:cubicBezTo>
                  <a:lnTo>
                    <a:pt x="62396" y="44375"/>
                  </a:lnTo>
                  <a:cubicBezTo>
                    <a:pt x="61771" y="44375"/>
                    <a:pt x="61388" y="44284"/>
                    <a:pt x="61250" y="44115"/>
                  </a:cubicBezTo>
                  <a:cubicBezTo>
                    <a:pt x="61111" y="43933"/>
                    <a:pt x="61042" y="43503"/>
                    <a:pt x="61042" y="42813"/>
                  </a:cubicBezTo>
                  <a:lnTo>
                    <a:pt x="62187" y="1980"/>
                  </a:lnTo>
                  <a:cubicBezTo>
                    <a:pt x="62187" y="1211"/>
                    <a:pt x="62309" y="691"/>
                    <a:pt x="62552" y="417"/>
                  </a:cubicBezTo>
                  <a:cubicBezTo>
                    <a:pt x="62794" y="130"/>
                    <a:pt x="63229" y="0"/>
                    <a:pt x="63854" y="0"/>
                  </a:cubicBezTo>
                  <a:close/>
                  <a:moveTo>
                    <a:pt x="16563" y="0"/>
                  </a:moveTo>
                  <a:lnTo>
                    <a:pt x="22500" y="0"/>
                  </a:lnTo>
                  <a:cubicBezTo>
                    <a:pt x="23263" y="0"/>
                    <a:pt x="23784" y="130"/>
                    <a:pt x="24063" y="417"/>
                  </a:cubicBezTo>
                  <a:cubicBezTo>
                    <a:pt x="24340" y="691"/>
                    <a:pt x="24479" y="1211"/>
                    <a:pt x="24479" y="1980"/>
                  </a:cubicBezTo>
                  <a:lnTo>
                    <a:pt x="24479" y="76042"/>
                  </a:lnTo>
                  <a:lnTo>
                    <a:pt x="16250" y="76042"/>
                  </a:lnTo>
                  <a:lnTo>
                    <a:pt x="16250" y="8959"/>
                  </a:lnTo>
                  <a:cubicBezTo>
                    <a:pt x="14375" y="10964"/>
                    <a:pt x="12031" y="12891"/>
                    <a:pt x="9219" y="14740"/>
                  </a:cubicBezTo>
                  <a:cubicBezTo>
                    <a:pt x="6406" y="16576"/>
                    <a:pt x="3333" y="18334"/>
                    <a:pt x="0" y="20000"/>
                  </a:cubicBezTo>
                  <a:lnTo>
                    <a:pt x="0" y="12084"/>
                  </a:lnTo>
                  <a:cubicBezTo>
                    <a:pt x="2986" y="10756"/>
                    <a:pt x="5867" y="9063"/>
                    <a:pt x="8646" y="6979"/>
                  </a:cubicBezTo>
                  <a:cubicBezTo>
                    <a:pt x="11423" y="4896"/>
                    <a:pt x="14062" y="2565"/>
                    <a:pt x="1656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2" name="TextBox 731">
              <a:extLst>
                <a:ext uri="{FF2B5EF4-FFF2-40B4-BE49-F238E27FC236}">
                  <a16:creationId xmlns:a16="http://schemas.microsoft.com/office/drawing/2014/main" id="{DC5CA4CB-26F8-4C22-BEA0-78B6E258E3DD}"/>
                </a:ext>
              </a:extLst>
            </p:cNvPr>
            <p:cNvSpPr txBox="1"/>
            <p:nvPr/>
          </p:nvSpPr>
          <p:spPr>
            <a:xfrm>
              <a:off x="860456" y="7357026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15</a:t>
              </a:r>
            </a:p>
          </p:txBody>
        </p:sp>
        <p:grpSp>
          <p:nvGrpSpPr>
            <p:cNvPr id="733" name="그래픽 5">
              <a:extLst>
                <a:ext uri="{FF2B5EF4-FFF2-40B4-BE49-F238E27FC236}">
                  <a16:creationId xmlns:a16="http://schemas.microsoft.com/office/drawing/2014/main" id="{90C39910-243F-47A3-9077-D91D574D8C61}"/>
                </a:ext>
              </a:extLst>
            </p:cNvPr>
            <p:cNvGrpSpPr/>
            <p:nvPr/>
          </p:nvGrpSpPr>
          <p:grpSpPr>
            <a:xfrm>
              <a:off x="1209133" y="7306757"/>
              <a:ext cx="375833" cy="130208"/>
              <a:chOff x="1209133" y="7306757"/>
              <a:chExt cx="375833" cy="130208"/>
            </a:xfrm>
          </p:grpSpPr>
          <p:sp>
            <p:nvSpPr>
              <p:cNvPr id="734" name="자유형: 도형 733">
                <a:extLst>
                  <a:ext uri="{FF2B5EF4-FFF2-40B4-BE49-F238E27FC236}">
                    <a16:creationId xmlns:a16="http://schemas.microsoft.com/office/drawing/2014/main" id="{8AB3260E-11D5-401A-9370-864C19717BB5}"/>
                  </a:ext>
                </a:extLst>
              </p:cNvPr>
              <p:cNvSpPr/>
              <p:nvPr/>
            </p:nvSpPr>
            <p:spPr>
              <a:xfrm>
                <a:off x="1209133" y="7328618"/>
                <a:ext cx="375833" cy="94062"/>
              </a:xfrm>
              <a:custGeom>
                <a:avLst/>
                <a:gdLst>
                  <a:gd name="connsiteX0" fmla="*/ 333854 w 375833"/>
                  <a:gd name="connsiteY0" fmla="*/ 63646 h 94062"/>
                  <a:gd name="connsiteX1" fmla="*/ 324948 w 375833"/>
                  <a:gd name="connsiteY1" fmla="*/ 64480 h 94062"/>
                  <a:gd name="connsiteX2" fmla="*/ 317709 w 375833"/>
                  <a:gd name="connsiteY2" fmla="*/ 66771 h 94062"/>
                  <a:gd name="connsiteX3" fmla="*/ 312969 w 375833"/>
                  <a:gd name="connsiteY3" fmla="*/ 70521 h 94062"/>
                  <a:gd name="connsiteX4" fmla="*/ 311250 w 375833"/>
                  <a:gd name="connsiteY4" fmla="*/ 75521 h 94062"/>
                  <a:gd name="connsiteX5" fmla="*/ 312969 w 375833"/>
                  <a:gd name="connsiteY5" fmla="*/ 80573 h 94062"/>
                  <a:gd name="connsiteX6" fmla="*/ 317813 w 375833"/>
                  <a:gd name="connsiteY6" fmla="*/ 84376 h 94062"/>
                  <a:gd name="connsiteX7" fmla="*/ 324948 w 375833"/>
                  <a:gd name="connsiteY7" fmla="*/ 86771 h 94062"/>
                  <a:gd name="connsiteX8" fmla="*/ 333854 w 375833"/>
                  <a:gd name="connsiteY8" fmla="*/ 87605 h 94062"/>
                  <a:gd name="connsiteX9" fmla="*/ 342917 w 375833"/>
                  <a:gd name="connsiteY9" fmla="*/ 86823 h 94062"/>
                  <a:gd name="connsiteX10" fmla="*/ 350209 w 375833"/>
                  <a:gd name="connsiteY10" fmla="*/ 84480 h 94062"/>
                  <a:gd name="connsiteX11" fmla="*/ 355000 w 375833"/>
                  <a:gd name="connsiteY11" fmla="*/ 80678 h 94062"/>
                  <a:gd name="connsiteX12" fmla="*/ 356771 w 375833"/>
                  <a:gd name="connsiteY12" fmla="*/ 75626 h 94062"/>
                  <a:gd name="connsiteX13" fmla="*/ 350261 w 375833"/>
                  <a:gd name="connsiteY13" fmla="*/ 66823 h 94062"/>
                  <a:gd name="connsiteX14" fmla="*/ 333854 w 375833"/>
                  <a:gd name="connsiteY14" fmla="*/ 63646 h 94062"/>
                  <a:gd name="connsiteX15" fmla="*/ 18021 w 375833"/>
                  <a:gd name="connsiteY15" fmla="*/ 60937 h 94062"/>
                  <a:gd name="connsiteX16" fmla="*/ 26250 w 375833"/>
                  <a:gd name="connsiteY16" fmla="*/ 60937 h 94062"/>
                  <a:gd name="connsiteX17" fmla="*/ 26250 w 375833"/>
                  <a:gd name="connsiteY17" fmla="*/ 83334 h 94062"/>
                  <a:gd name="connsiteX18" fmla="*/ 78750 w 375833"/>
                  <a:gd name="connsiteY18" fmla="*/ 83334 h 94062"/>
                  <a:gd name="connsiteX19" fmla="*/ 78750 w 375833"/>
                  <a:gd name="connsiteY19" fmla="*/ 90417 h 94062"/>
                  <a:gd name="connsiteX20" fmla="*/ 20208 w 375833"/>
                  <a:gd name="connsiteY20" fmla="*/ 90417 h 94062"/>
                  <a:gd name="connsiteX21" fmla="*/ 18490 w 375833"/>
                  <a:gd name="connsiteY21" fmla="*/ 89948 h 94062"/>
                  <a:gd name="connsiteX22" fmla="*/ 18021 w 375833"/>
                  <a:gd name="connsiteY22" fmla="*/ 88229 h 94062"/>
                  <a:gd name="connsiteX23" fmla="*/ 333854 w 375833"/>
                  <a:gd name="connsiteY23" fmla="*/ 56876 h 94062"/>
                  <a:gd name="connsiteX24" fmla="*/ 356823 w 375833"/>
                  <a:gd name="connsiteY24" fmla="*/ 61979 h 94062"/>
                  <a:gd name="connsiteX25" fmla="*/ 365417 w 375833"/>
                  <a:gd name="connsiteY25" fmla="*/ 75521 h 94062"/>
                  <a:gd name="connsiteX26" fmla="*/ 356823 w 375833"/>
                  <a:gd name="connsiteY26" fmla="*/ 89115 h 94062"/>
                  <a:gd name="connsiteX27" fmla="*/ 333854 w 375833"/>
                  <a:gd name="connsiteY27" fmla="*/ 94063 h 94062"/>
                  <a:gd name="connsiteX28" fmla="*/ 311042 w 375833"/>
                  <a:gd name="connsiteY28" fmla="*/ 89063 h 94062"/>
                  <a:gd name="connsiteX29" fmla="*/ 302500 w 375833"/>
                  <a:gd name="connsiteY29" fmla="*/ 75521 h 94062"/>
                  <a:gd name="connsiteX30" fmla="*/ 304740 w 375833"/>
                  <a:gd name="connsiteY30" fmla="*/ 67865 h 94062"/>
                  <a:gd name="connsiteX31" fmla="*/ 311146 w 375833"/>
                  <a:gd name="connsiteY31" fmla="*/ 61979 h 94062"/>
                  <a:gd name="connsiteX32" fmla="*/ 321042 w 375833"/>
                  <a:gd name="connsiteY32" fmla="*/ 58230 h 94062"/>
                  <a:gd name="connsiteX33" fmla="*/ 333854 w 375833"/>
                  <a:gd name="connsiteY33" fmla="*/ 56876 h 94062"/>
                  <a:gd name="connsiteX34" fmla="*/ 239688 w 375833"/>
                  <a:gd name="connsiteY34" fmla="*/ 27292 h 94062"/>
                  <a:gd name="connsiteX35" fmla="*/ 240156 w 375833"/>
                  <a:gd name="connsiteY35" fmla="*/ 32240 h 94062"/>
                  <a:gd name="connsiteX36" fmla="*/ 240313 w 375833"/>
                  <a:gd name="connsiteY36" fmla="*/ 37604 h 94062"/>
                  <a:gd name="connsiteX37" fmla="*/ 240156 w 375833"/>
                  <a:gd name="connsiteY37" fmla="*/ 42344 h 94062"/>
                  <a:gd name="connsiteX38" fmla="*/ 239792 w 375833"/>
                  <a:gd name="connsiteY38" fmla="*/ 46667 h 94062"/>
                  <a:gd name="connsiteX39" fmla="*/ 251458 w 375833"/>
                  <a:gd name="connsiteY39" fmla="*/ 46667 h 94062"/>
                  <a:gd name="connsiteX40" fmla="*/ 251458 w 375833"/>
                  <a:gd name="connsiteY40" fmla="*/ 27292 h 94062"/>
                  <a:gd name="connsiteX41" fmla="*/ 302813 w 375833"/>
                  <a:gd name="connsiteY41" fmla="*/ 25001 h 94062"/>
                  <a:gd name="connsiteX42" fmla="*/ 302813 w 375833"/>
                  <a:gd name="connsiteY42" fmla="*/ 40938 h 94062"/>
                  <a:gd name="connsiteX43" fmla="*/ 328646 w 375833"/>
                  <a:gd name="connsiteY43" fmla="*/ 40938 h 94062"/>
                  <a:gd name="connsiteX44" fmla="*/ 328646 w 375833"/>
                  <a:gd name="connsiteY44" fmla="*/ 25001 h 94062"/>
                  <a:gd name="connsiteX45" fmla="*/ 220729 w 375833"/>
                  <a:gd name="connsiteY45" fmla="*/ 10730 h 94062"/>
                  <a:gd name="connsiteX46" fmla="*/ 215365 w 375833"/>
                  <a:gd name="connsiteY46" fmla="*/ 12969 h 94062"/>
                  <a:gd name="connsiteX47" fmla="*/ 211563 w 375833"/>
                  <a:gd name="connsiteY47" fmla="*/ 18854 h 94062"/>
                  <a:gd name="connsiteX48" fmla="*/ 209427 w 375833"/>
                  <a:gd name="connsiteY48" fmla="*/ 27448 h 94062"/>
                  <a:gd name="connsiteX49" fmla="*/ 208750 w 375833"/>
                  <a:gd name="connsiteY49" fmla="*/ 37604 h 94062"/>
                  <a:gd name="connsiteX50" fmla="*/ 209479 w 375833"/>
                  <a:gd name="connsiteY50" fmla="*/ 48073 h 94062"/>
                  <a:gd name="connsiteX51" fmla="*/ 211667 w 375833"/>
                  <a:gd name="connsiteY51" fmla="*/ 56667 h 94062"/>
                  <a:gd name="connsiteX52" fmla="*/ 215365 w 375833"/>
                  <a:gd name="connsiteY52" fmla="*/ 62448 h 94062"/>
                  <a:gd name="connsiteX53" fmla="*/ 220729 w 375833"/>
                  <a:gd name="connsiteY53" fmla="*/ 64584 h 94062"/>
                  <a:gd name="connsiteX54" fmla="*/ 225990 w 375833"/>
                  <a:gd name="connsiteY54" fmla="*/ 62448 h 94062"/>
                  <a:gd name="connsiteX55" fmla="*/ 229688 w 375833"/>
                  <a:gd name="connsiteY55" fmla="*/ 56562 h 94062"/>
                  <a:gd name="connsiteX56" fmla="*/ 231875 w 375833"/>
                  <a:gd name="connsiteY56" fmla="*/ 48021 h 94062"/>
                  <a:gd name="connsiteX57" fmla="*/ 232604 w 375833"/>
                  <a:gd name="connsiteY57" fmla="*/ 37604 h 94062"/>
                  <a:gd name="connsiteX58" fmla="*/ 231927 w 375833"/>
                  <a:gd name="connsiteY58" fmla="*/ 27344 h 94062"/>
                  <a:gd name="connsiteX59" fmla="*/ 229792 w 375833"/>
                  <a:gd name="connsiteY59" fmla="*/ 18750 h 94062"/>
                  <a:gd name="connsiteX60" fmla="*/ 226094 w 375833"/>
                  <a:gd name="connsiteY60" fmla="*/ 12917 h 94062"/>
                  <a:gd name="connsiteX61" fmla="*/ 220729 w 375833"/>
                  <a:gd name="connsiteY61" fmla="*/ 10730 h 94062"/>
                  <a:gd name="connsiteX62" fmla="*/ 99792 w 375833"/>
                  <a:gd name="connsiteY62" fmla="*/ 6146 h 94062"/>
                  <a:gd name="connsiteX63" fmla="*/ 138229 w 375833"/>
                  <a:gd name="connsiteY63" fmla="*/ 6146 h 94062"/>
                  <a:gd name="connsiteX64" fmla="*/ 138229 w 375833"/>
                  <a:gd name="connsiteY64" fmla="*/ 13125 h 94062"/>
                  <a:gd name="connsiteX65" fmla="*/ 123333 w 375833"/>
                  <a:gd name="connsiteY65" fmla="*/ 13125 h 94062"/>
                  <a:gd name="connsiteX66" fmla="*/ 123333 w 375833"/>
                  <a:gd name="connsiteY66" fmla="*/ 20834 h 94062"/>
                  <a:gd name="connsiteX67" fmla="*/ 127552 w 375833"/>
                  <a:gd name="connsiteY67" fmla="*/ 47553 h 94062"/>
                  <a:gd name="connsiteX68" fmla="*/ 142708 w 375833"/>
                  <a:gd name="connsiteY68" fmla="*/ 65104 h 94062"/>
                  <a:gd name="connsiteX69" fmla="*/ 136563 w 375833"/>
                  <a:gd name="connsiteY69" fmla="*/ 70729 h 94062"/>
                  <a:gd name="connsiteX70" fmla="*/ 126510 w 375833"/>
                  <a:gd name="connsiteY70" fmla="*/ 60990 h 94062"/>
                  <a:gd name="connsiteX71" fmla="*/ 118958 w 375833"/>
                  <a:gd name="connsiteY71" fmla="*/ 46250 h 94062"/>
                  <a:gd name="connsiteX72" fmla="*/ 115885 w 375833"/>
                  <a:gd name="connsiteY72" fmla="*/ 54375 h 94062"/>
                  <a:gd name="connsiteX73" fmla="*/ 111458 w 375833"/>
                  <a:gd name="connsiteY73" fmla="*/ 62083 h 94062"/>
                  <a:gd name="connsiteX74" fmla="*/ 105885 w 375833"/>
                  <a:gd name="connsiteY74" fmla="*/ 68906 h 94062"/>
                  <a:gd name="connsiteX75" fmla="*/ 99896 w 375833"/>
                  <a:gd name="connsiteY75" fmla="*/ 74271 h 94062"/>
                  <a:gd name="connsiteX76" fmla="*/ 92708 w 375833"/>
                  <a:gd name="connsiteY76" fmla="*/ 69063 h 94062"/>
                  <a:gd name="connsiteX77" fmla="*/ 109583 w 375833"/>
                  <a:gd name="connsiteY77" fmla="*/ 49948 h 94062"/>
                  <a:gd name="connsiteX78" fmla="*/ 115000 w 375833"/>
                  <a:gd name="connsiteY78" fmla="*/ 21042 h 94062"/>
                  <a:gd name="connsiteX79" fmla="*/ 115000 w 375833"/>
                  <a:gd name="connsiteY79" fmla="*/ 13125 h 94062"/>
                  <a:gd name="connsiteX80" fmla="*/ 99792 w 375833"/>
                  <a:gd name="connsiteY80" fmla="*/ 13125 h 94062"/>
                  <a:gd name="connsiteX81" fmla="*/ 294792 w 375833"/>
                  <a:gd name="connsiteY81" fmla="*/ 3230 h 94062"/>
                  <a:gd name="connsiteX82" fmla="*/ 302813 w 375833"/>
                  <a:gd name="connsiteY82" fmla="*/ 3230 h 94062"/>
                  <a:gd name="connsiteX83" fmla="*/ 302813 w 375833"/>
                  <a:gd name="connsiteY83" fmla="*/ 17917 h 94062"/>
                  <a:gd name="connsiteX84" fmla="*/ 328646 w 375833"/>
                  <a:gd name="connsiteY84" fmla="*/ 17917 h 94062"/>
                  <a:gd name="connsiteX85" fmla="*/ 328646 w 375833"/>
                  <a:gd name="connsiteY85" fmla="*/ 3230 h 94062"/>
                  <a:gd name="connsiteX86" fmla="*/ 336667 w 375833"/>
                  <a:gd name="connsiteY86" fmla="*/ 3230 h 94062"/>
                  <a:gd name="connsiteX87" fmla="*/ 336667 w 375833"/>
                  <a:gd name="connsiteY87" fmla="*/ 45729 h 94062"/>
                  <a:gd name="connsiteX88" fmla="*/ 336198 w 375833"/>
                  <a:gd name="connsiteY88" fmla="*/ 47448 h 94062"/>
                  <a:gd name="connsiteX89" fmla="*/ 334479 w 375833"/>
                  <a:gd name="connsiteY89" fmla="*/ 47917 h 94062"/>
                  <a:gd name="connsiteX90" fmla="*/ 296979 w 375833"/>
                  <a:gd name="connsiteY90" fmla="*/ 47917 h 94062"/>
                  <a:gd name="connsiteX91" fmla="*/ 295261 w 375833"/>
                  <a:gd name="connsiteY91" fmla="*/ 47448 h 94062"/>
                  <a:gd name="connsiteX92" fmla="*/ 294792 w 375833"/>
                  <a:gd name="connsiteY92" fmla="*/ 45729 h 94062"/>
                  <a:gd name="connsiteX93" fmla="*/ 25000 w 375833"/>
                  <a:gd name="connsiteY93" fmla="*/ 2292 h 94062"/>
                  <a:gd name="connsiteX94" fmla="*/ 33646 w 375833"/>
                  <a:gd name="connsiteY94" fmla="*/ 2292 h 94062"/>
                  <a:gd name="connsiteX95" fmla="*/ 33646 w 375833"/>
                  <a:gd name="connsiteY95" fmla="*/ 13021 h 94062"/>
                  <a:gd name="connsiteX96" fmla="*/ 35625 w 375833"/>
                  <a:gd name="connsiteY96" fmla="*/ 23906 h 94062"/>
                  <a:gd name="connsiteX97" fmla="*/ 41042 w 375833"/>
                  <a:gd name="connsiteY97" fmla="*/ 33021 h 94062"/>
                  <a:gd name="connsiteX98" fmla="*/ 48750 w 375833"/>
                  <a:gd name="connsiteY98" fmla="*/ 40104 h 94062"/>
                  <a:gd name="connsiteX99" fmla="*/ 57813 w 375833"/>
                  <a:gd name="connsiteY99" fmla="*/ 44792 h 94062"/>
                  <a:gd name="connsiteX100" fmla="*/ 52396 w 375833"/>
                  <a:gd name="connsiteY100" fmla="*/ 51250 h 94062"/>
                  <a:gd name="connsiteX101" fmla="*/ 46198 w 375833"/>
                  <a:gd name="connsiteY101" fmla="*/ 47761 h 94062"/>
                  <a:gd name="connsiteX102" fmla="*/ 39792 w 375833"/>
                  <a:gd name="connsiteY102" fmla="*/ 42917 h 94062"/>
                  <a:gd name="connsiteX103" fmla="*/ 33906 w 375833"/>
                  <a:gd name="connsiteY103" fmla="*/ 36823 h 94062"/>
                  <a:gd name="connsiteX104" fmla="*/ 29479 w 375833"/>
                  <a:gd name="connsiteY104" fmla="*/ 29792 h 94062"/>
                  <a:gd name="connsiteX105" fmla="*/ 25521 w 375833"/>
                  <a:gd name="connsiteY105" fmla="*/ 37396 h 94062"/>
                  <a:gd name="connsiteX106" fmla="*/ 19896 w 375833"/>
                  <a:gd name="connsiteY106" fmla="*/ 44063 h 94062"/>
                  <a:gd name="connsiteX107" fmla="*/ 13281 w 375833"/>
                  <a:gd name="connsiteY107" fmla="*/ 49584 h 94062"/>
                  <a:gd name="connsiteX108" fmla="*/ 6354 w 375833"/>
                  <a:gd name="connsiteY108" fmla="*/ 53959 h 94062"/>
                  <a:gd name="connsiteX109" fmla="*/ 0 w 375833"/>
                  <a:gd name="connsiteY109" fmla="*/ 48230 h 94062"/>
                  <a:gd name="connsiteX110" fmla="*/ 9635 w 375833"/>
                  <a:gd name="connsiteY110" fmla="*/ 42448 h 94062"/>
                  <a:gd name="connsiteX111" fmla="*/ 17604 w 375833"/>
                  <a:gd name="connsiteY111" fmla="*/ 34792 h 94062"/>
                  <a:gd name="connsiteX112" fmla="*/ 23021 w 375833"/>
                  <a:gd name="connsiteY112" fmla="*/ 25260 h 94062"/>
                  <a:gd name="connsiteX113" fmla="*/ 25000 w 375833"/>
                  <a:gd name="connsiteY113" fmla="*/ 13750 h 94062"/>
                  <a:gd name="connsiteX114" fmla="*/ 251458 w 375833"/>
                  <a:gd name="connsiteY114" fmla="*/ 1667 h 94062"/>
                  <a:gd name="connsiteX115" fmla="*/ 259375 w 375833"/>
                  <a:gd name="connsiteY115" fmla="*/ 1667 h 94062"/>
                  <a:gd name="connsiteX116" fmla="*/ 259375 w 375833"/>
                  <a:gd name="connsiteY116" fmla="*/ 87917 h 94062"/>
                  <a:gd name="connsiteX117" fmla="*/ 251458 w 375833"/>
                  <a:gd name="connsiteY117" fmla="*/ 87917 h 94062"/>
                  <a:gd name="connsiteX118" fmla="*/ 251458 w 375833"/>
                  <a:gd name="connsiteY118" fmla="*/ 54271 h 94062"/>
                  <a:gd name="connsiteX119" fmla="*/ 238438 w 375833"/>
                  <a:gd name="connsiteY119" fmla="*/ 54271 h 94062"/>
                  <a:gd name="connsiteX120" fmla="*/ 231302 w 375833"/>
                  <a:gd name="connsiteY120" fmla="*/ 67813 h 94062"/>
                  <a:gd name="connsiteX121" fmla="*/ 220729 w 375833"/>
                  <a:gd name="connsiteY121" fmla="*/ 72292 h 94062"/>
                  <a:gd name="connsiteX122" fmla="*/ 213073 w 375833"/>
                  <a:gd name="connsiteY122" fmla="*/ 70209 h 94062"/>
                  <a:gd name="connsiteX123" fmla="*/ 206875 w 375833"/>
                  <a:gd name="connsiteY123" fmla="*/ 63750 h 94062"/>
                  <a:gd name="connsiteX124" fmla="*/ 202656 w 375833"/>
                  <a:gd name="connsiteY124" fmla="*/ 52969 h 94062"/>
                  <a:gd name="connsiteX125" fmla="*/ 201146 w 375833"/>
                  <a:gd name="connsiteY125" fmla="*/ 37604 h 94062"/>
                  <a:gd name="connsiteX126" fmla="*/ 202656 w 375833"/>
                  <a:gd name="connsiteY126" fmla="*/ 22188 h 94062"/>
                  <a:gd name="connsiteX127" fmla="*/ 206771 w 375833"/>
                  <a:gd name="connsiteY127" fmla="*/ 11458 h 94062"/>
                  <a:gd name="connsiteX128" fmla="*/ 213021 w 375833"/>
                  <a:gd name="connsiteY128" fmla="*/ 5105 h 94062"/>
                  <a:gd name="connsiteX129" fmla="*/ 220729 w 375833"/>
                  <a:gd name="connsiteY129" fmla="*/ 3021 h 94062"/>
                  <a:gd name="connsiteX130" fmla="*/ 230990 w 375833"/>
                  <a:gd name="connsiteY130" fmla="*/ 7188 h 94062"/>
                  <a:gd name="connsiteX131" fmla="*/ 238125 w 375833"/>
                  <a:gd name="connsiteY131" fmla="*/ 19792 h 94062"/>
                  <a:gd name="connsiteX132" fmla="*/ 251458 w 375833"/>
                  <a:gd name="connsiteY132" fmla="*/ 19792 h 94062"/>
                  <a:gd name="connsiteX133" fmla="*/ 354792 w 375833"/>
                  <a:gd name="connsiteY133" fmla="*/ 0 h 94062"/>
                  <a:gd name="connsiteX134" fmla="*/ 363021 w 375833"/>
                  <a:gd name="connsiteY134" fmla="*/ 0 h 94062"/>
                  <a:gd name="connsiteX135" fmla="*/ 363021 w 375833"/>
                  <a:gd name="connsiteY135" fmla="*/ 20626 h 94062"/>
                  <a:gd name="connsiteX136" fmla="*/ 375834 w 375833"/>
                  <a:gd name="connsiteY136" fmla="*/ 20626 h 94062"/>
                  <a:gd name="connsiteX137" fmla="*/ 375834 w 375833"/>
                  <a:gd name="connsiteY137" fmla="*/ 27708 h 94062"/>
                  <a:gd name="connsiteX138" fmla="*/ 363021 w 375833"/>
                  <a:gd name="connsiteY138" fmla="*/ 27708 h 94062"/>
                  <a:gd name="connsiteX139" fmla="*/ 363021 w 375833"/>
                  <a:gd name="connsiteY139" fmla="*/ 56980 h 94062"/>
                  <a:gd name="connsiteX140" fmla="*/ 354792 w 375833"/>
                  <a:gd name="connsiteY140" fmla="*/ 56980 h 94062"/>
                  <a:gd name="connsiteX141" fmla="*/ 268646 w 375833"/>
                  <a:gd name="connsiteY141" fmla="*/ 0 h 94062"/>
                  <a:gd name="connsiteX142" fmla="*/ 276563 w 375833"/>
                  <a:gd name="connsiteY142" fmla="*/ 0 h 94062"/>
                  <a:gd name="connsiteX143" fmla="*/ 276563 w 375833"/>
                  <a:gd name="connsiteY143" fmla="*/ 92396 h 94062"/>
                  <a:gd name="connsiteX144" fmla="*/ 268646 w 375833"/>
                  <a:gd name="connsiteY144" fmla="*/ 92396 h 94062"/>
                  <a:gd name="connsiteX145" fmla="*/ 166563 w 375833"/>
                  <a:gd name="connsiteY145" fmla="*/ 0 h 94062"/>
                  <a:gd name="connsiteX146" fmla="*/ 174479 w 375833"/>
                  <a:gd name="connsiteY146" fmla="*/ 0 h 94062"/>
                  <a:gd name="connsiteX147" fmla="*/ 174479 w 375833"/>
                  <a:gd name="connsiteY147" fmla="*/ 92292 h 94062"/>
                  <a:gd name="connsiteX148" fmla="*/ 166563 w 375833"/>
                  <a:gd name="connsiteY148" fmla="*/ 92292 h 94062"/>
                  <a:gd name="connsiteX149" fmla="*/ 166563 w 375833"/>
                  <a:gd name="connsiteY149" fmla="*/ 41459 h 94062"/>
                  <a:gd name="connsiteX150" fmla="*/ 154688 w 375833"/>
                  <a:gd name="connsiteY150" fmla="*/ 41459 h 94062"/>
                  <a:gd name="connsiteX151" fmla="*/ 154688 w 375833"/>
                  <a:gd name="connsiteY151" fmla="*/ 87917 h 94062"/>
                  <a:gd name="connsiteX152" fmla="*/ 146667 w 375833"/>
                  <a:gd name="connsiteY152" fmla="*/ 87917 h 94062"/>
                  <a:gd name="connsiteX153" fmla="*/ 146667 w 375833"/>
                  <a:gd name="connsiteY153" fmla="*/ 1562 h 94062"/>
                  <a:gd name="connsiteX154" fmla="*/ 154688 w 375833"/>
                  <a:gd name="connsiteY154" fmla="*/ 1562 h 94062"/>
                  <a:gd name="connsiteX155" fmla="*/ 154688 w 375833"/>
                  <a:gd name="connsiteY155" fmla="*/ 33542 h 94062"/>
                  <a:gd name="connsiteX156" fmla="*/ 166563 w 375833"/>
                  <a:gd name="connsiteY156" fmla="*/ 33542 h 94062"/>
                  <a:gd name="connsiteX157" fmla="*/ 67708 w 375833"/>
                  <a:gd name="connsiteY157" fmla="*/ 0 h 94062"/>
                  <a:gd name="connsiteX158" fmla="*/ 75833 w 375833"/>
                  <a:gd name="connsiteY158" fmla="*/ 0 h 94062"/>
                  <a:gd name="connsiteX159" fmla="*/ 75833 w 375833"/>
                  <a:gd name="connsiteY159" fmla="*/ 27500 h 94062"/>
                  <a:gd name="connsiteX160" fmla="*/ 88542 w 375833"/>
                  <a:gd name="connsiteY160" fmla="*/ 27500 h 94062"/>
                  <a:gd name="connsiteX161" fmla="*/ 88542 w 375833"/>
                  <a:gd name="connsiteY161" fmla="*/ 34792 h 94062"/>
                  <a:gd name="connsiteX162" fmla="*/ 75833 w 375833"/>
                  <a:gd name="connsiteY162" fmla="*/ 34792 h 94062"/>
                  <a:gd name="connsiteX163" fmla="*/ 75833 w 375833"/>
                  <a:gd name="connsiteY163" fmla="*/ 67709 h 94062"/>
                  <a:gd name="connsiteX164" fmla="*/ 67708 w 375833"/>
                  <a:gd name="connsiteY164" fmla="*/ 67709 h 9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375833" h="94062">
                    <a:moveTo>
                      <a:pt x="333854" y="63646"/>
                    </a:moveTo>
                    <a:cubicBezTo>
                      <a:pt x="330660" y="63646"/>
                      <a:pt x="327692" y="63919"/>
                      <a:pt x="324948" y="64480"/>
                    </a:cubicBezTo>
                    <a:cubicBezTo>
                      <a:pt x="322206" y="65026"/>
                      <a:pt x="319792" y="65795"/>
                      <a:pt x="317709" y="66771"/>
                    </a:cubicBezTo>
                    <a:cubicBezTo>
                      <a:pt x="315695" y="67813"/>
                      <a:pt x="314115" y="69063"/>
                      <a:pt x="312969" y="70521"/>
                    </a:cubicBezTo>
                    <a:cubicBezTo>
                      <a:pt x="311823" y="71979"/>
                      <a:pt x="311250" y="73646"/>
                      <a:pt x="311250" y="75521"/>
                    </a:cubicBezTo>
                    <a:cubicBezTo>
                      <a:pt x="311250" y="77396"/>
                      <a:pt x="311823" y="79076"/>
                      <a:pt x="312969" y="80573"/>
                    </a:cubicBezTo>
                    <a:cubicBezTo>
                      <a:pt x="314115" y="82057"/>
                      <a:pt x="315729" y="83334"/>
                      <a:pt x="317813" y="84376"/>
                    </a:cubicBezTo>
                    <a:cubicBezTo>
                      <a:pt x="319827" y="85417"/>
                      <a:pt x="322206" y="86211"/>
                      <a:pt x="324948" y="86771"/>
                    </a:cubicBezTo>
                    <a:cubicBezTo>
                      <a:pt x="327692" y="87318"/>
                      <a:pt x="330660" y="87605"/>
                      <a:pt x="333854" y="87605"/>
                    </a:cubicBezTo>
                    <a:cubicBezTo>
                      <a:pt x="337119" y="87605"/>
                      <a:pt x="340140" y="87344"/>
                      <a:pt x="342917" y="86823"/>
                    </a:cubicBezTo>
                    <a:cubicBezTo>
                      <a:pt x="345696" y="86302"/>
                      <a:pt x="348125" y="85521"/>
                      <a:pt x="350209" y="84480"/>
                    </a:cubicBezTo>
                    <a:cubicBezTo>
                      <a:pt x="352223" y="83438"/>
                      <a:pt x="353821" y="82161"/>
                      <a:pt x="355000" y="80678"/>
                    </a:cubicBezTo>
                    <a:cubicBezTo>
                      <a:pt x="356181" y="79180"/>
                      <a:pt x="356771" y="77500"/>
                      <a:pt x="356771" y="75626"/>
                    </a:cubicBezTo>
                    <a:cubicBezTo>
                      <a:pt x="356771" y="71875"/>
                      <a:pt x="354602" y="68932"/>
                      <a:pt x="350261" y="66823"/>
                    </a:cubicBezTo>
                    <a:cubicBezTo>
                      <a:pt x="345921" y="64700"/>
                      <a:pt x="340452" y="63646"/>
                      <a:pt x="333854" y="63646"/>
                    </a:cubicBezTo>
                    <a:close/>
                    <a:moveTo>
                      <a:pt x="18021" y="60937"/>
                    </a:moveTo>
                    <a:lnTo>
                      <a:pt x="26250" y="60937"/>
                    </a:lnTo>
                    <a:lnTo>
                      <a:pt x="26250" y="83334"/>
                    </a:lnTo>
                    <a:lnTo>
                      <a:pt x="78750" y="83334"/>
                    </a:lnTo>
                    <a:lnTo>
                      <a:pt x="78750" y="90417"/>
                    </a:lnTo>
                    <a:lnTo>
                      <a:pt x="20208" y="90417"/>
                    </a:lnTo>
                    <a:cubicBezTo>
                      <a:pt x="19375" y="90417"/>
                      <a:pt x="18802" y="90261"/>
                      <a:pt x="18490" y="89948"/>
                    </a:cubicBezTo>
                    <a:cubicBezTo>
                      <a:pt x="18177" y="89636"/>
                      <a:pt x="18021" y="89063"/>
                      <a:pt x="18021" y="88229"/>
                    </a:cubicBezTo>
                    <a:close/>
                    <a:moveTo>
                      <a:pt x="333854" y="56876"/>
                    </a:moveTo>
                    <a:cubicBezTo>
                      <a:pt x="343438" y="56876"/>
                      <a:pt x="351094" y="58568"/>
                      <a:pt x="356823" y="61979"/>
                    </a:cubicBezTo>
                    <a:cubicBezTo>
                      <a:pt x="362552" y="65378"/>
                      <a:pt x="365417" y="69896"/>
                      <a:pt x="365417" y="75521"/>
                    </a:cubicBezTo>
                    <a:cubicBezTo>
                      <a:pt x="365417" y="81276"/>
                      <a:pt x="362552" y="85808"/>
                      <a:pt x="356823" y="89115"/>
                    </a:cubicBezTo>
                    <a:cubicBezTo>
                      <a:pt x="351094" y="92409"/>
                      <a:pt x="343438" y="94063"/>
                      <a:pt x="333854" y="94063"/>
                    </a:cubicBezTo>
                    <a:cubicBezTo>
                      <a:pt x="324341" y="94063"/>
                      <a:pt x="316737" y="92396"/>
                      <a:pt x="311042" y="89063"/>
                    </a:cubicBezTo>
                    <a:cubicBezTo>
                      <a:pt x="305348" y="85730"/>
                      <a:pt x="302500" y="81211"/>
                      <a:pt x="302500" y="75521"/>
                    </a:cubicBezTo>
                    <a:cubicBezTo>
                      <a:pt x="302500" y="72734"/>
                      <a:pt x="303248" y="70183"/>
                      <a:pt x="304740" y="67865"/>
                    </a:cubicBezTo>
                    <a:cubicBezTo>
                      <a:pt x="306233" y="65534"/>
                      <a:pt x="308369" y="63568"/>
                      <a:pt x="311146" y="61979"/>
                    </a:cubicBezTo>
                    <a:cubicBezTo>
                      <a:pt x="313925" y="60378"/>
                      <a:pt x="317223" y="59128"/>
                      <a:pt x="321042" y="58230"/>
                    </a:cubicBezTo>
                    <a:cubicBezTo>
                      <a:pt x="324862" y="57318"/>
                      <a:pt x="329133" y="56876"/>
                      <a:pt x="333854" y="56876"/>
                    </a:cubicBezTo>
                    <a:close/>
                    <a:moveTo>
                      <a:pt x="239688" y="27292"/>
                    </a:moveTo>
                    <a:cubicBezTo>
                      <a:pt x="239896" y="28880"/>
                      <a:pt x="240052" y="30534"/>
                      <a:pt x="240156" y="32240"/>
                    </a:cubicBezTo>
                    <a:cubicBezTo>
                      <a:pt x="240261" y="33933"/>
                      <a:pt x="240313" y="35729"/>
                      <a:pt x="240313" y="37604"/>
                    </a:cubicBezTo>
                    <a:cubicBezTo>
                      <a:pt x="240313" y="39271"/>
                      <a:pt x="240261" y="40847"/>
                      <a:pt x="240156" y="42344"/>
                    </a:cubicBezTo>
                    <a:cubicBezTo>
                      <a:pt x="240052" y="43829"/>
                      <a:pt x="239931" y="45273"/>
                      <a:pt x="239792" y="46667"/>
                    </a:cubicBezTo>
                    <a:lnTo>
                      <a:pt x="251458" y="46667"/>
                    </a:lnTo>
                    <a:lnTo>
                      <a:pt x="251458" y="27292"/>
                    </a:lnTo>
                    <a:close/>
                    <a:moveTo>
                      <a:pt x="302813" y="25001"/>
                    </a:moveTo>
                    <a:lnTo>
                      <a:pt x="302813" y="40938"/>
                    </a:lnTo>
                    <a:lnTo>
                      <a:pt x="328646" y="40938"/>
                    </a:lnTo>
                    <a:lnTo>
                      <a:pt x="328646" y="25001"/>
                    </a:lnTo>
                    <a:close/>
                    <a:moveTo>
                      <a:pt x="220729" y="10730"/>
                    </a:moveTo>
                    <a:cubicBezTo>
                      <a:pt x="218646" y="10730"/>
                      <a:pt x="216858" y="11472"/>
                      <a:pt x="215365" y="12969"/>
                    </a:cubicBezTo>
                    <a:cubicBezTo>
                      <a:pt x="213873" y="14454"/>
                      <a:pt x="212604" y="16420"/>
                      <a:pt x="211563" y="18854"/>
                    </a:cubicBezTo>
                    <a:cubicBezTo>
                      <a:pt x="210591" y="21354"/>
                      <a:pt x="209879" y="24219"/>
                      <a:pt x="209427" y="27448"/>
                    </a:cubicBezTo>
                    <a:cubicBezTo>
                      <a:pt x="208977" y="30677"/>
                      <a:pt x="208750" y="34063"/>
                      <a:pt x="208750" y="37604"/>
                    </a:cubicBezTo>
                    <a:cubicBezTo>
                      <a:pt x="208750" y="41277"/>
                      <a:pt x="208994" y="44765"/>
                      <a:pt x="209479" y="48073"/>
                    </a:cubicBezTo>
                    <a:cubicBezTo>
                      <a:pt x="209966" y="51367"/>
                      <a:pt x="210695" y="54232"/>
                      <a:pt x="211667" y="56667"/>
                    </a:cubicBezTo>
                    <a:cubicBezTo>
                      <a:pt x="212639" y="59089"/>
                      <a:pt x="213873" y="61016"/>
                      <a:pt x="215365" y="62448"/>
                    </a:cubicBezTo>
                    <a:cubicBezTo>
                      <a:pt x="216858" y="63868"/>
                      <a:pt x="218646" y="64584"/>
                      <a:pt x="220729" y="64584"/>
                    </a:cubicBezTo>
                    <a:cubicBezTo>
                      <a:pt x="222744" y="64584"/>
                      <a:pt x="224498" y="63868"/>
                      <a:pt x="225990" y="62448"/>
                    </a:cubicBezTo>
                    <a:cubicBezTo>
                      <a:pt x="227483" y="61016"/>
                      <a:pt x="228716" y="59063"/>
                      <a:pt x="229688" y="56562"/>
                    </a:cubicBezTo>
                    <a:cubicBezTo>
                      <a:pt x="230660" y="54128"/>
                      <a:pt x="231389" y="51276"/>
                      <a:pt x="231875" y="48021"/>
                    </a:cubicBezTo>
                    <a:cubicBezTo>
                      <a:pt x="232362" y="44753"/>
                      <a:pt x="232604" y="41277"/>
                      <a:pt x="232604" y="37604"/>
                    </a:cubicBezTo>
                    <a:cubicBezTo>
                      <a:pt x="232604" y="33985"/>
                      <a:pt x="232379" y="30573"/>
                      <a:pt x="231927" y="27344"/>
                    </a:cubicBezTo>
                    <a:cubicBezTo>
                      <a:pt x="231477" y="24114"/>
                      <a:pt x="230764" y="21250"/>
                      <a:pt x="229792" y="18750"/>
                    </a:cubicBezTo>
                    <a:cubicBezTo>
                      <a:pt x="228820" y="16315"/>
                      <a:pt x="227587" y="14375"/>
                      <a:pt x="226094" y="12917"/>
                    </a:cubicBezTo>
                    <a:cubicBezTo>
                      <a:pt x="224602" y="11458"/>
                      <a:pt x="222813" y="10730"/>
                      <a:pt x="220729" y="10730"/>
                    </a:cubicBezTo>
                    <a:close/>
                    <a:moveTo>
                      <a:pt x="99792" y="6146"/>
                    </a:moveTo>
                    <a:lnTo>
                      <a:pt x="138229" y="6146"/>
                    </a:lnTo>
                    <a:lnTo>
                      <a:pt x="138229" y="13125"/>
                    </a:lnTo>
                    <a:lnTo>
                      <a:pt x="123333" y="13125"/>
                    </a:lnTo>
                    <a:lnTo>
                      <a:pt x="123333" y="20834"/>
                    </a:lnTo>
                    <a:cubicBezTo>
                      <a:pt x="123333" y="31315"/>
                      <a:pt x="124740" y="40221"/>
                      <a:pt x="127552" y="47553"/>
                    </a:cubicBezTo>
                    <a:cubicBezTo>
                      <a:pt x="130365" y="54870"/>
                      <a:pt x="135417" y="60729"/>
                      <a:pt x="142708" y="65104"/>
                    </a:cubicBezTo>
                    <a:lnTo>
                      <a:pt x="136563" y="70729"/>
                    </a:lnTo>
                    <a:cubicBezTo>
                      <a:pt x="133229" y="68503"/>
                      <a:pt x="129879" y="65261"/>
                      <a:pt x="126510" y="60990"/>
                    </a:cubicBezTo>
                    <a:cubicBezTo>
                      <a:pt x="123143" y="56719"/>
                      <a:pt x="120625" y="51797"/>
                      <a:pt x="118958" y="46250"/>
                    </a:cubicBezTo>
                    <a:cubicBezTo>
                      <a:pt x="118195" y="48958"/>
                      <a:pt x="117171" y="51667"/>
                      <a:pt x="115885" y="54375"/>
                    </a:cubicBezTo>
                    <a:cubicBezTo>
                      <a:pt x="114602" y="57084"/>
                      <a:pt x="113125" y="59648"/>
                      <a:pt x="111458" y="62083"/>
                    </a:cubicBezTo>
                    <a:cubicBezTo>
                      <a:pt x="109723" y="64506"/>
                      <a:pt x="107865" y="66784"/>
                      <a:pt x="105885" y="68906"/>
                    </a:cubicBezTo>
                    <a:cubicBezTo>
                      <a:pt x="103906" y="71016"/>
                      <a:pt x="101910" y="72813"/>
                      <a:pt x="99896" y="74271"/>
                    </a:cubicBezTo>
                    <a:lnTo>
                      <a:pt x="92708" y="69063"/>
                    </a:lnTo>
                    <a:cubicBezTo>
                      <a:pt x="100348" y="63919"/>
                      <a:pt x="105973" y="57553"/>
                      <a:pt x="109583" y="49948"/>
                    </a:cubicBezTo>
                    <a:cubicBezTo>
                      <a:pt x="113195" y="42344"/>
                      <a:pt x="115000" y="32709"/>
                      <a:pt x="115000" y="21042"/>
                    </a:cubicBezTo>
                    <a:lnTo>
                      <a:pt x="115000" y="13125"/>
                    </a:lnTo>
                    <a:lnTo>
                      <a:pt x="99792" y="13125"/>
                    </a:lnTo>
                    <a:close/>
                    <a:moveTo>
                      <a:pt x="294792" y="3230"/>
                    </a:moveTo>
                    <a:lnTo>
                      <a:pt x="302813" y="3230"/>
                    </a:lnTo>
                    <a:lnTo>
                      <a:pt x="302813" y="17917"/>
                    </a:lnTo>
                    <a:lnTo>
                      <a:pt x="328646" y="17917"/>
                    </a:lnTo>
                    <a:lnTo>
                      <a:pt x="328646" y="3230"/>
                    </a:lnTo>
                    <a:lnTo>
                      <a:pt x="336667" y="3230"/>
                    </a:lnTo>
                    <a:lnTo>
                      <a:pt x="336667" y="45729"/>
                    </a:lnTo>
                    <a:cubicBezTo>
                      <a:pt x="336667" y="46562"/>
                      <a:pt x="336511" y="47135"/>
                      <a:pt x="336198" y="47448"/>
                    </a:cubicBezTo>
                    <a:cubicBezTo>
                      <a:pt x="335886" y="47761"/>
                      <a:pt x="335313" y="47917"/>
                      <a:pt x="334479" y="47917"/>
                    </a:cubicBezTo>
                    <a:lnTo>
                      <a:pt x="296979" y="47917"/>
                    </a:lnTo>
                    <a:cubicBezTo>
                      <a:pt x="296146" y="47917"/>
                      <a:pt x="295573" y="47761"/>
                      <a:pt x="295261" y="47448"/>
                    </a:cubicBezTo>
                    <a:cubicBezTo>
                      <a:pt x="294948" y="47135"/>
                      <a:pt x="294792" y="46562"/>
                      <a:pt x="294792" y="45729"/>
                    </a:cubicBezTo>
                    <a:close/>
                    <a:moveTo>
                      <a:pt x="25000" y="2292"/>
                    </a:moveTo>
                    <a:lnTo>
                      <a:pt x="33646" y="2292"/>
                    </a:lnTo>
                    <a:lnTo>
                      <a:pt x="33646" y="13021"/>
                    </a:lnTo>
                    <a:cubicBezTo>
                      <a:pt x="33646" y="16902"/>
                      <a:pt x="34306" y="20534"/>
                      <a:pt x="35625" y="23906"/>
                    </a:cubicBezTo>
                    <a:cubicBezTo>
                      <a:pt x="36945" y="27266"/>
                      <a:pt x="38750" y="30313"/>
                      <a:pt x="41042" y="33021"/>
                    </a:cubicBezTo>
                    <a:cubicBezTo>
                      <a:pt x="43264" y="35729"/>
                      <a:pt x="45833" y="38086"/>
                      <a:pt x="48750" y="40104"/>
                    </a:cubicBezTo>
                    <a:cubicBezTo>
                      <a:pt x="51667" y="42110"/>
                      <a:pt x="54688" y="43672"/>
                      <a:pt x="57813" y="44792"/>
                    </a:cubicBezTo>
                    <a:lnTo>
                      <a:pt x="52396" y="51250"/>
                    </a:lnTo>
                    <a:cubicBezTo>
                      <a:pt x="50452" y="50339"/>
                      <a:pt x="48385" y="49180"/>
                      <a:pt x="46198" y="47761"/>
                    </a:cubicBezTo>
                    <a:cubicBezTo>
                      <a:pt x="44010" y="46329"/>
                      <a:pt x="41875" y="44714"/>
                      <a:pt x="39792" y="42917"/>
                    </a:cubicBezTo>
                    <a:cubicBezTo>
                      <a:pt x="37708" y="41042"/>
                      <a:pt x="35747" y="39011"/>
                      <a:pt x="33906" y="36823"/>
                    </a:cubicBezTo>
                    <a:cubicBezTo>
                      <a:pt x="32066" y="34636"/>
                      <a:pt x="30591" y="32292"/>
                      <a:pt x="29479" y="29792"/>
                    </a:cubicBezTo>
                    <a:cubicBezTo>
                      <a:pt x="28508" y="32500"/>
                      <a:pt x="27188" y="35026"/>
                      <a:pt x="25521" y="37396"/>
                    </a:cubicBezTo>
                    <a:cubicBezTo>
                      <a:pt x="23854" y="39753"/>
                      <a:pt x="21979" y="41979"/>
                      <a:pt x="19896" y="44063"/>
                    </a:cubicBezTo>
                    <a:cubicBezTo>
                      <a:pt x="17813" y="46068"/>
                      <a:pt x="15608" y="47917"/>
                      <a:pt x="13281" y="49584"/>
                    </a:cubicBezTo>
                    <a:cubicBezTo>
                      <a:pt x="10956" y="51250"/>
                      <a:pt x="8646" y="52709"/>
                      <a:pt x="6354" y="53959"/>
                    </a:cubicBezTo>
                    <a:lnTo>
                      <a:pt x="0" y="48230"/>
                    </a:lnTo>
                    <a:cubicBezTo>
                      <a:pt x="3404" y="46628"/>
                      <a:pt x="6615" y="44701"/>
                      <a:pt x="9635" y="42448"/>
                    </a:cubicBezTo>
                    <a:cubicBezTo>
                      <a:pt x="12656" y="40182"/>
                      <a:pt x="15312" y="37630"/>
                      <a:pt x="17604" y="34792"/>
                    </a:cubicBezTo>
                    <a:cubicBezTo>
                      <a:pt x="19896" y="31940"/>
                      <a:pt x="21702" y="28764"/>
                      <a:pt x="23021" y="25260"/>
                    </a:cubicBezTo>
                    <a:cubicBezTo>
                      <a:pt x="24341" y="21745"/>
                      <a:pt x="25000" y="17917"/>
                      <a:pt x="25000" y="13750"/>
                    </a:cubicBezTo>
                    <a:close/>
                    <a:moveTo>
                      <a:pt x="251458" y="1667"/>
                    </a:moveTo>
                    <a:lnTo>
                      <a:pt x="259375" y="1667"/>
                    </a:lnTo>
                    <a:lnTo>
                      <a:pt x="259375" y="87917"/>
                    </a:lnTo>
                    <a:lnTo>
                      <a:pt x="251458" y="87917"/>
                    </a:lnTo>
                    <a:lnTo>
                      <a:pt x="251458" y="54271"/>
                    </a:lnTo>
                    <a:lnTo>
                      <a:pt x="238438" y="54271"/>
                    </a:lnTo>
                    <a:cubicBezTo>
                      <a:pt x="236841" y="60313"/>
                      <a:pt x="234462" y="64818"/>
                      <a:pt x="231302" y="67813"/>
                    </a:cubicBezTo>
                    <a:cubicBezTo>
                      <a:pt x="228143" y="70794"/>
                      <a:pt x="224619" y="72292"/>
                      <a:pt x="220729" y="72292"/>
                    </a:cubicBezTo>
                    <a:cubicBezTo>
                      <a:pt x="218021" y="72292"/>
                      <a:pt x="215469" y="71589"/>
                      <a:pt x="213073" y="70209"/>
                    </a:cubicBezTo>
                    <a:cubicBezTo>
                      <a:pt x="210677" y="68816"/>
                      <a:pt x="208612" y="66667"/>
                      <a:pt x="206875" y="63750"/>
                    </a:cubicBezTo>
                    <a:cubicBezTo>
                      <a:pt x="205070" y="60898"/>
                      <a:pt x="203664" y="57305"/>
                      <a:pt x="202656" y="52969"/>
                    </a:cubicBezTo>
                    <a:cubicBezTo>
                      <a:pt x="201650" y="48620"/>
                      <a:pt x="201146" y="43503"/>
                      <a:pt x="201146" y="37604"/>
                    </a:cubicBezTo>
                    <a:cubicBezTo>
                      <a:pt x="201146" y="31693"/>
                      <a:pt x="201650" y="26563"/>
                      <a:pt x="202656" y="22188"/>
                    </a:cubicBezTo>
                    <a:cubicBezTo>
                      <a:pt x="203664" y="17813"/>
                      <a:pt x="205035" y="14232"/>
                      <a:pt x="206771" y="11458"/>
                    </a:cubicBezTo>
                    <a:cubicBezTo>
                      <a:pt x="208577" y="8607"/>
                      <a:pt x="210660" y="6485"/>
                      <a:pt x="213021" y="5105"/>
                    </a:cubicBezTo>
                    <a:cubicBezTo>
                      <a:pt x="215383" y="3711"/>
                      <a:pt x="217952" y="3021"/>
                      <a:pt x="220729" y="3021"/>
                    </a:cubicBezTo>
                    <a:cubicBezTo>
                      <a:pt x="224479" y="3021"/>
                      <a:pt x="227900" y="4401"/>
                      <a:pt x="230990" y="7188"/>
                    </a:cubicBezTo>
                    <a:cubicBezTo>
                      <a:pt x="234081" y="9961"/>
                      <a:pt x="236459" y="14167"/>
                      <a:pt x="238125" y="19792"/>
                    </a:cubicBezTo>
                    <a:lnTo>
                      <a:pt x="251458" y="19792"/>
                    </a:lnTo>
                    <a:close/>
                    <a:moveTo>
                      <a:pt x="354792" y="0"/>
                    </a:moveTo>
                    <a:lnTo>
                      <a:pt x="363021" y="0"/>
                    </a:lnTo>
                    <a:lnTo>
                      <a:pt x="363021" y="20626"/>
                    </a:lnTo>
                    <a:lnTo>
                      <a:pt x="375834" y="20626"/>
                    </a:lnTo>
                    <a:lnTo>
                      <a:pt x="375834" y="27708"/>
                    </a:lnTo>
                    <a:lnTo>
                      <a:pt x="363021" y="27708"/>
                    </a:lnTo>
                    <a:lnTo>
                      <a:pt x="363021" y="56980"/>
                    </a:lnTo>
                    <a:lnTo>
                      <a:pt x="354792" y="56980"/>
                    </a:lnTo>
                    <a:close/>
                    <a:moveTo>
                      <a:pt x="268646" y="0"/>
                    </a:moveTo>
                    <a:lnTo>
                      <a:pt x="276563" y="0"/>
                    </a:lnTo>
                    <a:lnTo>
                      <a:pt x="276563" y="92396"/>
                    </a:lnTo>
                    <a:lnTo>
                      <a:pt x="268646" y="92396"/>
                    </a:lnTo>
                    <a:close/>
                    <a:moveTo>
                      <a:pt x="166563" y="0"/>
                    </a:moveTo>
                    <a:lnTo>
                      <a:pt x="174479" y="0"/>
                    </a:lnTo>
                    <a:lnTo>
                      <a:pt x="174479" y="92292"/>
                    </a:lnTo>
                    <a:lnTo>
                      <a:pt x="166563" y="92292"/>
                    </a:lnTo>
                    <a:lnTo>
                      <a:pt x="166563" y="41459"/>
                    </a:lnTo>
                    <a:lnTo>
                      <a:pt x="154688" y="41459"/>
                    </a:lnTo>
                    <a:lnTo>
                      <a:pt x="154688" y="87917"/>
                    </a:lnTo>
                    <a:lnTo>
                      <a:pt x="146667" y="87917"/>
                    </a:lnTo>
                    <a:lnTo>
                      <a:pt x="146667" y="1562"/>
                    </a:lnTo>
                    <a:lnTo>
                      <a:pt x="154688" y="1562"/>
                    </a:lnTo>
                    <a:lnTo>
                      <a:pt x="154688" y="33542"/>
                    </a:lnTo>
                    <a:lnTo>
                      <a:pt x="166563" y="33542"/>
                    </a:lnTo>
                    <a:close/>
                    <a:moveTo>
                      <a:pt x="67708" y="0"/>
                    </a:moveTo>
                    <a:lnTo>
                      <a:pt x="75833" y="0"/>
                    </a:lnTo>
                    <a:lnTo>
                      <a:pt x="75833" y="27500"/>
                    </a:lnTo>
                    <a:lnTo>
                      <a:pt x="88542" y="27500"/>
                    </a:lnTo>
                    <a:lnTo>
                      <a:pt x="88542" y="34792"/>
                    </a:lnTo>
                    <a:lnTo>
                      <a:pt x="75833" y="34792"/>
                    </a:lnTo>
                    <a:lnTo>
                      <a:pt x="75833" y="67709"/>
                    </a:lnTo>
                    <a:lnTo>
                      <a:pt x="67708" y="67709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35" name="TextBox 734">
                <a:extLst>
                  <a:ext uri="{FF2B5EF4-FFF2-40B4-BE49-F238E27FC236}">
                    <a16:creationId xmlns:a16="http://schemas.microsoft.com/office/drawing/2014/main" id="{EFA5E3EC-90E4-49A3-AE64-C590C2E5A6E6}"/>
                  </a:ext>
                </a:extLst>
              </p:cNvPr>
              <p:cNvSpPr txBox="1"/>
              <p:nvPr/>
            </p:nvSpPr>
            <p:spPr>
              <a:xfrm>
                <a:off x="1117693" y="7261037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산재예방</a:t>
                </a:r>
              </a:p>
            </p:txBody>
          </p:sp>
        </p:grpSp>
        <p:sp>
          <p:nvSpPr>
            <p:cNvPr id="736" name="자유형: 도형 735">
              <a:extLst>
                <a:ext uri="{FF2B5EF4-FFF2-40B4-BE49-F238E27FC236}">
                  <a16:creationId xmlns:a16="http://schemas.microsoft.com/office/drawing/2014/main" id="{F00544B8-F34B-4965-AF48-C6823C7E62C4}"/>
                </a:ext>
              </a:extLst>
            </p:cNvPr>
            <p:cNvSpPr/>
            <p:nvPr/>
          </p:nvSpPr>
          <p:spPr>
            <a:xfrm>
              <a:off x="1623437" y="7328618"/>
              <a:ext cx="455419" cy="93854"/>
            </a:xfrm>
            <a:custGeom>
              <a:avLst/>
              <a:gdLst>
                <a:gd name="connsiteX0" fmla="*/ 285732 w 455419"/>
                <a:gd name="connsiteY0" fmla="*/ 72500 h 93854"/>
                <a:gd name="connsiteX1" fmla="*/ 370524 w 455419"/>
                <a:gd name="connsiteY1" fmla="*/ 72500 h 93854"/>
                <a:gd name="connsiteX2" fmla="*/ 370524 w 455419"/>
                <a:gd name="connsiteY2" fmla="*/ 79583 h 93854"/>
                <a:gd name="connsiteX3" fmla="*/ 285732 w 455419"/>
                <a:gd name="connsiteY3" fmla="*/ 79583 h 93854"/>
                <a:gd name="connsiteX4" fmla="*/ 402086 w 455419"/>
                <a:gd name="connsiteY4" fmla="*/ 65208 h 93854"/>
                <a:gd name="connsiteX5" fmla="*/ 402086 w 455419"/>
                <a:gd name="connsiteY5" fmla="*/ 84480 h 93854"/>
                <a:gd name="connsiteX6" fmla="*/ 447295 w 455419"/>
                <a:gd name="connsiteY6" fmla="*/ 84480 h 93854"/>
                <a:gd name="connsiteX7" fmla="*/ 447295 w 455419"/>
                <a:gd name="connsiteY7" fmla="*/ 65208 h 93854"/>
                <a:gd name="connsiteX8" fmla="*/ 47917 w 455419"/>
                <a:gd name="connsiteY8" fmla="*/ 63229 h 93854"/>
                <a:gd name="connsiteX9" fmla="*/ 39010 w 455419"/>
                <a:gd name="connsiteY9" fmla="*/ 64063 h 93854"/>
                <a:gd name="connsiteX10" fmla="*/ 31771 w 455419"/>
                <a:gd name="connsiteY10" fmla="*/ 66458 h 93854"/>
                <a:gd name="connsiteX11" fmla="*/ 27031 w 455419"/>
                <a:gd name="connsiteY11" fmla="*/ 70156 h 93854"/>
                <a:gd name="connsiteX12" fmla="*/ 25313 w 455419"/>
                <a:gd name="connsiteY12" fmla="*/ 75208 h 93854"/>
                <a:gd name="connsiteX13" fmla="*/ 27031 w 455419"/>
                <a:gd name="connsiteY13" fmla="*/ 80313 h 93854"/>
                <a:gd name="connsiteX14" fmla="*/ 31875 w 455419"/>
                <a:gd name="connsiteY14" fmla="*/ 84167 h 93854"/>
                <a:gd name="connsiteX15" fmla="*/ 39010 w 455419"/>
                <a:gd name="connsiteY15" fmla="*/ 86563 h 93854"/>
                <a:gd name="connsiteX16" fmla="*/ 47917 w 455419"/>
                <a:gd name="connsiteY16" fmla="*/ 87396 h 93854"/>
                <a:gd name="connsiteX17" fmla="*/ 56979 w 455419"/>
                <a:gd name="connsiteY17" fmla="*/ 86563 h 93854"/>
                <a:gd name="connsiteX18" fmla="*/ 64271 w 455419"/>
                <a:gd name="connsiteY18" fmla="*/ 84167 h 93854"/>
                <a:gd name="connsiteX19" fmla="*/ 69063 w 455419"/>
                <a:gd name="connsiteY19" fmla="*/ 80365 h 93854"/>
                <a:gd name="connsiteX20" fmla="*/ 70833 w 455419"/>
                <a:gd name="connsiteY20" fmla="*/ 75312 h 93854"/>
                <a:gd name="connsiteX21" fmla="*/ 64323 w 455419"/>
                <a:gd name="connsiteY21" fmla="*/ 66458 h 93854"/>
                <a:gd name="connsiteX22" fmla="*/ 47917 w 455419"/>
                <a:gd name="connsiteY22" fmla="*/ 63229 h 93854"/>
                <a:gd name="connsiteX23" fmla="*/ 396149 w 455419"/>
                <a:gd name="connsiteY23" fmla="*/ 58334 h 93854"/>
                <a:gd name="connsiteX24" fmla="*/ 453232 w 455419"/>
                <a:gd name="connsiteY24" fmla="*/ 58334 h 93854"/>
                <a:gd name="connsiteX25" fmla="*/ 454951 w 455419"/>
                <a:gd name="connsiteY25" fmla="*/ 58802 h 93854"/>
                <a:gd name="connsiteX26" fmla="*/ 455420 w 455419"/>
                <a:gd name="connsiteY26" fmla="*/ 60521 h 93854"/>
                <a:gd name="connsiteX27" fmla="*/ 455420 w 455419"/>
                <a:gd name="connsiteY27" fmla="*/ 89063 h 93854"/>
                <a:gd name="connsiteX28" fmla="*/ 454951 w 455419"/>
                <a:gd name="connsiteY28" fmla="*/ 90782 h 93854"/>
                <a:gd name="connsiteX29" fmla="*/ 453232 w 455419"/>
                <a:gd name="connsiteY29" fmla="*/ 91250 h 93854"/>
                <a:gd name="connsiteX30" fmla="*/ 396149 w 455419"/>
                <a:gd name="connsiteY30" fmla="*/ 91250 h 93854"/>
                <a:gd name="connsiteX31" fmla="*/ 394430 w 455419"/>
                <a:gd name="connsiteY31" fmla="*/ 90782 h 93854"/>
                <a:gd name="connsiteX32" fmla="*/ 393961 w 455419"/>
                <a:gd name="connsiteY32" fmla="*/ 89063 h 93854"/>
                <a:gd name="connsiteX33" fmla="*/ 393961 w 455419"/>
                <a:gd name="connsiteY33" fmla="*/ 60521 h 93854"/>
                <a:gd name="connsiteX34" fmla="*/ 394430 w 455419"/>
                <a:gd name="connsiteY34" fmla="*/ 58802 h 93854"/>
                <a:gd name="connsiteX35" fmla="*/ 396149 w 455419"/>
                <a:gd name="connsiteY35" fmla="*/ 58334 h 93854"/>
                <a:gd name="connsiteX36" fmla="*/ 47917 w 455419"/>
                <a:gd name="connsiteY36" fmla="*/ 56458 h 93854"/>
                <a:gd name="connsiteX37" fmla="*/ 70885 w 455419"/>
                <a:gd name="connsiteY37" fmla="*/ 61615 h 93854"/>
                <a:gd name="connsiteX38" fmla="*/ 79479 w 455419"/>
                <a:gd name="connsiteY38" fmla="*/ 75208 h 93854"/>
                <a:gd name="connsiteX39" fmla="*/ 70885 w 455419"/>
                <a:gd name="connsiteY39" fmla="*/ 88855 h 93854"/>
                <a:gd name="connsiteX40" fmla="*/ 47917 w 455419"/>
                <a:gd name="connsiteY40" fmla="*/ 93854 h 93854"/>
                <a:gd name="connsiteX41" fmla="*/ 34948 w 455419"/>
                <a:gd name="connsiteY41" fmla="*/ 92553 h 93854"/>
                <a:gd name="connsiteX42" fmla="*/ 25104 w 455419"/>
                <a:gd name="connsiteY42" fmla="*/ 88855 h 93854"/>
                <a:gd name="connsiteX43" fmla="*/ 18750 w 455419"/>
                <a:gd name="connsiteY43" fmla="*/ 82969 h 93854"/>
                <a:gd name="connsiteX44" fmla="*/ 16563 w 455419"/>
                <a:gd name="connsiteY44" fmla="*/ 75208 h 93854"/>
                <a:gd name="connsiteX45" fmla="*/ 18802 w 455419"/>
                <a:gd name="connsiteY45" fmla="*/ 67552 h 93854"/>
                <a:gd name="connsiteX46" fmla="*/ 25208 w 455419"/>
                <a:gd name="connsiteY46" fmla="*/ 61667 h 93854"/>
                <a:gd name="connsiteX47" fmla="*/ 35104 w 455419"/>
                <a:gd name="connsiteY47" fmla="*/ 57813 h 93854"/>
                <a:gd name="connsiteX48" fmla="*/ 47917 w 455419"/>
                <a:gd name="connsiteY48" fmla="*/ 56458 h 93854"/>
                <a:gd name="connsiteX49" fmla="*/ 110208 w 455419"/>
                <a:gd name="connsiteY49" fmla="*/ 26875 h 93854"/>
                <a:gd name="connsiteX50" fmla="*/ 110208 w 455419"/>
                <a:gd name="connsiteY50" fmla="*/ 45938 h 93854"/>
                <a:gd name="connsiteX51" fmla="*/ 155417 w 455419"/>
                <a:gd name="connsiteY51" fmla="*/ 45938 h 93854"/>
                <a:gd name="connsiteX52" fmla="*/ 155417 w 455419"/>
                <a:gd name="connsiteY52" fmla="*/ 26875 h 93854"/>
                <a:gd name="connsiteX53" fmla="*/ 6354 w 455419"/>
                <a:gd name="connsiteY53" fmla="*/ 4271 h 93854"/>
                <a:gd name="connsiteX54" fmla="*/ 51458 w 455419"/>
                <a:gd name="connsiteY54" fmla="*/ 4271 h 93854"/>
                <a:gd name="connsiteX55" fmla="*/ 51458 w 455419"/>
                <a:gd name="connsiteY55" fmla="*/ 11250 h 93854"/>
                <a:gd name="connsiteX56" fmla="*/ 33333 w 455419"/>
                <a:gd name="connsiteY56" fmla="*/ 11250 h 93854"/>
                <a:gd name="connsiteX57" fmla="*/ 33333 w 455419"/>
                <a:gd name="connsiteY57" fmla="*/ 15001 h 93854"/>
                <a:gd name="connsiteX58" fmla="*/ 35313 w 455419"/>
                <a:gd name="connsiteY58" fmla="*/ 25417 h 93854"/>
                <a:gd name="connsiteX59" fmla="*/ 40625 w 455419"/>
                <a:gd name="connsiteY59" fmla="*/ 33855 h 93854"/>
                <a:gd name="connsiteX60" fmla="*/ 48229 w 455419"/>
                <a:gd name="connsiteY60" fmla="*/ 40157 h 93854"/>
                <a:gd name="connsiteX61" fmla="*/ 57188 w 455419"/>
                <a:gd name="connsiteY61" fmla="*/ 44271 h 93854"/>
                <a:gd name="connsiteX62" fmla="*/ 51979 w 455419"/>
                <a:gd name="connsiteY62" fmla="*/ 50313 h 93854"/>
                <a:gd name="connsiteX63" fmla="*/ 46042 w 455419"/>
                <a:gd name="connsiteY63" fmla="*/ 47239 h 93854"/>
                <a:gd name="connsiteX64" fmla="*/ 39688 w 455419"/>
                <a:gd name="connsiteY64" fmla="*/ 42813 h 93854"/>
                <a:gd name="connsiteX65" fmla="*/ 33750 w 455419"/>
                <a:gd name="connsiteY65" fmla="*/ 37188 h 93854"/>
                <a:gd name="connsiteX66" fmla="*/ 29063 w 455419"/>
                <a:gd name="connsiteY66" fmla="*/ 30313 h 93854"/>
                <a:gd name="connsiteX67" fmla="*/ 20208 w 455419"/>
                <a:gd name="connsiteY67" fmla="*/ 43490 h 93854"/>
                <a:gd name="connsiteX68" fmla="*/ 6146 w 455419"/>
                <a:gd name="connsiteY68" fmla="*/ 53125 h 93854"/>
                <a:gd name="connsiteX69" fmla="*/ 0 w 455419"/>
                <a:gd name="connsiteY69" fmla="*/ 47604 h 93854"/>
                <a:gd name="connsiteX70" fmla="*/ 9479 w 455419"/>
                <a:gd name="connsiteY70" fmla="*/ 42552 h 93854"/>
                <a:gd name="connsiteX71" fmla="*/ 17292 w 455419"/>
                <a:gd name="connsiteY71" fmla="*/ 35313 h 93854"/>
                <a:gd name="connsiteX72" fmla="*/ 22656 w 455419"/>
                <a:gd name="connsiteY72" fmla="*/ 26146 h 93854"/>
                <a:gd name="connsiteX73" fmla="*/ 24688 w 455419"/>
                <a:gd name="connsiteY73" fmla="*/ 14792 h 93854"/>
                <a:gd name="connsiteX74" fmla="*/ 24688 w 455419"/>
                <a:gd name="connsiteY74" fmla="*/ 11250 h 93854"/>
                <a:gd name="connsiteX75" fmla="*/ 6354 w 455419"/>
                <a:gd name="connsiteY75" fmla="*/ 11250 h 93854"/>
                <a:gd name="connsiteX76" fmla="*/ 385628 w 455419"/>
                <a:gd name="connsiteY76" fmla="*/ 3959 h 93854"/>
                <a:gd name="connsiteX77" fmla="*/ 416565 w 455419"/>
                <a:gd name="connsiteY77" fmla="*/ 3959 h 93854"/>
                <a:gd name="connsiteX78" fmla="*/ 416565 w 455419"/>
                <a:gd name="connsiteY78" fmla="*/ 10938 h 93854"/>
                <a:gd name="connsiteX79" fmla="*/ 391461 w 455419"/>
                <a:gd name="connsiteY79" fmla="*/ 10938 h 93854"/>
                <a:gd name="connsiteX80" fmla="*/ 391461 w 455419"/>
                <a:gd name="connsiteY80" fmla="*/ 22813 h 93854"/>
                <a:gd name="connsiteX81" fmla="*/ 414378 w 455419"/>
                <a:gd name="connsiteY81" fmla="*/ 22813 h 93854"/>
                <a:gd name="connsiteX82" fmla="*/ 414378 w 455419"/>
                <a:gd name="connsiteY82" fmla="*/ 29271 h 93854"/>
                <a:gd name="connsiteX83" fmla="*/ 391461 w 455419"/>
                <a:gd name="connsiteY83" fmla="*/ 29271 h 93854"/>
                <a:gd name="connsiteX84" fmla="*/ 391461 w 455419"/>
                <a:gd name="connsiteY84" fmla="*/ 42083 h 93854"/>
                <a:gd name="connsiteX85" fmla="*/ 396357 w 455419"/>
                <a:gd name="connsiteY85" fmla="*/ 42083 h 93854"/>
                <a:gd name="connsiteX86" fmla="*/ 402295 w 455419"/>
                <a:gd name="connsiteY86" fmla="*/ 41979 h 93854"/>
                <a:gd name="connsiteX87" fmla="*/ 409899 w 455419"/>
                <a:gd name="connsiteY87" fmla="*/ 41563 h 93854"/>
                <a:gd name="connsiteX88" fmla="*/ 417242 w 455419"/>
                <a:gd name="connsiteY88" fmla="*/ 40990 h 93854"/>
                <a:gd name="connsiteX89" fmla="*/ 422815 w 455419"/>
                <a:gd name="connsiteY89" fmla="*/ 40209 h 93854"/>
                <a:gd name="connsiteX90" fmla="*/ 422815 w 455419"/>
                <a:gd name="connsiteY90" fmla="*/ 47084 h 93854"/>
                <a:gd name="connsiteX91" fmla="*/ 418284 w 455419"/>
                <a:gd name="connsiteY91" fmla="*/ 47761 h 93854"/>
                <a:gd name="connsiteX92" fmla="*/ 410836 w 455419"/>
                <a:gd name="connsiteY92" fmla="*/ 48438 h 93854"/>
                <a:gd name="connsiteX93" fmla="*/ 402190 w 455419"/>
                <a:gd name="connsiteY93" fmla="*/ 48958 h 93854"/>
                <a:gd name="connsiteX94" fmla="*/ 394065 w 455419"/>
                <a:gd name="connsiteY94" fmla="*/ 49167 h 93854"/>
                <a:gd name="connsiteX95" fmla="*/ 385628 w 455419"/>
                <a:gd name="connsiteY95" fmla="*/ 49167 h 93854"/>
                <a:gd name="connsiteX96" fmla="*/ 383909 w 455419"/>
                <a:gd name="connsiteY96" fmla="*/ 48698 h 93854"/>
                <a:gd name="connsiteX97" fmla="*/ 383440 w 455419"/>
                <a:gd name="connsiteY97" fmla="*/ 46980 h 93854"/>
                <a:gd name="connsiteX98" fmla="*/ 383440 w 455419"/>
                <a:gd name="connsiteY98" fmla="*/ 6146 h 93854"/>
                <a:gd name="connsiteX99" fmla="*/ 383909 w 455419"/>
                <a:gd name="connsiteY99" fmla="*/ 4427 h 93854"/>
                <a:gd name="connsiteX100" fmla="*/ 385628 w 455419"/>
                <a:gd name="connsiteY100" fmla="*/ 3959 h 93854"/>
                <a:gd name="connsiteX101" fmla="*/ 219169 w 455419"/>
                <a:gd name="connsiteY101" fmla="*/ 3750 h 93854"/>
                <a:gd name="connsiteX102" fmla="*/ 227711 w 455419"/>
                <a:gd name="connsiteY102" fmla="*/ 3750 h 93854"/>
                <a:gd name="connsiteX103" fmla="*/ 227711 w 455419"/>
                <a:gd name="connsiteY103" fmla="*/ 21875 h 93854"/>
                <a:gd name="connsiteX104" fmla="*/ 233805 w 455419"/>
                <a:gd name="connsiteY104" fmla="*/ 46980 h 93854"/>
                <a:gd name="connsiteX105" fmla="*/ 253024 w 455419"/>
                <a:gd name="connsiteY105" fmla="*/ 65626 h 93854"/>
                <a:gd name="connsiteX106" fmla="*/ 246982 w 455419"/>
                <a:gd name="connsiteY106" fmla="*/ 71563 h 93854"/>
                <a:gd name="connsiteX107" fmla="*/ 233128 w 455419"/>
                <a:gd name="connsiteY107" fmla="*/ 59323 h 93854"/>
                <a:gd name="connsiteX108" fmla="*/ 223232 w 455419"/>
                <a:gd name="connsiteY108" fmla="*/ 42813 h 93854"/>
                <a:gd name="connsiteX109" fmla="*/ 213753 w 455419"/>
                <a:gd name="connsiteY109" fmla="*/ 60417 h 93854"/>
                <a:gd name="connsiteX110" fmla="*/ 199583 w 455419"/>
                <a:gd name="connsiteY110" fmla="*/ 73958 h 93854"/>
                <a:gd name="connsiteX111" fmla="*/ 192708 w 455419"/>
                <a:gd name="connsiteY111" fmla="*/ 68438 h 93854"/>
                <a:gd name="connsiteX112" fmla="*/ 212347 w 455419"/>
                <a:gd name="connsiteY112" fmla="*/ 48230 h 93854"/>
                <a:gd name="connsiteX113" fmla="*/ 219169 w 455419"/>
                <a:gd name="connsiteY113" fmla="*/ 20834 h 93854"/>
                <a:gd name="connsiteX114" fmla="*/ 101979 w 455419"/>
                <a:gd name="connsiteY114" fmla="*/ 3750 h 93854"/>
                <a:gd name="connsiteX115" fmla="*/ 110208 w 455419"/>
                <a:gd name="connsiteY115" fmla="*/ 3750 h 93854"/>
                <a:gd name="connsiteX116" fmla="*/ 110208 w 455419"/>
                <a:gd name="connsiteY116" fmla="*/ 19896 h 93854"/>
                <a:gd name="connsiteX117" fmla="*/ 155417 w 455419"/>
                <a:gd name="connsiteY117" fmla="*/ 19896 h 93854"/>
                <a:gd name="connsiteX118" fmla="*/ 155417 w 455419"/>
                <a:gd name="connsiteY118" fmla="*/ 3750 h 93854"/>
                <a:gd name="connsiteX119" fmla="*/ 163646 w 455419"/>
                <a:gd name="connsiteY119" fmla="*/ 3750 h 93854"/>
                <a:gd name="connsiteX120" fmla="*/ 163646 w 455419"/>
                <a:gd name="connsiteY120" fmla="*/ 50937 h 93854"/>
                <a:gd name="connsiteX121" fmla="*/ 163177 w 455419"/>
                <a:gd name="connsiteY121" fmla="*/ 52656 h 93854"/>
                <a:gd name="connsiteX122" fmla="*/ 161458 w 455419"/>
                <a:gd name="connsiteY122" fmla="*/ 53125 h 93854"/>
                <a:gd name="connsiteX123" fmla="*/ 136979 w 455419"/>
                <a:gd name="connsiteY123" fmla="*/ 53125 h 93854"/>
                <a:gd name="connsiteX124" fmla="*/ 136979 w 455419"/>
                <a:gd name="connsiteY124" fmla="*/ 73542 h 93854"/>
                <a:gd name="connsiteX125" fmla="*/ 175208 w 455419"/>
                <a:gd name="connsiteY125" fmla="*/ 73542 h 93854"/>
                <a:gd name="connsiteX126" fmla="*/ 175208 w 455419"/>
                <a:gd name="connsiteY126" fmla="*/ 80729 h 93854"/>
                <a:gd name="connsiteX127" fmla="*/ 90417 w 455419"/>
                <a:gd name="connsiteY127" fmla="*/ 80729 h 93854"/>
                <a:gd name="connsiteX128" fmla="*/ 90417 w 455419"/>
                <a:gd name="connsiteY128" fmla="*/ 73542 h 93854"/>
                <a:gd name="connsiteX129" fmla="*/ 128438 w 455419"/>
                <a:gd name="connsiteY129" fmla="*/ 73542 h 93854"/>
                <a:gd name="connsiteX130" fmla="*/ 128438 w 455419"/>
                <a:gd name="connsiteY130" fmla="*/ 53125 h 93854"/>
                <a:gd name="connsiteX131" fmla="*/ 104167 w 455419"/>
                <a:gd name="connsiteY131" fmla="*/ 53125 h 93854"/>
                <a:gd name="connsiteX132" fmla="*/ 102448 w 455419"/>
                <a:gd name="connsiteY132" fmla="*/ 52656 h 93854"/>
                <a:gd name="connsiteX133" fmla="*/ 101979 w 455419"/>
                <a:gd name="connsiteY133" fmla="*/ 50937 h 93854"/>
                <a:gd name="connsiteX134" fmla="*/ 323753 w 455419"/>
                <a:gd name="connsiteY134" fmla="*/ 3646 h 93854"/>
                <a:gd name="connsiteX135" fmla="*/ 332607 w 455419"/>
                <a:gd name="connsiteY135" fmla="*/ 3646 h 93854"/>
                <a:gd name="connsiteX136" fmla="*/ 332607 w 455419"/>
                <a:gd name="connsiteY136" fmla="*/ 11563 h 93854"/>
                <a:gd name="connsiteX137" fmla="*/ 335472 w 455419"/>
                <a:gd name="connsiteY137" fmla="*/ 23177 h 93854"/>
                <a:gd name="connsiteX138" fmla="*/ 343128 w 455419"/>
                <a:gd name="connsiteY138" fmla="*/ 33751 h 93854"/>
                <a:gd name="connsiteX139" fmla="*/ 354065 w 455419"/>
                <a:gd name="connsiteY139" fmla="*/ 42240 h 93854"/>
                <a:gd name="connsiteX140" fmla="*/ 366774 w 455419"/>
                <a:gd name="connsiteY140" fmla="*/ 47917 h 93854"/>
                <a:gd name="connsiteX141" fmla="*/ 360940 w 455419"/>
                <a:gd name="connsiteY141" fmla="*/ 54063 h 93854"/>
                <a:gd name="connsiteX142" fmla="*/ 351409 w 455419"/>
                <a:gd name="connsiteY142" fmla="*/ 49740 h 93854"/>
                <a:gd name="connsiteX143" fmla="*/ 341982 w 455419"/>
                <a:gd name="connsiteY143" fmla="*/ 43229 h 93854"/>
                <a:gd name="connsiteX144" fmla="*/ 333857 w 455419"/>
                <a:gd name="connsiteY144" fmla="*/ 35156 h 93854"/>
                <a:gd name="connsiteX145" fmla="*/ 328336 w 455419"/>
                <a:gd name="connsiteY145" fmla="*/ 25729 h 93854"/>
                <a:gd name="connsiteX146" fmla="*/ 322711 w 455419"/>
                <a:gd name="connsiteY146" fmla="*/ 35000 h 93854"/>
                <a:gd name="connsiteX147" fmla="*/ 314690 w 455419"/>
                <a:gd name="connsiteY147" fmla="*/ 43021 h 93854"/>
                <a:gd name="connsiteX148" fmla="*/ 305263 w 455419"/>
                <a:gd name="connsiteY148" fmla="*/ 49531 h 93854"/>
                <a:gd name="connsiteX149" fmla="*/ 295628 w 455419"/>
                <a:gd name="connsiteY149" fmla="*/ 54167 h 93854"/>
                <a:gd name="connsiteX150" fmla="*/ 289378 w 455419"/>
                <a:gd name="connsiteY150" fmla="*/ 47812 h 93854"/>
                <a:gd name="connsiteX151" fmla="*/ 301826 w 455419"/>
                <a:gd name="connsiteY151" fmla="*/ 42448 h 93854"/>
                <a:gd name="connsiteX152" fmla="*/ 312815 w 455419"/>
                <a:gd name="connsiteY152" fmla="*/ 34271 h 93854"/>
                <a:gd name="connsiteX153" fmla="*/ 320732 w 455419"/>
                <a:gd name="connsiteY153" fmla="*/ 23802 h 93854"/>
                <a:gd name="connsiteX154" fmla="*/ 323753 w 455419"/>
                <a:gd name="connsiteY154" fmla="*/ 11563 h 93854"/>
                <a:gd name="connsiteX155" fmla="*/ 429378 w 455419"/>
                <a:gd name="connsiteY155" fmla="*/ 1667 h 93854"/>
                <a:gd name="connsiteX156" fmla="*/ 437503 w 455419"/>
                <a:gd name="connsiteY156" fmla="*/ 1667 h 93854"/>
                <a:gd name="connsiteX157" fmla="*/ 437503 w 455419"/>
                <a:gd name="connsiteY157" fmla="*/ 53333 h 93854"/>
                <a:gd name="connsiteX158" fmla="*/ 429378 w 455419"/>
                <a:gd name="connsiteY158" fmla="*/ 53333 h 93854"/>
                <a:gd name="connsiteX159" fmla="*/ 429378 w 455419"/>
                <a:gd name="connsiteY159" fmla="*/ 27813 h 93854"/>
                <a:gd name="connsiteX160" fmla="*/ 417920 w 455419"/>
                <a:gd name="connsiteY160" fmla="*/ 27813 h 93854"/>
                <a:gd name="connsiteX161" fmla="*/ 417920 w 455419"/>
                <a:gd name="connsiteY161" fmla="*/ 20626 h 93854"/>
                <a:gd name="connsiteX162" fmla="*/ 429378 w 455419"/>
                <a:gd name="connsiteY162" fmla="*/ 20626 h 93854"/>
                <a:gd name="connsiteX163" fmla="*/ 447295 w 455419"/>
                <a:gd name="connsiteY163" fmla="*/ 0 h 93854"/>
                <a:gd name="connsiteX164" fmla="*/ 455315 w 455419"/>
                <a:gd name="connsiteY164" fmla="*/ 0 h 93854"/>
                <a:gd name="connsiteX165" fmla="*/ 455315 w 455419"/>
                <a:gd name="connsiteY165" fmla="*/ 53333 h 93854"/>
                <a:gd name="connsiteX166" fmla="*/ 447295 w 455419"/>
                <a:gd name="connsiteY166" fmla="*/ 53333 h 93854"/>
                <a:gd name="connsiteX167" fmla="*/ 263649 w 455419"/>
                <a:gd name="connsiteY167" fmla="*/ 0 h 93854"/>
                <a:gd name="connsiteX168" fmla="*/ 271982 w 455419"/>
                <a:gd name="connsiteY168" fmla="*/ 0 h 93854"/>
                <a:gd name="connsiteX169" fmla="*/ 271982 w 455419"/>
                <a:gd name="connsiteY169" fmla="*/ 92292 h 93854"/>
                <a:gd name="connsiteX170" fmla="*/ 263649 w 455419"/>
                <a:gd name="connsiteY170" fmla="*/ 92292 h 93854"/>
                <a:gd name="connsiteX171" fmla="*/ 69688 w 455419"/>
                <a:gd name="connsiteY171" fmla="*/ 0 h 93854"/>
                <a:gd name="connsiteX172" fmla="*/ 77813 w 455419"/>
                <a:gd name="connsiteY172" fmla="*/ 0 h 93854"/>
                <a:gd name="connsiteX173" fmla="*/ 77813 w 455419"/>
                <a:gd name="connsiteY173" fmla="*/ 55938 h 93854"/>
                <a:gd name="connsiteX174" fmla="*/ 69688 w 455419"/>
                <a:gd name="connsiteY174" fmla="*/ 55938 h 93854"/>
                <a:gd name="connsiteX175" fmla="*/ 69688 w 455419"/>
                <a:gd name="connsiteY175" fmla="*/ 27917 h 93854"/>
                <a:gd name="connsiteX176" fmla="*/ 50521 w 455419"/>
                <a:gd name="connsiteY176" fmla="*/ 27917 h 93854"/>
                <a:gd name="connsiteX177" fmla="*/ 50521 w 455419"/>
                <a:gd name="connsiteY177" fmla="*/ 21042 h 93854"/>
                <a:gd name="connsiteX178" fmla="*/ 69688 w 455419"/>
                <a:gd name="connsiteY178" fmla="*/ 21042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455419" h="93854">
                  <a:moveTo>
                    <a:pt x="285732" y="72500"/>
                  </a:moveTo>
                  <a:lnTo>
                    <a:pt x="370524" y="72500"/>
                  </a:lnTo>
                  <a:lnTo>
                    <a:pt x="370524" y="79583"/>
                  </a:lnTo>
                  <a:lnTo>
                    <a:pt x="285732" y="79583"/>
                  </a:lnTo>
                  <a:close/>
                  <a:moveTo>
                    <a:pt x="402086" y="65208"/>
                  </a:moveTo>
                  <a:lnTo>
                    <a:pt x="402086" y="84480"/>
                  </a:lnTo>
                  <a:lnTo>
                    <a:pt x="447295" y="84480"/>
                  </a:lnTo>
                  <a:lnTo>
                    <a:pt x="447295" y="65208"/>
                  </a:lnTo>
                  <a:close/>
                  <a:moveTo>
                    <a:pt x="47917" y="63229"/>
                  </a:moveTo>
                  <a:cubicBezTo>
                    <a:pt x="44723" y="63229"/>
                    <a:pt x="41754" y="63503"/>
                    <a:pt x="39010" y="64063"/>
                  </a:cubicBezTo>
                  <a:cubicBezTo>
                    <a:pt x="36268" y="64610"/>
                    <a:pt x="33854" y="65417"/>
                    <a:pt x="31771" y="66458"/>
                  </a:cubicBezTo>
                  <a:cubicBezTo>
                    <a:pt x="29758" y="67422"/>
                    <a:pt x="28177" y="68659"/>
                    <a:pt x="27031" y="70156"/>
                  </a:cubicBezTo>
                  <a:cubicBezTo>
                    <a:pt x="25886" y="71641"/>
                    <a:pt x="25313" y="73334"/>
                    <a:pt x="25313" y="75208"/>
                  </a:cubicBezTo>
                  <a:cubicBezTo>
                    <a:pt x="25313" y="77084"/>
                    <a:pt x="25886" y="78776"/>
                    <a:pt x="27031" y="80313"/>
                  </a:cubicBezTo>
                  <a:cubicBezTo>
                    <a:pt x="28177" y="81836"/>
                    <a:pt x="29792" y="83125"/>
                    <a:pt x="31875" y="84167"/>
                  </a:cubicBezTo>
                  <a:cubicBezTo>
                    <a:pt x="33889" y="85208"/>
                    <a:pt x="36268" y="86003"/>
                    <a:pt x="39010" y="86563"/>
                  </a:cubicBezTo>
                  <a:cubicBezTo>
                    <a:pt x="41754" y="87109"/>
                    <a:pt x="44723" y="87396"/>
                    <a:pt x="47917" y="87396"/>
                  </a:cubicBezTo>
                  <a:cubicBezTo>
                    <a:pt x="51181" y="87396"/>
                    <a:pt x="54202" y="87109"/>
                    <a:pt x="56979" y="86563"/>
                  </a:cubicBezTo>
                  <a:cubicBezTo>
                    <a:pt x="59758" y="86003"/>
                    <a:pt x="62188" y="85208"/>
                    <a:pt x="64271" y="84167"/>
                  </a:cubicBezTo>
                  <a:cubicBezTo>
                    <a:pt x="66285" y="83125"/>
                    <a:pt x="67883" y="81849"/>
                    <a:pt x="69063" y="80365"/>
                  </a:cubicBezTo>
                  <a:cubicBezTo>
                    <a:pt x="70244" y="78867"/>
                    <a:pt x="70833" y="77188"/>
                    <a:pt x="70833" y="75312"/>
                  </a:cubicBezTo>
                  <a:cubicBezTo>
                    <a:pt x="70833" y="71563"/>
                    <a:pt x="68664" y="68607"/>
                    <a:pt x="64323" y="66458"/>
                  </a:cubicBezTo>
                  <a:cubicBezTo>
                    <a:pt x="59983" y="64297"/>
                    <a:pt x="54514" y="63229"/>
                    <a:pt x="47917" y="63229"/>
                  </a:cubicBezTo>
                  <a:close/>
                  <a:moveTo>
                    <a:pt x="396149" y="58334"/>
                  </a:moveTo>
                  <a:lnTo>
                    <a:pt x="453232" y="58334"/>
                  </a:lnTo>
                  <a:cubicBezTo>
                    <a:pt x="454065" y="58334"/>
                    <a:pt x="454638" y="58490"/>
                    <a:pt x="454951" y="58802"/>
                  </a:cubicBezTo>
                  <a:cubicBezTo>
                    <a:pt x="455263" y="59115"/>
                    <a:pt x="455420" y="59688"/>
                    <a:pt x="455420" y="60521"/>
                  </a:cubicBezTo>
                  <a:lnTo>
                    <a:pt x="455420" y="89063"/>
                  </a:lnTo>
                  <a:cubicBezTo>
                    <a:pt x="455420" y="89896"/>
                    <a:pt x="455263" y="90469"/>
                    <a:pt x="454951" y="90782"/>
                  </a:cubicBezTo>
                  <a:cubicBezTo>
                    <a:pt x="454638" y="91094"/>
                    <a:pt x="454065" y="91250"/>
                    <a:pt x="453232" y="91250"/>
                  </a:cubicBezTo>
                  <a:lnTo>
                    <a:pt x="396149" y="91250"/>
                  </a:lnTo>
                  <a:cubicBezTo>
                    <a:pt x="395315" y="91250"/>
                    <a:pt x="394742" y="91094"/>
                    <a:pt x="394430" y="90782"/>
                  </a:cubicBezTo>
                  <a:cubicBezTo>
                    <a:pt x="394117" y="90469"/>
                    <a:pt x="393961" y="89896"/>
                    <a:pt x="393961" y="89063"/>
                  </a:cubicBezTo>
                  <a:lnTo>
                    <a:pt x="393961" y="60521"/>
                  </a:lnTo>
                  <a:cubicBezTo>
                    <a:pt x="393961" y="59688"/>
                    <a:pt x="394117" y="59115"/>
                    <a:pt x="394430" y="58802"/>
                  </a:cubicBezTo>
                  <a:cubicBezTo>
                    <a:pt x="394742" y="58490"/>
                    <a:pt x="395315" y="58334"/>
                    <a:pt x="396149" y="58334"/>
                  </a:cubicBezTo>
                  <a:close/>
                  <a:moveTo>
                    <a:pt x="47917" y="56458"/>
                  </a:moveTo>
                  <a:cubicBezTo>
                    <a:pt x="57500" y="56458"/>
                    <a:pt x="65156" y="58177"/>
                    <a:pt x="70885" y="61615"/>
                  </a:cubicBezTo>
                  <a:cubicBezTo>
                    <a:pt x="76615" y="65053"/>
                    <a:pt x="79479" y="69583"/>
                    <a:pt x="79479" y="75208"/>
                  </a:cubicBezTo>
                  <a:cubicBezTo>
                    <a:pt x="79479" y="80964"/>
                    <a:pt x="76615" y="85521"/>
                    <a:pt x="70885" y="88855"/>
                  </a:cubicBezTo>
                  <a:cubicBezTo>
                    <a:pt x="65156" y="92188"/>
                    <a:pt x="57500" y="93854"/>
                    <a:pt x="47917" y="93854"/>
                  </a:cubicBezTo>
                  <a:cubicBezTo>
                    <a:pt x="43125" y="93854"/>
                    <a:pt x="38802" y="93412"/>
                    <a:pt x="34948" y="92553"/>
                  </a:cubicBezTo>
                  <a:cubicBezTo>
                    <a:pt x="31094" y="91680"/>
                    <a:pt x="27813" y="90443"/>
                    <a:pt x="25104" y="88855"/>
                  </a:cubicBezTo>
                  <a:cubicBezTo>
                    <a:pt x="22327" y="87252"/>
                    <a:pt x="20208" y="85286"/>
                    <a:pt x="18750" y="82969"/>
                  </a:cubicBezTo>
                  <a:cubicBezTo>
                    <a:pt x="17292" y="80638"/>
                    <a:pt x="16563" y="78047"/>
                    <a:pt x="16563" y="75208"/>
                  </a:cubicBezTo>
                  <a:cubicBezTo>
                    <a:pt x="16563" y="72422"/>
                    <a:pt x="17310" y="69870"/>
                    <a:pt x="18802" y="67552"/>
                  </a:cubicBezTo>
                  <a:cubicBezTo>
                    <a:pt x="20296" y="65222"/>
                    <a:pt x="22431" y="63256"/>
                    <a:pt x="25208" y="61667"/>
                  </a:cubicBezTo>
                  <a:cubicBezTo>
                    <a:pt x="27987" y="60000"/>
                    <a:pt x="31285" y="58711"/>
                    <a:pt x="35104" y="57813"/>
                  </a:cubicBezTo>
                  <a:cubicBezTo>
                    <a:pt x="38925" y="56901"/>
                    <a:pt x="43195" y="56458"/>
                    <a:pt x="47917" y="56458"/>
                  </a:cubicBezTo>
                  <a:close/>
                  <a:moveTo>
                    <a:pt x="110208" y="26875"/>
                  </a:moveTo>
                  <a:lnTo>
                    <a:pt x="110208" y="45938"/>
                  </a:lnTo>
                  <a:lnTo>
                    <a:pt x="155417" y="45938"/>
                  </a:lnTo>
                  <a:lnTo>
                    <a:pt x="155417" y="26875"/>
                  </a:lnTo>
                  <a:close/>
                  <a:moveTo>
                    <a:pt x="6354" y="4271"/>
                  </a:moveTo>
                  <a:lnTo>
                    <a:pt x="51458" y="4271"/>
                  </a:lnTo>
                  <a:lnTo>
                    <a:pt x="51458" y="11250"/>
                  </a:lnTo>
                  <a:lnTo>
                    <a:pt x="33333" y="11250"/>
                  </a:lnTo>
                  <a:lnTo>
                    <a:pt x="33333" y="15001"/>
                  </a:lnTo>
                  <a:cubicBezTo>
                    <a:pt x="33333" y="18815"/>
                    <a:pt x="33994" y="22292"/>
                    <a:pt x="35313" y="25417"/>
                  </a:cubicBezTo>
                  <a:cubicBezTo>
                    <a:pt x="36633" y="28542"/>
                    <a:pt x="38404" y="31354"/>
                    <a:pt x="40625" y="33855"/>
                  </a:cubicBezTo>
                  <a:cubicBezTo>
                    <a:pt x="42848" y="36276"/>
                    <a:pt x="45383" y="38385"/>
                    <a:pt x="48229" y="40157"/>
                  </a:cubicBezTo>
                  <a:cubicBezTo>
                    <a:pt x="51077" y="41928"/>
                    <a:pt x="54063" y="43294"/>
                    <a:pt x="57188" y="44271"/>
                  </a:cubicBezTo>
                  <a:lnTo>
                    <a:pt x="51979" y="50313"/>
                  </a:lnTo>
                  <a:cubicBezTo>
                    <a:pt x="50175" y="49544"/>
                    <a:pt x="48195" y="48516"/>
                    <a:pt x="46042" y="47239"/>
                  </a:cubicBezTo>
                  <a:cubicBezTo>
                    <a:pt x="43889" y="45950"/>
                    <a:pt x="41771" y="44479"/>
                    <a:pt x="39688" y="42813"/>
                  </a:cubicBezTo>
                  <a:cubicBezTo>
                    <a:pt x="37604" y="41146"/>
                    <a:pt x="35625" y="39271"/>
                    <a:pt x="33750" y="37188"/>
                  </a:cubicBezTo>
                  <a:cubicBezTo>
                    <a:pt x="31875" y="35105"/>
                    <a:pt x="30313" y="32813"/>
                    <a:pt x="29063" y="30313"/>
                  </a:cubicBezTo>
                  <a:cubicBezTo>
                    <a:pt x="27327" y="35105"/>
                    <a:pt x="24375" y="39492"/>
                    <a:pt x="20208" y="43490"/>
                  </a:cubicBezTo>
                  <a:cubicBezTo>
                    <a:pt x="16042" y="47474"/>
                    <a:pt x="11354" y="50690"/>
                    <a:pt x="6146" y="53125"/>
                  </a:cubicBezTo>
                  <a:lnTo>
                    <a:pt x="0" y="47604"/>
                  </a:lnTo>
                  <a:cubicBezTo>
                    <a:pt x="3333" y="46276"/>
                    <a:pt x="6494" y="44596"/>
                    <a:pt x="9479" y="42552"/>
                  </a:cubicBezTo>
                  <a:cubicBezTo>
                    <a:pt x="12466" y="40495"/>
                    <a:pt x="15070" y="38086"/>
                    <a:pt x="17292" y="35313"/>
                  </a:cubicBezTo>
                  <a:cubicBezTo>
                    <a:pt x="19514" y="32605"/>
                    <a:pt x="21302" y="29545"/>
                    <a:pt x="22656" y="26146"/>
                  </a:cubicBezTo>
                  <a:cubicBezTo>
                    <a:pt x="24010" y="22735"/>
                    <a:pt x="24688" y="18958"/>
                    <a:pt x="24688" y="14792"/>
                  </a:cubicBezTo>
                  <a:lnTo>
                    <a:pt x="24688" y="11250"/>
                  </a:lnTo>
                  <a:lnTo>
                    <a:pt x="6354" y="11250"/>
                  </a:lnTo>
                  <a:close/>
                  <a:moveTo>
                    <a:pt x="385628" y="3959"/>
                  </a:moveTo>
                  <a:lnTo>
                    <a:pt x="416565" y="3959"/>
                  </a:lnTo>
                  <a:lnTo>
                    <a:pt x="416565" y="10938"/>
                  </a:lnTo>
                  <a:lnTo>
                    <a:pt x="391461" y="10938"/>
                  </a:lnTo>
                  <a:lnTo>
                    <a:pt x="391461" y="22813"/>
                  </a:lnTo>
                  <a:lnTo>
                    <a:pt x="414378" y="22813"/>
                  </a:lnTo>
                  <a:lnTo>
                    <a:pt x="414378" y="29271"/>
                  </a:lnTo>
                  <a:lnTo>
                    <a:pt x="391461" y="29271"/>
                  </a:lnTo>
                  <a:lnTo>
                    <a:pt x="391461" y="42083"/>
                  </a:lnTo>
                  <a:lnTo>
                    <a:pt x="396357" y="42083"/>
                  </a:lnTo>
                  <a:cubicBezTo>
                    <a:pt x="397880" y="42083"/>
                    <a:pt x="399860" y="42044"/>
                    <a:pt x="402295" y="41979"/>
                  </a:cubicBezTo>
                  <a:cubicBezTo>
                    <a:pt x="404716" y="41901"/>
                    <a:pt x="407256" y="41771"/>
                    <a:pt x="409899" y="41563"/>
                  </a:cubicBezTo>
                  <a:cubicBezTo>
                    <a:pt x="412464" y="41420"/>
                    <a:pt x="414912" y="41224"/>
                    <a:pt x="417242" y="40990"/>
                  </a:cubicBezTo>
                  <a:cubicBezTo>
                    <a:pt x="419560" y="40743"/>
                    <a:pt x="421422" y="40482"/>
                    <a:pt x="422815" y="40209"/>
                  </a:cubicBezTo>
                  <a:lnTo>
                    <a:pt x="422815" y="47084"/>
                  </a:lnTo>
                  <a:cubicBezTo>
                    <a:pt x="421982" y="47292"/>
                    <a:pt x="420472" y="47513"/>
                    <a:pt x="418284" y="47761"/>
                  </a:cubicBezTo>
                  <a:cubicBezTo>
                    <a:pt x="416097" y="47995"/>
                    <a:pt x="413610" y="48230"/>
                    <a:pt x="410836" y="48438"/>
                  </a:cubicBezTo>
                  <a:cubicBezTo>
                    <a:pt x="408050" y="48646"/>
                    <a:pt x="405172" y="48815"/>
                    <a:pt x="402190" y="48958"/>
                  </a:cubicBezTo>
                  <a:cubicBezTo>
                    <a:pt x="399196" y="49089"/>
                    <a:pt x="396487" y="49167"/>
                    <a:pt x="394065" y="49167"/>
                  </a:cubicBezTo>
                  <a:lnTo>
                    <a:pt x="385628" y="49167"/>
                  </a:lnTo>
                  <a:cubicBezTo>
                    <a:pt x="384794" y="49167"/>
                    <a:pt x="384222" y="49011"/>
                    <a:pt x="383909" y="48698"/>
                  </a:cubicBezTo>
                  <a:cubicBezTo>
                    <a:pt x="383597" y="48385"/>
                    <a:pt x="383440" y="47812"/>
                    <a:pt x="383440" y="46980"/>
                  </a:cubicBezTo>
                  <a:lnTo>
                    <a:pt x="383440" y="6146"/>
                  </a:lnTo>
                  <a:cubicBezTo>
                    <a:pt x="383440" y="5313"/>
                    <a:pt x="383597" y="4740"/>
                    <a:pt x="383909" y="4427"/>
                  </a:cubicBezTo>
                  <a:cubicBezTo>
                    <a:pt x="384222" y="4115"/>
                    <a:pt x="384794" y="3959"/>
                    <a:pt x="385628" y="3959"/>
                  </a:cubicBezTo>
                  <a:close/>
                  <a:moveTo>
                    <a:pt x="219169" y="3750"/>
                  </a:moveTo>
                  <a:lnTo>
                    <a:pt x="227711" y="3750"/>
                  </a:lnTo>
                  <a:lnTo>
                    <a:pt x="227711" y="21875"/>
                  </a:lnTo>
                  <a:cubicBezTo>
                    <a:pt x="227711" y="31667"/>
                    <a:pt x="229742" y="40027"/>
                    <a:pt x="233805" y="46980"/>
                  </a:cubicBezTo>
                  <a:cubicBezTo>
                    <a:pt x="237867" y="53919"/>
                    <a:pt x="244274" y="60131"/>
                    <a:pt x="253024" y="65626"/>
                  </a:cubicBezTo>
                  <a:lnTo>
                    <a:pt x="246982" y="71563"/>
                  </a:lnTo>
                  <a:cubicBezTo>
                    <a:pt x="242047" y="68229"/>
                    <a:pt x="237425" y="64141"/>
                    <a:pt x="233128" y="59323"/>
                  </a:cubicBezTo>
                  <a:cubicBezTo>
                    <a:pt x="228818" y="54492"/>
                    <a:pt x="225524" y="48985"/>
                    <a:pt x="223232" y="42813"/>
                  </a:cubicBezTo>
                  <a:cubicBezTo>
                    <a:pt x="221357" y="49271"/>
                    <a:pt x="218193" y="55130"/>
                    <a:pt x="213753" y="60417"/>
                  </a:cubicBezTo>
                  <a:cubicBezTo>
                    <a:pt x="209300" y="65691"/>
                    <a:pt x="204584" y="70209"/>
                    <a:pt x="199583" y="73958"/>
                  </a:cubicBezTo>
                  <a:lnTo>
                    <a:pt x="192708" y="68438"/>
                  </a:lnTo>
                  <a:cubicBezTo>
                    <a:pt x="201250" y="63229"/>
                    <a:pt x="207796" y="56485"/>
                    <a:pt x="212347" y="48230"/>
                  </a:cubicBezTo>
                  <a:cubicBezTo>
                    <a:pt x="216891" y="39961"/>
                    <a:pt x="219169" y="30834"/>
                    <a:pt x="219169" y="20834"/>
                  </a:cubicBezTo>
                  <a:close/>
                  <a:moveTo>
                    <a:pt x="101979" y="3750"/>
                  </a:moveTo>
                  <a:lnTo>
                    <a:pt x="110208" y="3750"/>
                  </a:lnTo>
                  <a:lnTo>
                    <a:pt x="110208" y="19896"/>
                  </a:lnTo>
                  <a:lnTo>
                    <a:pt x="155417" y="19896"/>
                  </a:lnTo>
                  <a:lnTo>
                    <a:pt x="155417" y="3750"/>
                  </a:lnTo>
                  <a:lnTo>
                    <a:pt x="163646" y="3750"/>
                  </a:lnTo>
                  <a:lnTo>
                    <a:pt x="163646" y="50937"/>
                  </a:lnTo>
                  <a:cubicBezTo>
                    <a:pt x="163646" y="51771"/>
                    <a:pt x="163490" y="52344"/>
                    <a:pt x="163177" y="52656"/>
                  </a:cubicBezTo>
                  <a:cubicBezTo>
                    <a:pt x="162865" y="52969"/>
                    <a:pt x="162292" y="53125"/>
                    <a:pt x="161458" y="53125"/>
                  </a:cubicBezTo>
                  <a:lnTo>
                    <a:pt x="136979" y="53125"/>
                  </a:lnTo>
                  <a:lnTo>
                    <a:pt x="136979" y="73542"/>
                  </a:lnTo>
                  <a:lnTo>
                    <a:pt x="175208" y="73542"/>
                  </a:lnTo>
                  <a:lnTo>
                    <a:pt x="175208" y="80729"/>
                  </a:lnTo>
                  <a:lnTo>
                    <a:pt x="90417" y="80729"/>
                  </a:lnTo>
                  <a:lnTo>
                    <a:pt x="90417" y="73542"/>
                  </a:lnTo>
                  <a:lnTo>
                    <a:pt x="128438" y="73542"/>
                  </a:lnTo>
                  <a:lnTo>
                    <a:pt x="128438" y="53125"/>
                  </a:lnTo>
                  <a:lnTo>
                    <a:pt x="104167" y="53125"/>
                  </a:lnTo>
                  <a:cubicBezTo>
                    <a:pt x="103333" y="53125"/>
                    <a:pt x="102761" y="52969"/>
                    <a:pt x="102448" y="52656"/>
                  </a:cubicBezTo>
                  <a:cubicBezTo>
                    <a:pt x="102135" y="52344"/>
                    <a:pt x="101979" y="51771"/>
                    <a:pt x="101979" y="50937"/>
                  </a:cubicBezTo>
                  <a:close/>
                  <a:moveTo>
                    <a:pt x="323753" y="3646"/>
                  </a:moveTo>
                  <a:lnTo>
                    <a:pt x="332607" y="3646"/>
                  </a:lnTo>
                  <a:lnTo>
                    <a:pt x="332607" y="11563"/>
                  </a:lnTo>
                  <a:cubicBezTo>
                    <a:pt x="332607" y="15521"/>
                    <a:pt x="333558" y="19388"/>
                    <a:pt x="335472" y="23177"/>
                  </a:cubicBezTo>
                  <a:cubicBezTo>
                    <a:pt x="337373" y="26953"/>
                    <a:pt x="339925" y="30482"/>
                    <a:pt x="343128" y="33751"/>
                  </a:cubicBezTo>
                  <a:cubicBezTo>
                    <a:pt x="346318" y="36941"/>
                    <a:pt x="349964" y="39766"/>
                    <a:pt x="354065" y="42240"/>
                  </a:cubicBezTo>
                  <a:cubicBezTo>
                    <a:pt x="358154" y="44701"/>
                    <a:pt x="362399" y="46589"/>
                    <a:pt x="366774" y="47917"/>
                  </a:cubicBezTo>
                  <a:lnTo>
                    <a:pt x="360940" y="54063"/>
                  </a:lnTo>
                  <a:cubicBezTo>
                    <a:pt x="357880" y="53021"/>
                    <a:pt x="354703" y="51576"/>
                    <a:pt x="351409" y="49740"/>
                  </a:cubicBezTo>
                  <a:cubicBezTo>
                    <a:pt x="348102" y="47891"/>
                    <a:pt x="344964" y="45729"/>
                    <a:pt x="341982" y="43229"/>
                  </a:cubicBezTo>
                  <a:cubicBezTo>
                    <a:pt x="338987" y="40794"/>
                    <a:pt x="336279" y="38099"/>
                    <a:pt x="333857" y="35156"/>
                  </a:cubicBezTo>
                  <a:cubicBezTo>
                    <a:pt x="331422" y="32201"/>
                    <a:pt x="329586" y="29062"/>
                    <a:pt x="328336" y="25729"/>
                  </a:cubicBezTo>
                  <a:cubicBezTo>
                    <a:pt x="326943" y="28985"/>
                    <a:pt x="325068" y="32083"/>
                    <a:pt x="322711" y="35000"/>
                  </a:cubicBezTo>
                  <a:cubicBezTo>
                    <a:pt x="320341" y="37917"/>
                    <a:pt x="317672" y="40586"/>
                    <a:pt x="314690" y="43021"/>
                  </a:cubicBezTo>
                  <a:cubicBezTo>
                    <a:pt x="311696" y="45443"/>
                    <a:pt x="308558" y="47618"/>
                    <a:pt x="305263" y="49531"/>
                  </a:cubicBezTo>
                  <a:cubicBezTo>
                    <a:pt x="301956" y="51432"/>
                    <a:pt x="298753" y="52982"/>
                    <a:pt x="295628" y="54167"/>
                  </a:cubicBezTo>
                  <a:lnTo>
                    <a:pt x="289378" y="47812"/>
                  </a:lnTo>
                  <a:cubicBezTo>
                    <a:pt x="293544" y="46562"/>
                    <a:pt x="297685" y="44765"/>
                    <a:pt x="301826" y="42448"/>
                  </a:cubicBezTo>
                  <a:cubicBezTo>
                    <a:pt x="305953" y="40117"/>
                    <a:pt x="309612" y="37396"/>
                    <a:pt x="312815" y="34271"/>
                  </a:cubicBezTo>
                  <a:cubicBezTo>
                    <a:pt x="316070" y="31146"/>
                    <a:pt x="318714" y="27657"/>
                    <a:pt x="320732" y="23802"/>
                  </a:cubicBezTo>
                  <a:cubicBezTo>
                    <a:pt x="322737" y="19948"/>
                    <a:pt x="323753" y="15860"/>
                    <a:pt x="323753" y="11563"/>
                  </a:cubicBezTo>
                  <a:close/>
                  <a:moveTo>
                    <a:pt x="429378" y="1667"/>
                  </a:moveTo>
                  <a:lnTo>
                    <a:pt x="437503" y="1667"/>
                  </a:lnTo>
                  <a:lnTo>
                    <a:pt x="437503" y="53333"/>
                  </a:lnTo>
                  <a:lnTo>
                    <a:pt x="429378" y="53333"/>
                  </a:lnTo>
                  <a:lnTo>
                    <a:pt x="429378" y="27813"/>
                  </a:lnTo>
                  <a:lnTo>
                    <a:pt x="417920" y="27813"/>
                  </a:lnTo>
                  <a:lnTo>
                    <a:pt x="417920" y="20626"/>
                  </a:lnTo>
                  <a:lnTo>
                    <a:pt x="429378" y="20626"/>
                  </a:lnTo>
                  <a:close/>
                  <a:moveTo>
                    <a:pt x="447295" y="0"/>
                  </a:moveTo>
                  <a:lnTo>
                    <a:pt x="455315" y="0"/>
                  </a:lnTo>
                  <a:lnTo>
                    <a:pt x="455315" y="53333"/>
                  </a:lnTo>
                  <a:lnTo>
                    <a:pt x="447295" y="53333"/>
                  </a:lnTo>
                  <a:close/>
                  <a:moveTo>
                    <a:pt x="263649" y="0"/>
                  </a:moveTo>
                  <a:lnTo>
                    <a:pt x="271982" y="0"/>
                  </a:lnTo>
                  <a:lnTo>
                    <a:pt x="271982" y="92292"/>
                  </a:lnTo>
                  <a:lnTo>
                    <a:pt x="263649" y="92292"/>
                  </a:lnTo>
                  <a:close/>
                  <a:moveTo>
                    <a:pt x="69688" y="0"/>
                  </a:moveTo>
                  <a:lnTo>
                    <a:pt x="77813" y="0"/>
                  </a:lnTo>
                  <a:lnTo>
                    <a:pt x="77813" y="55938"/>
                  </a:lnTo>
                  <a:lnTo>
                    <a:pt x="69688" y="55938"/>
                  </a:lnTo>
                  <a:lnTo>
                    <a:pt x="69688" y="27917"/>
                  </a:lnTo>
                  <a:lnTo>
                    <a:pt x="50521" y="27917"/>
                  </a:lnTo>
                  <a:lnTo>
                    <a:pt x="50521" y="21042"/>
                  </a:lnTo>
                  <a:lnTo>
                    <a:pt x="69688" y="2104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7" name="TextBox 736">
              <a:extLst>
                <a:ext uri="{FF2B5EF4-FFF2-40B4-BE49-F238E27FC236}">
                  <a16:creationId xmlns:a16="http://schemas.microsoft.com/office/drawing/2014/main" id="{BBAFB062-5517-42CD-BE84-99EB36EEC0E9}"/>
                </a:ext>
              </a:extLst>
            </p:cNvPr>
            <p:cNvSpPr txBox="1"/>
            <p:nvPr/>
          </p:nvSpPr>
          <p:spPr>
            <a:xfrm>
              <a:off x="1531997" y="7260854"/>
              <a:ext cx="638609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정보시스템</a:t>
              </a:r>
            </a:p>
          </p:txBody>
        </p:sp>
        <p:sp>
          <p:nvSpPr>
            <p:cNvPr id="738" name="자유형: 도형 737">
              <a:extLst>
                <a:ext uri="{FF2B5EF4-FFF2-40B4-BE49-F238E27FC236}">
                  <a16:creationId xmlns:a16="http://schemas.microsoft.com/office/drawing/2014/main" id="{663DEED1-728F-45BE-9ACA-10742576701D}"/>
                </a:ext>
              </a:extLst>
            </p:cNvPr>
            <p:cNvSpPr/>
            <p:nvPr/>
          </p:nvSpPr>
          <p:spPr>
            <a:xfrm>
              <a:off x="2128830" y="7328410"/>
              <a:ext cx="553229" cy="94478"/>
            </a:xfrm>
            <a:custGeom>
              <a:avLst/>
              <a:gdLst>
                <a:gd name="connsiteX0" fmla="*/ 116354 w 553229"/>
                <a:gd name="connsiteY0" fmla="*/ 73854 h 94478"/>
                <a:gd name="connsiteX1" fmla="*/ 116354 w 553229"/>
                <a:gd name="connsiteY1" fmla="*/ 84896 h 94478"/>
                <a:gd name="connsiteX2" fmla="*/ 158021 w 553229"/>
                <a:gd name="connsiteY2" fmla="*/ 84896 h 94478"/>
                <a:gd name="connsiteX3" fmla="*/ 158021 w 553229"/>
                <a:gd name="connsiteY3" fmla="*/ 73854 h 94478"/>
                <a:gd name="connsiteX4" fmla="*/ 42292 w 553229"/>
                <a:gd name="connsiteY4" fmla="*/ 67396 h 94478"/>
                <a:gd name="connsiteX5" fmla="*/ 25000 w 553229"/>
                <a:gd name="connsiteY5" fmla="*/ 70313 h 94478"/>
                <a:gd name="connsiteX6" fmla="*/ 18333 w 553229"/>
                <a:gd name="connsiteY6" fmla="*/ 77813 h 94478"/>
                <a:gd name="connsiteX7" fmla="*/ 24948 w 553229"/>
                <a:gd name="connsiteY7" fmla="*/ 85261 h 94478"/>
                <a:gd name="connsiteX8" fmla="*/ 42188 w 553229"/>
                <a:gd name="connsiteY8" fmla="*/ 88125 h 94478"/>
                <a:gd name="connsiteX9" fmla="*/ 51667 w 553229"/>
                <a:gd name="connsiteY9" fmla="*/ 87396 h 94478"/>
                <a:gd name="connsiteX10" fmla="*/ 59167 w 553229"/>
                <a:gd name="connsiteY10" fmla="*/ 85313 h 94478"/>
                <a:gd name="connsiteX11" fmla="*/ 64115 w 553229"/>
                <a:gd name="connsiteY11" fmla="*/ 82031 h 94478"/>
                <a:gd name="connsiteX12" fmla="*/ 65938 w 553229"/>
                <a:gd name="connsiteY12" fmla="*/ 77813 h 94478"/>
                <a:gd name="connsiteX13" fmla="*/ 59271 w 553229"/>
                <a:gd name="connsiteY13" fmla="*/ 70313 h 94478"/>
                <a:gd name="connsiteX14" fmla="*/ 42292 w 553229"/>
                <a:gd name="connsiteY14" fmla="*/ 67396 h 94478"/>
                <a:gd name="connsiteX15" fmla="*/ 42188 w 553229"/>
                <a:gd name="connsiteY15" fmla="*/ 61042 h 94478"/>
                <a:gd name="connsiteX16" fmla="*/ 66615 w 553229"/>
                <a:gd name="connsiteY16" fmla="*/ 65990 h 94478"/>
                <a:gd name="connsiteX17" fmla="*/ 75104 w 553229"/>
                <a:gd name="connsiteY17" fmla="*/ 77813 h 94478"/>
                <a:gd name="connsiteX18" fmla="*/ 66615 w 553229"/>
                <a:gd name="connsiteY18" fmla="*/ 89583 h 94478"/>
                <a:gd name="connsiteX19" fmla="*/ 42188 w 553229"/>
                <a:gd name="connsiteY19" fmla="*/ 94479 h 94478"/>
                <a:gd name="connsiteX20" fmla="*/ 17656 w 553229"/>
                <a:gd name="connsiteY20" fmla="*/ 89583 h 94478"/>
                <a:gd name="connsiteX21" fmla="*/ 9167 w 553229"/>
                <a:gd name="connsiteY21" fmla="*/ 77813 h 94478"/>
                <a:gd name="connsiteX22" fmla="*/ 17604 w 553229"/>
                <a:gd name="connsiteY22" fmla="*/ 65990 h 94478"/>
                <a:gd name="connsiteX23" fmla="*/ 42188 w 553229"/>
                <a:gd name="connsiteY23" fmla="*/ 61042 h 94478"/>
                <a:gd name="connsiteX24" fmla="*/ 108125 w 553229"/>
                <a:gd name="connsiteY24" fmla="*/ 57500 h 94478"/>
                <a:gd name="connsiteX25" fmla="*/ 116354 w 553229"/>
                <a:gd name="connsiteY25" fmla="*/ 57500 h 94478"/>
                <a:gd name="connsiteX26" fmla="*/ 116354 w 553229"/>
                <a:gd name="connsiteY26" fmla="*/ 67188 h 94478"/>
                <a:gd name="connsiteX27" fmla="*/ 158021 w 553229"/>
                <a:gd name="connsiteY27" fmla="*/ 67188 h 94478"/>
                <a:gd name="connsiteX28" fmla="*/ 158021 w 553229"/>
                <a:gd name="connsiteY28" fmla="*/ 57500 h 94478"/>
                <a:gd name="connsiteX29" fmla="*/ 166042 w 553229"/>
                <a:gd name="connsiteY29" fmla="*/ 57500 h 94478"/>
                <a:gd name="connsiteX30" fmla="*/ 166042 w 553229"/>
                <a:gd name="connsiteY30" fmla="*/ 89479 h 94478"/>
                <a:gd name="connsiteX31" fmla="*/ 165573 w 553229"/>
                <a:gd name="connsiteY31" fmla="*/ 91198 h 94478"/>
                <a:gd name="connsiteX32" fmla="*/ 163854 w 553229"/>
                <a:gd name="connsiteY32" fmla="*/ 91666 h 94478"/>
                <a:gd name="connsiteX33" fmla="*/ 110313 w 553229"/>
                <a:gd name="connsiteY33" fmla="*/ 91666 h 94478"/>
                <a:gd name="connsiteX34" fmla="*/ 108594 w 553229"/>
                <a:gd name="connsiteY34" fmla="*/ 91198 h 94478"/>
                <a:gd name="connsiteX35" fmla="*/ 108125 w 553229"/>
                <a:gd name="connsiteY35" fmla="*/ 89479 h 94478"/>
                <a:gd name="connsiteX36" fmla="*/ 195208 w 553229"/>
                <a:gd name="connsiteY36" fmla="*/ 52917 h 94478"/>
                <a:gd name="connsiteX37" fmla="*/ 279688 w 553229"/>
                <a:gd name="connsiteY37" fmla="*/ 52917 h 94478"/>
                <a:gd name="connsiteX38" fmla="*/ 279688 w 553229"/>
                <a:gd name="connsiteY38" fmla="*/ 60000 h 94478"/>
                <a:gd name="connsiteX39" fmla="*/ 257604 w 553229"/>
                <a:gd name="connsiteY39" fmla="*/ 60000 h 94478"/>
                <a:gd name="connsiteX40" fmla="*/ 257604 w 553229"/>
                <a:gd name="connsiteY40" fmla="*/ 92500 h 94478"/>
                <a:gd name="connsiteX41" fmla="*/ 249375 w 553229"/>
                <a:gd name="connsiteY41" fmla="*/ 92500 h 94478"/>
                <a:gd name="connsiteX42" fmla="*/ 249375 w 553229"/>
                <a:gd name="connsiteY42" fmla="*/ 60000 h 94478"/>
                <a:gd name="connsiteX43" fmla="*/ 225833 w 553229"/>
                <a:gd name="connsiteY43" fmla="*/ 60000 h 94478"/>
                <a:gd name="connsiteX44" fmla="*/ 225833 w 553229"/>
                <a:gd name="connsiteY44" fmla="*/ 91771 h 94478"/>
                <a:gd name="connsiteX45" fmla="*/ 217500 w 553229"/>
                <a:gd name="connsiteY45" fmla="*/ 91771 h 94478"/>
                <a:gd name="connsiteX46" fmla="*/ 217500 w 553229"/>
                <a:gd name="connsiteY46" fmla="*/ 60000 h 94478"/>
                <a:gd name="connsiteX47" fmla="*/ 195208 w 553229"/>
                <a:gd name="connsiteY47" fmla="*/ 60000 h 94478"/>
                <a:gd name="connsiteX48" fmla="*/ 468750 w 553229"/>
                <a:gd name="connsiteY48" fmla="*/ 51250 h 94478"/>
                <a:gd name="connsiteX49" fmla="*/ 553229 w 553229"/>
                <a:gd name="connsiteY49" fmla="*/ 51250 h 94478"/>
                <a:gd name="connsiteX50" fmla="*/ 553229 w 553229"/>
                <a:gd name="connsiteY50" fmla="*/ 58333 h 94478"/>
                <a:gd name="connsiteX51" fmla="*/ 515521 w 553229"/>
                <a:gd name="connsiteY51" fmla="*/ 58333 h 94478"/>
                <a:gd name="connsiteX52" fmla="*/ 515521 w 553229"/>
                <a:gd name="connsiteY52" fmla="*/ 92708 h 94478"/>
                <a:gd name="connsiteX53" fmla="*/ 507084 w 553229"/>
                <a:gd name="connsiteY53" fmla="*/ 92708 h 94478"/>
                <a:gd name="connsiteX54" fmla="*/ 507084 w 553229"/>
                <a:gd name="connsiteY54" fmla="*/ 58333 h 94478"/>
                <a:gd name="connsiteX55" fmla="*/ 468750 w 553229"/>
                <a:gd name="connsiteY55" fmla="*/ 58333 h 94478"/>
                <a:gd name="connsiteX56" fmla="*/ 120833 w 553229"/>
                <a:gd name="connsiteY56" fmla="*/ 27916 h 94478"/>
                <a:gd name="connsiteX57" fmla="*/ 110156 w 553229"/>
                <a:gd name="connsiteY57" fmla="*/ 30365 h 94478"/>
                <a:gd name="connsiteX58" fmla="*/ 106354 w 553229"/>
                <a:gd name="connsiteY58" fmla="*/ 36875 h 94478"/>
                <a:gd name="connsiteX59" fmla="*/ 110156 w 553229"/>
                <a:gd name="connsiteY59" fmla="*/ 43437 h 94478"/>
                <a:gd name="connsiteX60" fmla="*/ 120833 w 553229"/>
                <a:gd name="connsiteY60" fmla="*/ 46042 h 94478"/>
                <a:gd name="connsiteX61" fmla="*/ 131458 w 553229"/>
                <a:gd name="connsiteY61" fmla="*/ 43437 h 94478"/>
                <a:gd name="connsiteX62" fmla="*/ 135313 w 553229"/>
                <a:gd name="connsiteY62" fmla="*/ 36875 h 94478"/>
                <a:gd name="connsiteX63" fmla="*/ 131458 w 553229"/>
                <a:gd name="connsiteY63" fmla="*/ 30365 h 94478"/>
                <a:gd name="connsiteX64" fmla="*/ 120833 w 553229"/>
                <a:gd name="connsiteY64" fmla="*/ 27916 h 94478"/>
                <a:gd name="connsiteX65" fmla="*/ 397188 w 553229"/>
                <a:gd name="connsiteY65" fmla="*/ 27084 h 94478"/>
                <a:gd name="connsiteX66" fmla="*/ 397188 w 553229"/>
                <a:gd name="connsiteY66" fmla="*/ 46146 h 94478"/>
                <a:gd name="connsiteX67" fmla="*/ 442396 w 553229"/>
                <a:gd name="connsiteY67" fmla="*/ 46146 h 94478"/>
                <a:gd name="connsiteX68" fmla="*/ 442396 w 553229"/>
                <a:gd name="connsiteY68" fmla="*/ 27084 h 94478"/>
                <a:gd name="connsiteX69" fmla="*/ 120833 w 553229"/>
                <a:gd name="connsiteY69" fmla="*/ 21979 h 94478"/>
                <a:gd name="connsiteX70" fmla="*/ 137396 w 553229"/>
                <a:gd name="connsiteY70" fmla="*/ 26146 h 94478"/>
                <a:gd name="connsiteX71" fmla="*/ 143750 w 553229"/>
                <a:gd name="connsiteY71" fmla="*/ 36875 h 94478"/>
                <a:gd name="connsiteX72" fmla="*/ 141979 w 553229"/>
                <a:gd name="connsiteY72" fmla="*/ 42917 h 94478"/>
                <a:gd name="connsiteX73" fmla="*/ 137188 w 553229"/>
                <a:gd name="connsiteY73" fmla="*/ 47604 h 94478"/>
                <a:gd name="connsiteX74" fmla="*/ 129948 w 553229"/>
                <a:gd name="connsiteY74" fmla="*/ 50677 h 94478"/>
                <a:gd name="connsiteX75" fmla="*/ 120833 w 553229"/>
                <a:gd name="connsiteY75" fmla="*/ 51771 h 94478"/>
                <a:gd name="connsiteX76" fmla="*/ 111615 w 553229"/>
                <a:gd name="connsiteY76" fmla="*/ 50677 h 94478"/>
                <a:gd name="connsiteX77" fmla="*/ 104375 w 553229"/>
                <a:gd name="connsiteY77" fmla="*/ 47604 h 94478"/>
                <a:gd name="connsiteX78" fmla="*/ 99635 w 553229"/>
                <a:gd name="connsiteY78" fmla="*/ 42917 h 94478"/>
                <a:gd name="connsiteX79" fmla="*/ 97917 w 553229"/>
                <a:gd name="connsiteY79" fmla="*/ 36875 h 94478"/>
                <a:gd name="connsiteX80" fmla="*/ 104271 w 553229"/>
                <a:gd name="connsiteY80" fmla="*/ 26146 h 94478"/>
                <a:gd name="connsiteX81" fmla="*/ 120833 w 553229"/>
                <a:gd name="connsiteY81" fmla="*/ 21979 h 94478"/>
                <a:gd name="connsiteX82" fmla="*/ 94479 w 553229"/>
                <a:gd name="connsiteY82" fmla="*/ 11354 h 94478"/>
                <a:gd name="connsiteX83" fmla="*/ 147396 w 553229"/>
                <a:gd name="connsiteY83" fmla="*/ 11354 h 94478"/>
                <a:gd name="connsiteX84" fmla="*/ 147396 w 553229"/>
                <a:gd name="connsiteY84" fmla="*/ 17708 h 94478"/>
                <a:gd name="connsiteX85" fmla="*/ 94479 w 553229"/>
                <a:gd name="connsiteY85" fmla="*/ 17708 h 94478"/>
                <a:gd name="connsiteX86" fmla="*/ 237500 w 553229"/>
                <a:gd name="connsiteY86" fmla="*/ 7813 h 94478"/>
                <a:gd name="connsiteX87" fmla="*/ 220052 w 553229"/>
                <a:gd name="connsiteY87" fmla="*/ 11615 h 94478"/>
                <a:gd name="connsiteX88" fmla="*/ 213438 w 553229"/>
                <a:gd name="connsiteY88" fmla="*/ 22604 h 94478"/>
                <a:gd name="connsiteX89" fmla="*/ 215261 w 553229"/>
                <a:gd name="connsiteY89" fmla="*/ 28854 h 94478"/>
                <a:gd name="connsiteX90" fmla="*/ 220313 w 553229"/>
                <a:gd name="connsiteY90" fmla="*/ 33437 h 94478"/>
                <a:gd name="connsiteX91" fmla="*/ 227969 w 553229"/>
                <a:gd name="connsiteY91" fmla="*/ 36250 h 94478"/>
                <a:gd name="connsiteX92" fmla="*/ 237500 w 553229"/>
                <a:gd name="connsiteY92" fmla="*/ 37188 h 94478"/>
                <a:gd name="connsiteX93" fmla="*/ 254636 w 553229"/>
                <a:gd name="connsiteY93" fmla="*/ 33386 h 94478"/>
                <a:gd name="connsiteX94" fmla="*/ 261459 w 553229"/>
                <a:gd name="connsiteY94" fmla="*/ 22604 h 94478"/>
                <a:gd name="connsiteX95" fmla="*/ 254688 w 553229"/>
                <a:gd name="connsiteY95" fmla="*/ 11615 h 94478"/>
                <a:gd name="connsiteX96" fmla="*/ 237500 w 553229"/>
                <a:gd name="connsiteY96" fmla="*/ 7813 h 94478"/>
                <a:gd name="connsiteX97" fmla="*/ 293125 w 553229"/>
                <a:gd name="connsiteY97" fmla="*/ 5521 h 94478"/>
                <a:gd name="connsiteX98" fmla="*/ 341667 w 553229"/>
                <a:gd name="connsiteY98" fmla="*/ 5521 h 94478"/>
                <a:gd name="connsiteX99" fmla="*/ 341667 w 553229"/>
                <a:gd name="connsiteY99" fmla="*/ 12500 h 94478"/>
                <a:gd name="connsiteX100" fmla="*/ 321563 w 553229"/>
                <a:gd name="connsiteY100" fmla="*/ 12500 h 94478"/>
                <a:gd name="connsiteX101" fmla="*/ 321563 w 553229"/>
                <a:gd name="connsiteY101" fmla="*/ 21771 h 94478"/>
                <a:gd name="connsiteX102" fmla="*/ 327813 w 553229"/>
                <a:gd name="connsiteY102" fmla="*/ 47448 h 94478"/>
                <a:gd name="connsiteX103" fmla="*/ 346875 w 553229"/>
                <a:gd name="connsiteY103" fmla="*/ 65730 h 94478"/>
                <a:gd name="connsiteX104" fmla="*/ 340938 w 553229"/>
                <a:gd name="connsiteY104" fmla="*/ 71667 h 94478"/>
                <a:gd name="connsiteX105" fmla="*/ 327084 w 553229"/>
                <a:gd name="connsiteY105" fmla="*/ 59583 h 94478"/>
                <a:gd name="connsiteX106" fmla="*/ 317292 w 553229"/>
                <a:gd name="connsiteY106" fmla="*/ 42813 h 94478"/>
                <a:gd name="connsiteX107" fmla="*/ 313229 w 553229"/>
                <a:gd name="connsiteY107" fmla="*/ 52032 h 94478"/>
                <a:gd name="connsiteX108" fmla="*/ 307292 w 553229"/>
                <a:gd name="connsiteY108" fmla="*/ 60729 h 94478"/>
                <a:gd name="connsiteX109" fmla="*/ 300365 w 553229"/>
                <a:gd name="connsiteY109" fmla="*/ 68229 h 94478"/>
                <a:gd name="connsiteX110" fmla="*/ 293229 w 553229"/>
                <a:gd name="connsiteY110" fmla="*/ 74166 h 94478"/>
                <a:gd name="connsiteX111" fmla="*/ 286459 w 553229"/>
                <a:gd name="connsiteY111" fmla="*/ 68437 h 94478"/>
                <a:gd name="connsiteX112" fmla="*/ 305990 w 553229"/>
                <a:gd name="connsiteY112" fmla="*/ 48646 h 94478"/>
                <a:gd name="connsiteX113" fmla="*/ 313021 w 553229"/>
                <a:gd name="connsiteY113" fmla="*/ 20417 h 94478"/>
                <a:gd name="connsiteX114" fmla="*/ 313021 w 553229"/>
                <a:gd name="connsiteY114" fmla="*/ 12500 h 94478"/>
                <a:gd name="connsiteX115" fmla="*/ 293125 w 553229"/>
                <a:gd name="connsiteY115" fmla="*/ 12500 h 94478"/>
                <a:gd name="connsiteX116" fmla="*/ 388959 w 553229"/>
                <a:gd name="connsiteY116" fmla="*/ 3959 h 94478"/>
                <a:gd name="connsiteX117" fmla="*/ 397188 w 553229"/>
                <a:gd name="connsiteY117" fmla="*/ 3959 h 94478"/>
                <a:gd name="connsiteX118" fmla="*/ 397188 w 553229"/>
                <a:gd name="connsiteY118" fmla="*/ 20104 h 94478"/>
                <a:gd name="connsiteX119" fmla="*/ 442396 w 553229"/>
                <a:gd name="connsiteY119" fmla="*/ 20104 h 94478"/>
                <a:gd name="connsiteX120" fmla="*/ 442396 w 553229"/>
                <a:gd name="connsiteY120" fmla="*/ 3959 h 94478"/>
                <a:gd name="connsiteX121" fmla="*/ 450625 w 553229"/>
                <a:gd name="connsiteY121" fmla="*/ 3959 h 94478"/>
                <a:gd name="connsiteX122" fmla="*/ 450625 w 553229"/>
                <a:gd name="connsiteY122" fmla="*/ 51146 h 94478"/>
                <a:gd name="connsiteX123" fmla="*/ 450156 w 553229"/>
                <a:gd name="connsiteY123" fmla="*/ 52865 h 94478"/>
                <a:gd name="connsiteX124" fmla="*/ 448438 w 553229"/>
                <a:gd name="connsiteY124" fmla="*/ 53333 h 94478"/>
                <a:gd name="connsiteX125" fmla="*/ 423959 w 553229"/>
                <a:gd name="connsiteY125" fmla="*/ 53333 h 94478"/>
                <a:gd name="connsiteX126" fmla="*/ 423959 w 553229"/>
                <a:gd name="connsiteY126" fmla="*/ 73750 h 94478"/>
                <a:gd name="connsiteX127" fmla="*/ 462188 w 553229"/>
                <a:gd name="connsiteY127" fmla="*/ 73750 h 94478"/>
                <a:gd name="connsiteX128" fmla="*/ 462188 w 553229"/>
                <a:gd name="connsiteY128" fmla="*/ 80938 h 94478"/>
                <a:gd name="connsiteX129" fmla="*/ 377396 w 553229"/>
                <a:gd name="connsiteY129" fmla="*/ 80938 h 94478"/>
                <a:gd name="connsiteX130" fmla="*/ 377396 w 553229"/>
                <a:gd name="connsiteY130" fmla="*/ 73750 h 94478"/>
                <a:gd name="connsiteX131" fmla="*/ 415417 w 553229"/>
                <a:gd name="connsiteY131" fmla="*/ 73750 h 94478"/>
                <a:gd name="connsiteX132" fmla="*/ 415417 w 553229"/>
                <a:gd name="connsiteY132" fmla="*/ 53333 h 94478"/>
                <a:gd name="connsiteX133" fmla="*/ 391146 w 553229"/>
                <a:gd name="connsiteY133" fmla="*/ 53333 h 94478"/>
                <a:gd name="connsiteX134" fmla="*/ 389427 w 553229"/>
                <a:gd name="connsiteY134" fmla="*/ 52865 h 94478"/>
                <a:gd name="connsiteX135" fmla="*/ 388959 w 553229"/>
                <a:gd name="connsiteY135" fmla="*/ 51146 h 94478"/>
                <a:gd name="connsiteX136" fmla="*/ 506355 w 553229"/>
                <a:gd name="connsiteY136" fmla="*/ 2396 h 94478"/>
                <a:gd name="connsiteX137" fmla="*/ 515521 w 553229"/>
                <a:gd name="connsiteY137" fmla="*/ 2396 h 94478"/>
                <a:gd name="connsiteX138" fmla="*/ 515521 w 553229"/>
                <a:gd name="connsiteY138" fmla="*/ 7188 h 94478"/>
                <a:gd name="connsiteX139" fmla="*/ 518334 w 553229"/>
                <a:gd name="connsiteY139" fmla="*/ 17188 h 94478"/>
                <a:gd name="connsiteX140" fmla="*/ 525834 w 553229"/>
                <a:gd name="connsiteY140" fmla="*/ 25104 h 94478"/>
                <a:gd name="connsiteX141" fmla="*/ 536563 w 553229"/>
                <a:gd name="connsiteY141" fmla="*/ 30938 h 94478"/>
                <a:gd name="connsiteX142" fmla="*/ 548959 w 553229"/>
                <a:gd name="connsiteY142" fmla="*/ 34583 h 94478"/>
                <a:gd name="connsiteX143" fmla="*/ 543750 w 553229"/>
                <a:gd name="connsiteY143" fmla="*/ 41146 h 94478"/>
                <a:gd name="connsiteX144" fmla="*/ 533802 w 553229"/>
                <a:gd name="connsiteY144" fmla="*/ 37865 h 94478"/>
                <a:gd name="connsiteX145" fmla="*/ 524271 w 553229"/>
                <a:gd name="connsiteY145" fmla="*/ 33021 h 94478"/>
                <a:gd name="connsiteX146" fmla="*/ 516302 w 553229"/>
                <a:gd name="connsiteY146" fmla="*/ 26771 h 94478"/>
                <a:gd name="connsiteX147" fmla="*/ 511042 w 553229"/>
                <a:gd name="connsiteY147" fmla="*/ 19166 h 94478"/>
                <a:gd name="connsiteX148" fmla="*/ 505209 w 553229"/>
                <a:gd name="connsiteY148" fmla="*/ 27031 h 94478"/>
                <a:gd name="connsiteX149" fmla="*/ 497292 w 553229"/>
                <a:gd name="connsiteY149" fmla="*/ 33125 h 94478"/>
                <a:gd name="connsiteX150" fmla="*/ 488073 w 553229"/>
                <a:gd name="connsiteY150" fmla="*/ 37812 h 94478"/>
                <a:gd name="connsiteX151" fmla="*/ 478334 w 553229"/>
                <a:gd name="connsiteY151" fmla="*/ 41146 h 94478"/>
                <a:gd name="connsiteX152" fmla="*/ 472604 w 553229"/>
                <a:gd name="connsiteY152" fmla="*/ 34688 h 94478"/>
                <a:gd name="connsiteX153" fmla="*/ 497917 w 553229"/>
                <a:gd name="connsiteY153" fmla="*/ 23750 h 94478"/>
                <a:gd name="connsiteX154" fmla="*/ 506355 w 553229"/>
                <a:gd name="connsiteY154" fmla="*/ 7292 h 94478"/>
                <a:gd name="connsiteX155" fmla="*/ 13438 w 553229"/>
                <a:gd name="connsiteY155" fmla="*/ 2188 h 94478"/>
                <a:gd name="connsiteX156" fmla="*/ 73229 w 553229"/>
                <a:gd name="connsiteY156" fmla="*/ 2188 h 94478"/>
                <a:gd name="connsiteX157" fmla="*/ 73229 w 553229"/>
                <a:gd name="connsiteY157" fmla="*/ 8438 h 94478"/>
                <a:gd name="connsiteX158" fmla="*/ 19479 w 553229"/>
                <a:gd name="connsiteY158" fmla="*/ 8438 h 94478"/>
                <a:gd name="connsiteX159" fmla="*/ 19479 w 553229"/>
                <a:gd name="connsiteY159" fmla="*/ 17396 h 94478"/>
                <a:gd name="connsiteX160" fmla="*/ 73021 w 553229"/>
                <a:gd name="connsiteY160" fmla="*/ 17396 h 94478"/>
                <a:gd name="connsiteX161" fmla="*/ 73021 w 553229"/>
                <a:gd name="connsiteY161" fmla="*/ 23541 h 94478"/>
                <a:gd name="connsiteX162" fmla="*/ 19479 w 553229"/>
                <a:gd name="connsiteY162" fmla="*/ 23541 h 94478"/>
                <a:gd name="connsiteX163" fmla="*/ 19479 w 553229"/>
                <a:gd name="connsiteY163" fmla="*/ 32500 h 94478"/>
                <a:gd name="connsiteX164" fmla="*/ 74167 w 553229"/>
                <a:gd name="connsiteY164" fmla="*/ 32500 h 94478"/>
                <a:gd name="connsiteX165" fmla="*/ 74167 w 553229"/>
                <a:gd name="connsiteY165" fmla="*/ 38854 h 94478"/>
                <a:gd name="connsiteX166" fmla="*/ 46354 w 553229"/>
                <a:gd name="connsiteY166" fmla="*/ 38854 h 94478"/>
                <a:gd name="connsiteX167" fmla="*/ 46354 w 553229"/>
                <a:gd name="connsiteY167" fmla="*/ 48542 h 94478"/>
                <a:gd name="connsiteX168" fmla="*/ 84479 w 553229"/>
                <a:gd name="connsiteY168" fmla="*/ 48542 h 94478"/>
                <a:gd name="connsiteX169" fmla="*/ 84479 w 553229"/>
                <a:gd name="connsiteY169" fmla="*/ 55312 h 94478"/>
                <a:gd name="connsiteX170" fmla="*/ 0 w 553229"/>
                <a:gd name="connsiteY170" fmla="*/ 55312 h 94478"/>
                <a:gd name="connsiteX171" fmla="*/ 0 w 553229"/>
                <a:gd name="connsiteY171" fmla="*/ 48542 h 94478"/>
                <a:gd name="connsiteX172" fmla="*/ 37604 w 553229"/>
                <a:gd name="connsiteY172" fmla="*/ 48542 h 94478"/>
                <a:gd name="connsiteX173" fmla="*/ 37604 w 553229"/>
                <a:gd name="connsiteY173" fmla="*/ 38854 h 94478"/>
                <a:gd name="connsiteX174" fmla="*/ 13438 w 553229"/>
                <a:gd name="connsiteY174" fmla="*/ 38854 h 94478"/>
                <a:gd name="connsiteX175" fmla="*/ 11719 w 553229"/>
                <a:gd name="connsiteY175" fmla="*/ 38385 h 94478"/>
                <a:gd name="connsiteX176" fmla="*/ 11250 w 553229"/>
                <a:gd name="connsiteY176" fmla="*/ 36666 h 94478"/>
                <a:gd name="connsiteX177" fmla="*/ 11250 w 553229"/>
                <a:gd name="connsiteY177" fmla="*/ 4375 h 94478"/>
                <a:gd name="connsiteX178" fmla="*/ 11719 w 553229"/>
                <a:gd name="connsiteY178" fmla="*/ 2656 h 94478"/>
                <a:gd name="connsiteX179" fmla="*/ 13438 w 553229"/>
                <a:gd name="connsiteY179" fmla="*/ 2188 h 94478"/>
                <a:gd name="connsiteX180" fmla="*/ 237500 w 553229"/>
                <a:gd name="connsiteY180" fmla="*/ 938 h 94478"/>
                <a:gd name="connsiteX181" fmla="*/ 261511 w 553229"/>
                <a:gd name="connsiteY181" fmla="*/ 6771 h 94478"/>
                <a:gd name="connsiteX182" fmla="*/ 270209 w 553229"/>
                <a:gd name="connsiteY182" fmla="*/ 22604 h 94478"/>
                <a:gd name="connsiteX183" fmla="*/ 261563 w 553229"/>
                <a:gd name="connsiteY183" fmla="*/ 38177 h 94478"/>
                <a:gd name="connsiteX184" fmla="*/ 237500 w 553229"/>
                <a:gd name="connsiteY184" fmla="*/ 44063 h 94478"/>
                <a:gd name="connsiteX185" fmla="*/ 223802 w 553229"/>
                <a:gd name="connsiteY185" fmla="*/ 42552 h 94478"/>
                <a:gd name="connsiteX186" fmla="*/ 213438 w 553229"/>
                <a:gd name="connsiteY186" fmla="*/ 38230 h 94478"/>
                <a:gd name="connsiteX187" fmla="*/ 206927 w 553229"/>
                <a:gd name="connsiteY187" fmla="*/ 31459 h 94478"/>
                <a:gd name="connsiteX188" fmla="*/ 204688 w 553229"/>
                <a:gd name="connsiteY188" fmla="*/ 22604 h 94478"/>
                <a:gd name="connsiteX189" fmla="*/ 213438 w 553229"/>
                <a:gd name="connsiteY189" fmla="*/ 6927 h 94478"/>
                <a:gd name="connsiteX190" fmla="*/ 237500 w 553229"/>
                <a:gd name="connsiteY190" fmla="*/ 938 h 94478"/>
                <a:gd name="connsiteX191" fmla="*/ 356979 w 553229"/>
                <a:gd name="connsiteY191" fmla="*/ 416 h 94478"/>
                <a:gd name="connsiteX192" fmla="*/ 365208 w 553229"/>
                <a:gd name="connsiteY192" fmla="*/ 416 h 94478"/>
                <a:gd name="connsiteX193" fmla="*/ 365208 w 553229"/>
                <a:gd name="connsiteY193" fmla="*/ 92708 h 94478"/>
                <a:gd name="connsiteX194" fmla="*/ 356979 w 553229"/>
                <a:gd name="connsiteY194" fmla="*/ 92708 h 94478"/>
                <a:gd name="connsiteX195" fmla="*/ 157709 w 553229"/>
                <a:gd name="connsiteY195" fmla="*/ 208 h 94478"/>
                <a:gd name="connsiteX196" fmla="*/ 165938 w 553229"/>
                <a:gd name="connsiteY196" fmla="*/ 208 h 94478"/>
                <a:gd name="connsiteX197" fmla="*/ 165938 w 553229"/>
                <a:gd name="connsiteY197" fmla="*/ 23646 h 94478"/>
                <a:gd name="connsiteX198" fmla="*/ 178750 w 553229"/>
                <a:gd name="connsiteY198" fmla="*/ 23646 h 94478"/>
                <a:gd name="connsiteX199" fmla="*/ 178750 w 553229"/>
                <a:gd name="connsiteY199" fmla="*/ 30729 h 94478"/>
                <a:gd name="connsiteX200" fmla="*/ 165938 w 553229"/>
                <a:gd name="connsiteY200" fmla="*/ 30729 h 94478"/>
                <a:gd name="connsiteX201" fmla="*/ 165938 w 553229"/>
                <a:gd name="connsiteY201" fmla="*/ 52604 h 94478"/>
                <a:gd name="connsiteX202" fmla="*/ 157709 w 553229"/>
                <a:gd name="connsiteY202" fmla="*/ 52604 h 94478"/>
                <a:gd name="connsiteX203" fmla="*/ 106979 w 553229"/>
                <a:gd name="connsiteY203" fmla="*/ 0 h 94478"/>
                <a:gd name="connsiteX204" fmla="*/ 134375 w 553229"/>
                <a:gd name="connsiteY204" fmla="*/ 0 h 94478"/>
                <a:gd name="connsiteX205" fmla="*/ 134375 w 553229"/>
                <a:gd name="connsiteY205" fmla="*/ 6355 h 94478"/>
                <a:gd name="connsiteX206" fmla="*/ 106979 w 553229"/>
                <a:gd name="connsiteY206" fmla="*/ 6355 h 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</a:cxnLst>
              <a:rect l="l" t="t" r="r" b="b"/>
              <a:pathLst>
                <a:path w="553229" h="94478">
                  <a:moveTo>
                    <a:pt x="116354" y="73854"/>
                  </a:moveTo>
                  <a:lnTo>
                    <a:pt x="116354" y="84896"/>
                  </a:lnTo>
                  <a:lnTo>
                    <a:pt x="158021" y="84896"/>
                  </a:lnTo>
                  <a:lnTo>
                    <a:pt x="158021" y="73854"/>
                  </a:lnTo>
                  <a:close/>
                  <a:moveTo>
                    <a:pt x="42292" y="67396"/>
                  </a:moveTo>
                  <a:cubicBezTo>
                    <a:pt x="35208" y="67396"/>
                    <a:pt x="29440" y="68359"/>
                    <a:pt x="25000" y="70313"/>
                  </a:cubicBezTo>
                  <a:cubicBezTo>
                    <a:pt x="20560" y="72253"/>
                    <a:pt x="18333" y="74753"/>
                    <a:pt x="18333" y="77813"/>
                  </a:cubicBezTo>
                  <a:cubicBezTo>
                    <a:pt x="18333" y="80860"/>
                    <a:pt x="20534" y="83346"/>
                    <a:pt x="24948" y="85261"/>
                  </a:cubicBezTo>
                  <a:cubicBezTo>
                    <a:pt x="29362" y="87162"/>
                    <a:pt x="35104" y="88125"/>
                    <a:pt x="42188" y="88125"/>
                  </a:cubicBezTo>
                  <a:cubicBezTo>
                    <a:pt x="45586" y="88125"/>
                    <a:pt x="48750" y="87878"/>
                    <a:pt x="51667" y="87396"/>
                  </a:cubicBezTo>
                  <a:cubicBezTo>
                    <a:pt x="54583" y="86901"/>
                    <a:pt x="57083" y="86211"/>
                    <a:pt x="59167" y="85313"/>
                  </a:cubicBezTo>
                  <a:cubicBezTo>
                    <a:pt x="61250" y="84401"/>
                    <a:pt x="62904" y="83307"/>
                    <a:pt x="64115" y="82031"/>
                  </a:cubicBezTo>
                  <a:cubicBezTo>
                    <a:pt x="65326" y="80742"/>
                    <a:pt x="65938" y="79336"/>
                    <a:pt x="65938" y="77813"/>
                  </a:cubicBezTo>
                  <a:cubicBezTo>
                    <a:pt x="65938" y="74753"/>
                    <a:pt x="63711" y="72253"/>
                    <a:pt x="59271" y="70313"/>
                  </a:cubicBezTo>
                  <a:cubicBezTo>
                    <a:pt x="54831" y="68359"/>
                    <a:pt x="49167" y="67396"/>
                    <a:pt x="42292" y="67396"/>
                  </a:cubicBezTo>
                  <a:close/>
                  <a:moveTo>
                    <a:pt x="42188" y="61042"/>
                  </a:moveTo>
                  <a:cubicBezTo>
                    <a:pt x="52813" y="61042"/>
                    <a:pt x="60951" y="62683"/>
                    <a:pt x="66615" y="65990"/>
                  </a:cubicBezTo>
                  <a:cubicBezTo>
                    <a:pt x="72279" y="69284"/>
                    <a:pt x="75104" y="73230"/>
                    <a:pt x="75104" y="77813"/>
                  </a:cubicBezTo>
                  <a:cubicBezTo>
                    <a:pt x="75104" y="82396"/>
                    <a:pt x="72279" y="86316"/>
                    <a:pt x="66615" y="89583"/>
                  </a:cubicBezTo>
                  <a:cubicBezTo>
                    <a:pt x="60951" y="92839"/>
                    <a:pt x="52813" y="94479"/>
                    <a:pt x="42188" y="94479"/>
                  </a:cubicBezTo>
                  <a:cubicBezTo>
                    <a:pt x="31497" y="94479"/>
                    <a:pt x="23320" y="92839"/>
                    <a:pt x="17656" y="89583"/>
                  </a:cubicBezTo>
                  <a:cubicBezTo>
                    <a:pt x="11992" y="86316"/>
                    <a:pt x="9167" y="82396"/>
                    <a:pt x="9167" y="77813"/>
                  </a:cubicBezTo>
                  <a:cubicBezTo>
                    <a:pt x="9167" y="73230"/>
                    <a:pt x="11979" y="69284"/>
                    <a:pt x="17604" y="65990"/>
                  </a:cubicBezTo>
                  <a:cubicBezTo>
                    <a:pt x="23229" y="62683"/>
                    <a:pt x="31419" y="61042"/>
                    <a:pt x="42188" y="61042"/>
                  </a:cubicBezTo>
                  <a:close/>
                  <a:moveTo>
                    <a:pt x="108125" y="57500"/>
                  </a:moveTo>
                  <a:lnTo>
                    <a:pt x="116354" y="57500"/>
                  </a:lnTo>
                  <a:lnTo>
                    <a:pt x="116354" y="67188"/>
                  </a:lnTo>
                  <a:lnTo>
                    <a:pt x="158021" y="67188"/>
                  </a:lnTo>
                  <a:lnTo>
                    <a:pt x="158021" y="57500"/>
                  </a:lnTo>
                  <a:lnTo>
                    <a:pt x="166042" y="57500"/>
                  </a:lnTo>
                  <a:lnTo>
                    <a:pt x="166042" y="89479"/>
                  </a:lnTo>
                  <a:cubicBezTo>
                    <a:pt x="166042" y="90313"/>
                    <a:pt x="165885" y="90885"/>
                    <a:pt x="165573" y="91198"/>
                  </a:cubicBezTo>
                  <a:cubicBezTo>
                    <a:pt x="165261" y="91511"/>
                    <a:pt x="164688" y="91666"/>
                    <a:pt x="163854" y="91666"/>
                  </a:cubicBezTo>
                  <a:lnTo>
                    <a:pt x="110313" y="91666"/>
                  </a:lnTo>
                  <a:cubicBezTo>
                    <a:pt x="109479" y="91666"/>
                    <a:pt x="108906" y="91511"/>
                    <a:pt x="108594" y="91198"/>
                  </a:cubicBezTo>
                  <a:cubicBezTo>
                    <a:pt x="108281" y="90885"/>
                    <a:pt x="108125" y="90313"/>
                    <a:pt x="108125" y="89479"/>
                  </a:cubicBezTo>
                  <a:close/>
                  <a:moveTo>
                    <a:pt x="195208" y="52917"/>
                  </a:moveTo>
                  <a:lnTo>
                    <a:pt x="279688" y="52917"/>
                  </a:lnTo>
                  <a:lnTo>
                    <a:pt x="279688" y="60000"/>
                  </a:lnTo>
                  <a:lnTo>
                    <a:pt x="257604" y="60000"/>
                  </a:lnTo>
                  <a:lnTo>
                    <a:pt x="257604" y="92500"/>
                  </a:lnTo>
                  <a:lnTo>
                    <a:pt x="249375" y="92500"/>
                  </a:lnTo>
                  <a:lnTo>
                    <a:pt x="249375" y="60000"/>
                  </a:lnTo>
                  <a:lnTo>
                    <a:pt x="225833" y="60000"/>
                  </a:lnTo>
                  <a:lnTo>
                    <a:pt x="225833" y="91771"/>
                  </a:lnTo>
                  <a:lnTo>
                    <a:pt x="217500" y="91771"/>
                  </a:lnTo>
                  <a:lnTo>
                    <a:pt x="217500" y="60000"/>
                  </a:lnTo>
                  <a:lnTo>
                    <a:pt x="195208" y="60000"/>
                  </a:lnTo>
                  <a:close/>
                  <a:moveTo>
                    <a:pt x="468750" y="51250"/>
                  </a:moveTo>
                  <a:lnTo>
                    <a:pt x="553229" y="51250"/>
                  </a:lnTo>
                  <a:lnTo>
                    <a:pt x="553229" y="58333"/>
                  </a:lnTo>
                  <a:lnTo>
                    <a:pt x="515521" y="58333"/>
                  </a:lnTo>
                  <a:lnTo>
                    <a:pt x="515521" y="92708"/>
                  </a:lnTo>
                  <a:lnTo>
                    <a:pt x="507084" y="92708"/>
                  </a:lnTo>
                  <a:lnTo>
                    <a:pt x="507084" y="58333"/>
                  </a:lnTo>
                  <a:lnTo>
                    <a:pt x="468750" y="58333"/>
                  </a:lnTo>
                  <a:close/>
                  <a:moveTo>
                    <a:pt x="120833" y="27916"/>
                  </a:moveTo>
                  <a:cubicBezTo>
                    <a:pt x="116250" y="27916"/>
                    <a:pt x="112695" y="28724"/>
                    <a:pt x="110156" y="30365"/>
                  </a:cubicBezTo>
                  <a:cubicBezTo>
                    <a:pt x="107617" y="31993"/>
                    <a:pt x="106354" y="34167"/>
                    <a:pt x="106354" y="36875"/>
                  </a:cubicBezTo>
                  <a:cubicBezTo>
                    <a:pt x="106354" y="39505"/>
                    <a:pt x="107617" y="41693"/>
                    <a:pt x="110156" y="43437"/>
                  </a:cubicBezTo>
                  <a:cubicBezTo>
                    <a:pt x="112695" y="45169"/>
                    <a:pt x="116250" y="46042"/>
                    <a:pt x="120833" y="46042"/>
                  </a:cubicBezTo>
                  <a:cubicBezTo>
                    <a:pt x="125352" y="46042"/>
                    <a:pt x="128893" y="45169"/>
                    <a:pt x="131458" y="43437"/>
                  </a:cubicBezTo>
                  <a:cubicBezTo>
                    <a:pt x="134024" y="41693"/>
                    <a:pt x="135313" y="39505"/>
                    <a:pt x="135313" y="36875"/>
                  </a:cubicBezTo>
                  <a:cubicBezTo>
                    <a:pt x="135313" y="34167"/>
                    <a:pt x="134024" y="31993"/>
                    <a:pt x="131458" y="30365"/>
                  </a:cubicBezTo>
                  <a:cubicBezTo>
                    <a:pt x="128893" y="28724"/>
                    <a:pt x="125352" y="27916"/>
                    <a:pt x="120833" y="27916"/>
                  </a:cubicBezTo>
                  <a:close/>
                  <a:moveTo>
                    <a:pt x="397188" y="27084"/>
                  </a:moveTo>
                  <a:lnTo>
                    <a:pt x="397188" y="46146"/>
                  </a:lnTo>
                  <a:lnTo>
                    <a:pt x="442396" y="46146"/>
                  </a:lnTo>
                  <a:lnTo>
                    <a:pt x="442396" y="27084"/>
                  </a:lnTo>
                  <a:close/>
                  <a:moveTo>
                    <a:pt x="120833" y="21979"/>
                  </a:moveTo>
                  <a:cubicBezTo>
                    <a:pt x="127643" y="21979"/>
                    <a:pt x="133164" y="23359"/>
                    <a:pt x="137396" y="26146"/>
                  </a:cubicBezTo>
                  <a:cubicBezTo>
                    <a:pt x="141628" y="28919"/>
                    <a:pt x="143750" y="32500"/>
                    <a:pt x="143750" y="36875"/>
                  </a:cubicBezTo>
                  <a:cubicBezTo>
                    <a:pt x="143750" y="39089"/>
                    <a:pt x="143164" y="41107"/>
                    <a:pt x="141979" y="42917"/>
                  </a:cubicBezTo>
                  <a:cubicBezTo>
                    <a:pt x="140794" y="44714"/>
                    <a:pt x="139206" y="46276"/>
                    <a:pt x="137188" y="47604"/>
                  </a:cubicBezTo>
                  <a:cubicBezTo>
                    <a:pt x="135169" y="48920"/>
                    <a:pt x="132761" y="49948"/>
                    <a:pt x="129948" y="50677"/>
                  </a:cubicBezTo>
                  <a:cubicBezTo>
                    <a:pt x="127135" y="51406"/>
                    <a:pt x="124102" y="51771"/>
                    <a:pt x="120833" y="51771"/>
                  </a:cubicBezTo>
                  <a:cubicBezTo>
                    <a:pt x="117500" y="51771"/>
                    <a:pt x="114427" y="51406"/>
                    <a:pt x="111615" y="50677"/>
                  </a:cubicBezTo>
                  <a:cubicBezTo>
                    <a:pt x="108802" y="49948"/>
                    <a:pt x="106393" y="48920"/>
                    <a:pt x="104375" y="47604"/>
                  </a:cubicBezTo>
                  <a:cubicBezTo>
                    <a:pt x="102357" y="46276"/>
                    <a:pt x="100781" y="44714"/>
                    <a:pt x="99635" y="42917"/>
                  </a:cubicBezTo>
                  <a:cubicBezTo>
                    <a:pt x="98490" y="41107"/>
                    <a:pt x="97917" y="39089"/>
                    <a:pt x="97917" y="36875"/>
                  </a:cubicBezTo>
                  <a:cubicBezTo>
                    <a:pt x="97917" y="32500"/>
                    <a:pt x="100039" y="28919"/>
                    <a:pt x="104271" y="26146"/>
                  </a:cubicBezTo>
                  <a:cubicBezTo>
                    <a:pt x="108503" y="23359"/>
                    <a:pt x="114023" y="21979"/>
                    <a:pt x="120833" y="21979"/>
                  </a:cubicBezTo>
                  <a:close/>
                  <a:moveTo>
                    <a:pt x="94479" y="11354"/>
                  </a:moveTo>
                  <a:lnTo>
                    <a:pt x="147396" y="11354"/>
                  </a:lnTo>
                  <a:lnTo>
                    <a:pt x="147396" y="17708"/>
                  </a:lnTo>
                  <a:lnTo>
                    <a:pt x="94479" y="17708"/>
                  </a:lnTo>
                  <a:close/>
                  <a:moveTo>
                    <a:pt x="237500" y="7813"/>
                  </a:moveTo>
                  <a:cubicBezTo>
                    <a:pt x="230274" y="7813"/>
                    <a:pt x="224466" y="9076"/>
                    <a:pt x="220052" y="11615"/>
                  </a:cubicBezTo>
                  <a:cubicBezTo>
                    <a:pt x="215638" y="14141"/>
                    <a:pt x="213438" y="17812"/>
                    <a:pt x="213438" y="22604"/>
                  </a:cubicBezTo>
                  <a:cubicBezTo>
                    <a:pt x="213438" y="24961"/>
                    <a:pt x="214050" y="27045"/>
                    <a:pt x="215261" y="28854"/>
                  </a:cubicBezTo>
                  <a:cubicBezTo>
                    <a:pt x="216472" y="30651"/>
                    <a:pt x="218164" y="32187"/>
                    <a:pt x="220313" y="33437"/>
                  </a:cubicBezTo>
                  <a:cubicBezTo>
                    <a:pt x="222461" y="34688"/>
                    <a:pt x="225013" y="35625"/>
                    <a:pt x="227969" y="36250"/>
                  </a:cubicBezTo>
                  <a:cubicBezTo>
                    <a:pt x="230925" y="36875"/>
                    <a:pt x="234102" y="37188"/>
                    <a:pt x="237500" y="37188"/>
                  </a:cubicBezTo>
                  <a:cubicBezTo>
                    <a:pt x="244375" y="37188"/>
                    <a:pt x="250091" y="35911"/>
                    <a:pt x="254636" y="33386"/>
                  </a:cubicBezTo>
                  <a:cubicBezTo>
                    <a:pt x="259180" y="30847"/>
                    <a:pt x="261459" y="27253"/>
                    <a:pt x="261459" y="22604"/>
                  </a:cubicBezTo>
                  <a:cubicBezTo>
                    <a:pt x="261459" y="17812"/>
                    <a:pt x="259206" y="14141"/>
                    <a:pt x="254688" y="11615"/>
                  </a:cubicBezTo>
                  <a:cubicBezTo>
                    <a:pt x="250169" y="9076"/>
                    <a:pt x="244440" y="7813"/>
                    <a:pt x="237500" y="7813"/>
                  </a:cubicBezTo>
                  <a:close/>
                  <a:moveTo>
                    <a:pt x="293125" y="5521"/>
                  </a:moveTo>
                  <a:lnTo>
                    <a:pt x="341667" y="5521"/>
                  </a:lnTo>
                  <a:lnTo>
                    <a:pt x="341667" y="12500"/>
                  </a:lnTo>
                  <a:lnTo>
                    <a:pt x="321563" y="12500"/>
                  </a:lnTo>
                  <a:lnTo>
                    <a:pt x="321563" y="21771"/>
                  </a:lnTo>
                  <a:cubicBezTo>
                    <a:pt x="321563" y="31693"/>
                    <a:pt x="323646" y="40260"/>
                    <a:pt x="327813" y="47448"/>
                  </a:cubicBezTo>
                  <a:cubicBezTo>
                    <a:pt x="331979" y="54635"/>
                    <a:pt x="338334" y="60729"/>
                    <a:pt x="346875" y="65730"/>
                  </a:cubicBezTo>
                  <a:lnTo>
                    <a:pt x="340938" y="71667"/>
                  </a:lnTo>
                  <a:cubicBezTo>
                    <a:pt x="336146" y="68542"/>
                    <a:pt x="331524" y="64505"/>
                    <a:pt x="327084" y="59583"/>
                  </a:cubicBezTo>
                  <a:cubicBezTo>
                    <a:pt x="322643" y="54649"/>
                    <a:pt x="319375" y="49063"/>
                    <a:pt x="317292" y="42813"/>
                  </a:cubicBezTo>
                  <a:cubicBezTo>
                    <a:pt x="316315" y="45938"/>
                    <a:pt x="314961" y="49011"/>
                    <a:pt x="313229" y="52032"/>
                  </a:cubicBezTo>
                  <a:cubicBezTo>
                    <a:pt x="311498" y="55052"/>
                    <a:pt x="309518" y="57943"/>
                    <a:pt x="307292" y="60729"/>
                  </a:cubicBezTo>
                  <a:cubicBezTo>
                    <a:pt x="305143" y="63438"/>
                    <a:pt x="302826" y="65938"/>
                    <a:pt x="300365" y="68229"/>
                  </a:cubicBezTo>
                  <a:cubicBezTo>
                    <a:pt x="297904" y="70521"/>
                    <a:pt x="295521" y="72500"/>
                    <a:pt x="293229" y="74166"/>
                  </a:cubicBezTo>
                  <a:lnTo>
                    <a:pt x="286459" y="68437"/>
                  </a:lnTo>
                  <a:cubicBezTo>
                    <a:pt x="294792" y="63229"/>
                    <a:pt x="301302" y="56628"/>
                    <a:pt x="305990" y="48646"/>
                  </a:cubicBezTo>
                  <a:cubicBezTo>
                    <a:pt x="310677" y="40651"/>
                    <a:pt x="313021" y="31250"/>
                    <a:pt x="313021" y="20417"/>
                  </a:cubicBezTo>
                  <a:lnTo>
                    <a:pt x="313021" y="12500"/>
                  </a:lnTo>
                  <a:lnTo>
                    <a:pt x="293125" y="12500"/>
                  </a:lnTo>
                  <a:close/>
                  <a:moveTo>
                    <a:pt x="388959" y="3959"/>
                  </a:moveTo>
                  <a:lnTo>
                    <a:pt x="397188" y="3959"/>
                  </a:lnTo>
                  <a:lnTo>
                    <a:pt x="397188" y="20104"/>
                  </a:lnTo>
                  <a:lnTo>
                    <a:pt x="442396" y="20104"/>
                  </a:lnTo>
                  <a:lnTo>
                    <a:pt x="442396" y="3959"/>
                  </a:lnTo>
                  <a:lnTo>
                    <a:pt x="450625" y="3959"/>
                  </a:lnTo>
                  <a:lnTo>
                    <a:pt x="450625" y="51146"/>
                  </a:lnTo>
                  <a:cubicBezTo>
                    <a:pt x="450625" y="51979"/>
                    <a:pt x="450469" y="52552"/>
                    <a:pt x="450156" y="52865"/>
                  </a:cubicBezTo>
                  <a:cubicBezTo>
                    <a:pt x="449844" y="53177"/>
                    <a:pt x="449271" y="53333"/>
                    <a:pt x="448438" y="53333"/>
                  </a:cubicBezTo>
                  <a:lnTo>
                    <a:pt x="423959" y="53333"/>
                  </a:lnTo>
                  <a:lnTo>
                    <a:pt x="423959" y="73750"/>
                  </a:lnTo>
                  <a:lnTo>
                    <a:pt x="462188" y="73750"/>
                  </a:lnTo>
                  <a:lnTo>
                    <a:pt x="462188" y="80938"/>
                  </a:lnTo>
                  <a:lnTo>
                    <a:pt x="377396" y="80938"/>
                  </a:lnTo>
                  <a:lnTo>
                    <a:pt x="377396" y="73750"/>
                  </a:lnTo>
                  <a:lnTo>
                    <a:pt x="415417" y="73750"/>
                  </a:lnTo>
                  <a:lnTo>
                    <a:pt x="415417" y="53333"/>
                  </a:lnTo>
                  <a:lnTo>
                    <a:pt x="391146" y="53333"/>
                  </a:lnTo>
                  <a:cubicBezTo>
                    <a:pt x="390313" y="53333"/>
                    <a:pt x="389740" y="53177"/>
                    <a:pt x="389427" y="52865"/>
                  </a:cubicBezTo>
                  <a:cubicBezTo>
                    <a:pt x="389115" y="52552"/>
                    <a:pt x="388959" y="51979"/>
                    <a:pt x="388959" y="51146"/>
                  </a:cubicBezTo>
                  <a:close/>
                  <a:moveTo>
                    <a:pt x="506355" y="2396"/>
                  </a:moveTo>
                  <a:lnTo>
                    <a:pt x="515521" y="2396"/>
                  </a:lnTo>
                  <a:lnTo>
                    <a:pt x="515521" y="7188"/>
                  </a:lnTo>
                  <a:cubicBezTo>
                    <a:pt x="515521" y="10859"/>
                    <a:pt x="516459" y="14193"/>
                    <a:pt x="518334" y="17188"/>
                  </a:cubicBezTo>
                  <a:cubicBezTo>
                    <a:pt x="520209" y="20169"/>
                    <a:pt x="522709" y="22813"/>
                    <a:pt x="525834" y="25104"/>
                  </a:cubicBezTo>
                  <a:cubicBezTo>
                    <a:pt x="528959" y="27396"/>
                    <a:pt x="532539" y="29336"/>
                    <a:pt x="536563" y="30938"/>
                  </a:cubicBezTo>
                  <a:cubicBezTo>
                    <a:pt x="540586" y="32526"/>
                    <a:pt x="544727" y="33750"/>
                    <a:pt x="548959" y="34583"/>
                  </a:cubicBezTo>
                  <a:lnTo>
                    <a:pt x="543750" y="41146"/>
                  </a:lnTo>
                  <a:cubicBezTo>
                    <a:pt x="540482" y="40313"/>
                    <a:pt x="537175" y="39219"/>
                    <a:pt x="533802" y="37865"/>
                  </a:cubicBezTo>
                  <a:cubicBezTo>
                    <a:pt x="530430" y="36511"/>
                    <a:pt x="527253" y="34896"/>
                    <a:pt x="524271" y="33021"/>
                  </a:cubicBezTo>
                  <a:cubicBezTo>
                    <a:pt x="521289" y="31146"/>
                    <a:pt x="518633" y="29062"/>
                    <a:pt x="516302" y="26771"/>
                  </a:cubicBezTo>
                  <a:cubicBezTo>
                    <a:pt x="513972" y="24479"/>
                    <a:pt x="512227" y="21940"/>
                    <a:pt x="511042" y="19166"/>
                  </a:cubicBezTo>
                  <a:cubicBezTo>
                    <a:pt x="509519" y="22083"/>
                    <a:pt x="507565" y="24701"/>
                    <a:pt x="505209" y="27031"/>
                  </a:cubicBezTo>
                  <a:cubicBezTo>
                    <a:pt x="502852" y="29349"/>
                    <a:pt x="500209" y="31381"/>
                    <a:pt x="497292" y="33125"/>
                  </a:cubicBezTo>
                  <a:cubicBezTo>
                    <a:pt x="494375" y="34922"/>
                    <a:pt x="491302" y="36484"/>
                    <a:pt x="488073" y="37812"/>
                  </a:cubicBezTo>
                  <a:cubicBezTo>
                    <a:pt x="484844" y="39128"/>
                    <a:pt x="481602" y="40235"/>
                    <a:pt x="478334" y="41146"/>
                  </a:cubicBezTo>
                  <a:lnTo>
                    <a:pt x="472604" y="34688"/>
                  </a:lnTo>
                  <a:cubicBezTo>
                    <a:pt x="483854" y="31979"/>
                    <a:pt x="492292" y="28334"/>
                    <a:pt x="497917" y="23750"/>
                  </a:cubicBezTo>
                  <a:cubicBezTo>
                    <a:pt x="503542" y="19166"/>
                    <a:pt x="506355" y="13672"/>
                    <a:pt x="506355" y="7292"/>
                  </a:cubicBezTo>
                  <a:close/>
                  <a:moveTo>
                    <a:pt x="13438" y="2188"/>
                  </a:moveTo>
                  <a:lnTo>
                    <a:pt x="73229" y="2188"/>
                  </a:lnTo>
                  <a:lnTo>
                    <a:pt x="73229" y="8438"/>
                  </a:lnTo>
                  <a:lnTo>
                    <a:pt x="19479" y="8438"/>
                  </a:lnTo>
                  <a:lnTo>
                    <a:pt x="19479" y="17396"/>
                  </a:lnTo>
                  <a:lnTo>
                    <a:pt x="73021" y="17396"/>
                  </a:lnTo>
                  <a:lnTo>
                    <a:pt x="73021" y="23541"/>
                  </a:lnTo>
                  <a:lnTo>
                    <a:pt x="19479" y="23541"/>
                  </a:lnTo>
                  <a:lnTo>
                    <a:pt x="19479" y="32500"/>
                  </a:lnTo>
                  <a:lnTo>
                    <a:pt x="74167" y="32500"/>
                  </a:lnTo>
                  <a:lnTo>
                    <a:pt x="74167" y="38854"/>
                  </a:lnTo>
                  <a:lnTo>
                    <a:pt x="46354" y="38854"/>
                  </a:lnTo>
                  <a:lnTo>
                    <a:pt x="46354" y="48542"/>
                  </a:lnTo>
                  <a:lnTo>
                    <a:pt x="84479" y="48542"/>
                  </a:lnTo>
                  <a:lnTo>
                    <a:pt x="84479" y="55312"/>
                  </a:lnTo>
                  <a:lnTo>
                    <a:pt x="0" y="55312"/>
                  </a:lnTo>
                  <a:lnTo>
                    <a:pt x="0" y="48542"/>
                  </a:lnTo>
                  <a:lnTo>
                    <a:pt x="37604" y="48542"/>
                  </a:lnTo>
                  <a:lnTo>
                    <a:pt x="37604" y="38854"/>
                  </a:lnTo>
                  <a:lnTo>
                    <a:pt x="13438" y="38854"/>
                  </a:lnTo>
                  <a:cubicBezTo>
                    <a:pt x="12604" y="38854"/>
                    <a:pt x="12031" y="38698"/>
                    <a:pt x="11719" y="38385"/>
                  </a:cubicBezTo>
                  <a:cubicBezTo>
                    <a:pt x="11406" y="38073"/>
                    <a:pt x="11250" y="37500"/>
                    <a:pt x="11250" y="36666"/>
                  </a:cubicBezTo>
                  <a:lnTo>
                    <a:pt x="11250" y="4375"/>
                  </a:lnTo>
                  <a:cubicBezTo>
                    <a:pt x="11250" y="3542"/>
                    <a:pt x="11406" y="2969"/>
                    <a:pt x="11719" y="2656"/>
                  </a:cubicBezTo>
                  <a:cubicBezTo>
                    <a:pt x="12031" y="2344"/>
                    <a:pt x="12604" y="2188"/>
                    <a:pt x="13438" y="2188"/>
                  </a:cubicBezTo>
                  <a:close/>
                  <a:moveTo>
                    <a:pt x="237500" y="938"/>
                  </a:moveTo>
                  <a:cubicBezTo>
                    <a:pt x="247708" y="938"/>
                    <a:pt x="255716" y="2878"/>
                    <a:pt x="261511" y="6771"/>
                  </a:cubicBezTo>
                  <a:cubicBezTo>
                    <a:pt x="267305" y="10651"/>
                    <a:pt x="270209" y="15937"/>
                    <a:pt x="270209" y="22604"/>
                  </a:cubicBezTo>
                  <a:cubicBezTo>
                    <a:pt x="270209" y="29062"/>
                    <a:pt x="267331" y="34245"/>
                    <a:pt x="261563" y="38177"/>
                  </a:cubicBezTo>
                  <a:cubicBezTo>
                    <a:pt x="255794" y="42097"/>
                    <a:pt x="247774" y="44063"/>
                    <a:pt x="237500" y="44063"/>
                  </a:cubicBezTo>
                  <a:cubicBezTo>
                    <a:pt x="232435" y="44063"/>
                    <a:pt x="227865" y="43555"/>
                    <a:pt x="223802" y="42552"/>
                  </a:cubicBezTo>
                  <a:cubicBezTo>
                    <a:pt x="219740" y="41537"/>
                    <a:pt x="216289" y="40104"/>
                    <a:pt x="213438" y="38230"/>
                  </a:cubicBezTo>
                  <a:cubicBezTo>
                    <a:pt x="210586" y="36354"/>
                    <a:pt x="208425" y="34088"/>
                    <a:pt x="206927" y="31459"/>
                  </a:cubicBezTo>
                  <a:cubicBezTo>
                    <a:pt x="205430" y="28815"/>
                    <a:pt x="204688" y="25860"/>
                    <a:pt x="204688" y="22604"/>
                  </a:cubicBezTo>
                  <a:cubicBezTo>
                    <a:pt x="204688" y="16146"/>
                    <a:pt x="207604" y="10912"/>
                    <a:pt x="213438" y="6927"/>
                  </a:cubicBezTo>
                  <a:cubicBezTo>
                    <a:pt x="219271" y="2930"/>
                    <a:pt x="227292" y="938"/>
                    <a:pt x="237500" y="938"/>
                  </a:cubicBezTo>
                  <a:close/>
                  <a:moveTo>
                    <a:pt x="356979" y="416"/>
                  </a:moveTo>
                  <a:lnTo>
                    <a:pt x="365208" y="416"/>
                  </a:lnTo>
                  <a:lnTo>
                    <a:pt x="365208" y="92708"/>
                  </a:lnTo>
                  <a:lnTo>
                    <a:pt x="356979" y="92708"/>
                  </a:lnTo>
                  <a:close/>
                  <a:moveTo>
                    <a:pt x="157709" y="208"/>
                  </a:moveTo>
                  <a:lnTo>
                    <a:pt x="165938" y="208"/>
                  </a:lnTo>
                  <a:lnTo>
                    <a:pt x="165938" y="23646"/>
                  </a:lnTo>
                  <a:lnTo>
                    <a:pt x="178750" y="23646"/>
                  </a:lnTo>
                  <a:lnTo>
                    <a:pt x="178750" y="30729"/>
                  </a:lnTo>
                  <a:lnTo>
                    <a:pt x="165938" y="30729"/>
                  </a:lnTo>
                  <a:lnTo>
                    <a:pt x="165938" y="52604"/>
                  </a:lnTo>
                  <a:lnTo>
                    <a:pt x="157709" y="52604"/>
                  </a:lnTo>
                  <a:close/>
                  <a:moveTo>
                    <a:pt x="106979" y="0"/>
                  </a:moveTo>
                  <a:lnTo>
                    <a:pt x="134375" y="0"/>
                  </a:lnTo>
                  <a:lnTo>
                    <a:pt x="134375" y="6355"/>
                  </a:lnTo>
                  <a:lnTo>
                    <a:pt x="106979" y="6355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9" name="TextBox 738">
              <a:extLst>
                <a:ext uri="{FF2B5EF4-FFF2-40B4-BE49-F238E27FC236}">
                  <a16:creationId xmlns:a16="http://schemas.microsoft.com/office/drawing/2014/main" id="{EBF21FF5-DEF0-46F5-A5A4-1DA2A61F1A07}"/>
                </a:ext>
              </a:extLst>
            </p:cNvPr>
            <p:cNvSpPr txBox="1"/>
            <p:nvPr/>
          </p:nvSpPr>
          <p:spPr>
            <a:xfrm>
              <a:off x="2037390" y="7261192"/>
              <a:ext cx="72975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통합유지보수</a:t>
              </a:r>
            </a:p>
          </p:txBody>
        </p:sp>
        <p:grpSp>
          <p:nvGrpSpPr>
            <p:cNvPr id="740" name="그래픽 5">
              <a:extLst>
                <a:ext uri="{FF2B5EF4-FFF2-40B4-BE49-F238E27FC236}">
                  <a16:creationId xmlns:a16="http://schemas.microsoft.com/office/drawing/2014/main" id="{E39A9870-9077-4476-A502-E8DE1EF88DB0}"/>
                </a:ext>
              </a:extLst>
            </p:cNvPr>
            <p:cNvGrpSpPr/>
            <p:nvPr/>
          </p:nvGrpSpPr>
          <p:grpSpPr>
            <a:xfrm>
              <a:off x="1211842" y="7436978"/>
              <a:ext cx="182291" cy="130208"/>
              <a:chOff x="1211842" y="7436978"/>
              <a:chExt cx="182291" cy="130208"/>
            </a:xfrm>
          </p:grpSpPr>
          <p:sp>
            <p:nvSpPr>
              <p:cNvPr id="741" name="자유형: 도형 740">
                <a:extLst>
                  <a:ext uri="{FF2B5EF4-FFF2-40B4-BE49-F238E27FC236}">
                    <a16:creationId xmlns:a16="http://schemas.microsoft.com/office/drawing/2014/main" id="{3A1134D7-FD57-46CD-B19E-AB6CDBA6CFA7}"/>
                  </a:ext>
                </a:extLst>
              </p:cNvPr>
              <p:cNvSpPr/>
              <p:nvPr/>
            </p:nvSpPr>
            <p:spPr>
              <a:xfrm>
                <a:off x="1211842" y="7458202"/>
                <a:ext cx="168229" cy="94791"/>
              </a:xfrm>
              <a:custGeom>
                <a:avLst/>
                <a:gdLst>
                  <a:gd name="connsiteX0" fmla="*/ 42396 w 168229"/>
                  <a:gd name="connsiteY0" fmla="*/ 66667 h 94791"/>
                  <a:gd name="connsiteX1" fmla="*/ 24635 w 168229"/>
                  <a:gd name="connsiteY1" fmla="*/ 69583 h 94791"/>
                  <a:gd name="connsiteX2" fmla="*/ 18333 w 168229"/>
                  <a:gd name="connsiteY2" fmla="*/ 77604 h 94791"/>
                  <a:gd name="connsiteX3" fmla="*/ 24635 w 168229"/>
                  <a:gd name="connsiteY3" fmla="*/ 85572 h 94791"/>
                  <a:gd name="connsiteX4" fmla="*/ 42396 w 168229"/>
                  <a:gd name="connsiteY4" fmla="*/ 88437 h 94791"/>
                  <a:gd name="connsiteX5" fmla="*/ 59740 w 168229"/>
                  <a:gd name="connsiteY5" fmla="*/ 85572 h 94791"/>
                  <a:gd name="connsiteX6" fmla="*/ 66146 w 168229"/>
                  <a:gd name="connsiteY6" fmla="*/ 77709 h 94791"/>
                  <a:gd name="connsiteX7" fmla="*/ 59792 w 168229"/>
                  <a:gd name="connsiteY7" fmla="*/ 69583 h 94791"/>
                  <a:gd name="connsiteX8" fmla="*/ 42396 w 168229"/>
                  <a:gd name="connsiteY8" fmla="*/ 66667 h 94791"/>
                  <a:gd name="connsiteX9" fmla="*/ 42396 w 168229"/>
                  <a:gd name="connsiteY9" fmla="*/ 60521 h 94791"/>
                  <a:gd name="connsiteX10" fmla="*/ 67135 w 168229"/>
                  <a:gd name="connsiteY10" fmla="*/ 65417 h 94791"/>
                  <a:gd name="connsiteX11" fmla="*/ 75313 w 168229"/>
                  <a:gd name="connsiteY11" fmla="*/ 77709 h 94791"/>
                  <a:gd name="connsiteX12" fmla="*/ 67188 w 168229"/>
                  <a:gd name="connsiteY12" fmla="*/ 89896 h 94791"/>
                  <a:gd name="connsiteX13" fmla="*/ 42396 w 168229"/>
                  <a:gd name="connsiteY13" fmla="*/ 94791 h 94791"/>
                  <a:gd name="connsiteX14" fmla="*/ 17500 w 168229"/>
                  <a:gd name="connsiteY14" fmla="*/ 89896 h 94791"/>
                  <a:gd name="connsiteX15" fmla="*/ 9271 w 168229"/>
                  <a:gd name="connsiteY15" fmla="*/ 77604 h 94791"/>
                  <a:gd name="connsiteX16" fmla="*/ 17552 w 168229"/>
                  <a:gd name="connsiteY16" fmla="*/ 65312 h 94791"/>
                  <a:gd name="connsiteX17" fmla="*/ 42396 w 168229"/>
                  <a:gd name="connsiteY17" fmla="*/ 60521 h 94791"/>
                  <a:gd name="connsiteX18" fmla="*/ 106667 w 168229"/>
                  <a:gd name="connsiteY18" fmla="*/ 59687 h 94791"/>
                  <a:gd name="connsiteX19" fmla="*/ 165833 w 168229"/>
                  <a:gd name="connsiteY19" fmla="*/ 59687 h 94791"/>
                  <a:gd name="connsiteX20" fmla="*/ 167552 w 168229"/>
                  <a:gd name="connsiteY20" fmla="*/ 60156 h 94791"/>
                  <a:gd name="connsiteX21" fmla="*/ 168021 w 168229"/>
                  <a:gd name="connsiteY21" fmla="*/ 61875 h 94791"/>
                  <a:gd name="connsiteX22" fmla="*/ 168021 w 168229"/>
                  <a:gd name="connsiteY22" fmla="*/ 93542 h 94791"/>
                  <a:gd name="connsiteX23" fmla="*/ 159792 w 168229"/>
                  <a:gd name="connsiteY23" fmla="*/ 93542 h 94791"/>
                  <a:gd name="connsiteX24" fmla="*/ 159792 w 168229"/>
                  <a:gd name="connsiteY24" fmla="*/ 66771 h 94791"/>
                  <a:gd name="connsiteX25" fmla="*/ 106667 w 168229"/>
                  <a:gd name="connsiteY25" fmla="*/ 66771 h 94791"/>
                  <a:gd name="connsiteX26" fmla="*/ 53646 w 168229"/>
                  <a:gd name="connsiteY26" fmla="*/ 34375 h 94791"/>
                  <a:gd name="connsiteX27" fmla="*/ 48125 w 168229"/>
                  <a:gd name="connsiteY27" fmla="*/ 35208 h 94791"/>
                  <a:gd name="connsiteX28" fmla="*/ 42292 w 168229"/>
                  <a:gd name="connsiteY28" fmla="*/ 35416 h 94791"/>
                  <a:gd name="connsiteX29" fmla="*/ 36510 w 168229"/>
                  <a:gd name="connsiteY29" fmla="*/ 35208 h 94791"/>
                  <a:gd name="connsiteX30" fmla="*/ 31354 w 168229"/>
                  <a:gd name="connsiteY30" fmla="*/ 34479 h 94791"/>
                  <a:gd name="connsiteX31" fmla="*/ 31354 w 168229"/>
                  <a:gd name="connsiteY31" fmla="*/ 46042 h 94791"/>
                  <a:gd name="connsiteX32" fmla="*/ 53646 w 168229"/>
                  <a:gd name="connsiteY32" fmla="*/ 46042 h 94791"/>
                  <a:gd name="connsiteX33" fmla="*/ 141979 w 168229"/>
                  <a:gd name="connsiteY33" fmla="*/ 18020 h 94791"/>
                  <a:gd name="connsiteX34" fmla="*/ 142917 w 168229"/>
                  <a:gd name="connsiteY34" fmla="*/ 21822 h 94791"/>
                  <a:gd name="connsiteX35" fmla="*/ 143229 w 168229"/>
                  <a:gd name="connsiteY35" fmla="*/ 25625 h 94791"/>
                  <a:gd name="connsiteX36" fmla="*/ 143021 w 168229"/>
                  <a:gd name="connsiteY36" fmla="*/ 28698 h 94791"/>
                  <a:gd name="connsiteX37" fmla="*/ 142500 w 168229"/>
                  <a:gd name="connsiteY37" fmla="*/ 31563 h 94791"/>
                  <a:gd name="connsiteX38" fmla="*/ 159896 w 168229"/>
                  <a:gd name="connsiteY38" fmla="*/ 31563 h 94791"/>
                  <a:gd name="connsiteX39" fmla="*/ 159896 w 168229"/>
                  <a:gd name="connsiteY39" fmla="*/ 18020 h 94791"/>
                  <a:gd name="connsiteX40" fmla="*/ 118958 w 168229"/>
                  <a:gd name="connsiteY40" fmla="*/ 9271 h 94791"/>
                  <a:gd name="connsiteX41" fmla="*/ 107240 w 168229"/>
                  <a:gd name="connsiteY41" fmla="*/ 14063 h 94791"/>
                  <a:gd name="connsiteX42" fmla="*/ 103125 w 168229"/>
                  <a:gd name="connsiteY42" fmla="*/ 25729 h 94791"/>
                  <a:gd name="connsiteX43" fmla="*/ 107240 w 168229"/>
                  <a:gd name="connsiteY43" fmla="*/ 37344 h 94791"/>
                  <a:gd name="connsiteX44" fmla="*/ 118958 w 168229"/>
                  <a:gd name="connsiteY44" fmla="*/ 42187 h 94791"/>
                  <a:gd name="connsiteX45" fmla="*/ 130573 w 168229"/>
                  <a:gd name="connsiteY45" fmla="*/ 37344 h 94791"/>
                  <a:gd name="connsiteX46" fmla="*/ 134688 w 168229"/>
                  <a:gd name="connsiteY46" fmla="*/ 25729 h 94791"/>
                  <a:gd name="connsiteX47" fmla="*/ 130573 w 168229"/>
                  <a:gd name="connsiteY47" fmla="*/ 14063 h 94791"/>
                  <a:gd name="connsiteX48" fmla="*/ 118958 w 168229"/>
                  <a:gd name="connsiteY48" fmla="*/ 9271 h 94791"/>
                  <a:gd name="connsiteX49" fmla="*/ 42292 w 168229"/>
                  <a:gd name="connsiteY49" fmla="*/ 6250 h 94791"/>
                  <a:gd name="connsiteX50" fmla="*/ 24896 w 168229"/>
                  <a:gd name="connsiteY50" fmla="*/ 9375 h 94791"/>
                  <a:gd name="connsiteX51" fmla="*/ 18750 w 168229"/>
                  <a:gd name="connsiteY51" fmla="*/ 17500 h 94791"/>
                  <a:gd name="connsiteX52" fmla="*/ 25208 w 168229"/>
                  <a:gd name="connsiteY52" fmla="*/ 25625 h 94791"/>
                  <a:gd name="connsiteX53" fmla="*/ 42292 w 168229"/>
                  <a:gd name="connsiteY53" fmla="*/ 28854 h 94791"/>
                  <a:gd name="connsiteX54" fmla="*/ 59271 w 168229"/>
                  <a:gd name="connsiteY54" fmla="*/ 25781 h 94791"/>
                  <a:gd name="connsiteX55" fmla="*/ 65938 w 168229"/>
                  <a:gd name="connsiteY55" fmla="*/ 17708 h 94791"/>
                  <a:gd name="connsiteX56" fmla="*/ 59583 w 168229"/>
                  <a:gd name="connsiteY56" fmla="*/ 9479 h 94791"/>
                  <a:gd name="connsiteX57" fmla="*/ 42292 w 168229"/>
                  <a:gd name="connsiteY57" fmla="*/ 6250 h 94791"/>
                  <a:gd name="connsiteX58" fmla="*/ 159896 w 168229"/>
                  <a:gd name="connsiteY58" fmla="*/ 625 h 94791"/>
                  <a:gd name="connsiteX59" fmla="*/ 168229 w 168229"/>
                  <a:gd name="connsiteY59" fmla="*/ 625 h 94791"/>
                  <a:gd name="connsiteX60" fmla="*/ 168229 w 168229"/>
                  <a:gd name="connsiteY60" fmla="*/ 54688 h 94791"/>
                  <a:gd name="connsiteX61" fmla="*/ 159896 w 168229"/>
                  <a:gd name="connsiteY61" fmla="*/ 54688 h 94791"/>
                  <a:gd name="connsiteX62" fmla="*/ 159896 w 168229"/>
                  <a:gd name="connsiteY62" fmla="*/ 38541 h 94791"/>
                  <a:gd name="connsiteX63" fmla="*/ 139583 w 168229"/>
                  <a:gd name="connsiteY63" fmla="*/ 38541 h 94791"/>
                  <a:gd name="connsiteX64" fmla="*/ 131094 w 168229"/>
                  <a:gd name="connsiteY64" fmla="*/ 46562 h 94791"/>
                  <a:gd name="connsiteX65" fmla="*/ 118854 w 168229"/>
                  <a:gd name="connsiteY65" fmla="*/ 49583 h 94791"/>
                  <a:gd name="connsiteX66" fmla="*/ 109063 w 168229"/>
                  <a:gd name="connsiteY66" fmla="*/ 47708 h 94791"/>
                  <a:gd name="connsiteX67" fmla="*/ 101354 w 168229"/>
                  <a:gd name="connsiteY67" fmla="*/ 42604 h 94791"/>
                  <a:gd name="connsiteX68" fmla="*/ 96354 w 168229"/>
                  <a:gd name="connsiteY68" fmla="*/ 35000 h 94791"/>
                  <a:gd name="connsiteX69" fmla="*/ 94583 w 168229"/>
                  <a:gd name="connsiteY69" fmla="*/ 25625 h 94791"/>
                  <a:gd name="connsiteX70" fmla="*/ 96354 w 168229"/>
                  <a:gd name="connsiteY70" fmla="*/ 16510 h 94791"/>
                  <a:gd name="connsiteX71" fmla="*/ 101354 w 168229"/>
                  <a:gd name="connsiteY71" fmla="*/ 8958 h 94791"/>
                  <a:gd name="connsiteX72" fmla="*/ 109063 w 168229"/>
                  <a:gd name="connsiteY72" fmla="*/ 3802 h 94791"/>
                  <a:gd name="connsiteX73" fmla="*/ 118854 w 168229"/>
                  <a:gd name="connsiteY73" fmla="*/ 1875 h 94791"/>
                  <a:gd name="connsiteX74" fmla="*/ 130000 w 168229"/>
                  <a:gd name="connsiteY74" fmla="*/ 4427 h 94791"/>
                  <a:gd name="connsiteX75" fmla="*/ 138333 w 168229"/>
                  <a:gd name="connsiteY75" fmla="*/ 11041 h 94791"/>
                  <a:gd name="connsiteX76" fmla="*/ 159896 w 168229"/>
                  <a:gd name="connsiteY76" fmla="*/ 11041 h 94791"/>
                  <a:gd name="connsiteX77" fmla="*/ 42292 w 168229"/>
                  <a:gd name="connsiteY77" fmla="*/ 0 h 94791"/>
                  <a:gd name="connsiteX78" fmla="*/ 66771 w 168229"/>
                  <a:gd name="connsiteY78" fmla="*/ 5260 h 94791"/>
                  <a:gd name="connsiteX79" fmla="*/ 74792 w 168229"/>
                  <a:gd name="connsiteY79" fmla="*/ 17812 h 94791"/>
                  <a:gd name="connsiteX80" fmla="*/ 71510 w 168229"/>
                  <a:gd name="connsiteY80" fmla="*/ 26146 h 94791"/>
                  <a:gd name="connsiteX81" fmla="*/ 61667 w 168229"/>
                  <a:gd name="connsiteY81" fmla="*/ 32500 h 94791"/>
                  <a:gd name="connsiteX82" fmla="*/ 61667 w 168229"/>
                  <a:gd name="connsiteY82" fmla="*/ 46042 h 94791"/>
                  <a:gd name="connsiteX83" fmla="*/ 84583 w 168229"/>
                  <a:gd name="connsiteY83" fmla="*/ 46042 h 94791"/>
                  <a:gd name="connsiteX84" fmla="*/ 84583 w 168229"/>
                  <a:gd name="connsiteY84" fmla="*/ 53125 h 94791"/>
                  <a:gd name="connsiteX85" fmla="*/ 0 w 168229"/>
                  <a:gd name="connsiteY85" fmla="*/ 53125 h 94791"/>
                  <a:gd name="connsiteX86" fmla="*/ 0 w 168229"/>
                  <a:gd name="connsiteY86" fmla="*/ 46042 h 94791"/>
                  <a:gd name="connsiteX87" fmla="*/ 23229 w 168229"/>
                  <a:gd name="connsiteY87" fmla="*/ 46042 h 94791"/>
                  <a:gd name="connsiteX88" fmla="*/ 23229 w 168229"/>
                  <a:gd name="connsiteY88" fmla="*/ 32500 h 94791"/>
                  <a:gd name="connsiteX89" fmla="*/ 13281 w 168229"/>
                  <a:gd name="connsiteY89" fmla="*/ 26093 h 94791"/>
                  <a:gd name="connsiteX90" fmla="*/ 10000 w 168229"/>
                  <a:gd name="connsiteY90" fmla="*/ 17604 h 94791"/>
                  <a:gd name="connsiteX91" fmla="*/ 18125 w 168229"/>
                  <a:gd name="connsiteY91" fmla="*/ 5208 h 94791"/>
                  <a:gd name="connsiteX92" fmla="*/ 42292 w 168229"/>
                  <a:gd name="connsiteY92" fmla="*/ 0 h 9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168229" h="94791">
                    <a:moveTo>
                      <a:pt x="42396" y="66667"/>
                    </a:moveTo>
                    <a:cubicBezTo>
                      <a:pt x="34758" y="66667"/>
                      <a:pt x="28837" y="67630"/>
                      <a:pt x="24635" y="69583"/>
                    </a:cubicBezTo>
                    <a:cubicBezTo>
                      <a:pt x="20435" y="71523"/>
                      <a:pt x="18333" y="74193"/>
                      <a:pt x="18333" y="77604"/>
                    </a:cubicBezTo>
                    <a:cubicBezTo>
                      <a:pt x="18333" y="81003"/>
                      <a:pt x="20435" y="83659"/>
                      <a:pt x="24635" y="85572"/>
                    </a:cubicBezTo>
                    <a:cubicBezTo>
                      <a:pt x="28837" y="87474"/>
                      <a:pt x="34758" y="88437"/>
                      <a:pt x="42396" y="88437"/>
                    </a:cubicBezTo>
                    <a:cubicBezTo>
                      <a:pt x="49688" y="88437"/>
                      <a:pt x="55469" y="87474"/>
                      <a:pt x="59740" y="85572"/>
                    </a:cubicBezTo>
                    <a:cubicBezTo>
                      <a:pt x="64010" y="83659"/>
                      <a:pt x="66146" y="81042"/>
                      <a:pt x="66146" y="77709"/>
                    </a:cubicBezTo>
                    <a:cubicBezTo>
                      <a:pt x="66146" y="74232"/>
                      <a:pt x="64029" y="71523"/>
                      <a:pt x="59792" y="69583"/>
                    </a:cubicBezTo>
                    <a:cubicBezTo>
                      <a:pt x="55556" y="67630"/>
                      <a:pt x="49758" y="66667"/>
                      <a:pt x="42396" y="66667"/>
                    </a:cubicBezTo>
                    <a:close/>
                    <a:moveTo>
                      <a:pt x="42396" y="60521"/>
                    </a:moveTo>
                    <a:cubicBezTo>
                      <a:pt x="53438" y="60521"/>
                      <a:pt x="61685" y="62149"/>
                      <a:pt x="67135" y="65417"/>
                    </a:cubicBezTo>
                    <a:cubicBezTo>
                      <a:pt x="72587" y="68672"/>
                      <a:pt x="75313" y="72773"/>
                      <a:pt x="75313" y="77709"/>
                    </a:cubicBezTo>
                    <a:cubicBezTo>
                      <a:pt x="75313" y="82565"/>
                      <a:pt x="72604" y="86628"/>
                      <a:pt x="67188" y="89896"/>
                    </a:cubicBezTo>
                    <a:cubicBezTo>
                      <a:pt x="61771" y="93151"/>
                      <a:pt x="53508" y="94791"/>
                      <a:pt x="42396" y="94791"/>
                    </a:cubicBezTo>
                    <a:cubicBezTo>
                      <a:pt x="31285" y="94791"/>
                      <a:pt x="22987" y="93151"/>
                      <a:pt x="17500" y="89896"/>
                    </a:cubicBezTo>
                    <a:cubicBezTo>
                      <a:pt x="12014" y="86628"/>
                      <a:pt x="9271" y="82526"/>
                      <a:pt x="9271" y="77604"/>
                    </a:cubicBezTo>
                    <a:cubicBezTo>
                      <a:pt x="9271" y="72604"/>
                      <a:pt x="12031" y="68502"/>
                      <a:pt x="17552" y="65312"/>
                    </a:cubicBezTo>
                    <a:cubicBezTo>
                      <a:pt x="23073" y="62110"/>
                      <a:pt x="31354" y="60521"/>
                      <a:pt x="42396" y="60521"/>
                    </a:cubicBezTo>
                    <a:close/>
                    <a:moveTo>
                      <a:pt x="106667" y="59687"/>
                    </a:moveTo>
                    <a:lnTo>
                      <a:pt x="165833" y="59687"/>
                    </a:lnTo>
                    <a:cubicBezTo>
                      <a:pt x="166667" y="59687"/>
                      <a:pt x="167240" y="59844"/>
                      <a:pt x="167552" y="60156"/>
                    </a:cubicBezTo>
                    <a:cubicBezTo>
                      <a:pt x="167865" y="60469"/>
                      <a:pt x="168021" y="61042"/>
                      <a:pt x="168021" y="61875"/>
                    </a:cubicBezTo>
                    <a:lnTo>
                      <a:pt x="168021" y="93542"/>
                    </a:lnTo>
                    <a:lnTo>
                      <a:pt x="159792" y="93542"/>
                    </a:lnTo>
                    <a:lnTo>
                      <a:pt x="159792" y="66771"/>
                    </a:lnTo>
                    <a:lnTo>
                      <a:pt x="106667" y="66771"/>
                    </a:lnTo>
                    <a:close/>
                    <a:moveTo>
                      <a:pt x="53646" y="34375"/>
                    </a:moveTo>
                    <a:cubicBezTo>
                      <a:pt x="51910" y="34792"/>
                      <a:pt x="50070" y="35065"/>
                      <a:pt x="48125" y="35208"/>
                    </a:cubicBezTo>
                    <a:cubicBezTo>
                      <a:pt x="46181" y="35338"/>
                      <a:pt x="44237" y="35416"/>
                      <a:pt x="42292" y="35416"/>
                    </a:cubicBezTo>
                    <a:cubicBezTo>
                      <a:pt x="40348" y="35416"/>
                      <a:pt x="38421" y="35338"/>
                      <a:pt x="36510" y="35208"/>
                    </a:cubicBezTo>
                    <a:cubicBezTo>
                      <a:pt x="34602" y="35065"/>
                      <a:pt x="32883" y="34818"/>
                      <a:pt x="31354" y="34479"/>
                    </a:cubicBezTo>
                    <a:lnTo>
                      <a:pt x="31354" y="46042"/>
                    </a:lnTo>
                    <a:lnTo>
                      <a:pt x="53646" y="46042"/>
                    </a:lnTo>
                    <a:close/>
                    <a:moveTo>
                      <a:pt x="141979" y="18020"/>
                    </a:moveTo>
                    <a:cubicBezTo>
                      <a:pt x="142396" y="19271"/>
                      <a:pt x="142708" y="20533"/>
                      <a:pt x="142917" y="21822"/>
                    </a:cubicBezTo>
                    <a:cubicBezTo>
                      <a:pt x="143125" y="23099"/>
                      <a:pt x="143229" y="24375"/>
                      <a:pt x="143229" y="25625"/>
                    </a:cubicBezTo>
                    <a:cubicBezTo>
                      <a:pt x="143229" y="26666"/>
                      <a:pt x="143160" y="27682"/>
                      <a:pt x="143021" y="28698"/>
                    </a:cubicBezTo>
                    <a:cubicBezTo>
                      <a:pt x="142883" y="29701"/>
                      <a:pt x="142708" y="30651"/>
                      <a:pt x="142500" y="31563"/>
                    </a:cubicBezTo>
                    <a:lnTo>
                      <a:pt x="159896" y="31563"/>
                    </a:lnTo>
                    <a:lnTo>
                      <a:pt x="159896" y="18020"/>
                    </a:lnTo>
                    <a:close/>
                    <a:moveTo>
                      <a:pt x="118958" y="9271"/>
                    </a:moveTo>
                    <a:cubicBezTo>
                      <a:pt x="113889" y="9271"/>
                      <a:pt x="109983" y="10859"/>
                      <a:pt x="107240" y="14063"/>
                    </a:cubicBezTo>
                    <a:cubicBezTo>
                      <a:pt x="104497" y="17253"/>
                      <a:pt x="103125" y="21145"/>
                      <a:pt x="103125" y="25729"/>
                    </a:cubicBezTo>
                    <a:cubicBezTo>
                      <a:pt x="103125" y="30234"/>
                      <a:pt x="104497" y="34115"/>
                      <a:pt x="107240" y="37344"/>
                    </a:cubicBezTo>
                    <a:cubicBezTo>
                      <a:pt x="109983" y="40573"/>
                      <a:pt x="113889" y="42187"/>
                      <a:pt x="118958" y="42187"/>
                    </a:cubicBezTo>
                    <a:cubicBezTo>
                      <a:pt x="123958" y="42187"/>
                      <a:pt x="127831" y="40573"/>
                      <a:pt x="130573" y="37344"/>
                    </a:cubicBezTo>
                    <a:cubicBezTo>
                      <a:pt x="133316" y="34115"/>
                      <a:pt x="134688" y="30234"/>
                      <a:pt x="134688" y="25729"/>
                    </a:cubicBezTo>
                    <a:cubicBezTo>
                      <a:pt x="134688" y="21145"/>
                      <a:pt x="133316" y="17253"/>
                      <a:pt x="130573" y="14063"/>
                    </a:cubicBezTo>
                    <a:cubicBezTo>
                      <a:pt x="127831" y="10859"/>
                      <a:pt x="123958" y="9271"/>
                      <a:pt x="118958" y="9271"/>
                    </a:cubicBezTo>
                    <a:close/>
                    <a:moveTo>
                      <a:pt x="42292" y="6250"/>
                    </a:moveTo>
                    <a:cubicBezTo>
                      <a:pt x="34792" y="6250"/>
                      <a:pt x="28994" y="7292"/>
                      <a:pt x="24896" y="9375"/>
                    </a:cubicBezTo>
                    <a:cubicBezTo>
                      <a:pt x="20799" y="11458"/>
                      <a:pt x="18750" y="14167"/>
                      <a:pt x="18750" y="17500"/>
                    </a:cubicBezTo>
                    <a:cubicBezTo>
                      <a:pt x="18750" y="20755"/>
                      <a:pt x="20904" y="23464"/>
                      <a:pt x="25208" y="25625"/>
                    </a:cubicBezTo>
                    <a:cubicBezTo>
                      <a:pt x="29514" y="27773"/>
                      <a:pt x="35208" y="28854"/>
                      <a:pt x="42292" y="28854"/>
                    </a:cubicBezTo>
                    <a:cubicBezTo>
                      <a:pt x="49167" y="28854"/>
                      <a:pt x="54827" y="27825"/>
                      <a:pt x="59271" y="25781"/>
                    </a:cubicBezTo>
                    <a:cubicBezTo>
                      <a:pt x="63716" y="23723"/>
                      <a:pt x="65938" y="21041"/>
                      <a:pt x="65938" y="17708"/>
                    </a:cubicBezTo>
                    <a:cubicBezTo>
                      <a:pt x="65938" y="14375"/>
                      <a:pt x="63820" y="11628"/>
                      <a:pt x="59583" y="9479"/>
                    </a:cubicBezTo>
                    <a:cubicBezTo>
                      <a:pt x="55348" y="7318"/>
                      <a:pt x="49583" y="6250"/>
                      <a:pt x="42292" y="6250"/>
                    </a:cubicBezTo>
                    <a:close/>
                    <a:moveTo>
                      <a:pt x="159896" y="625"/>
                    </a:moveTo>
                    <a:lnTo>
                      <a:pt x="168229" y="625"/>
                    </a:lnTo>
                    <a:lnTo>
                      <a:pt x="168229" y="54688"/>
                    </a:lnTo>
                    <a:lnTo>
                      <a:pt x="159896" y="54688"/>
                    </a:lnTo>
                    <a:lnTo>
                      <a:pt x="159896" y="38541"/>
                    </a:lnTo>
                    <a:lnTo>
                      <a:pt x="139583" y="38541"/>
                    </a:lnTo>
                    <a:cubicBezTo>
                      <a:pt x="137500" y="41875"/>
                      <a:pt x="134671" y="44545"/>
                      <a:pt x="131094" y="46562"/>
                    </a:cubicBezTo>
                    <a:cubicBezTo>
                      <a:pt x="127518" y="48567"/>
                      <a:pt x="123438" y="49583"/>
                      <a:pt x="118854" y="49583"/>
                    </a:cubicBezTo>
                    <a:cubicBezTo>
                      <a:pt x="115313" y="49583"/>
                      <a:pt x="112050" y="48958"/>
                      <a:pt x="109063" y="47708"/>
                    </a:cubicBezTo>
                    <a:cubicBezTo>
                      <a:pt x="106077" y="46458"/>
                      <a:pt x="103508" y="44753"/>
                      <a:pt x="101354" y="42604"/>
                    </a:cubicBezTo>
                    <a:cubicBezTo>
                      <a:pt x="99202" y="40443"/>
                      <a:pt x="97535" y="37917"/>
                      <a:pt x="96354" y="35000"/>
                    </a:cubicBezTo>
                    <a:cubicBezTo>
                      <a:pt x="95175" y="32083"/>
                      <a:pt x="94583" y="28958"/>
                      <a:pt x="94583" y="25625"/>
                    </a:cubicBezTo>
                    <a:cubicBezTo>
                      <a:pt x="94583" y="22422"/>
                      <a:pt x="95175" y="19388"/>
                      <a:pt x="96354" y="16510"/>
                    </a:cubicBezTo>
                    <a:cubicBezTo>
                      <a:pt x="97535" y="13620"/>
                      <a:pt x="99202" y="11106"/>
                      <a:pt x="101354" y="8958"/>
                    </a:cubicBezTo>
                    <a:cubicBezTo>
                      <a:pt x="103508" y="6797"/>
                      <a:pt x="106077" y="5078"/>
                      <a:pt x="109063" y="3802"/>
                    </a:cubicBezTo>
                    <a:cubicBezTo>
                      <a:pt x="112050" y="2513"/>
                      <a:pt x="115313" y="1875"/>
                      <a:pt x="118854" y="1875"/>
                    </a:cubicBezTo>
                    <a:cubicBezTo>
                      <a:pt x="122952" y="1875"/>
                      <a:pt x="126667" y="2721"/>
                      <a:pt x="130000" y="4427"/>
                    </a:cubicBezTo>
                    <a:cubicBezTo>
                      <a:pt x="133333" y="6119"/>
                      <a:pt x="136112" y="8334"/>
                      <a:pt x="138333" y="11041"/>
                    </a:cubicBezTo>
                    <a:lnTo>
                      <a:pt x="159896" y="11041"/>
                    </a:lnTo>
                    <a:close/>
                    <a:moveTo>
                      <a:pt x="42292" y="0"/>
                    </a:moveTo>
                    <a:cubicBezTo>
                      <a:pt x="53264" y="0"/>
                      <a:pt x="61425" y="1744"/>
                      <a:pt x="66771" y="5260"/>
                    </a:cubicBezTo>
                    <a:cubicBezTo>
                      <a:pt x="72119" y="8763"/>
                      <a:pt x="74792" y="12943"/>
                      <a:pt x="74792" y="17812"/>
                    </a:cubicBezTo>
                    <a:cubicBezTo>
                      <a:pt x="74792" y="20794"/>
                      <a:pt x="73698" y="23568"/>
                      <a:pt x="71510" y="26146"/>
                    </a:cubicBezTo>
                    <a:cubicBezTo>
                      <a:pt x="69323" y="28711"/>
                      <a:pt x="66042" y="30833"/>
                      <a:pt x="61667" y="32500"/>
                    </a:cubicBezTo>
                    <a:lnTo>
                      <a:pt x="61667" y="46042"/>
                    </a:lnTo>
                    <a:lnTo>
                      <a:pt x="84583" y="46042"/>
                    </a:lnTo>
                    <a:lnTo>
                      <a:pt x="84583" y="53125"/>
                    </a:lnTo>
                    <a:lnTo>
                      <a:pt x="0" y="53125"/>
                    </a:lnTo>
                    <a:lnTo>
                      <a:pt x="0" y="46042"/>
                    </a:lnTo>
                    <a:lnTo>
                      <a:pt x="23229" y="46042"/>
                    </a:lnTo>
                    <a:lnTo>
                      <a:pt x="23229" y="32500"/>
                    </a:lnTo>
                    <a:cubicBezTo>
                      <a:pt x="18785" y="30833"/>
                      <a:pt x="15469" y="28698"/>
                      <a:pt x="13281" y="26093"/>
                    </a:cubicBezTo>
                    <a:cubicBezTo>
                      <a:pt x="11094" y="23490"/>
                      <a:pt x="10000" y="20651"/>
                      <a:pt x="10000" y="17604"/>
                    </a:cubicBezTo>
                    <a:cubicBezTo>
                      <a:pt x="10000" y="12813"/>
                      <a:pt x="12708" y="8672"/>
                      <a:pt x="18125" y="5208"/>
                    </a:cubicBezTo>
                    <a:cubicBezTo>
                      <a:pt x="23542" y="1732"/>
                      <a:pt x="31598" y="0"/>
                      <a:pt x="4229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42" name="TextBox 741">
                <a:extLst>
                  <a:ext uri="{FF2B5EF4-FFF2-40B4-BE49-F238E27FC236}">
                    <a16:creationId xmlns:a16="http://schemas.microsoft.com/office/drawing/2014/main" id="{D2D18EDD-0A0A-4DCA-89A6-34FCF033C413}"/>
                  </a:ext>
                </a:extLst>
              </p:cNvPr>
              <p:cNvSpPr txBox="1"/>
              <p:nvPr/>
            </p:nvSpPr>
            <p:spPr>
              <a:xfrm>
                <a:off x="1120402" y="7391258"/>
                <a:ext cx="36517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용역</a:t>
                </a:r>
              </a:p>
            </p:txBody>
          </p:sp>
        </p:grpSp>
        <p:sp>
          <p:nvSpPr>
            <p:cNvPr id="743" name="자유형: 도형 742">
              <a:extLst>
                <a:ext uri="{FF2B5EF4-FFF2-40B4-BE49-F238E27FC236}">
                  <a16:creationId xmlns:a16="http://schemas.microsoft.com/office/drawing/2014/main" id="{D679A1C1-D617-4C17-9D2F-D90A660BD17C}"/>
                </a:ext>
              </a:extLst>
            </p:cNvPr>
            <p:cNvSpPr/>
            <p:nvPr/>
          </p:nvSpPr>
          <p:spPr>
            <a:xfrm>
              <a:off x="3018050" y="7331535"/>
              <a:ext cx="631667" cy="81563"/>
            </a:xfrm>
            <a:custGeom>
              <a:avLst/>
              <a:gdLst>
                <a:gd name="connsiteX0" fmla="*/ 408021 w 631667"/>
                <a:gd name="connsiteY0" fmla="*/ 70833 h 81563"/>
                <a:gd name="connsiteX1" fmla="*/ 418750 w 631667"/>
                <a:gd name="connsiteY1" fmla="*/ 70833 h 81563"/>
                <a:gd name="connsiteX2" fmla="*/ 418750 w 631667"/>
                <a:gd name="connsiteY2" fmla="*/ 81563 h 81563"/>
                <a:gd name="connsiteX3" fmla="*/ 408021 w 631667"/>
                <a:gd name="connsiteY3" fmla="*/ 81563 h 81563"/>
                <a:gd name="connsiteX4" fmla="*/ 251771 w 631667"/>
                <a:gd name="connsiteY4" fmla="*/ 70833 h 81563"/>
                <a:gd name="connsiteX5" fmla="*/ 262500 w 631667"/>
                <a:gd name="connsiteY5" fmla="*/ 70833 h 81563"/>
                <a:gd name="connsiteX6" fmla="*/ 262500 w 631667"/>
                <a:gd name="connsiteY6" fmla="*/ 81563 h 81563"/>
                <a:gd name="connsiteX7" fmla="*/ 251771 w 631667"/>
                <a:gd name="connsiteY7" fmla="*/ 81563 h 81563"/>
                <a:gd name="connsiteX8" fmla="*/ 598855 w 631667"/>
                <a:gd name="connsiteY8" fmla="*/ 33959 h 81563"/>
                <a:gd name="connsiteX9" fmla="*/ 604219 w 631667"/>
                <a:gd name="connsiteY9" fmla="*/ 34948 h 81563"/>
                <a:gd name="connsiteX10" fmla="*/ 609063 w 631667"/>
                <a:gd name="connsiteY10" fmla="*/ 37917 h 81563"/>
                <a:gd name="connsiteX11" fmla="*/ 613854 w 631667"/>
                <a:gd name="connsiteY11" fmla="*/ 41406 h 81563"/>
                <a:gd name="connsiteX12" fmla="*/ 618125 w 631667"/>
                <a:gd name="connsiteY12" fmla="*/ 42605 h 81563"/>
                <a:gd name="connsiteX13" fmla="*/ 623386 w 631667"/>
                <a:gd name="connsiteY13" fmla="*/ 40313 h 81563"/>
                <a:gd name="connsiteX14" fmla="*/ 626980 w 631667"/>
                <a:gd name="connsiteY14" fmla="*/ 33959 h 81563"/>
                <a:gd name="connsiteX15" fmla="*/ 631667 w 631667"/>
                <a:gd name="connsiteY15" fmla="*/ 36771 h 81563"/>
                <a:gd name="connsiteX16" fmla="*/ 626719 w 631667"/>
                <a:gd name="connsiteY16" fmla="*/ 45834 h 81563"/>
                <a:gd name="connsiteX17" fmla="*/ 618021 w 631667"/>
                <a:gd name="connsiteY17" fmla="*/ 49271 h 81563"/>
                <a:gd name="connsiteX18" fmla="*/ 612605 w 631667"/>
                <a:gd name="connsiteY18" fmla="*/ 48334 h 81563"/>
                <a:gd name="connsiteX19" fmla="*/ 607813 w 631667"/>
                <a:gd name="connsiteY19" fmla="*/ 45313 h 81563"/>
                <a:gd name="connsiteX20" fmla="*/ 602969 w 631667"/>
                <a:gd name="connsiteY20" fmla="*/ 41875 h 81563"/>
                <a:gd name="connsiteX21" fmla="*/ 598750 w 631667"/>
                <a:gd name="connsiteY21" fmla="*/ 40625 h 81563"/>
                <a:gd name="connsiteX22" fmla="*/ 593646 w 631667"/>
                <a:gd name="connsiteY22" fmla="*/ 42656 h 81563"/>
                <a:gd name="connsiteX23" fmla="*/ 590105 w 631667"/>
                <a:gd name="connsiteY23" fmla="*/ 48438 h 81563"/>
                <a:gd name="connsiteX24" fmla="*/ 585417 w 631667"/>
                <a:gd name="connsiteY24" fmla="*/ 45625 h 81563"/>
                <a:gd name="connsiteX25" fmla="*/ 590313 w 631667"/>
                <a:gd name="connsiteY25" fmla="*/ 37396 h 81563"/>
                <a:gd name="connsiteX26" fmla="*/ 598855 w 631667"/>
                <a:gd name="connsiteY26" fmla="*/ 33959 h 81563"/>
                <a:gd name="connsiteX27" fmla="*/ 519271 w 631667"/>
                <a:gd name="connsiteY27" fmla="*/ 7188 h 81563"/>
                <a:gd name="connsiteX28" fmla="*/ 510469 w 631667"/>
                <a:gd name="connsiteY28" fmla="*/ 10834 h 81563"/>
                <a:gd name="connsiteX29" fmla="*/ 505729 w 631667"/>
                <a:gd name="connsiteY29" fmla="*/ 19584 h 81563"/>
                <a:gd name="connsiteX30" fmla="*/ 503698 w 631667"/>
                <a:gd name="connsiteY30" fmla="*/ 30573 h 81563"/>
                <a:gd name="connsiteX31" fmla="*/ 503334 w 631667"/>
                <a:gd name="connsiteY31" fmla="*/ 40729 h 81563"/>
                <a:gd name="connsiteX32" fmla="*/ 503698 w 631667"/>
                <a:gd name="connsiteY32" fmla="*/ 50782 h 81563"/>
                <a:gd name="connsiteX33" fmla="*/ 505729 w 631667"/>
                <a:gd name="connsiteY33" fmla="*/ 61667 h 81563"/>
                <a:gd name="connsiteX34" fmla="*/ 510469 w 631667"/>
                <a:gd name="connsiteY34" fmla="*/ 70313 h 81563"/>
                <a:gd name="connsiteX35" fmla="*/ 519271 w 631667"/>
                <a:gd name="connsiteY35" fmla="*/ 73854 h 81563"/>
                <a:gd name="connsiteX36" fmla="*/ 528230 w 631667"/>
                <a:gd name="connsiteY36" fmla="*/ 70313 h 81563"/>
                <a:gd name="connsiteX37" fmla="*/ 533229 w 631667"/>
                <a:gd name="connsiteY37" fmla="*/ 61667 h 81563"/>
                <a:gd name="connsiteX38" fmla="*/ 535521 w 631667"/>
                <a:gd name="connsiteY38" fmla="*/ 50782 h 81563"/>
                <a:gd name="connsiteX39" fmla="*/ 536042 w 631667"/>
                <a:gd name="connsiteY39" fmla="*/ 40729 h 81563"/>
                <a:gd name="connsiteX40" fmla="*/ 535521 w 631667"/>
                <a:gd name="connsiteY40" fmla="*/ 30573 h 81563"/>
                <a:gd name="connsiteX41" fmla="*/ 533229 w 631667"/>
                <a:gd name="connsiteY41" fmla="*/ 19584 h 81563"/>
                <a:gd name="connsiteX42" fmla="*/ 528230 w 631667"/>
                <a:gd name="connsiteY42" fmla="*/ 10834 h 81563"/>
                <a:gd name="connsiteX43" fmla="*/ 519271 w 631667"/>
                <a:gd name="connsiteY43" fmla="*/ 7188 h 81563"/>
                <a:gd name="connsiteX44" fmla="*/ 89583 w 631667"/>
                <a:gd name="connsiteY44" fmla="*/ 7188 h 81563"/>
                <a:gd name="connsiteX45" fmla="*/ 80781 w 631667"/>
                <a:gd name="connsiteY45" fmla="*/ 10834 h 81563"/>
                <a:gd name="connsiteX46" fmla="*/ 76042 w 631667"/>
                <a:gd name="connsiteY46" fmla="*/ 19584 h 81563"/>
                <a:gd name="connsiteX47" fmla="*/ 74011 w 631667"/>
                <a:gd name="connsiteY47" fmla="*/ 30573 h 81563"/>
                <a:gd name="connsiteX48" fmla="*/ 73646 w 631667"/>
                <a:gd name="connsiteY48" fmla="*/ 40729 h 81563"/>
                <a:gd name="connsiteX49" fmla="*/ 74011 w 631667"/>
                <a:gd name="connsiteY49" fmla="*/ 50782 h 81563"/>
                <a:gd name="connsiteX50" fmla="*/ 76042 w 631667"/>
                <a:gd name="connsiteY50" fmla="*/ 61667 h 81563"/>
                <a:gd name="connsiteX51" fmla="*/ 80781 w 631667"/>
                <a:gd name="connsiteY51" fmla="*/ 70313 h 81563"/>
                <a:gd name="connsiteX52" fmla="*/ 89583 w 631667"/>
                <a:gd name="connsiteY52" fmla="*/ 73854 h 81563"/>
                <a:gd name="connsiteX53" fmla="*/ 98542 w 631667"/>
                <a:gd name="connsiteY53" fmla="*/ 70313 h 81563"/>
                <a:gd name="connsiteX54" fmla="*/ 103542 w 631667"/>
                <a:gd name="connsiteY54" fmla="*/ 61667 h 81563"/>
                <a:gd name="connsiteX55" fmla="*/ 105833 w 631667"/>
                <a:gd name="connsiteY55" fmla="*/ 50782 h 81563"/>
                <a:gd name="connsiteX56" fmla="*/ 106354 w 631667"/>
                <a:gd name="connsiteY56" fmla="*/ 40729 h 81563"/>
                <a:gd name="connsiteX57" fmla="*/ 105833 w 631667"/>
                <a:gd name="connsiteY57" fmla="*/ 30573 h 81563"/>
                <a:gd name="connsiteX58" fmla="*/ 103542 w 631667"/>
                <a:gd name="connsiteY58" fmla="*/ 19584 h 81563"/>
                <a:gd name="connsiteX59" fmla="*/ 98542 w 631667"/>
                <a:gd name="connsiteY59" fmla="*/ 10834 h 81563"/>
                <a:gd name="connsiteX60" fmla="*/ 89583 w 631667"/>
                <a:gd name="connsiteY60" fmla="*/ 7188 h 81563"/>
                <a:gd name="connsiteX61" fmla="*/ 296875 w 631667"/>
                <a:gd name="connsiteY61" fmla="*/ 3125 h 81563"/>
                <a:gd name="connsiteX62" fmla="*/ 302813 w 631667"/>
                <a:gd name="connsiteY62" fmla="*/ 3125 h 81563"/>
                <a:gd name="connsiteX63" fmla="*/ 304375 w 631667"/>
                <a:gd name="connsiteY63" fmla="*/ 3542 h 81563"/>
                <a:gd name="connsiteX64" fmla="*/ 304792 w 631667"/>
                <a:gd name="connsiteY64" fmla="*/ 5105 h 81563"/>
                <a:gd name="connsiteX65" fmla="*/ 304792 w 631667"/>
                <a:gd name="connsiteY65" fmla="*/ 79167 h 81563"/>
                <a:gd name="connsiteX66" fmla="*/ 296563 w 631667"/>
                <a:gd name="connsiteY66" fmla="*/ 79167 h 81563"/>
                <a:gd name="connsiteX67" fmla="*/ 296563 w 631667"/>
                <a:gd name="connsiteY67" fmla="*/ 12084 h 81563"/>
                <a:gd name="connsiteX68" fmla="*/ 289532 w 631667"/>
                <a:gd name="connsiteY68" fmla="*/ 17865 h 81563"/>
                <a:gd name="connsiteX69" fmla="*/ 280313 w 631667"/>
                <a:gd name="connsiteY69" fmla="*/ 23125 h 81563"/>
                <a:gd name="connsiteX70" fmla="*/ 280313 w 631667"/>
                <a:gd name="connsiteY70" fmla="*/ 15209 h 81563"/>
                <a:gd name="connsiteX71" fmla="*/ 288959 w 631667"/>
                <a:gd name="connsiteY71" fmla="*/ 10104 h 81563"/>
                <a:gd name="connsiteX72" fmla="*/ 296875 w 631667"/>
                <a:gd name="connsiteY72" fmla="*/ 3125 h 81563"/>
                <a:gd name="connsiteX73" fmla="*/ 452813 w 631667"/>
                <a:gd name="connsiteY73" fmla="*/ 1354 h 81563"/>
                <a:gd name="connsiteX74" fmla="*/ 461615 w 631667"/>
                <a:gd name="connsiteY74" fmla="*/ 2553 h 81563"/>
                <a:gd name="connsiteX75" fmla="*/ 469063 w 631667"/>
                <a:gd name="connsiteY75" fmla="*/ 6251 h 81563"/>
                <a:gd name="connsiteX76" fmla="*/ 474115 w 631667"/>
                <a:gd name="connsiteY76" fmla="*/ 12604 h 81563"/>
                <a:gd name="connsiteX77" fmla="*/ 476042 w 631667"/>
                <a:gd name="connsiteY77" fmla="*/ 21771 h 81563"/>
                <a:gd name="connsiteX78" fmla="*/ 471771 w 631667"/>
                <a:gd name="connsiteY78" fmla="*/ 33437 h 81563"/>
                <a:gd name="connsiteX79" fmla="*/ 460625 w 631667"/>
                <a:gd name="connsiteY79" fmla="*/ 39792 h 81563"/>
                <a:gd name="connsiteX80" fmla="*/ 472969 w 631667"/>
                <a:gd name="connsiteY80" fmla="*/ 46198 h 81563"/>
                <a:gd name="connsiteX81" fmla="*/ 477709 w 631667"/>
                <a:gd name="connsiteY81" fmla="*/ 59063 h 81563"/>
                <a:gd name="connsiteX82" fmla="*/ 475573 w 631667"/>
                <a:gd name="connsiteY82" fmla="*/ 69010 h 81563"/>
                <a:gd name="connsiteX83" fmla="*/ 469896 w 631667"/>
                <a:gd name="connsiteY83" fmla="*/ 75834 h 81563"/>
                <a:gd name="connsiteX84" fmla="*/ 461771 w 631667"/>
                <a:gd name="connsiteY84" fmla="*/ 79687 h 81563"/>
                <a:gd name="connsiteX85" fmla="*/ 452396 w 631667"/>
                <a:gd name="connsiteY85" fmla="*/ 80938 h 81563"/>
                <a:gd name="connsiteX86" fmla="*/ 434636 w 631667"/>
                <a:gd name="connsiteY86" fmla="*/ 75000 h 81563"/>
                <a:gd name="connsiteX87" fmla="*/ 427917 w 631667"/>
                <a:gd name="connsiteY87" fmla="*/ 58542 h 81563"/>
                <a:gd name="connsiteX88" fmla="*/ 436146 w 631667"/>
                <a:gd name="connsiteY88" fmla="*/ 58542 h 81563"/>
                <a:gd name="connsiteX89" fmla="*/ 441094 w 631667"/>
                <a:gd name="connsiteY89" fmla="*/ 69896 h 81563"/>
                <a:gd name="connsiteX90" fmla="*/ 452709 w 631667"/>
                <a:gd name="connsiteY90" fmla="*/ 73750 h 81563"/>
                <a:gd name="connsiteX91" fmla="*/ 464896 w 631667"/>
                <a:gd name="connsiteY91" fmla="*/ 69687 h 81563"/>
                <a:gd name="connsiteX92" fmla="*/ 469375 w 631667"/>
                <a:gd name="connsiteY92" fmla="*/ 58125 h 81563"/>
                <a:gd name="connsiteX93" fmla="*/ 467917 w 631667"/>
                <a:gd name="connsiteY93" fmla="*/ 51510 h 81563"/>
                <a:gd name="connsiteX94" fmla="*/ 464063 w 631667"/>
                <a:gd name="connsiteY94" fmla="*/ 46980 h 81563"/>
                <a:gd name="connsiteX95" fmla="*/ 458490 w 631667"/>
                <a:gd name="connsiteY95" fmla="*/ 44375 h 81563"/>
                <a:gd name="connsiteX96" fmla="*/ 452188 w 631667"/>
                <a:gd name="connsiteY96" fmla="*/ 43333 h 81563"/>
                <a:gd name="connsiteX97" fmla="*/ 448021 w 631667"/>
                <a:gd name="connsiteY97" fmla="*/ 43333 h 81563"/>
                <a:gd name="connsiteX98" fmla="*/ 446563 w 631667"/>
                <a:gd name="connsiteY98" fmla="*/ 43074 h 81563"/>
                <a:gd name="connsiteX99" fmla="*/ 446354 w 631667"/>
                <a:gd name="connsiteY99" fmla="*/ 41667 h 81563"/>
                <a:gd name="connsiteX100" fmla="*/ 446354 w 631667"/>
                <a:gd name="connsiteY100" fmla="*/ 37812 h 81563"/>
                <a:gd name="connsiteX101" fmla="*/ 446563 w 631667"/>
                <a:gd name="connsiteY101" fmla="*/ 36146 h 81563"/>
                <a:gd name="connsiteX102" fmla="*/ 448021 w 631667"/>
                <a:gd name="connsiteY102" fmla="*/ 35729 h 81563"/>
                <a:gd name="connsiteX103" fmla="*/ 451459 w 631667"/>
                <a:gd name="connsiteY103" fmla="*/ 35729 h 81563"/>
                <a:gd name="connsiteX104" fmla="*/ 457552 w 631667"/>
                <a:gd name="connsiteY104" fmla="*/ 34948 h 81563"/>
                <a:gd name="connsiteX105" fmla="*/ 462709 w 631667"/>
                <a:gd name="connsiteY105" fmla="*/ 32500 h 81563"/>
                <a:gd name="connsiteX106" fmla="*/ 466355 w 631667"/>
                <a:gd name="connsiteY106" fmla="*/ 28385 h 81563"/>
                <a:gd name="connsiteX107" fmla="*/ 467709 w 631667"/>
                <a:gd name="connsiteY107" fmla="*/ 22188 h 81563"/>
                <a:gd name="connsiteX108" fmla="*/ 463386 w 631667"/>
                <a:gd name="connsiteY108" fmla="*/ 12084 h 81563"/>
                <a:gd name="connsiteX109" fmla="*/ 452500 w 631667"/>
                <a:gd name="connsiteY109" fmla="*/ 8542 h 81563"/>
                <a:gd name="connsiteX110" fmla="*/ 441823 w 631667"/>
                <a:gd name="connsiteY110" fmla="*/ 12084 h 81563"/>
                <a:gd name="connsiteX111" fmla="*/ 437292 w 631667"/>
                <a:gd name="connsiteY111" fmla="*/ 22292 h 81563"/>
                <a:gd name="connsiteX112" fmla="*/ 428959 w 631667"/>
                <a:gd name="connsiteY112" fmla="*/ 22292 h 81563"/>
                <a:gd name="connsiteX113" fmla="*/ 435625 w 631667"/>
                <a:gd name="connsiteY113" fmla="*/ 6979 h 81563"/>
                <a:gd name="connsiteX114" fmla="*/ 452813 w 631667"/>
                <a:gd name="connsiteY114" fmla="*/ 1354 h 81563"/>
                <a:gd name="connsiteX115" fmla="*/ 361563 w 631667"/>
                <a:gd name="connsiteY115" fmla="*/ 1354 h 81563"/>
                <a:gd name="connsiteX116" fmla="*/ 377604 w 631667"/>
                <a:gd name="connsiteY116" fmla="*/ 6459 h 81563"/>
                <a:gd name="connsiteX117" fmla="*/ 384063 w 631667"/>
                <a:gd name="connsiteY117" fmla="*/ 21458 h 81563"/>
                <a:gd name="connsiteX118" fmla="*/ 379948 w 631667"/>
                <a:gd name="connsiteY118" fmla="*/ 35313 h 81563"/>
                <a:gd name="connsiteX119" fmla="*/ 370104 w 631667"/>
                <a:gd name="connsiteY119" fmla="*/ 49271 h 81563"/>
                <a:gd name="connsiteX120" fmla="*/ 358229 w 631667"/>
                <a:gd name="connsiteY120" fmla="*/ 61979 h 81563"/>
                <a:gd name="connsiteX121" fmla="*/ 348021 w 631667"/>
                <a:gd name="connsiteY121" fmla="*/ 71979 h 81563"/>
                <a:gd name="connsiteX122" fmla="*/ 385729 w 631667"/>
                <a:gd name="connsiteY122" fmla="*/ 71979 h 81563"/>
                <a:gd name="connsiteX123" fmla="*/ 385729 w 631667"/>
                <a:gd name="connsiteY123" fmla="*/ 79167 h 81563"/>
                <a:gd name="connsiteX124" fmla="*/ 340000 w 631667"/>
                <a:gd name="connsiteY124" fmla="*/ 79167 h 81563"/>
                <a:gd name="connsiteX125" fmla="*/ 338802 w 631667"/>
                <a:gd name="connsiteY125" fmla="*/ 78855 h 81563"/>
                <a:gd name="connsiteX126" fmla="*/ 338542 w 631667"/>
                <a:gd name="connsiteY126" fmla="*/ 77604 h 81563"/>
                <a:gd name="connsiteX127" fmla="*/ 338542 w 631667"/>
                <a:gd name="connsiteY127" fmla="*/ 71355 h 81563"/>
                <a:gd name="connsiteX128" fmla="*/ 342865 w 631667"/>
                <a:gd name="connsiteY128" fmla="*/ 67188 h 81563"/>
                <a:gd name="connsiteX129" fmla="*/ 348438 w 631667"/>
                <a:gd name="connsiteY129" fmla="*/ 61667 h 81563"/>
                <a:gd name="connsiteX130" fmla="*/ 354479 w 631667"/>
                <a:gd name="connsiteY130" fmla="*/ 55208 h 81563"/>
                <a:gd name="connsiteX131" fmla="*/ 360625 w 631667"/>
                <a:gd name="connsiteY131" fmla="*/ 48126 h 81563"/>
                <a:gd name="connsiteX132" fmla="*/ 366354 w 631667"/>
                <a:gd name="connsiteY132" fmla="*/ 40990 h 81563"/>
                <a:gd name="connsiteX133" fmla="*/ 371042 w 631667"/>
                <a:gd name="connsiteY133" fmla="*/ 34063 h 81563"/>
                <a:gd name="connsiteX134" fmla="*/ 374323 w 631667"/>
                <a:gd name="connsiteY134" fmla="*/ 27604 h 81563"/>
                <a:gd name="connsiteX135" fmla="*/ 375521 w 631667"/>
                <a:gd name="connsiteY135" fmla="*/ 22084 h 81563"/>
                <a:gd name="connsiteX136" fmla="*/ 371563 w 631667"/>
                <a:gd name="connsiteY136" fmla="*/ 11927 h 81563"/>
                <a:gd name="connsiteX137" fmla="*/ 361354 w 631667"/>
                <a:gd name="connsiteY137" fmla="*/ 8542 h 81563"/>
                <a:gd name="connsiteX138" fmla="*/ 351511 w 631667"/>
                <a:gd name="connsiteY138" fmla="*/ 12709 h 81563"/>
                <a:gd name="connsiteX139" fmla="*/ 347708 w 631667"/>
                <a:gd name="connsiteY139" fmla="*/ 23542 h 81563"/>
                <a:gd name="connsiteX140" fmla="*/ 339167 w 631667"/>
                <a:gd name="connsiteY140" fmla="*/ 23542 h 81563"/>
                <a:gd name="connsiteX141" fmla="*/ 340833 w 631667"/>
                <a:gd name="connsiteY141" fmla="*/ 14428 h 81563"/>
                <a:gd name="connsiteX142" fmla="*/ 345521 w 631667"/>
                <a:gd name="connsiteY142" fmla="*/ 7396 h 81563"/>
                <a:gd name="connsiteX143" fmla="*/ 352656 w 631667"/>
                <a:gd name="connsiteY143" fmla="*/ 2917 h 81563"/>
                <a:gd name="connsiteX144" fmla="*/ 361563 w 631667"/>
                <a:gd name="connsiteY144" fmla="*/ 1354 h 81563"/>
                <a:gd name="connsiteX145" fmla="*/ 205313 w 631667"/>
                <a:gd name="connsiteY145" fmla="*/ 1354 h 81563"/>
                <a:gd name="connsiteX146" fmla="*/ 221354 w 631667"/>
                <a:gd name="connsiteY146" fmla="*/ 6459 h 81563"/>
                <a:gd name="connsiteX147" fmla="*/ 227813 w 631667"/>
                <a:gd name="connsiteY147" fmla="*/ 21458 h 81563"/>
                <a:gd name="connsiteX148" fmla="*/ 223698 w 631667"/>
                <a:gd name="connsiteY148" fmla="*/ 35313 h 81563"/>
                <a:gd name="connsiteX149" fmla="*/ 213854 w 631667"/>
                <a:gd name="connsiteY149" fmla="*/ 49271 h 81563"/>
                <a:gd name="connsiteX150" fmla="*/ 201979 w 631667"/>
                <a:gd name="connsiteY150" fmla="*/ 61979 h 81563"/>
                <a:gd name="connsiteX151" fmla="*/ 191771 w 631667"/>
                <a:gd name="connsiteY151" fmla="*/ 71979 h 81563"/>
                <a:gd name="connsiteX152" fmla="*/ 229479 w 631667"/>
                <a:gd name="connsiteY152" fmla="*/ 71979 h 81563"/>
                <a:gd name="connsiteX153" fmla="*/ 229479 w 631667"/>
                <a:gd name="connsiteY153" fmla="*/ 79167 h 81563"/>
                <a:gd name="connsiteX154" fmla="*/ 183750 w 631667"/>
                <a:gd name="connsiteY154" fmla="*/ 79167 h 81563"/>
                <a:gd name="connsiteX155" fmla="*/ 182552 w 631667"/>
                <a:gd name="connsiteY155" fmla="*/ 78855 h 81563"/>
                <a:gd name="connsiteX156" fmla="*/ 182292 w 631667"/>
                <a:gd name="connsiteY156" fmla="*/ 77604 h 81563"/>
                <a:gd name="connsiteX157" fmla="*/ 182292 w 631667"/>
                <a:gd name="connsiteY157" fmla="*/ 71355 h 81563"/>
                <a:gd name="connsiteX158" fmla="*/ 186615 w 631667"/>
                <a:gd name="connsiteY158" fmla="*/ 67188 h 81563"/>
                <a:gd name="connsiteX159" fmla="*/ 192188 w 631667"/>
                <a:gd name="connsiteY159" fmla="*/ 61667 h 81563"/>
                <a:gd name="connsiteX160" fmla="*/ 198229 w 631667"/>
                <a:gd name="connsiteY160" fmla="*/ 55208 h 81563"/>
                <a:gd name="connsiteX161" fmla="*/ 204375 w 631667"/>
                <a:gd name="connsiteY161" fmla="*/ 48126 h 81563"/>
                <a:gd name="connsiteX162" fmla="*/ 210104 w 631667"/>
                <a:gd name="connsiteY162" fmla="*/ 40990 h 81563"/>
                <a:gd name="connsiteX163" fmla="*/ 214792 w 631667"/>
                <a:gd name="connsiteY163" fmla="*/ 34063 h 81563"/>
                <a:gd name="connsiteX164" fmla="*/ 218073 w 631667"/>
                <a:gd name="connsiteY164" fmla="*/ 27604 h 81563"/>
                <a:gd name="connsiteX165" fmla="*/ 219271 w 631667"/>
                <a:gd name="connsiteY165" fmla="*/ 22084 h 81563"/>
                <a:gd name="connsiteX166" fmla="*/ 215313 w 631667"/>
                <a:gd name="connsiteY166" fmla="*/ 11927 h 81563"/>
                <a:gd name="connsiteX167" fmla="*/ 205104 w 631667"/>
                <a:gd name="connsiteY167" fmla="*/ 8542 h 81563"/>
                <a:gd name="connsiteX168" fmla="*/ 195261 w 631667"/>
                <a:gd name="connsiteY168" fmla="*/ 12709 h 81563"/>
                <a:gd name="connsiteX169" fmla="*/ 191458 w 631667"/>
                <a:gd name="connsiteY169" fmla="*/ 23542 h 81563"/>
                <a:gd name="connsiteX170" fmla="*/ 182917 w 631667"/>
                <a:gd name="connsiteY170" fmla="*/ 23542 h 81563"/>
                <a:gd name="connsiteX171" fmla="*/ 184583 w 631667"/>
                <a:gd name="connsiteY171" fmla="*/ 14428 h 81563"/>
                <a:gd name="connsiteX172" fmla="*/ 189271 w 631667"/>
                <a:gd name="connsiteY172" fmla="*/ 7396 h 81563"/>
                <a:gd name="connsiteX173" fmla="*/ 196406 w 631667"/>
                <a:gd name="connsiteY173" fmla="*/ 2917 h 81563"/>
                <a:gd name="connsiteX174" fmla="*/ 205313 w 631667"/>
                <a:gd name="connsiteY174" fmla="*/ 1354 h 81563"/>
                <a:gd name="connsiteX175" fmla="*/ 140208 w 631667"/>
                <a:gd name="connsiteY175" fmla="*/ 1354 h 81563"/>
                <a:gd name="connsiteX176" fmla="*/ 156250 w 631667"/>
                <a:gd name="connsiteY176" fmla="*/ 6459 h 81563"/>
                <a:gd name="connsiteX177" fmla="*/ 162708 w 631667"/>
                <a:gd name="connsiteY177" fmla="*/ 21458 h 81563"/>
                <a:gd name="connsiteX178" fmla="*/ 158594 w 631667"/>
                <a:gd name="connsiteY178" fmla="*/ 35313 h 81563"/>
                <a:gd name="connsiteX179" fmla="*/ 148750 w 631667"/>
                <a:gd name="connsiteY179" fmla="*/ 49271 h 81563"/>
                <a:gd name="connsiteX180" fmla="*/ 136875 w 631667"/>
                <a:gd name="connsiteY180" fmla="*/ 61979 h 81563"/>
                <a:gd name="connsiteX181" fmla="*/ 126667 w 631667"/>
                <a:gd name="connsiteY181" fmla="*/ 71979 h 81563"/>
                <a:gd name="connsiteX182" fmla="*/ 164375 w 631667"/>
                <a:gd name="connsiteY182" fmla="*/ 71979 h 81563"/>
                <a:gd name="connsiteX183" fmla="*/ 164375 w 631667"/>
                <a:gd name="connsiteY183" fmla="*/ 79167 h 81563"/>
                <a:gd name="connsiteX184" fmla="*/ 118646 w 631667"/>
                <a:gd name="connsiteY184" fmla="*/ 79167 h 81563"/>
                <a:gd name="connsiteX185" fmla="*/ 117448 w 631667"/>
                <a:gd name="connsiteY185" fmla="*/ 78855 h 81563"/>
                <a:gd name="connsiteX186" fmla="*/ 117188 w 631667"/>
                <a:gd name="connsiteY186" fmla="*/ 77604 h 81563"/>
                <a:gd name="connsiteX187" fmla="*/ 117188 w 631667"/>
                <a:gd name="connsiteY187" fmla="*/ 71355 h 81563"/>
                <a:gd name="connsiteX188" fmla="*/ 121510 w 631667"/>
                <a:gd name="connsiteY188" fmla="*/ 67188 h 81563"/>
                <a:gd name="connsiteX189" fmla="*/ 127084 w 631667"/>
                <a:gd name="connsiteY189" fmla="*/ 61667 h 81563"/>
                <a:gd name="connsiteX190" fmla="*/ 133125 w 631667"/>
                <a:gd name="connsiteY190" fmla="*/ 55208 h 81563"/>
                <a:gd name="connsiteX191" fmla="*/ 139271 w 631667"/>
                <a:gd name="connsiteY191" fmla="*/ 48126 h 81563"/>
                <a:gd name="connsiteX192" fmla="*/ 145000 w 631667"/>
                <a:gd name="connsiteY192" fmla="*/ 40990 h 81563"/>
                <a:gd name="connsiteX193" fmla="*/ 149688 w 631667"/>
                <a:gd name="connsiteY193" fmla="*/ 34063 h 81563"/>
                <a:gd name="connsiteX194" fmla="*/ 152969 w 631667"/>
                <a:gd name="connsiteY194" fmla="*/ 27604 h 81563"/>
                <a:gd name="connsiteX195" fmla="*/ 154167 w 631667"/>
                <a:gd name="connsiteY195" fmla="*/ 22084 h 81563"/>
                <a:gd name="connsiteX196" fmla="*/ 150208 w 631667"/>
                <a:gd name="connsiteY196" fmla="*/ 11927 h 81563"/>
                <a:gd name="connsiteX197" fmla="*/ 140000 w 631667"/>
                <a:gd name="connsiteY197" fmla="*/ 8542 h 81563"/>
                <a:gd name="connsiteX198" fmla="*/ 130156 w 631667"/>
                <a:gd name="connsiteY198" fmla="*/ 12709 h 81563"/>
                <a:gd name="connsiteX199" fmla="*/ 126354 w 631667"/>
                <a:gd name="connsiteY199" fmla="*/ 23542 h 81563"/>
                <a:gd name="connsiteX200" fmla="*/ 117813 w 631667"/>
                <a:gd name="connsiteY200" fmla="*/ 23542 h 81563"/>
                <a:gd name="connsiteX201" fmla="*/ 119479 w 631667"/>
                <a:gd name="connsiteY201" fmla="*/ 14428 h 81563"/>
                <a:gd name="connsiteX202" fmla="*/ 124167 w 631667"/>
                <a:gd name="connsiteY202" fmla="*/ 7396 h 81563"/>
                <a:gd name="connsiteX203" fmla="*/ 131302 w 631667"/>
                <a:gd name="connsiteY203" fmla="*/ 2917 h 81563"/>
                <a:gd name="connsiteX204" fmla="*/ 140208 w 631667"/>
                <a:gd name="connsiteY204" fmla="*/ 1354 h 81563"/>
                <a:gd name="connsiteX205" fmla="*/ 23021 w 631667"/>
                <a:gd name="connsiteY205" fmla="*/ 1354 h 81563"/>
                <a:gd name="connsiteX206" fmla="*/ 39063 w 631667"/>
                <a:gd name="connsiteY206" fmla="*/ 6459 h 81563"/>
                <a:gd name="connsiteX207" fmla="*/ 45521 w 631667"/>
                <a:gd name="connsiteY207" fmla="*/ 21458 h 81563"/>
                <a:gd name="connsiteX208" fmla="*/ 41406 w 631667"/>
                <a:gd name="connsiteY208" fmla="*/ 35313 h 81563"/>
                <a:gd name="connsiteX209" fmla="*/ 31562 w 631667"/>
                <a:gd name="connsiteY209" fmla="*/ 49271 h 81563"/>
                <a:gd name="connsiteX210" fmla="*/ 19688 w 631667"/>
                <a:gd name="connsiteY210" fmla="*/ 61979 h 81563"/>
                <a:gd name="connsiteX211" fmla="*/ 9479 w 631667"/>
                <a:gd name="connsiteY211" fmla="*/ 71979 h 81563"/>
                <a:gd name="connsiteX212" fmla="*/ 47188 w 631667"/>
                <a:gd name="connsiteY212" fmla="*/ 71979 h 81563"/>
                <a:gd name="connsiteX213" fmla="*/ 47188 w 631667"/>
                <a:gd name="connsiteY213" fmla="*/ 79167 h 81563"/>
                <a:gd name="connsiteX214" fmla="*/ 1458 w 631667"/>
                <a:gd name="connsiteY214" fmla="*/ 79167 h 81563"/>
                <a:gd name="connsiteX215" fmla="*/ 260 w 631667"/>
                <a:gd name="connsiteY215" fmla="*/ 78855 h 81563"/>
                <a:gd name="connsiteX216" fmla="*/ 0 w 631667"/>
                <a:gd name="connsiteY216" fmla="*/ 77604 h 81563"/>
                <a:gd name="connsiteX217" fmla="*/ 0 w 631667"/>
                <a:gd name="connsiteY217" fmla="*/ 71355 h 81563"/>
                <a:gd name="connsiteX218" fmla="*/ 4323 w 631667"/>
                <a:gd name="connsiteY218" fmla="*/ 67188 h 81563"/>
                <a:gd name="connsiteX219" fmla="*/ 9896 w 631667"/>
                <a:gd name="connsiteY219" fmla="*/ 61667 h 81563"/>
                <a:gd name="connsiteX220" fmla="*/ 15937 w 631667"/>
                <a:gd name="connsiteY220" fmla="*/ 55208 h 81563"/>
                <a:gd name="connsiteX221" fmla="*/ 22083 w 631667"/>
                <a:gd name="connsiteY221" fmla="*/ 48126 h 81563"/>
                <a:gd name="connsiteX222" fmla="*/ 27813 w 631667"/>
                <a:gd name="connsiteY222" fmla="*/ 40990 h 81563"/>
                <a:gd name="connsiteX223" fmla="*/ 32500 w 631667"/>
                <a:gd name="connsiteY223" fmla="*/ 34063 h 81563"/>
                <a:gd name="connsiteX224" fmla="*/ 35781 w 631667"/>
                <a:gd name="connsiteY224" fmla="*/ 27604 h 81563"/>
                <a:gd name="connsiteX225" fmla="*/ 36979 w 631667"/>
                <a:gd name="connsiteY225" fmla="*/ 22084 h 81563"/>
                <a:gd name="connsiteX226" fmla="*/ 33021 w 631667"/>
                <a:gd name="connsiteY226" fmla="*/ 11927 h 81563"/>
                <a:gd name="connsiteX227" fmla="*/ 22812 w 631667"/>
                <a:gd name="connsiteY227" fmla="*/ 8542 h 81563"/>
                <a:gd name="connsiteX228" fmla="*/ 12969 w 631667"/>
                <a:gd name="connsiteY228" fmla="*/ 12709 h 81563"/>
                <a:gd name="connsiteX229" fmla="*/ 9167 w 631667"/>
                <a:gd name="connsiteY229" fmla="*/ 23542 h 81563"/>
                <a:gd name="connsiteX230" fmla="*/ 625 w 631667"/>
                <a:gd name="connsiteY230" fmla="*/ 23542 h 81563"/>
                <a:gd name="connsiteX231" fmla="*/ 2292 w 631667"/>
                <a:gd name="connsiteY231" fmla="*/ 14428 h 81563"/>
                <a:gd name="connsiteX232" fmla="*/ 6979 w 631667"/>
                <a:gd name="connsiteY232" fmla="*/ 7396 h 81563"/>
                <a:gd name="connsiteX233" fmla="*/ 14115 w 631667"/>
                <a:gd name="connsiteY233" fmla="*/ 2917 h 81563"/>
                <a:gd name="connsiteX234" fmla="*/ 23021 w 631667"/>
                <a:gd name="connsiteY234" fmla="*/ 1354 h 81563"/>
                <a:gd name="connsiteX235" fmla="*/ 519271 w 631667"/>
                <a:gd name="connsiteY235" fmla="*/ 0 h 81563"/>
                <a:gd name="connsiteX236" fmla="*/ 532032 w 631667"/>
                <a:gd name="connsiteY236" fmla="*/ 3646 h 81563"/>
                <a:gd name="connsiteX237" fmla="*/ 539792 w 631667"/>
                <a:gd name="connsiteY237" fmla="*/ 13021 h 81563"/>
                <a:gd name="connsiteX238" fmla="*/ 543646 w 631667"/>
                <a:gd name="connsiteY238" fmla="*/ 26146 h 81563"/>
                <a:gd name="connsiteX239" fmla="*/ 544688 w 631667"/>
                <a:gd name="connsiteY239" fmla="*/ 40729 h 81563"/>
                <a:gd name="connsiteX240" fmla="*/ 543646 w 631667"/>
                <a:gd name="connsiteY240" fmla="*/ 55313 h 81563"/>
                <a:gd name="connsiteX241" fmla="*/ 539792 w 631667"/>
                <a:gd name="connsiteY241" fmla="*/ 68334 h 81563"/>
                <a:gd name="connsiteX242" fmla="*/ 532032 w 631667"/>
                <a:gd name="connsiteY242" fmla="*/ 77604 h 81563"/>
                <a:gd name="connsiteX243" fmla="*/ 519271 w 631667"/>
                <a:gd name="connsiteY243" fmla="*/ 81146 h 81563"/>
                <a:gd name="connsiteX244" fmla="*/ 506719 w 631667"/>
                <a:gd name="connsiteY244" fmla="*/ 77604 h 81563"/>
                <a:gd name="connsiteX245" fmla="*/ 499271 w 631667"/>
                <a:gd name="connsiteY245" fmla="*/ 68334 h 81563"/>
                <a:gd name="connsiteX246" fmla="*/ 495625 w 631667"/>
                <a:gd name="connsiteY246" fmla="*/ 55313 h 81563"/>
                <a:gd name="connsiteX247" fmla="*/ 494688 w 631667"/>
                <a:gd name="connsiteY247" fmla="*/ 40729 h 81563"/>
                <a:gd name="connsiteX248" fmla="*/ 495625 w 631667"/>
                <a:gd name="connsiteY248" fmla="*/ 26146 h 81563"/>
                <a:gd name="connsiteX249" fmla="*/ 499271 w 631667"/>
                <a:gd name="connsiteY249" fmla="*/ 13021 h 81563"/>
                <a:gd name="connsiteX250" fmla="*/ 506719 w 631667"/>
                <a:gd name="connsiteY250" fmla="*/ 3646 h 81563"/>
                <a:gd name="connsiteX251" fmla="*/ 519271 w 631667"/>
                <a:gd name="connsiteY251" fmla="*/ 0 h 81563"/>
                <a:gd name="connsiteX252" fmla="*/ 89583 w 631667"/>
                <a:gd name="connsiteY252" fmla="*/ 0 h 81563"/>
                <a:gd name="connsiteX253" fmla="*/ 102344 w 631667"/>
                <a:gd name="connsiteY253" fmla="*/ 3646 h 81563"/>
                <a:gd name="connsiteX254" fmla="*/ 110104 w 631667"/>
                <a:gd name="connsiteY254" fmla="*/ 13021 h 81563"/>
                <a:gd name="connsiteX255" fmla="*/ 113958 w 631667"/>
                <a:gd name="connsiteY255" fmla="*/ 26146 h 81563"/>
                <a:gd name="connsiteX256" fmla="*/ 115000 w 631667"/>
                <a:gd name="connsiteY256" fmla="*/ 40729 h 81563"/>
                <a:gd name="connsiteX257" fmla="*/ 113958 w 631667"/>
                <a:gd name="connsiteY257" fmla="*/ 55313 h 81563"/>
                <a:gd name="connsiteX258" fmla="*/ 110104 w 631667"/>
                <a:gd name="connsiteY258" fmla="*/ 68334 h 81563"/>
                <a:gd name="connsiteX259" fmla="*/ 102344 w 631667"/>
                <a:gd name="connsiteY259" fmla="*/ 77604 h 81563"/>
                <a:gd name="connsiteX260" fmla="*/ 89583 w 631667"/>
                <a:gd name="connsiteY260" fmla="*/ 81146 h 81563"/>
                <a:gd name="connsiteX261" fmla="*/ 77031 w 631667"/>
                <a:gd name="connsiteY261" fmla="*/ 77604 h 81563"/>
                <a:gd name="connsiteX262" fmla="*/ 69583 w 631667"/>
                <a:gd name="connsiteY262" fmla="*/ 68334 h 81563"/>
                <a:gd name="connsiteX263" fmla="*/ 65937 w 631667"/>
                <a:gd name="connsiteY263" fmla="*/ 55313 h 81563"/>
                <a:gd name="connsiteX264" fmla="*/ 65000 w 631667"/>
                <a:gd name="connsiteY264" fmla="*/ 40729 h 81563"/>
                <a:gd name="connsiteX265" fmla="*/ 65937 w 631667"/>
                <a:gd name="connsiteY265" fmla="*/ 26146 h 81563"/>
                <a:gd name="connsiteX266" fmla="*/ 69583 w 631667"/>
                <a:gd name="connsiteY266" fmla="*/ 13021 h 81563"/>
                <a:gd name="connsiteX267" fmla="*/ 77031 w 631667"/>
                <a:gd name="connsiteY267" fmla="*/ 3646 h 81563"/>
                <a:gd name="connsiteX268" fmla="*/ 89583 w 631667"/>
                <a:gd name="connsiteY268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63166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9"/>
                  </a:moveTo>
                  <a:cubicBezTo>
                    <a:pt x="600873" y="33959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600"/>
                    <a:pt x="613854" y="41406"/>
                  </a:cubicBezTo>
                  <a:cubicBezTo>
                    <a:pt x="615170" y="42201"/>
                    <a:pt x="616602" y="42605"/>
                    <a:pt x="618125" y="42605"/>
                  </a:cubicBezTo>
                  <a:cubicBezTo>
                    <a:pt x="620352" y="42605"/>
                    <a:pt x="622097" y="41836"/>
                    <a:pt x="623386" y="40313"/>
                  </a:cubicBezTo>
                  <a:cubicBezTo>
                    <a:pt x="624675" y="38776"/>
                    <a:pt x="625873" y="36667"/>
                    <a:pt x="626980" y="33959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6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4"/>
                  </a:cubicBezTo>
                  <a:cubicBezTo>
                    <a:pt x="611081" y="47708"/>
                    <a:pt x="609479" y="46693"/>
                    <a:pt x="607813" y="45313"/>
                  </a:cubicBezTo>
                  <a:cubicBezTo>
                    <a:pt x="605938" y="43855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8"/>
                    <a:pt x="590313" y="37396"/>
                  </a:cubicBezTo>
                  <a:cubicBezTo>
                    <a:pt x="592670" y="35105"/>
                    <a:pt x="595521" y="33959"/>
                    <a:pt x="598855" y="33959"/>
                  </a:cubicBezTo>
                  <a:close/>
                  <a:moveTo>
                    <a:pt x="519271" y="7188"/>
                  </a:moveTo>
                  <a:cubicBezTo>
                    <a:pt x="515521" y="7188"/>
                    <a:pt x="512591" y="8399"/>
                    <a:pt x="510469" y="10834"/>
                  </a:cubicBezTo>
                  <a:cubicBezTo>
                    <a:pt x="508347" y="13255"/>
                    <a:pt x="506771" y="16172"/>
                    <a:pt x="505729" y="19584"/>
                  </a:cubicBezTo>
                  <a:cubicBezTo>
                    <a:pt x="504623" y="23047"/>
                    <a:pt x="503946" y="26719"/>
                    <a:pt x="503698" y="30573"/>
                  </a:cubicBezTo>
                  <a:cubicBezTo>
                    <a:pt x="503451" y="34428"/>
                    <a:pt x="503334" y="37812"/>
                    <a:pt x="503334" y="40729"/>
                  </a:cubicBezTo>
                  <a:cubicBezTo>
                    <a:pt x="503334" y="43646"/>
                    <a:pt x="503451" y="46992"/>
                    <a:pt x="503698" y="50782"/>
                  </a:cubicBezTo>
                  <a:cubicBezTo>
                    <a:pt x="503946" y="54557"/>
                    <a:pt x="504623" y="58190"/>
                    <a:pt x="505729" y="61667"/>
                  </a:cubicBezTo>
                  <a:cubicBezTo>
                    <a:pt x="506771" y="65065"/>
                    <a:pt x="508347" y="67943"/>
                    <a:pt x="510469" y="70313"/>
                  </a:cubicBezTo>
                  <a:cubicBezTo>
                    <a:pt x="512591" y="72669"/>
                    <a:pt x="515521" y="73854"/>
                    <a:pt x="519271" y="73854"/>
                  </a:cubicBezTo>
                  <a:cubicBezTo>
                    <a:pt x="523021" y="73854"/>
                    <a:pt x="526003" y="72669"/>
                    <a:pt x="528230" y="70313"/>
                  </a:cubicBezTo>
                  <a:cubicBezTo>
                    <a:pt x="530456" y="67943"/>
                    <a:pt x="532123" y="65065"/>
                    <a:pt x="533229" y="61667"/>
                  </a:cubicBezTo>
                  <a:cubicBezTo>
                    <a:pt x="534414" y="58190"/>
                    <a:pt x="535170" y="54557"/>
                    <a:pt x="535521" y="50782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2"/>
                    <a:pt x="535873" y="34428"/>
                    <a:pt x="535521" y="30573"/>
                  </a:cubicBezTo>
                  <a:cubicBezTo>
                    <a:pt x="535170" y="26719"/>
                    <a:pt x="534414" y="23047"/>
                    <a:pt x="533229" y="19584"/>
                  </a:cubicBezTo>
                  <a:cubicBezTo>
                    <a:pt x="532123" y="16172"/>
                    <a:pt x="530456" y="13255"/>
                    <a:pt x="528230" y="10834"/>
                  </a:cubicBezTo>
                  <a:cubicBezTo>
                    <a:pt x="526003" y="8399"/>
                    <a:pt x="523021" y="7188"/>
                    <a:pt x="519271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4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8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82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55"/>
                    <a:pt x="304375" y="3542"/>
                  </a:cubicBezTo>
                  <a:cubicBezTo>
                    <a:pt x="304649" y="3815"/>
                    <a:pt x="304792" y="4336"/>
                    <a:pt x="304792" y="5105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4"/>
                  </a:lnTo>
                  <a:cubicBezTo>
                    <a:pt x="294688" y="14089"/>
                    <a:pt x="292344" y="16016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9"/>
                  </a:lnTo>
                  <a:cubicBezTo>
                    <a:pt x="283294" y="13881"/>
                    <a:pt x="286185" y="12188"/>
                    <a:pt x="288959" y="10104"/>
                  </a:cubicBezTo>
                  <a:cubicBezTo>
                    <a:pt x="291732" y="8021"/>
                    <a:pt x="294375" y="5690"/>
                    <a:pt x="296875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26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20" y="36836"/>
                    <a:pt x="465209" y="38958"/>
                    <a:pt x="460625" y="39792"/>
                  </a:cubicBezTo>
                  <a:cubicBezTo>
                    <a:pt x="465690" y="40482"/>
                    <a:pt x="469805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6992" y="66263"/>
                    <a:pt x="475573" y="69010"/>
                  </a:cubicBezTo>
                  <a:cubicBezTo>
                    <a:pt x="474154" y="71745"/>
                    <a:pt x="472253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11" y="80521"/>
                    <a:pt x="455586" y="80938"/>
                    <a:pt x="452396" y="80938"/>
                  </a:cubicBezTo>
                  <a:cubicBezTo>
                    <a:pt x="444896" y="80938"/>
                    <a:pt x="438972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28" y="63542"/>
                    <a:pt x="438282" y="67318"/>
                    <a:pt x="441094" y="69896"/>
                  </a:cubicBezTo>
                  <a:cubicBezTo>
                    <a:pt x="443906" y="72461"/>
                    <a:pt x="447774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78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40" y="49662"/>
                    <a:pt x="465664" y="48151"/>
                    <a:pt x="464063" y="46980"/>
                  </a:cubicBezTo>
                  <a:cubicBezTo>
                    <a:pt x="462396" y="45795"/>
                    <a:pt x="460534" y="44922"/>
                    <a:pt x="458490" y="44375"/>
                  </a:cubicBezTo>
                  <a:cubicBezTo>
                    <a:pt x="456446" y="43815"/>
                    <a:pt x="454336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20" y="42891"/>
                    <a:pt x="446354" y="42422"/>
                    <a:pt x="446354" y="41667"/>
                  </a:cubicBezTo>
                  <a:lnTo>
                    <a:pt x="446354" y="37812"/>
                  </a:lnTo>
                  <a:cubicBezTo>
                    <a:pt x="446354" y="36980"/>
                    <a:pt x="446420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32" y="31459"/>
                    <a:pt x="465456" y="30078"/>
                    <a:pt x="466355" y="28385"/>
                  </a:cubicBezTo>
                  <a:cubicBezTo>
                    <a:pt x="467253" y="26680"/>
                    <a:pt x="467709" y="24610"/>
                    <a:pt x="467709" y="22188"/>
                  </a:cubicBezTo>
                  <a:cubicBezTo>
                    <a:pt x="467709" y="17813"/>
                    <a:pt x="466263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82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24" y="15833"/>
                    <a:pt x="431250" y="10730"/>
                    <a:pt x="435625" y="6979"/>
                  </a:cubicBezTo>
                  <a:cubicBezTo>
                    <a:pt x="440000" y="3230"/>
                    <a:pt x="445729" y="1354"/>
                    <a:pt x="452813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295" y="3047"/>
                    <a:pt x="377604" y="6459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01" y="40104"/>
                    <a:pt x="373919" y="44753"/>
                    <a:pt x="370104" y="49271"/>
                  </a:cubicBezTo>
                  <a:cubicBezTo>
                    <a:pt x="366289" y="53776"/>
                    <a:pt x="362331" y="58021"/>
                    <a:pt x="358229" y="61979"/>
                  </a:cubicBezTo>
                  <a:cubicBezTo>
                    <a:pt x="354128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72" y="79063"/>
                    <a:pt x="338802" y="78855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5"/>
                  </a:lnTo>
                  <a:cubicBezTo>
                    <a:pt x="339727" y="70235"/>
                    <a:pt x="341159" y="68855"/>
                    <a:pt x="342865" y="67188"/>
                  </a:cubicBezTo>
                  <a:cubicBezTo>
                    <a:pt x="344570" y="65521"/>
                    <a:pt x="346419" y="63672"/>
                    <a:pt x="348438" y="61667"/>
                  </a:cubicBezTo>
                  <a:cubicBezTo>
                    <a:pt x="350378" y="59648"/>
                    <a:pt x="352396" y="57500"/>
                    <a:pt x="354479" y="55208"/>
                  </a:cubicBezTo>
                  <a:cubicBezTo>
                    <a:pt x="356563" y="52917"/>
                    <a:pt x="358607" y="50547"/>
                    <a:pt x="360625" y="48126"/>
                  </a:cubicBezTo>
                  <a:cubicBezTo>
                    <a:pt x="362643" y="45756"/>
                    <a:pt x="364545" y="43386"/>
                    <a:pt x="366354" y="40990"/>
                  </a:cubicBezTo>
                  <a:cubicBezTo>
                    <a:pt x="368164" y="38594"/>
                    <a:pt x="369727" y="36276"/>
                    <a:pt x="371042" y="34063"/>
                  </a:cubicBezTo>
                  <a:cubicBezTo>
                    <a:pt x="372435" y="31771"/>
                    <a:pt x="373529" y="29610"/>
                    <a:pt x="374323" y="27604"/>
                  </a:cubicBezTo>
                  <a:cubicBezTo>
                    <a:pt x="375117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20" y="9662"/>
                    <a:pt x="365521" y="8542"/>
                    <a:pt x="361354" y="8542"/>
                  </a:cubicBezTo>
                  <a:cubicBezTo>
                    <a:pt x="357331" y="8542"/>
                    <a:pt x="354050" y="9922"/>
                    <a:pt x="351511" y="12709"/>
                  </a:cubicBezTo>
                  <a:cubicBezTo>
                    <a:pt x="348971" y="15482"/>
                    <a:pt x="347708" y="19089"/>
                    <a:pt x="347708" y="23542"/>
                  </a:cubicBezTo>
                  <a:lnTo>
                    <a:pt x="339167" y="23542"/>
                  </a:lnTo>
                  <a:cubicBezTo>
                    <a:pt x="339167" y="20208"/>
                    <a:pt x="339727" y="17161"/>
                    <a:pt x="340833" y="14428"/>
                  </a:cubicBezTo>
                  <a:cubicBezTo>
                    <a:pt x="341940" y="11680"/>
                    <a:pt x="343503" y="9336"/>
                    <a:pt x="345521" y="7396"/>
                  </a:cubicBezTo>
                  <a:cubicBezTo>
                    <a:pt x="347539" y="5443"/>
                    <a:pt x="349909" y="3959"/>
                    <a:pt x="352656" y="2917"/>
                  </a:cubicBezTo>
                  <a:cubicBezTo>
                    <a:pt x="355404" y="1876"/>
                    <a:pt x="358373" y="1354"/>
                    <a:pt x="361563" y="1354"/>
                  </a:cubicBezTo>
                  <a:close/>
                  <a:moveTo>
                    <a:pt x="205313" y="1354"/>
                  </a:moveTo>
                  <a:cubicBezTo>
                    <a:pt x="211706" y="1354"/>
                    <a:pt x="217044" y="3047"/>
                    <a:pt x="221354" y="6459"/>
                  </a:cubicBezTo>
                  <a:cubicBezTo>
                    <a:pt x="225664" y="9857"/>
                    <a:pt x="227813" y="14857"/>
                    <a:pt x="227813" y="21458"/>
                  </a:cubicBezTo>
                  <a:cubicBezTo>
                    <a:pt x="227813" y="25899"/>
                    <a:pt x="226446" y="30521"/>
                    <a:pt x="223698" y="35313"/>
                  </a:cubicBezTo>
                  <a:cubicBezTo>
                    <a:pt x="220951" y="40104"/>
                    <a:pt x="217669" y="44753"/>
                    <a:pt x="213854" y="49271"/>
                  </a:cubicBezTo>
                  <a:cubicBezTo>
                    <a:pt x="210039" y="53776"/>
                    <a:pt x="206081" y="58021"/>
                    <a:pt x="201979" y="61979"/>
                  </a:cubicBezTo>
                  <a:cubicBezTo>
                    <a:pt x="197878" y="65938"/>
                    <a:pt x="194479" y="69271"/>
                    <a:pt x="191771" y="71979"/>
                  </a:cubicBezTo>
                  <a:lnTo>
                    <a:pt x="229479" y="71979"/>
                  </a:lnTo>
                  <a:lnTo>
                    <a:pt x="229479" y="79167"/>
                  </a:lnTo>
                  <a:lnTo>
                    <a:pt x="183750" y="79167"/>
                  </a:lnTo>
                  <a:cubicBezTo>
                    <a:pt x="183125" y="79167"/>
                    <a:pt x="182722" y="79063"/>
                    <a:pt x="182552" y="78855"/>
                  </a:cubicBezTo>
                  <a:cubicBezTo>
                    <a:pt x="182383" y="78646"/>
                    <a:pt x="182292" y="78229"/>
                    <a:pt x="182292" y="77604"/>
                  </a:cubicBezTo>
                  <a:lnTo>
                    <a:pt x="182292" y="71355"/>
                  </a:lnTo>
                  <a:cubicBezTo>
                    <a:pt x="183477" y="70235"/>
                    <a:pt x="184909" y="68855"/>
                    <a:pt x="186615" y="67188"/>
                  </a:cubicBezTo>
                  <a:cubicBezTo>
                    <a:pt x="188320" y="65521"/>
                    <a:pt x="190169" y="63672"/>
                    <a:pt x="192188" y="61667"/>
                  </a:cubicBezTo>
                  <a:cubicBezTo>
                    <a:pt x="194128" y="59648"/>
                    <a:pt x="196146" y="57500"/>
                    <a:pt x="198229" y="55208"/>
                  </a:cubicBezTo>
                  <a:cubicBezTo>
                    <a:pt x="200313" y="52917"/>
                    <a:pt x="202357" y="50547"/>
                    <a:pt x="204375" y="48126"/>
                  </a:cubicBezTo>
                  <a:cubicBezTo>
                    <a:pt x="206393" y="45756"/>
                    <a:pt x="208295" y="43386"/>
                    <a:pt x="210104" y="40990"/>
                  </a:cubicBezTo>
                  <a:cubicBezTo>
                    <a:pt x="211914" y="38594"/>
                    <a:pt x="213477" y="36276"/>
                    <a:pt x="214792" y="34063"/>
                  </a:cubicBezTo>
                  <a:cubicBezTo>
                    <a:pt x="216185" y="31771"/>
                    <a:pt x="217279" y="29610"/>
                    <a:pt x="218073" y="27604"/>
                  </a:cubicBezTo>
                  <a:cubicBezTo>
                    <a:pt x="218867" y="25586"/>
                    <a:pt x="219271" y="23750"/>
                    <a:pt x="219271" y="22084"/>
                  </a:cubicBezTo>
                  <a:cubicBezTo>
                    <a:pt x="219271" y="17565"/>
                    <a:pt x="217956" y="14180"/>
                    <a:pt x="215313" y="11927"/>
                  </a:cubicBezTo>
                  <a:cubicBezTo>
                    <a:pt x="212669" y="9662"/>
                    <a:pt x="209271" y="8542"/>
                    <a:pt x="205104" y="8542"/>
                  </a:cubicBezTo>
                  <a:cubicBezTo>
                    <a:pt x="201081" y="8542"/>
                    <a:pt x="197800" y="9922"/>
                    <a:pt x="195261" y="12709"/>
                  </a:cubicBezTo>
                  <a:cubicBezTo>
                    <a:pt x="192721" y="15482"/>
                    <a:pt x="191458" y="19089"/>
                    <a:pt x="191458" y="23542"/>
                  </a:cubicBezTo>
                  <a:lnTo>
                    <a:pt x="182917" y="23542"/>
                  </a:lnTo>
                  <a:cubicBezTo>
                    <a:pt x="182917" y="20208"/>
                    <a:pt x="183477" y="17161"/>
                    <a:pt x="184583" y="14428"/>
                  </a:cubicBezTo>
                  <a:cubicBezTo>
                    <a:pt x="185690" y="11680"/>
                    <a:pt x="187253" y="9336"/>
                    <a:pt x="189271" y="7396"/>
                  </a:cubicBezTo>
                  <a:cubicBezTo>
                    <a:pt x="191289" y="5443"/>
                    <a:pt x="193659" y="3959"/>
                    <a:pt x="196406" y="2917"/>
                  </a:cubicBezTo>
                  <a:cubicBezTo>
                    <a:pt x="199154" y="1876"/>
                    <a:pt x="202122" y="1354"/>
                    <a:pt x="2053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05" y="68855"/>
                    <a:pt x="121510" y="67188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6"/>
                  </a:cubicBezTo>
                  <a:cubicBezTo>
                    <a:pt x="141289" y="45756"/>
                    <a:pt x="143190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43"/>
                    <a:pt x="128555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17" y="68855"/>
                    <a:pt x="4323" y="67188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6"/>
                  </a:cubicBezTo>
                  <a:cubicBezTo>
                    <a:pt x="24102" y="45756"/>
                    <a:pt x="26003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43"/>
                    <a:pt x="11367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79" y="0"/>
                    <a:pt x="528737" y="1211"/>
                    <a:pt x="532032" y="3646"/>
                  </a:cubicBezTo>
                  <a:cubicBezTo>
                    <a:pt x="535326" y="6068"/>
                    <a:pt x="537917" y="9193"/>
                    <a:pt x="539792" y="13021"/>
                  </a:cubicBezTo>
                  <a:cubicBezTo>
                    <a:pt x="541667" y="16902"/>
                    <a:pt x="542956" y="21276"/>
                    <a:pt x="543646" y="26146"/>
                  </a:cubicBezTo>
                  <a:cubicBezTo>
                    <a:pt x="544336" y="31003"/>
                    <a:pt x="544688" y="35860"/>
                    <a:pt x="544688" y="40729"/>
                  </a:cubicBezTo>
                  <a:cubicBezTo>
                    <a:pt x="544688" y="45652"/>
                    <a:pt x="544336" y="50521"/>
                    <a:pt x="543646" y="55313"/>
                  </a:cubicBezTo>
                  <a:cubicBezTo>
                    <a:pt x="542956" y="60105"/>
                    <a:pt x="541667" y="64441"/>
                    <a:pt x="539792" y="68334"/>
                  </a:cubicBezTo>
                  <a:cubicBezTo>
                    <a:pt x="537917" y="72149"/>
                    <a:pt x="535326" y="75235"/>
                    <a:pt x="532032" y="77604"/>
                  </a:cubicBezTo>
                  <a:cubicBezTo>
                    <a:pt x="528737" y="79961"/>
                    <a:pt x="524479" y="81146"/>
                    <a:pt x="519271" y="81146"/>
                  </a:cubicBezTo>
                  <a:cubicBezTo>
                    <a:pt x="514128" y="81146"/>
                    <a:pt x="509948" y="79961"/>
                    <a:pt x="506719" y="77604"/>
                  </a:cubicBezTo>
                  <a:cubicBezTo>
                    <a:pt x="503490" y="75235"/>
                    <a:pt x="501003" y="72149"/>
                    <a:pt x="499271" y="68334"/>
                  </a:cubicBezTo>
                  <a:cubicBezTo>
                    <a:pt x="497461" y="64441"/>
                    <a:pt x="496250" y="60105"/>
                    <a:pt x="495625" y="55313"/>
                  </a:cubicBezTo>
                  <a:cubicBezTo>
                    <a:pt x="495000" y="50521"/>
                    <a:pt x="494688" y="45652"/>
                    <a:pt x="494688" y="40729"/>
                  </a:cubicBezTo>
                  <a:cubicBezTo>
                    <a:pt x="494688" y="35860"/>
                    <a:pt x="495000" y="31003"/>
                    <a:pt x="495625" y="26146"/>
                  </a:cubicBezTo>
                  <a:cubicBezTo>
                    <a:pt x="496250" y="21276"/>
                    <a:pt x="497461" y="16902"/>
                    <a:pt x="499271" y="13021"/>
                  </a:cubicBezTo>
                  <a:cubicBezTo>
                    <a:pt x="501003" y="9193"/>
                    <a:pt x="503490" y="6068"/>
                    <a:pt x="506719" y="3646"/>
                  </a:cubicBezTo>
                  <a:cubicBezTo>
                    <a:pt x="509948" y="1211"/>
                    <a:pt x="514128" y="0"/>
                    <a:pt x="519271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8" y="26146"/>
                  </a:cubicBezTo>
                  <a:cubicBezTo>
                    <a:pt x="114649" y="31003"/>
                    <a:pt x="115000" y="35860"/>
                    <a:pt x="115000" y="40729"/>
                  </a:cubicBezTo>
                  <a:cubicBezTo>
                    <a:pt x="115000" y="45652"/>
                    <a:pt x="114649" y="50521"/>
                    <a:pt x="113958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1"/>
                    <a:pt x="66563" y="60105"/>
                    <a:pt x="65937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7" y="26146"/>
                  </a:cubicBezTo>
                  <a:cubicBezTo>
                    <a:pt x="66563" y="21276"/>
                    <a:pt x="67773" y="16902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4" name="TextBox 743">
              <a:extLst>
                <a:ext uri="{FF2B5EF4-FFF2-40B4-BE49-F238E27FC236}">
                  <a16:creationId xmlns:a16="http://schemas.microsoft.com/office/drawing/2014/main" id="{FAEBFAAF-8D5E-4703-A282-E8F0EAEEFC85}"/>
                </a:ext>
              </a:extLst>
            </p:cNvPr>
            <p:cNvSpPr txBox="1"/>
            <p:nvPr/>
          </p:nvSpPr>
          <p:spPr>
            <a:xfrm>
              <a:off x="2926610" y="7292078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2022.12.30 ~</a:t>
              </a:r>
            </a:p>
          </p:txBody>
        </p:sp>
        <p:sp>
          <p:nvSpPr>
            <p:cNvPr id="745" name="자유형: 도형 744">
              <a:extLst>
                <a:ext uri="{FF2B5EF4-FFF2-40B4-BE49-F238E27FC236}">
                  <a16:creationId xmlns:a16="http://schemas.microsoft.com/office/drawing/2014/main" id="{0ACA0825-88E4-42DD-A3F9-10686E3BEF94}"/>
                </a:ext>
              </a:extLst>
            </p:cNvPr>
            <p:cNvSpPr/>
            <p:nvPr/>
          </p:nvSpPr>
          <p:spPr>
            <a:xfrm>
              <a:off x="3062099" y="7461743"/>
              <a:ext cx="526146" cy="81563"/>
            </a:xfrm>
            <a:custGeom>
              <a:avLst/>
              <a:gdLst>
                <a:gd name="connsiteX0" fmla="*/ 408021 w 526146"/>
                <a:gd name="connsiteY0" fmla="*/ 70833 h 81563"/>
                <a:gd name="connsiteX1" fmla="*/ 418750 w 526146"/>
                <a:gd name="connsiteY1" fmla="*/ 70833 h 81563"/>
                <a:gd name="connsiteX2" fmla="*/ 418750 w 526146"/>
                <a:gd name="connsiteY2" fmla="*/ 81563 h 81563"/>
                <a:gd name="connsiteX3" fmla="*/ 408021 w 526146"/>
                <a:gd name="connsiteY3" fmla="*/ 81563 h 81563"/>
                <a:gd name="connsiteX4" fmla="*/ 251771 w 526146"/>
                <a:gd name="connsiteY4" fmla="*/ 70833 h 81563"/>
                <a:gd name="connsiteX5" fmla="*/ 262500 w 526146"/>
                <a:gd name="connsiteY5" fmla="*/ 70833 h 81563"/>
                <a:gd name="connsiteX6" fmla="*/ 262500 w 526146"/>
                <a:gd name="connsiteY6" fmla="*/ 81563 h 81563"/>
                <a:gd name="connsiteX7" fmla="*/ 251771 w 526146"/>
                <a:gd name="connsiteY7" fmla="*/ 81563 h 81563"/>
                <a:gd name="connsiteX8" fmla="*/ 297917 w 526146"/>
                <a:gd name="connsiteY8" fmla="*/ 7188 h 81563"/>
                <a:gd name="connsiteX9" fmla="*/ 289115 w 526146"/>
                <a:gd name="connsiteY9" fmla="*/ 10834 h 81563"/>
                <a:gd name="connsiteX10" fmla="*/ 284375 w 526146"/>
                <a:gd name="connsiteY10" fmla="*/ 19584 h 81563"/>
                <a:gd name="connsiteX11" fmla="*/ 282344 w 526146"/>
                <a:gd name="connsiteY11" fmla="*/ 30573 h 81563"/>
                <a:gd name="connsiteX12" fmla="*/ 281979 w 526146"/>
                <a:gd name="connsiteY12" fmla="*/ 40729 h 81563"/>
                <a:gd name="connsiteX13" fmla="*/ 282344 w 526146"/>
                <a:gd name="connsiteY13" fmla="*/ 50782 h 81563"/>
                <a:gd name="connsiteX14" fmla="*/ 284375 w 526146"/>
                <a:gd name="connsiteY14" fmla="*/ 61667 h 81563"/>
                <a:gd name="connsiteX15" fmla="*/ 289115 w 526146"/>
                <a:gd name="connsiteY15" fmla="*/ 70313 h 81563"/>
                <a:gd name="connsiteX16" fmla="*/ 297917 w 526146"/>
                <a:gd name="connsiteY16" fmla="*/ 73854 h 81563"/>
                <a:gd name="connsiteX17" fmla="*/ 306875 w 526146"/>
                <a:gd name="connsiteY17" fmla="*/ 70313 h 81563"/>
                <a:gd name="connsiteX18" fmla="*/ 311875 w 526146"/>
                <a:gd name="connsiteY18" fmla="*/ 61667 h 81563"/>
                <a:gd name="connsiteX19" fmla="*/ 314167 w 526146"/>
                <a:gd name="connsiteY19" fmla="*/ 50782 h 81563"/>
                <a:gd name="connsiteX20" fmla="*/ 314688 w 526146"/>
                <a:gd name="connsiteY20" fmla="*/ 40729 h 81563"/>
                <a:gd name="connsiteX21" fmla="*/ 314167 w 526146"/>
                <a:gd name="connsiteY21" fmla="*/ 30573 h 81563"/>
                <a:gd name="connsiteX22" fmla="*/ 311875 w 526146"/>
                <a:gd name="connsiteY22" fmla="*/ 19584 h 81563"/>
                <a:gd name="connsiteX23" fmla="*/ 306875 w 526146"/>
                <a:gd name="connsiteY23" fmla="*/ 10834 h 81563"/>
                <a:gd name="connsiteX24" fmla="*/ 297917 w 526146"/>
                <a:gd name="connsiteY24" fmla="*/ 7188 h 81563"/>
                <a:gd name="connsiteX25" fmla="*/ 89583 w 526146"/>
                <a:gd name="connsiteY25" fmla="*/ 7188 h 81563"/>
                <a:gd name="connsiteX26" fmla="*/ 80781 w 526146"/>
                <a:gd name="connsiteY26" fmla="*/ 10834 h 81563"/>
                <a:gd name="connsiteX27" fmla="*/ 76042 w 526146"/>
                <a:gd name="connsiteY27" fmla="*/ 19584 h 81563"/>
                <a:gd name="connsiteX28" fmla="*/ 74011 w 526146"/>
                <a:gd name="connsiteY28" fmla="*/ 30573 h 81563"/>
                <a:gd name="connsiteX29" fmla="*/ 73646 w 526146"/>
                <a:gd name="connsiteY29" fmla="*/ 40729 h 81563"/>
                <a:gd name="connsiteX30" fmla="*/ 74011 w 526146"/>
                <a:gd name="connsiteY30" fmla="*/ 50782 h 81563"/>
                <a:gd name="connsiteX31" fmla="*/ 76042 w 526146"/>
                <a:gd name="connsiteY31" fmla="*/ 61667 h 81563"/>
                <a:gd name="connsiteX32" fmla="*/ 80781 w 526146"/>
                <a:gd name="connsiteY32" fmla="*/ 70313 h 81563"/>
                <a:gd name="connsiteX33" fmla="*/ 89583 w 526146"/>
                <a:gd name="connsiteY33" fmla="*/ 73854 h 81563"/>
                <a:gd name="connsiteX34" fmla="*/ 98542 w 526146"/>
                <a:gd name="connsiteY34" fmla="*/ 70313 h 81563"/>
                <a:gd name="connsiteX35" fmla="*/ 103542 w 526146"/>
                <a:gd name="connsiteY35" fmla="*/ 61667 h 81563"/>
                <a:gd name="connsiteX36" fmla="*/ 105833 w 526146"/>
                <a:gd name="connsiteY36" fmla="*/ 50782 h 81563"/>
                <a:gd name="connsiteX37" fmla="*/ 106354 w 526146"/>
                <a:gd name="connsiteY37" fmla="*/ 40729 h 81563"/>
                <a:gd name="connsiteX38" fmla="*/ 105833 w 526146"/>
                <a:gd name="connsiteY38" fmla="*/ 30573 h 81563"/>
                <a:gd name="connsiteX39" fmla="*/ 103542 w 526146"/>
                <a:gd name="connsiteY39" fmla="*/ 19584 h 81563"/>
                <a:gd name="connsiteX40" fmla="*/ 98542 w 526146"/>
                <a:gd name="connsiteY40" fmla="*/ 10834 h 81563"/>
                <a:gd name="connsiteX41" fmla="*/ 89583 w 526146"/>
                <a:gd name="connsiteY41" fmla="*/ 7188 h 81563"/>
                <a:gd name="connsiteX42" fmla="*/ 518229 w 526146"/>
                <a:gd name="connsiteY42" fmla="*/ 3125 h 81563"/>
                <a:gd name="connsiteX43" fmla="*/ 524167 w 526146"/>
                <a:gd name="connsiteY43" fmla="*/ 3125 h 81563"/>
                <a:gd name="connsiteX44" fmla="*/ 525730 w 526146"/>
                <a:gd name="connsiteY44" fmla="*/ 3542 h 81563"/>
                <a:gd name="connsiteX45" fmla="*/ 526146 w 526146"/>
                <a:gd name="connsiteY45" fmla="*/ 5105 h 81563"/>
                <a:gd name="connsiteX46" fmla="*/ 526146 w 526146"/>
                <a:gd name="connsiteY46" fmla="*/ 79167 h 81563"/>
                <a:gd name="connsiteX47" fmla="*/ 517917 w 526146"/>
                <a:gd name="connsiteY47" fmla="*/ 79167 h 81563"/>
                <a:gd name="connsiteX48" fmla="*/ 517917 w 526146"/>
                <a:gd name="connsiteY48" fmla="*/ 12084 h 81563"/>
                <a:gd name="connsiteX49" fmla="*/ 510886 w 526146"/>
                <a:gd name="connsiteY49" fmla="*/ 17865 h 81563"/>
                <a:gd name="connsiteX50" fmla="*/ 501667 w 526146"/>
                <a:gd name="connsiteY50" fmla="*/ 23125 h 81563"/>
                <a:gd name="connsiteX51" fmla="*/ 501667 w 526146"/>
                <a:gd name="connsiteY51" fmla="*/ 15209 h 81563"/>
                <a:gd name="connsiteX52" fmla="*/ 510313 w 526146"/>
                <a:gd name="connsiteY52" fmla="*/ 10104 h 81563"/>
                <a:gd name="connsiteX53" fmla="*/ 518229 w 526146"/>
                <a:gd name="connsiteY53" fmla="*/ 3125 h 81563"/>
                <a:gd name="connsiteX54" fmla="*/ 452813 w 526146"/>
                <a:gd name="connsiteY54" fmla="*/ 1354 h 81563"/>
                <a:gd name="connsiteX55" fmla="*/ 461615 w 526146"/>
                <a:gd name="connsiteY55" fmla="*/ 2553 h 81563"/>
                <a:gd name="connsiteX56" fmla="*/ 469063 w 526146"/>
                <a:gd name="connsiteY56" fmla="*/ 6251 h 81563"/>
                <a:gd name="connsiteX57" fmla="*/ 474115 w 526146"/>
                <a:gd name="connsiteY57" fmla="*/ 12604 h 81563"/>
                <a:gd name="connsiteX58" fmla="*/ 476042 w 526146"/>
                <a:gd name="connsiteY58" fmla="*/ 21771 h 81563"/>
                <a:gd name="connsiteX59" fmla="*/ 471771 w 526146"/>
                <a:gd name="connsiteY59" fmla="*/ 33437 h 81563"/>
                <a:gd name="connsiteX60" fmla="*/ 460625 w 526146"/>
                <a:gd name="connsiteY60" fmla="*/ 39792 h 81563"/>
                <a:gd name="connsiteX61" fmla="*/ 472969 w 526146"/>
                <a:gd name="connsiteY61" fmla="*/ 46198 h 81563"/>
                <a:gd name="connsiteX62" fmla="*/ 477709 w 526146"/>
                <a:gd name="connsiteY62" fmla="*/ 59063 h 81563"/>
                <a:gd name="connsiteX63" fmla="*/ 475573 w 526146"/>
                <a:gd name="connsiteY63" fmla="*/ 69010 h 81563"/>
                <a:gd name="connsiteX64" fmla="*/ 469896 w 526146"/>
                <a:gd name="connsiteY64" fmla="*/ 75834 h 81563"/>
                <a:gd name="connsiteX65" fmla="*/ 461771 w 526146"/>
                <a:gd name="connsiteY65" fmla="*/ 79687 h 81563"/>
                <a:gd name="connsiteX66" fmla="*/ 452396 w 526146"/>
                <a:gd name="connsiteY66" fmla="*/ 80938 h 81563"/>
                <a:gd name="connsiteX67" fmla="*/ 434636 w 526146"/>
                <a:gd name="connsiteY67" fmla="*/ 75000 h 81563"/>
                <a:gd name="connsiteX68" fmla="*/ 427917 w 526146"/>
                <a:gd name="connsiteY68" fmla="*/ 58542 h 81563"/>
                <a:gd name="connsiteX69" fmla="*/ 436146 w 526146"/>
                <a:gd name="connsiteY69" fmla="*/ 58542 h 81563"/>
                <a:gd name="connsiteX70" fmla="*/ 441094 w 526146"/>
                <a:gd name="connsiteY70" fmla="*/ 69896 h 81563"/>
                <a:gd name="connsiteX71" fmla="*/ 452709 w 526146"/>
                <a:gd name="connsiteY71" fmla="*/ 73750 h 81563"/>
                <a:gd name="connsiteX72" fmla="*/ 464896 w 526146"/>
                <a:gd name="connsiteY72" fmla="*/ 69687 h 81563"/>
                <a:gd name="connsiteX73" fmla="*/ 469375 w 526146"/>
                <a:gd name="connsiteY73" fmla="*/ 58125 h 81563"/>
                <a:gd name="connsiteX74" fmla="*/ 467917 w 526146"/>
                <a:gd name="connsiteY74" fmla="*/ 51510 h 81563"/>
                <a:gd name="connsiteX75" fmla="*/ 464063 w 526146"/>
                <a:gd name="connsiteY75" fmla="*/ 46980 h 81563"/>
                <a:gd name="connsiteX76" fmla="*/ 458490 w 526146"/>
                <a:gd name="connsiteY76" fmla="*/ 44375 h 81563"/>
                <a:gd name="connsiteX77" fmla="*/ 452188 w 526146"/>
                <a:gd name="connsiteY77" fmla="*/ 43333 h 81563"/>
                <a:gd name="connsiteX78" fmla="*/ 448021 w 526146"/>
                <a:gd name="connsiteY78" fmla="*/ 43333 h 81563"/>
                <a:gd name="connsiteX79" fmla="*/ 446563 w 526146"/>
                <a:gd name="connsiteY79" fmla="*/ 43074 h 81563"/>
                <a:gd name="connsiteX80" fmla="*/ 446355 w 526146"/>
                <a:gd name="connsiteY80" fmla="*/ 41667 h 81563"/>
                <a:gd name="connsiteX81" fmla="*/ 446355 w 526146"/>
                <a:gd name="connsiteY81" fmla="*/ 37812 h 81563"/>
                <a:gd name="connsiteX82" fmla="*/ 446563 w 526146"/>
                <a:gd name="connsiteY82" fmla="*/ 36146 h 81563"/>
                <a:gd name="connsiteX83" fmla="*/ 448021 w 526146"/>
                <a:gd name="connsiteY83" fmla="*/ 35729 h 81563"/>
                <a:gd name="connsiteX84" fmla="*/ 451459 w 526146"/>
                <a:gd name="connsiteY84" fmla="*/ 35729 h 81563"/>
                <a:gd name="connsiteX85" fmla="*/ 457552 w 526146"/>
                <a:gd name="connsiteY85" fmla="*/ 34948 h 81563"/>
                <a:gd name="connsiteX86" fmla="*/ 462709 w 526146"/>
                <a:gd name="connsiteY86" fmla="*/ 32500 h 81563"/>
                <a:gd name="connsiteX87" fmla="*/ 466355 w 526146"/>
                <a:gd name="connsiteY87" fmla="*/ 28385 h 81563"/>
                <a:gd name="connsiteX88" fmla="*/ 467709 w 526146"/>
                <a:gd name="connsiteY88" fmla="*/ 22188 h 81563"/>
                <a:gd name="connsiteX89" fmla="*/ 463386 w 526146"/>
                <a:gd name="connsiteY89" fmla="*/ 12084 h 81563"/>
                <a:gd name="connsiteX90" fmla="*/ 452500 w 526146"/>
                <a:gd name="connsiteY90" fmla="*/ 8542 h 81563"/>
                <a:gd name="connsiteX91" fmla="*/ 441823 w 526146"/>
                <a:gd name="connsiteY91" fmla="*/ 12084 h 81563"/>
                <a:gd name="connsiteX92" fmla="*/ 437292 w 526146"/>
                <a:gd name="connsiteY92" fmla="*/ 22292 h 81563"/>
                <a:gd name="connsiteX93" fmla="*/ 428959 w 526146"/>
                <a:gd name="connsiteY93" fmla="*/ 22292 h 81563"/>
                <a:gd name="connsiteX94" fmla="*/ 435625 w 526146"/>
                <a:gd name="connsiteY94" fmla="*/ 6979 h 81563"/>
                <a:gd name="connsiteX95" fmla="*/ 452813 w 526146"/>
                <a:gd name="connsiteY95" fmla="*/ 1354 h 81563"/>
                <a:gd name="connsiteX96" fmla="*/ 361667 w 526146"/>
                <a:gd name="connsiteY96" fmla="*/ 1354 h 81563"/>
                <a:gd name="connsiteX97" fmla="*/ 370469 w 526146"/>
                <a:gd name="connsiteY97" fmla="*/ 2553 h 81563"/>
                <a:gd name="connsiteX98" fmla="*/ 377917 w 526146"/>
                <a:gd name="connsiteY98" fmla="*/ 6251 h 81563"/>
                <a:gd name="connsiteX99" fmla="*/ 382969 w 526146"/>
                <a:gd name="connsiteY99" fmla="*/ 12604 h 81563"/>
                <a:gd name="connsiteX100" fmla="*/ 384896 w 526146"/>
                <a:gd name="connsiteY100" fmla="*/ 21771 h 81563"/>
                <a:gd name="connsiteX101" fmla="*/ 380625 w 526146"/>
                <a:gd name="connsiteY101" fmla="*/ 33437 h 81563"/>
                <a:gd name="connsiteX102" fmla="*/ 369479 w 526146"/>
                <a:gd name="connsiteY102" fmla="*/ 39792 h 81563"/>
                <a:gd name="connsiteX103" fmla="*/ 381823 w 526146"/>
                <a:gd name="connsiteY103" fmla="*/ 46198 h 81563"/>
                <a:gd name="connsiteX104" fmla="*/ 386563 w 526146"/>
                <a:gd name="connsiteY104" fmla="*/ 59063 h 81563"/>
                <a:gd name="connsiteX105" fmla="*/ 384427 w 526146"/>
                <a:gd name="connsiteY105" fmla="*/ 69010 h 81563"/>
                <a:gd name="connsiteX106" fmla="*/ 378750 w 526146"/>
                <a:gd name="connsiteY106" fmla="*/ 75834 h 81563"/>
                <a:gd name="connsiteX107" fmla="*/ 370625 w 526146"/>
                <a:gd name="connsiteY107" fmla="*/ 79687 h 81563"/>
                <a:gd name="connsiteX108" fmla="*/ 361250 w 526146"/>
                <a:gd name="connsiteY108" fmla="*/ 80938 h 81563"/>
                <a:gd name="connsiteX109" fmla="*/ 343490 w 526146"/>
                <a:gd name="connsiteY109" fmla="*/ 75000 h 81563"/>
                <a:gd name="connsiteX110" fmla="*/ 336771 w 526146"/>
                <a:gd name="connsiteY110" fmla="*/ 58542 h 81563"/>
                <a:gd name="connsiteX111" fmla="*/ 345000 w 526146"/>
                <a:gd name="connsiteY111" fmla="*/ 58542 h 81563"/>
                <a:gd name="connsiteX112" fmla="*/ 349948 w 526146"/>
                <a:gd name="connsiteY112" fmla="*/ 69896 h 81563"/>
                <a:gd name="connsiteX113" fmla="*/ 361563 w 526146"/>
                <a:gd name="connsiteY113" fmla="*/ 73750 h 81563"/>
                <a:gd name="connsiteX114" fmla="*/ 373750 w 526146"/>
                <a:gd name="connsiteY114" fmla="*/ 69687 h 81563"/>
                <a:gd name="connsiteX115" fmla="*/ 378229 w 526146"/>
                <a:gd name="connsiteY115" fmla="*/ 58125 h 81563"/>
                <a:gd name="connsiteX116" fmla="*/ 376771 w 526146"/>
                <a:gd name="connsiteY116" fmla="*/ 51510 h 81563"/>
                <a:gd name="connsiteX117" fmla="*/ 372917 w 526146"/>
                <a:gd name="connsiteY117" fmla="*/ 46980 h 81563"/>
                <a:gd name="connsiteX118" fmla="*/ 367344 w 526146"/>
                <a:gd name="connsiteY118" fmla="*/ 44375 h 81563"/>
                <a:gd name="connsiteX119" fmla="*/ 361042 w 526146"/>
                <a:gd name="connsiteY119" fmla="*/ 43333 h 81563"/>
                <a:gd name="connsiteX120" fmla="*/ 356875 w 526146"/>
                <a:gd name="connsiteY120" fmla="*/ 43333 h 81563"/>
                <a:gd name="connsiteX121" fmla="*/ 355417 w 526146"/>
                <a:gd name="connsiteY121" fmla="*/ 43074 h 81563"/>
                <a:gd name="connsiteX122" fmla="*/ 355209 w 526146"/>
                <a:gd name="connsiteY122" fmla="*/ 41667 h 81563"/>
                <a:gd name="connsiteX123" fmla="*/ 355209 w 526146"/>
                <a:gd name="connsiteY123" fmla="*/ 37812 h 81563"/>
                <a:gd name="connsiteX124" fmla="*/ 355417 w 526146"/>
                <a:gd name="connsiteY124" fmla="*/ 36146 h 81563"/>
                <a:gd name="connsiteX125" fmla="*/ 356875 w 526146"/>
                <a:gd name="connsiteY125" fmla="*/ 35729 h 81563"/>
                <a:gd name="connsiteX126" fmla="*/ 360313 w 526146"/>
                <a:gd name="connsiteY126" fmla="*/ 35729 h 81563"/>
                <a:gd name="connsiteX127" fmla="*/ 366406 w 526146"/>
                <a:gd name="connsiteY127" fmla="*/ 34948 h 81563"/>
                <a:gd name="connsiteX128" fmla="*/ 371563 w 526146"/>
                <a:gd name="connsiteY128" fmla="*/ 32500 h 81563"/>
                <a:gd name="connsiteX129" fmla="*/ 375209 w 526146"/>
                <a:gd name="connsiteY129" fmla="*/ 28385 h 81563"/>
                <a:gd name="connsiteX130" fmla="*/ 376563 w 526146"/>
                <a:gd name="connsiteY130" fmla="*/ 22188 h 81563"/>
                <a:gd name="connsiteX131" fmla="*/ 372240 w 526146"/>
                <a:gd name="connsiteY131" fmla="*/ 12084 h 81563"/>
                <a:gd name="connsiteX132" fmla="*/ 361355 w 526146"/>
                <a:gd name="connsiteY132" fmla="*/ 8542 h 81563"/>
                <a:gd name="connsiteX133" fmla="*/ 350677 w 526146"/>
                <a:gd name="connsiteY133" fmla="*/ 12084 h 81563"/>
                <a:gd name="connsiteX134" fmla="*/ 346146 w 526146"/>
                <a:gd name="connsiteY134" fmla="*/ 22292 h 81563"/>
                <a:gd name="connsiteX135" fmla="*/ 337813 w 526146"/>
                <a:gd name="connsiteY135" fmla="*/ 22292 h 81563"/>
                <a:gd name="connsiteX136" fmla="*/ 344479 w 526146"/>
                <a:gd name="connsiteY136" fmla="*/ 6979 h 81563"/>
                <a:gd name="connsiteX137" fmla="*/ 361667 w 526146"/>
                <a:gd name="connsiteY137" fmla="*/ 1354 h 81563"/>
                <a:gd name="connsiteX138" fmla="*/ 205417 w 526146"/>
                <a:gd name="connsiteY138" fmla="*/ 1354 h 81563"/>
                <a:gd name="connsiteX139" fmla="*/ 214219 w 526146"/>
                <a:gd name="connsiteY139" fmla="*/ 2553 h 81563"/>
                <a:gd name="connsiteX140" fmla="*/ 221667 w 526146"/>
                <a:gd name="connsiteY140" fmla="*/ 6251 h 81563"/>
                <a:gd name="connsiteX141" fmla="*/ 226719 w 526146"/>
                <a:gd name="connsiteY141" fmla="*/ 12604 h 81563"/>
                <a:gd name="connsiteX142" fmla="*/ 228646 w 526146"/>
                <a:gd name="connsiteY142" fmla="*/ 21771 h 81563"/>
                <a:gd name="connsiteX143" fmla="*/ 224375 w 526146"/>
                <a:gd name="connsiteY143" fmla="*/ 33437 h 81563"/>
                <a:gd name="connsiteX144" fmla="*/ 213229 w 526146"/>
                <a:gd name="connsiteY144" fmla="*/ 39792 h 81563"/>
                <a:gd name="connsiteX145" fmla="*/ 225573 w 526146"/>
                <a:gd name="connsiteY145" fmla="*/ 46198 h 81563"/>
                <a:gd name="connsiteX146" fmla="*/ 230313 w 526146"/>
                <a:gd name="connsiteY146" fmla="*/ 59063 h 81563"/>
                <a:gd name="connsiteX147" fmla="*/ 228177 w 526146"/>
                <a:gd name="connsiteY147" fmla="*/ 69010 h 81563"/>
                <a:gd name="connsiteX148" fmla="*/ 222500 w 526146"/>
                <a:gd name="connsiteY148" fmla="*/ 75834 h 81563"/>
                <a:gd name="connsiteX149" fmla="*/ 214375 w 526146"/>
                <a:gd name="connsiteY149" fmla="*/ 79687 h 81563"/>
                <a:gd name="connsiteX150" fmla="*/ 205000 w 526146"/>
                <a:gd name="connsiteY150" fmla="*/ 80938 h 81563"/>
                <a:gd name="connsiteX151" fmla="*/ 187240 w 526146"/>
                <a:gd name="connsiteY151" fmla="*/ 75000 h 81563"/>
                <a:gd name="connsiteX152" fmla="*/ 180521 w 526146"/>
                <a:gd name="connsiteY152" fmla="*/ 58542 h 81563"/>
                <a:gd name="connsiteX153" fmla="*/ 188750 w 526146"/>
                <a:gd name="connsiteY153" fmla="*/ 58542 h 81563"/>
                <a:gd name="connsiteX154" fmla="*/ 193698 w 526146"/>
                <a:gd name="connsiteY154" fmla="*/ 69896 h 81563"/>
                <a:gd name="connsiteX155" fmla="*/ 205313 w 526146"/>
                <a:gd name="connsiteY155" fmla="*/ 73750 h 81563"/>
                <a:gd name="connsiteX156" fmla="*/ 217500 w 526146"/>
                <a:gd name="connsiteY156" fmla="*/ 69687 h 81563"/>
                <a:gd name="connsiteX157" fmla="*/ 221979 w 526146"/>
                <a:gd name="connsiteY157" fmla="*/ 58125 h 81563"/>
                <a:gd name="connsiteX158" fmla="*/ 220521 w 526146"/>
                <a:gd name="connsiteY158" fmla="*/ 51510 h 81563"/>
                <a:gd name="connsiteX159" fmla="*/ 216667 w 526146"/>
                <a:gd name="connsiteY159" fmla="*/ 46980 h 81563"/>
                <a:gd name="connsiteX160" fmla="*/ 211094 w 526146"/>
                <a:gd name="connsiteY160" fmla="*/ 44375 h 81563"/>
                <a:gd name="connsiteX161" fmla="*/ 204792 w 526146"/>
                <a:gd name="connsiteY161" fmla="*/ 43333 h 81563"/>
                <a:gd name="connsiteX162" fmla="*/ 200625 w 526146"/>
                <a:gd name="connsiteY162" fmla="*/ 43333 h 81563"/>
                <a:gd name="connsiteX163" fmla="*/ 199167 w 526146"/>
                <a:gd name="connsiteY163" fmla="*/ 43074 h 81563"/>
                <a:gd name="connsiteX164" fmla="*/ 198959 w 526146"/>
                <a:gd name="connsiteY164" fmla="*/ 41667 h 81563"/>
                <a:gd name="connsiteX165" fmla="*/ 198959 w 526146"/>
                <a:gd name="connsiteY165" fmla="*/ 37812 h 81563"/>
                <a:gd name="connsiteX166" fmla="*/ 199167 w 526146"/>
                <a:gd name="connsiteY166" fmla="*/ 36146 h 81563"/>
                <a:gd name="connsiteX167" fmla="*/ 200625 w 526146"/>
                <a:gd name="connsiteY167" fmla="*/ 35729 h 81563"/>
                <a:gd name="connsiteX168" fmla="*/ 204063 w 526146"/>
                <a:gd name="connsiteY168" fmla="*/ 35729 h 81563"/>
                <a:gd name="connsiteX169" fmla="*/ 210156 w 526146"/>
                <a:gd name="connsiteY169" fmla="*/ 34948 h 81563"/>
                <a:gd name="connsiteX170" fmla="*/ 215313 w 526146"/>
                <a:gd name="connsiteY170" fmla="*/ 32500 h 81563"/>
                <a:gd name="connsiteX171" fmla="*/ 218959 w 526146"/>
                <a:gd name="connsiteY171" fmla="*/ 28385 h 81563"/>
                <a:gd name="connsiteX172" fmla="*/ 220313 w 526146"/>
                <a:gd name="connsiteY172" fmla="*/ 22188 h 81563"/>
                <a:gd name="connsiteX173" fmla="*/ 215990 w 526146"/>
                <a:gd name="connsiteY173" fmla="*/ 12084 h 81563"/>
                <a:gd name="connsiteX174" fmla="*/ 205104 w 526146"/>
                <a:gd name="connsiteY174" fmla="*/ 8542 h 81563"/>
                <a:gd name="connsiteX175" fmla="*/ 194427 w 526146"/>
                <a:gd name="connsiteY175" fmla="*/ 12084 h 81563"/>
                <a:gd name="connsiteX176" fmla="*/ 189896 w 526146"/>
                <a:gd name="connsiteY176" fmla="*/ 22292 h 81563"/>
                <a:gd name="connsiteX177" fmla="*/ 181563 w 526146"/>
                <a:gd name="connsiteY177" fmla="*/ 22292 h 81563"/>
                <a:gd name="connsiteX178" fmla="*/ 188229 w 526146"/>
                <a:gd name="connsiteY178" fmla="*/ 6979 h 81563"/>
                <a:gd name="connsiteX179" fmla="*/ 205417 w 526146"/>
                <a:gd name="connsiteY179" fmla="*/ 1354 h 81563"/>
                <a:gd name="connsiteX180" fmla="*/ 140208 w 526146"/>
                <a:gd name="connsiteY180" fmla="*/ 1354 h 81563"/>
                <a:gd name="connsiteX181" fmla="*/ 156250 w 526146"/>
                <a:gd name="connsiteY181" fmla="*/ 6459 h 81563"/>
                <a:gd name="connsiteX182" fmla="*/ 162708 w 526146"/>
                <a:gd name="connsiteY182" fmla="*/ 21458 h 81563"/>
                <a:gd name="connsiteX183" fmla="*/ 158594 w 526146"/>
                <a:gd name="connsiteY183" fmla="*/ 35313 h 81563"/>
                <a:gd name="connsiteX184" fmla="*/ 148750 w 526146"/>
                <a:gd name="connsiteY184" fmla="*/ 49271 h 81563"/>
                <a:gd name="connsiteX185" fmla="*/ 136875 w 526146"/>
                <a:gd name="connsiteY185" fmla="*/ 61979 h 81563"/>
                <a:gd name="connsiteX186" fmla="*/ 126667 w 526146"/>
                <a:gd name="connsiteY186" fmla="*/ 71979 h 81563"/>
                <a:gd name="connsiteX187" fmla="*/ 164375 w 526146"/>
                <a:gd name="connsiteY187" fmla="*/ 71979 h 81563"/>
                <a:gd name="connsiteX188" fmla="*/ 164375 w 526146"/>
                <a:gd name="connsiteY188" fmla="*/ 79167 h 81563"/>
                <a:gd name="connsiteX189" fmla="*/ 118646 w 526146"/>
                <a:gd name="connsiteY189" fmla="*/ 79167 h 81563"/>
                <a:gd name="connsiteX190" fmla="*/ 117448 w 526146"/>
                <a:gd name="connsiteY190" fmla="*/ 78855 h 81563"/>
                <a:gd name="connsiteX191" fmla="*/ 117188 w 526146"/>
                <a:gd name="connsiteY191" fmla="*/ 77604 h 81563"/>
                <a:gd name="connsiteX192" fmla="*/ 117188 w 526146"/>
                <a:gd name="connsiteY192" fmla="*/ 71355 h 81563"/>
                <a:gd name="connsiteX193" fmla="*/ 121510 w 526146"/>
                <a:gd name="connsiteY193" fmla="*/ 67188 h 81563"/>
                <a:gd name="connsiteX194" fmla="*/ 127084 w 526146"/>
                <a:gd name="connsiteY194" fmla="*/ 61667 h 81563"/>
                <a:gd name="connsiteX195" fmla="*/ 133125 w 526146"/>
                <a:gd name="connsiteY195" fmla="*/ 55208 h 81563"/>
                <a:gd name="connsiteX196" fmla="*/ 139271 w 526146"/>
                <a:gd name="connsiteY196" fmla="*/ 48126 h 81563"/>
                <a:gd name="connsiteX197" fmla="*/ 145000 w 526146"/>
                <a:gd name="connsiteY197" fmla="*/ 40990 h 81563"/>
                <a:gd name="connsiteX198" fmla="*/ 149688 w 526146"/>
                <a:gd name="connsiteY198" fmla="*/ 34063 h 81563"/>
                <a:gd name="connsiteX199" fmla="*/ 152969 w 526146"/>
                <a:gd name="connsiteY199" fmla="*/ 27604 h 81563"/>
                <a:gd name="connsiteX200" fmla="*/ 154167 w 526146"/>
                <a:gd name="connsiteY200" fmla="*/ 22084 h 81563"/>
                <a:gd name="connsiteX201" fmla="*/ 150209 w 526146"/>
                <a:gd name="connsiteY201" fmla="*/ 11927 h 81563"/>
                <a:gd name="connsiteX202" fmla="*/ 140000 w 526146"/>
                <a:gd name="connsiteY202" fmla="*/ 8542 h 81563"/>
                <a:gd name="connsiteX203" fmla="*/ 130156 w 526146"/>
                <a:gd name="connsiteY203" fmla="*/ 12709 h 81563"/>
                <a:gd name="connsiteX204" fmla="*/ 126354 w 526146"/>
                <a:gd name="connsiteY204" fmla="*/ 23542 h 81563"/>
                <a:gd name="connsiteX205" fmla="*/ 117813 w 526146"/>
                <a:gd name="connsiteY205" fmla="*/ 23542 h 81563"/>
                <a:gd name="connsiteX206" fmla="*/ 119479 w 526146"/>
                <a:gd name="connsiteY206" fmla="*/ 14428 h 81563"/>
                <a:gd name="connsiteX207" fmla="*/ 124167 w 526146"/>
                <a:gd name="connsiteY207" fmla="*/ 7396 h 81563"/>
                <a:gd name="connsiteX208" fmla="*/ 131302 w 526146"/>
                <a:gd name="connsiteY208" fmla="*/ 2917 h 81563"/>
                <a:gd name="connsiteX209" fmla="*/ 140208 w 526146"/>
                <a:gd name="connsiteY209" fmla="*/ 1354 h 81563"/>
                <a:gd name="connsiteX210" fmla="*/ 23021 w 526146"/>
                <a:gd name="connsiteY210" fmla="*/ 1354 h 81563"/>
                <a:gd name="connsiteX211" fmla="*/ 39063 w 526146"/>
                <a:gd name="connsiteY211" fmla="*/ 6459 h 81563"/>
                <a:gd name="connsiteX212" fmla="*/ 45521 w 526146"/>
                <a:gd name="connsiteY212" fmla="*/ 21458 h 81563"/>
                <a:gd name="connsiteX213" fmla="*/ 41406 w 526146"/>
                <a:gd name="connsiteY213" fmla="*/ 35313 h 81563"/>
                <a:gd name="connsiteX214" fmla="*/ 31563 w 526146"/>
                <a:gd name="connsiteY214" fmla="*/ 49271 h 81563"/>
                <a:gd name="connsiteX215" fmla="*/ 19688 w 526146"/>
                <a:gd name="connsiteY215" fmla="*/ 61979 h 81563"/>
                <a:gd name="connsiteX216" fmla="*/ 9479 w 526146"/>
                <a:gd name="connsiteY216" fmla="*/ 71979 h 81563"/>
                <a:gd name="connsiteX217" fmla="*/ 47188 w 526146"/>
                <a:gd name="connsiteY217" fmla="*/ 71979 h 81563"/>
                <a:gd name="connsiteX218" fmla="*/ 47188 w 526146"/>
                <a:gd name="connsiteY218" fmla="*/ 79167 h 81563"/>
                <a:gd name="connsiteX219" fmla="*/ 1458 w 526146"/>
                <a:gd name="connsiteY219" fmla="*/ 79167 h 81563"/>
                <a:gd name="connsiteX220" fmla="*/ 260 w 526146"/>
                <a:gd name="connsiteY220" fmla="*/ 78855 h 81563"/>
                <a:gd name="connsiteX221" fmla="*/ 0 w 526146"/>
                <a:gd name="connsiteY221" fmla="*/ 77604 h 81563"/>
                <a:gd name="connsiteX222" fmla="*/ 0 w 526146"/>
                <a:gd name="connsiteY222" fmla="*/ 71355 h 81563"/>
                <a:gd name="connsiteX223" fmla="*/ 4323 w 526146"/>
                <a:gd name="connsiteY223" fmla="*/ 67188 h 81563"/>
                <a:gd name="connsiteX224" fmla="*/ 9896 w 526146"/>
                <a:gd name="connsiteY224" fmla="*/ 61667 h 81563"/>
                <a:gd name="connsiteX225" fmla="*/ 15937 w 526146"/>
                <a:gd name="connsiteY225" fmla="*/ 55208 h 81563"/>
                <a:gd name="connsiteX226" fmla="*/ 22083 w 526146"/>
                <a:gd name="connsiteY226" fmla="*/ 48126 h 81563"/>
                <a:gd name="connsiteX227" fmla="*/ 27813 w 526146"/>
                <a:gd name="connsiteY227" fmla="*/ 40990 h 81563"/>
                <a:gd name="connsiteX228" fmla="*/ 32500 w 526146"/>
                <a:gd name="connsiteY228" fmla="*/ 34063 h 81563"/>
                <a:gd name="connsiteX229" fmla="*/ 35781 w 526146"/>
                <a:gd name="connsiteY229" fmla="*/ 27604 h 81563"/>
                <a:gd name="connsiteX230" fmla="*/ 36979 w 526146"/>
                <a:gd name="connsiteY230" fmla="*/ 22084 h 81563"/>
                <a:gd name="connsiteX231" fmla="*/ 33021 w 526146"/>
                <a:gd name="connsiteY231" fmla="*/ 11927 h 81563"/>
                <a:gd name="connsiteX232" fmla="*/ 22813 w 526146"/>
                <a:gd name="connsiteY232" fmla="*/ 8542 h 81563"/>
                <a:gd name="connsiteX233" fmla="*/ 12969 w 526146"/>
                <a:gd name="connsiteY233" fmla="*/ 12709 h 81563"/>
                <a:gd name="connsiteX234" fmla="*/ 9167 w 526146"/>
                <a:gd name="connsiteY234" fmla="*/ 23542 h 81563"/>
                <a:gd name="connsiteX235" fmla="*/ 625 w 526146"/>
                <a:gd name="connsiteY235" fmla="*/ 23542 h 81563"/>
                <a:gd name="connsiteX236" fmla="*/ 2292 w 526146"/>
                <a:gd name="connsiteY236" fmla="*/ 14428 h 81563"/>
                <a:gd name="connsiteX237" fmla="*/ 6979 w 526146"/>
                <a:gd name="connsiteY237" fmla="*/ 7396 h 81563"/>
                <a:gd name="connsiteX238" fmla="*/ 14115 w 526146"/>
                <a:gd name="connsiteY238" fmla="*/ 2917 h 81563"/>
                <a:gd name="connsiteX239" fmla="*/ 23021 w 526146"/>
                <a:gd name="connsiteY239" fmla="*/ 1354 h 81563"/>
                <a:gd name="connsiteX240" fmla="*/ 297917 w 526146"/>
                <a:gd name="connsiteY240" fmla="*/ 0 h 81563"/>
                <a:gd name="connsiteX241" fmla="*/ 310677 w 526146"/>
                <a:gd name="connsiteY241" fmla="*/ 3646 h 81563"/>
                <a:gd name="connsiteX242" fmla="*/ 318438 w 526146"/>
                <a:gd name="connsiteY242" fmla="*/ 13021 h 81563"/>
                <a:gd name="connsiteX243" fmla="*/ 322292 w 526146"/>
                <a:gd name="connsiteY243" fmla="*/ 26146 h 81563"/>
                <a:gd name="connsiteX244" fmla="*/ 323334 w 526146"/>
                <a:gd name="connsiteY244" fmla="*/ 40729 h 81563"/>
                <a:gd name="connsiteX245" fmla="*/ 322292 w 526146"/>
                <a:gd name="connsiteY245" fmla="*/ 55313 h 81563"/>
                <a:gd name="connsiteX246" fmla="*/ 318438 w 526146"/>
                <a:gd name="connsiteY246" fmla="*/ 68334 h 81563"/>
                <a:gd name="connsiteX247" fmla="*/ 310677 w 526146"/>
                <a:gd name="connsiteY247" fmla="*/ 77604 h 81563"/>
                <a:gd name="connsiteX248" fmla="*/ 297917 w 526146"/>
                <a:gd name="connsiteY248" fmla="*/ 81146 h 81563"/>
                <a:gd name="connsiteX249" fmla="*/ 285365 w 526146"/>
                <a:gd name="connsiteY249" fmla="*/ 77604 h 81563"/>
                <a:gd name="connsiteX250" fmla="*/ 277917 w 526146"/>
                <a:gd name="connsiteY250" fmla="*/ 68334 h 81563"/>
                <a:gd name="connsiteX251" fmla="*/ 274271 w 526146"/>
                <a:gd name="connsiteY251" fmla="*/ 55313 h 81563"/>
                <a:gd name="connsiteX252" fmla="*/ 273334 w 526146"/>
                <a:gd name="connsiteY252" fmla="*/ 40729 h 81563"/>
                <a:gd name="connsiteX253" fmla="*/ 274271 w 526146"/>
                <a:gd name="connsiteY253" fmla="*/ 26146 h 81563"/>
                <a:gd name="connsiteX254" fmla="*/ 277917 w 526146"/>
                <a:gd name="connsiteY254" fmla="*/ 13021 h 81563"/>
                <a:gd name="connsiteX255" fmla="*/ 285365 w 526146"/>
                <a:gd name="connsiteY255" fmla="*/ 3646 h 81563"/>
                <a:gd name="connsiteX256" fmla="*/ 297917 w 526146"/>
                <a:gd name="connsiteY256" fmla="*/ 0 h 81563"/>
                <a:gd name="connsiteX257" fmla="*/ 89583 w 526146"/>
                <a:gd name="connsiteY257" fmla="*/ 0 h 81563"/>
                <a:gd name="connsiteX258" fmla="*/ 102344 w 526146"/>
                <a:gd name="connsiteY258" fmla="*/ 3646 h 81563"/>
                <a:gd name="connsiteX259" fmla="*/ 110104 w 526146"/>
                <a:gd name="connsiteY259" fmla="*/ 13021 h 81563"/>
                <a:gd name="connsiteX260" fmla="*/ 113959 w 526146"/>
                <a:gd name="connsiteY260" fmla="*/ 26146 h 81563"/>
                <a:gd name="connsiteX261" fmla="*/ 115000 w 526146"/>
                <a:gd name="connsiteY261" fmla="*/ 40729 h 81563"/>
                <a:gd name="connsiteX262" fmla="*/ 113959 w 526146"/>
                <a:gd name="connsiteY262" fmla="*/ 55313 h 81563"/>
                <a:gd name="connsiteX263" fmla="*/ 110104 w 526146"/>
                <a:gd name="connsiteY263" fmla="*/ 68334 h 81563"/>
                <a:gd name="connsiteX264" fmla="*/ 102344 w 526146"/>
                <a:gd name="connsiteY264" fmla="*/ 77604 h 81563"/>
                <a:gd name="connsiteX265" fmla="*/ 89583 w 526146"/>
                <a:gd name="connsiteY265" fmla="*/ 81146 h 81563"/>
                <a:gd name="connsiteX266" fmla="*/ 77031 w 526146"/>
                <a:gd name="connsiteY266" fmla="*/ 77604 h 81563"/>
                <a:gd name="connsiteX267" fmla="*/ 69583 w 526146"/>
                <a:gd name="connsiteY267" fmla="*/ 68334 h 81563"/>
                <a:gd name="connsiteX268" fmla="*/ 65938 w 526146"/>
                <a:gd name="connsiteY268" fmla="*/ 55313 h 81563"/>
                <a:gd name="connsiteX269" fmla="*/ 65000 w 526146"/>
                <a:gd name="connsiteY269" fmla="*/ 40729 h 81563"/>
                <a:gd name="connsiteX270" fmla="*/ 65938 w 526146"/>
                <a:gd name="connsiteY270" fmla="*/ 26146 h 81563"/>
                <a:gd name="connsiteX271" fmla="*/ 69583 w 526146"/>
                <a:gd name="connsiteY271" fmla="*/ 13021 h 81563"/>
                <a:gd name="connsiteX272" fmla="*/ 77031 w 526146"/>
                <a:gd name="connsiteY272" fmla="*/ 3646 h 81563"/>
                <a:gd name="connsiteX273" fmla="*/ 89583 w 526146"/>
                <a:gd name="connsiteY273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</a:cxnLst>
              <a:rect l="l" t="t" r="r" b="b"/>
              <a:pathLst>
                <a:path w="526146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4"/>
                  </a:cubicBezTo>
                  <a:cubicBezTo>
                    <a:pt x="287005" y="13255"/>
                    <a:pt x="285417" y="16172"/>
                    <a:pt x="284375" y="19584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110" y="34428"/>
                    <a:pt x="281979" y="37812"/>
                    <a:pt x="281979" y="40729"/>
                  </a:cubicBezTo>
                  <a:cubicBezTo>
                    <a:pt x="281979" y="43646"/>
                    <a:pt x="282110" y="46992"/>
                    <a:pt x="282344" y="50782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7005" y="67943"/>
                    <a:pt x="289115" y="70313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62" y="72669"/>
                    <a:pt x="306875" y="70313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28" y="54557"/>
                    <a:pt x="314167" y="50782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2"/>
                    <a:pt x="314519" y="34428"/>
                    <a:pt x="314167" y="30573"/>
                  </a:cubicBezTo>
                  <a:cubicBezTo>
                    <a:pt x="313828" y="26719"/>
                    <a:pt x="313060" y="23047"/>
                    <a:pt x="311875" y="19584"/>
                  </a:cubicBezTo>
                  <a:cubicBezTo>
                    <a:pt x="310768" y="16172"/>
                    <a:pt x="309102" y="13255"/>
                    <a:pt x="306875" y="10834"/>
                  </a:cubicBezTo>
                  <a:cubicBezTo>
                    <a:pt x="304662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4"/>
                  </a:cubicBezTo>
                  <a:cubicBezTo>
                    <a:pt x="78672" y="13255"/>
                    <a:pt x="77084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8"/>
                    <a:pt x="73646" y="37812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3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95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55"/>
                    <a:pt x="525730" y="3542"/>
                  </a:cubicBezTo>
                  <a:cubicBezTo>
                    <a:pt x="526016" y="3815"/>
                    <a:pt x="526146" y="4336"/>
                    <a:pt x="526146" y="5105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4"/>
                  </a:lnTo>
                  <a:cubicBezTo>
                    <a:pt x="516042" y="14089"/>
                    <a:pt x="513698" y="16016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9"/>
                  </a:lnTo>
                  <a:cubicBezTo>
                    <a:pt x="504662" y="13881"/>
                    <a:pt x="507539" y="12188"/>
                    <a:pt x="510313" y="10104"/>
                  </a:cubicBezTo>
                  <a:cubicBezTo>
                    <a:pt x="513099" y="8021"/>
                    <a:pt x="515729" y="5690"/>
                    <a:pt x="518229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53" y="49662"/>
                    <a:pt x="465664" y="48151"/>
                    <a:pt x="464063" y="46980"/>
                  </a:cubicBezTo>
                  <a:cubicBezTo>
                    <a:pt x="462396" y="45795"/>
                    <a:pt x="460547" y="44922"/>
                    <a:pt x="458490" y="44375"/>
                  </a:cubicBezTo>
                  <a:cubicBezTo>
                    <a:pt x="456446" y="43815"/>
                    <a:pt x="454349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33" y="42891"/>
                    <a:pt x="446355" y="42422"/>
                    <a:pt x="446355" y="41667"/>
                  </a:cubicBezTo>
                  <a:lnTo>
                    <a:pt x="446355" y="37812"/>
                  </a:lnTo>
                  <a:cubicBezTo>
                    <a:pt x="446355" y="36980"/>
                    <a:pt x="446433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45" y="31459"/>
                    <a:pt x="465456" y="30078"/>
                    <a:pt x="466355" y="28385"/>
                  </a:cubicBezTo>
                  <a:cubicBezTo>
                    <a:pt x="467266" y="26680"/>
                    <a:pt x="467709" y="24610"/>
                    <a:pt x="467709" y="22188"/>
                  </a:cubicBezTo>
                  <a:cubicBezTo>
                    <a:pt x="467709" y="17813"/>
                    <a:pt x="466276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95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30"/>
                    <a:pt x="435625" y="6979"/>
                  </a:cubicBezTo>
                  <a:cubicBezTo>
                    <a:pt x="440000" y="3230"/>
                    <a:pt x="445730" y="1354"/>
                    <a:pt x="452813" y="1354"/>
                  </a:cubicBezTo>
                  <a:close/>
                  <a:moveTo>
                    <a:pt x="361667" y="1354"/>
                  </a:moveTo>
                  <a:cubicBezTo>
                    <a:pt x="364727" y="1354"/>
                    <a:pt x="367657" y="1745"/>
                    <a:pt x="370469" y="2553"/>
                  </a:cubicBezTo>
                  <a:cubicBezTo>
                    <a:pt x="373281" y="3347"/>
                    <a:pt x="375769" y="4583"/>
                    <a:pt x="377917" y="6251"/>
                  </a:cubicBezTo>
                  <a:cubicBezTo>
                    <a:pt x="380000" y="7917"/>
                    <a:pt x="381693" y="10026"/>
                    <a:pt x="382969" y="12604"/>
                  </a:cubicBezTo>
                  <a:cubicBezTo>
                    <a:pt x="384258" y="15170"/>
                    <a:pt x="384896" y="18229"/>
                    <a:pt x="384896" y="21771"/>
                  </a:cubicBezTo>
                  <a:cubicBezTo>
                    <a:pt x="384896" y="26146"/>
                    <a:pt x="383477" y="30026"/>
                    <a:pt x="380625" y="33437"/>
                  </a:cubicBezTo>
                  <a:cubicBezTo>
                    <a:pt x="377787" y="36836"/>
                    <a:pt x="374063" y="38958"/>
                    <a:pt x="369479" y="39792"/>
                  </a:cubicBezTo>
                  <a:cubicBezTo>
                    <a:pt x="374558" y="40482"/>
                    <a:pt x="378672" y="42617"/>
                    <a:pt x="381823" y="46198"/>
                  </a:cubicBezTo>
                  <a:cubicBezTo>
                    <a:pt x="384987" y="49766"/>
                    <a:pt x="386563" y="54063"/>
                    <a:pt x="386563" y="59063"/>
                  </a:cubicBezTo>
                  <a:cubicBezTo>
                    <a:pt x="386563" y="62943"/>
                    <a:pt x="385860" y="66263"/>
                    <a:pt x="384427" y="69010"/>
                  </a:cubicBezTo>
                  <a:cubicBezTo>
                    <a:pt x="383008" y="71745"/>
                    <a:pt x="381120" y="74023"/>
                    <a:pt x="378750" y="75834"/>
                  </a:cubicBezTo>
                  <a:cubicBezTo>
                    <a:pt x="376394" y="77566"/>
                    <a:pt x="373685" y="78855"/>
                    <a:pt x="370625" y="79687"/>
                  </a:cubicBezTo>
                  <a:cubicBezTo>
                    <a:pt x="367578" y="80521"/>
                    <a:pt x="364453" y="80938"/>
                    <a:pt x="361250" y="80938"/>
                  </a:cubicBezTo>
                  <a:cubicBezTo>
                    <a:pt x="353750" y="80938"/>
                    <a:pt x="347839" y="78959"/>
                    <a:pt x="343490" y="75000"/>
                  </a:cubicBezTo>
                  <a:cubicBezTo>
                    <a:pt x="339154" y="71042"/>
                    <a:pt x="336914" y="65547"/>
                    <a:pt x="336771" y="58542"/>
                  </a:cubicBezTo>
                  <a:lnTo>
                    <a:pt x="345000" y="58542"/>
                  </a:lnTo>
                  <a:cubicBezTo>
                    <a:pt x="345495" y="63542"/>
                    <a:pt x="347136" y="67318"/>
                    <a:pt x="349948" y="69896"/>
                  </a:cubicBezTo>
                  <a:cubicBezTo>
                    <a:pt x="352761" y="72461"/>
                    <a:pt x="356641" y="73750"/>
                    <a:pt x="361563" y="73750"/>
                  </a:cubicBezTo>
                  <a:cubicBezTo>
                    <a:pt x="366706" y="73750"/>
                    <a:pt x="370769" y="72396"/>
                    <a:pt x="373750" y="69687"/>
                  </a:cubicBezTo>
                  <a:cubicBezTo>
                    <a:pt x="376745" y="66980"/>
                    <a:pt x="378229" y="63125"/>
                    <a:pt x="378229" y="58125"/>
                  </a:cubicBezTo>
                  <a:cubicBezTo>
                    <a:pt x="378229" y="55547"/>
                    <a:pt x="377748" y="53347"/>
                    <a:pt x="376771" y="51510"/>
                  </a:cubicBezTo>
                  <a:cubicBezTo>
                    <a:pt x="375807" y="49662"/>
                    <a:pt x="374518" y="48151"/>
                    <a:pt x="372917" y="46980"/>
                  </a:cubicBezTo>
                  <a:cubicBezTo>
                    <a:pt x="371250" y="45795"/>
                    <a:pt x="369401" y="44922"/>
                    <a:pt x="367344" y="44375"/>
                  </a:cubicBezTo>
                  <a:cubicBezTo>
                    <a:pt x="365300" y="43815"/>
                    <a:pt x="363203" y="43464"/>
                    <a:pt x="361042" y="43333"/>
                  </a:cubicBezTo>
                  <a:lnTo>
                    <a:pt x="356875" y="43333"/>
                  </a:lnTo>
                  <a:cubicBezTo>
                    <a:pt x="356042" y="43333"/>
                    <a:pt x="355560" y="43243"/>
                    <a:pt x="355417" y="43074"/>
                  </a:cubicBezTo>
                  <a:cubicBezTo>
                    <a:pt x="355287" y="42891"/>
                    <a:pt x="355209" y="42422"/>
                    <a:pt x="355209" y="41667"/>
                  </a:cubicBezTo>
                  <a:lnTo>
                    <a:pt x="355209" y="37812"/>
                  </a:lnTo>
                  <a:cubicBezTo>
                    <a:pt x="355209" y="36980"/>
                    <a:pt x="355287" y="36419"/>
                    <a:pt x="355417" y="36146"/>
                  </a:cubicBezTo>
                  <a:cubicBezTo>
                    <a:pt x="355560" y="35860"/>
                    <a:pt x="356042" y="35729"/>
                    <a:pt x="356875" y="35729"/>
                  </a:cubicBezTo>
                  <a:lnTo>
                    <a:pt x="360313" y="35729"/>
                  </a:lnTo>
                  <a:cubicBezTo>
                    <a:pt x="362396" y="35729"/>
                    <a:pt x="364427" y="35469"/>
                    <a:pt x="366406" y="34948"/>
                  </a:cubicBezTo>
                  <a:cubicBezTo>
                    <a:pt x="368386" y="34428"/>
                    <a:pt x="370105" y="33607"/>
                    <a:pt x="371563" y="32500"/>
                  </a:cubicBezTo>
                  <a:cubicBezTo>
                    <a:pt x="373099" y="31459"/>
                    <a:pt x="374310" y="30078"/>
                    <a:pt x="375209" y="28385"/>
                  </a:cubicBezTo>
                  <a:cubicBezTo>
                    <a:pt x="376120" y="26680"/>
                    <a:pt x="376563" y="24610"/>
                    <a:pt x="376563" y="22188"/>
                  </a:cubicBezTo>
                  <a:cubicBezTo>
                    <a:pt x="376563" y="17813"/>
                    <a:pt x="375131" y="14440"/>
                    <a:pt x="372240" y="12084"/>
                  </a:cubicBezTo>
                  <a:cubicBezTo>
                    <a:pt x="369362" y="9714"/>
                    <a:pt x="365730" y="8542"/>
                    <a:pt x="361355" y="8542"/>
                  </a:cubicBezTo>
                  <a:cubicBezTo>
                    <a:pt x="356849" y="8542"/>
                    <a:pt x="353281" y="9714"/>
                    <a:pt x="350677" y="12084"/>
                  </a:cubicBezTo>
                  <a:cubicBezTo>
                    <a:pt x="348073" y="14440"/>
                    <a:pt x="346563" y="17838"/>
                    <a:pt x="346146" y="22292"/>
                  </a:cubicBezTo>
                  <a:lnTo>
                    <a:pt x="337813" y="22292"/>
                  </a:lnTo>
                  <a:cubicBezTo>
                    <a:pt x="337891" y="15833"/>
                    <a:pt x="340104" y="10730"/>
                    <a:pt x="344479" y="6979"/>
                  </a:cubicBezTo>
                  <a:cubicBezTo>
                    <a:pt x="348854" y="3230"/>
                    <a:pt x="354584" y="1354"/>
                    <a:pt x="361667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3"/>
                  </a:cubicBezTo>
                  <a:cubicBezTo>
                    <a:pt x="217031" y="3347"/>
                    <a:pt x="219518" y="4583"/>
                    <a:pt x="221667" y="6251"/>
                  </a:cubicBezTo>
                  <a:cubicBezTo>
                    <a:pt x="223750" y="7917"/>
                    <a:pt x="225443" y="10026"/>
                    <a:pt x="226719" y="12604"/>
                  </a:cubicBezTo>
                  <a:cubicBezTo>
                    <a:pt x="228008" y="15170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37" y="36836"/>
                    <a:pt x="217813" y="38958"/>
                    <a:pt x="213229" y="39792"/>
                  </a:cubicBezTo>
                  <a:cubicBezTo>
                    <a:pt x="218307" y="40482"/>
                    <a:pt x="222422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610" y="66263"/>
                    <a:pt x="228177" y="69010"/>
                  </a:cubicBezTo>
                  <a:cubicBezTo>
                    <a:pt x="226758" y="71745"/>
                    <a:pt x="224870" y="74023"/>
                    <a:pt x="222500" y="75834"/>
                  </a:cubicBezTo>
                  <a:cubicBezTo>
                    <a:pt x="220144" y="77566"/>
                    <a:pt x="217435" y="78855"/>
                    <a:pt x="214375" y="79687"/>
                  </a:cubicBezTo>
                  <a:cubicBezTo>
                    <a:pt x="211328" y="80521"/>
                    <a:pt x="208203" y="80938"/>
                    <a:pt x="205000" y="80938"/>
                  </a:cubicBezTo>
                  <a:cubicBezTo>
                    <a:pt x="197500" y="80938"/>
                    <a:pt x="191589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45" y="63542"/>
                    <a:pt x="190886" y="67318"/>
                    <a:pt x="193698" y="69896"/>
                  </a:cubicBezTo>
                  <a:cubicBezTo>
                    <a:pt x="196511" y="72461"/>
                    <a:pt x="200391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95" y="66980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0"/>
                  </a:cubicBezTo>
                  <a:cubicBezTo>
                    <a:pt x="219557" y="49662"/>
                    <a:pt x="218268" y="48151"/>
                    <a:pt x="216667" y="46980"/>
                  </a:cubicBezTo>
                  <a:cubicBezTo>
                    <a:pt x="215000" y="45795"/>
                    <a:pt x="213151" y="44922"/>
                    <a:pt x="211094" y="44375"/>
                  </a:cubicBezTo>
                  <a:cubicBezTo>
                    <a:pt x="209050" y="43815"/>
                    <a:pt x="206953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3"/>
                    <a:pt x="199167" y="43074"/>
                  </a:cubicBezTo>
                  <a:cubicBezTo>
                    <a:pt x="199037" y="42891"/>
                    <a:pt x="198959" y="42422"/>
                    <a:pt x="198959" y="41667"/>
                  </a:cubicBezTo>
                  <a:lnTo>
                    <a:pt x="198959" y="37812"/>
                  </a:lnTo>
                  <a:cubicBezTo>
                    <a:pt x="198959" y="36980"/>
                    <a:pt x="199037" y="36419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8"/>
                    <a:pt x="213854" y="33607"/>
                    <a:pt x="215313" y="32500"/>
                  </a:cubicBezTo>
                  <a:cubicBezTo>
                    <a:pt x="216849" y="31459"/>
                    <a:pt x="218060" y="30078"/>
                    <a:pt x="218959" y="28385"/>
                  </a:cubicBezTo>
                  <a:cubicBezTo>
                    <a:pt x="219870" y="26680"/>
                    <a:pt x="220313" y="24610"/>
                    <a:pt x="220313" y="22188"/>
                  </a:cubicBezTo>
                  <a:cubicBezTo>
                    <a:pt x="220313" y="17813"/>
                    <a:pt x="218880" y="14440"/>
                    <a:pt x="215990" y="12084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99" y="8542"/>
                    <a:pt x="197031" y="9714"/>
                    <a:pt x="194427" y="12084"/>
                  </a:cubicBezTo>
                  <a:cubicBezTo>
                    <a:pt x="191823" y="14440"/>
                    <a:pt x="190313" y="17838"/>
                    <a:pt x="189896" y="22292"/>
                  </a:cubicBezTo>
                  <a:lnTo>
                    <a:pt x="181563" y="22292"/>
                  </a:lnTo>
                  <a:cubicBezTo>
                    <a:pt x="181641" y="15833"/>
                    <a:pt x="183854" y="10730"/>
                    <a:pt x="188229" y="6979"/>
                  </a:cubicBezTo>
                  <a:cubicBezTo>
                    <a:pt x="192604" y="3230"/>
                    <a:pt x="198334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18" y="68855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6"/>
                  </a:cubicBezTo>
                  <a:cubicBezTo>
                    <a:pt x="141289" y="45756"/>
                    <a:pt x="143203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30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43"/>
                    <a:pt x="128568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30" y="68855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6"/>
                  </a:cubicBezTo>
                  <a:cubicBezTo>
                    <a:pt x="24102" y="45756"/>
                    <a:pt x="26016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2"/>
                    <a:pt x="26979" y="8542"/>
                    <a:pt x="22813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43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43"/>
                    <a:pt x="11380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68"/>
                    <a:pt x="316563" y="9193"/>
                    <a:pt x="318438" y="13021"/>
                  </a:cubicBezTo>
                  <a:cubicBezTo>
                    <a:pt x="320313" y="16902"/>
                    <a:pt x="321602" y="21276"/>
                    <a:pt x="322292" y="26146"/>
                  </a:cubicBezTo>
                  <a:cubicBezTo>
                    <a:pt x="322995" y="31003"/>
                    <a:pt x="323334" y="35860"/>
                    <a:pt x="323334" y="40729"/>
                  </a:cubicBezTo>
                  <a:cubicBezTo>
                    <a:pt x="323334" y="45652"/>
                    <a:pt x="322995" y="50521"/>
                    <a:pt x="322292" y="55313"/>
                  </a:cubicBezTo>
                  <a:cubicBezTo>
                    <a:pt x="321602" y="60105"/>
                    <a:pt x="320313" y="64441"/>
                    <a:pt x="318438" y="68334"/>
                  </a:cubicBezTo>
                  <a:cubicBezTo>
                    <a:pt x="316563" y="72149"/>
                    <a:pt x="313985" y="75235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35"/>
                    <a:pt x="279662" y="72149"/>
                    <a:pt x="277917" y="68334"/>
                  </a:cubicBezTo>
                  <a:cubicBezTo>
                    <a:pt x="276120" y="64441"/>
                    <a:pt x="274896" y="60105"/>
                    <a:pt x="274271" y="55313"/>
                  </a:cubicBezTo>
                  <a:cubicBezTo>
                    <a:pt x="273646" y="50521"/>
                    <a:pt x="273334" y="45652"/>
                    <a:pt x="273334" y="40729"/>
                  </a:cubicBezTo>
                  <a:cubicBezTo>
                    <a:pt x="273334" y="35860"/>
                    <a:pt x="273646" y="31003"/>
                    <a:pt x="274271" y="26146"/>
                  </a:cubicBezTo>
                  <a:cubicBezTo>
                    <a:pt x="274896" y="21276"/>
                    <a:pt x="276120" y="16902"/>
                    <a:pt x="277917" y="13021"/>
                  </a:cubicBezTo>
                  <a:cubicBezTo>
                    <a:pt x="279662" y="9193"/>
                    <a:pt x="282136" y="6068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9" y="26146"/>
                  </a:cubicBezTo>
                  <a:cubicBezTo>
                    <a:pt x="114662" y="31003"/>
                    <a:pt x="115000" y="35860"/>
                    <a:pt x="115000" y="40729"/>
                  </a:cubicBezTo>
                  <a:cubicBezTo>
                    <a:pt x="115000" y="45652"/>
                    <a:pt x="114662" y="50521"/>
                    <a:pt x="113959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51" y="75235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5"/>
                    <a:pt x="71328" y="72149"/>
                    <a:pt x="69583" y="68334"/>
                  </a:cubicBezTo>
                  <a:cubicBezTo>
                    <a:pt x="67787" y="64441"/>
                    <a:pt x="66563" y="60105"/>
                    <a:pt x="65938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8" y="26146"/>
                  </a:cubicBezTo>
                  <a:cubicBezTo>
                    <a:pt x="66563" y="21276"/>
                    <a:pt x="67787" y="16902"/>
                    <a:pt x="69583" y="13021"/>
                  </a:cubicBezTo>
                  <a:cubicBezTo>
                    <a:pt x="71328" y="9193"/>
                    <a:pt x="73802" y="6068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6" name="TextBox 745">
              <a:extLst>
                <a:ext uri="{FF2B5EF4-FFF2-40B4-BE49-F238E27FC236}">
                  <a16:creationId xmlns:a16="http://schemas.microsoft.com/office/drawing/2014/main" id="{671AC57F-AED9-42D9-971D-5AE9DF15CFD0}"/>
                </a:ext>
              </a:extLst>
            </p:cNvPr>
            <p:cNvSpPr txBox="1"/>
            <p:nvPr/>
          </p:nvSpPr>
          <p:spPr>
            <a:xfrm>
              <a:off x="2970659" y="7422286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2023.03.31</a:t>
              </a:r>
            </a:p>
          </p:txBody>
        </p:sp>
        <p:grpSp>
          <p:nvGrpSpPr>
            <p:cNvPr id="747" name="그래픽 5">
              <a:extLst>
                <a:ext uri="{FF2B5EF4-FFF2-40B4-BE49-F238E27FC236}">
                  <a16:creationId xmlns:a16="http://schemas.microsoft.com/office/drawing/2014/main" id="{1ADA32F4-1C3D-4175-A248-C5F6D82BBDC9}"/>
                </a:ext>
              </a:extLst>
            </p:cNvPr>
            <p:cNvGrpSpPr/>
            <p:nvPr/>
          </p:nvGrpSpPr>
          <p:grpSpPr>
            <a:xfrm>
              <a:off x="3871553" y="7396639"/>
              <a:ext cx="700937" cy="95690"/>
              <a:chOff x="3871553" y="7396639"/>
              <a:chExt cx="700937" cy="95690"/>
            </a:xfrm>
          </p:grpSpPr>
          <p:sp>
            <p:nvSpPr>
              <p:cNvPr id="748" name="자유형: 도형 747">
                <a:extLst>
                  <a:ext uri="{FF2B5EF4-FFF2-40B4-BE49-F238E27FC236}">
                    <a16:creationId xmlns:a16="http://schemas.microsoft.com/office/drawing/2014/main" id="{56E01B75-1DAC-473E-940A-FC81BFEDF21A}"/>
                  </a:ext>
                </a:extLst>
              </p:cNvPr>
              <p:cNvSpPr/>
              <p:nvPr/>
            </p:nvSpPr>
            <p:spPr>
              <a:xfrm>
                <a:off x="3871553" y="7396639"/>
                <a:ext cx="700937" cy="94479"/>
              </a:xfrm>
              <a:custGeom>
                <a:avLst/>
                <a:gdLst>
                  <a:gd name="connsiteX0" fmla="*/ 499271 w 700937"/>
                  <a:gd name="connsiteY0" fmla="*/ 70833 h 94479"/>
                  <a:gd name="connsiteX1" fmla="*/ 510000 w 700937"/>
                  <a:gd name="connsiteY1" fmla="*/ 70833 h 94479"/>
                  <a:gd name="connsiteX2" fmla="*/ 510886 w 700937"/>
                  <a:gd name="connsiteY2" fmla="*/ 71146 h 94479"/>
                  <a:gd name="connsiteX3" fmla="*/ 511146 w 700937"/>
                  <a:gd name="connsiteY3" fmla="*/ 72084 h 94479"/>
                  <a:gd name="connsiteX4" fmla="*/ 511146 w 700937"/>
                  <a:gd name="connsiteY4" fmla="*/ 78750 h 94479"/>
                  <a:gd name="connsiteX5" fmla="*/ 508021 w 700937"/>
                  <a:gd name="connsiteY5" fmla="*/ 90001 h 94479"/>
                  <a:gd name="connsiteX6" fmla="*/ 500417 w 700937"/>
                  <a:gd name="connsiteY6" fmla="*/ 94480 h 94479"/>
                  <a:gd name="connsiteX7" fmla="*/ 500417 w 700937"/>
                  <a:gd name="connsiteY7" fmla="*/ 90834 h 94479"/>
                  <a:gd name="connsiteX8" fmla="*/ 503906 w 700937"/>
                  <a:gd name="connsiteY8" fmla="*/ 87344 h 94479"/>
                  <a:gd name="connsiteX9" fmla="*/ 504688 w 700937"/>
                  <a:gd name="connsiteY9" fmla="*/ 81563 h 94479"/>
                  <a:gd name="connsiteX10" fmla="*/ 499271 w 700937"/>
                  <a:gd name="connsiteY10" fmla="*/ 81563 h 94479"/>
                  <a:gd name="connsiteX11" fmla="*/ 277917 w 700937"/>
                  <a:gd name="connsiteY11" fmla="*/ 70833 h 94479"/>
                  <a:gd name="connsiteX12" fmla="*/ 288646 w 700937"/>
                  <a:gd name="connsiteY12" fmla="*/ 70833 h 94479"/>
                  <a:gd name="connsiteX13" fmla="*/ 289531 w 700937"/>
                  <a:gd name="connsiteY13" fmla="*/ 71146 h 94479"/>
                  <a:gd name="connsiteX14" fmla="*/ 289792 w 700937"/>
                  <a:gd name="connsiteY14" fmla="*/ 72084 h 94479"/>
                  <a:gd name="connsiteX15" fmla="*/ 289792 w 700937"/>
                  <a:gd name="connsiteY15" fmla="*/ 78750 h 94479"/>
                  <a:gd name="connsiteX16" fmla="*/ 286667 w 700937"/>
                  <a:gd name="connsiteY16" fmla="*/ 90001 h 94479"/>
                  <a:gd name="connsiteX17" fmla="*/ 279062 w 700937"/>
                  <a:gd name="connsiteY17" fmla="*/ 94480 h 94479"/>
                  <a:gd name="connsiteX18" fmla="*/ 279062 w 700937"/>
                  <a:gd name="connsiteY18" fmla="*/ 90834 h 94479"/>
                  <a:gd name="connsiteX19" fmla="*/ 282552 w 700937"/>
                  <a:gd name="connsiteY19" fmla="*/ 87344 h 94479"/>
                  <a:gd name="connsiteX20" fmla="*/ 283333 w 700937"/>
                  <a:gd name="connsiteY20" fmla="*/ 81563 h 94479"/>
                  <a:gd name="connsiteX21" fmla="*/ 277917 w 700937"/>
                  <a:gd name="connsiteY21" fmla="*/ 81563 h 94479"/>
                  <a:gd name="connsiteX22" fmla="*/ 69583 w 700937"/>
                  <a:gd name="connsiteY22" fmla="*/ 70833 h 94479"/>
                  <a:gd name="connsiteX23" fmla="*/ 80313 w 700937"/>
                  <a:gd name="connsiteY23" fmla="*/ 70833 h 94479"/>
                  <a:gd name="connsiteX24" fmla="*/ 81198 w 700937"/>
                  <a:gd name="connsiteY24" fmla="*/ 71146 h 94479"/>
                  <a:gd name="connsiteX25" fmla="*/ 81458 w 700937"/>
                  <a:gd name="connsiteY25" fmla="*/ 72084 h 94479"/>
                  <a:gd name="connsiteX26" fmla="*/ 81458 w 700937"/>
                  <a:gd name="connsiteY26" fmla="*/ 78750 h 94479"/>
                  <a:gd name="connsiteX27" fmla="*/ 78333 w 700937"/>
                  <a:gd name="connsiteY27" fmla="*/ 90001 h 94479"/>
                  <a:gd name="connsiteX28" fmla="*/ 70729 w 700937"/>
                  <a:gd name="connsiteY28" fmla="*/ 94480 h 94479"/>
                  <a:gd name="connsiteX29" fmla="*/ 70729 w 700937"/>
                  <a:gd name="connsiteY29" fmla="*/ 90834 h 94479"/>
                  <a:gd name="connsiteX30" fmla="*/ 74219 w 700937"/>
                  <a:gd name="connsiteY30" fmla="*/ 87344 h 94479"/>
                  <a:gd name="connsiteX31" fmla="*/ 75000 w 700937"/>
                  <a:gd name="connsiteY31" fmla="*/ 81563 h 94479"/>
                  <a:gd name="connsiteX32" fmla="*/ 69583 w 700937"/>
                  <a:gd name="connsiteY32" fmla="*/ 81563 h 94479"/>
                  <a:gd name="connsiteX33" fmla="*/ 337188 w 700937"/>
                  <a:gd name="connsiteY33" fmla="*/ 36146 h 94479"/>
                  <a:gd name="connsiteX34" fmla="*/ 330677 w 700937"/>
                  <a:gd name="connsiteY34" fmla="*/ 37657 h 94479"/>
                  <a:gd name="connsiteX35" fmla="*/ 325625 w 700937"/>
                  <a:gd name="connsiteY35" fmla="*/ 41563 h 94479"/>
                  <a:gd name="connsiteX36" fmla="*/ 322292 w 700937"/>
                  <a:gd name="connsiteY36" fmla="*/ 47292 h 94479"/>
                  <a:gd name="connsiteX37" fmla="*/ 321146 w 700937"/>
                  <a:gd name="connsiteY37" fmla="*/ 54063 h 94479"/>
                  <a:gd name="connsiteX38" fmla="*/ 322240 w 700937"/>
                  <a:gd name="connsiteY38" fmla="*/ 61979 h 94479"/>
                  <a:gd name="connsiteX39" fmla="*/ 325417 w 700937"/>
                  <a:gd name="connsiteY39" fmla="*/ 68229 h 94479"/>
                  <a:gd name="connsiteX40" fmla="*/ 330417 w 700937"/>
                  <a:gd name="connsiteY40" fmla="*/ 72448 h 94479"/>
                  <a:gd name="connsiteX41" fmla="*/ 336979 w 700937"/>
                  <a:gd name="connsiteY41" fmla="*/ 73958 h 94479"/>
                  <a:gd name="connsiteX42" fmla="*/ 349062 w 700937"/>
                  <a:gd name="connsiteY42" fmla="*/ 68490 h 94479"/>
                  <a:gd name="connsiteX43" fmla="*/ 353333 w 700937"/>
                  <a:gd name="connsiteY43" fmla="*/ 55000 h 94479"/>
                  <a:gd name="connsiteX44" fmla="*/ 352292 w 700937"/>
                  <a:gd name="connsiteY44" fmla="*/ 47812 h 94479"/>
                  <a:gd name="connsiteX45" fmla="*/ 349167 w 700937"/>
                  <a:gd name="connsiteY45" fmla="*/ 41875 h 94479"/>
                  <a:gd name="connsiteX46" fmla="*/ 344167 w 700937"/>
                  <a:gd name="connsiteY46" fmla="*/ 37708 h 94479"/>
                  <a:gd name="connsiteX47" fmla="*/ 337188 w 700937"/>
                  <a:gd name="connsiteY47" fmla="*/ 36146 h 94479"/>
                  <a:gd name="connsiteX48" fmla="*/ 188125 w 700937"/>
                  <a:gd name="connsiteY48" fmla="*/ 11250 h 94479"/>
                  <a:gd name="connsiteX49" fmla="*/ 161250 w 700937"/>
                  <a:gd name="connsiteY49" fmla="*/ 55313 h 94479"/>
                  <a:gd name="connsiteX50" fmla="*/ 187916 w 700937"/>
                  <a:gd name="connsiteY50" fmla="*/ 55313 h 94479"/>
                  <a:gd name="connsiteX51" fmla="*/ 187916 w 700937"/>
                  <a:gd name="connsiteY51" fmla="*/ 20834 h 94479"/>
                  <a:gd name="connsiteX52" fmla="*/ 675521 w 700937"/>
                  <a:gd name="connsiteY52" fmla="*/ 7188 h 94479"/>
                  <a:gd name="connsiteX53" fmla="*/ 666719 w 700937"/>
                  <a:gd name="connsiteY53" fmla="*/ 10834 h 94479"/>
                  <a:gd name="connsiteX54" fmla="*/ 661979 w 700937"/>
                  <a:gd name="connsiteY54" fmla="*/ 19584 h 94479"/>
                  <a:gd name="connsiteX55" fmla="*/ 659948 w 700937"/>
                  <a:gd name="connsiteY55" fmla="*/ 30573 h 94479"/>
                  <a:gd name="connsiteX56" fmla="*/ 659584 w 700937"/>
                  <a:gd name="connsiteY56" fmla="*/ 40729 h 94479"/>
                  <a:gd name="connsiteX57" fmla="*/ 659948 w 700937"/>
                  <a:gd name="connsiteY57" fmla="*/ 50782 h 94479"/>
                  <a:gd name="connsiteX58" fmla="*/ 661979 w 700937"/>
                  <a:gd name="connsiteY58" fmla="*/ 61667 h 94479"/>
                  <a:gd name="connsiteX59" fmla="*/ 666719 w 700937"/>
                  <a:gd name="connsiteY59" fmla="*/ 70313 h 94479"/>
                  <a:gd name="connsiteX60" fmla="*/ 675521 w 700937"/>
                  <a:gd name="connsiteY60" fmla="*/ 73854 h 94479"/>
                  <a:gd name="connsiteX61" fmla="*/ 684479 w 700937"/>
                  <a:gd name="connsiteY61" fmla="*/ 70313 h 94479"/>
                  <a:gd name="connsiteX62" fmla="*/ 689479 w 700937"/>
                  <a:gd name="connsiteY62" fmla="*/ 61667 h 94479"/>
                  <a:gd name="connsiteX63" fmla="*/ 691771 w 700937"/>
                  <a:gd name="connsiteY63" fmla="*/ 50782 h 94479"/>
                  <a:gd name="connsiteX64" fmla="*/ 692292 w 700937"/>
                  <a:gd name="connsiteY64" fmla="*/ 40729 h 94479"/>
                  <a:gd name="connsiteX65" fmla="*/ 691771 w 700937"/>
                  <a:gd name="connsiteY65" fmla="*/ 30573 h 94479"/>
                  <a:gd name="connsiteX66" fmla="*/ 689479 w 700937"/>
                  <a:gd name="connsiteY66" fmla="*/ 19584 h 94479"/>
                  <a:gd name="connsiteX67" fmla="*/ 684479 w 700937"/>
                  <a:gd name="connsiteY67" fmla="*/ 10834 h 94479"/>
                  <a:gd name="connsiteX68" fmla="*/ 675521 w 700937"/>
                  <a:gd name="connsiteY68" fmla="*/ 7188 h 94479"/>
                  <a:gd name="connsiteX69" fmla="*/ 610417 w 700937"/>
                  <a:gd name="connsiteY69" fmla="*/ 7188 h 94479"/>
                  <a:gd name="connsiteX70" fmla="*/ 601615 w 700937"/>
                  <a:gd name="connsiteY70" fmla="*/ 10834 h 94479"/>
                  <a:gd name="connsiteX71" fmla="*/ 596875 w 700937"/>
                  <a:gd name="connsiteY71" fmla="*/ 19584 h 94479"/>
                  <a:gd name="connsiteX72" fmla="*/ 594844 w 700937"/>
                  <a:gd name="connsiteY72" fmla="*/ 30573 h 94479"/>
                  <a:gd name="connsiteX73" fmla="*/ 594480 w 700937"/>
                  <a:gd name="connsiteY73" fmla="*/ 40729 h 94479"/>
                  <a:gd name="connsiteX74" fmla="*/ 594844 w 700937"/>
                  <a:gd name="connsiteY74" fmla="*/ 50782 h 94479"/>
                  <a:gd name="connsiteX75" fmla="*/ 596875 w 700937"/>
                  <a:gd name="connsiteY75" fmla="*/ 61667 h 94479"/>
                  <a:gd name="connsiteX76" fmla="*/ 601615 w 700937"/>
                  <a:gd name="connsiteY76" fmla="*/ 70313 h 94479"/>
                  <a:gd name="connsiteX77" fmla="*/ 610417 w 700937"/>
                  <a:gd name="connsiteY77" fmla="*/ 73854 h 94479"/>
                  <a:gd name="connsiteX78" fmla="*/ 619375 w 700937"/>
                  <a:gd name="connsiteY78" fmla="*/ 70313 h 94479"/>
                  <a:gd name="connsiteX79" fmla="*/ 624375 w 700937"/>
                  <a:gd name="connsiteY79" fmla="*/ 61667 h 94479"/>
                  <a:gd name="connsiteX80" fmla="*/ 626667 w 700937"/>
                  <a:gd name="connsiteY80" fmla="*/ 50782 h 94479"/>
                  <a:gd name="connsiteX81" fmla="*/ 627188 w 700937"/>
                  <a:gd name="connsiteY81" fmla="*/ 40729 h 94479"/>
                  <a:gd name="connsiteX82" fmla="*/ 626667 w 700937"/>
                  <a:gd name="connsiteY82" fmla="*/ 30573 h 94479"/>
                  <a:gd name="connsiteX83" fmla="*/ 624375 w 700937"/>
                  <a:gd name="connsiteY83" fmla="*/ 19584 h 94479"/>
                  <a:gd name="connsiteX84" fmla="*/ 619375 w 700937"/>
                  <a:gd name="connsiteY84" fmla="*/ 10834 h 94479"/>
                  <a:gd name="connsiteX85" fmla="*/ 610417 w 700937"/>
                  <a:gd name="connsiteY85" fmla="*/ 7188 h 94479"/>
                  <a:gd name="connsiteX86" fmla="*/ 454167 w 700937"/>
                  <a:gd name="connsiteY86" fmla="*/ 7188 h 94479"/>
                  <a:gd name="connsiteX87" fmla="*/ 445365 w 700937"/>
                  <a:gd name="connsiteY87" fmla="*/ 10834 h 94479"/>
                  <a:gd name="connsiteX88" fmla="*/ 440625 w 700937"/>
                  <a:gd name="connsiteY88" fmla="*/ 19584 h 94479"/>
                  <a:gd name="connsiteX89" fmla="*/ 438594 w 700937"/>
                  <a:gd name="connsiteY89" fmla="*/ 30573 h 94479"/>
                  <a:gd name="connsiteX90" fmla="*/ 438229 w 700937"/>
                  <a:gd name="connsiteY90" fmla="*/ 40729 h 94479"/>
                  <a:gd name="connsiteX91" fmla="*/ 438594 w 700937"/>
                  <a:gd name="connsiteY91" fmla="*/ 50782 h 94479"/>
                  <a:gd name="connsiteX92" fmla="*/ 440625 w 700937"/>
                  <a:gd name="connsiteY92" fmla="*/ 61667 h 94479"/>
                  <a:gd name="connsiteX93" fmla="*/ 445365 w 700937"/>
                  <a:gd name="connsiteY93" fmla="*/ 70313 h 94479"/>
                  <a:gd name="connsiteX94" fmla="*/ 454167 w 700937"/>
                  <a:gd name="connsiteY94" fmla="*/ 73854 h 94479"/>
                  <a:gd name="connsiteX95" fmla="*/ 463125 w 700937"/>
                  <a:gd name="connsiteY95" fmla="*/ 70313 h 94479"/>
                  <a:gd name="connsiteX96" fmla="*/ 468125 w 700937"/>
                  <a:gd name="connsiteY96" fmla="*/ 61667 h 94479"/>
                  <a:gd name="connsiteX97" fmla="*/ 470417 w 700937"/>
                  <a:gd name="connsiteY97" fmla="*/ 50782 h 94479"/>
                  <a:gd name="connsiteX98" fmla="*/ 470938 w 700937"/>
                  <a:gd name="connsiteY98" fmla="*/ 40729 h 94479"/>
                  <a:gd name="connsiteX99" fmla="*/ 470417 w 700937"/>
                  <a:gd name="connsiteY99" fmla="*/ 30573 h 94479"/>
                  <a:gd name="connsiteX100" fmla="*/ 468125 w 700937"/>
                  <a:gd name="connsiteY100" fmla="*/ 19584 h 94479"/>
                  <a:gd name="connsiteX101" fmla="*/ 463125 w 700937"/>
                  <a:gd name="connsiteY101" fmla="*/ 10834 h 94479"/>
                  <a:gd name="connsiteX102" fmla="*/ 454167 w 700937"/>
                  <a:gd name="connsiteY102" fmla="*/ 7188 h 94479"/>
                  <a:gd name="connsiteX103" fmla="*/ 245834 w 700937"/>
                  <a:gd name="connsiteY103" fmla="*/ 7188 h 94479"/>
                  <a:gd name="connsiteX104" fmla="*/ 237031 w 700937"/>
                  <a:gd name="connsiteY104" fmla="*/ 10834 h 94479"/>
                  <a:gd name="connsiteX105" fmla="*/ 232292 w 700937"/>
                  <a:gd name="connsiteY105" fmla="*/ 19584 h 94479"/>
                  <a:gd name="connsiteX106" fmla="*/ 230260 w 700937"/>
                  <a:gd name="connsiteY106" fmla="*/ 30573 h 94479"/>
                  <a:gd name="connsiteX107" fmla="*/ 229896 w 700937"/>
                  <a:gd name="connsiteY107" fmla="*/ 40729 h 94479"/>
                  <a:gd name="connsiteX108" fmla="*/ 230260 w 700937"/>
                  <a:gd name="connsiteY108" fmla="*/ 50782 h 94479"/>
                  <a:gd name="connsiteX109" fmla="*/ 232292 w 700937"/>
                  <a:gd name="connsiteY109" fmla="*/ 61667 h 94479"/>
                  <a:gd name="connsiteX110" fmla="*/ 237031 w 700937"/>
                  <a:gd name="connsiteY110" fmla="*/ 70313 h 94479"/>
                  <a:gd name="connsiteX111" fmla="*/ 245834 w 700937"/>
                  <a:gd name="connsiteY111" fmla="*/ 73854 h 94479"/>
                  <a:gd name="connsiteX112" fmla="*/ 254792 w 700937"/>
                  <a:gd name="connsiteY112" fmla="*/ 70313 h 94479"/>
                  <a:gd name="connsiteX113" fmla="*/ 259792 w 700937"/>
                  <a:gd name="connsiteY113" fmla="*/ 61667 h 94479"/>
                  <a:gd name="connsiteX114" fmla="*/ 262083 w 700937"/>
                  <a:gd name="connsiteY114" fmla="*/ 50782 h 94479"/>
                  <a:gd name="connsiteX115" fmla="*/ 262604 w 700937"/>
                  <a:gd name="connsiteY115" fmla="*/ 40729 h 94479"/>
                  <a:gd name="connsiteX116" fmla="*/ 262083 w 700937"/>
                  <a:gd name="connsiteY116" fmla="*/ 30573 h 94479"/>
                  <a:gd name="connsiteX117" fmla="*/ 259792 w 700937"/>
                  <a:gd name="connsiteY117" fmla="*/ 19584 h 94479"/>
                  <a:gd name="connsiteX118" fmla="*/ 254792 w 700937"/>
                  <a:gd name="connsiteY118" fmla="*/ 10834 h 94479"/>
                  <a:gd name="connsiteX119" fmla="*/ 245834 w 700937"/>
                  <a:gd name="connsiteY119" fmla="*/ 7188 h 94479"/>
                  <a:gd name="connsiteX120" fmla="*/ 91250 w 700937"/>
                  <a:gd name="connsiteY120" fmla="*/ 3125 h 94479"/>
                  <a:gd name="connsiteX121" fmla="*/ 136250 w 700937"/>
                  <a:gd name="connsiteY121" fmla="*/ 3125 h 94479"/>
                  <a:gd name="connsiteX122" fmla="*/ 137760 w 700937"/>
                  <a:gd name="connsiteY122" fmla="*/ 3594 h 94479"/>
                  <a:gd name="connsiteX123" fmla="*/ 138229 w 700937"/>
                  <a:gd name="connsiteY123" fmla="*/ 5105 h 94479"/>
                  <a:gd name="connsiteX124" fmla="*/ 138229 w 700937"/>
                  <a:gd name="connsiteY124" fmla="*/ 9063 h 94479"/>
                  <a:gd name="connsiteX125" fmla="*/ 137969 w 700937"/>
                  <a:gd name="connsiteY125" fmla="*/ 10626 h 94479"/>
                  <a:gd name="connsiteX126" fmla="*/ 137396 w 700937"/>
                  <a:gd name="connsiteY126" fmla="*/ 11980 h 94479"/>
                  <a:gd name="connsiteX127" fmla="*/ 110208 w 700937"/>
                  <a:gd name="connsiteY127" fmla="*/ 79167 h 94479"/>
                  <a:gd name="connsiteX128" fmla="*/ 100937 w 700937"/>
                  <a:gd name="connsiteY128" fmla="*/ 79167 h 94479"/>
                  <a:gd name="connsiteX129" fmla="*/ 129479 w 700937"/>
                  <a:gd name="connsiteY129" fmla="*/ 10312 h 94479"/>
                  <a:gd name="connsiteX130" fmla="*/ 91250 w 700937"/>
                  <a:gd name="connsiteY130" fmla="*/ 10312 h 94479"/>
                  <a:gd name="connsiteX131" fmla="*/ 186771 w 700937"/>
                  <a:gd name="connsiteY131" fmla="*/ 1980 h 94479"/>
                  <a:gd name="connsiteX132" fmla="*/ 193854 w 700937"/>
                  <a:gd name="connsiteY132" fmla="*/ 1980 h 94479"/>
                  <a:gd name="connsiteX133" fmla="*/ 195417 w 700937"/>
                  <a:gd name="connsiteY133" fmla="*/ 2396 h 94479"/>
                  <a:gd name="connsiteX134" fmla="*/ 195833 w 700937"/>
                  <a:gd name="connsiteY134" fmla="*/ 3959 h 94479"/>
                  <a:gd name="connsiteX135" fmla="*/ 195833 w 700937"/>
                  <a:gd name="connsiteY135" fmla="*/ 55313 h 94479"/>
                  <a:gd name="connsiteX136" fmla="*/ 207187 w 700937"/>
                  <a:gd name="connsiteY136" fmla="*/ 55313 h 94479"/>
                  <a:gd name="connsiteX137" fmla="*/ 207187 w 700937"/>
                  <a:gd name="connsiteY137" fmla="*/ 62500 h 94479"/>
                  <a:gd name="connsiteX138" fmla="*/ 195833 w 700937"/>
                  <a:gd name="connsiteY138" fmla="*/ 62500 h 94479"/>
                  <a:gd name="connsiteX139" fmla="*/ 195833 w 700937"/>
                  <a:gd name="connsiteY139" fmla="*/ 79167 h 94479"/>
                  <a:gd name="connsiteX140" fmla="*/ 187708 w 700937"/>
                  <a:gd name="connsiteY140" fmla="*/ 79167 h 94479"/>
                  <a:gd name="connsiteX141" fmla="*/ 187708 w 700937"/>
                  <a:gd name="connsiteY141" fmla="*/ 62500 h 94479"/>
                  <a:gd name="connsiteX142" fmla="*/ 155312 w 700937"/>
                  <a:gd name="connsiteY142" fmla="*/ 62500 h 94479"/>
                  <a:gd name="connsiteX143" fmla="*/ 153750 w 700937"/>
                  <a:gd name="connsiteY143" fmla="*/ 62083 h 94479"/>
                  <a:gd name="connsiteX144" fmla="*/ 153333 w 700937"/>
                  <a:gd name="connsiteY144" fmla="*/ 60521 h 94479"/>
                  <a:gd name="connsiteX145" fmla="*/ 153333 w 700937"/>
                  <a:gd name="connsiteY145" fmla="*/ 56146 h 94479"/>
                  <a:gd name="connsiteX146" fmla="*/ 153594 w 700937"/>
                  <a:gd name="connsiteY146" fmla="*/ 54636 h 94479"/>
                  <a:gd name="connsiteX147" fmla="*/ 154271 w 700937"/>
                  <a:gd name="connsiteY147" fmla="*/ 53229 h 94479"/>
                  <a:gd name="connsiteX148" fmla="*/ 184687 w 700937"/>
                  <a:gd name="connsiteY148" fmla="*/ 3334 h 94479"/>
                  <a:gd name="connsiteX149" fmla="*/ 185521 w 700937"/>
                  <a:gd name="connsiteY149" fmla="*/ 2344 h 94479"/>
                  <a:gd name="connsiteX150" fmla="*/ 186771 w 700937"/>
                  <a:gd name="connsiteY150" fmla="*/ 1980 h 94479"/>
                  <a:gd name="connsiteX151" fmla="*/ 338021 w 700937"/>
                  <a:gd name="connsiteY151" fmla="*/ 1458 h 94479"/>
                  <a:gd name="connsiteX152" fmla="*/ 353437 w 700937"/>
                  <a:gd name="connsiteY152" fmla="*/ 6824 h 94479"/>
                  <a:gd name="connsiteX153" fmla="*/ 360417 w 700937"/>
                  <a:gd name="connsiteY153" fmla="*/ 21250 h 94479"/>
                  <a:gd name="connsiteX154" fmla="*/ 352188 w 700937"/>
                  <a:gd name="connsiteY154" fmla="*/ 21250 h 94479"/>
                  <a:gd name="connsiteX155" fmla="*/ 347813 w 700937"/>
                  <a:gd name="connsiteY155" fmla="*/ 11927 h 94479"/>
                  <a:gd name="connsiteX156" fmla="*/ 338125 w 700937"/>
                  <a:gd name="connsiteY156" fmla="*/ 8438 h 94479"/>
                  <a:gd name="connsiteX157" fmla="*/ 328958 w 700937"/>
                  <a:gd name="connsiteY157" fmla="*/ 11876 h 94479"/>
                  <a:gd name="connsiteX158" fmla="*/ 323125 w 700937"/>
                  <a:gd name="connsiteY158" fmla="*/ 20521 h 94479"/>
                  <a:gd name="connsiteX159" fmla="*/ 320052 w 700937"/>
                  <a:gd name="connsiteY159" fmla="*/ 31667 h 94479"/>
                  <a:gd name="connsiteX160" fmla="*/ 319167 w 700937"/>
                  <a:gd name="connsiteY160" fmla="*/ 42917 h 94479"/>
                  <a:gd name="connsiteX161" fmla="*/ 326875 w 700937"/>
                  <a:gd name="connsiteY161" fmla="*/ 32969 h 94479"/>
                  <a:gd name="connsiteX162" fmla="*/ 339271 w 700937"/>
                  <a:gd name="connsiteY162" fmla="*/ 29688 h 94479"/>
                  <a:gd name="connsiteX163" fmla="*/ 355573 w 700937"/>
                  <a:gd name="connsiteY163" fmla="*/ 36667 h 94479"/>
                  <a:gd name="connsiteX164" fmla="*/ 361563 w 700937"/>
                  <a:gd name="connsiteY164" fmla="*/ 55208 h 94479"/>
                  <a:gd name="connsiteX165" fmla="*/ 359948 w 700937"/>
                  <a:gd name="connsiteY165" fmla="*/ 65312 h 94479"/>
                  <a:gd name="connsiteX166" fmla="*/ 355209 w 700937"/>
                  <a:gd name="connsiteY166" fmla="*/ 73542 h 94479"/>
                  <a:gd name="connsiteX167" fmla="*/ 347813 w 700937"/>
                  <a:gd name="connsiteY167" fmla="*/ 78959 h 94479"/>
                  <a:gd name="connsiteX168" fmla="*/ 337917 w 700937"/>
                  <a:gd name="connsiteY168" fmla="*/ 80938 h 94479"/>
                  <a:gd name="connsiteX169" fmla="*/ 323281 w 700937"/>
                  <a:gd name="connsiteY169" fmla="*/ 76407 h 94479"/>
                  <a:gd name="connsiteX170" fmla="*/ 314896 w 700937"/>
                  <a:gd name="connsiteY170" fmla="*/ 64896 h 94479"/>
                  <a:gd name="connsiteX171" fmla="*/ 312656 w 700937"/>
                  <a:gd name="connsiteY171" fmla="*/ 55677 h 94479"/>
                  <a:gd name="connsiteX172" fmla="*/ 311979 w 700937"/>
                  <a:gd name="connsiteY172" fmla="*/ 43542 h 94479"/>
                  <a:gd name="connsiteX173" fmla="*/ 313906 w 700937"/>
                  <a:gd name="connsiteY173" fmla="*/ 25260 h 94479"/>
                  <a:gd name="connsiteX174" fmla="*/ 319375 w 700937"/>
                  <a:gd name="connsiteY174" fmla="*/ 12084 h 94479"/>
                  <a:gd name="connsiteX175" fmla="*/ 327604 w 700937"/>
                  <a:gd name="connsiteY175" fmla="*/ 4167 h 94479"/>
                  <a:gd name="connsiteX176" fmla="*/ 338021 w 700937"/>
                  <a:gd name="connsiteY176" fmla="*/ 1458 h 94479"/>
                  <a:gd name="connsiteX177" fmla="*/ 543855 w 700937"/>
                  <a:gd name="connsiteY177" fmla="*/ 1354 h 94479"/>
                  <a:gd name="connsiteX178" fmla="*/ 559896 w 700937"/>
                  <a:gd name="connsiteY178" fmla="*/ 6459 h 94479"/>
                  <a:gd name="connsiteX179" fmla="*/ 566355 w 700937"/>
                  <a:gd name="connsiteY179" fmla="*/ 21458 h 94479"/>
                  <a:gd name="connsiteX180" fmla="*/ 562240 w 700937"/>
                  <a:gd name="connsiteY180" fmla="*/ 35313 h 94479"/>
                  <a:gd name="connsiteX181" fmla="*/ 552396 w 700937"/>
                  <a:gd name="connsiteY181" fmla="*/ 49271 h 94479"/>
                  <a:gd name="connsiteX182" fmla="*/ 540521 w 700937"/>
                  <a:gd name="connsiteY182" fmla="*/ 61979 h 94479"/>
                  <a:gd name="connsiteX183" fmla="*/ 530313 w 700937"/>
                  <a:gd name="connsiteY183" fmla="*/ 71979 h 94479"/>
                  <a:gd name="connsiteX184" fmla="*/ 568021 w 700937"/>
                  <a:gd name="connsiteY184" fmla="*/ 71979 h 94479"/>
                  <a:gd name="connsiteX185" fmla="*/ 568021 w 700937"/>
                  <a:gd name="connsiteY185" fmla="*/ 79167 h 94479"/>
                  <a:gd name="connsiteX186" fmla="*/ 522292 w 700937"/>
                  <a:gd name="connsiteY186" fmla="*/ 79167 h 94479"/>
                  <a:gd name="connsiteX187" fmla="*/ 521094 w 700937"/>
                  <a:gd name="connsiteY187" fmla="*/ 78855 h 94479"/>
                  <a:gd name="connsiteX188" fmla="*/ 520834 w 700937"/>
                  <a:gd name="connsiteY188" fmla="*/ 77604 h 94479"/>
                  <a:gd name="connsiteX189" fmla="*/ 520834 w 700937"/>
                  <a:gd name="connsiteY189" fmla="*/ 71355 h 94479"/>
                  <a:gd name="connsiteX190" fmla="*/ 525157 w 700937"/>
                  <a:gd name="connsiteY190" fmla="*/ 67188 h 94479"/>
                  <a:gd name="connsiteX191" fmla="*/ 530729 w 700937"/>
                  <a:gd name="connsiteY191" fmla="*/ 61667 h 94479"/>
                  <a:gd name="connsiteX192" fmla="*/ 536771 w 700937"/>
                  <a:gd name="connsiteY192" fmla="*/ 55208 h 94479"/>
                  <a:gd name="connsiteX193" fmla="*/ 542917 w 700937"/>
                  <a:gd name="connsiteY193" fmla="*/ 48126 h 94479"/>
                  <a:gd name="connsiteX194" fmla="*/ 548646 w 700937"/>
                  <a:gd name="connsiteY194" fmla="*/ 40990 h 94479"/>
                  <a:gd name="connsiteX195" fmla="*/ 553334 w 700937"/>
                  <a:gd name="connsiteY195" fmla="*/ 34063 h 94479"/>
                  <a:gd name="connsiteX196" fmla="*/ 556615 w 700937"/>
                  <a:gd name="connsiteY196" fmla="*/ 27604 h 94479"/>
                  <a:gd name="connsiteX197" fmla="*/ 557813 w 700937"/>
                  <a:gd name="connsiteY197" fmla="*/ 22084 h 94479"/>
                  <a:gd name="connsiteX198" fmla="*/ 553854 w 700937"/>
                  <a:gd name="connsiteY198" fmla="*/ 11927 h 94479"/>
                  <a:gd name="connsiteX199" fmla="*/ 543646 w 700937"/>
                  <a:gd name="connsiteY199" fmla="*/ 8542 h 94479"/>
                  <a:gd name="connsiteX200" fmla="*/ 533802 w 700937"/>
                  <a:gd name="connsiteY200" fmla="*/ 12709 h 94479"/>
                  <a:gd name="connsiteX201" fmla="*/ 530000 w 700937"/>
                  <a:gd name="connsiteY201" fmla="*/ 23542 h 94479"/>
                  <a:gd name="connsiteX202" fmla="*/ 521459 w 700937"/>
                  <a:gd name="connsiteY202" fmla="*/ 23542 h 94479"/>
                  <a:gd name="connsiteX203" fmla="*/ 523125 w 700937"/>
                  <a:gd name="connsiteY203" fmla="*/ 14428 h 94479"/>
                  <a:gd name="connsiteX204" fmla="*/ 527813 w 700937"/>
                  <a:gd name="connsiteY204" fmla="*/ 7396 h 94479"/>
                  <a:gd name="connsiteX205" fmla="*/ 534948 w 700937"/>
                  <a:gd name="connsiteY205" fmla="*/ 2917 h 94479"/>
                  <a:gd name="connsiteX206" fmla="*/ 543855 w 700937"/>
                  <a:gd name="connsiteY206" fmla="*/ 1354 h 94479"/>
                  <a:gd name="connsiteX207" fmla="*/ 387709 w 700937"/>
                  <a:gd name="connsiteY207" fmla="*/ 1354 h 94479"/>
                  <a:gd name="connsiteX208" fmla="*/ 396511 w 700937"/>
                  <a:gd name="connsiteY208" fmla="*/ 2553 h 94479"/>
                  <a:gd name="connsiteX209" fmla="*/ 403958 w 700937"/>
                  <a:gd name="connsiteY209" fmla="*/ 6251 h 94479"/>
                  <a:gd name="connsiteX210" fmla="*/ 409010 w 700937"/>
                  <a:gd name="connsiteY210" fmla="*/ 12604 h 94479"/>
                  <a:gd name="connsiteX211" fmla="*/ 410938 w 700937"/>
                  <a:gd name="connsiteY211" fmla="*/ 21771 h 94479"/>
                  <a:gd name="connsiteX212" fmla="*/ 406667 w 700937"/>
                  <a:gd name="connsiteY212" fmla="*/ 33437 h 94479"/>
                  <a:gd name="connsiteX213" fmla="*/ 395521 w 700937"/>
                  <a:gd name="connsiteY213" fmla="*/ 39792 h 94479"/>
                  <a:gd name="connsiteX214" fmla="*/ 407865 w 700937"/>
                  <a:gd name="connsiteY214" fmla="*/ 46198 h 94479"/>
                  <a:gd name="connsiteX215" fmla="*/ 412604 w 700937"/>
                  <a:gd name="connsiteY215" fmla="*/ 59063 h 94479"/>
                  <a:gd name="connsiteX216" fmla="*/ 410469 w 700937"/>
                  <a:gd name="connsiteY216" fmla="*/ 69010 h 94479"/>
                  <a:gd name="connsiteX217" fmla="*/ 404792 w 700937"/>
                  <a:gd name="connsiteY217" fmla="*/ 75834 h 94479"/>
                  <a:gd name="connsiteX218" fmla="*/ 396667 w 700937"/>
                  <a:gd name="connsiteY218" fmla="*/ 79687 h 94479"/>
                  <a:gd name="connsiteX219" fmla="*/ 387292 w 700937"/>
                  <a:gd name="connsiteY219" fmla="*/ 80938 h 94479"/>
                  <a:gd name="connsiteX220" fmla="*/ 369532 w 700937"/>
                  <a:gd name="connsiteY220" fmla="*/ 75000 h 94479"/>
                  <a:gd name="connsiteX221" fmla="*/ 362812 w 700937"/>
                  <a:gd name="connsiteY221" fmla="*/ 58542 h 94479"/>
                  <a:gd name="connsiteX222" fmla="*/ 371042 w 700937"/>
                  <a:gd name="connsiteY222" fmla="*/ 58542 h 94479"/>
                  <a:gd name="connsiteX223" fmla="*/ 375989 w 700937"/>
                  <a:gd name="connsiteY223" fmla="*/ 69896 h 94479"/>
                  <a:gd name="connsiteX224" fmla="*/ 387604 w 700937"/>
                  <a:gd name="connsiteY224" fmla="*/ 73750 h 94479"/>
                  <a:gd name="connsiteX225" fmla="*/ 399792 w 700937"/>
                  <a:gd name="connsiteY225" fmla="*/ 69687 h 94479"/>
                  <a:gd name="connsiteX226" fmla="*/ 404271 w 700937"/>
                  <a:gd name="connsiteY226" fmla="*/ 58125 h 94479"/>
                  <a:gd name="connsiteX227" fmla="*/ 402813 w 700937"/>
                  <a:gd name="connsiteY227" fmla="*/ 51510 h 94479"/>
                  <a:gd name="connsiteX228" fmla="*/ 398958 w 700937"/>
                  <a:gd name="connsiteY228" fmla="*/ 46980 h 94479"/>
                  <a:gd name="connsiteX229" fmla="*/ 393386 w 700937"/>
                  <a:gd name="connsiteY229" fmla="*/ 44375 h 94479"/>
                  <a:gd name="connsiteX230" fmla="*/ 387084 w 700937"/>
                  <a:gd name="connsiteY230" fmla="*/ 43333 h 94479"/>
                  <a:gd name="connsiteX231" fmla="*/ 382917 w 700937"/>
                  <a:gd name="connsiteY231" fmla="*/ 43333 h 94479"/>
                  <a:gd name="connsiteX232" fmla="*/ 381458 w 700937"/>
                  <a:gd name="connsiteY232" fmla="*/ 43074 h 94479"/>
                  <a:gd name="connsiteX233" fmla="*/ 381250 w 700937"/>
                  <a:gd name="connsiteY233" fmla="*/ 41667 h 94479"/>
                  <a:gd name="connsiteX234" fmla="*/ 381250 w 700937"/>
                  <a:gd name="connsiteY234" fmla="*/ 37812 h 94479"/>
                  <a:gd name="connsiteX235" fmla="*/ 381458 w 700937"/>
                  <a:gd name="connsiteY235" fmla="*/ 36146 h 94479"/>
                  <a:gd name="connsiteX236" fmla="*/ 382917 w 700937"/>
                  <a:gd name="connsiteY236" fmla="*/ 35729 h 94479"/>
                  <a:gd name="connsiteX237" fmla="*/ 386354 w 700937"/>
                  <a:gd name="connsiteY237" fmla="*/ 35729 h 94479"/>
                  <a:gd name="connsiteX238" fmla="*/ 392448 w 700937"/>
                  <a:gd name="connsiteY238" fmla="*/ 34948 h 94479"/>
                  <a:gd name="connsiteX239" fmla="*/ 397604 w 700937"/>
                  <a:gd name="connsiteY239" fmla="*/ 32500 h 94479"/>
                  <a:gd name="connsiteX240" fmla="*/ 401250 w 700937"/>
                  <a:gd name="connsiteY240" fmla="*/ 28385 h 94479"/>
                  <a:gd name="connsiteX241" fmla="*/ 402604 w 700937"/>
                  <a:gd name="connsiteY241" fmla="*/ 22188 h 94479"/>
                  <a:gd name="connsiteX242" fmla="*/ 398281 w 700937"/>
                  <a:gd name="connsiteY242" fmla="*/ 12084 h 94479"/>
                  <a:gd name="connsiteX243" fmla="*/ 387396 w 700937"/>
                  <a:gd name="connsiteY243" fmla="*/ 8542 h 94479"/>
                  <a:gd name="connsiteX244" fmla="*/ 376719 w 700937"/>
                  <a:gd name="connsiteY244" fmla="*/ 12084 h 94479"/>
                  <a:gd name="connsiteX245" fmla="*/ 372188 w 700937"/>
                  <a:gd name="connsiteY245" fmla="*/ 22292 h 94479"/>
                  <a:gd name="connsiteX246" fmla="*/ 363854 w 700937"/>
                  <a:gd name="connsiteY246" fmla="*/ 22292 h 94479"/>
                  <a:gd name="connsiteX247" fmla="*/ 370521 w 700937"/>
                  <a:gd name="connsiteY247" fmla="*/ 6979 h 94479"/>
                  <a:gd name="connsiteX248" fmla="*/ 387709 w 700937"/>
                  <a:gd name="connsiteY248" fmla="*/ 1354 h 94479"/>
                  <a:gd name="connsiteX249" fmla="*/ 23021 w 700937"/>
                  <a:gd name="connsiteY249" fmla="*/ 1354 h 94479"/>
                  <a:gd name="connsiteX250" fmla="*/ 39063 w 700937"/>
                  <a:gd name="connsiteY250" fmla="*/ 6459 h 94479"/>
                  <a:gd name="connsiteX251" fmla="*/ 45521 w 700937"/>
                  <a:gd name="connsiteY251" fmla="*/ 21458 h 94479"/>
                  <a:gd name="connsiteX252" fmla="*/ 41406 w 700937"/>
                  <a:gd name="connsiteY252" fmla="*/ 35313 h 94479"/>
                  <a:gd name="connsiteX253" fmla="*/ 31562 w 700937"/>
                  <a:gd name="connsiteY253" fmla="*/ 49271 h 94479"/>
                  <a:gd name="connsiteX254" fmla="*/ 19687 w 700937"/>
                  <a:gd name="connsiteY254" fmla="*/ 61979 h 94479"/>
                  <a:gd name="connsiteX255" fmla="*/ 9479 w 700937"/>
                  <a:gd name="connsiteY255" fmla="*/ 71979 h 94479"/>
                  <a:gd name="connsiteX256" fmla="*/ 47187 w 700937"/>
                  <a:gd name="connsiteY256" fmla="*/ 71979 h 94479"/>
                  <a:gd name="connsiteX257" fmla="*/ 47187 w 700937"/>
                  <a:gd name="connsiteY257" fmla="*/ 79167 h 94479"/>
                  <a:gd name="connsiteX258" fmla="*/ 1458 w 700937"/>
                  <a:gd name="connsiteY258" fmla="*/ 79167 h 94479"/>
                  <a:gd name="connsiteX259" fmla="*/ 260 w 700937"/>
                  <a:gd name="connsiteY259" fmla="*/ 78855 h 94479"/>
                  <a:gd name="connsiteX260" fmla="*/ 0 w 700937"/>
                  <a:gd name="connsiteY260" fmla="*/ 77604 h 94479"/>
                  <a:gd name="connsiteX261" fmla="*/ 0 w 700937"/>
                  <a:gd name="connsiteY261" fmla="*/ 71355 h 94479"/>
                  <a:gd name="connsiteX262" fmla="*/ 4323 w 700937"/>
                  <a:gd name="connsiteY262" fmla="*/ 67188 h 94479"/>
                  <a:gd name="connsiteX263" fmla="*/ 9896 w 700937"/>
                  <a:gd name="connsiteY263" fmla="*/ 61667 h 94479"/>
                  <a:gd name="connsiteX264" fmla="*/ 15937 w 700937"/>
                  <a:gd name="connsiteY264" fmla="*/ 55208 h 94479"/>
                  <a:gd name="connsiteX265" fmla="*/ 22083 w 700937"/>
                  <a:gd name="connsiteY265" fmla="*/ 48126 h 94479"/>
                  <a:gd name="connsiteX266" fmla="*/ 27812 w 700937"/>
                  <a:gd name="connsiteY266" fmla="*/ 40990 h 94479"/>
                  <a:gd name="connsiteX267" fmla="*/ 32500 w 700937"/>
                  <a:gd name="connsiteY267" fmla="*/ 34063 h 94479"/>
                  <a:gd name="connsiteX268" fmla="*/ 35781 w 700937"/>
                  <a:gd name="connsiteY268" fmla="*/ 27604 h 94479"/>
                  <a:gd name="connsiteX269" fmla="*/ 36979 w 700937"/>
                  <a:gd name="connsiteY269" fmla="*/ 22084 h 94479"/>
                  <a:gd name="connsiteX270" fmla="*/ 33021 w 700937"/>
                  <a:gd name="connsiteY270" fmla="*/ 11927 h 94479"/>
                  <a:gd name="connsiteX271" fmla="*/ 22812 w 700937"/>
                  <a:gd name="connsiteY271" fmla="*/ 8542 h 94479"/>
                  <a:gd name="connsiteX272" fmla="*/ 12969 w 700937"/>
                  <a:gd name="connsiteY272" fmla="*/ 12709 h 94479"/>
                  <a:gd name="connsiteX273" fmla="*/ 9166 w 700937"/>
                  <a:gd name="connsiteY273" fmla="*/ 23542 h 94479"/>
                  <a:gd name="connsiteX274" fmla="*/ 625 w 700937"/>
                  <a:gd name="connsiteY274" fmla="*/ 23542 h 94479"/>
                  <a:gd name="connsiteX275" fmla="*/ 2292 w 700937"/>
                  <a:gd name="connsiteY275" fmla="*/ 14428 h 94479"/>
                  <a:gd name="connsiteX276" fmla="*/ 6979 w 700937"/>
                  <a:gd name="connsiteY276" fmla="*/ 7396 h 94479"/>
                  <a:gd name="connsiteX277" fmla="*/ 14114 w 700937"/>
                  <a:gd name="connsiteY277" fmla="*/ 2917 h 94479"/>
                  <a:gd name="connsiteX278" fmla="*/ 23021 w 700937"/>
                  <a:gd name="connsiteY278" fmla="*/ 1354 h 94479"/>
                  <a:gd name="connsiteX279" fmla="*/ 675521 w 700937"/>
                  <a:gd name="connsiteY279" fmla="*/ 0 h 94479"/>
                  <a:gd name="connsiteX280" fmla="*/ 688281 w 700937"/>
                  <a:gd name="connsiteY280" fmla="*/ 3646 h 94479"/>
                  <a:gd name="connsiteX281" fmla="*/ 696042 w 700937"/>
                  <a:gd name="connsiteY281" fmla="*/ 13021 h 94479"/>
                  <a:gd name="connsiteX282" fmla="*/ 699896 w 700937"/>
                  <a:gd name="connsiteY282" fmla="*/ 26146 h 94479"/>
                  <a:gd name="connsiteX283" fmla="*/ 700938 w 700937"/>
                  <a:gd name="connsiteY283" fmla="*/ 40729 h 94479"/>
                  <a:gd name="connsiteX284" fmla="*/ 699896 w 700937"/>
                  <a:gd name="connsiteY284" fmla="*/ 55313 h 94479"/>
                  <a:gd name="connsiteX285" fmla="*/ 696042 w 700937"/>
                  <a:gd name="connsiteY285" fmla="*/ 68334 h 94479"/>
                  <a:gd name="connsiteX286" fmla="*/ 688281 w 700937"/>
                  <a:gd name="connsiteY286" fmla="*/ 77604 h 94479"/>
                  <a:gd name="connsiteX287" fmla="*/ 675521 w 700937"/>
                  <a:gd name="connsiteY287" fmla="*/ 81146 h 94479"/>
                  <a:gd name="connsiteX288" fmla="*/ 662969 w 700937"/>
                  <a:gd name="connsiteY288" fmla="*/ 77604 h 94479"/>
                  <a:gd name="connsiteX289" fmla="*/ 655521 w 700937"/>
                  <a:gd name="connsiteY289" fmla="*/ 68334 h 94479"/>
                  <a:gd name="connsiteX290" fmla="*/ 651875 w 700937"/>
                  <a:gd name="connsiteY290" fmla="*/ 55313 h 94479"/>
                  <a:gd name="connsiteX291" fmla="*/ 650938 w 700937"/>
                  <a:gd name="connsiteY291" fmla="*/ 40729 h 94479"/>
                  <a:gd name="connsiteX292" fmla="*/ 651875 w 700937"/>
                  <a:gd name="connsiteY292" fmla="*/ 26146 h 94479"/>
                  <a:gd name="connsiteX293" fmla="*/ 655521 w 700937"/>
                  <a:gd name="connsiteY293" fmla="*/ 13021 h 94479"/>
                  <a:gd name="connsiteX294" fmla="*/ 662969 w 700937"/>
                  <a:gd name="connsiteY294" fmla="*/ 3646 h 94479"/>
                  <a:gd name="connsiteX295" fmla="*/ 675521 w 700937"/>
                  <a:gd name="connsiteY295" fmla="*/ 0 h 94479"/>
                  <a:gd name="connsiteX296" fmla="*/ 610417 w 700937"/>
                  <a:gd name="connsiteY296" fmla="*/ 0 h 94479"/>
                  <a:gd name="connsiteX297" fmla="*/ 623177 w 700937"/>
                  <a:gd name="connsiteY297" fmla="*/ 3646 h 94479"/>
                  <a:gd name="connsiteX298" fmla="*/ 630938 w 700937"/>
                  <a:gd name="connsiteY298" fmla="*/ 13021 h 94479"/>
                  <a:gd name="connsiteX299" fmla="*/ 634792 w 700937"/>
                  <a:gd name="connsiteY299" fmla="*/ 26146 h 94479"/>
                  <a:gd name="connsiteX300" fmla="*/ 635834 w 700937"/>
                  <a:gd name="connsiteY300" fmla="*/ 40729 h 94479"/>
                  <a:gd name="connsiteX301" fmla="*/ 634792 w 700937"/>
                  <a:gd name="connsiteY301" fmla="*/ 55313 h 94479"/>
                  <a:gd name="connsiteX302" fmla="*/ 630938 w 700937"/>
                  <a:gd name="connsiteY302" fmla="*/ 68334 h 94479"/>
                  <a:gd name="connsiteX303" fmla="*/ 623177 w 700937"/>
                  <a:gd name="connsiteY303" fmla="*/ 77604 h 94479"/>
                  <a:gd name="connsiteX304" fmla="*/ 610417 w 700937"/>
                  <a:gd name="connsiteY304" fmla="*/ 81146 h 94479"/>
                  <a:gd name="connsiteX305" fmla="*/ 597865 w 700937"/>
                  <a:gd name="connsiteY305" fmla="*/ 77604 h 94479"/>
                  <a:gd name="connsiteX306" fmla="*/ 590417 w 700937"/>
                  <a:gd name="connsiteY306" fmla="*/ 68334 h 94479"/>
                  <a:gd name="connsiteX307" fmla="*/ 586771 w 700937"/>
                  <a:gd name="connsiteY307" fmla="*/ 55313 h 94479"/>
                  <a:gd name="connsiteX308" fmla="*/ 585834 w 700937"/>
                  <a:gd name="connsiteY308" fmla="*/ 40729 h 94479"/>
                  <a:gd name="connsiteX309" fmla="*/ 586771 w 700937"/>
                  <a:gd name="connsiteY309" fmla="*/ 26146 h 94479"/>
                  <a:gd name="connsiteX310" fmla="*/ 590417 w 700937"/>
                  <a:gd name="connsiteY310" fmla="*/ 13021 h 94479"/>
                  <a:gd name="connsiteX311" fmla="*/ 597865 w 700937"/>
                  <a:gd name="connsiteY311" fmla="*/ 3646 h 94479"/>
                  <a:gd name="connsiteX312" fmla="*/ 610417 w 700937"/>
                  <a:gd name="connsiteY312" fmla="*/ 0 h 94479"/>
                  <a:gd name="connsiteX313" fmla="*/ 454167 w 700937"/>
                  <a:gd name="connsiteY313" fmla="*/ 0 h 94479"/>
                  <a:gd name="connsiteX314" fmla="*/ 466927 w 700937"/>
                  <a:gd name="connsiteY314" fmla="*/ 3646 h 94479"/>
                  <a:gd name="connsiteX315" fmla="*/ 474688 w 700937"/>
                  <a:gd name="connsiteY315" fmla="*/ 13021 h 94479"/>
                  <a:gd name="connsiteX316" fmla="*/ 478542 w 700937"/>
                  <a:gd name="connsiteY316" fmla="*/ 26146 h 94479"/>
                  <a:gd name="connsiteX317" fmla="*/ 479584 w 700937"/>
                  <a:gd name="connsiteY317" fmla="*/ 40729 h 94479"/>
                  <a:gd name="connsiteX318" fmla="*/ 478542 w 700937"/>
                  <a:gd name="connsiteY318" fmla="*/ 55313 h 94479"/>
                  <a:gd name="connsiteX319" fmla="*/ 474688 w 700937"/>
                  <a:gd name="connsiteY319" fmla="*/ 68334 h 94479"/>
                  <a:gd name="connsiteX320" fmla="*/ 466927 w 700937"/>
                  <a:gd name="connsiteY320" fmla="*/ 77604 h 94479"/>
                  <a:gd name="connsiteX321" fmla="*/ 454167 w 700937"/>
                  <a:gd name="connsiteY321" fmla="*/ 81146 h 94479"/>
                  <a:gd name="connsiteX322" fmla="*/ 441615 w 700937"/>
                  <a:gd name="connsiteY322" fmla="*/ 77604 h 94479"/>
                  <a:gd name="connsiteX323" fmla="*/ 434167 w 700937"/>
                  <a:gd name="connsiteY323" fmla="*/ 68334 h 94479"/>
                  <a:gd name="connsiteX324" fmla="*/ 430521 w 700937"/>
                  <a:gd name="connsiteY324" fmla="*/ 55313 h 94479"/>
                  <a:gd name="connsiteX325" fmla="*/ 429584 w 700937"/>
                  <a:gd name="connsiteY325" fmla="*/ 40729 h 94479"/>
                  <a:gd name="connsiteX326" fmla="*/ 430521 w 700937"/>
                  <a:gd name="connsiteY326" fmla="*/ 26146 h 94479"/>
                  <a:gd name="connsiteX327" fmla="*/ 434167 w 700937"/>
                  <a:gd name="connsiteY327" fmla="*/ 13021 h 94479"/>
                  <a:gd name="connsiteX328" fmla="*/ 441615 w 700937"/>
                  <a:gd name="connsiteY328" fmla="*/ 3646 h 94479"/>
                  <a:gd name="connsiteX329" fmla="*/ 454167 w 700937"/>
                  <a:gd name="connsiteY329" fmla="*/ 0 h 94479"/>
                  <a:gd name="connsiteX330" fmla="*/ 245834 w 700937"/>
                  <a:gd name="connsiteY330" fmla="*/ 0 h 94479"/>
                  <a:gd name="connsiteX331" fmla="*/ 258594 w 700937"/>
                  <a:gd name="connsiteY331" fmla="*/ 3646 h 94479"/>
                  <a:gd name="connsiteX332" fmla="*/ 266354 w 700937"/>
                  <a:gd name="connsiteY332" fmla="*/ 13021 h 94479"/>
                  <a:gd name="connsiteX333" fmla="*/ 270208 w 700937"/>
                  <a:gd name="connsiteY333" fmla="*/ 26146 h 94479"/>
                  <a:gd name="connsiteX334" fmla="*/ 271250 w 700937"/>
                  <a:gd name="connsiteY334" fmla="*/ 40729 h 94479"/>
                  <a:gd name="connsiteX335" fmla="*/ 270208 w 700937"/>
                  <a:gd name="connsiteY335" fmla="*/ 55313 h 94479"/>
                  <a:gd name="connsiteX336" fmla="*/ 266354 w 700937"/>
                  <a:gd name="connsiteY336" fmla="*/ 68334 h 94479"/>
                  <a:gd name="connsiteX337" fmla="*/ 258594 w 700937"/>
                  <a:gd name="connsiteY337" fmla="*/ 77604 h 94479"/>
                  <a:gd name="connsiteX338" fmla="*/ 245834 w 700937"/>
                  <a:gd name="connsiteY338" fmla="*/ 81146 h 94479"/>
                  <a:gd name="connsiteX339" fmla="*/ 233281 w 700937"/>
                  <a:gd name="connsiteY339" fmla="*/ 77604 h 94479"/>
                  <a:gd name="connsiteX340" fmla="*/ 225833 w 700937"/>
                  <a:gd name="connsiteY340" fmla="*/ 68334 h 94479"/>
                  <a:gd name="connsiteX341" fmla="*/ 222188 w 700937"/>
                  <a:gd name="connsiteY341" fmla="*/ 55313 h 94479"/>
                  <a:gd name="connsiteX342" fmla="*/ 221250 w 700937"/>
                  <a:gd name="connsiteY342" fmla="*/ 40729 h 94479"/>
                  <a:gd name="connsiteX343" fmla="*/ 222188 w 700937"/>
                  <a:gd name="connsiteY343" fmla="*/ 26146 h 94479"/>
                  <a:gd name="connsiteX344" fmla="*/ 225833 w 700937"/>
                  <a:gd name="connsiteY344" fmla="*/ 13021 h 94479"/>
                  <a:gd name="connsiteX345" fmla="*/ 233281 w 700937"/>
                  <a:gd name="connsiteY345" fmla="*/ 3646 h 94479"/>
                  <a:gd name="connsiteX346" fmla="*/ 245834 w 700937"/>
                  <a:gd name="connsiteY346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</a:cxnLst>
                <a:rect l="l" t="t" r="r" b="b"/>
                <a:pathLst>
                  <a:path w="700937" h="94479">
                    <a:moveTo>
                      <a:pt x="499271" y="70833"/>
                    </a:moveTo>
                    <a:lnTo>
                      <a:pt x="510000" y="70833"/>
                    </a:lnTo>
                    <a:cubicBezTo>
                      <a:pt x="510417" y="70833"/>
                      <a:pt x="510716" y="70938"/>
                      <a:pt x="510886" y="71146"/>
                    </a:cubicBezTo>
                    <a:cubicBezTo>
                      <a:pt x="511068" y="71355"/>
                      <a:pt x="511146" y="71667"/>
                      <a:pt x="511146" y="72084"/>
                    </a:cubicBezTo>
                    <a:lnTo>
                      <a:pt x="511146" y="78750"/>
                    </a:lnTo>
                    <a:cubicBezTo>
                      <a:pt x="511146" y="83672"/>
                      <a:pt x="510104" y="87422"/>
                      <a:pt x="508021" y="90001"/>
                    </a:cubicBezTo>
                    <a:cubicBezTo>
                      <a:pt x="505938" y="92565"/>
                      <a:pt x="503412" y="94063"/>
                      <a:pt x="500417" y="94480"/>
                    </a:cubicBezTo>
                    <a:lnTo>
                      <a:pt x="500417" y="90834"/>
                    </a:lnTo>
                    <a:cubicBezTo>
                      <a:pt x="502018" y="90417"/>
                      <a:pt x="503177" y="89245"/>
                      <a:pt x="503906" y="87344"/>
                    </a:cubicBezTo>
                    <a:cubicBezTo>
                      <a:pt x="504635" y="85430"/>
                      <a:pt x="504896" y="83503"/>
                      <a:pt x="504688" y="81563"/>
                    </a:cubicBezTo>
                    <a:lnTo>
                      <a:pt x="499271" y="81563"/>
                    </a:lnTo>
                    <a:close/>
                    <a:moveTo>
                      <a:pt x="277917" y="70833"/>
                    </a:moveTo>
                    <a:lnTo>
                      <a:pt x="288646" y="70833"/>
                    </a:lnTo>
                    <a:cubicBezTo>
                      <a:pt x="289062" y="70833"/>
                      <a:pt x="289362" y="70938"/>
                      <a:pt x="289531" y="71146"/>
                    </a:cubicBezTo>
                    <a:cubicBezTo>
                      <a:pt x="289714" y="71355"/>
                      <a:pt x="289792" y="71667"/>
                      <a:pt x="289792" y="72084"/>
                    </a:cubicBezTo>
                    <a:lnTo>
                      <a:pt x="289792" y="78750"/>
                    </a:lnTo>
                    <a:cubicBezTo>
                      <a:pt x="289792" y="83672"/>
                      <a:pt x="288750" y="87422"/>
                      <a:pt x="286667" y="90001"/>
                    </a:cubicBezTo>
                    <a:cubicBezTo>
                      <a:pt x="284583" y="92565"/>
                      <a:pt x="282057" y="94063"/>
                      <a:pt x="279062" y="94480"/>
                    </a:cubicBezTo>
                    <a:lnTo>
                      <a:pt x="279062" y="90834"/>
                    </a:lnTo>
                    <a:cubicBezTo>
                      <a:pt x="280664" y="90417"/>
                      <a:pt x="281823" y="89245"/>
                      <a:pt x="282552" y="87344"/>
                    </a:cubicBezTo>
                    <a:cubicBezTo>
                      <a:pt x="283281" y="85430"/>
                      <a:pt x="283542" y="83503"/>
                      <a:pt x="283333" y="81563"/>
                    </a:cubicBezTo>
                    <a:lnTo>
                      <a:pt x="277917" y="81563"/>
                    </a:lnTo>
                    <a:close/>
                    <a:moveTo>
                      <a:pt x="69583" y="70833"/>
                    </a:moveTo>
                    <a:lnTo>
                      <a:pt x="80313" y="70833"/>
                    </a:lnTo>
                    <a:cubicBezTo>
                      <a:pt x="80729" y="70833"/>
                      <a:pt x="81029" y="70938"/>
                      <a:pt x="81198" y="71146"/>
                    </a:cubicBezTo>
                    <a:cubicBezTo>
                      <a:pt x="81380" y="71355"/>
                      <a:pt x="81458" y="71667"/>
                      <a:pt x="81458" y="72084"/>
                    </a:cubicBezTo>
                    <a:lnTo>
                      <a:pt x="81458" y="78750"/>
                    </a:lnTo>
                    <a:cubicBezTo>
                      <a:pt x="81458" y="83672"/>
                      <a:pt x="80417" y="87422"/>
                      <a:pt x="78333" y="90001"/>
                    </a:cubicBezTo>
                    <a:cubicBezTo>
                      <a:pt x="76250" y="92565"/>
                      <a:pt x="73724" y="94063"/>
                      <a:pt x="70729" y="94480"/>
                    </a:cubicBezTo>
                    <a:lnTo>
                      <a:pt x="70729" y="90834"/>
                    </a:lnTo>
                    <a:cubicBezTo>
                      <a:pt x="72331" y="90417"/>
                      <a:pt x="73489" y="89245"/>
                      <a:pt x="74219" y="87344"/>
                    </a:cubicBezTo>
                    <a:cubicBezTo>
                      <a:pt x="74948" y="85430"/>
                      <a:pt x="75208" y="83503"/>
                      <a:pt x="75000" y="81563"/>
                    </a:cubicBezTo>
                    <a:lnTo>
                      <a:pt x="69583" y="81563"/>
                    </a:lnTo>
                    <a:close/>
                    <a:moveTo>
                      <a:pt x="337188" y="36146"/>
                    </a:moveTo>
                    <a:cubicBezTo>
                      <a:pt x="334831" y="36146"/>
                      <a:pt x="332656" y="36641"/>
                      <a:pt x="330677" y="37657"/>
                    </a:cubicBezTo>
                    <a:cubicBezTo>
                      <a:pt x="328698" y="38659"/>
                      <a:pt x="327018" y="39961"/>
                      <a:pt x="325625" y="41563"/>
                    </a:cubicBezTo>
                    <a:cubicBezTo>
                      <a:pt x="324167" y="43229"/>
                      <a:pt x="323060" y="45130"/>
                      <a:pt x="322292" y="47292"/>
                    </a:cubicBezTo>
                    <a:cubicBezTo>
                      <a:pt x="321537" y="49440"/>
                      <a:pt x="321146" y="51693"/>
                      <a:pt x="321146" y="54063"/>
                    </a:cubicBezTo>
                    <a:cubicBezTo>
                      <a:pt x="321146" y="56901"/>
                      <a:pt x="321510" y="59544"/>
                      <a:pt x="322240" y="61979"/>
                    </a:cubicBezTo>
                    <a:cubicBezTo>
                      <a:pt x="322969" y="64402"/>
                      <a:pt x="324036" y="66485"/>
                      <a:pt x="325417" y="68229"/>
                    </a:cubicBezTo>
                    <a:cubicBezTo>
                      <a:pt x="326810" y="70026"/>
                      <a:pt x="328477" y="71433"/>
                      <a:pt x="330417" y="72448"/>
                    </a:cubicBezTo>
                    <a:cubicBezTo>
                      <a:pt x="332370" y="73450"/>
                      <a:pt x="334557" y="73958"/>
                      <a:pt x="336979" y="73958"/>
                    </a:cubicBezTo>
                    <a:cubicBezTo>
                      <a:pt x="342188" y="73958"/>
                      <a:pt x="346224" y="72136"/>
                      <a:pt x="349062" y="68490"/>
                    </a:cubicBezTo>
                    <a:cubicBezTo>
                      <a:pt x="351914" y="64844"/>
                      <a:pt x="353333" y="60339"/>
                      <a:pt x="353333" y="55000"/>
                    </a:cubicBezTo>
                    <a:cubicBezTo>
                      <a:pt x="353333" y="52501"/>
                      <a:pt x="352995" y="50104"/>
                      <a:pt x="352292" y="47812"/>
                    </a:cubicBezTo>
                    <a:cubicBezTo>
                      <a:pt x="351602" y="45521"/>
                      <a:pt x="350560" y="43542"/>
                      <a:pt x="349167" y="41875"/>
                    </a:cubicBezTo>
                    <a:cubicBezTo>
                      <a:pt x="347852" y="40131"/>
                      <a:pt x="346185" y="38750"/>
                      <a:pt x="344167" y="37708"/>
                    </a:cubicBezTo>
                    <a:cubicBezTo>
                      <a:pt x="342161" y="36667"/>
                      <a:pt x="339831" y="36146"/>
                      <a:pt x="337188" y="36146"/>
                    </a:cubicBezTo>
                    <a:close/>
                    <a:moveTo>
                      <a:pt x="188125" y="11250"/>
                    </a:moveTo>
                    <a:lnTo>
                      <a:pt x="161250" y="55313"/>
                    </a:lnTo>
                    <a:lnTo>
                      <a:pt x="187916" y="55313"/>
                    </a:lnTo>
                    <a:lnTo>
                      <a:pt x="187916" y="20834"/>
                    </a:lnTo>
                    <a:close/>
                    <a:moveTo>
                      <a:pt x="675521" y="7188"/>
                    </a:moveTo>
                    <a:cubicBezTo>
                      <a:pt x="671771" y="7188"/>
                      <a:pt x="668842" y="8399"/>
                      <a:pt x="666719" y="10834"/>
                    </a:cubicBezTo>
                    <a:cubicBezTo>
                      <a:pt x="664610" y="13255"/>
                      <a:pt x="663021" y="16172"/>
                      <a:pt x="661979" y="19584"/>
                    </a:cubicBezTo>
                    <a:cubicBezTo>
                      <a:pt x="660873" y="23047"/>
                      <a:pt x="660196" y="26719"/>
                      <a:pt x="659948" y="30573"/>
                    </a:cubicBezTo>
                    <a:cubicBezTo>
                      <a:pt x="659714" y="34428"/>
                      <a:pt x="659584" y="37812"/>
                      <a:pt x="659584" y="40729"/>
                    </a:cubicBezTo>
                    <a:cubicBezTo>
                      <a:pt x="659584" y="43646"/>
                      <a:pt x="659714" y="46992"/>
                      <a:pt x="659948" y="50782"/>
                    </a:cubicBezTo>
                    <a:cubicBezTo>
                      <a:pt x="660196" y="54557"/>
                      <a:pt x="660873" y="58190"/>
                      <a:pt x="661979" y="61667"/>
                    </a:cubicBezTo>
                    <a:cubicBezTo>
                      <a:pt x="663021" y="65065"/>
                      <a:pt x="664610" y="67943"/>
                      <a:pt x="666719" y="70313"/>
                    </a:cubicBezTo>
                    <a:cubicBezTo>
                      <a:pt x="668842" y="72669"/>
                      <a:pt x="671771" y="73854"/>
                      <a:pt x="675521" y="73854"/>
                    </a:cubicBezTo>
                    <a:cubicBezTo>
                      <a:pt x="679271" y="73854"/>
                      <a:pt x="682266" y="72669"/>
                      <a:pt x="684479" y="70313"/>
                    </a:cubicBezTo>
                    <a:cubicBezTo>
                      <a:pt x="686706" y="67943"/>
                      <a:pt x="688373" y="65065"/>
                      <a:pt x="689479" y="61667"/>
                    </a:cubicBezTo>
                    <a:cubicBezTo>
                      <a:pt x="690664" y="58190"/>
                      <a:pt x="691433" y="54557"/>
                      <a:pt x="691771" y="50782"/>
                    </a:cubicBezTo>
                    <a:cubicBezTo>
                      <a:pt x="692123" y="46992"/>
                      <a:pt x="692292" y="43646"/>
                      <a:pt x="692292" y="40729"/>
                    </a:cubicBezTo>
                    <a:cubicBezTo>
                      <a:pt x="692292" y="37812"/>
                      <a:pt x="692123" y="34428"/>
                      <a:pt x="691771" y="30573"/>
                    </a:cubicBezTo>
                    <a:cubicBezTo>
                      <a:pt x="691433" y="26719"/>
                      <a:pt x="690664" y="23047"/>
                      <a:pt x="689479" y="19584"/>
                    </a:cubicBezTo>
                    <a:cubicBezTo>
                      <a:pt x="688373" y="16172"/>
                      <a:pt x="686706" y="13255"/>
                      <a:pt x="684479" y="10834"/>
                    </a:cubicBezTo>
                    <a:cubicBezTo>
                      <a:pt x="682266" y="8399"/>
                      <a:pt x="679271" y="7188"/>
                      <a:pt x="675521" y="7188"/>
                    </a:cubicBezTo>
                    <a:close/>
                    <a:moveTo>
                      <a:pt x="610417" y="7188"/>
                    </a:moveTo>
                    <a:cubicBezTo>
                      <a:pt x="606667" y="7188"/>
                      <a:pt x="603737" y="8399"/>
                      <a:pt x="601615" y="10834"/>
                    </a:cubicBezTo>
                    <a:cubicBezTo>
                      <a:pt x="599505" y="13255"/>
                      <a:pt x="597917" y="16172"/>
                      <a:pt x="596875" y="19584"/>
                    </a:cubicBezTo>
                    <a:cubicBezTo>
                      <a:pt x="595769" y="23047"/>
                      <a:pt x="595092" y="26719"/>
                      <a:pt x="594844" y="30573"/>
                    </a:cubicBezTo>
                    <a:cubicBezTo>
                      <a:pt x="594610" y="34428"/>
                      <a:pt x="594480" y="37812"/>
                      <a:pt x="594480" y="40729"/>
                    </a:cubicBezTo>
                    <a:cubicBezTo>
                      <a:pt x="594480" y="43646"/>
                      <a:pt x="594610" y="46992"/>
                      <a:pt x="594844" y="50782"/>
                    </a:cubicBezTo>
                    <a:cubicBezTo>
                      <a:pt x="595092" y="54557"/>
                      <a:pt x="595769" y="58190"/>
                      <a:pt x="596875" y="61667"/>
                    </a:cubicBezTo>
                    <a:cubicBezTo>
                      <a:pt x="597917" y="65065"/>
                      <a:pt x="599505" y="67943"/>
                      <a:pt x="601615" y="70313"/>
                    </a:cubicBezTo>
                    <a:cubicBezTo>
                      <a:pt x="603737" y="72669"/>
                      <a:pt x="606667" y="73854"/>
                      <a:pt x="610417" y="73854"/>
                    </a:cubicBezTo>
                    <a:cubicBezTo>
                      <a:pt x="614167" y="73854"/>
                      <a:pt x="617162" y="72669"/>
                      <a:pt x="619375" y="70313"/>
                    </a:cubicBezTo>
                    <a:cubicBezTo>
                      <a:pt x="621602" y="67943"/>
                      <a:pt x="623269" y="65065"/>
                      <a:pt x="624375" y="61667"/>
                    </a:cubicBezTo>
                    <a:cubicBezTo>
                      <a:pt x="625560" y="58190"/>
                      <a:pt x="626328" y="54557"/>
                      <a:pt x="626667" y="50782"/>
                    </a:cubicBezTo>
                    <a:cubicBezTo>
                      <a:pt x="627019" y="46992"/>
                      <a:pt x="627188" y="43646"/>
                      <a:pt x="627188" y="40729"/>
                    </a:cubicBezTo>
                    <a:cubicBezTo>
                      <a:pt x="627188" y="37812"/>
                      <a:pt x="627019" y="34428"/>
                      <a:pt x="626667" y="30573"/>
                    </a:cubicBezTo>
                    <a:cubicBezTo>
                      <a:pt x="626328" y="26719"/>
                      <a:pt x="625560" y="23047"/>
                      <a:pt x="624375" y="19584"/>
                    </a:cubicBezTo>
                    <a:cubicBezTo>
                      <a:pt x="623269" y="16172"/>
                      <a:pt x="621602" y="13255"/>
                      <a:pt x="619375" y="10834"/>
                    </a:cubicBezTo>
                    <a:cubicBezTo>
                      <a:pt x="617162" y="8399"/>
                      <a:pt x="614167" y="7188"/>
                      <a:pt x="610417" y="7188"/>
                    </a:cubicBezTo>
                    <a:close/>
                    <a:moveTo>
                      <a:pt x="454167" y="7188"/>
                    </a:moveTo>
                    <a:cubicBezTo>
                      <a:pt x="450417" y="7188"/>
                      <a:pt x="447487" y="8399"/>
                      <a:pt x="445365" y="10834"/>
                    </a:cubicBezTo>
                    <a:cubicBezTo>
                      <a:pt x="443255" y="13255"/>
                      <a:pt x="441667" y="16172"/>
                      <a:pt x="440625" y="19584"/>
                    </a:cubicBezTo>
                    <a:cubicBezTo>
                      <a:pt x="439519" y="23047"/>
                      <a:pt x="438841" y="26719"/>
                      <a:pt x="438594" y="30573"/>
                    </a:cubicBezTo>
                    <a:cubicBezTo>
                      <a:pt x="438359" y="34428"/>
                      <a:pt x="438229" y="37812"/>
                      <a:pt x="438229" y="40729"/>
                    </a:cubicBezTo>
                    <a:cubicBezTo>
                      <a:pt x="438229" y="43646"/>
                      <a:pt x="438359" y="46992"/>
                      <a:pt x="438594" y="50782"/>
                    </a:cubicBezTo>
                    <a:cubicBezTo>
                      <a:pt x="438841" y="54557"/>
                      <a:pt x="439519" y="58190"/>
                      <a:pt x="440625" y="61667"/>
                    </a:cubicBezTo>
                    <a:cubicBezTo>
                      <a:pt x="441667" y="65065"/>
                      <a:pt x="443255" y="67943"/>
                      <a:pt x="445365" y="70313"/>
                    </a:cubicBezTo>
                    <a:cubicBezTo>
                      <a:pt x="447487" y="72669"/>
                      <a:pt x="450417" y="73854"/>
                      <a:pt x="454167" y="73854"/>
                    </a:cubicBezTo>
                    <a:cubicBezTo>
                      <a:pt x="457917" y="73854"/>
                      <a:pt x="460911" y="72669"/>
                      <a:pt x="463125" y="70313"/>
                    </a:cubicBezTo>
                    <a:cubicBezTo>
                      <a:pt x="465352" y="67943"/>
                      <a:pt x="467019" y="65065"/>
                      <a:pt x="468125" y="61667"/>
                    </a:cubicBezTo>
                    <a:cubicBezTo>
                      <a:pt x="469310" y="58190"/>
                      <a:pt x="470078" y="54557"/>
                      <a:pt x="470417" y="50782"/>
                    </a:cubicBezTo>
                    <a:cubicBezTo>
                      <a:pt x="470768" y="46992"/>
                      <a:pt x="470938" y="43646"/>
                      <a:pt x="470938" y="40729"/>
                    </a:cubicBezTo>
                    <a:cubicBezTo>
                      <a:pt x="470938" y="37812"/>
                      <a:pt x="470768" y="34428"/>
                      <a:pt x="470417" y="30573"/>
                    </a:cubicBezTo>
                    <a:cubicBezTo>
                      <a:pt x="470078" y="26719"/>
                      <a:pt x="469310" y="23047"/>
                      <a:pt x="468125" y="19584"/>
                    </a:cubicBezTo>
                    <a:cubicBezTo>
                      <a:pt x="467019" y="16172"/>
                      <a:pt x="465352" y="13255"/>
                      <a:pt x="463125" y="10834"/>
                    </a:cubicBezTo>
                    <a:cubicBezTo>
                      <a:pt x="460911" y="8399"/>
                      <a:pt x="457917" y="7188"/>
                      <a:pt x="454167" y="7188"/>
                    </a:cubicBezTo>
                    <a:close/>
                    <a:moveTo>
                      <a:pt x="245834" y="7188"/>
                    </a:moveTo>
                    <a:cubicBezTo>
                      <a:pt x="242083" y="7188"/>
                      <a:pt x="239154" y="8399"/>
                      <a:pt x="237031" y="10834"/>
                    </a:cubicBezTo>
                    <a:cubicBezTo>
                      <a:pt x="234922" y="13255"/>
                      <a:pt x="233333" y="16172"/>
                      <a:pt x="232292" y="19584"/>
                    </a:cubicBezTo>
                    <a:cubicBezTo>
                      <a:pt x="231185" y="23047"/>
                      <a:pt x="230508" y="26719"/>
                      <a:pt x="230260" y="30573"/>
                    </a:cubicBezTo>
                    <a:cubicBezTo>
                      <a:pt x="230026" y="34428"/>
                      <a:pt x="229896" y="37812"/>
                      <a:pt x="229896" y="40729"/>
                    </a:cubicBezTo>
                    <a:cubicBezTo>
                      <a:pt x="229896" y="43646"/>
                      <a:pt x="230026" y="46992"/>
                      <a:pt x="230260" y="50782"/>
                    </a:cubicBezTo>
                    <a:cubicBezTo>
                      <a:pt x="230508" y="54557"/>
                      <a:pt x="231185" y="58190"/>
                      <a:pt x="232292" y="61667"/>
                    </a:cubicBezTo>
                    <a:cubicBezTo>
                      <a:pt x="233333" y="65065"/>
                      <a:pt x="234922" y="67943"/>
                      <a:pt x="237031" y="70313"/>
                    </a:cubicBezTo>
                    <a:cubicBezTo>
                      <a:pt x="239154" y="72669"/>
                      <a:pt x="242083" y="73854"/>
                      <a:pt x="245834" y="73854"/>
                    </a:cubicBezTo>
                    <a:cubicBezTo>
                      <a:pt x="249583" y="73854"/>
                      <a:pt x="252578" y="72669"/>
                      <a:pt x="254792" y="70313"/>
                    </a:cubicBezTo>
                    <a:cubicBezTo>
                      <a:pt x="257018" y="67943"/>
                      <a:pt x="258685" y="65065"/>
                      <a:pt x="259792" y="61667"/>
                    </a:cubicBezTo>
                    <a:cubicBezTo>
                      <a:pt x="260977" y="58190"/>
                      <a:pt x="261745" y="54557"/>
                      <a:pt x="262083" y="50782"/>
                    </a:cubicBezTo>
                    <a:cubicBezTo>
                      <a:pt x="262435" y="46992"/>
                      <a:pt x="262604" y="43646"/>
                      <a:pt x="262604" y="40729"/>
                    </a:cubicBezTo>
                    <a:cubicBezTo>
                      <a:pt x="262604" y="37812"/>
                      <a:pt x="262435" y="34428"/>
                      <a:pt x="262083" y="30573"/>
                    </a:cubicBezTo>
                    <a:cubicBezTo>
                      <a:pt x="261745" y="26719"/>
                      <a:pt x="260977" y="23047"/>
                      <a:pt x="259792" y="19584"/>
                    </a:cubicBezTo>
                    <a:cubicBezTo>
                      <a:pt x="258685" y="16172"/>
                      <a:pt x="257018" y="13255"/>
                      <a:pt x="254792" y="10834"/>
                    </a:cubicBezTo>
                    <a:cubicBezTo>
                      <a:pt x="252578" y="8399"/>
                      <a:pt x="249583" y="7188"/>
                      <a:pt x="245834" y="7188"/>
                    </a:cubicBezTo>
                    <a:close/>
                    <a:moveTo>
                      <a:pt x="91250" y="3125"/>
                    </a:moveTo>
                    <a:lnTo>
                      <a:pt x="136250" y="3125"/>
                    </a:lnTo>
                    <a:cubicBezTo>
                      <a:pt x="136953" y="3125"/>
                      <a:pt x="137448" y="3281"/>
                      <a:pt x="137760" y="3594"/>
                    </a:cubicBezTo>
                    <a:cubicBezTo>
                      <a:pt x="138073" y="3906"/>
                      <a:pt x="138229" y="4401"/>
                      <a:pt x="138229" y="5105"/>
                    </a:cubicBezTo>
                    <a:lnTo>
                      <a:pt x="138229" y="9063"/>
                    </a:lnTo>
                    <a:cubicBezTo>
                      <a:pt x="138229" y="9610"/>
                      <a:pt x="138151" y="10130"/>
                      <a:pt x="137969" y="10626"/>
                    </a:cubicBezTo>
                    <a:cubicBezTo>
                      <a:pt x="137799" y="11107"/>
                      <a:pt x="137604" y="11563"/>
                      <a:pt x="137396" y="11980"/>
                    </a:cubicBezTo>
                    <a:lnTo>
                      <a:pt x="110208" y="79167"/>
                    </a:lnTo>
                    <a:lnTo>
                      <a:pt x="100937" y="79167"/>
                    </a:lnTo>
                    <a:lnTo>
                      <a:pt x="129479" y="10312"/>
                    </a:lnTo>
                    <a:lnTo>
                      <a:pt x="91250" y="10312"/>
                    </a:lnTo>
                    <a:close/>
                    <a:moveTo>
                      <a:pt x="186771" y="1980"/>
                    </a:moveTo>
                    <a:lnTo>
                      <a:pt x="193854" y="1980"/>
                    </a:lnTo>
                    <a:cubicBezTo>
                      <a:pt x="194622" y="1980"/>
                      <a:pt x="195143" y="2110"/>
                      <a:pt x="195417" y="2396"/>
                    </a:cubicBezTo>
                    <a:cubicBezTo>
                      <a:pt x="195703" y="2669"/>
                      <a:pt x="195833" y="3190"/>
                      <a:pt x="195833" y="3959"/>
                    </a:cubicBezTo>
                    <a:lnTo>
                      <a:pt x="195833" y="55313"/>
                    </a:lnTo>
                    <a:lnTo>
                      <a:pt x="207187" y="55313"/>
                    </a:lnTo>
                    <a:lnTo>
                      <a:pt x="207187" y="62500"/>
                    </a:lnTo>
                    <a:lnTo>
                      <a:pt x="195833" y="62500"/>
                    </a:lnTo>
                    <a:lnTo>
                      <a:pt x="195833" y="79167"/>
                    </a:lnTo>
                    <a:lnTo>
                      <a:pt x="187708" y="79167"/>
                    </a:lnTo>
                    <a:lnTo>
                      <a:pt x="187708" y="62500"/>
                    </a:lnTo>
                    <a:lnTo>
                      <a:pt x="155312" y="62500"/>
                    </a:lnTo>
                    <a:cubicBezTo>
                      <a:pt x="154557" y="62500"/>
                      <a:pt x="154036" y="62357"/>
                      <a:pt x="153750" y="62083"/>
                    </a:cubicBezTo>
                    <a:cubicBezTo>
                      <a:pt x="153476" y="61797"/>
                      <a:pt x="153333" y="61276"/>
                      <a:pt x="153333" y="60521"/>
                    </a:cubicBezTo>
                    <a:lnTo>
                      <a:pt x="153333" y="56146"/>
                    </a:lnTo>
                    <a:cubicBezTo>
                      <a:pt x="153333" y="55652"/>
                      <a:pt x="153424" y="55157"/>
                      <a:pt x="153594" y="54636"/>
                    </a:cubicBezTo>
                    <a:cubicBezTo>
                      <a:pt x="153776" y="54115"/>
                      <a:pt x="153997" y="53646"/>
                      <a:pt x="154271" y="53229"/>
                    </a:cubicBezTo>
                    <a:lnTo>
                      <a:pt x="184687" y="3334"/>
                    </a:lnTo>
                    <a:cubicBezTo>
                      <a:pt x="184896" y="2917"/>
                      <a:pt x="185182" y="2578"/>
                      <a:pt x="185521" y="2344"/>
                    </a:cubicBezTo>
                    <a:cubicBezTo>
                      <a:pt x="185872" y="2096"/>
                      <a:pt x="186289" y="1980"/>
                      <a:pt x="186771" y="1980"/>
                    </a:cubicBezTo>
                    <a:close/>
                    <a:moveTo>
                      <a:pt x="338021" y="1458"/>
                    </a:moveTo>
                    <a:cubicBezTo>
                      <a:pt x="344349" y="1458"/>
                      <a:pt x="349479" y="3242"/>
                      <a:pt x="353437" y="6824"/>
                    </a:cubicBezTo>
                    <a:cubicBezTo>
                      <a:pt x="357396" y="10391"/>
                      <a:pt x="359727" y="15209"/>
                      <a:pt x="360417" y="21250"/>
                    </a:cubicBezTo>
                    <a:lnTo>
                      <a:pt x="352188" y="21250"/>
                    </a:lnTo>
                    <a:cubicBezTo>
                      <a:pt x="351979" y="17357"/>
                      <a:pt x="350521" y="14245"/>
                      <a:pt x="347813" y="11927"/>
                    </a:cubicBezTo>
                    <a:cubicBezTo>
                      <a:pt x="345104" y="9596"/>
                      <a:pt x="341875" y="8438"/>
                      <a:pt x="338125" y="8438"/>
                    </a:cubicBezTo>
                    <a:cubicBezTo>
                      <a:pt x="334453" y="8438"/>
                      <a:pt x="331393" y="9584"/>
                      <a:pt x="328958" y="11876"/>
                    </a:cubicBezTo>
                    <a:cubicBezTo>
                      <a:pt x="326537" y="14167"/>
                      <a:pt x="324583" y="17045"/>
                      <a:pt x="323125" y="20521"/>
                    </a:cubicBezTo>
                    <a:cubicBezTo>
                      <a:pt x="321667" y="23920"/>
                      <a:pt x="320651" y="27630"/>
                      <a:pt x="320052" y="31667"/>
                    </a:cubicBezTo>
                    <a:cubicBezTo>
                      <a:pt x="319466" y="35690"/>
                      <a:pt x="319167" y="39440"/>
                      <a:pt x="319167" y="42917"/>
                    </a:cubicBezTo>
                    <a:cubicBezTo>
                      <a:pt x="320703" y="38464"/>
                      <a:pt x="323268" y="35156"/>
                      <a:pt x="326875" y="32969"/>
                    </a:cubicBezTo>
                    <a:cubicBezTo>
                      <a:pt x="330495" y="30781"/>
                      <a:pt x="334623" y="29688"/>
                      <a:pt x="339271" y="29688"/>
                    </a:cubicBezTo>
                    <a:cubicBezTo>
                      <a:pt x="346146" y="29688"/>
                      <a:pt x="351589" y="32005"/>
                      <a:pt x="355573" y="36667"/>
                    </a:cubicBezTo>
                    <a:cubicBezTo>
                      <a:pt x="359570" y="41316"/>
                      <a:pt x="361563" y="47500"/>
                      <a:pt x="361563" y="55208"/>
                    </a:cubicBezTo>
                    <a:cubicBezTo>
                      <a:pt x="361563" y="58816"/>
                      <a:pt x="361029" y="62188"/>
                      <a:pt x="359948" y="65312"/>
                    </a:cubicBezTo>
                    <a:cubicBezTo>
                      <a:pt x="358880" y="68438"/>
                      <a:pt x="357292" y="71172"/>
                      <a:pt x="355209" y="73542"/>
                    </a:cubicBezTo>
                    <a:cubicBezTo>
                      <a:pt x="353203" y="75834"/>
                      <a:pt x="350729" y="77631"/>
                      <a:pt x="347813" y="78959"/>
                    </a:cubicBezTo>
                    <a:cubicBezTo>
                      <a:pt x="344896" y="80274"/>
                      <a:pt x="341602" y="80938"/>
                      <a:pt x="337917" y="80938"/>
                    </a:cubicBezTo>
                    <a:cubicBezTo>
                      <a:pt x="332161" y="80938"/>
                      <a:pt x="327279" y="79428"/>
                      <a:pt x="323281" y="76407"/>
                    </a:cubicBezTo>
                    <a:cubicBezTo>
                      <a:pt x="319297" y="73386"/>
                      <a:pt x="316497" y="69544"/>
                      <a:pt x="314896" y="64896"/>
                    </a:cubicBezTo>
                    <a:cubicBezTo>
                      <a:pt x="313854" y="62044"/>
                      <a:pt x="313112" y="58971"/>
                      <a:pt x="312656" y="55677"/>
                    </a:cubicBezTo>
                    <a:cubicBezTo>
                      <a:pt x="312214" y="52370"/>
                      <a:pt x="311979" y="48334"/>
                      <a:pt x="311979" y="43542"/>
                    </a:cubicBezTo>
                    <a:cubicBezTo>
                      <a:pt x="311979" y="36589"/>
                      <a:pt x="312630" y="30495"/>
                      <a:pt x="313906" y="25260"/>
                    </a:cubicBezTo>
                    <a:cubicBezTo>
                      <a:pt x="315195" y="20014"/>
                      <a:pt x="317018" y="15625"/>
                      <a:pt x="319375" y="12084"/>
                    </a:cubicBezTo>
                    <a:cubicBezTo>
                      <a:pt x="321667" y="8607"/>
                      <a:pt x="324414" y="5964"/>
                      <a:pt x="327604" y="4167"/>
                    </a:cubicBezTo>
                    <a:cubicBezTo>
                      <a:pt x="330808" y="2357"/>
                      <a:pt x="334271" y="1458"/>
                      <a:pt x="338021" y="1458"/>
                    </a:cubicBezTo>
                    <a:close/>
                    <a:moveTo>
                      <a:pt x="543855" y="1354"/>
                    </a:moveTo>
                    <a:cubicBezTo>
                      <a:pt x="550248" y="1354"/>
                      <a:pt x="555599" y="3047"/>
                      <a:pt x="559896" y="6459"/>
                    </a:cubicBezTo>
                    <a:cubicBezTo>
                      <a:pt x="564206" y="9857"/>
                      <a:pt x="566355" y="14857"/>
                      <a:pt x="566355" y="21458"/>
                    </a:cubicBezTo>
                    <a:cubicBezTo>
                      <a:pt x="566355" y="25899"/>
                      <a:pt x="564987" y="30521"/>
                      <a:pt x="562240" y="35313"/>
                    </a:cubicBezTo>
                    <a:cubicBezTo>
                      <a:pt x="559506" y="40104"/>
                      <a:pt x="556224" y="44753"/>
                      <a:pt x="552396" y="49271"/>
                    </a:cubicBezTo>
                    <a:cubicBezTo>
                      <a:pt x="548581" y="53776"/>
                      <a:pt x="544623" y="58021"/>
                      <a:pt x="540521" y="61979"/>
                    </a:cubicBezTo>
                    <a:cubicBezTo>
                      <a:pt x="536433" y="65938"/>
                      <a:pt x="533021" y="69271"/>
                      <a:pt x="530313" y="71979"/>
                    </a:cubicBezTo>
                    <a:lnTo>
                      <a:pt x="568021" y="71979"/>
                    </a:lnTo>
                    <a:lnTo>
                      <a:pt x="568021" y="79167"/>
                    </a:lnTo>
                    <a:lnTo>
                      <a:pt x="522292" y="79167"/>
                    </a:lnTo>
                    <a:cubicBezTo>
                      <a:pt x="521667" y="79167"/>
                      <a:pt x="521276" y="79063"/>
                      <a:pt x="521094" y="78855"/>
                    </a:cubicBezTo>
                    <a:cubicBezTo>
                      <a:pt x="520925" y="78646"/>
                      <a:pt x="520834" y="78229"/>
                      <a:pt x="520834" y="77604"/>
                    </a:cubicBezTo>
                    <a:lnTo>
                      <a:pt x="520834" y="71355"/>
                    </a:lnTo>
                    <a:cubicBezTo>
                      <a:pt x="522019" y="70235"/>
                      <a:pt x="523464" y="68855"/>
                      <a:pt x="525157" y="67188"/>
                    </a:cubicBezTo>
                    <a:cubicBezTo>
                      <a:pt x="526862" y="65521"/>
                      <a:pt x="528724" y="63672"/>
                      <a:pt x="530729" y="61667"/>
                    </a:cubicBezTo>
                    <a:cubicBezTo>
                      <a:pt x="532683" y="59648"/>
                      <a:pt x="534688" y="57500"/>
                      <a:pt x="536771" y="55208"/>
                    </a:cubicBezTo>
                    <a:cubicBezTo>
                      <a:pt x="538855" y="52917"/>
                      <a:pt x="540912" y="50547"/>
                      <a:pt x="542917" y="48126"/>
                    </a:cubicBezTo>
                    <a:cubicBezTo>
                      <a:pt x="544935" y="45756"/>
                      <a:pt x="546849" y="43386"/>
                      <a:pt x="548646" y="40990"/>
                    </a:cubicBezTo>
                    <a:cubicBezTo>
                      <a:pt x="550456" y="38594"/>
                      <a:pt x="552018" y="36276"/>
                      <a:pt x="553334" y="34063"/>
                    </a:cubicBezTo>
                    <a:cubicBezTo>
                      <a:pt x="554727" y="31771"/>
                      <a:pt x="555820" y="29610"/>
                      <a:pt x="556615" y="27604"/>
                    </a:cubicBezTo>
                    <a:cubicBezTo>
                      <a:pt x="557422" y="25586"/>
                      <a:pt x="557813" y="23750"/>
                      <a:pt x="557813" y="22084"/>
                    </a:cubicBezTo>
                    <a:cubicBezTo>
                      <a:pt x="557813" y="17565"/>
                      <a:pt x="556497" y="14180"/>
                      <a:pt x="553854" y="11927"/>
                    </a:cubicBezTo>
                    <a:cubicBezTo>
                      <a:pt x="551224" y="9662"/>
                      <a:pt x="547813" y="8542"/>
                      <a:pt x="543646" y="8542"/>
                    </a:cubicBezTo>
                    <a:cubicBezTo>
                      <a:pt x="539623" y="8542"/>
                      <a:pt x="536341" y="9922"/>
                      <a:pt x="533802" y="12709"/>
                    </a:cubicBezTo>
                    <a:cubicBezTo>
                      <a:pt x="531276" y="15482"/>
                      <a:pt x="530000" y="19089"/>
                      <a:pt x="530000" y="23542"/>
                    </a:cubicBezTo>
                    <a:lnTo>
                      <a:pt x="521459" y="23542"/>
                    </a:lnTo>
                    <a:cubicBezTo>
                      <a:pt x="521459" y="20208"/>
                      <a:pt x="522019" y="17161"/>
                      <a:pt x="523125" y="14428"/>
                    </a:cubicBezTo>
                    <a:cubicBezTo>
                      <a:pt x="524245" y="11680"/>
                      <a:pt x="525807" y="9336"/>
                      <a:pt x="527813" y="7396"/>
                    </a:cubicBezTo>
                    <a:cubicBezTo>
                      <a:pt x="529831" y="5443"/>
                      <a:pt x="532214" y="3959"/>
                      <a:pt x="534948" y="2917"/>
                    </a:cubicBezTo>
                    <a:cubicBezTo>
                      <a:pt x="537695" y="1876"/>
                      <a:pt x="540664" y="1354"/>
                      <a:pt x="543855" y="1354"/>
                    </a:cubicBezTo>
                    <a:close/>
                    <a:moveTo>
                      <a:pt x="387709" y="1354"/>
                    </a:moveTo>
                    <a:cubicBezTo>
                      <a:pt x="390768" y="1354"/>
                      <a:pt x="393698" y="1745"/>
                      <a:pt x="396511" y="2553"/>
                    </a:cubicBezTo>
                    <a:cubicBezTo>
                      <a:pt x="399323" y="3347"/>
                      <a:pt x="401810" y="4583"/>
                      <a:pt x="403958" y="6251"/>
                    </a:cubicBezTo>
                    <a:cubicBezTo>
                      <a:pt x="406042" y="7917"/>
                      <a:pt x="407735" y="10026"/>
                      <a:pt x="409010" y="12604"/>
                    </a:cubicBezTo>
                    <a:cubicBezTo>
                      <a:pt x="410300" y="15170"/>
                      <a:pt x="410938" y="18229"/>
                      <a:pt x="410938" y="21771"/>
                    </a:cubicBezTo>
                    <a:cubicBezTo>
                      <a:pt x="410938" y="26146"/>
                      <a:pt x="409518" y="30026"/>
                      <a:pt x="406667" y="33437"/>
                    </a:cubicBezTo>
                    <a:cubicBezTo>
                      <a:pt x="403828" y="36836"/>
                      <a:pt x="400104" y="38958"/>
                      <a:pt x="395521" y="39792"/>
                    </a:cubicBezTo>
                    <a:cubicBezTo>
                      <a:pt x="400599" y="40482"/>
                      <a:pt x="404714" y="42617"/>
                      <a:pt x="407865" y="46198"/>
                    </a:cubicBezTo>
                    <a:cubicBezTo>
                      <a:pt x="411029" y="49766"/>
                      <a:pt x="412604" y="54063"/>
                      <a:pt x="412604" y="59063"/>
                    </a:cubicBezTo>
                    <a:cubicBezTo>
                      <a:pt x="412604" y="62943"/>
                      <a:pt x="411901" y="66263"/>
                      <a:pt x="410469" y="69010"/>
                    </a:cubicBezTo>
                    <a:cubicBezTo>
                      <a:pt x="409049" y="71745"/>
                      <a:pt x="407162" y="74023"/>
                      <a:pt x="404792" y="75834"/>
                    </a:cubicBezTo>
                    <a:cubicBezTo>
                      <a:pt x="402435" y="77566"/>
                      <a:pt x="399727" y="78855"/>
                      <a:pt x="396667" y="79687"/>
                    </a:cubicBezTo>
                    <a:cubicBezTo>
                      <a:pt x="393620" y="80521"/>
                      <a:pt x="390495" y="80938"/>
                      <a:pt x="387292" y="80938"/>
                    </a:cubicBezTo>
                    <a:cubicBezTo>
                      <a:pt x="379792" y="80938"/>
                      <a:pt x="373880" y="78959"/>
                      <a:pt x="369532" y="75000"/>
                    </a:cubicBezTo>
                    <a:cubicBezTo>
                      <a:pt x="365195" y="71042"/>
                      <a:pt x="362956" y="65547"/>
                      <a:pt x="362812" y="58542"/>
                    </a:cubicBezTo>
                    <a:lnTo>
                      <a:pt x="371042" y="58542"/>
                    </a:lnTo>
                    <a:cubicBezTo>
                      <a:pt x="371537" y="63542"/>
                      <a:pt x="373177" y="67318"/>
                      <a:pt x="375989" y="69896"/>
                    </a:cubicBezTo>
                    <a:cubicBezTo>
                      <a:pt x="378802" y="72461"/>
                      <a:pt x="382682" y="73750"/>
                      <a:pt x="387604" y="73750"/>
                    </a:cubicBezTo>
                    <a:cubicBezTo>
                      <a:pt x="392748" y="73750"/>
                      <a:pt x="396810" y="72396"/>
                      <a:pt x="399792" y="69687"/>
                    </a:cubicBezTo>
                    <a:cubicBezTo>
                      <a:pt x="402787" y="66980"/>
                      <a:pt x="404271" y="63125"/>
                      <a:pt x="404271" y="58125"/>
                    </a:cubicBezTo>
                    <a:cubicBezTo>
                      <a:pt x="404271" y="55547"/>
                      <a:pt x="403789" y="53347"/>
                      <a:pt x="402813" y="51510"/>
                    </a:cubicBezTo>
                    <a:cubicBezTo>
                      <a:pt x="401849" y="49662"/>
                      <a:pt x="400560" y="48151"/>
                      <a:pt x="398958" y="46980"/>
                    </a:cubicBezTo>
                    <a:cubicBezTo>
                      <a:pt x="397292" y="45795"/>
                      <a:pt x="395443" y="44922"/>
                      <a:pt x="393386" y="44375"/>
                    </a:cubicBezTo>
                    <a:cubicBezTo>
                      <a:pt x="391341" y="43815"/>
                      <a:pt x="389245" y="43464"/>
                      <a:pt x="387084" y="43333"/>
                    </a:cubicBezTo>
                    <a:lnTo>
                      <a:pt x="382917" y="43333"/>
                    </a:lnTo>
                    <a:cubicBezTo>
                      <a:pt x="382083" y="43333"/>
                      <a:pt x="381601" y="43243"/>
                      <a:pt x="381458" y="43074"/>
                    </a:cubicBezTo>
                    <a:cubicBezTo>
                      <a:pt x="381328" y="42891"/>
                      <a:pt x="381250" y="42422"/>
                      <a:pt x="381250" y="41667"/>
                    </a:cubicBezTo>
                    <a:lnTo>
                      <a:pt x="381250" y="37812"/>
                    </a:lnTo>
                    <a:cubicBezTo>
                      <a:pt x="381250" y="36980"/>
                      <a:pt x="381328" y="36419"/>
                      <a:pt x="381458" y="36146"/>
                    </a:cubicBezTo>
                    <a:cubicBezTo>
                      <a:pt x="381601" y="35860"/>
                      <a:pt x="382083" y="35729"/>
                      <a:pt x="382917" y="35729"/>
                    </a:cubicBezTo>
                    <a:lnTo>
                      <a:pt x="386354" y="35729"/>
                    </a:lnTo>
                    <a:cubicBezTo>
                      <a:pt x="388438" y="35729"/>
                      <a:pt x="390469" y="35469"/>
                      <a:pt x="392448" y="34948"/>
                    </a:cubicBezTo>
                    <a:cubicBezTo>
                      <a:pt x="394427" y="34428"/>
                      <a:pt x="396146" y="33607"/>
                      <a:pt x="397604" y="32500"/>
                    </a:cubicBezTo>
                    <a:cubicBezTo>
                      <a:pt x="399141" y="31459"/>
                      <a:pt x="400352" y="30078"/>
                      <a:pt x="401250" y="28385"/>
                    </a:cubicBezTo>
                    <a:cubicBezTo>
                      <a:pt x="402162" y="26680"/>
                      <a:pt x="402604" y="24610"/>
                      <a:pt x="402604" y="22188"/>
                    </a:cubicBezTo>
                    <a:cubicBezTo>
                      <a:pt x="402604" y="17813"/>
                      <a:pt x="401172" y="14440"/>
                      <a:pt x="398281" y="12084"/>
                    </a:cubicBezTo>
                    <a:cubicBezTo>
                      <a:pt x="395404" y="9714"/>
                      <a:pt x="391771" y="8542"/>
                      <a:pt x="387396" y="8542"/>
                    </a:cubicBezTo>
                    <a:cubicBezTo>
                      <a:pt x="382891" y="8542"/>
                      <a:pt x="379323" y="9714"/>
                      <a:pt x="376719" y="12084"/>
                    </a:cubicBezTo>
                    <a:cubicBezTo>
                      <a:pt x="374115" y="14440"/>
                      <a:pt x="372604" y="17838"/>
                      <a:pt x="372188" y="22292"/>
                    </a:cubicBezTo>
                    <a:lnTo>
                      <a:pt x="363854" y="22292"/>
                    </a:lnTo>
                    <a:cubicBezTo>
                      <a:pt x="363932" y="15833"/>
                      <a:pt x="366146" y="10730"/>
                      <a:pt x="370521" y="6979"/>
                    </a:cubicBezTo>
                    <a:cubicBezTo>
                      <a:pt x="374896" y="3230"/>
                      <a:pt x="380625" y="1354"/>
                      <a:pt x="387709" y="1354"/>
                    </a:cubicBezTo>
                    <a:close/>
                    <a:moveTo>
                      <a:pt x="23021" y="1354"/>
                    </a:moveTo>
                    <a:cubicBezTo>
                      <a:pt x="29414" y="1354"/>
                      <a:pt x="34765" y="3047"/>
                      <a:pt x="39063" y="6459"/>
                    </a:cubicBezTo>
                    <a:cubicBezTo>
                      <a:pt x="43372" y="9857"/>
                      <a:pt x="45521" y="14857"/>
                      <a:pt x="45521" y="21458"/>
                    </a:cubicBezTo>
                    <a:cubicBezTo>
                      <a:pt x="45521" y="25899"/>
                      <a:pt x="44154" y="30521"/>
                      <a:pt x="41406" y="35313"/>
                    </a:cubicBezTo>
                    <a:cubicBezTo>
                      <a:pt x="38672" y="40104"/>
                      <a:pt x="35390" y="44753"/>
                      <a:pt x="31562" y="49271"/>
                    </a:cubicBezTo>
                    <a:cubicBezTo>
                      <a:pt x="27747" y="53776"/>
                      <a:pt x="23789" y="58021"/>
                      <a:pt x="19687" y="61979"/>
                    </a:cubicBezTo>
                    <a:cubicBezTo>
                      <a:pt x="15599" y="65938"/>
                      <a:pt x="12188" y="69271"/>
                      <a:pt x="9479" y="71979"/>
                    </a:cubicBezTo>
                    <a:lnTo>
                      <a:pt x="47187" y="71979"/>
                    </a:lnTo>
                    <a:lnTo>
                      <a:pt x="47187" y="79167"/>
                    </a:lnTo>
                    <a:lnTo>
                      <a:pt x="1458" y="79167"/>
                    </a:lnTo>
                    <a:cubicBezTo>
                      <a:pt x="833" y="79167"/>
                      <a:pt x="443" y="79063"/>
                      <a:pt x="260" y="78855"/>
                    </a:cubicBezTo>
                    <a:cubicBezTo>
                      <a:pt x="91" y="78646"/>
                      <a:pt x="0" y="78229"/>
                      <a:pt x="0" y="77604"/>
                    </a:cubicBezTo>
                    <a:lnTo>
                      <a:pt x="0" y="71355"/>
                    </a:lnTo>
                    <a:cubicBezTo>
                      <a:pt x="1185" y="70235"/>
                      <a:pt x="2630" y="68855"/>
                      <a:pt x="4323" y="67188"/>
                    </a:cubicBezTo>
                    <a:cubicBezTo>
                      <a:pt x="6028" y="65521"/>
                      <a:pt x="7890" y="63672"/>
                      <a:pt x="9896" y="61667"/>
                    </a:cubicBezTo>
                    <a:cubicBezTo>
                      <a:pt x="11849" y="59648"/>
                      <a:pt x="13854" y="57500"/>
                      <a:pt x="15937" y="55208"/>
                    </a:cubicBezTo>
                    <a:cubicBezTo>
                      <a:pt x="18021" y="52917"/>
                      <a:pt x="20078" y="50547"/>
                      <a:pt x="22083" y="48126"/>
                    </a:cubicBezTo>
                    <a:cubicBezTo>
                      <a:pt x="24101" y="45756"/>
                      <a:pt x="26015" y="43386"/>
                      <a:pt x="27812" y="40990"/>
                    </a:cubicBezTo>
                    <a:cubicBezTo>
                      <a:pt x="29622" y="38594"/>
                      <a:pt x="31185" y="36276"/>
                      <a:pt x="32500" y="34063"/>
                    </a:cubicBezTo>
                    <a:cubicBezTo>
                      <a:pt x="33893" y="31771"/>
                      <a:pt x="34987" y="29610"/>
                      <a:pt x="35781" y="27604"/>
                    </a:cubicBezTo>
                    <a:cubicBezTo>
                      <a:pt x="36589" y="25586"/>
                      <a:pt x="36979" y="23750"/>
                      <a:pt x="36979" y="22084"/>
                    </a:cubicBezTo>
                    <a:cubicBezTo>
                      <a:pt x="36979" y="17565"/>
                      <a:pt x="35664" y="14180"/>
                      <a:pt x="33021" y="11927"/>
                    </a:cubicBezTo>
                    <a:cubicBezTo>
                      <a:pt x="30390" y="9662"/>
                      <a:pt x="26979" y="8542"/>
                      <a:pt x="22812" y="8542"/>
                    </a:cubicBezTo>
                    <a:cubicBezTo>
                      <a:pt x="18789" y="8542"/>
                      <a:pt x="15508" y="9922"/>
                      <a:pt x="12969" y="12709"/>
                    </a:cubicBezTo>
                    <a:cubicBezTo>
                      <a:pt x="10443" y="15482"/>
                      <a:pt x="9166" y="19089"/>
                      <a:pt x="9166" y="23542"/>
                    </a:cubicBezTo>
                    <a:lnTo>
                      <a:pt x="625" y="23542"/>
                    </a:lnTo>
                    <a:cubicBezTo>
                      <a:pt x="625" y="20208"/>
                      <a:pt x="1185" y="17161"/>
                      <a:pt x="2292" y="14428"/>
                    </a:cubicBezTo>
                    <a:cubicBezTo>
                      <a:pt x="3411" y="11680"/>
                      <a:pt x="4974" y="9336"/>
                      <a:pt x="6979" y="7396"/>
                    </a:cubicBezTo>
                    <a:cubicBezTo>
                      <a:pt x="8997" y="5443"/>
                      <a:pt x="11380" y="3959"/>
                      <a:pt x="14114" y="2917"/>
                    </a:cubicBezTo>
                    <a:cubicBezTo>
                      <a:pt x="16862" y="1876"/>
                      <a:pt x="19830" y="1354"/>
                      <a:pt x="23021" y="1354"/>
                    </a:cubicBezTo>
                    <a:close/>
                    <a:moveTo>
                      <a:pt x="675521" y="0"/>
                    </a:moveTo>
                    <a:cubicBezTo>
                      <a:pt x="680730" y="0"/>
                      <a:pt x="684987" y="1211"/>
                      <a:pt x="688281" y="3646"/>
                    </a:cubicBezTo>
                    <a:cubicBezTo>
                      <a:pt x="691589" y="6068"/>
                      <a:pt x="694167" y="9193"/>
                      <a:pt x="696042" y="13021"/>
                    </a:cubicBezTo>
                    <a:cubicBezTo>
                      <a:pt x="697917" y="16902"/>
                      <a:pt x="699206" y="21276"/>
                      <a:pt x="699896" y="26146"/>
                    </a:cubicBezTo>
                    <a:cubicBezTo>
                      <a:pt x="700599" y="31003"/>
                      <a:pt x="700938" y="35860"/>
                      <a:pt x="700938" y="40729"/>
                    </a:cubicBezTo>
                    <a:cubicBezTo>
                      <a:pt x="700938" y="45652"/>
                      <a:pt x="700599" y="50521"/>
                      <a:pt x="699896" y="55313"/>
                    </a:cubicBezTo>
                    <a:cubicBezTo>
                      <a:pt x="699206" y="60105"/>
                      <a:pt x="697917" y="64441"/>
                      <a:pt x="696042" y="68334"/>
                    </a:cubicBezTo>
                    <a:cubicBezTo>
                      <a:pt x="694167" y="72149"/>
                      <a:pt x="691589" y="75235"/>
                      <a:pt x="688281" y="77604"/>
                    </a:cubicBezTo>
                    <a:cubicBezTo>
                      <a:pt x="684987" y="79961"/>
                      <a:pt x="680730" y="81146"/>
                      <a:pt x="675521" y="81146"/>
                    </a:cubicBezTo>
                    <a:cubicBezTo>
                      <a:pt x="670391" y="81146"/>
                      <a:pt x="666198" y="79961"/>
                      <a:pt x="662969" y="77604"/>
                    </a:cubicBezTo>
                    <a:cubicBezTo>
                      <a:pt x="659740" y="75235"/>
                      <a:pt x="657266" y="72149"/>
                      <a:pt x="655521" y="68334"/>
                    </a:cubicBezTo>
                    <a:cubicBezTo>
                      <a:pt x="653724" y="64441"/>
                      <a:pt x="652500" y="60105"/>
                      <a:pt x="651875" y="55313"/>
                    </a:cubicBezTo>
                    <a:cubicBezTo>
                      <a:pt x="651250" y="50521"/>
                      <a:pt x="650938" y="45652"/>
                      <a:pt x="650938" y="40729"/>
                    </a:cubicBezTo>
                    <a:cubicBezTo>
                      <a:pt x="650938" y="35860"/>
                      <a:pt x="651250" y="31003"/>
                      <a:pt x="651875" y="26146"/>
                    </a:cubicBezTo>
                    <a:cubicBezTo>
                      <a:pt x="652500" y="21276"/>
                      <a:pt x="653724" y="16902"/>
                      <a:pt x="655521" y="13021"/>
                    </a:cubicBezTo>
                    <a:cubicBezTo>
                      <a:pt x="657266" y="9193"/>
                      <a:pt x="659740" y="6068"/>
                      <a:pt x="662969" y="3646"/>
                    </a:cubicBezTo>
                    <a:cubicBezTo>
                      <a:pt x="666198" y="1211"/>
                      <a:pt x="670391" y="0"/>
                      <a:pt x="675521" y="0"/>
                    </a:cubicBezTo>
                    <a:close/>
                    <a:moveTo>
                      <a:pt x="610417" y="0"/>
                    </a:moveTo>
                    <a:cubicBezTo>
                      <a:pt x="615625" y="0"/>
                      <a:pt x="619883" y="1211"/>
                      <a:pt x="623177" y="3646"/>
                    </a:cubicBezTo>
                    <a:cubicBezTo>
                      <a:pt x="626485" y="6068"/>
                      <a:pt x="629063" y="9193"/>
                      <a:pt x="630938" y="13021"/>
                    </a:cubicBezTo>
                    <a:cubicBezTo>
                      <a:pt x="632813" y="16902"/>
                      <a:pt x="634102" y="21276"/>
                      <a:pt x="634792" y="26146"/>
                    </a:cubicBezTo>
                    <a:cubicBezTo>
                      <a:pt x="635495" y="31003"/>
                      <a:pt x="635834" y="35860"/>
                      <a:pt x="635834" y="40729"/>
                    </a:cubicBezTo>
                    <a:cubicBezTo>
                      <a:pt x="635834" y="45652"/>
                      <a:pt x="635495" y="50521"/>
                      <a:pt x="634792" y="55313"/>
                    </a:cubicBezTo>
                    <a:cubicBezTo>
                      <a:pt x="634102" y="60105"/>
                      <a:pt x="632813" y="64441"/>
                      <a:pt x="630938" y="68334"/>
                    </a:cubicBezTo>
                    <a:cubicBezTo>
                      <a:pt x="629063" y="72149"/>
                      <a:pt x="626485" y="75235"/>
                      <a:pt x="623177" y="77604"/>
                    </a:cubicBezTo>
                    <a:cubicBezTo>
                      <a:pt x="619883" y="79961"/>
                      <a:pt x="615625" y="81146"/>
                      <a:pt x="610417" y="81146"/>
                    </a:cubicBezTo>
                    <a:cubicBezTo>
                      <a:pt x="605287" y="81146"/>
                      <a:pt x="601094" y="79961"/>
                      <a:pt x="597865" y="77604"/>
                    </a:cubicBezTo>
                    <a:cubicBezTo>
                      <a:pt x="594636" y="75235"/>
                      <a:pt x="592162" y="72149"/>
                      <a:pt x="590417" y="68334"/>
                    </a:cubicBezTo>
                    <a:cubicBezTo>
                      <a:pt x="588620" y="64441"/>
                      <a:pt x="587396" y="60105"/>
                      <a:pt x="586771" y="55313"/>
                    </a:cubicBezTo>
                    <a:cubicBezTo>
                      <a:pt x="586146" y="50521"/>
                      <a:pt x="585834" y="45652"/>
                      <a:pt x="585834" y="40729"/>
                    </a:cubicBezTo>
                    <a:cubicBezTo>
                      <a:pt x="585834" y="35860"/>
                      <a:pt x="586146" y="31003"/>
                      <a:pt x="586771" y="26146"/>
                    </a:cubicBezTo>
                    <a:cubicBezTo>
                      <a:pt x="587396" y="21276"/>
                      <a:pt x="588620" y="16902"/>
                      <a:pt x="590417" y="13021"/>
                    </a:cubicBezTo>
                    <a:cubicBezTo>
                      <a:pt x="592162" y="9193"/>
                      <a:pt x="594636" y="6068"/>
                      <a:pt x="597865" y="3646"/>
                    </a:cubicBezTo>
                    <a:cubicBezTo>
                      <a:pt x="601094" y="1211"/>
                      <a:pt x="605287" y="0"/>
                      <a:pt x="610417" y="0"/>
                    </a:cubicBezTo>
                    <a:close/>
                    <a:moveTo>
                      <a:pt x="454167" y="0"/>
                    </a:moveTo>
                    <a:cubicBezTo>
                      <a:pt x="459375" y="0"/>
                      <a:pt x="463633" y="1211"/>
                      <a:pt x="466927" y="3646"/>
                    </a:cubicBezTo>
                    <a:cubicBezTo>
                      <a:pt x="470234" y="6068"/>
                      <a:pt x="472813" y="9193"/>
                      <a:pt x="474688" y="13021"/>
                    </a:cubicBezTo>
                    <a:cubicBezTo>
                      <a:pt x="476563" y="16902"/>
                      <a:pt x="477852" y="21276"/>
                      <a:pt x="478542" y="26146"/>
                    </a:cubicBezTo>
                    <a:cubicBezTo>
                      <a:pt x="479245" y="31003"/>
                      <a:pt x="479584" y="35860"/>
                      <a:pt x="479584" y="40729"/>
                    </a:cubicBezTo>
                    <a:cubicBezTo>
                      <a:pt x="479584" y="45652"/>
                      <a:pt x="479245" y="50521"/>
                      <a:pt x="478542" y="55313"/>
                    </a:cubicBezTo>
                    <a:cubicBezTo>
                      <a:pt x="477852" y="60105"/>
                      <a:pt x="476563" y="64441"/>
                      <a:pt x="474688" y="68334"/>
                    </a:cubicBezTo>
                    <a:cubicBezTo>
                      <a:pt x="472813" y="72149"/>
                      <a:pt x="470234" y="75235"/>
                      <a:pt x="466927" y="77604"/>
                    </a:cubicBezTo>
                    <a:cubicBezTo>
                      <a:pt x="463633" y="79961"/>
                      <a:pt x="459375" y="81146"/>
                      <a:pt x="454167" y="81146"/>
                    </a:cubicBezTo>
                    <a:cubicBezTo>
                      <a:pt x="449037" y="81146"/>
                      <a:pt x="444844" y="79961"/>
                      <a:pt x="441615" y="77604"/>
                    </a:cubicBezTo>
                    <a:cubicBezTo>
                      <a:pt x="438386" y="75235"/>
                      <a:pt x="435912" y="72149"/>
                      <a:pt x="434167" y="68334"/>
                    </a:cubicBezTo>
                    <a:cubicBezTo>
                      <a:pt x="432370" y="64441"/>
                      <a:pt x="431146" y="60105"/>
                      <a:pt x="430521" y="55313"/>
                    </a:cubicBezTo>
                    <a:cubicBezTo>
                      <a:pt x="429896" y="50521"/>
                      <a:pt x="429584" y="45652"/>
                      <a:pt x="429584" y="40729"/>
                    </a:cubicBezTo>
                    <a:cubicBezTo>
                      <a:pt x="429584" y="35860"/>
                      <a:pt x="429896" y="31003"/>
                      <a:pt x="430521" y="26146"/>
                    </a:cubicBezTo>
                    <a:cubicBezTo>
                      <a:pt x="431146" y="21276"/>
                      <a:pt x="432370" y="16902"/>
                      <a:pt x="434167" y="13021"/>
                    </a:cubicBezTo>
                    <a:cubicBezTo>
                      <a:pt x="435912" y="9193"/>
                      <a:pt x="438386" y="6068"/>
                      <a:pt x="441615" y="3646"/>
                    </a:cubicBezTo>
                    <a:cubicBezTo>
                      <a:pt x="444844" y="1211"/>
                      <a:pt x="449037" y="0"/>
                      <a:pt x="454167" y="0"/>
                    </a:cubicBezTo>
                    <a:close/>
                    <a:moveTo>
                      <a:pt x="245834" y="0"/>
                    </a:moveTo>
                    <a:cubicBezTo>
                      <a:pt x="251042" y="0"/>
                      <a:pt x="255300" y="1211"/>
                      <a:pt x="258594" y="3646"/>
                    </a:cubicBezTo>
                    <a:cubicBezTo>
                      <a:pt x="261901" y="6068"/>
                      <a:pt x="264479" y="9193"/>
                      <a:pt x="266354" y="13021"/>
                    </a:cubicBezTo>
                    <a:cubicBezTo>
                      <a:pt x="268229" y="16902"/>
                      <a:pt x="269518" y="21276"/>
                      <a:pt x="270208" y="26146"/>
                    </a:cubicBezTo>
                    <a:cubicBezTo>
                      <a:pt x="270912" y="31003"/>
                      <a:pt x="271250" y="35860"/>
                      <a:pt x="271250" y="40729"/>
                    </a:cubicBezTo>
                    <a:cubicBezTo>
                      <a:pt x="271250" y="45652"/>
                      <a:pt x="270912" y="50521"/>
                      <a:pt x="270208" y="55313"/>
                    </a:cubicBezTo>
                    <a:cubicBezTo>
                      <a:pt x="269518" y="60105"/>
                      <a:pt x="268229" y="64441"/>
                      <a:pt x="266354" y="68334"/>
                    </a:cubicBezTo>
                    <a:cubicBezTo>
                      <a:pt x="264479" y="72149"/>
                      <a:pt x="261901" y="75235"/>
                      <a:pt x="258594" y="77604"/>
                    </a:cubicBezTo>
                    <a:cubicBezTo>
                      <a:pt x="255300" y="79961"/>
                      <a:pt x="251042" y="81146"/>
                      <a:pt x="245834" y="81146"/>
                    </a:cubicBezTo>
                    <a:cubicBezTo>
                      <a:pt x="240703" y="81146"/>
                      <a:pt x="236511" y="79961"/>
                      <a:pt x="233281" y="77604"/>
                    </a:cubicBezTo>
                    <a:cubicBezTo>
                      <a:pt x="230052" y="75235"/>
                      <a:pt x="227578" y="72149"/>
                      <a:pt x="225833" y="68334"/>
                    </a:cubicBezTo>
                    <a:cubicBezTo>
                      <a:pt x="224036" y="64441"/>
                      <a:pt x="222813" y="60105"/>
                      <a:pt x="222188" y="55313"/>
                    </a:cubicBezTo>
                    <a:cubicBezTo>
                      <a:pt x="221563" y="50521"/>
                      <a:pt x="221250" y="45652"/>
                      <a:pt x="221250" y="40729"/>
                    </a:cubicBezTo>
                    <a:cubicBezTo>
                      <a:pt x="221250" y="35860"/>
                      <a:pt x="221563" y="31003"/>
                      <a:pt x="222188" y="26146"/>
                    </a:cubicBezTo>
                    <a:cubicBezTo>
                      <a:pt x="222813" y="21276"/>
                      <a:pt x="224036" y="16902"/>
                      <a:pt x="225833" y="13021"/>
                    </a:cubicBezTo>
                    <a:cubicBezTo>
                      <a:pt x="227578" y="9193"/>
                      <a:pt x="230052" y="6068"/>
                      <a:pt x="233281" y="3646"/>
                    </a:cubicBezTo>
                    <a:cubicBezTo>
                      <a:pt x="236511" y="1211"/>
                      <a:pt x="240703" y="0"/>
                      <a:pt x="24583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49" name="TextBox 748">
                <a:extLst>
                  <a:ext uri="{FF2B5EF4-FFF2-40B4-BE49-F238E27FC236}">
                    <a16:creationId xmlns:a16="http://schemas.microsoft.com/office/drawing/2014/main" id="{BE90A752-8ED5-49C5-8F5D-88B5D0442F1C}"/>
                  </a:ext>
                </a:extLst>
              </p:cNvPr>
              <p:cNvSpPr txBox="1"/>
              <p:nvPr/>
            </p:nvSpPr>
            <p:spPr>
              <a:xfrm>
                <a:off x="3780113" y="7355463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2,740,630,200</a:t>
                </a:r>
              </a:p>
            </p:txBody>
          </p:sp>
        </p:grpSp>
        <p:sp>
          <p:nvSpPr>
            <p:cNvPr id="750" name="자유형: 도형 749">
              <a:extLst>
                <a:ext uri="{FF2B5EF4-FFF2-40B4-BE49-F238E27FC236}">
                  <a16:creationId xmlns:a16="http://schemas.microsoft.com/office/drawing/2014/main" id="{8793248A-15AA-4411-9759-42AB32A6B915}"/>
                </a:ext>
              </a:extLst>
            </p:cNvPr>
            <p:cNvSpPr/>
            <p:nvPr/>
          </p:nvSpPr>
          <p:spPr>
            <a:xfrm>
              <a:off x="4698467" y="7393722"/>
              <a:ext cx="753125" cy="94062"/>
            </a:xfrm>
            <a:custGeom>
              <a:avLst/>
              <a:gdLst>
                <a:gd name="connsiteX0" fmla="*/ 118959 w 753125"/>
                <a:gd name="connsiteY0" fmla="*/ 71667 h 94062"/>
                <a:gd name="connsiteX1" fmla="*/ 118959 w 753125"/>
                <a:gd name="connsiteY1" fmla="*/ 84584 h 94062"/>
                <a:gd name="connsiteX2" fmla="*/ 162604 w 753125"/>
                <a:gd name="connsiteY2" fmla="*/ 84584 h 94062"/>
                <a:gd name="connsiteX3" fmla="*/ 162604 w 753125"/>
                <a:gd name="connsiteY3" fmla="*/ 71667 h 94062"/>
                <a:gd name="connsiteX4" fmla="*/ 617917 w 753125"/>
                <a:gd name="connsiteY4" fmla="*/ 63646 h 94062"/>
                <a:gd name="connsiteX5" fmla="*/ 600365 w 753125"/>
                <a:gd name="connsiteY5" fmla="*/ 66719 h 94062"/>
                <a:gd name="connsiteX6" fmla="*/ 593750 w 753125"/>
                <a:gd name="connsiteY6" fmla="*/ 75417 h 94062"/>
                <a:gd name="connsiteX7" fmla="*/ 600365 w 753125"/>
                <a:gd name="connsiteY7" fmla="*/ 84427 h 94062"/>
                <a:gd name="connsiteX8" fmla="*/ 617917 w 753125"/>
                <a:gd name="connsiteY8" fmla="*/ 87500 h 94062"/>
                <a:gd name="connsiteX9" fmla="*/ 635365 w 753125"/>
                <a:gd name="connsiteY9" fmla="*/ 84427 h 94062"/>
                <a:gd name="connsiteX10" fmla="*/ 642188 w 753125"/>
                <a:gd name="connsiteY10" fmla="*/ 75417 h 94062"/>
                <a:gd name="connsiteX11" fmla="*/ 635365 w 753125"/>
                <a:gd name="connsiteY11" fmla="*/ 66719 h 94062"/>
                <a:gd name="connsiteX12" fmla="*/ 617917 w 753125"/>
                <a:gd name="connsiteY12" fmla="*/ 63646 h 94062"/>
                <a:gd name="connsiteX13" fmla="*/ 18021 w 753125"/>
                <a:gd name="connsiteY13" fmla="*/ 60937 h 94062"/>
                <a:gd name="connsiteX14" fmla="*/ 26250 w 753125"/>
                <a:gd name="connsiteY14" fmla="*/ 60937 h 94062"/>
                <a:gd name="connsiteX15" fmla="*/ 26250 w 753125"/>
                <a:gd name="connsiteY15" fmla="*/ 83334 h 94062"/>
                <a:gd name="connsiteX16" fmla="*/ 78750 w 753125"/>
                <a:gd name="connsiteY16" fmla="*/ 83334 h 94062"/>
                <a:gd name="connsiteX17" fmla="*/ 78750 w 753125"/>
                <a:gd name="connsiteY17" fmla="*/ 90417 h 94062"/>
                <a:gd name="connsiteX18" fmla="*/ 20208 w 753125"/>
                <a:gd name="connsiteY18" fmla="*/ 90417 h 94062"/>
                <a:gd name="connsiteX19" fmla="*/ 18490 w 753125"/>
                <a:gd name="connsiteY19" fmla="*/ 89948 h 94062"/>
                <a:gd name="connsiteX20" fmla="*/ 18021 w 753125"/>
                <a:gd name="connsiteY20" fmla="*/ 88229 h 94062"/>
                <a:gd name="connsiteX21" fmla="*/ 307917 w 753125"/>
                <a:gd name="connsiteY21" fmla="*/ 60833 h 94062"/>
                <a:gd name="connsiteX22" fmla="*/ 316354 w 753125"/>
                <a:gd name="connsiteY22" fmla="*/ 60833 h 94062"/>
                <a:gd name="connsiteX23" fmla="*/ 316354 w 753125"/>
                <a:gd name="connsiteY23" fmla="*/ 83334 h 94062"/>
                <a:gd name="connsiteX24" fmla="*/ 370209 w 753125"/>
                <a:gd name="connsiteY24" fmla="*/ 83334 h 94062"/>
                <a:gd name="connsiteX25" fmla="*/ 370209 w 753125"/>
                <a:gd name="connsiteY25" fmla="*/ 90417 h 94062"/>
                <a:gd name="connsiteX26" fmla="*/ 310104 w 753125"/>
                <a:gd name="connsiteY26" fmla="*/ 90417 h 94062"/>
                <a:gd name="connsiteX27" fmla="*/ 308385 w 753125"/>
                <a:gd name="connsiteY27" fmla="*/ 89948 h 94062"/>
                <a:gd name="connsiteX28" fmla="*/ 307917 w 753125"/>
                <a:gd name="connsiteY28" fmla="*/ 88229 h 94062"/>
                <a:gd name="connsiteX29" fmla="*/ 489063 w 753125"/>
                <a:gd name="connsiteY29" fmla="*/ 60729 h 94062"/>
                <a:gd name="connsiteX30" fmla="*/ 497500 w 753125"/>
                <a:gd name="connsiteY30" fmla="*/ 60729 h 94062"/>
                <a:gd name="connsiteX31" fmla="*/ 497500 w 753125"/>
                <a:gd name="connsiteY31" fmla="*/ 83334 h 94062"/>
                <a:gd name="connsiteX32" fmla="*/ 551459 w 753125"/>
                <a:gd name="connsiteY32" fmla="*/ 83334 h 94062"/>
                <a:gd name="connsiteX33" fmla="*/ 551459 w 753125"/>
                <a:gd name="connsiteY33" fmla="*/ 90417 h 94062"/>
                <a:gd name="connsiteX34" fmla="*/ 491250 w 753125"/>
                <a:gd name="connsiteY34" fmla="*/ 90417 h 94062"/>
                <a:gd name="connsiteX35" fmla="*/ 489532 w 753125"/>
                <a:gd name="connsiteY35" fmla="*/ 89948 h 94062"/>
                <a:gd name="connsiteX36" fmla="*/ 489063 w 753125"/>
                <a:gd name="connsiteY36" fmla="*/ 88229 h 94062"/>
                <a:gd name="connsiteX37" fmla="*/ 213750 w 753125"/>
                <a:gd name="connsiteY37" fmla="*/ 60417 h 94062"/>
                <a:gd name="connsiteX38" fmla="*/ 222083 w 753125"/>
                <a:gd name="connsiteY38" fmla="*/ 60417 h 94062"/>
                <a:gd name="connsiteX39" fmla="*/ 222083 w 753125"/>
                <a:gd name="connsiteY39" fmla="*/ 83334 h 94062"/>
                <a:gd name="connsiteX40" fmla="*/ 274792 w 753125"/>
                <a:gd name="connsiteY40" fmla="*/ 83334 h 94062"/>
                <a:gd name="connsiteX41" fmla="*/ 274792 w 753125"/>
                <a:gd name="connsiteY41" fmla="*/ 90417 h 94062"/>
                <a:gd name="connsiteX42" fmla="*/ 215938 w 753125"/>
                <a:gd name="connsiteY42" fmla="*/ 90417 h 94062"/>
                <a:gd name="connsiteX43" fmla="*/ 214219 w 753125"/>
                <a:gd name="connsiteY43" fmla="*/ 89948 h 94062"/>
                <a:gd name="connsiteX44" fmla="*/ 213750 w 753125"/>
                <a:gd name="connsiteY44" fmla="*/ 88229 h 94062"/>
                <a:gd name="connsiteX45" fmla="*/ 682501 w 753125"/>
                <a:gd name="connsiteY45" fmla="*/ 60105 h 94062"/>
                <a:gd name="connsiteX46" fmla="*/ 690834 w 753125"/>
                <a:gd name="connsiteY46" fmla="*/ 60105 h 94062"/>
                <a:gd name="connsiteX47" fmla="*/ 690834 w 753125"/>
                <a:gd name="connsiteY47" fmla="*/ 83334 h 94062"/>
                <a:gd name="connsiteX48" fmla="*/ 743854 w 753125"/>
                <a:gd name="connsiteY48" fmla="*/ 83334 h 94062"/>
                <a:gd name="connsiteX49" fmla="*/ 743854 w 753125"/>
                <a:gd name="connsiteY49" fmla="*/ 90417 h 94062"/>
                <a:gd name="connsiteX50" fmla="*/ 684688 w 753125"/>
                <a:gd name="connsiteY50" fmla="*/ 90417 h 94062"/>
                <a:gd name="connsiteX51" fmla="*/ 682969 w 753125"/>
                <a:gd name="connsiteY51" fmla="*/ 89948 h 94062"/>
                <a:gd name="connsiteX52" fmla="*/ 682501 w 753125"/>
                <a:gd name="connsiteY52" fmla="*/ 88229 h 94062"/>
                <a:gd name="connsiteX53" fmla="*/ 617917 w 753125"/>
                <a:gd name="connsiteY53" fmla="*/ 56980 h 94062"/>
                <a:gd name="connsiteX54" fmla="*/ 642500 w 753125"/>
                <a:gd name="connsiteY54" fmla="*/ 62292 h 94062"/>
                <a:gd name="connsiteX55" fmla="*/ 651146 w 753125"/>
                <a:gd name="connsiteY55" fmla="*/ 75521 h 94062"/>
                <a:gd name="connsiteX56" fmla="*/ 642552 w 753125"/>
                <a:gd name="connsiteY56" fmla="*/ 88802 h 94062"/>
                <a:gd name="connsiteX57" fmla="*/ 617917 w 753125"/>
                <a:gd name="connsiteY57" fmla="*/ 94063 h 94062"/>
                <a:gd name="connsiteX58" fmla="*/ 593229 w 753125"/>
                <a:gd name="connsiteY58" fmla="*/ 88802 h 94062"/>
                <a:gd name="connsiteX59" fmla="*/ 584584 w 753125"/>
                <a:gd name="connsiteY59" fmla="*/ 75521 h 94062"/>
                <a:gd name="connsiteX60" fmla="*/ 593229 w 753125"/>
                <a:gd name="connsiteY60" fmla="*/ 62292 h 94062"/>
                <a:gd name="connsiteX61" fmla="*/ 617917 w 753125"/>
                <a:gd name="connsiteY61" fmla="*/ 56980 h 94062"/>
                <a:gd name="connsiteX62" fmla="*/ 110833 w 753125"/>
                <a:gd name="connsiteY62" fmla="*/ 53438 h 94062"/>
                <a:gd name="connsiteX63" fmla="*/ 118959 w 753125"/>
                <a:gd name="connsiteY63" fmla="*/ 53438 h 94062"/>
                <a:gd name="connsiteX64" fmla="*/ 118959 w 753125"/>
                <a:gd name="connsiteY64" fmla="*/ 64896 h 94062"/>
                <a:gd name="connsiteX65" fmla="*/ 162604 w 753125"/>
                <a:gd name="connsiteY65" fmla="*/ 64896 h 94062"/>
                <a:gd name="connsiteX66" fmla="*/ 162604 w 753125"/>
                <a:gd name="connsiteY66" fmla="*/ 53438 h 94062"/>
                <a:gd name="connsiteX67" fmla="*/ 170625 w 753125"/>
                <a:gd name="connsiteY67" fmla="*/ 53438 h 94062"/>
                <a:gd name="connsiteX68" fmla="*/ 170625 w 753125"/>
                <a:gd name="connsiteY68" fmla="*/ 89167 h 94062"/>
                <a:gd name="connsiteX69" fmla="*/ 170156 w 753125"/>
                <a:gd name="connsiteY69" fmla="*/ 90886 h 94062"/>
                <a:gd name="connsiteX70" fmla="*/ 168438 w 753125"/>
                <a:gd name="connsiteY70" fmla="*/ 91354 h 94062"/>
                <a:gd name="connsiteX71" fmla="*/ 113021 w 753125"/>
                <a:gd name="connsiteY71" fmla="*/ 91354 h 94062"/>
                <a:gd name="connsiteX72" fmla="*/ 111302 w 753125"/>
                <a:gd name="connsiteY72" fmla="*/ 90886 h 94062"/>
                <a:gd name="connsiteX73" fmla="*/ 110833 w 753125"/>
                <a:gd name="connsiteY73" fmla="*/ 89167 h 94062"/>
                <a:gd name="connsiteX74" fmla="*/ 400000 w 753125"/>
                <a:gd name="connsiteY74" fmla="*/ 26875 h 94062"/>
                <a:gd name="connsiteX75" fmla="*/ 400000 w 753125"/>
                <a:gd name="connsiteY75" fmla="*/ 45938 h 94062"/>
                <a:gd name="connsiteX76" fmla="*/ 445209 w 753125"/>
                <a:gd name="connsiteY76" fmla="*/ 45938 h 94062"/>
                <a:gd name="connsiteX77" fmla="*/ 445209 w 753125"/>
                <a:gd name="connsiteY77" fmla="*/ 26875 h 94062"/>
                <a:gd name="connsiteX78" fmla="*/ 609375 w 753125"/>
                <a:gd name="connsiteY78" fmla="*/ 21875 h 94062"/>
                <a:gd name="connsiteX79" fmla="*/ 617709 w 753125"/>
                <a:gd name="connsiteY79" fmla="*/ 21875 h 94062"/>
                <a:gd name="connsiteX80" fmla="*/ 617709 w 753125"/>
                <a:gd name="connsiteY80" fmla="*/ 41355 h 94062"/>
                <a:gd name="connsiteX81" fmla="*/ 660209 w 753125"/>
                <a:gd name="connsiteY81" fmla="*/ 41355 h 94062"/>
                <a:gd name="connsiteX82" fmla="*/ 660209 w 753125"/>
                <a:gd name="connsiteY82" fmla="*/ 48542 h 94062"/>
                <a:gd name="connsiteX83" fmla="*/ 575625 w 753125"/>
                <a:gd name="connsiteY83" fmla="*/ 48542 h 94062"/>
                <a:gd name="connsiteX84" fmla="*/ 575625 w 753125"/>
                <a:gd name="connsiteY84" fmla="*/ 41355 h 94062"/>
                <a:gd name="connsiteX85" fmla="*/ 609375 w 753125"/>
                <a:gd name="connsiteY85" fmla="*/ 41355 h 94062"/>
                <a:gd name="connsiteX86" fmla="*/ 225000 w 753125"/>
                <a:gd name="connsiteY86" fmla="*/ 8542 h 94062"/>
                <a:gd name="connsiteX87" fmla="*/ 213333 w 753125"/>
                <a:gd name="connsiteY87" fmla="*/ 13646 h 94062"/>
                <a:gd name="connsiteX88" fmla="*/ 209167 w 753125"/>
                <a:gd name="connsiteY88" fmla="*/ 25938 h 94062"/>
                <a:gd name="connsiteX89" fmla="*/ 213333 w 753125"/>
                <a:gd name="connsiteY89" fmla="*/ 38126 h 94062"/>
                <a:gd name="connsiteX90" fmla="*/ 225000 w 753125"/>
                <a:gd name="connsiteY90" fmla="*/ 43125 h 94062"/>
                <a:gd name="connsiteX91" fmla="*/ 236615 w 753125"/>
                <a:gd name="connsiteY91" fmla="*/ 38126 h 94062"/>
                <a:gd name="connsiteX92" fmla="*/ 240729 w 753125"/>
                <a:gd name="connsiteY92" fmla="*/ 25938 h 94062"/>
                <a:gd name="connsiteX93" fmla="*/ 236615 w 753125"/>
                <a:gd name="connsiteY93" fmla="*/ 13646 h 94062"/>
                <a:gd name="connsiteX94" fmla="*/ 225000 w 753125"/>
                <a:gd name="connsiteY94" fmla="*/ 8542 h 94062"/>
                <a:gd name="connsiteX95" fmla="*/ 121042 w 753125"/>
                <a:gd name="connsiteY95" fmla="*/ 8438 h 94062"/>
                <a:gd name="connsiteX96" fmla="*/ 114896 w 753125"/>
                <a:gd name="connsiteY96" fmla="*/ 9688 h 94062"/>
                <a:gd name="connsiteX97" fmla="*/ 110000 w 753125"/>
                <a:gd name="connsiteY97" fmla="*/ 12917 h 94062"/>
                <a:gd name="connsiteX98" fmla="*/ 106667 w 753125"/>
                <a:gd name="connsiteY98" fmla="*/ 17761 h 94062"/>
                <a:gd name="connsiteX99" fmla="*/ 105521 w 753125"/>
                <a:gd name="connsiteY99" fmla="*/ 23646 h 94062"/>
                <a:gd name="connsiteX100" fmla="*/ 106667 w 753125"/>
                <a:gd name="connsiteY100" fmla="*/ 29531 h 94062"/>
                <a:gd name="connsiteX101" fmla="*/ 110000 w 753125"/>
                <a:gd name="connsiteY101" fmla="*/ 34271 h 94062"/>
                <a:gd name="connsiteX102" fmla="*/ 114896 w 753125"/>
                <a:gd name="connsiteY102" fmla="*/ 37500 h 94062"/>
                <a:gd name="connsiteX103" fmla="*/ 121042 w 753125"/>
                <a:gd name="connsiteY103" fmla="*/ 38646 h 94062"/>
                <a:gd name="connsiteX104" fmla="*/ 132240 w 753125"/>
                <a:gd name="connsiteY104" fmla="*/ 34271 h 94062"/>
                <a:gd name="connsiteX105" fmla="*/ 136563 w 753125"/>
                <a:gd name="connsiteY105" fmla="*/ 23646 h 94062"/>
                <a:gd name="connsiteX106" fmla="*/ 132136 w 753125"/>
                <a:gd name="connsiteY106" fmla="*/ 12865 h 94062"/>
                <a:gd name="connsiteX107" fmla="*/ 121042 w 753125"/>
                <a:gd name="connsiteY107" fmla="*/ 8438 h 94062"/>
                <a:gd name="connsiteX108" fmla="*/ 675313 w 753125"/>
                <a:gd name="connsiteY108" fmla="*/ 4271 h 94062"/>
                <a:gd name="connsiteX109" fmla="*/ 715417 w 753125"/>
                <a:gd name="connsiteY109" fmla="*/ 4271 h 94062"/>
                <a:gd name="connsiteX110" fmla="*/ 715417 w 753125"/>
                <a:gd name="connsiteY110" fmla="*/ 11458 h 94062"/>
                <a:gd name="connsiteX111" fmla="*/ 681250 w 753125"/>
                <a:gd name="connsiteY111" fmla="*/ 11458 h 94062"/>
                <a:gd name="connsiteX112" fmla="*/ 681250 w 753125"/>
                <a:gd name="connsiteY112" fmla="*/ 41042 h 94062"/>
                <a:gd name="connsiteX113" fmla="*/ 686355 w 753125"/>
                <a:gd name="connsiteY113" fmla="*/ 41042 h 94062"/>
                <a:gd name="connsiteX114" fmla="*/ 707709 w 753125"/>
                <a:gd name="connsiteY114" fmla="*/ 40261 h 94062"/>
                <a:gd name="connsiteX115" fmla="*/ 728126 w 753125"/>
                <a:gd name="connsiteY115" fmla="*/ 37604 h 94062"/>
                <a:gd name="connsiteX116" fmla="*/ 728126 w 753125"/>
                <a:gd name="connsiteY116" fmla="*/ 44792 h 94062"/>
                <a:gd name="connsiteX117" fmla="*/ 718126 w 753125"/>
                <a:gd name="connsiteY117" fmla="*/ 46407 h 94062"/>
                <a:gd name="connsiteX118" fmla="*/ 706771 w 753125"/>
                <a:gd name="connsiteY118" fmla="*/ 47604 h 94062"/>
                <a:gd name="connsiteX119" fmla="*/ 694636 w 753125"/>
                <a:gd name="connsiteY119" fmla="*/ 48230 h 94062"/>
                <a:gd name="connsiteX120" fmla="*/ 682501 w 753125"/>
                <a:gd name="connsiteY120" fmla="*/ 48438 h 94062"/>
                <a:gd name="connsiteX121" fmla="*/ 675313 w 753125"/>
                <a:gd name="connsiteY121" fmla="*/ 48438 h 94062"/>
                <a:gd name="connsiteX122" fmla="*/ 673542 w 753125"/>
                <a:gd name="connsiteY122" fmla="*/ 48021 h 94062"/>
                <a:gd name="connsiteX123" fmla="*/ 673126 w 753125"/>
                <a:gd name="connsiteY123" fmla="*/ 46354 h 94062"/>
                <a:gd name="connsiteX124" fmla="*/ 673126 w 753125"/>
                <a:gd name="connsiteY124" fmla="*/ 6459 h 94062"/>
                <a:gd name="connsiteX125" fmla="*/ 673594 w 753125"/>
                <a:gd name="connsiteY125" fmla="*/ 4740 h 94062"/>
                <a:gd name="connsiteX126" fmla="*/ 675313 w 753125"/>
                <a:gd name="connsiteY126" fmla="*/ 4271 h 94062"/>
                <a:gd name="connsiteX127" fmla="*/ 479271 w 753125"/>
                <a:gd name="connsiteY127" fmla="*/ 4271 h 94062"/>
                <a:gd name="connsiteX128" fmla="*/ 518646 w 753125"/>
                <a:gd name="connsiteY128" fmla="*/ 4271 h 94062"/>
                <a:gd name="connsiteX129" fmla="*/ 520365 w 753125"/>
                <a:gd name="connsiteY129" fmla="*/ 4740 h 94062"/>
                <a:gd name="connsiteX130" fmla="*/ 520834 w 753125"/>
                <a:gd name="connsiteY130" fmla="*/ 6459 h 94062"/>
                <a:gd name="connsiteX131" fmla="*/ 516615 w 753125"/>
                <a:gd name="connsiteY131" fmla="*/ 23542 h 94062"/>
                <a:gd name="connsiteX132" fmla="*/ 507709 w 753125"/>
                <a:gd name="connsiteY132" fmla="*/ 37708 h 94062"/>
                <a:gd name="connsiteX133" fmla="*/ 494740 w 753125"/>
                <a:gd name="connsiteY133" fmla="*/ 48907 h 94062"/>
                <a:gd name="connsiteX134" fmla="*/ 478438 w 753125"/>
                <a:gd name="connsiteY134" fmla="*/ 56876 h 94062"/>
                <a:gd name="connsiteX135" fmla="*/ 472917 w 753125"/>
                <a:gd name="connsiteY135" fmla="*/ 50729 h 94062"/>
                <a:gd name="connsiteX136" fmla="*/ 499480 w 753125"/>
                <a:gd name="connsiteY136" fmla="*/ 35105 h 94062"/>
                <a:gd name="connsiteX137" fmla="*/ 511771 w 753125"/>
                <a:gd name="connsiteY137" fmla="*/ 11458 h 94062"/>
                <a:gd name="connsiteX138" fmla="*/ 479271 w 753125"/>
                <a:gd name="connsiteY138" fmla="*/ 11458 h 94062"/>
                <a:gd name="connsiteX139" fmla="*/ 296250 w 753125"/>
                <a:gd name="connsiteY139" fmla="*/ 4271 h 94062"/>
                <a:gd name="connsiteX140" fmla="*/ 341250 w 753125"/>
                <a:gd name="connsiteY140" fmla="*/ 4271 h 94062"/>
                <a:gd name="connsiteX141" fmla="*/ 341250 w 753125"/>
                <a:gd name="connsiteY141" fmla="*/ 11250 h 94062"/>
                <a:gd name="connsiteX142" fmla="*/ 323021 w 753125"/>
                <a:gd name="connsiteY142" fmla="*/ 11250 h 94062"/>
                <a:gd name="connsiteX143" fmla="*/ 323021 w 753125"/>
                <a:gd name="connsiteY143" fmla="*/ 16979 h 94062"/>
                <a:gd name="connsiteX144" fmla="*/ 324740 w 753125"/>
                <a:gd name="connsiteY144" fmla="*/ 26615 h 94062"/>
                <a:gd name="connsiteX145" fmla="*/ 329271 w 753125"/>
                <a:gd name="connsiteY145" fmla="*/ 34583 h 94062"/>
                <a:gd name="connsiteX146" fmla="*/ 337500 w 753125"/>
                <a:gd name="connsiteY146" fmla="*/ 42501 h 94062"/>
                <a:gd name="connsiteX147" fmla="*/ 346979 w 753125"/>
                <a:gd name="connsiteY147" fmla="*/ 47292 h 94062"/>
                <a:gd name="connsiteX148" fmla="*/ 343959 w 753125"/>
                <a:gd name="connsiteY148" fmla="*/ 50521 h 94062"/>
                <a:gd name="connsiteX149" fmla="*/ 341563 w 753125"/>
                <a:gd name="connsiteY149" fmla="*/ 53542 h 94062"/>
                <a:gd name="connsiteX150" fmla="*/ 335469 w 753125"/>
                <a:gd name="connsiteY150" fmla="*/ 50156 h 94062"/>
                <a:gd name="connsiteX151" fmla="*/ 329063 w 753125"/>
                <a:gd name="connsiteY151" fmla="*/ 45209 h 94062"/>
                <a:gd name="connsiteX152" fmla="*/ 323386 w 753125"/>
                <a:gd name="connsiteY152" fmla="*/ 39531 h 94062"/>
                <a:gd name="connsiteX153" fmla="*/ 318854 w 753125"/>
                <a:gd name="connsiteY153" fmla="*/ 32605 h 94062"/>
                <a:gd name="connsiteX154" fmla="*/ 315157 w 753125"/>
                <a:gd name="connsiteY154" fmla="*/ 39948 h 94062"/>
                <a:gd name="connsiteX155" fmla="*/ 310104 w 753125"/>
                <a:gd name="connsiteY155" fmla="*/ 46250 h 94062"/>
                <a:gd name="connsiteX156" fmla="*/ 303385 w 753125"/>
                <a:gd name="connsiteY156" fmla="*/ 51823 h 94062"/>
                <a:gd name="connsiteX157" fmla="*/ 296042 w 753125"/>
                <a:gd name="connsiteY157" fmla="*/ 56250 h 94062"/>
                <a:gd name="connsiteX158" fmla="*/ 293073 w 753125"/>
                <a:gd name="connsiteY158" fmla="*/ 53438 h 94062"/>
                <a:gd name="connsiteX159" fmla="*/ 289688 w 753125"/>
                <a:gd name="connsiteY159" fmla="*/ 50521 h 94062"/>
                <a:gd name="connsiteX160" fmla="*/ 300261 w 753125"/>
                <a:gd name="connsiteY160" fmla="*/ 44375 h 94062"/>
                <a:gd name="connsiteX161" fmla="*/ 308750 w 753125"/>
                <a:gd name="connsiteY161" fmla="*/ 35625 h 94062"/>
                <a:gd name="connsiteX162" fmla="*/ 313073 w 753125"/>
                <a:gd name="connsiteY162" fmla="*/ 27084 h 94062"/>
                <a:gd name="connsiteX163" fmla="*/ 314688 w 753125"/>
                <a:gd name="connsiteY163" fmla="*/ 16875 h 94062"/>
                <a:gd name="connsiteX164" fmla="*/ 314688 w 753125"/>
                <a:gd name="connsiteY164" fmla="*/ 11250 h 94062"/>
                <a:gd name="connsiteX165" fmla="*/ 296250 w 753125"/>
                <a:gd name="connsiteY165" fmla="*/ 11250 h 94062"/>
                <a:gd name="connsiteX166" fmla="*/ 391771 w 753125"/>
                <a:gd name="connsiteY166" fmla="*/ 3750 h 94062"/>
                <a:gd name="connsiteX167" fmla="*/ 400000 w 753125"/>
                <a:gd name="connsiteY167" fmla="*/ 3750 h 94062"/>
                <a:gd name="connsiteX168" fmla="*/ 400000 w 753125"/>
                <a:gd name="connsiteY168" fmla="*/ 19896 h 94062"/>
                <a:gd name="connsiteX169" fmla="*/ 445209 w 753125"/>
                <a:gd name="connsiteY169" fmla="*/ 19896 h 94062"/>
                <a:gd name="connsiteX170" fmla="*/ 445209 w 753125"/>
                <a:gd name="connsiteY170" fmla="*/ 3750 h 94062"/>
                <a:gd name="connsiteX171" fmla="*/ 453438 w 753125"/>
                <a:gd name="connsiteY171" fmla="*/ 3750 h 94062"/>
                <a:gd name="connsiteX172" fmla="*/ 453438 w 753125"/>
                <a:gd name="connsiteY172" fmla="*/ 50937 h 94062"/>
                <a:gd name="connsiteX173" fmla="*/ 452969 w 753125"/>
                <a:gd name="connsiteY173" fmla="*/ 52656 h 94062"/>
                <a:gd name="connsiteX174" fmla="*/ 451250 w 753125"/>
                <a:gd name="connsiteY174" fmla="*/ 53125 h 94062"/>
                <a:gd name="connsiteX175" fmla="*/ 426771 w 753125"/>
                <a:gd name="connsiteY175" fmla="*/ 53125 h 94062"/>
                <a:gd name="connsiteX176" fmla="*/ 426771 w 753125"/>
                <a:gd name="connsiteY176" fmla="*/ 73542 h 94062"/>
                <a:gd name="connsiteX177" fmla="*/ 465000 w 753125"/>
                <a:gd name="connsiteY177" fmla="*/ 73542 h 94062"/>
                <a:gd name="connsiteX178" fmla="*/ 465000 w 753125"/>
                <a:gd name="connsiteY178" fmla="*/ 80729 h 94062"/>
                <a:gd name="connsiteX179" fmla="*/ 380209 w 753125"/>
                <a:gd name="connsiteY179" fmla="*/ 80729 h 94062"/>
                <a:gd name="connsiteX180" fmla="*/ 380209 w 753125"/>
                <a:gd name="connsiteY180" fmla="*/ 73542 h 94062"/>
                <a:gd name="connsiteX181" fmla="*/ 418229 w 753125"/>
                <a:gd name="connsiteY181" fmla="*/ 73542 h 94062"/>
                <a:gd name="connsiteX182" fmla="*/ 418229 w 753125"/>
                <a:gd name="connsiteY182" fmla="*/ 53125 h 94062"/>
                <a:gd name="connsiteX183" fmla="*/ 393959 w 753125"/>
                <a:gd name="connsiteY183" fmla="*/ 53125 h 94062"/>
                <a:gd name="connsiteX184" fmla="*/ 392240 w 753125"/>
                <a:gd name="connsiteY184" fmla="*/ 52656 h 94062"/>
                <a:gd name="connsiteX185" fmla="*/ 391771 w 753125"/>
                <a:gd name="connsiteY185" fmla="*/ 50937 h 94062"/>
                <a:gd name="connsiteX186" fmla="*/ 585417 w 753125"/>
                <a:gd name="connsiteY186" fmla="*/ 2708 h 94062"/>
                <a:gd name="connsiteX187" fmla="*/ 648334 w 753125"/>
                <a:gd name="connsiteY187" fmla="*/ 2708 h 94062"/>
                <a:gd name="connsiteX188" fmla="*/ 650053 w 753125"/>
                <a:gd name="connsiteY188" fmla="*/ 3177 h 94062"/>
                <a:gd name="connsiteX189" fmla="*/ 650521 w 753125"/>
                <a:gd name="connsiteY189" fmla="*/ 4896 h 94062"/>
                <a:gd name="connsiteX190" fmla="*/ 649167 w 753125"/>
                <a:gd name="connsiteY190" fmla="*/ 21094 h 94062"/>
                <a:gd name="connsiteX191" fmla="*/ 646979 w 753125"/>
                <a:gd name="connsiteY191" fmla="*/ 34375 h 94062"/>
                <a:gd name="connsiteX192" fmla="*/ 639063 w 753125"/>
                <a:gd name="connsiteY192" fmla="*/ 34375 h 94062"/>
                <a:gd name="connsiteX193" fmla="*/ 641042 w 753125"/>
                <a:gd name="connsiteY193" fmla="*/ 22292 h 94062"/>
                <a:gd name="connsiteX194" fmla="*/ 642084 w 753125"/>
                <a:gd name="connsiteY194" fmla="*/ 9792 h 94062"/>
                <a:gd name="connsiteX195" fmla="*/ 585417 w 753125"/>
                <a:gd name="connsiteY195" fmla="*/ 9792 h 94062"/>
                <a:gd name="connsiteX196" fmla="*/ 25000 w 753125"/>
                <a:gd name="connsiteY196" fmla="*/ 2292 h 94062"/>
                <a:gd name="connsiteX197" fmla="*/ 33646 w 753125"/>
                <a:gd name="connsiteY197" fmla="*/ 2292 h 94062"/>
                <a:gd name="connsiteX198" fmla="*/ 33646 w 753125"/>
                <a:gd name="connsiteY198" fmla="*/ 13021 h 94062"/>
                <a:gd name="connsiteX199" fmla="*/ 35625 w 753125"/>
                <a:gd name="connsiteY199" fmla="*/ 23906 h 94062"/>
                <a:gd name="connsiteX200" fmla="*/ 41042 w 753125"/>
                <a:gd name="connsiteY200" fmla="*/ 33021 h 94062"/>
                <a:gd name="connsiteX201" fmla="*/ 48750 w 753125"/>
                <a:gd name="connsiteY201" fmla="*/ 40104 h 94062"/>
                <a:gd name="connsiteX202" fmla="*/ 57813 w 753125"/>
                <a:gd name="connsiteY202" fmla="*/ 44792 h 94062"/>
                <a:gd name="connsiteX203" fmla="*/ 52396 w 753125"/>
                <a:gd name="connsiteY203" fmla="*/ 51250 h 94062"/>
                <a:gd name="connsiteX204" fmla="*/ 46198 w 753125"/>
                <a:gd name="connsiteY204" fmla="*/ 47761 h 94062"/>
                <a:gd name="connsiteX205" fmla="*/ 39792 w 753125"/>
                <a:gd name="connsiteY205" fmla="*/ 42917 h 94062"/>
                <a:gd name="connsiteX206" fmla="*/ 33906 w 753125"/>
                <a:gd name="connsiteY206" fmla="*/ 36823 h 94062"/>
                <a:gd name="connsiteX207" fmla="*/ 29479 w 753125"/>
                <a:gd name="connsiteY207" fmla="*/ 29792 h 94062"/>
                <a:gd name="connsiteX208" fmla="*/ 25521 w 753125"/>
                <a:gd name="connsiteY208" fmla="*/ 37396 h 94062"/>
                <a:gd name="connsiteX209" fmla="*/ 19896 w 753125"/>
                <a:gd name="connsiteY209" fmla="*/ 44063 h 94062"/>
                <a:gd name="connsiteX210" fmla="*/ 13281 w 753125"/>
                <a:gd name="connsiteY210" fmla="*/ 49584 h 94062"/>
                <a:gd name="connsiteX211" fmla="*/ 6354 w 753125"/>
                <a:gd name="connsiteY211" fmla="*/ 53959 h 94062"/>
                <a:gd name="connsiteX212" fmla="*/ 0 w 753125"/>
                <a:gd name="connsiteY212" fmla="*/ 48230 h 94062"/>
                <a:gd name="connsiteX213" fmla="*/ 9635 w 753125"/>
                <a:gd name="connsiteY213" fmla="*/ 42448 h 94062"/>
                <a:gd name="connsiteX214" fmla="*/ 17604 w 753125"/>
                <a:gd name="connsiteY214" fmla="*/ 34792 h 94062"/>
                <a:gd name="connsiteX215" fmla="*/ 23021 w 753125"/>
                <a:gd name="connsiteY215" fmla="*/ 25260 h 94062"/>
                <a:gd name="connsiteX216" fmla="*/ 25000 w 753125"/>
                <a:gd name="connsiteY216" fmla="*/ 13750 h 94062"/>
                <a:gd name="connsiteX217" fmla="*/ 225000 w 753125"/>
                <a:gd name="connsiteY217" fmla="*/ 1146 h 94062"/>
                <a:gd name="connsiteX218" fmla="*/ 234740 w 753125"/>
                <a:gd name="connsiteY218" fmla="*/ 3125 h 94062"/>
                <a:gd name="connsiteX219" fmla="*/ 242396 w 753125"/>
                <a:gd name="connsiteY219" fmla="*/ 8438 h 94062"/>
                <a:gd name="connsiteX220" fmla="*/ 247448 w 753125"/>
                <a:gd name="connsiteY220" fmla="*/ 16355 h 94062"/>
                <a:gd name="connsiteX221" fmla="*/ 249271 w 753125"/>
                <a:gd name="connsiteY221" fmla="*/ 25938 h 94062"/>
                <a:gd name="connsiteX222" fmla="*/ 247448 w 753125"/>
                <a:gd name="connsiteY222" fmla="*/ 35521 h 94062"/>
                <a:gd name="connsiteX223" fmla="*/ 242396 w 753125"/>
                <a:gd name="connsiteY223" fmla="*/ 43333 h 94062"/>
                <a:gd name="connsiteX224" fmla="*/ 234740 w 753125"/>
                <a:gd name="connsiteY224" fmla="*/ 48698 h 94062"/>
                <a:gd name="connsiteX225" fmla="*/ 225000 w 753125"/>
                <a:gd name="connsiteY225" fmla="*/ 50625 h 94062"/>
                <a:gd name="connsiteX226" fmla="*/ 215104 w 753125"/>
                <a:gd name="connsiteY226" fmla="*/ 48698 h 94062"/>
                <a:gd name="connsiteX227" fmla="*/ 207396 w 753125"/>
                <a:gd name="connsiteY227" fmla="*/ 43333 h 94062"/>
                <a:gd name="connsiteX228" fmla="*/ 202396 w 753125"/>
                <a:gd name="connsiteY228" fmla="*/ 35521 h 94062"/>
                <a:gd name="connsiteX229" fmla="*/ 200625 w 753125"/>
                <a:gd name="connsiteY229" fmla="*/ 25938 h 94062"/>
                <a:gd name="connsiteX230" fmla="*/ 202396 w 753125"/>
                <a:gd name="connsiteY230" fmla="*/ 16355 h 94062"/>
                <a:gd name="connsiteX231" fmla="*/ 207396 w 753125"/>
                <a:gd name="connsiteY231" fmla="*/ 8438 h 94062"/>
                <a:gd name="connsiteX232" fmla="*/ 215104 w 753125"/>
                <a:gd name="connsiteY232" fmla="*/ 3125 h 94062"/>
                <a:gd name="connsiteX233" fmla="*/ 225000 w 753125"/>
                <a:gd name="connsiteY233" fmla="*/ 1146 h 94062"/>
                <a:gd name="connsiteX234" fmla="*/ 732396 w 753125"/>
                <a:gd name="connsiteY234" fmla="*/ 0 h 94062"/>
                <a:gd name="connsiteX235" fmla="*/ 740625 w 753125"/>
                <a:gd name="connsiteY235" fmla="*/ 0 h 94062"/>
                <a:gd name="connsiteX236" fmla="*/ 740625 w 753125"/>
                <a:gd name="connsiteY236" fmla="*/ 22813 h 94062"/>
                <a:gd name="connsiteX237" fmla="*/ 753125 w 753125"/>
                <a:gd name="connsiteY237" fmla="*/ 22813 h 94062"/>
                <a:gd name="connsiteX238" fmla="*/ 753125 w 753125"/>
                <a:gd name="connsiteY238" fmla="*/ 30104 h 94062"/>
                <a:gd name="connsiteX239" fmla="*/ 740625 w 753125"/>
                <a:gd name="connsiteY239" fmla="*/ 30104 h 94062"/>
                <a:gd name="connsiteX240" fmla="*/ 740625 w 753125"/>
                <a:gd name="connsiteY240" fmla="*/ 67709 h 94062"/>
                <a:gd name="connsiteX241" fmla="*/ 732396 w 753125"/>
                <a:gd name="connsiteY241" fmla="*/ 67709 h 94062"/>
                <a:gd name="connsiteX242" fmla="*/ 540730 w 753125"/>
                <a:gd name="connsiteY242" fmla="*/ 0 h 94062"/>
                <a:gd name="connsiteX243" fmla="*/ 548959 w 753125"/>
                <a:gd name="connsiteY243" fmla="*/ 0 h 94062"/>
                <a:gd name="connsiteX244" fmla="*/ 548959 w 753125"/>
                <a:gd name="connsiteY244" fmla="*/ 67500 h 94062"/>
                <a:gd name="connsiteX245" fmla="*/ 540730 w 753125"/>
                <a:gd name="connsiteY245" fmla="*/ 67500 h 94062"/>
                <a:gd name="connsiteX246" fmla="*/ 540730 w 753125"/>
                <a:gd name="connsiteY246" fmla="*/ 34583 h 94062"/>
                <a:gd name="connsiteX247" fmla="*/ 521355 w 753125"/>
                <a:gd name="connsiteY247" fmla="*/ 34583 h 94062"/>
                <a:gd name="connsiteX248" fmla="*/ 521355 w 753125"/>
                <a:gd name="connsiteY248" fmla="*/ 27396 h 94062"/>
                <a:gd name="connsiteX249" fmla="*/ 540730 w 753125"/>
                <a:gd name="connsiteY249" fmla="*/ 27396 h 94062"/>
                <a:gd name="connsiteX250" fmla="*/ 359479 w 753125"/>
                <a:gd name="connsiteY250" fmla="*/ 0 h 94062"/>
                <a:gd name="connsiteX251" fmla="*/ 367604 w 753125"/>
                <a:gd name="connsiteY251" fmla="*/ 0 h 94062"/>
                <a:gd name="connsiteX252" fmla="*/ 367604 w 753125"/>
                <a:gd name="connsiteY252" fmla="*/ 67709 h 94062"/>
                <a:gd name="connsiteX253" fmla="*/ 359479 w 753125"/>
                <a:gd name="connsiteY253" fmla="*/ 67709 h 94062"/>
                <a:gd name="connsiteX254" fmla="*/ 359479 w 753125"/>
                <a:gd name="connsiteY254" fmla="*/ 29062 h 94062"/>
                <a:gd name="connsiteX255" fmla="*/ 340208 w 753125"/>
                <a:gd name="connsiteY255" fmla="*/ 29062 h 94062"/>
                <a:gd name="connsiteX256" fmla="*/ 340208 w 753125"/>
                <a:gd name="connsiteY256" fmla="*/ 21771 h 94062"/>
                <a:gd name="connsiteX257" fmla="*/ 359479 w 753125"/>
                <a:gd name="connsiteY257" fmla="*/ 21771 h 94062"/>
                <a:gd name="connsiteX258" fmla="*/ 263750 w 753125"/>
                <a:gd name="connsiteY258" fmla="*/ 0 h 94062"/>
                <a:gd name="connsiteX259" fmla="*/ 271771 w 753125"/>
                <a:gd name="connsiteY259" fmla="*/ 0 h 94062"/>
                <a:gd name="connsiteX260" fmla="*/ 271771 w 753125"/>
                <a:gd name="connsiteY260" fmla="*/ 22813 h 94062"/>
                <a:gd name="connsiteX261" fmla="*/ 284479 w 753125"/>
                <a:gd name="connsiteY261" fmla="*/ 22813 h 94062"/>
                <a:gd name="connsiteX262" fmla="*/ 284479 w 753125"/>
                <a:gd name="connsiteY262" fmla="*/ 30104 h 94062"/>
                <a:gd name="connsiteX263" fmla="*/ 271771 w 753125"/>
                <a:gd name="connsiteY263" fmla="*/ 30104 h 94062"/>
                <a:gd name="connsiteX264" fmla="*/ 271771 w 753125"/>
                <a:gd name="connsiteY264" fmla="*/ 67917 h 94062"/>
                <a:gd name="connsiteX265" fmla="*/ 263750 w 753125"/>
                <a:gd name="connsiteY265" fmla="*/ 67917 h 94062"/>
                <a:gd name="connsiteX266" fmla="*/ 162604 w 753125"/>
                <a:gd name="connsiteY266" fmla="*/ 0 h 94062"/>
                <a:gd name="connsiteX267" fmla="*/ 170729 w 753125"/>
                <a:gd name="connsiteY267" fmla="*/ 0 h 94062"/>
                <a:gd name="connsiteX268" fmla="*/ 170729 w 753125"/>
                <a:gd name="connsiteY268" fmla="*/ 48542 h 94062"/>
                <a:gd name="connsiteX269" fmla="*/ 162604 w 753125"/>
                <a:gd name="connsiteY269" fmla="*/ 48542 h 94062"/>
                <a:gd name="connsiteX270" fmla="*/ 162604 w 753125"/>
                <a:gd name="connsiteY270" fmla="*/ 27604 h 94062"/>
                <a:gd name="connsiteX271" fmla="*/ 144479 w 753125"/>
                <a:gd name="connsiteY271" fmla="*/ 27604 h 94062"/>
                <a:gd name="connsiteX272" fmla="*/ 141563 w 753125"/>
                <a:gd name="connsiteY272" fmla="*/ 35105 h 94062"/>
                <a:gd name="connsiteX273" fmla="*/ 136354 w 753125"/>
                <a:gd name="connsiteY273" fmla="*/ 40938 h 94062"/>
                <a:gd name="connsiteX274" fmla="*/ 129271 w 753125"/>
                <a:gd name="connsiteY274" fmla="*/ 44688 h 94062"/>
                <a:gd name="connsiteX275" fmla="*/ 121042 w 753125"/>
                <a:gd name="connsiteY275" fmla="*/ 46042 h 94062"/>
                <a:gd name="connsiteX276" fmla="*/ 111927 w 753125"/>
                <a:gd name="connsiteY276" fmla="*/ 44375 h 94062"/>
                <a:gd name="connsiteX277" fmla="*/ 104375 w 753125"/>
                <a:gd name="connsiteY277" fmla="*/ 39688 h 94062"/>
                <a:gd name="connsiteX278" fmla="*/ 99271 w 753125"/>
                <a:gd name="connsiteY278" fmla="*/ 32605 h 94062"/>
                <a:gd name="connsiteX279" fmla="*/ 97396 w 753125"/>
                <a:gd name="connsiteY279" fmla="*/ 23542 h 94062"/>
                <a:gd name="connsiteX280" fmla="*/ 99219 w 753125"/>
                <a:gd name="connsiteY280" fmla="*/ 14532 h 94062"/>
                <a:gd name="connsiteX281" fmla="*/ 104271 w 753125"/>
                <a:gd name="connsiteY281" fmla="*/ 7500 h 94062"/>
                <a:gd name="connsiteX282" fmla="*/ 111823 w 753125"/>
                <a:gd name="connsiteY282" fmla="*/ 2813 h 94062"/>
                <a:gd name="connsiteX283" fmla="*/ 121042 w 753125"/>
                <a:gd name="connsiteY283" fmla="*/ 1146 h 94062"/>
                <a:gd name="connsiteX284" fmla="*/ 129479 w 753125"/>
                <a:gd name="connsiteY284" fmla="*/ 2604 h 94062"/>
                <a:gd name="connsiteX285" fmla="*/ 136667 w 753125"/>
                <a:gd name="connsiteY285" fmla="*/ 6563 h 94062"/>
                <a:gd name="connsiteX286" fmla="*/ 141979 w 753125"/>
                <a:gd name="connsiteY286" fmla="*/ 12709 h 94062"/>
                <a:gd name="connsiteX287" fmla="*/ 144688 w 753125"/>
                <a:gd name="connsiteY287" fmla="*/ 20417 h 94062"/>
                <a:gd name="connsiteX288" fmla="*/ 162604 w 753125"/>
                <a:gd name="connsiteY288" fmla="*/ 20417 h 94062"/>
                <a:gd name="connsiteX289" fmla="*/ 67709 w 753125"/>
                <a:gd name="connsiteY289" fmla="*/ 0 h 94062"/>
                <a:gd name="connsiteX290" fmla="*/ 75833 w 753125"/>
                <a:gd name="connsiteY290" fmla="*/ 0 h 94062"/>
                <a:gd name="connsiteX291" fmla="*/ 75833 w 753125"/>
                <a:gd name="connsiteY291" fmla="*/ 27500 h 94062"/>
                <a:gd name="connsiteX292" fmla="*/ 88542 w 753125"/>
                <a:gd name="connsiteY292" fmla="*/ 27500 h 94062"/>
                <a:gd name="connsiteX293" fmla="*/ 88542 w 753125"/>
                <a:gd name="connsiteY293" fmla="*/ 34792 h 94062"/>
                <a:gd name="connsiteX294" fmla="*/ 75833 w 753125"/>
                <a:gd name="connsiteY294" fmla="*/ 34792 h 94062"/>
                <a:gd name="connsiteX295" fmla="*/ 75833 w 753125"/>
                <a:gd name="connsiteY295" fmla="*/ 67709 h 94062"/>
                <a:gd name="connsiteX296" fmla="*/ 67709 w 753125"/>
                <a:gd name="connsiteY296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753125" h="94062">
                  <a:moveTo>
                    <a:pt x="118959" y="71667"/>
                  </a:moveTo>
                  <a:lnTo>
                    <a:pt x="118959" y="84584"/>
                  </a:lnTo>
                  <a:lnTo>
                    <a:pt x="162604" y="84584"/>
                  </a:lnTo>
                  <a:lnTo>
                    <a:pt x="162604" y="71667"/>
                  </a:lnTo>
                  <a:close/>
                  <a:moveTo>
                    <a:pt x="617917" y="63646"/>
                  </a:moveTo>
                  <a:cubicBezTo>
                    <a:pt x="610625" y="63646"/>
                    <a:pt x="604779" y="64662"/>
                    <a:pt x="600365" y="66719"/>
                  </a:cubicBezTo>
                  <a:cubicBezTo>
                    <a:pt x="595951" y="68763"/>
                    <a:pt x="593750" y="71667"/>
                    <a:pt x="593750" y="75417"/>
                  </a:cubicBezTo>
                  <a:cubicBezTo>
                    <a:pt x="593750" y="79375"/>
                    <a:pt x="595951" y="82370"/>
                    <a:pt x="600365" y="84427"/>
                  </a:cubicBezTo>
                  <a:cubicBezTo>
                    <a:pt x="604779" y="86471"/>
                    <a:pt x="610625" y="87500"/>
                    <a:pt x="617917" y="87500"/>
                  </a:cubicBezTo>
                  <a:cubicBezTo>
                    <a:pt x="625000" y="87500"/>
                    <a:pt x="630821" y="86471"/>
                    <a:pt x="635365" y="84427"/>
                  </a:cubicBezTo>
                  <a:cubicBezTo>
                    <a:pt x="639909" y="82370"/>
                    <a:pt x="642188" y="79375"/>
                    <a:pt x="642188" y="75417"/>
                  </a:cubicBezTo>
                  <a:cubicBezTo>
                    <a:pt x="642188" y="71667"/>
                    <a:pt x="639909" y="68763"/>
                    <a:pt x="635365" y="66719"/>
                  </a:cubicBezTo>
                  <a:cubicBezTo>
                    <a:pt x="630821" y="64662"/>
                    <a:pt x="625000" y="63646"/>
                    <a:pt x="617917" y="63646"/>
                  </a:cubicBezTo>
                  <a:close/>
                  <a:moveTo>
                    <a:pt x="18021" y="60937"/>
                  </a:moveTo>
                  <a:lnTo>
                    <a:pt x="26250" y="60937"/>
                  </a:lnTo>
                  <a:lnTo>
                    <a:pt x="26250" y="83334"/>
                  </a:lnTo>
                  <a:lnTo>
                    <a:pt x="78750" y="83334"/>
                  </a:lnTo>
                  <a:lnTo>
                    <a:pt x="78750" y="90417"/>
                  </a:lnTo>
                  <a:lnTo>
                    <a:pt x="20208" y="90417"/>
                  </a:lnTo>
                  <a:cubicBezTo>
                    <a:pt x="19375" y="90417"/>
                    <a:pt x="18802" y="90261"/>
                    <a:pt x="18490" y="89948"/>
                  </a:cubicBezTo>
                  <a:cubicBezTo>
                    <a:pt x="18177" y="89636"/>
                    <a:pt x="18021" y="89063"/>
                    <a:pt x="18021" y="88229"/>
                  </a:cubicBezTo>
                  <a:close/>
                  <a:moveTo>
                    <a:pt x="307917" y="60833"/>
                  </a:moveTo>
                  <a:lnTo>
                    <a:pt x="316354" y="60833"/>
                  </a:lnTo>
                  <a:lnTo>
                    <a:pt x="316354" y="83334"/>
                  </a:lnTo>
                  <a:lnTo>
                    <a:pt x="370209" y="83334"/>
                  </a:lnTo>
                  <a:lnTo>
                    <a:pt x="370209" y="90417"/>
                  </a:lnTo>
                  <a:lnTo>
                    <a:pt x="310104" y="90417"/>
                  </a:lnTo>
                  <a:cubicBezTo>
                    <a:pt x="309271" y="90417"/>
                    <a:pt x="308698" y="90261"/>
                    <a:pt x="308385" y="89948"/>
                  </a:cubicBezTo>
                  <a:cubicBezTo>
                    <a:pt x="308073" y="89636"/>
                    <a:pt x="307917" y="89063"/>
                    <a:pt x="307917" y="88229"/>
                  </a:cubicBezTo>
                  <a:close/>
                  <a:moveTo>
                    <a:pt x="489063" y="60729"/>
                  </a:moveTo>
                  <a:lnTo>
                    <a:pt x="497500" y="60729"/>
                  </a:lnTo>
                  <a:lnTo>
                    <a:pt x="497500" y="83334"/>
                  </a:lnTo>
                  <a:lnTo>
                    <a:pt x="551459" y="83334"/>
                  </a:lnTo>
                  <a:lnTo>
                    <a:pt x="551459" y="90417"/>
                  </a:lnTo>
                  <a:lnTo>
                    <a:pt x="491250" y="90417"/>
                  </a:lnTo>
                  <a:cubicBezTo>
                    <a:pt x="490417" y="90417"/>
                    <a:pt x="489844" y="90261"/>
                    <a:pt x="489532" y="89948"/>
                  </a:cubicBezTo>
                  <a:cubicBezTo>
                    <a:pt x="489219" y="89636"/>
                    <a:pt x="489063" y="89063"/>
                    <a:pt x="489063" y="88229"/>
                  </a:cubicBezTo>
                  <a:close/>
                  <a:moveTo>
                    <a:pt x="213750" y="60417"/>
                  </a:moveTo>
                  <a:lnTo>
                    <a:pt x="222083" y="60417"/>
                  </a:lnTo>
                  <a:lnTo>
                    <a:pt x="222083" y="83334"/>
                  </a:lnTo>
                  <a:lnTo>
                    <a:pt x="274792" y="83334"/>
                  </a:lnTo>
                  <a:lnTo>
                    <a:pt x="274792" y="90417"/>
                  </a:lnTo>
                  <a:lnTo>
                    <a:pt x="215938" y="90417"/>
                  </a:lnTo>
                  <a:cubicBezTo>
                    <a:pt x="215104" y="90417"/>
                    <a:pt x="214532" y="90261"/>
                    <a:pt x="214219" y="89948"/>
                  </a:cubicBezTo>
                  <a:cubicBezTo>
                    <a:pt x="213906" y="89636"/>
                    <a:pt x="213750" y="89063"/>
                    <a:pt x="213750" y="88229"/>
                  </a:cubicBezTo>
                  <a:close/>
                  <a:moveTo>
                    <a:pt x="682501" y="60105"/>
                  </a:moveTo>
                  <a:lnTo>
                    <a:pt x="690834" y="60105"/>
                  </a:lnTo>
                  <a:lnTo>
                    <a:pt x="690834" y="83334"/>
                  </a:lnTo>
                  <a:lnTo>
                    <a:pt x="743854" y="83334"/>
                  </a:lnTo>
                  <a:lnTo>
                    <a:pt x="743854" y="90417"/>
                  </a:lnTo>
                  <a:lnTo>
                    <a:pt x="684688" y="90417"/>
                  </a:lnTo>
                  <a:cubicBezTo>
                    <a:pt x="683854" y="90417"/>
                    <a:pt x="683282" y="90261"/>
                    <a:pt x="682969" y="89948"/>
                  </a:cubicBezTo>
                  <a:cubicBezTo>
                    <a:pt x="682657" y="89636"/>
                    <a:pt x="682501" y="89063"/>
                    <a:pt x="682501" y="88229"/>
                  </a:cubicBezTo>
                  <a:close/>
                  <a:moveTo>
                    <a:pt x="617917" y="56980"/>
                  </a:moveTo>
                  <a:cubicBezTo>
                    <a:pt x="628542" y="56980"/>
                    <a:pt x="636732" y="58750"/>
                    <a:pt x="642500" y="62292"/>
                  </a:cubicBezTo>
                  <a:cubicBezTo>
                    <a:pt x="648256" y="65834"/>
                    <a:pt x="651146" y="70235"/>
                    <a:pt x="651146" y="75521"/>
                  </a:cubicBezTo>
                  <a:cubicBezTo>
                    <a:pt x="651146" y="80860"/>
                    <a:pt x="648282" y="85286"/>
                    <a:pt x="642552" y="88802"/>
                  </a:cubicBezTo>
                  <a:cubicBezTo>
                    <a:pt x="636823" y="92305"/>
                    <a:pt x="628607" y="94063"/>
                    <a:pt x="617917" y="94063"/>
                  </a:cubicBezTo>
                  <a:cubicBezTo>
                    <a:pt x="607214" y="94063"/>
                    <a:pt x="598998" y="92305"/>
                    <a:pt x="593229" y="88802"/>
                  </a:cubicBezTo>
                  <a:cubicBezTo>
                    <a:pt x="587461" y="85286"/>
                    <a:pt x="584584" y="80860"/>
                    <a:pt x="584584" y="75521"/>
                  </a:cubicBezTo>
                  <a:cubicBezTo>
                    <a:pt x="584584" y="70235"/>
                    <a:pt x="587461" y="65834"/>
                    <a:pt x="593229" y="62292"/>
                  </a:cubicBezTo>
                  <a:cubicBezTo>
                    <a:pt x="598998" y="58750"/>
                    <a:pt x="607214" y="56980"/>
                    <a:pt x="617917" y="56980"/>
                  </a:cubicBezTo>
                  <a:close/>
                  <a:moveTo>
                    <a:pt x="110833" y="53438"/>
                  </a:moveTo>
                  <a:lnTo>
                    <a:pt x="118959" y="53438"/>
                  </a:lnTo>
                  <a:lnTo>
                    <a:pt x="118959" y="64896"/>
                  </a:lnTo>
                  <a:lnTo>
                    <a:pt x="162604" y="64896"/>
                  </a:lnTo>
                  <a:lnTo>
                    <a:pt x="162604" y="53438"/>
                  </a:lnTo>
                  <a:lnTo>
                    <a:pt x="170625" y="53438"/>
                  </a:lnTo>
                  <a:lnTo>
                    <a:pt x="170625" y="89167"/>
                  </a:lnTo>
                  <a:cubicBezTo>
                    <a:pt x="170625" y="90000"/>
                    <a:pt x="170469" y="90573"/>
                    <a:pt x="170156" y="90886"/>
                  </a:cubicBezTo>
                  <a:cubicBezTo>
                    <a:pt x="169844" y="91198"/>
                    <a:pt x="169271" y="91354"/>
                    <a:pt x="168438" y="91354"/>
                  </a:cubicBezTo>
                  <a:lnTo>
                    <a:pt x="113021" y="91354"/>
                  </a:lnTo>
                  <a:cubicBezTo>
                    <a:pt x="112188" y="91354"/>
                    <a:pt x="111615" y="91198"/>
                    <a:pt x="111302" y="90886"/>
                  </a:cubicBezTo>
                  <a:cubicBezTo>
                    <a:pt x="110990" y="90573"/>
                    <a:pt x="110833" y="90000"/>
                    <a:pt x="110833" y="89167"/>
                  </a:cubicBezTo>
                  <a:close/>
                  <a:moveTo>
                    <a:pt x="400000" y="26875"/>
                  </a:moveTo>
                  <a:lnTo>
                    <a:pt x="400000" y="45938"/>
                  </a:lnTo>
                  <a:lnTo>
                    <a:pt x="445209" y="45938"/>
                  </a:lnTo>
                  <a:lnTo>
                    <a:pt x="445209" y="26875"/>
                  </a:lnTo>
                  <a:close/>
                  <a:moveTo>
                    <a:pt x="609375" y="21875"/>
                  </a:moveTo>
                  <a:lnTo>
                    <a:pt x="617709" y="21875"/>
                  </a:lnTo>
                  <a:lnTo>
                    <a:pt x="617709" y="41355"/>
                  </a:lnTo>
                  <a:lnTo>
                    <a:pt x="660209" y="41355"/>
                  </a:lnTo>
                  <a:lnTo>
                    <a:pt x="660209" y="48542"/>
                  </a:lnTo>
                  <a:lnTo>
                    <a:pt x="575625" y="48542"/>
                  </a:lnTo>
                  <a:lnTo>
                    <a:pt x="575625" y="41355"/>
                  </a:lnTo>
                  <a:lnTo>
                    <a:pt x="609375" y="41355"/>
                  </a:lnTo>
                  <a:close/>
                  <a:moveTo>
                    <a:pt x="225000" y="8542"/>
                  </a:moveTo>
                  <a:cubicBezTo>
                    <a:pt x="220000" y="8542"/>
                    <a:pt x="216107" y="10235"/>
                    <a:pt x="213333" y="13646"/>
                  </a:cubicBezTo>
                  <a:cubicBezTo>
                    <a:pt x="210547" y="17045"/>
                    <a:pt x="209167" y="21146"/>
                    <a:pt x="209167" y="25938"/>
                  </a:cubicBezTo>
                  <a:cubicBezTo>
                    <a:pt x="209167" y="30730"/>
                    <a:pt x="210547" y="34792"/>
                    <a:pt x="213333" y="38126"/>
                  </a:cubicBezTo>
                  <a:cubicBezTo>
                    <a:pt x="216107" y="41459"/>
                    <a:pt x="220000" y="43125"/>
                    <a:pt x="225000" y="43125"/>
                  </a:cubicBezTo>
                  <a:cubicBezTo>
                    <a:pt x="230000" y="43125"/>
                    <a:pt x="233867" y="41459"/>
                    <a:pt x="236615" y="38126"/>
                  </a:cubicBezTo>
                  <a:cubicBezTo>
                    <a:pt x="239362" y="34792"/>
                    <a:pt x="240729" y="30730"/>
                    <a:pt x="240729" y="25938"/>
                  </a:cubicBezTo>
                  <a:cubicBezTo>
                    <a:pt x="240729" y="21146"/>
                    <a:pt x="239362" y="17045"/>
                    <a:pt x="236615" y="13646"/>
                  </a:cubicBezTo>
                  <a:cubicBezTo>
                    <a:pt x="233867" y="10235"/>
                    <a:pt x="230000" y="8542"/>
                    <a:pt x="225000" y="8542"/>
                  </a:cubicBezTo>
                  <a:close/>
                  <a:moveTo>
                    <a:pt x="121042" y="8438"/>
                  </a:moveTo>
                  <a:cubicBezTo>
                    <a:pt x="118815" y="8438"/>
                    <a:pt x="116771" y="8854"/>
                    <a:pt x="114896" y="9688"/>
                  </a:cubicBezTo>
                  <a:cubicBezTo>
                    <a:pt x="113021" y="10521"/>
                    <a:pt x="111393" y="11589"/>
                    <a:pt x="110000" y="12917"/>
                  </a:cubicBezTo>
                  <a:cubicBezTo>
                    <a:pt x="108542" y="14297"/>
                    <a:pt x="107422" y="15912"/>
                    <a:pt x="106667" y="17761"/>
                  </a:cubicBezTo>
                  <a:cubicBezTo>
                    <a:pt x="105898" y="19596"/>
                    <a:pt x="105521" y="21563"/>
                    <a:pt x="105521" y="23646"/>
                  </a:cubicBezTo>
                  <a:cubicBezTo>
                    <a:pt x="105521" y="25729"/>
                    <a:pt x="105898" y="27683"/>
                    <a:pt x="106667" y="29531"/>
                  </a:cubicBezTo>
                  <a:cubicBezTo>
                    <a:pt x="107422" y="31367"/>
                    <a:pt x="108542" y="32943"/>
                    <a:pt x="110000" y="34271"/>
                  </a:cubicBezTo>
                  <a:cubicBezTo>
                    <a:pt x="111393" y="35652"/>
                    <a:pt x="113021" y="36732"/>
                    <a:pt x="114896" y="37500"/>
                  </a:cubicBezTo>
                  <a:cubicBezTo>
                    <a:pt x="116771" y="38255"/>
                    <a:pt x="118815" y="38646"/>
                    <a:pt x="121042" y="38646"/>
                  </a:cubicBezTo>
                  <a:cubicBezTo>
                    <a:pt x="125625" y="38646"/>
                    <a:pt x="129362" y="37188"/>
                    <a:pt x="132240" y="34271"/>
                  </a:cubicBezTo>
                  <a:cubicBezTo>
                    <a:pt x="135117" y="31354"/>
                    <a:pt x="136563" y="27813"/>
                    <a:pt x="136563" y="23646"/>
                  </a:cubicBezTo>
                  <a:cubicBezTo>
                    <a:pt x="136563" y="19401"/>
                    <a:pt x="135078" y="15807"/>
                    <a:pt x="132136" y="12865"/>
                  </a:cubicBezTo>
                  <a:cubicBezTo>
                    <a:pt x="129180" y="9909"/>
                    <a:pt x="125482" y="8438"/>
                    <a:pt x="121042" y="8438"/>
                  </a:cubicBezTo>
                  <a:close/>
                  <a:moveTo>
                    <a:pt x="675313" y="4271"/>
                  </a:moveTo>
                  <a:lnTo>
                    <a:pt x="715417" y="4271"/>
                  </a:lnTo>
                  <a:lnTo>
                    <a:pt x="715417" y="11458"/>
                  </a:lnTo>
                  <a:lnTo>
                    <a:pt x="681250" y="11458"/>
                  </a:lnTo>
                  <a:lnTo>
                    <a:pt x="681250" y="41042"/>
                  </a:lnTo>
                  <a:lnTo>
                    <a:pt x="686355" y="41042"/>
                  </a:lnTo>
                  <a:cubicBezTo>
                    <a:pt x="693229" y="41042"/>
                    <a:pt x="700339" y="40782"/>
                    <a:pt x="707709" y="40261"/>
                  </a:cubicBezTo>
                  <a:cubicBezTo>
                    <a:pt x="715065" y="39740"/>
                    <a:pt x="721875" y="38854"/>
                    <a:pt x="728126" y="37604"/>
                  </a:cubicBezTo>
                  <a:lnTo>
                    <a:pt x="728126" y="44792"/>
                  </a:lnTo>
                  <a:cubicBezTo>
                    <a:pt x="725065" y="45417"/>
                    <a:pt x="721732" y="45950"/>
                    <a:pt x="718126" y="46407"/>
                  </a:cubicBezTo>
                  <a:cubicBezTo>
                    <a:pt x="714519" y="46849"/>
                    <a:pt x="710730" y="47253"/>
                    <a:pt x="706771" y="47604"/>
                  </a:cubicBezTo>
                  <a:cubicBezTo>
                    <a:pt x="702813" y="47878"/>
                    <a:pt x="698764" y="48086"/>
                    <a:pt x="694636" y="48230"/>
                  </a:cubicBezTo>
                  <a:cubicBezTo>
                    <a:pt x="690508" y="48359"/>
                    <a:pt x="686459" y="48438"/>
                    <a:pt x="682501" y="48438"/>
                  </a:cubicBezTo>
                  <a:lnTo>
                    <a:pt x="675313" y="48438"/>
                  </a:lnTo>
                  <a:cubicBezTo>
                    <a:pt x="674402" y="48438"/>
                    <a:pt x="673815" y="48295"/>
                    <a:pt x="673542" y="48021"/>
                  </a:cubicBezTo>
                  <a:cubicBezTo>
                    <a:pt x="673269" y="47735"/>
                    <a:pt x="673126" y="47188"/>
                    <a:pt x="673126" y="46354"/>
                  </a:cubicBezTo>
                  <a:lnTo>
                    <a:pt x="673126" y="6459"/>
                  </a:lnTo>
                  <a:cubicBezTo>
                    <a:pt x="673126" y="5625"/>
                    <a:pt x="673282" y="5052"/>
                    <a:pt x="673594" y="4740"/>
                  </a:cubicBezTo>
                  <a:cubicBezTo>
                    <a:pt x="673907" y="4427"/>
                    <a:pt x="674479" y="4271"/>
                    <a:pt x="675313" y="4271"/>
                  </a:cubicBezTo>
                  <a:close/>
                  <a:moveTo>
                    <a:pt x="479271" y="4271"/>
                  </a:moveTo>
                  <a:lnTo>
                    <a:pt x="518646" y="4271"/>
                  </a:lnTo>
                  <a:cubicBezTo>
                    <a:pt x="519479" y="4271"/>
                    <a:pt x="520052" y="4427"/>
                    <a:pt x="520365" y="4740"/>
                  </a:cubicBezTo>
                  <a:cubicBezTo>
                    <a:pt x="520677" y="5052"/>
                    <a:pt x="520834" y="5625"/>
                    <a:pt x="520834" y="6459"/>
                  </a:cubicBezTo>
                  <a:cubicBezTo>
                    <a:pt x="520274" y="12631"/>
                    <a:pt x="518867" y="18334"/>
                    <a:pt x="516615" y="23542"/>
                  </a:cubicBezTo>
                  <a:cubicBezTo>
                    <a:pt x="514362" y="28750"/>
                    <a:pt x="511393" y="33464"/>
                    <a:pt x="507709" y="37708"/>
                  </a:cubicBezTo>
                  <a:cubicBezTo>
                    <a:pt x="504024" y="41940"/>
                    <a:pt x="499701" y="45677"/>
                    <a:pt x="494740" y="48907"/>
                  </a:cubicBezTo>
                  <a:cubicBezTo>
                    <a:pt x="489766" y="52136"/>
                    <a:pt x="484336" y="54792"/>
                    <a:pt x="478438" y="56876"/>
                  </a:cubicBezTo>
                  <a:lnTo>
                    <a:pt x="472917" y="50729"/>
                  </a:lnTo>
                  <a:cubicBezTo>
                    <a:pt x="483750" y="47110"/>
                    <a:pt x="492604" y="41901"/>
                    <a:pt x="499480" y="35105"/>
                  </a:cubicBezTo>
                  <a:cubicBezTo>
                    <a:pt x="506354" y="28295"/>
                    <a:pt x="510443" y="20417"/>
                    <a:pt x="511771" y="11458"/>
                  </a:cubicBezTo>
                  <a:lnTo>
                    <a:pt x="479271" y="11458"/>
                  </a:lnTo>
                  <a:close/>
                  <a:moveTo>
                    <a:pt x="296250" y="4271"/>
                  </a:moveTo>
                  <a:lnTo>
                    <a:pt x="341250" y="4271"/>
                  </a:lnTo>
                  <a:lnTo>
                    <a:pt x="341250" y="11250"/>
                  </a:lnTo>
                  <a:lnTo>
                    <a:pt x="323021" y="11250"/>
                  </a:lnTo>
                  <a:lnTo>
                    <a:pt x="323021" y="16979"/>
                  </a:lnTo>
                  <a:cubicBezTo>
                    <a:pt x="323021" y="20443"/>
                    <a:pt x="323594" y="23659"/>
                    <a:pt x="324740" y="26615"/>
                  </a:cubicBezTo>
                  <a:cubicBezTo>
                    <a:pt x="325886" y="29558"/>
                    <a:pt x="327396" y="32214"/>
                    <a:pt x="329271" y="34583"/>
                  </a:cubicBezTo>
                  <a:cubicBezTo>
                    <a:pt x="331563" y="37708"/>
                    <a:pt x="334297" y="40339"/>
                    <a:pt x="337500" y="42501"/>
                  </a:cubicBezTo>
                  <a:cubicBezTo>
                    <a:pt x="340690" y="44649"/>
                    <a:pt x="343854" y="46250"/>
                    <a:pt x="346979" y="47292"/>
                  </a:cubicBezTo>
                  <a:cubicBezTo>
                    <a:pt x="346003" y="48255"/>
                    <a:pt x="345000" y="49336"/>
                    <a:pt x="343959" y="50521"/>
                  </a:cubicBezTo>
                  <a:cubicBezTo>
                    <a:pt x="342917" y="51693"/>
                    <a:pt x="342123" y="52709"/>
                    <a:pt x="341563" y="53542"/>
                  </a:cubicBezTo>
                  <a:cubicBezTo>
                    <a:pt x="339688" y="52709"/>
                    <a:pt x="337657" y="51576"/>
                    <a:pt x="335469" y="50156"/>
                  </a:cubicBezTo>
                  <a:cubicBezTo>
                    <a:pt x="333282" y="48724"/>
                    <a:pt x="331146" y="47084"/>
                    <a:pt x="329063" y="45209"/>
                  </a:cubicBezTo>
                  <a:cubicBezTo>
                    <a:pt x="327045" y="43542"/>
                    <a:pt x="325157" y="41641"/>
                    <a:pt x="323386" y="39531"/>
                  </a:cubicBezTo>
                  <a:cubicBezTo>
                    <a:pt x="321615" y="37409"/>
                    <a:pt x="320105" y="35105"/>
                    <a:pt x="318854" y="32605"/>
                  </a:cubicBezTo>
                  <a:cubicBezTo>
                    <a:pt x="317878" y="35234"/>
                    <a:pt x="316641" y="37683"/>
                    <a:pt x="315157" y="39948"/>
                  </a:cubicBezTo>
                  <a:cubicBezTo>
                    <a:pt x="313659" y="42201"/>
                    <a:pt x="311979" y="44297"/>
                    <a:pt x="310104" y="46250"/>
                  </a:cubicBezTo>
                  <a:cubicBezTo>
                    <a:pt x="308021" y="48255"/>
                    <a:pt x="305782" y="50117"/>
                    <a:pt x="303385" y="51823"/>
                  </a:cubicBezTo>
                  <a:cubicBezTo>
                    <a:pt x="300990" y="53516"/>
                    <a:pt x="298542" y="55000"/>
                    <a:pt x="296042" y="56250"/>
                  </a:cubicBezTo>
                  <a:cubicBezTo>
                    <a:pt x="295417" y="55547"/>
                    <a:pt x="294427" y="54610"/>
                    <a:pt x="293073" y="53438"/>
                  </a:cubicBezTo>
                  <a:cubicBezTo>
                    <a:pt x="291719" y="52253"/>
                    <a:pt x="290586" y="51276"/>
                    <a:pt x="289688" y="50521"/>
                  </a:cubicBezTo>
                  <a:cubicBezTo>
                    <a:pt x="293360" y="48920"/>
                    <a:pt x="296888" y="46875"/>
                    <a:pt x="300261" y="44375"/>
                  </a:cubicBezTo>
                  <a:cubicBezTo>
                    <a:pt x="303620" y="41875"/>
                    <a:pt x="306459" y="38958"/>
                    <a:pt x="308750" y="35625"/>
                  </a:cubicBezTo>
                  <a:cubicBezTo>
                    <a:pt x="310547" y="33047"/>
                    <a:pt x="311992" y="30208"/>
                    <a:pt x="313073" y="27084"/>
                  </a:cubicBezTo>
                  <a:cubicBezTo>
                    <a:pt x="314141" y="23959"/>
                    <a:pt x="314688" y="20547"/>
                    <a:pt x="314688" y="16875"/>
                  </a:cubicBezTo>
                  <a:lnTo>
                    <a:pt x="314688" y="11250"/>
                  </a:lnTo>
                  <a:lnTo>
                    <a:pt x="296250" y="11250"/>
                  </a:lnTo>
                  <a:close/>
                  <a:moveTo>
                    <a:pt x="391771" y="3750"/>
                  </a:moveTo>
                  <a:lnTo>
                    <a:pt x="400000" y="3750"/>
                  </a:lnTo>
                  <a:lnTo>
                    <a:pt x="400000" y="19896"/>
                  </a:lnTo>
                  <a:lnTo>
                    <a:pt x="445209" y="19896"/>
                  </a:lnTo>
                  <a:lnTo>
                    <a:pt x="445209" y="3750"/>
                  </a:lnTo>
                  <a:lnTo>
                    <a:pt x="453438" y="3750"/>
                  </a:lnTo>
                  <a:lnTo>
                    <a:pt x="453438" y="50937"/>
                  </a:lnTo>
                  <a:cubicBezTo>
                    <a:pt x="453438" y="51771"/>
                    <a:pt x="453282" y="52344"/>
                    <a:pt x="452969" y="52656"/>
                  </a:cubicBezTo>
                  <a:cubicBezTo>
                    <a:pt x="452657" y="52969"/>
                    <a:pt x="452084" y="53125"/>
                    <a:pt x="451250" y="53125"/>
                  </a:cubicBezTo>
                  <a:lnTo>
                    <a:pt x="426771" y="53125"/>
                  </a:lnTo>
                  <a:lnTo>
                    <a:pt x="426771" y="73542"/>
                  </a:lnTo>
                  <a:lnTo>
                    <a:pt x="465000" y="73542"/>
                  </a:lnTo>
                  <a:lnTo>
                    <a:pt x="465000" y="80729"/>
                  </a:lnTo>
                  <a:lnTo>
                    <a:pt x="380209" y="80729"/>
                  </a:lnTo>
                  <a:lnTo>
                    <a:pt x="380209" y="73542"/>
                  </a:lnTo>
                  <a:lnTo>
                    <a:pt x="418229" y="73542"/>
                  </a:lnTo>
                  <a:lnTo>
                    <a:pt x="418229" y="53125"/>
                  </a:lnTo>
                  <a:lnTo>
                    <a:pt x="393959" y="53125"/>
                  </a:lnTo>
                  <a:cubicBezTo>
                    <a:pt x="393125" y="53125"/>
                    <a:pt x="392552" y="52969"/>
                    <a:pt x="392240" y="52656"/>
                  </a:cubicBezTo>
                  <a:cubicBezTo>
                    <a:pt x="391927" y="52344"/>
                    <a:pt x="391771" y="51771"/>
                    <a:pt x="391771" y="50937"/>
                  </a:cubicBezTo>
                  <a:close/>
                  <a:moveTo>
                    <a:pt x="585417" y="2708"/>
                  </a:moveTo>
                  <a:lnTo>
                    <a:pt x="648334" y="2708"/>
                  </a:lnTo>
                  <a:cubicBezTo>
                    <a:pt x="649167" y="2708"/>
                    <a:pt x="649740" y="2865"/>
                    <a:pt x="650053" y="3177"/>
                  </a:cubicBezTo>
                  <a:cubicBezTo>
                    <a:pt x="650365" y="3490"/>
                    <a:pt x="650521" y="4063"/>
                    <a:pt x="650521" y="4896"/>
                  </a:cubicBezTo>
                  <a:cubicBezTo>
                    <a:pt x="650313" y="10938"/>
                    <a:pt x="649857" y="16329"/>
                    <a:pt x="649167" y="21094"/>
                  </a:cubicBezTo>
                  <a:cubicBezTo>
                    <a:pt x="648464" y="25847"/>
                    <a:pt x="647735" y="30274"/>
                    <a:pt x="646979" y="34375"/>
                  </a:cubicBezTo>
                  <a:lnTo>
                    <a:pt x="639063" y="34375"/>
                  </a:lnTo>
                  <a:cubicBezTo>
                    <a:pt x="639896" y="30208"/>
                    <a:pt x="640547" y="26172"/>
                    <a:pt x="641042" y="22292"/>
                  </a:cubicBezTo>
                  <a:cubicBezTo>
                    <a:pt x="641524" y="18399"/>
                    <a:pt x="641875" y="14232"/>
                    <a:pt x="642084" y="9792"/>
                  </a:cubicBezTo>
                  <a:lnTo>
                    <a:pt x="585417" y="9792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021"/>
                  </a:lnTo>
                  <a:cubicBezTo>
                    <a:pt x="33646" y="16902"/>
                    <a:pt x="34297" y="20534"/>
                    <a:pt x="35625" y="23906"/>
                  </a:cubicBezTo>
                  <a:cubicBezTo>
                    <a:pt x="36940" y="27266"/>
                    <a:pt x="38750" y="30313"/>
                    <a:pt x="41042" y="33021"/>
                  </a:cubicBezTo>
                  <a:cubicBezTo>
                    <a:pt x="43255" y="35729"/>
                    <a:pt x="45833" y="38086"/>
                    <a:pt x="48750" y="40104"/>
                  </a:cubicBezTo>
                  <a:cubicBezTo>
                    <a:pt x="51667" y="42110"/>
                    <a:pt x="54688" y="43672"/>
                    <a:pt x="57813" y="44792"/>
                  </a:cubicBezTo>
                  <a:lnTo>
                    <a:pt x="52396" y="51250"/>
                  </a:lnTo>
                  <a:cubicBezTo>
                    <a:pt x="50443" y="50339"/>
                    <a:pt x="48385" y="49180"/>
                    <a:pt x="46198" y="47761"/>
                  </a:cubicBezTo>
                  <a:cubicBezTo>
                    <a:pt x="44011" y="46329"/>
                    <a:pt x="41875" y="44714"/>
                    <a:pt x="39792" y="42917"/>
                  </a:cubicBezTo>
                  <a:cubicBezTo>
                    <a:pt x="37708" y="41042"/>
                    <a:pt x="35742" y="39011"/>
                    <a:pt x="33906" y="36823"/>
                  </a:cubicBezTo>
                  <a:cubicBezTo>
                    <a:pt x="32057" y="34636"/>
                    <a:pt x="30586" y="32292"/>
                    <a:pt x="29479" y="29792"/>
                  </a:cubicBezTo>
                  <a:cubicBezTo>
                    <a:pt x="28503" y="32500"/>
                    <a:pt x="27188" y="35026"/>
                    <a:pt x="25521" y="37396"/>
                  </a:cubicBezTo>
                  <a:cubicBezTo>
                    <a:pt x="23854" y="39753"/>
                    <a:pt x="21979" y="41979"/>
                    <a:pt x="19896" y="44063"/>
                  </a:cubicBezTo>
                  <a:cubicBezTo>
                    <a:pt x="17813" y="46068"/>
                    <a:pt x="15599" y="47917"/>
                    <a:pt x="13281" y="49584"/>
                  </a:cubicBezTo>
                  <a:cubicBezTo>
                    <a:pt x="10951" y="51250"/>
                    <a:pt x="8646" y="52709"/>
                    <a:pt x="6354" y="53959"/>
                  </a:cubicBezTo>
                  <a:lnTo>
                    <a:pt x="0" y="48230"/>
                  </a:lnTo>
                  <a:cubicBezTo>
                    <a:pt x="3399" y="46628"/>
                    <a:pt x="6615" y="44701"/>
                    <a:pt x="9635" y="42448"/>
                  </a:cubicBezTo>
                  <a:cubicBezTo>
                    <a:pt x="12656" y="40182"/>
                    <a:pt x="15312" y="37630"/>
                    <a:pt x="17604" y="34792"/>
                  </a:cubicBezTo>
                  <a:cubicBezTo>
                    <a:pt x="19896" y="31940"/>
                    <a:pt x="21706" y="28764"/>
                    <a:pt x="23021" y="25260"/>
                  </a:cubicBezTo>
                  <a:cubicBezTo>
                    <a:pt x="24336" y="21745"/>
                    <a:pt x="25000" y="17917"/>
                    <a:pt x="25000" y="13750"/>
                  </a:cubicBezTo>
                  <a:close/>
                  <a:moveTo>
                    <a:pt x="225000" y="1146"/>
                  </a:moveTo>
                  <a:cubicBezTo>
                    <a:pt x="228542" y="1146"/>
                    <a:pt x="231784" y="1797"/>
                    <a:pt x="234740" y="3125"/>
                  </a:cubicBezTo>
                  <a:cubicBezTo>
                    <a:pt x="237682" y="4440"/>
                    <a:pt x="240235" y="6211"/>
                    <a:pt x="242396" y="8438"/>
                  </a:cubicBezTo>
                  <a:cubicBezTo>
                    <a:pt x="244544" y="10730"/>
                    <a:pt x="246224" y="13359"/>
                    <a:pt x="247448" y="16355"/>
                  </a:cubicBezTo>
                  <a:cubicBezTo>
                    <a:pt x="248659" y="19337"/>
                    <a:pt x="249271" y="22527"/>
                    <a:pt x="249271" y="25938"/>
                  </a:cubicBezTo>
                  <a:cubicBezTo>
                    <a:pt x="249271" y="29336"/>
                    <a:pt x="248659" y="32527"/>
                    <a:pt x="247448" y="35521"/>
                  </a:cubicBezTo>
                  <a:cubicBezTo>
                    <a:pt x="246224" y="38503"/>
                    <a:pt x="244544" y="41107"/>
                    <a:pt x="242396" y="43333"/>
                  </a:cubicBezTo>
                  <a:cubicBezTo>
                    <a:pt x="240235" y="45625"/>
                    <a:pt x="237682" y="47409"/>
                    <a:pt x="234740" y="48698"/>
                  </a:cubicBezTo>
                  <a:cubicBezTo>
                    <a:pt x="231784" y="49974"/>
                    <a:pt x="228542" y="50625"/>
                    <a:pt x="225000" y="50625"/>
                  </a:cubicBezTo>
                  <a:cubicBezTo>
                    <a:pt x="221393" y="50625"/>
                    <a:pt x="218086" y="49974"/>
                    <a:pt x="215104" y="48698"/>
                  </a:cubicBezTo>
                  <a:cubicBezTo>
                    <a:pt x="212110" y="47409"/>
                    <a:pt x="209545" y="45625"/>
                    <a:pt x="207396" y="43333"/>
                  </a:cubicBezTo>
                  <a:cubicBezTo>
                    <a:pt x="205234" y="41107"/>
                    <a:pt x="203568" y="38503"/>
                    <a:pt x="202396" y="35521"/>
                  </a:cubicBezTo>
                  <a:cubicBezTo>
                    <a:pt x="201211" y="32527"/>
                    <a:pt x="200625" y="29336"/>
                    <a:pt x="200625" y="25938"/>
                  </a:cubicBezTo>
                  <a:cubicBezTo>
                    <a:pt x="200625" y="22527"/>
                    <a:pt x="201211" y="19337"/>
                    <a:pt x="202396" y="16355"/>
                  </a:cubicBezTo>
                  <a:cubicBezTo>
                    <a:pt x="203568" y="13359"/>
                    <a:pt x="205234" y="10730"/>
                    <a:pt x="207396" y="8438"/>
                  </a:cubicBezTo>
                  <a:cubicBezTo>
                    <a:pt x="209545" y="6211"/>
                    <a:pt x="212110" y="4440"/>
                    <a:pt x="215104" y="3125"/>
                  </a:cubicBezTo>
                  <a:cubicBezTo>
                    <a:pt x="218086" y="1797"/>
                    <a:pt x="221393" y="1146"/>
                    <a:pt x="225000" y="1146"/>
                  </a:cubicBezTo>
                  <a:close/>
                  <a:moveTo>
                    <a:pt x="732396" y="0"/>
                  </a:moveTo>
                  <a:lnTo>
                    <a:pt x="740625" y="0"/>
                  </a:lnTo>
                  <a:lnTo>
                    <a:pt x="740625" y="22813"/>
                  </a:lnTo>
                  <a:lnTo>
                    <a:pt x="753125" y="22813"/>
                  </a:lnTo>
                  <a:lnTo>
                    <a:pt x="753125" y="30104"/>
                  </a:lnTo>
                  <a:lnTo>
                    <a:pt x="740625" y="30104"/>
                  </a:lnTo>
                  <a:lnTo>
                    <a:pt x="740625" y="67709"/>
                  </a:lnTo>
                  <a:lnTo>
                    <a:pt x="732396" y="67709"/>
                  </a:lnTo>
                  <a:close/>
                  <a:moveTo>
                    <a:pt x="540730" y="0"/>
                  </a:moveTo>
                  <a:lnTo>
                    <a:pt x="548959" y="0"/>
                  </a:lnTo>
                  <a:lnTo>
                    <a:pt x="548959" y="67500"/>
                  </a:lnTo>
                  <a:lnTo>
                    <a:pt x="540730" y="67500"/>
                  </a:lnTo>
                  <a:lnTo>
                    <a:pt x="540730" y="34583"/>
                  </a:lnTo>
                  <a:lnTo>
                    <a:pt x="521355" y="34583"/>
                  </a:lnTo>
                  <a:lnTo>
                    <a:pt x="521355" y="27396"/>
                  </a:lnTo>
                  <a:lnTo>
                    <a:pt x="540730" y="27396"/>
                  </a:lnTo>
                  <a:close/>
                  <a:moveTo>
                    <a:pt x="359479" y="0"/>
                  </a:moveTo>
                  <a:lnTo>
                    <a:pt x="367604" y="0"/>
                  </a:lnTo>
                  <a:lnTo>
                    <a:pt x="367604" y="67709"/>
                  </a:lnTo>
                  <a:lnTo>
                    <a:pt x="359479" y="67709"/>
                  </a:lnTo>
                  <a:lnTo>
                    <a:pt x="359479" y="29062"/>
                  </a:lnTo>
                  <a:lnTo>
                    <a:pt x="340208" y="29062"/>
                  </a:lnTo>
                  <a:lnTo>
                    <a:pt x="340208" y="21771"/>
                  </a:lnTo>
                  <a:lnTo>
                    <a:pt x="359479" y="21771"/>
                  </a:lnTo>
                  <a:close/>
                  <a:moveTo>
                    <a:pt x="263750" y="0"/>
                  </a:moveTo>
                  <a:lnTo>
                    <a:pt x="271771" y="0"/>
                  </a:lnTo>
                  <a:lnTo>
                    <a:pt x="271771" y="22813"/>
                  </a:lnTo>
                  <a:lnTo>
                    <a:pt x="284479" y="22813"/>
                  </a:lnTo>
                  <a:lnTo>
                    <a:pt x="284479" y="30104"/>
                  </a:lnTo>
                  <a:lnTo>
                    <a:pt x="271771" y="30104"/>
                  </a:lnTo>
                  <a:lnTo>
                    <a:pt x="271771" y="67917"/>
                  </a:lnTo>
                  <a:lnTo>
                    <a:pt x="263750" y="67917"/>
                  </a:lnTo>
                  <a:close/>
                  <a:moveTo>
                    <a:pt x="162604" y="0"/>
                  </a:moveTo>
                  <a:lnTo>
                    <a:pt x="170729" y="0"/>
                  </a:lnTo>
                  <a:lnTo>
                    <a:pt x="170729" y="48542"/>
                  </a:lnTo>
                  <a:lnTo>
                    <a:pt x="162604" y="48542"/>
                  </a:lnTo>
                  <a:lnTo>
                    <a:pt x="162604" y="27604"/>
                  </a:lnTo>
                  <a:lnTo>
                    <a:pt x="144479" y="27604"/>
                  </a:lnTo>
                  <a:cubicBezTo>
                    <a:pt x="143919" y="30313"/>
                    <a:pt x="142943" y="32813"/>
                    <a:pt x="141563" y="35105"/>
                  </a:cubicBezTo>
                  <a:cubicBezTo>
                    <a:pt x="140170" y="37396"/>
                    <a:pt x="138437" y="39336"/>
                    <a:pt x="136354" y="40938"/>
                  </a:cubicBezTo>
                  <a:cubicBezTo>
                    <a:pt x="134271" y="42526"/>
                    <a:pt x="131901" y="43776"/>
                    <a:pt x="129271" y="44688"/>
                  </a:cubicBezTo>
                  <a:cubicBezTo>
                    <a:pt x="126628" y="45586"/>
                    <a:pt x="123880" y="46042"/>
                    <a:pt x="121042" y="46042"/>
                  </a:cubicBezTo>
                  <a:cubicBezTo>
                    <a:pt x="117852" y="46042"/>
                    <a:pt x="114805" y="45482"/>
                    <a:pt x="111927" y="44375"/>
                  </a:cubicBezTo>
                  <a:cubicBezTo>
                    <a:pt x="109036" y="43256"/>
                    <a:pt x="106523" y="41693"/>
                    <a:pt x="104375" y="39688"/>
                  </a:cubicBezTo>
                  <a:cubicBezTo>
                    <a:pt x="102214" y="37735"/>
                    <a:pt x="100521" y="35378"/>
                    <a:pt x="99271" y="32605"/>
                  </a:cubicBezTo>
                  <a:cubicBezTo>
                    <a:pt x="98021" y="29818"/>
                    <a:pt x="97396" y="26797"/>
                    <a:pt x="97396" y="23542"/>
                  </a:cubicBezTo>
                  <a:cubicBezTo>
                    <a:pt x="97396" y="20274"/>
                    <a:pt x="97995" y="17265"/>
                    <a:pt x="99219" y="14532"/>
                  </a:cubicBezTo>
                  <a:cubicBezTo>
                    <a:pt x="100430" y="11784"/>
                    <a:pt x="102110" y="9441"/>
                    <a:pt x="104271" y="7500"/>
                  </a:cubicBezTo>
                  <a:cubicBezTo>
                    <a:pt x="106419" y="5482"/>
                    <a:pt x="108932" y="3920"/>
                    <a:pt x="111823" y="2813"/>
                  </a:cubicBezTo>
                  <a:cubicBezTo>
                    <a:pt x="114700" y="1693"/>
                    <a:pt x="117774" y="1146"/>
                    <a:pt x="121042" y="1146"/>
                  </a:cubicBezTo>
                  <a:cubicBezTo>
                    <a:pt x="123958" y="1146"/>
                    <a:pt x="126771" y="1628"/>
                    <a:pt x="129479" y="2604"/>
                  </a:cubicBezTo>
                  <a:cubicBezTo>
                    <a:pt x="132188" y="3568"/>
                    <a:pt x="134583" y="4896"/>
                    <a:pt x="136667" y="6563"/>
                  </a:cubicBezTo>
                  <a:cubicBezTo>
                    <a:pt x="138815" y="8295"/>
                    <a:pt x="140586" y="10339"/>
                    <a:pt x="141979" y="12709"/>
                  </a:cubicBezTo>
                  <a:cubicBezTo>
                    <a:pt x="143360" y="15066"/>
                    <a:pt x="144271" y="17630"/>
                    <a:pt x="144688" y="20417"/>
                  </a:cubicBezTo>
                  <a:lnTo>
                    <a:pt x="162604" y="20417"/>
                  </a:lnTo>
                  <a:close/>
                  <a:moveTo>
                    <a:pt x="67709" y="0"/>
                  </a:moveTo>
                  <a:lnTo>
                    <a:pt x="75833" y="0"/>
                  </a:lnTo>
                  <a:lnTo>
                    <a:pt x="75833" y="27500"/>
                  </a:lnTo>
                  <a:lnTo>
                    <a:pt x="88542" y="27500"/>
                  </a:lnTo>
                  <a:lnTo>
                    <a:pt x="88542" y="34792"/>
                  </a:lnTo>
                  <a:lnTo>
                    <a:pt x="75833" y="34792"/>
                  </a:lnTo>
                  <a:lnTo>
                    <a:pt x="75833" y="67709"/>
                  </a:lnTo>
                  <a:lnTo>
                    <a:pt x="67709" y="6770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1" name="TextBox 750">
              <a:extLst>
                <a:ext uri="{FF2B5EF4-FFF2-40B4-BE49-F238E27FC236}">
                  <a16:creationId xmlns:a16="http://schemas.microsoft.com/office/drawing/2014/main" id="{066BDA8F-4286-46C5-835F-FBD94BE9BE60}"/>
                </a:ext>
              </a:extLst>
            </p:cNvPr>
            <p:cNvSpPr txBox="1"/>
            <p:nvPr/>
          </p:nvSpPr>
          <p:spPr>
            <a:xfrm>
              <a:off x="4607027" y="7326141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산업안전보건공단</a:t>
              </a:r>
            </a:p>
          </p:txBody>
        </p:sp>
        <p:sp>
          <p:nvSpPr>
            <p:cNvPr id="752" name="자유형: 도형 751">
              <a:extLst>
                <a:ext uri="{FF2B5EF4-FFF2-40B4-BE49-F238E27FC236}">
                  <a16:creationId xmlns:a16="http://schemas.microsoft.com/office/drawing/2014/main" id="{7AAAFD85-5CDD-4BDD-ADF1-00516145AD8A}"/>
                </a:ext>
              </a:extLst>
            </p:cNvPr>
            <p:cNvSpPr/>
            <p:nvPr/>
          </p:nvSpPr>
          <p:spPr>
            <a:xfrm>
              <a:off x="951896" y="7658514"/>
              <a:ext cx="107291" cy="79479"/>
            </a:xfrm>
            <a:custGeom>
              <a:avLst/>
              <a:gdLst>
                <a:gd name="connsiteX0" fmla="*/ 82917 w 107291"/>
                <a:gd name="connsiteY0" fmla="*/ 34688 h 79479"/>
                <a:gd name="connsiteX1" fmla="*/ 76406 w 107291"/>
                <a:gd name="connsiteY1" fmla="*/ 36198 h 79479"/>
                <a:gd name="connsiteX2" fmla="*/ 71354 w 107291"/>
                <a:gd name="connsiteY2" fmla="*/ 40104 h 79479"/>
                <a:gd name="connsiteX3" fmla="*/ 68021 w 107291"/>
                <a:gd name="connsiteY3" fmla="*/ 45834 h 79479"/>
                <a:gd name="connsiteX4" fmla="*/ 66875 w 107291"/>
                <a:gd name="connsiteY4" fmla="*/ 52605 h 79479"/>
                <a:gd name="connsiteX5" fmla="*/ 67969 w 107291"/>
                <a:gd name="connsiteY5" fmla="*/ 60521 h 79479"/>
                <a:gd name="connsiteX6" fmla="*/ 71146 w 107291"/>
                <a:gd name="connsiteY6" fmla="*/ 66771 h 79479"/>
                <a:gd name="connsiteX7" fmla="*/ 76146 w 107291"/>
                <a:gd name="connsiteY7" fmla="*/ 70990 h 79479"/>
                <a:gd name="connsiteX8" fmla="*/ 82708 w 107291"/>
                <a:gd name="connsiteY8" fmla="*/ 72500 h 79479"/>
                <a:gd name="connsiteX9" fmla="*/ 94792 w 107291"/>
                <a:gd name="connsiteY9" fmla="*/ 67031 h 79479"/>
                <a:gd name="connsiteX10" fmla="*/ 99063 w 107291"/>
                <a:gd name="connsiteY10" fmla="*/ 53542 h 79479"/>
                <a:gd name="connsiteX11" fmla="*/ 98021 w 107291"/>
                <a:gd name="connsiteY11" fmla="*/ 46354 h 79479"/>
                <a:gd name="connsiteX12" fmla="*/ 94896 w 107291"/>
                <a:gd name="connsiteY12" fmla="*/ 40417 h 79479"/>
                <a:gd name="connsiteX13" fmla="*/ 89896 w 107291"/>
                <a:gd name="connsiteY13" fmla="*/ 36250 h 79479"/>
                <a:gd name="connsiteX14" fmla="*/ 82917 w 107291"/>
                <a:gd name="connsiteY14" fmla="*/ 34688 h 79479"/>
                <a:gd name="connsiteX15" fmla="*/ 16563 w 107291"/>
                <a:gd name="connsiteY15" fmla="*/ 1667 h 79479"/>
                <a:gd name="connsiteX16" fmla="*/ 22500 w 107291"/>
                <a:gd name="connsiteY16" fmla="*/ 1667 h 79479"/>
                <a:gd name="connsiteX17" fmla="*/ 24063 w 107291"/>
                <a:gd name="connsiteY17" fmla="*/ 2084 h 79479"/>
                <a:gd name="connsiteX18" fmla="*/ 24479 w 107291"/>
                <a:gd name="connsiteY18" fmla="*/ 3646 h 79479"/>
                <a:gd name="connsiteX19" fmla="*/ 24479 w 107291"/>
                <a:gd name="connsiteY19" fmla="*/ 77709 h 79479"/>
                <a:gd name="connsiteX20" fmla="*/ 16250 w 107291"/>
                <a:gd name="connsiteY20" fmla="*/ 77709 h 79479"/>
                <a:gd name="connsiteX21" fmla="*/ 16250 w 107291"/>
                <a:gd name="connsiteY21" fmla="*/ 10626 h 79479"/>
                <a:gd name="connsiteX22" fmla="*/ 9219 w 107291"/>
                <a:gd name="connsiteY22" fmla="*/ 16406 h 79479"/>
                <a:gd name="connsiteX23" fmla="*/ 0 w 107291"/>
                <a:gd name="connsiteY23" fmla="*/ 21667 h 79479"/>
                <a:gd name="connsiteX24" fmla="*/ 0 w 107291"/>
                <a:gd name="connsiteY24" fmla="*/ 13750 h 79479"/>
                <a:gd name="connsiteX25" fmla="*/ 8646 w 107291"/>
                <a:gd name="connsiteY25" fmla="*/ 8646 h 79479"/>
                <a:gd name="connsiteX26" fmla="*/ 16563 w 107291"/>
                <a:gd name="connsiteY26" fmla="*/ 1667 h 79479"/>
                <a:gd name="connsiteX27" fmla="*/ 83750 w 107291"/>
                <a:gd name="connsiteY27" fmla="*/ 0 h 79479"/>
                <a:gd name="connsiteX28" fmla="*/ 99167 w 107291"/>
                <a:gd name="connsiteY28" fmla="*/ 5365 h 79479"/>
                <a:gd name="connsiteX29" fmla="*/ 106146 w 107291"/>
                <a:gd name="connsiteY29" fmla="*/ 19792 h 79479"/>
                <a:gd name="connsiteX30" fmla="*/ 97917 w 107291"/>
                <a:gd name="connsiteY30" fmla="*/ 19792 h 79479"/>
                <a:gd name="connsiteX31" fmla="*/ 93542 w 107291"/>
                <a:gd name="connsiteY31" fmla="*/ 10469 h 79479"/>
                <a:gd name="connsiteX32" fmla="*/ 83854 w 107291"/>
                <a:gd name="connsiteY32" fmla="*/ 6979 h 79479"/>
                <a:gd name="connsiteX33" fmla="*/ 74688 w 107291"/>
                <a:gd name="connsiteY33" fmla="*/ 10417 h 79479"/>
                <a:gd name="connsiteX34" fmla="*/ 68854 w 107291"/>
                <a:gd name="connsiteY34" fmla="*/ 19062 h 79479"/>
                <a:gd name="connsiteX35" fmla="*/ 65781 w 107291"/>
                <a:gd name="connsiteY35" fmla="*/ 30208 h 79479"/>
                <a:gd name="connsiteX36" fmla="*/ 64896 w 107291"/>
                <a:gd name="connsiteY36" fmla="*/ 41459 h 79479"/>
                <a:gd name="connsiteX37" fmla="*/ 72604 w 107291"/>
                <a:gd name="connsiteY37" fmla="*/ 31511 h 79479"/>
                <a:gd name="connsiteX38" fmla="*/ 85000 w 107291"/>
                <a:gd name="connsiteY38" fmla="*/ 28230 h 79479"/>
                <a:gd name="connsiteX39" fmla="*/ 101302 w 107291"/>
                <a:gd name="connsiteY39" fmla="*/ 35209 h 79479"/>
                <a:gd name="connsiteX40" fmla="*/ 107292 w 107291"/>
                <a:gd name="connsiteY40" fmla="*/ 53750 h 79479"/>
                <a:gd name="connsiteX41" fmla="*/ 105677 w 107291"/>
                <a:gd name="connsiteY41" fmla="*/ 63854 h 79479"/>
                <a:gd name="connsiteX42" fmla="*/ 100938 w 107291"/>
                <a:gd name="connsiteY42" fmla="*/ 72084 h 79479"/>
                <a:gd name="connsiteX43" fmla="*/ 93542 w 107291"/>
                <a:gd name="connsiteY43" fmla="*/ 77500 h 79479"/>
                <a:gd name="connsiteX44" fmla="*/ 83646 w 107291"/>
                <a:gd name="connsiteY44" fmla="*/ 79479 h 79479"/>
                <a:gd name="connsiteX45" fmla="*/ 69010 w 107291"/>
                <a:gd name="connsiteY45" fmla="*/ 74949 h 79479"/>
                <a:gd name="connsiteX46" fmla="*/ 60625 w 107291"/>
                <a:gd name="connsiteY46" fmla="*/ 63438 h 79479"/>
                <a:gd name="connsiteX47" fmla="*/ 58385 w 107291"/>
                <a:gd name="connsiteY47" fmla="*/ 54219 h 79479"/>
                <a:gd name="connsiteX48" fmla="*/ 57708 w 107291"/>
                <a:gd name="connsiteY48" fmla="*/ 42083 h 79479"/>
                <a:gd name="connsiteX49" fmla="*/ 59635 w 107291"/>
                <a:gd name="connsiteY49" fmla="*/ 23802 h 79479"/>
                <a:gd name="connsiteX50" fmla="*/ 65104 w 107291"/>
                <a:gd name="connsiteY50" fmla="*/ 10626 h 79479"/>
                <a:gd name="connsiteX51" fmla="*/ 73333 w 107291"/>
                <a:gd name="connsiteY51" fmla="*/ 2708 h 79479"/>
                <a:gd name="connsiteX52" fmla="*/ 83750 w 107291"/>
                <a:gd name="connsiteY52" fmla="*/ 0 h 7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7291" h="79479">
                  <a:moveTo>
                    <a:pt x="82917" y="34688"/>
                  </a:moveTo>
                  <a:cubicBezTo>
                    <a:pt x="80555" y="34688"/>
                    <a:pt x="78385" y="35183"/>
                    <a:pt x="76406" y="36198"/>
                  </a:cubicBezTo>
                  <a:cubicBezTo>
                    <a:pt x="74427" y="37200"/>
                    <a:pt x="72742" y="38503"/>
                    <a:pt x="71354" y="40104"/>
                  </a:cubicBezTo>
                  <a:cubicBezTo>
                    <a:pt x="69896" y="41771"/>
                    <a:pt x="68784" y="43672"/>
                    <a:pt x="68021" y="45834"/>
                  </a:cubicBezTo>
                  <a:cubicBezTo>
                    <a:pt x="67257" y="47982"/>
                    <a:pt x="66875" y="50235"/>
                    <a:pt x="66875" y="52605"/>
                  </a:cubicBezTo>
                  <a:cubicBezTo>
                    <a:pt x="66875" y="55443"/>
                    <a:pt x="67240" y="58086"/>
                    <a:pt x="67969" y="60521"/>
                  </a:cubicBezTo>
                  <a:cubicBezTo>
                    <a:pt x="68698" y="62943"/>
                    <a:pt x="69757" y="65026"/>
                    <a:pt x="71146" y="66771"/>
                  </a:cubicBezTo>
                  <a:cubicBezTo>
                    <a:pt x="72534" y="68568"/>
                    <a:pt x="74201" y="69974"/>
                    <a:pt x="76146" y="70990"/>
                  </a:cubicBezTo>
                  <a:cubicBezTo>
                    <a:pt x="78090" y="71992"/>
                    <a:pt x="80277" y="72500"/>
                    <a:pt x="82708" y="72500"/>
                  </a:cubicBezTo>
                  <a:cubicBezTo>
                    <a:pt x="87917" y="72500"/>
                    <a:pt x="91944" y="70678"/>
                    <a:pt x="94792" y="67031"/>
                  </a:cubicBezTo>
                  <a:cubicBezTo>
                    <a:pt x="97638" y="63386"/>
                    <a:pt x="99063" y="58881"/>
                    <a:pt x="99063" y="53542"/>
                  </a:cubicBezTo>
                  <a:cubicBezTo>
                    <a:pt x="99063" y="51042"/>
                    <a:pt x="98715" y="48646"/>
                    <a:pt x="98021" y="46354"/>
                  </a:cubicBezTo>
                  <a:cubicBezTo>
                    <a:pt x="97326" y="44063"/>
                    <a:pt x="96284" y="42083"/>
                    <a:pt x="94896" y="40417"/>
                  </a:cubicBezTo>
                  <a:cubicBezTo>
                    <a:pt x="93576" y="38672"/>
                    <a:pt x="91909" y="37292"/>
                    <a:pt x="89896" y="36250"/>
                  </a:cubicBezTo>
                  <a:cubicBezTo>
                    <a:pt x="87882" y="35209"/>
                    <a:pt x="85555" y="34688"/>
                    <a:pt x="82917" y="34688"/>
                  </a:cubicBezTo>
                  <a:close/>
                  <a:moveTo>
                    <a:pt x="16563" y="1667"/>
                  </a:moveTo>
                  <a:lnTo>
                    <a:pt x="22500" y="1667"/>
                  </a:lnTo>
                  <a:cubicBezTo>
                    <a:pt x="23263" y="1667"/>
                    <a:pt x="23784" y="1797"/>
                    <a:pt x="24063" y="2084"/>
                  </a:cubicBezTo>
                  <a:cubicBezTo>
                    <a:pt x="24340" y="2357"/>
                    <a:pt x="24479" y="2878"/>
                    <a:pt x="24479" y="3646"/>
                  </a:cubicBezTo>
                  <a:lnTo>
                    <a:pt x="24479" y="77709"/>
                  </a:lnTo>
                  <a:lnTo>
                    <a:pt x="16250" y="77709"/>
                  </a:lnTo>
                  <a:lnTo>
                    <a:pt x="16250" y="10626"/>
                  </a:lnTo>
                  <a:cubicBezTo>
                    <a:pt x="14375" y="12631"/>
                    <a:pt x="12031" y="14558"/>
                    <a:pt x="9219" y="16406"/>
                  </a:cubicBezTo>
                  <a:cubicBezTo>
                    <a:pt x="6406" y="18242"/>
                    <a:pt x="3333" y="20000"/>
                    <a:pt x="0" y="21667"/>
                  </a:cubicBezTo>
                  <a:lnTo>
                    <a:pt x="0" y="13750"/>
                  </a:lnTo>
                  <a:cubicBezTo>
                    <a:pt x="2986" y="12422"/>
                    <a:pt x="5867" y="10730"/>
                    <a:pt x="8646" y="8646"/>
                  </a:cubicBezTo>
                  <a:cubicBezTo>
                    <a:pt x="11423" y="6563"/>
                    <a:pt x="14062" y="4232"/>
                    <a:pt x="16563" y="1667"/>
                  </a:cubicBezTo>
                  <a:close/>
                  <a:moveTo>
                    <a:pt x="83750" y="0"/>
                  </a:moveTo>
                  <a:cubicBezTo>
                    <a:pt x="90069" y="0"/>
                    <a:pt x="95208" y="1784"/>
                    <a:pt x="99167" y="5365"/>
                  </a:cubicBezTo>
                  <a:cubicBezTo>
                    <a:pt x="103125" y="8933"/>
                    <a:pt x="105451" y="13750"/>
                    <a:pt x="106146" y="19792"/>
                  </a:cubicBezTo>
                  <a:lnTo>
                    <a:pt x="97917" y="19792"/>
                  </a:lnTo>
                  <a:cubicBezTo>
                    <a:pt x="97708" y="15899"/>
                    <a:pt x="96250" y="12786"/>
                    <a:pt x="93542" y="10469"/>
                  </a:cubicBezTo>
                  <a:cubicBezTo>
                    <a:pt x="90833" y="8138"/>
                    <a:pt x="87604" y="6979"/>
                    <a:pt x="83854" y="6979"/>
                  </a:cubicBezTo>
                  <a:cubicBezTo>
                    <a:pt x="80173" y="6979"/>
                    <a:pt x="77117" y="8125"/>
                    <a:pt x="74688" y="10417"/>
                  </a:cubicBezTo>
                  <a:cubicBezTo>
                    <a:pt x="72257" y="12709"/>
                    <a:pt x="70313" y="15586"/>
                    <a:pt x="68854" y="19062"/>
                  </a:cubicBezTo>
                  <a:cubicBezTo>
                    <a:pt x="67396" y="22461"/>
                    <a:pt x="66371" y="26172"/>
                    <a:pt x="65781" y="30208"/>
                  </a:cubicBezTo>
                  <a:cubicBezTo>
                    <a:pt x="65190" y="34232"/>
                    <a:pt x="64896" y="37982"/>
                    <a:pt x="64896" y="41459"/>
                  </a:cubicBezTo>
                  <a:cubicBezTo>
                    <a:pt x="66423" y="37006"/>
                    <a:pt x="68992" y="33698"/>
                    <a:pt x="72604" y="31511"/>
                  </a:cubicBezTo>
                  <a:cubicBezTo>
                    <a:pt x="76215" y="29323"/>
                    <a:pt x="80346" y="28230"/>
                    <a:pt x="85000" y="28230"/>
                  </a:cubicBezTo>
                  <a:cubicBezTo>
                    <a:pt x="91875" y="28230"/>
                    <a:pt x="97309" y="30547"/>
                    <a:pt x="101302" y="35209"/>
                  </a:cubicBezTo>
                  <a:cubicBezTo>
                    <a:pt x="105294" y="39857"/>
                    <a:pt x="107292" y="46042"/>
                    <a:pt x="107292" y="53750"/>
                  </a:cubicBezTo>
                  <a:cubicBezTo>
                    <a:pt x="107292" y="57357"/>
                    <a:pt x="106753" y="60729"/>
                    <a:pt x="105677" y="63854"/>
                  </a:cubicBezTo>
                  <a:cubicBezTo>
                    <a:pt x="104600" y="66980"/>
                    <a:pt x="103021" y="69714"/>
                    <a:pt x="100938" y="72084"/>
                  </a:cubicBezTo>
                  <a:cubicBezTo>
                    <a:pt x="98923" y="74376"/>
                    <a:pt x="96458" y="76172"/>
                    <a:pt x="93542" y="77500"/>
                  </a:cubicBezTo>
                  <a:cubicBezTo>
                    <a:pt x="90625" y="78816"/>
                    <a:pt x="87326" y="79479"/>
                    <a:pt x="83646" y="79479"/>
                  </a:cubicBezTo>
                  <a:cubicBezTo>
                    <a:pt x="77882" y="79479"/>
                    <a:pt x="73003" y="77969"/>
                    <a:pt x="69010" y="74949"/>
                  </a:cubicBezTo>
                  <a:cubicBezTo>
                    <a:pt x="65017" y="71928"/>
                    <a:pt x="62221" y="68086"/>
                    <a:pt x="60625" y="63438"/>
                  </a:cubicBezTo>
                  <a:cubicBezTo>
                    <a:pt x="59583" y="60586"/>
                    <a:pt x="58836" y="57513"/>
                    <a:pt x="58385" y="54219"/>
                  </a:cubicBezTo>
                  <a:cubicBezTo>
                    <a:pt x="57934" y="50912"/>
                    <a:pt x="57708" y="46875"/>
                    <a:pt x="57708" y="42083"/>
                  </a:cubicBezTo>
                  <a:cubicBezTo>
                    <a:pt x="57708" y="35130"/>
                    <a:pt x="58350" y="29037"/>
                    <a:pt x="59635" y="23802"/>
                  </a:cubicBezTo>
                  <a:cubicBezTo>
                    <a:pt x="60919" y="18555"/>
                    <a:pt x="62742" y="14167"/>
                    <a:pt x="65104" y="10626"/>
                  </a:cubicBezTo>
                  <a:cubicBezTo>
                    <a:pt x="67396" y="7149"/>
                    <a:pt x="70138" y="4505"/>
                    <a:pt x="73333" y="2708"/>
                  </a:cubicBezTo>
                  <a:cubicBezTo>
                    <a:pt x="76527" y="899"/>
                    <a:pt x="80000" y="0"/>
                    <a:pt x="8375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3" name="TextBox 752">
              <a:extLst>
                <a:ext uri="{FF2B5EF4-FFF2-40B4-BE49-F238E27FC236}">
                  <a16:creationId xmlns:a16="http://schemas.microsoft.com/office/drawing/2014/main" id="{96B38EA9-87CD-4EE8-8FAD-E2DD50523886}"/>
                </a:ext>
              </a:extLst>
            </p:cNvPr>
            <p:cNvSpPr txBox="1"/>
            <p:nvPr/>
          </p:nvSpPr>
          <p:spPr>
            <a:xfrm>
              <a:off x="860456" y="7617234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16</a:t>
              </a:r>
            </a:p>
          </p:txBody>
        </p:sp>
        <p:grpSp>
          <p:nvGrpSpPr>
            <p:cNvPr id="754" name="그래픽 5">
              <a:extLst>
                <a:ext uri="{FF2B5EF4-FFF2-40B4-BE49-F238E27FC236}">
                  <a16:creationId xmlns:a16="http://schemas.microsoft.com/office/drawing/2014/main" id="{84ECE59B-5C56-4670-8BF7-736DFC7E2D10}"/>
                </a:ext>
              </a:extLst>
            </p:cNvPr>
            <p:cNvGrpSpPr/>
            <p:nvPr/>
          </p:nvGrpSpPr>
          <p:grpSpPr>
            <a:xfrm>
              <a:off x="1209133" y="7632278"/>
              <a:ext cx="375833" cy="130208"/>
              <a:chOff x="1209133" y="7632278"/>
              <a:chExt cx="375833" cy="130208"/>
            </a:xfrm>
          </p:grpSpPr>
          <p:sp>
            <p:nvSpPr>
              <p:cNvPr id="755" name="자유형: 도형 754">
                <a:extLst>
                  <a:ext uri="{FF2B5EF4-FFF2-40B4-BE49-F238E27FC236}">
                    <a16:creationId xmlns:a16="http://schemas.microsoft.com/office/drawing/2014/main" id="{6FFADEA6-BE29-4B4C-8A65-4E79E1F32460}"/>
                  </a:ext>
                </a:extLst>
              </p:cNvPr>
              <p:cNvSpPr/>
              <p:nvPr/>
            </p:nvSpPr>
            <p:spPr>
              <a:xfrm>
                <a:off x="1209133" y="7654139"/>
                <a:ext cx="375833" cy="94062"/>
              </a:xfrm>
              <a:custGeom>
                <a:avLst/>
                <a:gdLst>
                  <a:gd name="connsiteX0" fmla="*/ 333854 w 375833"/>
                  <a:gd name="connsiteY0" fmla="*/ 63646 h 94062"/>
                  <a:gd name="connsiteX1" fmla="*/ 324948 w 375833"/>
                  <a:gd name="connsiteY1" fmla="*/ 64480 h 94062"/>
                  <a:gd name="connsiteX2" fmla="*/ 317709 w 375833"/>
                  <a:gd name="connsiteY2" fmla="*/ 66771 h 94062"/>
                  <a:gd name="connsiteX3" fmla="*/ 312969 w 375833"/>
                  <a:gd name="connsiteY3" fmla="*/ 70521 h 94062"/>
                  <a:gd name="connsiteX4" fmla="*/ 311250 w 375833"/>
                  <a:gd name="connsiteY4" fmla="*/ 75521 h 94062"/>
                  <a:gd name="connsiteX5" fmla="*/ 312969 w 375833"/>
                  <a:gd name="connsiteY5" fmla="*/ 80573 h 94062"/>
                  <a:gd name="connsiteX6" fmla="*/ 317813 w 375833"/>
                  <a:gd name="connsiteY6" fmla="*/ 84376 h 94062"/>
                  <a:gd name="connsiteX7" fmla="*/ 324948 w 375833"/>
                  <a:gd name="connsiteY7" fmla="*/ 86771 h 94062"/>
                  <a:gd name="connsiteX8" fmla="*/ 333854 w 375833"/>
                  <a:gd name="connsiteY8" fmla="*/ 87605 h 94062"/>
                  <a:gd name="connsiteX9" fmla="*/ 342917 w 375833"/>
                  <a:gd name="connsiteY9" fmla="*/ 86823 h 94062"/>
                  <a:gd name="connsiteX10" fmla="*/ 350209 w 375833"/>
                  <a:gd name="connsiteY10" fmla="*/ 84480 h 94062"/>
                  <a:gd name="connsiteX11" fmla="*/ 355000 w 375833"/>
                  <a:gd name="connsiteY11" fmla="*/ 80678 h 94062"/>
                  <a:gd name="connsiteX12" fmla="*/ 356771 w 375833"/>
                  <a:gd name="connsiteY12" fmla="*/ 75626 h 94062"/>
                  <a:gd name="connsiteX13" fmla="*/ 350261 w 375833"/>
                  <a:gd name="connsiteY13" fmla="*/ 66823 h 94062"/>
                  <a:gd name="connsiteX14" fmla="*/ 333854 w 375833"/>
                  <a:gd name="connsiteY14" fmla="*/ 63646 h 94062"/>
                  <a:gd name="connsiteX15" fmla="*/ 18021 w 375833"/>
                  <a:gd name="connsiteY15" fmla="*/ 60937 h 94062"/>
                  <a:gd name="connsiteX16" fmla="*/ 26250 w 375833"/>
                  <a:gd name="connsiteY16" fmla="*/ 60937 h 94062"/>
                  <a:gd name="connsiteX17" fmla="*/ 26250 w 375833"/>
                  <a:gd name="connsiteY17" fmla="*/ 83334 h 94062"/>
                  <a:gd name="connsiteX18" fmla="*/ 78750 w 375833"/>
                  <a:gd name="connsiteY18" fmla="*/ 83334 h 94062"/>
                  <a:gd name="connsiteX19" fmla="*/ 78750 w 375833"/>
                  <a:gd name="connsiteY19" fmla="*/ 90417 h 94062"/>
                  <a:gd name="connsiteX20" fmla="*/ 20208 w 375833"/>
                  <a:gd name="connsiteY20" fmla="*/ 90417 h 94062"/>
                  <a:gd name="connsiteX21" fmla="*/ 18490 w 375833"/>
                  <a:gd name="connsiteY21" fmla="*/ 89948 h 94062"/>
                  <a:gd name="connsiteX22" fmla="*/ 18021 w 375833"/>
                  <a:gd name="connsiteY22" fmla="*/ 88229 h 94062"/>
                  <a:gd name="connsiteX23" fmla="*/ 333854 w 375833"/>
                  <a:gd name="connsiteY23" fmla="*/ 56876 h 94062"/>
                  <a:gd name="connsiteX24" fmla="*/ 356823 w 375833"/>
                  <a:gd name="connsiteY24" fmla="*/ 61979 h 94062"/>
                  <a:gd name="connsiteX25" fmla="*/ 365417 w 375833"/>
                  <a:gd name="connsiteY25" fmla="*/ 75521 h 94062"/>
                  <a:gd name="connsiteX26" fmla="*/ 356823 w 375833"/>
                  <a:gd name="connsiteY26" fmla="*/ 89115 h 94062"/>
                  <a:gd name="connsiteX27" fmla="*/ 333854 w 375833"/>
                  <a:gd name="connsiteY27" fmla="*/ 94063 h 94062"/>
                  <a:gd name="connsiteX28" fmla="*/ 311042 w 375833"/>
                  <a:gd name="connsiteY28" fmla="*/ 89063 h 94062"/>
                  <a:gd name="connsiteX29" fmla="*/ 302500 w 375833"/>
                  <a:gd name="connsiteY29" fmla="*/ 75521 h 94062"/>
                  <a:gd name="connsiteX30" fmla="*/ 304740 w 375833"/>
                  <a:gd name="connsiteY30" fmla="*/ 67865 h 94062"/>
                  <a:gd name="connsiteX31" fmla="*/ 311146 w 375833"/>
                  <a:gd name="connsiteY31" fmla="*/ 61979 h 94062"/>
                  <a:gd name="connsiteX32" fmla="*/ 321042 w 375833"/>
                  <a:gd name="connsiteY32" fmla="*/ 58230 h 94062"/>
                  <a:gd name="connsiteX33" fmla="*/ 333854 w 375833"/>
                  <a:gd name="connsiteY33" fmla="*/ 56876 h 94062"/>
                  <a:gd name="connsiteX34" fmla="*/ 239688 w 375833"/>
                  <a:gd name="connsiteY34" fmla="*/ 27292 h 94062"/>
                  <a:gd name="connsiteX35" fmla="*/ 240156 w 375833"/>
                  <a:gd name="connsiteY35" fmla="*/ 32240 h 94062"/>
                  <a:gd name="connsiteX36" fmla="*/ 240313 w 375833"/>
                  <a:gd name="connsiteY36" fmla="*/ 37604 h 94062"/>
                  <a:gd name="connsiteX37" fmla="*/ 240156 w 375833"/>
                  <a:gd name="connsiteY37" fmla="*/ 42344 h 94062"/>
                  <a:gd name="connsiteX38" fmla="*/ 239792 w 375833"/>
                  <a:gd name="connsiteY38" fmla="*/ 46667 h 94062"/>
                  <a:gd name="connsiteX39" fmla="*/ 251458 w 375833"/>
                  <a:gd name="connsiteY39" fmla="*/ 46667 h 94062"/>
                  <a:gd name="connsiteX40" fmla="*/ 251458 w 375833"/>
                  <a:gd name="connsiteY40" fmla="*/ 27292 h 94062"/>
                  <a:gd name="connsiteX41" fmla="*/ 302813 w 375833"/>
                  <a:gd name="connsiteY41" fmla="*/ 25001 h 94062"/>
                  <a:gd name="connsiteX42" fmla="*/ 302813 w 375833"/>
                  <a:gd name="connsiteY42" fmla="*/ 40938 h 94062"/>
                  <a:gd name="connsiteX43" fmla="*/ 328646 w 375833"/>
                  <a:gd name="connsiteY43" fmla="*/ 40938 h 94062"/>
                  <a:gd name="connsiteX44" fmla="*/ 328646 w 375833"/>
                  <a:gd name="connsiteY44" fmla="*/ 25001 h 94062"/>
                  <a:gd name="connsiteX45" fmla="*/ 220729 w 375833"/>
                  <a:gd name="connsiteY45" fmla="*/ 10730 h 94062"/>
                  <a:gd name="connsiteX46" fmla="*/ 215365 w 375833"/>
                  <a:gd name="connsiteY46" fmla="*/ 12969 h 94062"/>
                  <a:gd name="connsiteX47" fmla="*/ 211563 w 375833"/>
                  <a:gd name="connsiteY47" fmla="*/ 18854 h 94062"/>
                  <a:gd name="connsiteX48" fmla="*/ 209427 w 375833"/>
                  <a:gd name="connsiteY48" fmla="*/ 27448 h 94062"/>
                  <a:gd name="connsiteX49" fmla="*/ 208750 w 375833"/>
                  <a:gd name="connsiteY49" fmla="*/ 37604 h 94062"/>
                  <a:gd name="connsiteX50" fmla="*/ 209479 w 375833"/>
                  <a:gd name="connsiteY50" fmla="*/ 48073 h 94062"/>
                  <a:gd name="connsiteX51" fmla="*/ 211667 w 375833"/>
                  <a:gd name="connsiteY51" fmla="*/ 56667 h 94062"/>
                  <a:gd name="connsiteX52" fmla="*/ 215365 w 375833"/>
                  <a:gd name="connsiteY52" fmla="*/ 62448 h 94062"/>
                  <a:gd name="connsiteX53" fmla="*/ 220729 w 375833"/>
                  <a:gd name="connsiteY53" fmla="*/ 64584 h 94062"/>
                  <a:gd name="connsiteX54" fmla="*/ 225990 w 375833"/>
                  <a:gd name="connsiteY54" fmla="*/ 62448 h 94062"/>
                  <a:gd name="connsiteX55" fmla="*/ 229688 w 375833"/>
                  <a:gd name="connsiteY55" fmla="*/ 56562 h 94062"/>
                  <a:gd name="connsiteX56" fmla="*/ 231875 w 375833"/>
                  <a:gd name="connsiteY56" fmla="*/ 48021 h 94062"/>
                  <a:gd name="connsiteX57" fmla="*/ 232604 w 375833"/>
                  <a:gd name="connsiteY57" fmla="*/ 37604 h 94062"/>
                  <a:gd name="connsiteX58" fmla="*/ 231927 w 375833"/>
                  <a:gd name="connsiteY58" fmla="*/ 27344 h 94062"/>
                  <a:gd name="connsiteX59" fmla="*/ 229792 w 375833"/>
                  <a:gd name="connsiteY59" fmla="*/ 18750 h 94062"/>
                  <a:gd name="connsiteX60" fmla="*/ 226094 w 375833"/>
                  <a:gd name="connsiteY60" fmla="*/ 12917 h 94062"/>
                  <a:gd name="connsiteX61" fmla="*/ 220729 w 375833"/>
                  <a:gd name="connsiteY61" fmla="*/ 10730 h 94062"/>
                  <a:gd name="connsiteX62" fmla="*/ 99792 w 375833"/>
                  <a:gd name="connsiteY62" fmla="*/ 6146 h 94062"/>
                  <a:gd name="connsiteX63" fmla="*/ 138229 w 375833"/>
                  <a:gd name="connsiteY63" fmla="*/ 6146 h 94062"/>
                  <a:gd name="connsiteX64" fmla="*/ 138229 w 375833"/>
                  <a:gd name="connsiteY64" fmla="*/ 13125 h 94062"/>
                  <a:gd name="connsiteX65" fmla="*/ 123333 w 375833"/>
                  <a:gd name="connsiteY65" fmla="*/ 13125 h 94062"/>
                  <a:gd name="connsiteX66" fmla="*/ 123333 w 375833"/>
                  <a:gd name="connsiteY66" fmla="*/ 20834 h 94062"/>
                  <a:gd name="connsiteX67" fmla="*/ 127552 w 375833"/>
                  <a:gd name="connsiteY67" fmla="*/ 47553 h 94062"/>
                  <a:gd name="connsiteX68" fmla="*/ 142708 w 375833"/>
                  <a:gd name="connsiteY68" fmla="*/ 65104 h 94062"/>
                  <a:gd name="connsiteX69" fmla="*/ 136563 w 375833"/>
                  <a:gd name="connsiteY69" fmla="*/ 70729 h 94062"/>
                  <a:gd name="connsiteX70" fmla="*/ 126510 w 375833"/>
                  <a:gd name="connsiteY70" fmla="*/ 60990 h 94062"/>
                  <a:gd name="connsiteX71" fmla="*/ 118958 w 375833"/>
                  <a:gd name="connsiteY71" fmla="*/ 46250 h 94062"/>
                  <a:gd name="connsiteX72" fmla="*/ 115885 w 375833"/>
                  <a:gd name="connsiteY72" fmla="*/ 54375 h 94062"/>
                  <a:gd name="connsiteX73" fmla="*/ 111458 w 375833"/>
                  <a:gd name="connsiteY73" fmla="*/ 62083 h 94062"/>
                  <a:gd name="connsiteX74" fmla="*/ 105885 w 375833"/>
                  <a:gd name="connsiteY74" fmla="*/ 68906 h 94062"/>
                  <a:gd name="connsiteX75" fmla="*/ 99896 w 375833"/>
                  <a:gd name="connsiteY75" fmla="*/ 74271 h 94062"/>
                  <a:gd name="connsiteX76" fmla="*/ 92708 w 375833"/>
                  <a:gd name="connsiteY76" fmla="*/ 69063 h 94062"/>
                  <a:gd name="connsiteX77" fmla="*/ 109583 w 375833"/>
                  <a:gd name="connsiteY77" fmla="*/ 49948 h 94062"/>
                  <a:gd name="connsiteX78" fmla="*/ 115000 w 375833"/>
                  <a:gd name="connsiteY78" fmla="*/ 21042 h 94062"/>
                  <a:gd name="connsiteX79" fmla="*/ 115000 w 375833"/>
                  <a:gd name="connsiteY79" fmla="*/ 13125 h 94062"/>
                  <a:gd name="connsiteX80" fmla="*/ 99792 w 375833"/>
                  <a:gd name="connsiteY80" fmla="*/ 13125 h 94062"/>
                  <a:gd name="connsiteX81" fmla="*/ 294792 w 375833"/>
                  <a:gd name="connsiteY81" fmla="*/ 3230 h 94062"/>
                  <a:gd name="connsiteX82" fmla="*/ 302813 w 375833"/>
                  <a:gd name="connsiteY82" fmla="*/ 3230 h 94062"/>
                  <a:gd name="connsiteX83" fmla="*/ 302813 w 375833"/>
                  <a:gd name="connsiteY83" fmla="*/ 17917 h 94062"/>
                  <a:gd name="connsiteX84" fmla="*/ 328646 w 375833"/>
                  <a:gd name="connsiteY84" fmla="*/ 17917 h 94062"/>
                  <a:gd name="connsiteX85" fmla="*/ 328646 w 375833"/>
                  <a:gd name="connsiteY85" fmla="*/ 3230 h 94062"/>
                  <a:gd name="connsiteX86" fmla="*/ 336667 w 375833"/>
                  <a:gd name="connsiteY86" fmla="*/ 3230 h 94062"/>
                  <a:gd name="connsiteX87" fmla="*/ 336667 w 375833"/>
                  <a:gd name="connsiteY87" fmla="*/ 45729 h 94062"/>
                  <a:gd name="connsiteX88" fmla="*/ 336198 w 375833"/>
                  <a:gd name="connsiteY88" fmla="*/ 47448 h 94062"/>
                  <a:gd name="connsiteX89" fmla="*/ 334479 w 375833"/>
                  <a:gd name="connsiteY89" fmla="*/ 47917 h 94062"/>
                  <a:gd name="connsiteX90" fmla="*/ 296979 w 375833"/>
                  <a:gd name="connsiteY90" fmla="*/ 47917 h 94062"/>
                  <a:gd name="connsiteX91" fmla="*/ 295261 w 375833"/>
                  <a:gd name="connsiteY91" fmla="*/ 47448 h 94062"/>
                  <a:gd name="connsiteX92" fmla="*/ 294792 w 375833"/>
                  <a:gd name="connsiteY92" fmla="*/ 45729 h 94062"/>
                  <a:gd name="connsiteX93" fmla="*/ 25000 w 375833"/>
                  <a:gd name="connsiteY93" fmla="*/ 2292 h 94062"/>
                  <a:gd name="connsiteX94" fmla="*/ 33646 w 375833"/>
                  <a:gd name="connsiteY94" fmla="*/ 2292 h 94062"/>
                  <a:gd name="connsiteX95" fmla="*/ 33646 w 375833"/>
                  <a:gd name="connsiteY95" fmla="*/ 13021 h 94062"/>
                  <a:gd name="connsiteX96" fmla="*/ 35625 w 375833"/>
                  <a:gd name="connsiteY96" fmla="*/ 23906 h 94062"/>
                  <a:gd name="connsiteX97" fmla="*/ 41042 w 375833"/>
                  <a:gd name="connsiteY97" fmla="*/ 33021 h 94062"/>
                  <a:gd name="connsiteX98" fmla="*/ 48750 w 375833"/>
                  <a:gd name="connsiteY98" fmla="*/ 40104 h 94062"/>
                  <a:gd name="connsiteX99" fmla="*/ 57813 w 375833"/>
                  <a:gd name="connsiteY99" fmla="*/ 44792 h 94062"/>
                  <a:gd name="connsiteX100" fmla="*/ 52396 w 375833"/>
                  <a:gd name="connsiteY100" fmla="*/ 51250 h 94062"/>
                  <a:gd name="connsiteX101" fmla="*/ 46198 w 375833"/>
                  <a:gd name="connsiteY101" fmla="*/ 47761 h 94062"/>
                  <a:gd name="connsiteX102" fmla="*/ 39792 w 375833"/>
                  <a:gd name="connsiteY102" fmla="*/ 42917 h 94062"/>
                  <a:gd name="connsiteX103" fmla="*/ 33906 w 375833"/>
                  <a:gd name="connsiteY103" fmla="*/ 36823 h 94062"/>
                  <a:gd name="connsiteX104" fmla="*/ 29479 w 375833"/>
                  <a:gd name="connsiteY104" fmla="*/ 29792 h 94062"/>
                  <a:gd name="connsiteX105" fmla="*/ 25521 w 375833"/>
                  <a:gd name="connsiteY105" fmla="*/ 37396 h 94062"/>
                  <a:gd name="connsiteX106" fmla="*/ 19896 w 375833"/>
                  <a:gd name="connsiteY106" fmla="*/ 44063 h 94062"/>
                  <a:gd name="connsiteX107" fmla="*/ 13281 w 375833"/>
                  <a:gd name="connsiteY107" fmla="*/ 49584 h 94062"/>
                  <a:gd name="connsiteX108" fmla="*/ 6354 w 375833"/>
                  <a:gd name="connsiteY108" fmla="*/ 53959 h 94062"/>
                  <a:gd name="connsiteX109" fmla="*/ 0 w 375833"/>
                  <a:gd name="connsiteY109" fmla="*/ 48230 h 94062"/>
                  <a:gd name="connsiteX110" fmla="*/ 9635 w 375833"/>
                  <a:gd name="connsiteY110" fmla="*/ 42448 h 94062"/>
                  <a:gd name="connsiteX111" fmla="*/ 17604 w 375833"/>
                  <a:gd name="connsiteY111" fmla="*/ 34792 h 94062"/>
                  <a:gd name="connsiteX112" fmla="*/ 23021 w 375833"/>
                  <a:gd name="connsiteY112" fmla="*/ 25260 h 94062"/>
                  <a:gd name="connsiteX113" fmla="*/ 25000 w 375833"/>
                  <a:gd name="connsiteY113" fmla="*/ 13750 h 94062"/>
                  <a:gd name="connsiteX114" fmla="*/ 251458 w 375833"/>
                  <a:gd name="connsiteY114" fmla="*/ 1667 h 94062"/>
                  <a:gd name="connsiteX115" fmla="*/ 259375 w 375833"/>
                  <a:gd name="connsiteY115" fmla="*/ 1667 h 94062"/>
                  <a:gd name="connsiteX116" fmla="*/ 259375 w 375833"/>
                  <a:gd name="connsiteY116" fmla="*/ 87917 h 94062"/>
                  <a:gd name="connsiteX117" fmla="*/ 251458 w 375833"/>
                  <a:gd name="connsiteY117" fmla="*/ 87917 h 94062"/>
                  <a:gd name="connsiteX118" fmla="*/ 251458 w 375833"/>
                  <a:gd name="connsiteY118" fmla="*/ 54271 h 94062"/>
                  <a:gd name="connsiteX119" fmla="*/ 238438 w 375833"/>
                  <a:gd name="connsiteY119" fmla="*/ 54271 h 94062"/>
                  <a:gd name="connsiteX120" fmla="*/ 231302 w 375833"/>
                  <a:gd name="connsiteY120" fmla="*/ 67813 h 94062"/>
                  <a:gd name="connsiteX121" fmla="*/ 220729 w 375833"/>
                  <a:gd name="connsiteY121" fmla="*/ 72292 h 94062"/>
                  <a:gd name="connsiteX122" fmla="*/ 213073 w 375833"/>
                  <a:gd name="connsiteY122" fmla="*/ 70209 h 94062"/>
                  <a:gd name="connsiteX123" fmla="*/ 206875 w 375833"/>
                  <a:gd name="connsiteY123" fmla="*/ 63750 h 94062"/>
                  <a:gd name="connsiteX124" fmla="*/ 202656 w 375833"/>
                  <a:gd name="connsiteY124" fmla="*/ 52969 h 94062"/>
                  <a:gd name="connsiteX125" fmla="*/ 201146 w 375833"/>
                  <a:gd name="connsiteY125" fmla="*/ 37604 h 94062"/>
                  <a:gd name="connsiteX126" fmla="*/ 202656 w 375833"/>
                  <a:gd name="connsiteY126" fmla="*/ 22188 h 94062"/>
                  <a:gd name="connsiteX127" fmla="*/ 206771 w 375833"/>
                  <a:gd name="connsiteY127" fmla="*/ 11458 h 94062"/>
                  <a:gd name="connsiteX128" fmla="*/ 213021 w 375833"/>
                  <a:gd name="connsiteY128" fmla="*/ 5105 h 94062"/>
                  <a:gd name="connsiteX129" fmla="*/ 220729 w 375833"/>
                  <a:gd name="connsiteY129" fmla="*/ 3021 h 94062"/>
                  <a:gd name="connsiteX130" fmla="*/ 230990 w 375833"/>
                  <a:gd name="connsiteY130" fmla="*/ 7188 h 94062"/>
                  <a:gd name="connsiteX131" fmla="*/ 238125 w 375833"/>
                  <a:gd name="connsiteY131" fmla="*/ 19792 h 94062"/>
                  <a:gd name="connsiteX132" fmla="*/ 251458 w 375833"/>
                  <a:gd name="connsiteY132" fmla="*/ 19792 h 94062"/>
                  <a:gd name="connsiteX133" fmla="*/ 354792 w 375833"/>
                  <a:gd name="connsiteY133" fmla="*/ 0 h 94062"/>
                  <a:gd name="connsiteX134" fmla="*/ 363021 w 375833"/>
                  <a:gd name="connsiteY134" fmla="*/ 0 h 94062"/>
                  <a:gd name="connsiteX135" fmla="*/ 363021 w 375833"/>
                  <a:gd name="connsiteY135" fmla="*/ 20626 h 94062"/>
                  <a:gd name="connsiteX136" fmla="*/ 375834 w 375833"/>
                  <a:gd name="connsiteY136" fmla="*/ 20626 h 94062"/>
                  <a:gd name="connsiteX137" fmla="*/ 375834 w 375833"/>
                  <a:gd name="connsiteY137" fmla="*/ 27708 h 94062"/>
                  <a:gd name="connsiteX138" fmla="*/ 363021 w 375833"/>
                  <a:gd name="connsiteY138" fmla="*/ 27708 h 94062"/>
                  <a:gd name="connsiteX139" fmla="*/ 363021 w 375833"/>
                  <a:gd name="connsiteY139" fmla="*/ 56980 h 94062"/>
                  <a:gd name="connsiteX140" fmla="*/ 354792 w 375833"/>
                  <a:gd name="connsiteY140" fmla="*/ 56980 h 94062"/>
                  <a:gd name="connsiteX141" fmla="*/ 268646 w 375833"/>
                  <a:gd name="connsiteY141" fmla="*/ 0 h 94062"/>
                  <a:gd name="connsiteX142" fmla="*/ 276563 w 375833"/>
                  <a:gd name="connsiteY142" fmla="*/ 0 h 94062"/>
                  <a:gd name="connsiteX143" fmla="*/ 276563 w 375833"/>
                  <a:gd name="connsiteY143" fmla="*/ 92396 h 94062"/>
                  <a:gd name="connsiteX144" fmla="*/ 268646 w 375833"/>
                  <a:gd name="connsiteY144" fmla="*/ 92396 h 94062"/>
                  <a:gd name="connsiteX145" fmla="*/ 166563 w 375833"/>
                  <a:gd name="connsiteY145" fmla="*/ 0 h 94062"/>
                  <a:gd name="connsiteX146" fmla="*/ 174479 w 375833"/>
                  <a:gd name="connsiteY146" fmla="*/ 0 h 94062"/>
                  <a:gd name="connsiteX147" fmla="*/ 174479 w 375833"/>
                  <a:gd name="connsiteY147" fmla="*/ 92292 h 94062"/>
                  <a:gd name="connsiteX148" fmla="*/ 166563 w 375833"/>
                  <a:gd name="connsiteY148" fmla="*/ 92292 h 94062"/>
                  <a:gd name="connsiteX149" fmla="*/ 166563 w 375833"/>
                  <a:gd name="connsiteY149" fmla="*/ 41459 h 94062"/>
                  <a:gd name="connsiteX150" fmla="*/ 154688 w 375833"/>
                  <a:gd name="connsiteY150" fmla="*/ 41459 h 94062"/>
                  <a:gd name="connsiteX151" fmla="*/ 154688 w 375833"/>
                  <a:gd name="connsiteY151" fmla="*/ 87917 h 94062"/>
                  <a:gd name="connsiteX152" fmla="*/ 146667 w 375833"/>
                  <a:gd name="connsiteY152" fmla="*/ 87917 h 94062"/>
                  <a:gd name="connsiteX153" fmla="*/ 146667 w 375833"/>
                  <a:gd name="connsiteY153" fmla="*/ 1562 h 94062"/>
                  <a:gd name="connsiteX154" fmla="*/ 154688 w 375833"/>
                  <a:gd name="connsiteY154" fmla="*/ 1562 h 94062"/>
                  <a:gd name="connsiteX155" fmla="*/ 154688 w 375833"/>
                  <a:gd name="connsiteY155" fmla="*/ 33542 h 94062"/>
                  <a:gd name="connsiteX156" fmla="*/ 166563 w 375833"/>
                  <a:gd name="connsiteY156" fmla="*/ 33542 h 94062"/>
                  <a:gd name="connsiteX157" fmla="*/ 67708 w 375833"/>
                  <a:gd name="connsiteY157" fmla="*/ 0 h 94062"/>
                  <a:gd name="connsiteX158" fmla="*/ 75833 w 375833"/>
                  <a:gd name="connsiteY158" fmla="*/ 0 h 94062"/>
                  <a:gd name="connsiteX159" fmla="*/ 75833 w 375833"/>
                  <a:gd name="connsiteY159" fmla="*/ 27500 h 94062"/>
                  <a:gd name="connsiteX160" fmla="*/ 88542 w 375833"/>
                  <a:gd name="connsiteY160" fmla="*/ 27500 h 94062"/>
                  <a:gd name="connsiteX161" fmla="*/ 88542 w 375833"/>
                  <a:gd name="connsiteY161" fmla="*/ 34792 h 94062"/>
                  <a:gd name="connsiteX162" fmla="*/ 75833 w 375833"/>
                  <a:gd name="connsiteY162" fmla="*/ 34792 h 94062"/>
                  <a:gd name="connsiteX163" fmla="*/ 75833 w 375833"/>
                  <a:gd name="connsiteY163" fmla="*/ 67709 h 94062"/>
                  <a:gd name="connsiteX164" fmla="*/ 67708 w 375833"/>
                  <a:gd name="connsiteY164" fmla="*/ 67709 h 9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375833" h="94062">
                    <a:moveTo>
                      <a:pt x="333854" y="63646"/>
                    </a:moveTo>
                    <a:cubicBezTo>
                      <a:pt x="330660" y="63646"/>
                      <a:pt x="327692" y="63919"/>
                      <a:pt x="324948" y="64480"/>
                    </a:cubicBezTo>
                    <a:cubicBezTo>
                      <a:pt x="322206" y="65026"/>
                      <a:pt x="319792" y="65795"/>
                      <a:pt x="317709" y="66771"/>
                    </a:cubicBezTo>
                    <a:cubicBezTo>
                      <a:pt x="315695" y="67813"/>
                      <a:pt x="314115" y="69063"/>
                      <a:pt x="312969" y="70521"/>
                    </a:cubicBezTo>
                    <a:cubicBezTo>
                      <a:pt x="311823" y="71979"/>
                      <a:pt x="311250" y="73646"/>
                      <a:pt x="311250" y="75521"/>
                    </a:cubicBezTo>
                    <a:cubicBezTo>
                      <a:pt x="311250" y="77396"/>
                      <a:pt x="311823" y="79076"/>
                      <a:pt x="312969" y="80573"/>
                    </a:cubicBezTo>
                    <a:cubicBezTo>
                      <a:pt x="314115" y="82057"/>
                      <a:pt x="315729" y="83334"/>
                      <a:pt x="317813" y="84376"/>
                    </a:cubicBezTo>
                    <a:cubicBezTo>
                      <a:pt x="319827" y="85417"/>
                      <a:pt x="322206" y="86211"/>
                      <a:pt x="324948" y="86771"/>
                    </a:cubicBezTo>
                    <a:cubicBezTo>
                      <a:pt x="327692" y="87318"/>
                      <a:pt x="330660" y="87605"/>
                      <a:pt x="333854" y="87605"/>
                    </a:cubicBezTo>
                    <a:cubicBezTo>
                      <a:pt x="337119" y="87605"/>
                      <a:pt x="340140" y="87344"/>
                      <a:pt x="342917" y="86823"/>
                    </a:cubicBezTo>
                    <a:cubicBezTo>
                      <a:pt x="345696" y="86302"/>
                      <a:pt x="348125" y="85521"/>
                      <a:pt x="350209" y="84480"/>
                    </a:cubicBezTo>
                    <a:cubicBezTo>
                      <a:pt x="352223" y="83438"/>
                      <a:pt x="353821" y="82161"/>
                      <a:pt x="355000" y="80678"/>
                    </a:cubicBezTo>
                    <a:cubicBezTo>
                      <a:pt x="356181" y="79180"/>
                      <a:pt x="356771" y="77500"/>
                      <a:pt x="356771" y="75626"/>
                    </a:cubicBezTo>
                    <a:cubicBezTo>
                      <a:pt x="356771" y="71875"/>
                      <a:pt x="354602" y="68932"/>
                      <a:pt x="350261" y="66823"/>
                    </a:cubicBezTo>
                    <a:cubicBezTo>
                      <a:pt x="345921" y="64700"/>
                      <a:pt x="340452" y="63646"/>
                      <a:pt x="333854" y="63646"/>
                    </a:cubicBezTo>
                    <a:close/>
                    <a:moveTo>
                      <a:pt x="18021" y="60937"/>
                    </a:moveTo>
                    <a:lnTo>
                      <a:pt x="26250" y="60937"/>
                    </a:lnTo>
                    <a:lnTo>
                      <a:pt x="26250" y="83334"/>
                    </a:lnTo>
                    <a:lnTo>
                      <a:pt x="78750" y="83334"/>
                    </a:lnTo>
                    <a:lnTo>
                      <a:pt x="78750" y="90417"/>
                    </a:lnTo>
                    <a:lnTo>
                      <a:pt x="20208" y="90417"/>
                    </a:lnTo>
                    <a:cubicBezTo>
                      <a:pt x="19375" y="90417"/>
                      <a:pt x="18802" y="90261"/>
                      <a:pt x="18490" y="89948"/>
                    </a:cubicBezTo>
                    <a:cubicBezTo>
                      <a:pt x="18177" y="89636"/>
                      <a:pt x="18021" y="89063"/>
                      <a:pt x="18021" y="88229"/>
                    </a:cubicBezTo>
                    <a:close/>
                    <a:moveTo>
                      <a:pt x="333854" y="56876"/>
                    </a:moveTo>
                    <a:cubicBezTo>
                      <a:pt x="343438" y="56876"/>
                      <a:pt x="351094" y="58568"/>
                      <a:pt x="356823" y="61979"/>
                    </a:cubicBezTo>
                    <a:cubicBezTo>
                      <a:pt x="362552" y="65378"/>
                      <a:pt x="365417" y="69896"/>
                      <a:pt x="365417" y="75521"/>
                    </a:cubicBezTo>
                    <a:cubicBezTo>
                      <a:pt x="365417" y="81276"/>
                      <a:pt x="362552" y="85808"/>
                      <a:pt x="356823" y="89115"/>
                    </a:cubicBezTo>
                    <a:cubicBezTo>
                      <a:pt x="351094" y="92409"/>
                      <a:pt x="343438" y="94063"/>
                      <a:pt x="333854" y="94063"/>
                    </a:cubicBezTo>
                    <a:cubicBezTo>
                      <a:pt x="324341" y="94063"/>
                      <a:pt x="316737" y="92396"/>
                      <a:pt x="311042" y="89063"/>
                    </a:cubicBezTo>
                    <a:cubicBezTo>
                      <a:pt x="305348" y="85730"/>
                      <a:pt x="302500" y="81211"/>
                      <a:pt x="302500" y="75521"/>
                    </a:cubicBezTo>
                    <a:cubicBezTo>
                      <a:pt x="302500" y="72734"/>
                      <a:pt x="303248" y="70183"/>
                      <a:pt x="304740" y="67865"/>
                    </a:cubicBezTo>
                    <a:cubicBezTo>
                      <a:pt x="306233" y="65534"/>
                      <a:pt x="308369" y="63568"/>
                      <a:pt x="311146" y="61979"/>
                    </a:cubicBezTo>
                    <a:cubicBezTo>
                      <a:pt x="313925" y="60378"/>
                      <a:pt x="317223" y="59128"/>
                      <a:pt x="321042" y="58230"/>
                    </a:cubicBezTo>
                    <a:cubicBezTo>
                      <a:pt x="324862" y="57318"/>
                      <a:pt x="329133" y="56876"/>
                      <a:pt x="333854" y="56876"/>
                    </a:cubicBezTo>
                    <a:close/>
                    <a:moveTo>
                      <a:pt x="239688" y="27292"/>
                    </a:moveTo>
                    <a:cubicBezTo>
                      <a:pt x="239896" y="28880"/>
                      <a:pt x="240052" y="30534"/>
                      <a:pt x="240156" y="32240"/>
                    </a:cubicBezTo>
                    <a:cubicBezTo>
                      <a:pt x="240261" y="33933"/>
                      <a:pt x="240313" y="35729"/>
                      <a:pt x="240313" y="37604"/>
                    </a:cubicBezTo>
                    <a:cubicBezTo>
                      <a:pt x="240313" y="39271"/>
                      <a:pt x="240261" y="40847"/>
                      <a:pt x="240156" y="42344"/>
                    </a:cubicBezTo>
                    <a:cubicBezTo>
                      <a:pt x="240052" y="43829"/>
                      <a:pt x="239931" y="45273"/>
                      <a:pt x="239792" y="46667"/>
                    </a:cubicBezTo>
                    <a:lnTo>
                      <a:pt x="251458" y="46667"/>
                    </a:lnTo>
                    <a:lnTo>
                      <a:pt x="251458" y="27292"/>
                    </a:lnTo>
                    <a:close/>
                    <a:moveTo>
                      <a:pt x="302813" y="25001"/>
                    </a:moveTo>
                    <a:lnTo>
                      <a:pt x="302813" y="40938"/>
                    </a:lnTo>
                    <a:lnTo>
                      <a:pt x="328646" y="40938"/>
                    </a:lnTo>
                    <a:lnTo>
                      <a:pt x="328646" y="25001"/>
                    </a:lnTo>
                    <a:close/>
                    <a:moveTo>
                      <a:pt x="220729" y="10730"/>
                    </a:moveTo>
                    <a:cubicBezTo>
                      <a:pt x="218646" y="10730"/>
                      <a:pt x="216858" y="11472"/>
                      <a:pt x="215365" y="12969"/>
                    </a:cubicBezTo>
                    <a:cubicBezTo>
                      <a:pt x="213873" y="14454"/>
                      <a:pt x="212604" y="16420"/>
                      <a:pt x="211563" y="18854"/>
                    </a:cubicBezTo>
                    <a:cubicBezTo>
                      <a:pt x="210591" y="21354"/>
                      <a:pt x="209879" y="24219"/>
                      <a:pt x="209427" y="27448"/>
                    </a:cubicBezTo>
                    <a:cubicBezTo>
                      <a:pt x="208977" y="30677"/>
                      <a:pt x="208750" y="34063"/>
                      <a:pt x="208750" y="37604"/>
                    </a:cubicBezTo>
                    <a:cubicBezTo>
                      <a:pt x="208750" y="41277"/>
                      <a:pt x="208994" y="44765"/>
                      <a:pt x="209479" y="48073"/>
                    </a:cubicBezTo>
                    <a:cubicBezTo>
                      <a:pt x="209966" y="51367"/>
                      <a:pt x="210695" y="54232"/>
                      <a:pt x="211667" y="56667"/>
                    </a:cubicBezTo>
                    <a:cubicBezTo>
                      <a:pt x="212639" y="59089"/>
                      <a:pt x="213873" y="61016"/>
                      <a:pt x="215365" y="62448"/>
                    </a:cubicBezTo>
                    <a:cubicBezTo>
                      <a:pt x="216858" y="63868"/>
                      <a:pt x="218646" y="64584"/>
                      <a:pt x="220729" y="64584"/>
                    </a:cubicBezTo>
                    <a:cubicBezTo>
                      <a:pt x="222744" y="64584"/>
                      <a:pt x="224498" y="63868"/>
                      <a:pt x="225990" y="62448"/>
                    </a:cubicBezTo>
                    <a:cubicBezTo>
                      <a:pt x="227483" y="61016"/>
                      <a:pt x="228716" y="59063"/>
                      <a:pt x="229688" y="56562"/>
                    </a:cubicBezTo>
                    <a:cubicBezTo>
                      <a:pt x="230660" y="54128"/>
                      <a:pt x="231389" y="51276"/>
                      <a:pt x="231875" y="48021"/>
                    </a:cubicBezTo>
                    <a:cubicBezTo>
                      <a:pt x="232362" y="44753"/>
                      <a:pt x="232604" y="41277"/>
                      <a:pt x="232604" y="37604"/>
                    </a:cubicBezTo>
                    <a:cubicBezTo>
                      <a:pt x="232604" y="33985"/>
                      <a:pt x="232379" y="30573"/>
                      <a:pt x="231927" y="27344"/>
                    </a:cubicBezTo>
                    <a:cubicBezTo>
                      <a:pt x="231477" y="24114"/>
                      <a:pt x="230764" y="21250"/>
                      <a:pt x="229792" y="18750"/>
                    </a:cubicBezTo>
                    <a:cubicBezTo>
                      <a:pt x="228820" y="16315"/>
                      <a:pt x="227587" y="14375"/>
                      <a:pt x="226094" y="12917"/>
                    </a:cubicBezTo>
                    <a:cubicBezTo>
                      <a:pt x="224602" y="11458"/>
                      <a:pt x="222813" y="10730"/>
                      <a:pt x="220729" y="10730"/>
                    </a:cubicBezTo>
                    <a:close/>
                    <a:moveTo>
                      <a:pt x="99792" y="6146"/>
                    </a:moveTo>
                    <a:lnTo>
                      <a:pt x="138229" y="6146"/>
                    </a:lnTo>
                    <a:lnTo>
                      <a:pt x="138229" y="13125"/>
                    </a:lnTo>
                    <a:lnTo>
                      <a:pt x="123333" y="13125"/>
                    </a:lnTo>
                    <a:lnTo>
                      <a:pt x="123333" y="20834"/>
                    </a:lnTo>
                    <a:cubicBezTo>
                      <a:pt x="123333" y="31315"/>
                      <a:pt x="124740" y="40221"/>
                      <a:pt x="127552" y="47553"/>
                    </a:cubicBezTo>
                    <a:cubicBezTo>
                      <a:pt x="130365" y="54870"/>
                      <a:pt x="135417" y="60729"/>
                      <a:pt x="142708" y="65104"/>
                    </a:cubicBezTo>
                    <a:lnTo>
                      <a:pt x="136563" y="70729"/>
                    </a:lnTo>
                    <a:cubicBezTo>
                      <a:pt x="133229" y="68503"/>
                      <a:pt x="129879" y="65261"/>
                      <a:pt x="126510" y="60990"/>
                    </a:cubicBezTo>
                    <a:cubicBezTo>
                      <a:pt x="123143" y="56719"/>
                      <a:pt x="120625" y="51797"/>
                      <a:pt x="118958" y="46250"/>
                    </a:cubicBezTo>
                    <a:cubicBezTo>
                      <a:pt x="118195" y="48958"/>
                      <a:pt x="117171" y="51667"/>
                      <a:pt x="115885" y="54375"/>
                    </a:cubicBezTo>
                    <a:cubicBezTo>
                      <a:pt x="114602" y="57084"/>
                      <a:pt x="113125" y="59648"/>
                      <a:pt x="111458" y="62083"/>
                    </a:cubicBezTo>
                    <a:cubicBezTo>
                      <a:pt x="109723" y="64506"/>
                      <a:pt x="107865" y="66784"/>
                      <a:pt x="105885" y="68906"/>
                    </a:cubicBezTo>
                    <a:cubicBezTo>
                      <a:pt x="103906" y="71016"/>
                      <a:pt x="101910" y="72813"/>
                      <a:pt x="99896" y="74271"/>
                    </a:cubicBezTo>
                    <a:lnTo>
                      <a:pt x="92708" y="69063"/>
                    </a:lnTo>
                    <a:cubicBezTo>
                      <a:pt x="100348" y="63919"/>
                      <a:pt x="105973" y="57553"/>
                      <a:pt x="109583" y="49948"/>
                    </a:cubicBezTo>
                    <a:cubicBezTo>
                      <a:pt x="113195" y="42344"/>
                      <a:pt x="115000" y="32709"/>
                      <a:pt x="115000" y="21042"/>
                    </a:cubicBezTo>
                    <a:lnTo>
                      <a:pt x="115000" y="13125"/>
                    </a:lnTo>
                    <a:lnTo>
                      <a:pt x="99792" y="13125"/>
                    </a:lnTo>
                    <a:close/>
                    <a:moveTo>
                      <a:pt x="294792" y="3230"/>
                    </a:moveTo>
                    <a:lnTo>
                      <a:pt x="302813" y="3230"/>
                    </a:lnTo>
                    <a:lnTo>
                      <a:pt x="302813" y="17917"/>
                    </a:lnTo>
                    <a:lnTo>
                      <a:pt x="328646" y="17917"/>
                    </a:lnTo>
                    <a:lnTo>
                      <a:pt x="328646" y="3230"/>
                    </a:lnTo>
                    <a:lnTo>
                      <a:pt x="336667" y="3230"/>
                    </a:lnTo>
                    <a:lnTo>
                      <a:pt x="336667" y="45729"/>
                    </a:lnTo>
                    <a:cubicBezTo>
                      <a:pt x="336667" y="46562"/>
                      <a:pt x="336511" y="47135"/>
                      <a:pt x="336198" y="47448"/>
                    </a:cubicBezTo>
                    <a:cubicBezTo>
                      <a:pt x="335886" y="47761"/>
                      <a:pt x="335313" y="47917"/>
                      <a:pt x="334479" y="47917"/>
                    </a:cubicBezTo>
                    <a:lnTo>
                      <a:pt x="296979" y="47917"/>
                    </a:lnTo>
                    <a:cubicBezTo>
                      <a:pt x="296146" y="47917"/>
                      <a:pt x="295573" y="47761"/>
                      <a:pt x="295261" y="47448"/>
                    </a:cubicBezTo>
                    <a:cubicBezTo>
                      <a:pt x="294948" y="47135"/>
                      <a:pt x="294792" y="46562"/>
                      <a:pt x="294792" y="45729"/>
                    </a:cubicBezTo>
                    <a:close/>
                    <a:moveTo>
                      <a:pt x="25000" y="2292"/>
                    </a:moveTo>
                    <a:lnTo>
                      <a:pt x="33646" y="2292"/>
                    </a:lnTo>
                    <a:lnTo>
                      <a:pt x="33646" y="13021"/>
                    </a:lnTo>
                    <a:cubicBezTo>
                      <a:pt x="33646" y="16902"/>
                      <a:pt x="34306" y="20534"/>
                      <a:pt x="35625" y="23906"/>
                    </a:cubicBezTo>
                    <a:cubicBezTo>
                      <a:pt x="36945" y="27266"/>
                      <a:pt x="38750" y="30313"/>
                      <a:pt x="41042" y="33021"/>
                    </a:cubicBezTo>
                    <a:cubicBezTo>
                      <a:pt x="43264" y="35729"/>
                      <a:pt x="45833" y="38086"/>
                      <a:pt x="48750" y="40104"/>
                    </a:cubicBezTo>
                    <a:cubicBezTo>
                      <a:pt x="51667" y="42110"/>
                      <a:pt x="54688" y="43672"/>
                      <a:pt x="57813" y="44792"/>
                    </a:cubicBezTo>
                    <a:lnTo>
                      <a:pt x="52396" y="51250"/>
                    </a:lnTo>
                    <a:cubicBezTo>
                      <a:pt x="50452" y="50339"/>
                      <a:pt x="48385" y="49180"/>
                      <a:pt x="46198" y="47761"/>
                    </a:cubicBezTo>
                    <a:cubicBezTo>
                      <a:pt x="44010" y="46329"/>
                      <a:pt x="41875" y="44714"/>
                      <a:pt x="39792" y="42917"/>
                    </a:cubicBezTo>
                    <a:cubicBezTo>
                      <a:pt x="37708" y="41042"/>
                      <a:pt x="35747" y="39011"/>
                      <a:pt x="33906" y="36823"/>
                    </a:cubicBezTo>
                    <a:cubicBezTo>
                      <a:pt x="32066" y="34636"/>
                      <a:pt x="30591" y="32292"/>
                      <a:pt x="29479" y="29792"/>
                    </a:cubicBezTo>
                    <a:cubicBezTo>
                      <a:pt x="28508" y="32500"/>
                      <a:pt x="27188" y="35026"/>
                      <a:pt x="25521" y="37396"/>
                    </a:cubicBezTo>
                    <a:cubicBezTo>
                      <a:pt x="23854" y="39753"/>
                      <a:pt x="21979" y="41979"/>
                      <a:pt x="19896" y="44063"/>
                    </a:cubicBezTo>
                    <a:cubicBezTo>
                      <a:pt x="17813" y="46068"/>
                      <a:pt x="15608" y="47917"/>
                      <a:pt x="13281" y="49584"/>
                    </a:cubicBezTo>
                    <a:cubicBezTo>
                      <a:pt x="10956" y="51250"/>
                      <a:pt x="8646" y="52709"/>
                      <a:pt x="6354" y="53959"/>
                    </a:cubicBezTo>
                    <a:lnTo>
                      <a:pt x="0" y="48230"/>
                    </a:lnTo>
                    <a:cubicBezTo>
                      <a:pt x="3404" y="46628"/>
                      <a:pt x="6615" y="44701"/>
                      <a:pt x="9635" y="42448"/>
                    </a:cubicBezTo>
                    <a:cubicBezTo>
                      <a:pt x="12656" y="40182"/>
                      <a:pt x="15312" y="37630"/>
                      <a:pt x="17604" y="34792"/>
                    </a:cubicBezTo>
                    <a:cubicBezTo>
                      <a:pt x="19896" y="31940"/>
                      <a:pt x="21702" y="28764"/>
                      <a:pt x="23021" y="25260"/>
                    </a:cubicBezTo>
                    <a:cubicBezTo>
                      <a:pt x="24341" y="21745"/>
                      <a:pt x="25000" y="17917"/>
                      <a:pt x="25000" y="13750"/>
                    </a:cubicBezTo>
                    <a:close/>
                    <a:moveTo>
                      <a:pt x="251458" y="1667"/>
                    </a:moveTo>
                    <a:lnTo>
                      <a:pt x="259375" y="1667"/>
                    </a:lnTo>
                    <a:lnTo>
                      <a:pt x="259375" y="87917"/>
                    </a:lnTo>
                    <a:lnTo>
                      <a:pt x="251458" y="87917"/>
                    </a:lnTo>
                    <a:lnTo>
                      <a:pt x="251458" y="54271"/>
                    </a:lnTo>
                    <a:lnTo>
                      <a:pt x="238438" y="54271"/>
                    </a:lnTo>
                    <a:cubicBezTo>
                      <a:pt x="236841" y="60313"/>
                      <a:pt x="234462" y="64818"/>
                      <a:pt x="231302" y="67813"/>
                    </a:cubicBezTo>
                    <a:cubicBezTo>
                      <a:pt x="228143" y="70794"/>
                      <a:pt x="224619" y="72292"/>
                      <a:pt x="220729" y="72292"/>
                    </a:cubicBezTo>
                    <a:cubicBezTo>
                      <a:pt x="218021" y="72292"/>
                      <a:pt x="215469" y="71589"/>
                      <a:pt x="213073" y="70209"/>
                    </a:cubicBezTo>
                    <a:cubicBezTo>
                      <a:pt x="210677" y="68816"/>
                      <a:pt x="208612" y="66667"/>
                      <a:pt x="206875" y="63750"/>
                    </a:cubicBezTo>
                    <a:cubicBezTo>
                      <a:pt x="205070" y="60898"/>
                      <a:pt x="203664" y="57305"/>
                      <a:pt x="202656" y="52969"/>
                    </a:cubicBezTo>
                    <a:cubicBezTo>
                      <a:pt x="201650" y="48620"/>
                      <a:pt x="201146" y="43503"/>
                      <a:pt x="201146" y="37604"/>
                    </a:cubicBezTo>
                    <a:cubicBezTo>
                      <a:pt x="201146" y="31693"/>
                      <a:pt x="201650" y="26563"/>
                      <a:pt x="202656" y="22188"/>
                    </a:cubicBezTo>
                    <a:cubicBezTo>
                      <a:pt x="203664" y="17813"/>
                      <a:pt x="205035" y="14232"/>
                      <a:pt x="206771" y="11458"/>
                    </a:cubicBezTo>
                    <a:cubicBezTo>
                      <a:pt x="208577" y="8607"/>
                      <a:pt x="210660" y="6485"/>
                      <a:pt x="213021" y="5105"/>
                    </a:cubicBezTo>
                    <a:cubicBezTo>
                      <a:pt x="215383" y="3711"/>
                      <a:pt x="217952" y="3021"/>
                      <a:pt x="220729" y="3021"/>
                    </a:cubicBezTo>
                    <a:cubicBezTo>
                      <a:pt x="224479" y="3021"/>
                      <a:pt x="227900" y="4401"/>
                      <a:pt x="230990" y="7188"/>
                    </a:cubicBezTo>
                    <a:cubicBezTo>
                      <a:pt x="234081" y="9961"/>
                      <a:pt x="236459" y="14167"/>
                      <a:pt x="238125" y="19792"/>
                    </a:cubicBezTo>
                    <a:lnTo>
                      <a:pt x="251458" y="19792"/>
                    </a:lnTo>
                    <a:close/>
                    <a:moveTo>
                      <a:pt x="354792" y="0"/>
                    </a:moveTo>
                    <a:lnTo>
                      <a:pt x="363021" y="0"/>
                    </a:lnTo>
                    <a:lnTo>
                      <a:pt x="363021" y="20626"/>
                    </a:lnTo>
                    <a:lnTo>
                      <a:pt x="375834" y="20626"/>
                    </a:lnTo>
                    <a:lnTo>
                      <a:pt x="375834" y="27708"/>
                    </a:lnTo>
                    <a:lnTo>
                      <a:pt x="363021" y="27708"/>
                    </a:lnTo>
                    <a:lnTo>
                      <a:pt x="363021" y="56980"/>
                    </a:lnTo>
                    <a:lnTo>
                      <a:pt x="354792" y="56980"/>
                    </a:lnTo>
                    <a:close/>
                    <a:moveTo>
                      <a:pt x="268646" y="0"/>
                    </a:moveTo>
                    <a:lnTo>
                      <a:pt x="276563" y="0"/>
                    </a:lnTo>
                    <a:lnTo>
                      <a:pt x="276563" y="92396"/>
                    </a:lnTo>
                    <a:lnTo>
                      <a:pt x="268646" y="92396"/>
                    </a:lnTo>
                    <a:close/>
                    <a:moveTo>
                      <a:pt x="166563" y="0"/>
                    </a:moveTo>
                    <a:lnTo>
                      <a:pt x="174479" y="0"/>
                    </a:lnTo>
                    <a:lnTo>
                      <a:pt x="174479" y="92292"/>
                    </a:lnTo>
                    <a:lnTo>
                      <a:pt x="166563" y="92292"/>
                    </a:lnTo>
                    <a:lnTo>
                      <a:pt x="166563" y="41459"/>
                    </a:lnTo>
                    <a:lnTo>
                      <a:pt x="154688" y="41459"/>
                    </a:lnTo>
                    <a:lnTo>
                      <a:pt x="154688" y="87917"/>
                    </a:lnTo>
                    <a:lnTo>
                      <a:pt x="146667" y="87917"/>
                    </a:lnTo>
                    <a:lnTo>
                      <a:pt x="146667" y="1562"/>
                    </a:lnTo>
                    <a:lnTo>
                      <a:pt x="154688" y="1562"/>
                    </a:lnTo>
                    <a:lnTo>
                      <a:pt x="154688" y="33542"/>
                    </a:lnTo>
                    <a:lnTo>
                      <a:pt x="166563" y="33542"/>
                    </a:lnTo>
                    <a:close/>
                    <a:moveTo>
                      <a:pt x="67708" y="0"/>
                    </a:moveTo>
                    <a:lnTo>
                      <a:pt x="75833" y="0"/>
                    </a:lnTo>
                    <a:lnTo>
                      <a:pt x="75833" y="27500"/>
                    </a:lnTo>
                    <a:lnTo>
                      <a:pt x="88542" y="27500"/>
                    </a:lnTo>
                    <a:lnTo>
                      <a:pt x="88542" y="34792"/>
                    </a:lnTo>
                    <a:lnTo>
                      <a:pt x="75833" y="34792"/>
                    </a:lnTo>
                    <a:lnTo>
                      <a:pt x="75833" y="67709"/>
                    </a:lnTo>
                    <a:lnTo>
                      <a:pt x="67708" y="67709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6" name="TextBox 755">
                <a:extLst>
                  <a:ext uri="{FF2B5EF4-FFF2-40B4-BE49-F238E27FC236}">
                    <a16:creationId xmlns:a16="http://schemas.microsoft.com/office/drawing/2014/main" id="{5BB11452-8444-4D4B-B264-9F0A8C8129E3}"/>
                  </a:ext>
                </a:extLst>
              </p:cNvPr>
              <p:cNvSpPr txBox="1"/>
              <p:nvPr/>
            </p:nvSpPr>
            <p:spPr>
              <a:xfrm>
                <a:off x="1117693" y="7586558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산재예방</a:t>
                </a:r>
              </a:p>
            </p:txBody>
          </p:sp>
        </p:grpSp>
        <p:sp>
          <p:nvSpPr>
            <p:cNvPr id="757" name="자유형: 도형 756">
              <a:extLst>
                <a:ext uri="{FF2B5EF4-FFF2-40B4-BE49-F238E27FC236}">
                  <a16:creationId xmlns:a16="http://schemas.microsoft.com/office/drawing/2014/main" id="{B17BFCF6-48E0-484A-8532-7E78374F3160}"/>
                </a:ext>
              </a:extLst>
            </p:cNvPr>
            <p:cNvSpPr/>
            <p:nvPr/>
          </p:nvSpPr>
          <p:spPr>
            <a:xfrm>
              <a:off x="1623437" y="7654139"/>
              <a:ext cx="455419" cy="93854"/>
            </a:xfrm>
            <a:custGeom>
              <a:avLst/>
              <a:gdLst>
                <a:gd name="connsiteX0" fmla="*/ 285732 w 455419"/>
                <a:gd name="connsiteY0" fmla="*/ 72500 h 93854"/>
                <a:gd name="connsiteX1" fmla="*/ 370524 w 455419"/>
                <a:gd name="connsiteY1" fmla="*/ 72500 h 93854"/>
                <a:gd name="connsiteX2" fmla="*/ 370524 w 455419"/>
                <a:gd name="connsiteY2" fmla="*/ 79583 h 93854"/>
                <a:gd name="connsiteX3" fmla="*/ 285732 w 455419"/>
                <a:gd name="connsiteY3" fmla="*/ 79583 h 93854"/>
                <a:gd name="connsiteX4" fmla="*/ 402086 w 455419"/>
                <a:gd name="connsiteY4" fmla="*/ 65208 h 93854"/>
                <a:gd name="connsiteX5" fmla="*/ 402086 w 455419"/>
                <a:gd name="connsiteY5" fmla="*/ 84480 h 93854"/>
                <a:gd name="connsiteX6" fmla="*/ 447295 w 455419"/>
                <a:gd name="connsiteY6" fmla="*/ 84480 h 93854"/>
                <a:gd name="connsiteX7" fmla="*/ 447295 w 455419"/>
                <a:gd name="connsiteY7" fmla="*/ 65208 h 93854"/>
                <a:gd name="connsiteX8" fmla="*/ 47917 w 455419"/>
                <a:gd name="connsiteY8" fmla="*/ 63229 h 93854"/>
                <a:gd name="connsiteX9" fmla="*/ 39010 w 455419"/>
                <a:gd name="connsiteY9" fmla="*/ 64063 h 93854"/>
                <a:gd name="connsiteX10" fmla="*/ 31771 w 455419"/>
                <a:gd name="connsiteY10" fmla="*/ 66458 h 93854"/>
                <a:gd name="connsiteX11" fmla="*/ 27031 w 455419"/>
                <a:gd name="connsiteY11" fmla="*/ 70156 h 93854"/>
                <a:gd name="connsiteX12" fmla="*/ 25313 w 455419"/>
                <a:gd name="connsiteY12" fmla="*/ 75208 h 93854"/>
                <a:gd name="connsiteX13" fmla="*/ 27031 w 455419"/>
                <a:gd name="connsiteY13" fmla="*/ 80313 h 93854"/>
                <a:gd name="connsiteX14" fmla="*/ 31875 w 455419"/>
                <a:gd name="connsiteY14" fmla="*/ 84167 h 93854"/>
                <a:gd name="connsiteX15" fmla="*/ 39010 w 455419"/>
                <a:gd name="connsiteY15" fmla="*/ 86563 h 93854"/>
                <a:gd name="connsiteX16" fmla="*/ 47917 w 455419"/>
                <a:gd name="connsiteY16" fmla="*/ 87396 h 93854"/>
                <a:gd name="connsiteX17" fmla="*/ 56979 w 455419"/>
                <a:gd name="connsiteY17" fmla="*/ 86563 h 93854"/>
                <a:gd name="connsiteX18" fmla="*/ 64271 w 455419"/>
                <a:gd name="connsiteY18" fmla="*/ 84167 h 93854"/>
                <a:gd name="connsiteX19" fmla="*/ 69063 w 455419"/>
                <a:gd name="connsiteY19" fmla="*/ 80365 h 93854"/>
                <a:gd name="connsiteX20" fmla="*/ 70833 w 455419"/>
                <a:gd name="connsiteY20" fmla="*/ 75312 h 93854"/>
                <a:gd name="connsiteX21" fmla="*/ 64323 w 455419"/>
                <a:gd name="connsiteY21" fmla="*/ 66458 h 93854"/>
                <a:gd name="connsiteX22" fmla="*/ 47917 w 455419"/>
                <a:gd name="connsiteY22" fmla="*/ 63229 h 93854"/>
                <a:gd name="connsiteX23" fmla="*/ 396149 w 455419"/>
                <a:gd name="connsiteY23" fmla="*/ 58334 h 93854"/>
                <a:gd name="connsiteX24" fmla="*/ 453232 w 455419"/>
                <a:gd name="connsiteY24" fmla="*/ 58334 h 93854"/>
                <a:gd name="connsiteX25" fmla="*/ 454951 w 455419"/>
                <a:gd name="connsiteY25" fmla="*/ 58802 h 93854"/>
                <a:gd name="connsiteX26" fmla="*/ 455420 w 455419"/>
                <a:gd name="connsiteY26" fmla="*/ 60521 h 93854"/>
                <a:gd name="connsiteX27" fmla="*/ 455420 w 455419"/>
                <a:gd name="connsiteY27" fmla="*/ 89063 h 93854"/>
                <a:gd name="connsiteX28" fmla="*/ 454951 w 455419"/>
                <a:gd name="connsiteY28" fmla="*/ 90782 h 93854"/>
                <a:gd name="connsiteX29" fmla="*/ 453232 w 455419"/>
                <a:gd name="connsiteY29" fmla="*/ 91250 h 93854"/>
                <a:gd name="connsiteX30" fmla="*/ 396149 w 455419"/>
                <a:gd name="connsiteY30" fmla="*/ 91250 h 93854"/>
                <a:gd name="connsiteX31" fmla="*/ 394430 w 455419"/>
                <a:gd name="connsiteY31" fmla="*/ 90782 h 93854"/>
                <a:gd name="connsiteX32" fmla="*/ 393961 w 455419"/>
                <a:gd name="connsiteY32" fmla="*/ 89063 h 93854"/>
                <a:gd name="connsiteX33" fmla="*/ 393961 w 455419"/>
                <a:gd name="connsiteY33" fmla="*/ 60521 h 93854"/>
                <a:gd name="connsiteX34" fmla="*/ 394430 w 455419"/>
                <a:gd name="connsiteY34" fmla="*/ 58802 h 93854"/>
                <a:gd name="connsiteX35" fmla="*/ 396149 w 455419"/>
                <a:gd name="connsiteY35" fmla="*/ 58334 h 93854"/>
                <a:gd name="connsiteX36" fmla="*/ 47917 w 455419"/>
                <a:gd name="connsiteY36" fmla="*/ 56458 h 93854"/>
                <a:gd name="connsiteX37" fmla="*/ 70885 w 455419"/>
                <a:gd name="connsiteY37" fmla="*/ 61615 h 93854"/>
                <a:gd name="connsiteX38" fmla="*/ 79479 w 455419"/>
                <a:gd name="connsiteY38" fmla="*/ 75208 h 93854"/>
                <a:gd name="connsiteX39" fmla="*/ 70885 w 455419"/>
                <a:gd name="connsiteY39" fmla="*/ 88855 h 93854"/>
                <a:gd name="connsiteX40" fmla="*/ 47917 w 455419"/>
                <a:gd name="connsiteY40" fmla="*/ 93854 h 93854"/>
                <a:gd name="connsiteX41" fmla="*/ 34948 w 455419"/>
                <a:gd name="connsiteY41" fmla="*/ 92553 h 93854"/>
                <a:gd name="connsiteX42" fmla="*/ 25104 w 455419"/>
                <a:gd name="connsiteY42" fmla="*/ 88855 h 93854"/>
                <a:gd name="connsiteX43" fmla="*/ 18750 w 455419"/>
                <a:gd name="connsiteY43" fmla="*/ 82969 h 93854"/>
                <a:gd name="connsiteX44" fmla="*/ 16563 w 455419"/>
                <a:gd name="connsiteY44" fmla="*/ 75208 h 93854"/>
                <a:gd name="connsiteX45" fmla="*/ 18802 w 455419"/>
                <a:gd name="connsiteY45" fmla="*/ 67552 h 93854"/>
                <a:gd name="connsiteX46" fmla="*/ 25208 w 455419"/>
                <a:gd name="connsiteY46" fmla="*/ 61667 h 93854"/>
                <a:gd name="connsiteX47" fmla="*/ 35104 w 455419"/>
                <a:gd name="connsiteY47" fmla="*/ 57813 h 93854"/>
                <a:gd name="connsiteX48" fmla="*/ 47917 w 455419"/>
                <a:gd name="connsiteY48" fmla="*/ 56458 h 93854"/>
                <a:gd name="connsiteX49" fmla="*/ 110208 w 455419"/>
                <a:gd name="connsiteY49" fmla="*/ 26875 h 93854"/>
                <a:gd name="connsiteX50" fmla="*/ 110208 w 455419"/>
                <a:gd name="connsiteY50" fmla="*/ 45938 h 93854"/>
                <a:gd name="connsiteX51" fmla="*/ 155417 w 455419"/>
                <a:gd name="connsiteY51" fmla="*/ 45938 h 93854"/>
                <a:gd name="connsiteX52" fmla="*/ 155417 w 455419"/>
                <a:gd name="connsiteY52" fmla="*/ 26875 h 93854"/>
                <a:gd name="connsiteX53" fmla="*/ 6354 w 455419"/>
                <a:gd name="connsiteY53" fmla="*/ 4271 h 93854"/>
                <a:gd name="connsiteX54" fmla="*/ 51458 w 455419"/>
                <a:gd name="connsiteY54" fmla="*/ 4271 h 93854"/>
                <a:gd name="connsiteX55" fmla="*/ 51458 w 455419"/>
                <a:gd name="connsiteY55" fmla="*/ 11250 h 93854"/>
                <a:gd name="connsiteX56" fmla="*/ 33333 w 455419"/>
                <a:gd name="connsiteY56" fmla="*/ 11250 h 93854"/>
                <a:gd name="connsiteX57" fmla="*/ 33333 w 455419"/>
                <a:gd name="connsiteY57" fmla="*/ 15001 h 93854"/>
                <a:gd name="connsiteX58" fmla="*/ 35313 w 455419"/>
                <a:gd name="connsiteY58" fmla="*/ 25417 h 93854"/>
                <a:gd name="connsiteX59" fmla="*/ 40625 w 455419"/>
                <a:gd name="connsiteY59" fmla="*/ 33855 h 93854"/>
                <a:gd name="connsiteX60" fmla="*/ 48229 w 455419"/>
                <a:gd name="connsiteY60" fmla="*/ 40157 h 93854"/>
                <a:gd name="connsiteX61" fmla="*/ 57188 w 455419"/>
                <a:gd name="connsiteY61" fmla="*/ 44271 h 93854"/>
                <a:gd name="connsiteX62" fmla="*/ 51979 w 455419"/>
                <a:gd name="connsiteY62" fmla="*/ 50313 h 93854"/>
                <a:gd name="connsiteX63" fmla="*/ 46042 w 455419"/>
                <a:gd name="connsiteY63" fmla="*/ 47239 h 93854"/>
                <a:gd name="connsiteX64" fmla="*/ 39688 w 455419"/>
                <a:gd name="connsiteY64" fmla="*/ 42813 h 93854"/>
                <a:gd name="connsiteX65" fmla="*/ 33750 w 455419"/>
                <a:gd name="connsiteY65" fmla="*/ 37188 h 93854"/>
                <a:gd name="connsiteX66" fmla="*/ 29063 w 455419"/>
                <a:gd name="connsiteY66" fmla="*/ 30313 h 93854"/>
                <a:gd name="connsiteX67" fmla="*/ 20208 w 455419"/>
                <a:gd name="connsiteY67" fmla="*/ 43490 h 93854"/>
                <a:gd name="connsiteX68" fmla="*/ 6146 w 455419"/>
                <a:gd name="connsiteY68" fmla="*/ 53125 h 93854"/>
                <a:gd name="connsiteX69" fmla="*/ 0 w 455419"/>
                <a:gd name="connsiteY69" fmla="*/ 47604 h 93854"/>
                <a:gd name="connsiteX70" fmla="*/ 9479 w 455419"/>
                <a:gd name="connsiteY70" fmla="*/ 42552 h 93854"/>
                <a:gd name="connsiteX71" fmla="*/ 17292 w 455419"/>
                <a:gd name="connsiteY71" fmla="*/ 35313 h 93854"/>
                <a:gd name="connsiteX72" fmla="*/ 22656 w 455419"/>
                <a:gd name="connsiteY72" fmla="*/ 26146 h 93854"/>
                <a:gd name="connsiteX73" fmla="*/ 24688 w 455419"/>
                <a:gd name="connsiteY73" fmla="*/ 14792 h 93854"/>
                <a:gd name="connsiteX74" fmla="*/ 24688 w 455419"/>
                <a:gd name="connsiteY74" fmla="*/ 11250 h 93854"/>
                <a:gd name="connsiteX75" fmla="*/ 6354 w 455419"/>
                <a:gd name="connsiteY75" fmla="*/ 11250 h 93854"/>
                <a:gd name="connsiteX76" fmla="*/ 385628 w 455419"/>
                <a:gd name="connsiteY76" fmla="*/ 3959 h 93854"/>
                <a:gd name="connsiteX77" fmla="*/ 416565 w 455419"/>
                <a:gd name="connsiteY77" fmla="*/ 3959 h 93854"/>
                <a:gd name="connsiteX78" fmla="*/ 416565 w 455419"/>
                <a:gd name="connsiteY78" fmla="*/ 10938 h 93854"/>
                <a:gd name="connsiteX79" fmla="*/ 391461 w 455419"/>
                <a:gd name="connsiteY79" fmla="*/ 10938 h 93854"/>
                <a:gd name="connsiteX80" fmla="*/ 391461 w 455419"/>
                <a:gd name="connsiteY80" fmla="*/ 22813 h 93854"/>
                <a:gd name="connsiteX81" fmla="*/ 414378 w 455419"/>
                <a:gd name="connsiteY81" fmla="*/ 22813 h 93854"/>
                <a:gd name="connsiteX82" fmla="*/ 414378 w 455419"/>
                <a:gd name="connsiteY82" fmla="*/ 29271 h 93854"/>
                <a:gd name="connsiteX83" fmla="*/ 391461 w 455419"/>
                <a:gd name="connsiteY83" fmla="*/ 29271 h 93854"/>
                <a:gd name="connsiteX84" fmla="*/ 391461 w 455419"/>
                <a:gd name="connsiteY84" fmla="*/ 42083 h 93854"/>
                <a:gd name="connsiteX85" fmla="*/ 396357 w 455419"/>
                <a:gd name="connsiteY85" fmla="*/ 42083 h 93854"/>
                <a:gd name="connsiteX86" fmla="*/ 402295 w 455419"/>
                <a:gd name="connsiteY86" fmla="*/ 41979 h 93854"/>
                <a:gd name="connsiteX87" fmla="*/ 409899 w 455419"/>
                <a:gd name="connsiteY87" fmla="*/ 41563 h 93854"/>
                <a:gd name="connsiteX88" fmla="*/ 417242 w 455419"/>
                <a:gd name="connsiteY88" fmla="*/ 40990 h 93854"/>
                <a:gd name="connsiteX89" fmla="*/ 422815 w 455419"/>
                <a:gd name="connsiteY89" fmla="*/ 40209 h 93854"/>
                <a:gd name="connsiteX90" fmla="*/ 422815 w 455419"/>
                <a:gd name="connsiteY90" fmla="*/ 47084 h 93854"/>
                <a:gd name="connsiteX91" fmla="*/ 418284 w 455419"/>
                <a:gd name="connsiteY91" fmla="*/ 47761 h 93854"/>
                <a:gd name="connsiteX92" fmla="*/ 410836 w 455419"/>
                <a:gd name="connsiteY92" fmla="*/ 48438 h 93854"/>
                <a:gd name="connsiteX93" fmla="*/ 402190 w 455419"/>
                <a:gd name="connsiteY93" fmla="*/ 48958 h 93854"/>
                <a:gd name="connsiteX94" fmla="*/ 394065 w 455419"/>
                <a:gd name="connsiteY94" fmla="*/ 49167 h 93854"/>
                <a:gd name="connsiteX95" fmla="*/ 385628 w 455419"/>
                <a:gd name="connsiteY95" fmla="*/ 49167 h 93854"/>
                <a:gd name="connsiteX96" fmla="*/ 383909 w 455419"/>
                <a:gd name="connsiteY96" fmla="*/ 48698 h 93854"/>
                <a:gd name="connsiteX97" fmla="*/ 383440 w 455419"/>
                <a:gd name="connsiteY97" fmla="*/ 46980 h 93854"/>
                <a:gd name="connsiteX98" fmla="*/ 383440 w 455419"/>
                <a:gd name="connsiteY98" fmla="*/ 6146 h 93854"/>
                <a:gd name="connsiteX99" fmla="*/ 383909 w 455419"/>
                <a:gd name="connsiteY99" fmla="*/ 4427 h 93854"/>
                <a:gd name="connsiteX100" fmla="*/ 385628 w 455419"/>
                <a:gd name="connsiteY100" fmla="*/ 3959 h 93854"/>
                <a:gd name="connsiteX101" fmla="*/ 219169 w 455419"/>
                <a:gd name="connsiteY101" fmla="*/ 3750 h 93854"/>
                <a:gd name="connsiteX102" fmla="*/ 227711 w 455419"/>
                <a:gd name="connsiteY102" fmla="*/ 3750 h 93854"/>
                <a:gd name="connsiteX103" fmla="*/ 227711 w 455419"/>
                <a:gd name="connsiteY103" fmla="*/ 21875 h 93854"/>
                <a:gd name="connsiteX104" fmla="*/ 233805 w 455419"/>
                <a:gd name="connsiteY104" fmla="*/ 46980 h 93854"/>
                <a:gd name="connsiteX105" fmla="*/ 253024 w 455419"/>
                <a:gd name="connsiteY105" fmla="*/ 65626 h 93854"/>
                <a:gd name="connsiteX106" fmla="*/ 246982 w 455419"/>
                <a:gd name="connsiteY106" fmla="*/ 71563 h 93854"/>
                <a:gd name="connsiteX107" fmla="*/ 233128 w 455419"/>
                <a:gd name="connsiteY107" fmla="*/ 59323 h 93854"/>
                <a:gd name="connsiteX108" fmla="*/ 223232 w 455419"/>
                <a:gd name="connsiteY108" fmla="*/ 42813 h 93854"/>
                <a:gd name="connsiteX109" fmla="*/ 213753 w 455419"/>
                <a:gd name="connsiteY109" fmla="*/ 60417 h 93854"/>
                <a:gd name="connsiteX110" fmla="*/ 199583 w 455419"/>
                <a:gd name="connsiteY110" fmla="*/ 73958 h 93854"/>
                <a:gd name="connsiteX111" fmla="*/ 192708 w 455419"/>
                <a:gd name="connsiteY111" fmla="*/ 68438 h 93854"/>
                <a:gd name="connsiteX112" fmla="*/ 212347 w 455419"/>
                <a:gd name="connsiteY112" fmla="*/ 48230 h 93854"/>
                <a:gd name="connsiteX113" fmla="*/ 219169 w 455419"/>
                <a:gd name="connsiteY113" fmla="*/ 20834 h 93854"/>
                <a:gd name="connsiteX114" fmla="*/ 101979 w 455419"/>
                <a:gd name="connsiteY114" fmla="*/ 3750 h 93854"/>
                <a:gd name="connsiteX115" fmla="*/ 110208 w 455419"/>
                <a:gd name="connsiteY115" fmla="*/ 3750 h 93854"/>
                <a:gd name="connsiteX116" fmla="*/ 110208 w 455419"/>
                <a:gd name="connsiteY116" fmla="*/ 19896 h 93854"/>
                <a:gd name="connsiteX117" fmla="*/ 155417 w 455419"/>
                <a:gd name="connsiteY117" fmla="*/ 19896 h 93854"/>
                <a:gd name="connsiteX118" fmla="*/ 155417 w 455419"/>
                <a:gd name="connsiteY118" fmla="*/ 3750 h 93854"/>
                <a:gd name="connsiteX119" fmla="*/ 163646 w 455419"/>
                <a:gd name="connsiteY119" fmla="*/ 3750 h 93854"/>
                <a:gd name="connsiteX120" fmla="*/ 163646 w 455419"/>
                <a:gd name="connsiteY120" fmla="*/ 50937 h 93854"/>
                <a:gd name="connsiteX121" fmla="*/ 163177 w 455419"/>
                <a:gd name="connsiteY121" fmla="*/ 52656 h 93854"/>
                <a:gd name="connsiteX122" fmla="*/ 161458 w 455419"/>
                <a:gd name="connsiteY122" fmla="*/ 53125 h 93854"/>
                <a:gd name="connsiteX123" fmla="*/ 136979 w 455419"/>
                <a:gd name="connsiteY123" fmla="*/ 53125 h 93854"/>
                <a:gd name="connsiteX124" fmla="*/ 136979 w 455419"/>
                <a:gd name="connsiteY124" fmla="*/ 73542 h 93854"/>
                <a:gd name="connsiteX125" fmla="*/ 175208 w 455419"/>
                <a:gd name="connsiteY125" fmla="*/ 73542 h 93854"/>
                <a:gd name="connsiteX126" fmla="*/ 175208 w 455419"/>
                <a:gd name="connsiteY126" fmla="*/ 80729 h 93854"/>
                <a:gd name="connsiteX127" fmla="*/ 90417 w 455419"/>
                <a:gd name="connsiteY127" fmla="*/ 80729 h 93854"/>
                <a:gd name="connsiteX128" fmla="*/ 90417 w 455419"/>
                <a:gd name="connsiteY128" fmla="*/ 73542 h 93854"/>
                <a:gd name="connsiteX129" fmla="*/ 128438 w 455419"/>
                <a:gd name="connsiteY129" fmla="*/ 73542 h 93854"/>
                <a:gd name="connsiteX130" fmla="*/ 128438 w 455419"/>
                <a:gd name="connsiteY130" fmla="*/ 53125 h 93854"/>
                <a:gd name="connsiteX131" fmla="*/ 104167 w 455419"/>
                <a:gd name="connsiteY131" fmla="*/ 53125 h 93854"/>
                <a:gd name="connsiteX132" fmla="*/ 102448 w 455419"/>
                <a:gd name="connsiteY132" fmla="*/ 52656 h 93854"/>
                <a:gd name="connsiteX133" fmla="*/ 101979 w 455419"/>
                <a:gd name="connsiteY133" fmla="*/ 50937 h 93854"/>
                <a:gd name="connsiteX134" fmla="*/ 323753 w 455419"/>
                <a:gd name="connsiteY134" fmla="*/ 3646 h 93854"/>
                <a:gd name="connsiteX135" fmla="*/ 332607 w 455419"/>
                <a:gd name="connsiteY135" fmla="*/ 3646 h 93854"/>
                <a:gd name="connsiteX136" fmla="*/ 332607 w 455419"/>
                <a:gd name="connsiteY136" fmla="*/ 11563 h 93854"/>
                <a:gd name="connsiteX137" fmla="*/ 335472 w 455419"/>
                <a:gd name="connsiteY137" fmla="*/ 23177 h 93854"/>
                <a:gd name="connsiteX138" fmla="*/ 343128 w 455419"/>
                <a:gd name="connsiteY138" fmla="*/ 33751 h 93854"/>
                <a:gd name="connsiteX139" fmla="*/ 354065 w 455419"/>
                <a:gd name="connsiteY139" fmla="*/ 42240 h 93854"/>
                <a:gd name="connsiteX140" fmla="*/ 366774 w 455419"/>
                <a:gd name="connsiteY140" fmla="*/ 47917 h 93854"/>
                <a:gd name="connsiteX141" fmla="*/ 360940 w 455419"/>
                <a:gd name="connsiteY141" fmla="*/ 54063 h 93854"/>
                <a:gd name="connsiteX142" fmla="*/ 351409 w 455419"/>
                <a:gd name="connsiteY142" fmla="*/ 49740 h 93854"/>
                <a:gd name="connsiteX143" fmla="*/ 341982 w 455419"/>
                <a:gd name="connsiteY143" fmla="*/ 43229 h 93854"/>
                <a:gd name="connsiteX144" fmla="*/ 333857 w 455419"/>
                <a:gd name="connsiteY144" fmla="*/ 35156 h 93854"/>
                <a:gd name="connsiteX145" fmla="*/ 328336 w 455419"/>
                <a:gd name="connsiteY145" fmla="*/ 25729 h 93854"/>
                <a:gd name="connsiteX146" fmla="*/ 322711 w 455419"/>
                <a:gd name="connsiteY146" fmla="*/ 35000 h 93854"/>
                <a:gd name="connsiteX147" fmla="*/ 314690 w 455419"/>
                <a:gd name="connsiteY147" fmla="*/ 43021 h 93854"/>
                <a:gd name="connsiteX148" fmla="*/ 305263 w 455419"/>
                <a:gd name="connsiteY148" fmla="*/ 49531 h 93854"/>
                <a:gd name="connsiteX149" fmla="*/ 295628 w 455419"/>
                <a:gd name="connsiteY149" fmla="*/ 54167 h 93854"/>
                <a:gd name="connsiteX150" fmla="*/ 289378 w 455419"/>
                <a:gd name="connsiteY150" fmla="*/ 47812 h 93854"/>
                <a:gd name="connsiteX151" fmla="*/ 301826 w 455419"/>
                <a:gd name="connsiteY151" fmla="*/ 42448 h 93854"/>
                <a:gd name="connsiteX152" fmla="*/ 312815 w 455419"/>
                <a:gd name="connsiteY152" fmla="*/ 34271 h 93854"/>
                <a:gd name="connsiteX153" fmla="*/ 320732 w 455419"/>
                <a:gd name="connsiteY153" fmla="*/ 23802 h 93854"/>
                <a:gd name="connsiteX154" fmla="*/ 323753 w 455419"/>
                <a:gd name="connsiteY154" fmla="*/ 11563 h 93854"/>
                <a:gd name="connsiteX155" fmla="*/ 429378 w 455419"/>
                <a:gd name="connsiteY155" fmla="*/ 1667 h 93854"/>
                <a:gd name="connsiteX156" fmla="*/ 437503 w 455419"/>
                <a:gd name="connsiteY156" fmla="*/ 1667 h 93854"/>
                <a:gd name="connsiteX157" fmla="*/ 437503 w 455419"/>
                <a:gd name="connsiteY157" fmla="*/ 53333 h 93854"/>
                <a:gd name="connsiteX158" fmla="*/ 429378 w 455419"/>
                <a:gd name="connsiteY158" fmla="*/ 53333 h 93854"/>
                <a:gd name="connsiteX159" fmla="*/ 429378 w 455419"/>
                <a:gd name="connsiteY159" fmla="*/ 27813 h 93854"/>
                <a:gd name="connsiteX160" fmla="*/ 417920 w 455419"/>
                <a:gd name="connsiteY160" fmla="*/ 27813 h 93854"/>
                <a:gd name="connsiteX161" fmla="*/ 417920 w 455419"/>
                <a:gd name="connsiteY161" fmla="*/ 20626 h 93854"/>
                <a:gd name="connsiteX162" fmla="*/ 429378 w 455419"/>
                <a:gd name="connsiteY162" fmla="*/ 20626 h 93854"/>
                <a:gd name="connsiteX163" fmla="*/ 447295 w 455419"/>
                <a:gd name="connsiteY163" fmla="*/ 0 h 93854"/>
                <a:gd name="connsiteX164" fmla="*/ 455315 w 455419"/>
                <a:gd name="connsiteY164" fmla="*/ 0 h 93854"/>
                <a:gd name="connsiteX165" fmla="*/ 455315 w 455419"/>
                <a:gd name="connsiteY165" fmla="*/ 53333 h 93854"/>
                <a:gd name="connsiteX166" fmla="*/ 447295 w 455419"/>
                <a:gd name="connsiteY166" fmla="*/ 53333 h 93854"/>
                <a:gd name="connsiteX167" fmla="*/ 263649 w 455419"/>
                <a:gd name="connsiteY167" fmla="*/ 0 h 93854"/>
                <a:gd name="connsiteX168" fmla="*/ 271982 w 455419"/>
                <a:gd name="connsiteY168" fmla="*/ 0 h 93854"/>
                <a:gd name="connsiteX169" fmla="*/ 271982 w 455419"/>
                <a:gd name="connsiteY169" fmla="*/ 92292 h 93854"/>
                <a:gd name="connsiteX170" fmla="*/ 263649 w 455419"/>
                <a:gd name="connsiteY170" fmla="*/ 92292 h 93854"/>
                <a:gd name="connsiteX171" fmla="*/ 69688 w 455419"/>
                <a:gd name="connsiteY171" fmla="*/ 0 h 93854"/>
                <a:gd name="connsiteX172" fmla="*/ 77813 w 455419"/>
                <a:gd name="connsiteY172" fmla="*/ 0 h 93854"/>
                <a:gd name="connsiteX173" fmla="*/ 77813 w 455419"/>
                <a:gd name="connsiteY173" fmla="*/ 55938 h 93854"/>
                <a:gd name="connsiteX174" fmla="*/ 69688 w 455419"/>
                <a:gd name="connsiteY174" fmla="*/ 55938 h 93854"/>
                <a:gd name="connsiteX175" fmla="*/ 69688 w 455419"/>
                <a:gd name="connsiteY175" fmla="*/ 27917 h 93854"/>
                <a:gd name="connsiteX176" fmla="*/ 50521 w 455419"/>
                <a:gd name="connsiteY176" fmla="*/ 27917 h 93854"/>
                <a:gd name="connsiteX177" fmla="*/ 50521 w 455419"/>
                <a:gd name="connsiteY177" fmla="*/ 21042 h 93854"/>
                <a:gd name="connsiteX178" fmla="*/ 69688 w 455419"/>
                <a:gd name="connsiteY178" fmla="*/ 21042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455419" h="93854">
                  <a:moveTo>
                    <a:pt x="285732" y="72500"/>
                  </a:moveTo>
                  <a:lnTo>
                    <a:pt x="370524" y="72500"/>
                  </a:lnTo>
                  <a:lnTo>
                    <a:pt x="370524" y="79583"/>
                  </a:lnTo>
                  <a:lnTo>
                    <a:pt x="285732" y="79583"/>
                  </a:lnTo>
                  <a:close/>
                  <a:moveTo>
                    <a:pt x="402086" y="65208"/>
                  </a:moveTo>
                  <a:lnTo>
                    <a:pt x="402086" y="84480"/>
                  </a:lnTo>
                  <a:lnTo>
                    <a:pt x="447295" y="84480"/>
                  </a:lnTo>
                  <a:lnTo>
                    <a:pt x="447295" y="65208"/>
                  </a:lnTo>
                  <a:close/>
                  <a:moveTo>
                    <a:pt x="47917" y="63229"/>
                  </a:moveTo>
                  <a:cubicBezTo>
                    <a:pt x="44723" y="63229"/>
                    <a:pt x="41754" y="63503"/>
                    <a:pt x="39010" y="64063"/>
                  </a:cubicBezTo>
                  <a:cubicBezTo>
                    <a:pt x="36268" y="64610"/>
                    <a:pt x="33854" y="65417"/>
                    <a:pt x="31771" y="66458"/>
                  </a:cubicBezTo>
                  <a:cubicBezTo>
                    <a:pt x="29758" y="67422"/>
                    <a:pt x="28177" y="68659"/>
                    <a:pt x="27031" y="70156"/>
                  </a:cubicBezTo>
                  <a:cubicBezTo>
                    <a:pt x="25886" y="71641"/>
                    <a:pt x="25313" y="73334"/>
                    <a:pt x="25313" y="75208"/>
                  </a:cubicBezTo>
                  <a:cubicBezTo>
                    <a:pt x="25313" y="77084"/>
                    <a:pt x="25886" y="78776"/>
                    <a:pt x="27031" y="80313"/>
                  </a:cubicBezTo>
                  <a:cubicBezTo>
                    <a:pt x="28177" y="81836"/>
                    <a:pt x="29792" y="83125"/>
                    <a:pt x="31875" y="84167"/>
                  </a:cubicBezTo>
                  <a:cubicBezTo>
                    <a:pt x="33889" y="85208"/>
                    <a:pt x="36268" y="86003"/>
                    <a:pt x="39010" y="86563"/>
                  </a:cubicBezTo>
                  <a:cubicBezTo>
                    <a:pt x="41754" y="87109"/>
                    <a:pt x="44723" y="87396"/>
                    <a:pt x="47917" y="87396"/>
                  </a:cubicBezTo>
                  <a:cubicBezTo>
                    <a:pt x="51181" y="87396"/>
                    <a:pt x="54202" y="87109"/>
                    <a:pt x="56979" y="86563"/>
                  </a:cubicBezTo>
                  <a:cubicBezTo>
                    <a:pt x="59758" y="86003"/>
                    <a:pt x="62188" y="85208"/>
                    <a:pt x="64271" y="84167"/>
                  </a:cubicBezTo>
                  <a:cubicBezTo>
                    <a:pt x="66285" y="83125"/>
                    <a:pt x="67883" y="81849"/>
                    <a:pt x="69063" y="80365"/>
                  </a:cubicBezTo>
                  <a:cubicBezTo>
                    <a:pt x="70244" y="78867"/>
                    <a:pt x="70833" y="77188"/>
                    <a:pt x="70833" y="75312"/>
                  </a:cubicBezTo>
                  <a:cubicBezTo>
                    <a:pt x="70833" y="71563"/>
                    <a:pt x="68664" y="68607"/>
                    <a:pt x="64323" y="66458"/>
                  </a:cubicBezTo>
                  <a:cubicBezTo>
                    <a:pt x="59983" y="64297"/>
                    <a:pt x="54514" y="63229"/>
                    <a:pt x="47917" y="63229"/>
                  </a:cubicBezTo>
                  <a:close/>
                  <a:moveTo>
                    <a:pt x="396149" y="58334"/>
                  </a:moveTo>
                  <a:lnTo>
                    <a:pt x="453232" y="58334"/>
                  </a:lnTo>
                  <a:cubicBezTo>
                    <a:pt x="454065" y="58334"/>
                    <a:pt x="454638" y="58490"/>
                    <a:pt x="454951" y="58802"/>
                  </a:cubicBezTo>
                  <a:cubicBezTo>
                    <a:pt x="455263" y="59115"/>
                    <a:pt x="455420" y="59688"/>
                    <a:pt x="455420" y="60521"/>
                  </a:cubicBezTo>
                  <a:lnTo>
                    <a:pt x="455420" y="89063"/>
                  </a:lnTo>
                  <a:cubicBezTo>
                    <a:pt x="455420" y="89896"/>
                    <a:pt x="455263" y="90469"/>
                    <a:pt x="454951" y="90782"/>
                  </a:cubicBezTo>
                  <a:cubicBezTo>
                    <a:pt x="454638" y="91094"/>
                    <a:pt x="454065" y="91250"/>
                    <a:pt x="453232" y="91250"/>
                  </a:cubicBezTo>
                  <a:lnTo>
                    <a:pt x="396149" y="91250"/>
                  </a:lnTo>
                  <a:cubicBezTo>
                    <a:pt x="395315" y="91250"/>
                    <a:pt x="394742" y="91094"/>
                    <a:pt x="394430" y="90782"/>
                  </a:cubicBezTo>
                  <a:cubicBezTo>
                    <a:pt x="394117" y="90469"/>
                    <a:pt x="393961" y="89896"/>
                    <a:pt x="393961" y="89063"/>
                  </a:cubicBezTo>
                  <a:lnTo>
                    <a:pt x="393961" y="60521"/>
                  </a:lnTo>
                  <a:cubicBezTo>
                    <a:pt x="393961" y="59688"/>
                    <a:pt x="394117" y="59115"/>
                    <a:pt x="394430" y="58802"/>
                  </a:cubicBezTo>
                  <a:cubicBezTo>
                    <a:pt x="394742" y="58490"/>
                    <a:pt x="395315" y="58334"/>
                    <a:pt x="396149" y="58334"/>
                  </a:cubicBezTo>
                  <a:close/>
                  <a:moveTo>
                    <a:pt x="47917" y="56458"/>
                  </a:moveTo>
                  <a:cubicBezTo>
                    <a:pt x="57500" y="56458"/>
                    <a:pt x="65156" y="58177"/>
                    <a:pt x="70885" y="61615"/>
                  </a:cubicBezTo>
                  <a:cubicBezTo>
                    <a:pt x="76615" y="65053"/>
                    <a:pt x="79479" y="69583"/>
                    <a:pt x="79479" y="75208"/>
                  </a:cubicBezTo>
                  <a:cubicBezTo>
                    <a:pt x="79479" y="80964"/>
                    <a:pt x="76615" y="85521"/>
                    <a:pt x="70885" y="88855"/>
                  </a:cubicBezTo>
                  <a:cubicBezTo>
                    <a:pt x="65156" y="92188"/>
                    <a:pt x="57500" y="93854"/>
                    <a:pt x="47917" y="93854"/>
                  </a:cubicBezTo>
                  <a:cubicBezTo>
                    <a:pt x="43125" y="93854"/>
                    <a:pt x="38802" y="93412"/>
                    <a:pt x="34948" y="92553"/>
                  </a:cubicBezTo>
                  <a:cubicBezTo>
                    <a:pt x="31094" y="91680"/>
                    <a:pt x="27813" y="90443"/>
                    <a:pt x="25104" y="88855"/>
                  </a:cubicBezTo>
                  <a:cubicBezTo>
                    <a:pt x="22327" y="87252"/>
                    <a:pt x="20208" y="85286"/>
                    <a:pt x="18750" y="82969"/>
                  </a:cubicBezTo>
                  <a:cubicBezTo>
                    <a:pt x="17292" y="80638"/>
                    <a:pt x="16563" y="78047"/>
                    <a:pt x="16563" y="75208"/>
                  </a:cubicBezTo>
                  <a:cubicBezTo>
                    <a:pt x="16563" y="72422"/>
                    <a:pt x="17310" y="69870"/>
                    <a:pt x="18802" y="67552"/>
                  </a:cubicBezTo>
                  <a:cubicBezTo>
                    <a:pt x="20296" y="65222"/>
                    <a:pt x="22431" y="63256"/>
                    <a:pt x="25208" y="61667"/>
                  </a:cubicBezTo>
                  <a:cubicBezTo>
                    <a:pt x="27987" y="60000"/>
                    <a:pt x="31285" y="58711"/>
                    <a:pt x="35104" y="57813"/>
                  </a:cubicBezTo>
                  <a:cubicBezTo>
                    <a:pt x="38925" y="56901"/>
                    <a:pt x="43195" y="56458"/>
                    <a:pt x="47917" y="56458"/>
                  </a:cubicBezTo>
                  <a:close/>
                  <a:moveTo>
                    <a:pt x="110208" y="26875"/>
                  </a:moveTo>
                  <a:lnTo>
                    <a:pt x="110208" y="45938"/>
                  </a:lnTo>
                  <a:lnTo>
                    <a:pt x="155417" y="45938"/>
                  </a:lnTo>
                  <a:lnTo>
                    <a:pt x="155417" y="26875"/>
                  </a:lnTo>
                  <a:close/>
                  <a:moveTo>
                    <a:pt x="6354" y="4271"/>
                  </a:moveTo>
                  <a:lnTo>
                    <a:pt x="51458" y="4271"/>
                  </a:lnTo>
                  <a:lnTo>
                    <a:pt x="51458" y="11250"/>
                  </a:lnTo>
                  <a:lnTo>
                    <a:pt x="33333" y="11250"/>
                  </a:lnTo>
                  <a:lnTo>
                    <a:pt x="33333" y="15001"/>
                  </a:lnTo>
                  <a:cubicBezTo>
                    <a:pt x="33333" y="18815"/>
                    <a:pt x="33994" y="22292"/>
                    <a:pt x="35313" y="25417"/>
                  </a:cubicBezTo>
                  <a:cubicBezTo>
                    <a:pt x="36633" y="28542"/>
                    <a:pt x="38404" y="31354"/>
                    <a:pt x="40625" y="33855"/>
                  </a:cubicBezTo>
                  <a:cubicBezTo>
                    <a:pt x="42848" y="36276"/>
                    <a:pt x="45383" y="38385"/>
                    <a:pt x="48229" y="40157"/>
                  </a:cubicBezTo>
                  <a:cubicBezTo>
                    <a:pt x="51077" y="41928"/>
                    <a:pt x="54063" y="43294"/>
                    <a:pt x="57188" y="44271"/>
                  </a:cubicBezTo>
                  <a:lnTo>
                    <a:pt x="51979" y="50313"/>
                  </a:lnTo>
                  <a:cubicBezTo>
                    <a:pt x="50175" y="49544"/>
                    <a:pt x="48195" y="48516"/>
                    <a:pt x="46042" y="47239"/>
                  </a:cubicBezTo>
                  <a:cubicBezTo>
                    <a:pt x="43889" y="45950"/>
                    <a:pt x="41771" y="44479"/>
                    <a:pt x="39688" y="42813"/>
                  </a:cubicBezTo>
                  <a:cubicBezTo>
                    <a:pt x="37604" y="41146"/>
                    <a:pt x="35625" y="39271"/>
                    <a:pt x="33750" y="37188"/>
                  </a:cubicBezTo>
                  <a:cubicBezTo>
                    <a:pt x="31875" y="35105"/>
                    <a:pt x="30313" y="32813"/>
                    <a:pt x="29063" y="30313"/>
                  </a:cubicBezTo>
                  <a:cubicBezTo>
                    <a:pt x="27327" y="35105"/>
                    <a:pt x="24375" y="39492"/>
                    <a:pt x="20208" y="43490"/>
                  </a:cubicBezTo>
                  <a:cubicBezTo>
                    <a:pt x="16042" y="47474"/>
                    <a:pt x="11354" y="50690"/>
                    <a:pt x="6146" y="53125"/>
                  </a:cubicBezTo>
                  <a:lnTo>
                    <a:pt x="0" y="47604"/>
                  </a:lnTo>
                  <a:cubicBezTo>
                    <a:pt x="3333" y="46276"/>
                    <a:pt x="6494" y="44596"/>
                    <a:pt x="9479" y="42552"/>
                  </a:cubicBezTo>
                  <a:cubicBezTo>
                    <a:pt x="12466" y="40495"/>
                    <a:pt x="15070" y="38086"/>
                    <a:pt x="17292" y="35313"/>
                  </a:cubicBezTo>
                  <a:cubicBezTo>
                    <a:pt x="19514" y="32605"/>
                    <a:pt x="21302" y="29545"/>
                    <a:pt x="22656" y="26146"/>
                  </a:cubicBezTo>
                  <a:cubicBezTo>
                    <a:pt x="24010" y="22735"/>
                    <a:pt x="24688" y="18958"/>
                    <a:pt x="24688" y="14792"/>
                  </a:cubicBezTo>
                  <a:lnTo>
                    <a:pt x="24688" y="11250"/>
                  </a:lnTo>
                  <a:lnTo>
                    <a:pt x="6354" y="11250"/>
                  </a:lnTo>
                  <a:close/>
                  <a:moveTo>
                    <a:pt x="385628" y="3959"/>
                  </a:moveTo>
                  <a:lnTo>
                    <a:pt x="416565" y="3959"/>
                  </a:lnTo>
                  <a:lnTo>
                    <a:pt x="416565" y="10938"/>
                  </a:lnTo>
                  <a:lnTo>
                    <a:pt x="391461" y="10938"/>
                  </a:lnTo>
                  <a:lnTo>
                    <a:pt x="391461" y="22813"/>
                  </a:lnTo>
                  <a:lnTo>
                    <a:pt x="414378" y="22813"/>
                  </a:lnTo>
                  <a:lnTo>
                    <a:pt x="414378" y="29271"/>
                  </a:lnTo>
                  <a:lnTo>
                    <a:pt x="391461" y="29271"/>
                  </a:lnTo>
                  <a:lnTo>
                    <a:pt x="391461" y="42083"/>
                  </a:lnTo>
                  <a:lnTo>
                    <a:pt x="396357" y="42083"/>
                  </a:lnTo>
                  <a:cubicBezTo>
                    <a:pt x="397880" y="42083"/>
                    <a:pt x="399860" y="42044"/>
                    <a:pt x="402295" y="41979"/>
                  </a:cubicBezTo>
                  <a:cubicBezTo>
                    <a:pt x="404716" y="41901"/>
                    <a:pt x="407256" y="41771"/>
                    <a:pt x="409899" y="41563"/>
                  </a:cubicBezTo>
                  <a:cubicBezTo>
                    <a:pt x="412464" y="41420"/>
                    <a:pt x="414912" y="41224"/>
                    <a:pt x="417242" y="40990"/>
                  </a:cubicBezTo>
                  <a:cubicBezTo>
                    <a:pt x="419560" y="40743"/>
                    <a:pt x="421422" y="40482"/>
                    <a:pt x="422815" y="40209"/>
                  </a:cubicBezTo>
                  <a:lnTo>
                    <a:pt x="422815" y="47084"/>
                  </a:lnTo>
                  <a:cubicBezTo>
                    <a:pt x="421982" y="47292"/>
                    <a:pt x="420472" y="47513"/>
                    <a:pt x="418284" y="47761"/>
                  </a:cubicBezTo>
                  <a:cubicBezTo>
                    <a:pt x="416097" y="47995"/>
                    <a:pt x="413610" y="48230"/>
                    <a:pt x="410836" y="48438"/>
                  </a:cubicBezTo>
                  <a:cubicBezTo>
                    <a:pt x="408050" y="48646"/>
                    <a:pt x="405172" y="48815"/>
                    <a:pt x="402190" y="48958"/>
                  </a:cubicBezTo>
                  <a:cubicBezTo>
                    <a:pt x="399196" y="49089"/>
                    <a:pt x="396487" y="49167"/>
                    <a:pt x="394065" y="49167"/>
                  </a:cubicBezTo>
                  <a:lnTo>
                    <a:pt x="385628" y="49167"/>
                  </a:lnTo>
                  <a:cubicBezTo>
                    <a:pt x="384794" y="49167"/>
                    <a:pt x="384222" y="49011"/>
                    <a:pt x="383909" y="48698"/>
                  </a:cubicBezTo>
                  <a:cubicBezTo>
                    <a:pt x="383597" y="48385"/>
                    <a:pt x="383440" y="47812"/>
                    <a:pt x="383440" y="46980"/>
                  </a:cubicBezTo>
                  <a:lnTo>
                    <a:pt x="383440" y="6146"/>
                  </a:lnTo>
                  <a:cubicBezTo>
                    <a:pt x="383440" y="5313"/>
                    <a:pt x="383597" y="4740"/>
                    <a:pt x="383909" y="4427"/>
                  </a:cubicBezTo>
                  <a:cubicBezTo>
                    <a:pt x="384222" y="4115"/>
                    <a:pt x="384794" y="3959"/>
                    <a:pt x="385628" y="3959"/>
                  </a:cubicBezTo>
                  <a:close/>
                  <a:moveTo>
                    <a:pt x="219169" y="3750"/>
                  </a:moveTo>
                  <a:lnTo>
                    <a:pt x="227711" y="3750"/>
                  </a:lnTo>
                  <a:lnTo>
                    <a:pt x="227711" y="21875"/>
                  </a:lnTo>
                  <a:cubicBezTo>
                    <a:pt x="227711" y="31667"/>
                    <a:pt x="229742" y="40027"/>
                    <a:pt x="233805" y="46980"/>
                  </a:cubicBezTo>
                  <a:cubicBezTo>
                    <a:pt x="237867" y="53919"/>
                    <a:pt x="244274" y="60131"/>
                    <a:pt x="253024" y="65626"/>
                  </a:cubicBezTo>
                  <a:lnTo>
                    <a:pt x="246982" y="71563"/>
                  </a:lnTo>
                  <a:cubicBezTo>
                    <a:pt x="242047" y="68229"/>
                    <a:pt x="237425" y="64141"/>
                    <a:pt x="233128" y="59323"/>
                  </a:cubicBezTo>
                  <a:cubicBezTo>
                    <a:pt x="228818" y="54492"/>
                    <a:pt x="225524" y="48985"/>
                    <a:pt x="223232" y="42813"/>
                  </a:cubicBezTo>
                  <a:cubicBezTo>
                    <a:pt x="221357" y="49271"/>
                    <a:pt x="218193" y="55130"/>
                    <a:pt x="213753" y="60417"/>
                  </a:cubicBezTo>
                  <a:cubicBezTo>
                    <a:pt x="209300" y="65691"/>
                    <a:pt x="204584" y="70209"/>
                    <a:pt x="199583" y="73958"/>
                  </a:cubicBezTo>
                  <a:lnTo>
                    <a:pt x="192708" y="68438"/>
                  </a:lnTo>
                  <a:cubicBezTo>
                    <a:pt x="201250" y="63229"/>
                    <a:pt x="207796" y="56485"/>
                    <a:pt x="212347" y="48230"/>
                  </a:cubicBezTo>
                  <a:cubicBezTo>
                    <a:pt x="216891" y="39961"/>
                    <a:pt x="219169" y="30834"/>
                    <a:pt x="219169" y="20834"/>
                  </a:cubicBezTo>
                  <a:close/>
                  <a:moveTo>
                    <a:pt x="101979" y="3750"/>
                  </a:moveTo>
                  <a:lnTo>
                    <a:pt x="110208" y="3750"/>
                  </a:lnTo>
                  <a:lnTo>
                    <a:pt x="110208" y="19896"/>
                  </a:lnTo>
                  <a:lnTo>
                    <a:pt x="155417" y="19896"/>
                  </a:lnTo>
                  <a:lnTo>
                    <a:pt x="155417" y="3750"/>
                  </a:lnTo>
                  <a:lnTo>
                    <a:pt x="163646" y="3750"/>
                  </a:lnTo>
                  <a:lnTo>
                    <a:pt x="163646" y="50937"/>
                  </a:lnTo>
                  <a:cubicBezTo>
                    <a:pt x="163646" y="51771"/>
                    <a:pt x="163490" y="52344"/>
                    <a:pt x="163177" y="52656"/>
                  </a:cubicBezTo>
                  <a:cubicBezTo>
                    <a:pt x="162865" y="52969"/>
                    <a:pt x="162292" y="53125"/>
                    <a:pt x="161458" y="53125"/>
                  </a:cubicBezTo>
                  <a:lnTo>
                    <a:pt x="136979" y="53125"/>
                  </a:lnTo>
                  <a:lnTo>
                    <a:pt x="136979" y="73542"/>
                  </a:lnTo>
                  <a:lnTo>
                    <a:pt x="175208" y="73542"/>
                  </a:lnTo>
                  <a:lnTo>
                    <a:pt x="175208" y="80729"/>
                  </a:lnTo>
                  <a:lnTo>
                    <a:pt x="90417" y="80729"/>
                  </a:lnTo>
                  <a:lnTo>
                    <a:pt x="90417" y="73542"/>
                  </a:lnTo>
                  <a:lnTo>
                    <a:pt x="128438" y="73542"/>
                  </a:lnTo>
                  <a:lnTo>
                    <a:pt x="128438" y="53125"/>
                  </a:lnTo>
                  <a:lnTo>
                    <a:pt x="104167" y="53125"/>
                  </a:lnTo>
                  <a:cubicBezTo>
                    <a:pt x="103333" y="53125"/>
                    <a:pt x="102761" y="52969"/>
                    <a:pt x="102448" y="52656"/>
                  </a:cubicBezTo>
                  <a:cubicBezTo>
                    <a:pt x="102135" y="52344"/>
                    <a:pt x="101979" y="51771"/>
                    <a:pt x="101979" y="50937"/>
                  </a:cubicBezTo>
                  <a:close/>
                  <a:moveTo>
                    <a:pt x="323753" y="3646"/>
                  </a:moveTo>
                  <a:lnTo>
                    <a:pt x="332607" y="3646"/>
                  </a:lnTo>
                  <a:lnTo>
                    <a:pt x="332607" y="11563"/>
                  </a:lnTo>
                  <a:cubicBezTo>
                    <a:pt x="332607" y="15521"/>
                    <a:pt x="333558" y="19388"/>
                    <a:pt x="335472" y="23177"/>
                  </a:cubicBezTo>
                  <a:cubicBezTo>
                    <a:pt x="337373" y="26953"/>
                    <a:pt x="339925" y="30482"/>
                    <a:pt x="343128" y="33751"/>
                  </a:cubicBezTo>
                  <a:cubicBezTo>
                    <a:pt x="346318" y="36941"/>
                    <a:pt x="349964" y="39766"/>
                    <a:pt x="354065" y="42240"/>
                  </a:cubicBezTo>
                  <a:cubicBezTo>
                    <a:pt x="358154" y="44701"/>
                    <a:pt x="362399" y="46589"/>
                    <a:pt x="366774" y="47917"/>
                  </a:cubicBezTo>
                  <a:lnTo>
                    <a:pt x="360940" y="54063"/>
                  </a:lnTo>
                  <a:cubicBezTo>
                    <a:pt x="357880" y="53021"/>
                    <a:pt x="354703" y="51576"/>
                    <a:pt x="351409" y="49740"/>
                  </a:cubicBezTo>
                  <a:cubicBezTo>
                    <a:pt x="348102" y="47891"/>
                    <a:pt x="344964" y="45729"/>
                    <a:pt x="341982" y="43229"/>
                  </a:cubicBezTo>
                  <a:cubicBezTo>
                    <a:pt x="338987" y="40794"/>
                    <a:pt x="336279" y="38099"/>
                    <a:pt x="333857" y="35156"/>
                  </a:cubicBezTo>
                  <a:cubicBezTo>
                    <a:pt x="331422" y="32201"/>
                    <a:pt x="329586" y="29062"/>
                    <a:pt x="328336" y="25729"/>
                  </a:cubicBezTo>
                  <a:cubicBezTo>
                    <a:pt x="326943" y="28985"/>
                    <a:pt x="325068" y="32083"/>
                    <a:pt x="322711" y="35000"/>
                  </a:cubicBezTo>
                  <a:cubicBezTo>
                    <a:pt x="320341" y="37917"/>
                    <a:pt x="317672" y="40586"/>
                    <a:pt x="314690" y="43021"/>
                  </a:cubicBezTo>
                  <a:cubicBezTo>
                    <a:pt x="311696" y="45443"/>
                    <a:pt x="308558" y="47618"/>
                    <a:pt x="305263" y="49531"/>
                  </a:cubicBezTo>
                  <a:cubicBezTo>
                    <a:pt x="301956" y="51432"/>
                    <a:pt x="298753" y="52982"/>
                    <a:pt x="295628" y="54167"/>
                  </a:cubicBezTo>
                  <a:lnTo>
                    <a:pt x="289378" y="47812"/>
                  </a:lnTo>
                  <a:cubicBezTo>
                    <a:pt x="293544" y="46562"/>
                    <a:pt x="297685" y="44765"/>
                    <a:pt x="301826" y="42448"/>
                  </a:cubicBezTo>
                  <a:cubicBezTo>
                    <a:pt x="305953" y="40117"/>
                    <a:pt x="309612" y="37396"/>
                    <a:pt x="312815" y="34271"/>
                  </a:cubicBezTo>
                  <a:cubicBezTo>
                    <a:pt x="316070" y="31146"/>
                    <a:pt x="318714" y="27657"/>
                    <a:pt x="320732" y="23802"/>
                  </a:cubicBezTo>
                  <a:cubicBezTo>
                    <a:pt x="322737" y="19948"/>
                    <a:pt x="323753" y="15860"/>
                    <a:pt x="323753" y="11563"/>
                  </a:cubicBezTo>
                  <a:close/>
                  <a:moveTo>
                    <a:pt x="429378" y="1667"/>
                  </a:moveTo>
                  <a:lnTo>
                    <a:pt x="437503" y="1667"/>
                  </a:lnTo>
                  <a:lnTo>
                    <a:pt x="437503" y="53333"/>
                  </a:lnTo>
                  <a:lnTo>
                    <a:pt x="429378" y="53333"/>
                  </a:lnTo>
                  <a:lnTo>
                    <a:pt x="429378" y="27813"/>
                  </a:lnTo>
                  <a:lnTo>
                    <a:pt x="417920" y="27813"/>
                  </a:lnTo>
                  <a:lnTo>
                    <a:pt x="417920" y="20626"/>
                  </a:lnTo>
                  <a:lnTo>
                    <a:pt x="429378" y="20626"/>
                  </a:lnTo>
                  <a:close/>
                  <a:moveTo>
                    <a:pt x="447295" y="0"/>
                  </a:moveTo>
                  <a:lnTo>
                    <a:pt x="455315" y="0"/>
                  </a:lnTo>
                  <a:lnTo>
                    <a:pt x="455315" y="53333"/>
                  </a:lnTo>
                  <a:lnTo>
                    <a:pt x="447295" y="53333"/>
                  </a:lnTo>
                  <a:close/>
                  <a:moveTo>
                    <a:pt x="263649" y="0"/>
                  </a:moveTo>
                  <a:lnTo>
                    <a:pt x="271982" y="0"/>
                  </a:lnTo>
                  <a:lnTo>
                    <a:pt x="271982" y="92292"/>
                  </a:lnTo>
                  <a:lnTo>
                    <a:pt x="263649" y="92292"/>
                  </a:lnTo>
                  <a:close/>
                  <a:moveTo>
                    <a:pt x="69688" y="0"/>
                  </a:moveTo>
                  <a:lnTo>
                    <a:pt x="77813" y="0"/>
                  </a:lnTo>
                  <a:lnTo>
                    <a:pt x="77813" y="55938"/>
                  </a:lnTo>
                  <a:lnTo>
                    <a:pt x="69688" y="55938"/>
                  </a:lnTo>
                  <a:lnTo>
                    <a:pt x="69688" y="27917"/>
                  </a:lnTo>
                  <a:lnTo>
                    <a:pt x="50521" y="27917"/>
                  </a:lnTo>
                  <a:lnTo>
                    <a:pt x="50521" y="21042"/>
                  </a:lnTo>
                  <a:lnTo>
                    <a:pt x="69688" y="2104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8" name="TextBox 757">
              <a:extLst>
                <a:ext uri="{FF2B5EF4-FFF2-40B4-BE49-F238E27FC236}">
                  <a16:creationId xmlns:a16="http://schemas.microsoft.com/office/drawing/2014/main" id="{3D568A84-F129-456A-A93F-A7DB3CF5EB7F}"/>
                </a:ext>
              </a:extLst>
            </p:cNvPr>
            <p:cNvSpPr txBox="1"/>
            <p:nvPr/>
          </p:nvSpPr>
          <p:spPr>
            <a:xfrm>
              <a:off x="1531997" y="7586375"/>
              <a:ext cx="638609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정보시스템</a:t>
              </a:r>
            </a:p>
          </p:txBody>
        </p:sp>
        <p:sp>
          <p:nvSpPr>
            <p:cNvPr id="759" name="자유형: 도형 758">
              <a:extLst>
                <a:ext uri="{FF2B5EF4-FFF2-40B4-BE49-F238E27FC236}">
                  <a16:creationId xmlns:a16="http://schemas.microsoft.com/office/drawing/2014/main" id="{E9A735D9-1B68-4258-AB6F-FC26E56F0A21}"/>
                </a:ext>
              </a:extLst>
            </p:cNvPr>
            <p:cNvSpPr/>
            <p:nvPr/>
          </p:nvSpPr>
          <p:spPr>
            <a:xfrm>
              <a:off x="2128726" y="7654139"/>
              <a:ext cx="363020" cy="92500"/>
            </a:xfrm>
            <a:custGeom>
              <a:avLst/>
              <a:gdLst>
                <a:gd name="connsiteX0" fmla="*/ 211354 w 363020"/>
                <a:gd name="connsiteY0" fmla="*/ 62917 h 92500"/>
                <a:gd name="connsiteX1" fmla="*/ 219583 w 363020"/>
                <a:gd name="connsiteY1" fmla="*/ 62917 h 92500"/>
                <a:gd name="connsiteX2" fmla="*/ 219583 w 363020"/>
                <a:gd name="connsiteY2" fmla="*/ 83334 h 92500"/>
                <a:gd name="connsiteX3" fmla="*/ 272500 w 363020"/>
                <a:gd name="connsiteY3" fmla="*/ 83334 h 92500"/>
                <a:gd name="connsiteX4" fmla="*/ 272500 w 363020"/>
                <a:gd name="connsiteY4" fmla="*/ 90417 h 92500"/>
                <a:gd name="connsiteX5" fmla="*/ 213542 w 363020"/>
                <a:gd name="connsiteY5" fmla="*/ 90417 h 92500"/>
                <a:gd name="connsiteX6" fmla="*/ 211823 w 363020"/>
                <a:gd name="connsiteY6" fmla="*/ 89948 h 92500"/>
                <a:gd name="connsiteX7" fmla="*/ 211354 w 363020"/>
                <a:gd name="connsiteY7" fmla="*/ 88229 h 92500"/>
                <a:gd name="connsiteX8" fmla="*/ 0 w 363020"/>
                <a:gd name="connsiteY8" fmla="*/ 52709 h 92500"/>
                <a:gd name="connsiteX9" fmla="*/ 84479 w 363020"/>
                <a:gd name="connsiteY9" fmla="*/ 52709 h 92500"/>
                <a:gd name="connsiteX10" fmla="*/ 84479 w 363020"/>
                <a:gd name="connsiteY10" fmla="*/ 59792 h 92500"/>
                <a:gd name="connsiteX11" fmla="*/ 62396 w 363020"/>
                <a:gd name="connsiteY11" fmla="*/ 59792 h 92500"/>
                <a:gd name="connsiteX12" fmla="*/ 62396 w 363020"/>
                <a:gd name="connsiteY12" fmla="*/ 92292 h 92500"/>
                <a:gd name="connsiteX13" fmla="*/ 54167 w 363020"/>
                <a:gd name="connsiteY13" fmla="*/ 92292 h 92500"/>
                <a:gd name="connsiteX14" fmla="*/ 54167 w 363020"/>
                <a:gd name="connsiteY14" fmla="*/ 59792 h 92500"/>
                <a:gd name="connsiteX15" fmla="*/ 30625 w 363020"/>
                <a:gd name="connsiteY15" fmla="*/ 59792 h 92500"/>
                <a:gd name="connsiteX16" fmla="*/ 30625 w 363020"/>
                <a:gd name="connsiteY16" fmla="*/ 91563 h 92500"/>
                <a:gd name="connsiteX17" fmla="*/ 22292 w 363020"/>
                <a:gd name="connsiteY17" fmla="*/ 91563 h 92500"/>
                <a:gd name="connsiteX18" fmla="*/ 22292 w 363020"/>
                <a:gd name="connsiteY18" fmla="*/ 59792 h 92500"/>
                <a:gd name="connsiteX19" fmla="*/ 0 w 363020"/>
                <a:gd name="connsiteY19" fmla="*/ 59792 h 92500"/>
                <a:gd name="connsiteX20" fmla="*/ 215729 w 363020"/>
                <a:gd name="connsiteY20" fmla="*/ 25209 h 92500"/>
                <a:gd name="connsiteX21" fmla="*/ 223646 w 363020"/>
                <a:gd name="connsiteY21" fmla="*/ 25209 h 92500"/>
                <a:gd name="connsiteX22" fmla="*/ 223646 w 363020"/>
                <a:gd name="connsiteY22" fmla="*/ 47188 h 92500"/>
                <a:gd name="connsiteX23" fmla="*/ 231042 w 363020"/>
                <a:gd name="connsiteY23" fmla="*/ 46980 h 92500"/>
                <a:gd name="connsiteX24" fmla="*/ 240313 w 363020"/>
                <a:gd name="connsiteY24" fmla="*/ 46354 h 92500"/>
                <a:gd name="connsiteX25" fmla="*/ 249896 w 363020"/>
                <a:gd name="connsiteY25" fmla="*/ 45521 h 92500"/>
                <a:gd name="connsiteX26" fmla="*/ 258021 w 363020"/>
                <a:gd name="connsiteY26" fmla="*/ 44375 h 92500"/>
                <a:gd name="connsiteX27" fmla="*/ 258021 w 363020"/>
                <a:gd name="connsiteY27" fmla="*/ 51355 h 92500"/>
                <a:gd name="connsiteX28" fmla="*/ 238385 w 363020"/>
                <a:gd name="connsiteY28" fmla="*/ 53386 h 92500"/>
                <a:gd name="connsiteX29" fmla="*/ 207604 w 363020"/>
                <a:gd name="connsiteY29" fmla="*/ 54375 h 92500"/>
                <a:gd name="connsiteX30" fmla="*/ 196250 w 363020"/>
                <a:gd name="connsiteY30" fmla="*/ 54375 h 92500"/>
                <a:gd name="connsiteX31" fmla="*/ 196250 w 363020"/>
                <a:gd name="connsiteY31" fmla="*/ 47188 h 92500"/>
                <a:gd name="connsiteX32" fmla="*/ 215729 w 363020"/>
                <a:gd name="connsiteY32" fmla="*/ 47188 h 92500"/>
                <a:gd name="connsiteX33" fmla="*/ 42292 w 363020"/>
                <a:gd name="connsiteY33" fmla="*/ 7605 h 92500"/>
                <a:gd name="connsiteX34" fmla="*/ 24844 w 363020"/>
                <a:gd name="connsiteY34" fmla="*/ 11407 h 92500"/>
                <a:gd name="connsiteX35" fmla="*/ 18229 w 363020"/>
                <a:gd name="connsiteY35" fmla="*/ 22396 h 92500"/>
                <a:gd name="connsiteX36" fmla="*/ 20052 w 363020"/>
                <a:gd name="connsiteY36" fmla="*/ 28646 h 92500"/>
                <a:gd name="connsiteX37" fmla="*/ 25104 w 363020"/>
                <a:gd name="connsiteY37" fmla="*/ 33229 h 92500"/>
                <a:gd name="connsiteX38" fmla="*/ 32760 w 363020"/>
                <a:gd name="connsiteY38" fmla="*/ 36042 h 92500"/>
                <a:gd name="connsiteX39" fmla="*/ 42292 w 363020"/>
                <a:gd name="connsiteY39" fmla="*/ 36980 h 92500"/>
                <a:gd name="connsiteX40" fmla="*/ 59427 w 363020"/>
                <a:gd name="connsiteY40" fmla="*/ 33178 h 92500"/>
                <a:gd name="connsiteX41" fmla="*/ 66250 w 363020"/>
                <a:gd name="connsiteY41" fmla="*/ 22396 h 92500"/>
                <a:gd name="connsiteX42" fmla="*/ 59479 w 363020"/>
                <a:gd name="connsiteY42" fmla="*/ 11407 h 92500"/>
                <a:gd name="connsiteX43" fmla="*/ 42292 w 363020"/>
                <a:gd name="connsiteY43" fmla="*/ 7605 h 92500"/>
                <a:gd name="connsiteX44" fmla="*/ 97917 w 363020"/>
                <a:gd name="connsiteY44" fmla="*/ 5313 h 92500"/>
                <a:gd name="connsiteX45" fmla="*/ 146458 w 363020"/>
                <a:gd name="connsiteY45" fmla="*/ 5313 h 92500"/>
                <a:gd name="connsiteX46" fmla="*/ 146458 w 363020"/>
                <a:gd name="connsiteY46" fmla="*/ 12292 h 92500"/>
                <a:gd name="connsiteX47" fmla="*/ 126354 w 363020"/>
                <a:gd name="connsiteY47" fmla="*/ 12292 h 92500"/>
                <a:gd name="connsiteX48" fmla="*/ 126354 w 363020"/>
                <a:gd name="connsiteY48" fmla="*/ 21563 h 92500"/>
                <a:gd name="connsiteX49" fmla="*/ 132604 w 363020"/>
                <a:gd name="connsiteY49" fmla="*/ 47239 h 92500"/>
                <a:gd name="connsiteX50" fmla="*/ 151667 w 363020"/>
                <a:gd name="connsiteY50" fmla="*/ 65521 h 92500"/>
                <a:gd name="connsiteX51" fmla="*/ 145729 w 363020"/>
                <a:gd name="connsiteY51" fmla="*/ 71459 h 92500"/>
                <a:gd name="connsiteX52" fmla="*/ 131875 w 363020"/>
                <a:gd name="connsiteY52" fmla="*/ 59375 h 92500"/>
                <a:gd name="connsiteX53" fmla="*/ 122083 w 363020"/>
                <a:gd name="connsiteY53" fmla="*/ 42605 h 92500"/>
                <a:gd name="connsiteX54" fmla="*/ 118021 w 363020"/>
                <a:gd name="connsiteY54" fmla="*/ 51823 h 92500"/>
                <a:gd name="connsiteX55" fmla="*/ 112083 w 363020"/>
                <a:gd name="connsiteY55" fmla="*/ 60521 h 92500"/>
                <a:gd name="connsiteX56" fmla="*/ 105156 w 363020"/>
                <a:gd name="connsiteY56" fmla="*/ 68021 h 92500"/>
                <a:gd name="connsiteX57" fmla="*/ 98021 w 363020"/>
                <a:gd name="connsiteY57" fmla="*/ 73958 h 92500"/>
                <a:gd name="connsiteX58" fmla="*/ 91250 w 363020"/>
                <a:gd name="connsiteY58" fmla="*/ 68229 h 92500"/>
                <a:gd name="connsiteX59" fmla="*/ 110781 w 363020"/>
                <a:gd name="connsiteY59" fmla="*/ 48438 h 92500"/>
                <a:gd name="connsiteX60" fmla="*/ 117813 w 363020"/>
                <a:gd name="connsiteY60" fmla="*/ 20208 h 92500"/>
                <a:gd name="connsiteX61" fmla="*/ 117813 w 363020"/>
                <a:gd name="connsiteY61" fmla="*/ 12292 h 92500"/>
                <a:gd name="connsiteX62" fmla="*/ 97917 w 363020"/>
                <a:gd name="connsiteY62" fmla="*/ 12292 h 92500"/>
                <a:gd name="connsiteX63" fmla="*/ 294479 w 363020"/>
                <a:gd name="connsiteY63" fmla="*/ 4479 h 92500"/>
                <a:gd name="connsiteX64" fmla="*/ 333646 w 363020"/>
                <a:gd name="connsiteY64" fmla="*/ 4479 h 92500"/>
                <a:gd name="connsiteX65" fmla="*/ 335365 w 363020"/>
                <a:gd name="connsiteY65" fmla="*/ 4948 h 92500"/>
                <a:gd name="connsiteX66" fmla="*/ 335834 w 363020"/>
                <a:gd name="connsiteY66" fmla="*/ 6667 h 92500"/>
                <a:gd name="connsiteX67" fmla="*/ 335834 w 363020"/>
                <a:gd name="connsiteY67" fmla="*/ 38126 h 92500"/>
                <a:gd name="connsiteX68" fmla="*/ 335365 w 363020"/>
                <a:gd name="connsiteY68" fmla="*/ 39844 h 92500"/>
                <a:gd name="connsiteX69" fmla="*/ 333646 w 363020"/>
                <a:gd name="connsiteY69" fmla="*/ 40313 h 92500"/>
                <a:gd name="connsiteX70" fmla="*/ 302708 w 363020"/>
                <a:gd name="connsiteY70" fmla="*/ 40313 h 92500"/>
                <a:gd name="connsiteX71" fmla="*/ 302708 w 363020"/>
                <a:gd name="connsiteY71" fmla="*/ 62292 h 92500"/>
                <a:gd name="connsiteX72" fmla="*/ 312813 w 363020"/>
                <a:gd name="connsiteY72" fmla="*/ 62292 h 92500"/>
                <a:gd name="connsiteX73" fmla="*/ 323906 w 363020"/>
                <a:gd name="connsiteY73" fmla="*/ 61979 h 92500"/>
                <a:gd name="connsiteX74" fmla="*/ 334271 w 363020"/>
                <a:gd name="connsiteY74" fmla="*/ 61251 h 92500"/>
                <a:gd name="connsiteX75" fmla="*/ 343229 w 363020"/>
                <a:gd name="connsiteY75" fmla="*/ 60156 h 92500"/>
                <a:gd name="connsiteX76" fmla="*/ 350104 w 363020"/>
                <a:gd name="connsiteY76" fmla="*/ 58959 h 92500"/>
                <a:gd name="connsiteX77" fmla="*/ 350104 w 363020"/>
                <a:gd name="connsiteY77" fmla="*/ 66146 h 92500"/>
                <a:gd name="connsiteX78" fmla="*/ 342709 w 363020"/>
                <a:gd name="connsiteY78" fmla="*/ 67396 h 92500"/>
                <a:gd name="connsiteX79" fmla="*/ 333125 w 363020"/>
                <a:gd name="connsiteY79" fmla="*/ 68542 h 92500"/>
                <a:gd name="connsiteX80" fmla="*/ 321979 w 363020"/>
                <a:gd name="connsiteY80" fmla="*/ 69375 h 92500"/>
                <a:gd name="connsiteX81" fmla="*/ 310000 w 363020"/>
                <a:gd name="connsiteY81" fmla="*/ 69687 h 92500"/>
                <a:gd name="connsiteX82" fmla="*/ 296667 w 363020"/>
                <a:gd name="connsiteY82" fmla="*/ 69687 h 92500"/>
                <a:gd name="connsiteX83" fmla="*/ 294948 w 363020"/>
                <a:gd name="connsiteY83" fmla="*/ 69219 h 92500"/>
                <a:gd name="connsiteX84" fmla="*/ 294479 w 363020"/>
                <a:gd name="connsiteY84" fmla="*/ 67500 h 92500"/>
                <a:gd name="connsiteX85" fmla="*/ 294479 w 363020"/>
                <a:gd name="connsiteY85" fmla="*/ 35417 h 92500"/>
                <a:gd name="connsiteX86" fmla="*/ 294948 w 363020"/>
                <a:gd name="connsiteY86" fmla="*/ 33698 h 92500"/>
                <a:gd name="connsiteX87" fmla="*/ 296667 w 363020"/>
                <a:gd name="connsiteY87" fmla="*/ 33229 h 92500"/>
                <a:gd name="connsiteX88" fmla="*/ 327708 w 363020"/>
                <a:gd name="connsiteY88" fmla="*/ 33229 h 92500"/>
                <a:gd name="connsiteX89" fmla="*/ 327708 w 363020"/>
                <a:gd name="connsiteY89" fmla="*/ 11667 h 92500"/>
                <a:gd name="connsiteX90" fmla="*/ 294479 w 363020"/>
                <a:gd name="connsiteY90" fmla="*/ 11667 h 92500"/>
                <a:gd name="connsiteX91" fmla="*/ 202083 w 363020"/>
                <a:gd name="connsiteY91" fmla="*/ 3750 h 92500"/>
                <a:gd name="connsiteX92" fmla="*/ 246146 w 363020"/>
                <a:gd name="connsiteY92" fmla="*/ 3750 h 92500"/>
                <a:gd name="connsiteX93" fmla="*/ 247865 w 363020"/>
                <a:gd name="connsiteY93" fmla="*/ 4219 h 92500"/>
                <a:gd name="connsiteX94" fmla="*/ 248333 w 363020"/>
                <a:gd name="connsiteY94" fmla="*/ 5937 h 92500"/>
                <a:gd name="connsiteX95" fmla="*/ 247708 w 363020"/>
                <a:gd name="connsiteY95" fmla="*/ 14636 h 92500"/>
                <a:gd name="connsiteX96" fmla="*/ 246771 w 363020"/>
                <a:gd name="connsiteY96" fmla="*/ 23229 h 92500"/>
                <a:gd name="connsiteX97" fmla="*/ 245677 w 363020"/>
                <a:gd name="connsiteY97" fmla="*/ 31198 h 92500"/>
                <a:gd name="connsiteX98" fmla="*/ 244479 w 363020"/>
                <a:gd name="connsiteY98" fmla="*/ 37708 h 92500"/>
                <a:gd name="connsiteX99" fmla="*/ 236354 w 363020"/>
                <a:gd name="connsiteY99" fmla="*/ 37708 h 92500"/>
                <a:gd name="connsiteX100" fmla="*/ 237396 w 363020"/>
                <a:gd name="connsiteY100" fmla="*/ 31823 h 92500"/>
                <a:gd name="connsiteX101" fmla="*/ 238333 w 363020"/>
                <a:gd name="connsiteY101" fmla="*/ 24792 h 92500"/>
                <a:gd name="connsiteX102" fmla="*/ 239167 w 363020"/>
                <a:gd name="connsiteY102" fmla="*/ 17604 h 92500"/>
                <a:gd name="connsiteX103" fmla="*/ 239792 w 363020"/>
                <a:gd name="connsiteY103" fmla="*/ 10938 h 92500"/>
                <a:gd name="connsiteX104" fmla="*/ 202083 w 363020"/>
                <a:gd name="connsiteY104" fmla="*/ 10938 h 92500"/>
                <a:gd name="connsiteX105" fmla="*/ 42292 w 363020"/>
                <a:gd name="connsiteY105" fmla="*/ 730 h 92500"/>
                <a:gd name="connsiteX106" fmla="*/ 66302 w 363020"/>
                <a:gd name="connsiteY106" fmla="*/ 6563 h 92500"/>
                <a:gd name="connsiteX107" fmla="*/ 75000 w 363020"/>
                <a:gd name="connsiteY107" fmla="*/ 22396 h 92500"/>
                <a:gd name="connsiteX108" fmla="*/ 66354 w 363020"/>
                <a:gd name="connsiteY108" fmla="*/ 37969 h 92500"/>
                <a:gd name="connsiteX109" fmla="*/ 42292 w 363020"/>
                <a:gd name="connsiteY109" fmla="*/ 43855 h 92500"/>
                <a:gd name="connsiteX110" fmla="*/ 28594 w 363020"/>
                <a:gd name="connsiteY110" fmla="*/ 42344 h 92500"/>
                <a:gd name="connsiteX111" fmla="*/ 18229 w 363020"/>
                <a:gd name="connsiteY111" fmla="*/ 38021 h 92500"/>
                <a:gd name="connsiteX112" fmla="*/ 11719 w 363020"/>
                <a:gd name="connsiteY112" fmla="*/ 31250 h 92500"/>
                <a:gd name="connsiteX113" fmla="*/ 9479 w 363020"/>
                <a:gd name="connsiteY113" fmla="*/ 22396 h 92500"/>
                <a:gd name="connsiteX114" fmla="*/ 18229 w 363020"/>
                <a:gd name="connsiteY114" fmla="*/ 6719 h 92500"/>
                <a:gd name="connsiteX115" fmla="*/ 42292 w 363020"/>
                <a:gd name="connsiteY115" fmla="*/ 730 h 92500"/>
                <a:gd name="connsiteX116" fmla="*/ 161771 w 363020"/>
                <a:gd name="connsiteY116" fmla="*/ 208 h 92500"/>
                <a:gd name="connsiteX117" fmla="*/ 170000 w 363020"/>
                <a:gd name="connsiteY117" fmla="*/ 208 h 92500"/>
                <a:gd name="connsiteX118" fmla="*/ 170000 w 363020"/>
                <a:gd name="connsiteY118" fmla="*/ 92500 h 92500"/>
                <a:gd name="connsiteX119" fmla="*/ 161771 w 363020"/>
                <a:gd name="connsiteY119" fmla="*/ 92500 h 92500"/>
                <a:gd name="connsiteX120" fmla="*/ 354792 w 363020"/>
                <a:gd name="connsiteY120" fmla="*/ 0 h 92500"/>
                <a:gd name="connsiteX121" fmla="*/ 363021 w 363020"/>
                <a:gd name="connsiteY121" fmla="*/ 0 h 92500"/>
                <a:gd name="connsiteX122" fmla="*/ 363021 w 363020"/>
                <a:gd name="connsiteY122" fmla="*/ 92292 h 92500"/>
                <a:gd name="connsiteX123" fmla="*/ 354792 w 363020"/>
                <a:gd name="connsiteY123" fmla="*/ 92292 h 92500"/>
                <a:gd name="connsiteX124" fmla="*/ 261354 w 363020"/>
                <a:gd name="connsiteY124" fmla="*/ 0 h 92500"/>
                <a:gd name="connsiteX125" fmla="*/ 269479 w 363020"/>
                <a:gd name="connsiteY125" fmla="*/ 0 h 92500"/>
                <a:gd name="connsiteX126" fmla="*/ 269479 w 363020"/>
                <a:gd name="connsiteY126" fmla="*/ 29688 h 92500"/>
                <a:gd name="connsiteX127" fmla="*/ 282188 w 363020"/>
                <a:gd name="connsiteY127" fmla="*/ 29688 h 92500"/>
                <a:gd name="connsiteX128" fmla="*/ 282188 w 363020"/>
                <a:gd name="connsiteY128" fmla="*/ 36980 h 92500"/>
                <a:gd name="connsiteX129" fmla="*/ 269479 w 363020"/>
                <a:gd name="connsiteY129" fmla="*/ 36980 h 92500"/>
                <a:gd name="connsiteX130" fmla="*/ 269479 w 363020"/>
                <a:gd name="connsiteY130" fmla="*/ 69792 h 92500"/>
                <a:gd name="connsiteX131" fmla="*/ 261354 w 363020"/>
                <a:gd name="connsiteY131" fmla="*/ 69792 h 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363020" h="92500">
                  <a:moveTo>
                    <a:pt x="211354" y="62917"/>
                  </a:moveTo>
                  <a:lnTo>
                    <a:pt x="219583" y="62917"/>
                  </a:lnTo>
                  <a:lnTo>
                    <a:pt x="219583" y="83334"/>
                  </a:lnTo>
                  <a:lnTo>
                    <a:pt x="272500" y="83334"/>
                  </a:lnTo>
                  <a:lnTo>
                    <a:pt x="272500" y="90417"/>
                  </a:lnTo>
                  <a:lnTo>
                    <a:pt x="213542" y="90417"/>
                  </a:lnTo>
                  <a:cubicBezTo>
                    <a:pt x="212708" y="90417"/>
                    <a:pt x="212136" y="90261"/>
                    <a:pt x="211823" y="89948"/>
                  </a:cubicBezTo>
                  <a:cubicBezTo>
                    <a:pt x="211510" y="89636"/>
                    <a:pt x="211354" y="89063"/>
                    <a:pt x="211354" y="88229"/>
                  </a:cubicBezTo>
                  <a:close/>
                  <a:moveTo>
                    <a:pt x="0" y="52709"/>
                  </a:moveTo>
                  <a:lnTo>
                    <a:pt x="84479" y="52709"/>
                  </a:lnTo>
                  <a:lnTo>
                    <a:pt x="84479" y="59792"/>
                  </a:lnTo>
                  <a:lnTo>
                    <a:pt x="62396" y="59792"/>
                  </a:lnTo>
                  <a:lnTo>
                    <a:pt x="62396" y="92292"/>
                  </a:lnTo>
                  <a:lnTo>
                    <a:pt x="54167" y="92292"/>
                  </a:lnTo>
                  <a:lnTo>
                    <a:pt x="54167" y="59792"/>
                  </a:lnTo>
                  <a:lnTo>
                    <a:pt x="30625" y="59792"/>
                  </a:lnTo>
                  <a:lnTo>
                    <a:pt x="30625" y="91563"/>
                  </a:lnTo>
                  <a:lnTo>
                    <a:pt x="22292" y="91563"/>
                  </a:lnTo>
                  <a:lnTo>
                    <a:pt x="22292" y="59792"/>
                  </a:lnTo>
                  <a:lnTo>
                    <a:pt x="0" y="59792"/>
                  </a:lnTo>
                  <a:close/>
                  <a:moveTo>
                    <a:pt x="215729" y="25209"/>
                  </a:moveTo>
                  <a:lnTo>
                    <a:pt x="223646" y="25209"/>
                  </a:lnTo>
                  <a:lnTo>
                    <a:pt x="223646" y="47188"/>
                  </a:lnTo>
                  <a:cubicBezTo>
                    <a:pt x="225586" y="47188"/>
                    <a:pt x="228060" y="47110"/>
                    <a:pt x="231042" y="46980"/>
                  </a:cubicBezTo>
                  <a:cubicBezTo>
                    <a:pt x="234024" y="46837"/>
                    <a:pt x="237122" y="46628"/>
                    <a:pt x="240313" y="46354"/>
                  </a:cubicBezTo>
                  <a:cubicBezTo>
                    <a:pt x="243581" y="46146"/>
                    <a:pt x="246771" y="45860"/>
                    <a:pt x="249896" y="45521"/>
                  </a:cubicBezTo>
                  <a:cubicBezTo>
                    <a:pt x="253021" y="45169"/>
                    <a:pt x="255729" y="44792"/>
                    <a:pt x="258021" y="44375"/>
                  </a:cubicBezTo>
                  <a:lnTo>
                    <a:pt x="258021" y="51355"/>
                  </a:lnTo>
                  <a:cubicBezTo>
                    <a:pt x="253581" y="52044"/>
                    <a:pt x="247031" y="52722"/>
                    <a:pt x="238385" y="53386"/>
                  </a:cubicBezTo>
                  <a:cubicBezTo>
                    <a:pt x="229740" y="54037"/>
                    <a:pt x="219479" y="54375"/>
                    <a:pt x="207604" y="54375"/>
                  </a:cubicBezTo>
                  <a:lnTo>
                    <a:pt x="196250" y="54375"/>
                  </a:lnTo>
                  <a:lnTo>
                    <a:pt x="196250" y="47188"/>
                  </a:lnTo>
                  <a:lnTo>
                    <a:pt x="215729" y="47188"/>
                  </a:lnTo>
                  <a:close/>
                  <a:moveTo>
                    <a:pt x="42292" y="7605"/>
                  </a:moveTo>
                  <a:cubicBezTo>
                    <a:pt x="35065" y="7605"/>
                    <a:pt x="29258" y="8868"/>
                    <a:pt x="24844" y="11407"/>
                  </a:cubicBezTo>
                  <a:cubicBezTo>
                    <a:pt x="20430" y="13932"/>
                    <a:pt x="18229" y="17604"/>
                    <a:pt x="18229" y="22396"/>
                  </a:cubicBezTo>
                  <a:cubicBezTo>
                    <a:pt x="18229" y="24753"/>
                    <a:pt x="18841" y="26836"/>
                    <a:pt x="20052" y="28646"/>
                  </a:cubicBezTo>
                  <a:cubicBezTo>
                    <a:pt x="21263" y="30443"/>
                    <a:pt x="22956" y="31979"/>
                    <a:pt x="25104" y="33229"/>
                  </a:cubicBezTo>
                  <a:cubicBezTo>
                    <a:pt x="27253" y="34479"/>
                    <a:pt x="29805" y="35417"/>
                    <a:pt x="32760" y="36042"/>
                  </a:cubicBezTo>
                  <a:cubicBezTo>
                    <a:pt x="35716" y="36667"/>
                    <a:pt x="38893" y="36980"/>
                    <a:pt x="42292" y="36980"/>
                  </a:cubicBezTo>
                  <a:cubicBezTo>
                    <a:pt x="49167" y="36980"/>
                    <a:pt x="54883" y="35703"/>
                    <a:pt x="59427" y="33178"/>
                  </a:cubicBezTo>
                  <a:cubicBezTo>
                    <a:pt x="63971" y="30638"/>
                    <a:pt x="66250" y="27045"/>
                    <a:pt x="66250" y="22396"/>
                  </a:cubicBezTo>
                  <a:cubicBezTo>
                    <a:pt x="66250" y="17604"/>
                    <a:pt x="63997" y="13932"/>
                    <a:pt x="59479" y="11407"/>
                  </a:cubicBezTo>
                  <a:cubicBezTo>
                    <a:pt x="54961" y="8868"/>
                    <a:pt x="49232" y="7605"/>
                    <a:pt x="42292" y="7605"/>
                  </a:cubicBezTo>
                  <a:close/>
                  <a:moveTo>
                    <a:pt x="97917" y="5313"/>
                  </a:moveTo>
                  <a:lnTo>
                    <a:pt x="146458" y="5313"/>
                  </a:lnTo>
                  <a:lnTo>
                    <a:pt x="146458" y="12292"/>
                  </a:lnTo>
                  <a:lnTo>
                    <a:pt x="126354" y="12292"/>
                  </a:lnTo>
                  <a:lnTo>
                    <a:pt x="126354" y="21563"/>
                  </a:lnTo>
                  <a:cubicBezTo>
                    <a:pt x="126354" y="31485"/>
                    <a:pt x="128437" y="40052"/>
                    <a:pt x="132604" y="47239"/>
                  </a:cubicBezTo>
                  <a:cubicBezTo>
                    <a:pt x="136771" y="54427"/>
                    <a:pt x="143125" y="60521"/>
                    <a:pt x="151667" y="65521"/>
                  </a:cubicBezTo>
                  <a:lnTo>
                    <a:pt x="145729" y="71459"/>
                  </a:lnTo>
                  <a:cubicBezTo>
                    <a:pt x="140938" y="68334"/>
                    <a:pt x="136315" y="64297"/>
                    <a:pt x="131875" y="59375"/>
                  </a:cubicBezTo>
                  <a:cubicBezTo>
                    <a:pt x="127435" y="54441"/>
                    <a:pt x="124167" y="48854"/>
                    <a:pt x="122083" y="42605"/>
                  </a:cubicBezTo>
                  <a:cubicBezTo>
                    <a:pt x="121107" y="45729"/>
                    <a:pt x="119753" y="48803"/>
                    <a:pt x="118021" y="51823"/>
                  </a:cubicBezTo>
                  <a:cubicBezTo>
                    <a:pt x="116289" y="54844"/>
                    <a:pt x="114310" y="57735"/>
                    <a:pt x="112083" y="60521"/>
                  </a:cubicBezTo>
                  <a:cubicBezTo>
                    <a:pt x="109935" y="63229"/>
                    <a:pt x="107617" y="65730"/>
                    <a:pt x="105156" y="68021"/>
                  </a:cubicBezTo>
                  <a:cubicBezTo>
                    <a:pt x="102695" y="70313"/>
                    <a:pt x="100313" y="72292"/>
                    <a:pt x="98021" y="73958"/>
                  </a:cubicBezTo>
                  <a:lnTo>
                    <a:pt x="91250" y="68229"/>
                  </a:lnTo>
                  <a:cubicBezTo>
                    <a:pt x="99583" y="63021"/>
                    <a:pt x="106094" y="56419"/>
                    <a:pt x="110781" y="48438"/>
                  </a:cubicBezTo>
                  <a:cubicBezTo>
                    <a:pt x="115469" y="40443"/>
                    <a:pt x="117813" y="31042"/>
                    <a:pt x="117813" y="20208"/>
                  </a:cubicBezTo>
                  <a:lnTo>
                    <a:pt x="117813" y="12292"/>
                  </a:lnTo>
                  <a:lnTo>
                    <a:pt x="97917" y="12292"/>
                  </a:lnTo>
                  <a:close/>
                  <a:moveTo>
                    <a:pt x="294479" y="4479"/>
                  </a:moveTo>
                  <a:lnTo>
                    <a:pt x="333646" y="4479"/>
                  </a:lnTo>
                  <a:cubicBezTo>
                    <a:pt x="334479" y="4479"/>
                    <a:pt x="335052" y="4636"/>
                    <a:pt x="335365" y="4948"/>
                  </a:cubicBezTo>
                  <a:cubicBezTo>
                    <a:pt x="335677" y="5260"/>
                    <a:pt x="335834" y="5833"/>
                    <a:pt x="335834" y="6667"/>
                  </a:cubicBezTo>
                  <a:lnTo>
                    <a:pt x="335834" y="38126"/>
                  </a:lnTo>
                  <a:cubicBezTo>
                    <a:pt x="335834" y="38958"/>
                    <a:pt x="335677" y="39531"/>
                    <a:pt x="335365" y="39844"/>
                  </a:cubicBezTo>
                  <a:cubicBezTo>
                    <a:pt x="335052" y="40157"/>
                    <a:pt x="334479" y="40313"/>
                    <a:pt x="333646" y="40313"/>
                  </a:cubicBezTo>
                  <a:lnTo>
                    <a:pt x="302708" y="40313"/>
                  </a:lnTo>
                  <a:lnTo>
                    <a:pt x="302708" y="62292"/>
                  </a:lnTo>
                  <a:lnTo>
                    <a:pt x="312813" y="62292"/>
                  </a:lnTo>
                  <a:cubicBezTo>
                    <a:pt x="316563" y="62292"/>
                    <a:pt x="320261" y="62188"/>
                    <a:pt x="323906" y="61979"/>
                  </a:cubicBezTo>
                  <a:cubicBezTo>
                    <a:pt x="327552" y="61771"/>
                    <a:pt x="331003" y="61524"/>
                    <a:pt x="334271" y="61251"/>
                  </a:cubicBezTo>
                  <a:cubicBezTo>
                    <a:pt x="337539" y="60898"/>
                    <a:pt x="340521" y="60534"/>
                    <a:pt x="343229" y="60156"/>
                  </a:cubicBezTo>
                  <a:cubicBezTo>
                    <a:pt x="345938" y="59766"/>
                    <a:pt x="348229" y="59375"/>
                    <a:pt x="350104" y="58959"/>
                  </a:cubicBezTo>
                  <a:lnTo>
                    <a:pt x="350104" y="66146"/>
                  </a:lnTo>
                  <a:cubicBezTo>
                    <a:pt x="348086" y="66563"/>
                    <a:pt x="345625" y="66980"/>
                    <a:pt x="342709" y="67396"/>
                  </a:cubicBezTo>
                  <a:cubicBezTo>
                    <a:pt x="339792" y="67813"/>
                    <a:pt x="336602" y="68190"/>
                    <a:pt x="333125" y="68542"/>
                  </a:cubicBezTo>
                  <a:cubicBezTo>
                    <a:pt x="329649" y="68881"/>
                    <a:pt x="325938" y="69167"/>
                    <a:pt x="321979" y="69375"/>
                  </a:cubicBezTo>
                  <a:cubicBezTo>
                    <a:pt x="318021" y="69583"/>
                    <a:pt x="314024" y="69687"/>
                    <a:pt x="310000" y="69687"/>
                  </a:cubicBezTo>
                  <a:lnTo>
                    <a:pt x="296667" y="69687"/>
                  </a:lnTo>
                  <a:cubicBezTo>
                    <a:pt x="295833" y="69687"/>
                    <a:pt x="295261" y="69532"/>
                    <a:pt x="294948" y="69219"/>
                  </a:cubicBezTo>
                  <a:cubicBezTo>
                    <a:pt x="294636" y="68906"/>
                    <a:pt x="294479" y="68334"/>
                    <a:pt x="294479" y="67500"/>
                  </a:cubicBezTo>
                  <a:lnTo>
                    <a:pt x="294479" y="35417"/>
                  </a:lnTo>
                  <a:cubicBezTo>
                    <a:pt x="294479" y="34583"/>
                    <a:pt x="294636" y="34010"/>
                    <a:pt x="294948" y="33698"/>
                  </a:cubicBezTo>
                  <a:cubicBezTo>
                    <a:pt x="295261" y="33386"/>
                    <a:pt x="295833" y="33229"/>
                    <a:pt x="296667" y="33229"/>
                  </a:cubicBezTo>
                  <a:lnTo>
                    <a:pt x="327708" y="33229"/>
                  </a:lnTo>
                  <a:lnTo>
                    <a:pt x="327708" y="11667"/>
                  </a:lnTo>
                  <a:lnTo>
                    <a:pt x="294479" y="11667"/>
                  </a:lnTo>
                  <a:close/>
                  <a:moveTo>
                    <a:pt x="202083" y="3750"/>
                  </a:moveTo>
                  <a:lnTo>
                    <a:pt x="246146" y="3750"/>
                  </a:lnTo>
                  <a:cubicBezTo>
                    <a:pt x="246979" y="3750"/>
                    <a:pt x="247552" y="3906"/>
                    <a:pt x="247865" y="4219"/>
                  </a:cubicBezTo>
                  <a:cubicBezTo>
                    <a:pt x="248177" y="4532"/>
                    <a:pt x="248333" y="5105"/>
                    <a:pt x="248333" y="5937"/>
                  </a:cubicBezTo>
                  <a:cubicBezTo>
                    <a:pt x="248190" y="8776"/>
                    <a:pt x="247982" y="11680"/>
                    <a:pt x="247708" y="14636"/>
                  </a:cubicBezTo>
                  <a:cubicBezTo>
                    <a:pt x="247435" y="17579"/>
                    <a:pt x="247122" y="20443"/>
                    <a:pt x="246771" y="23229"/>
                  </a:cubicBezTo>
                  <a:cubicBezTo>
                    <a:pt x="246419" y="26068"/>
                    <a:pt x="246055" y="28724"/>
                    <a:pt x="245677" y="31198"/>
                  </a:cubicBezTo>
                  <a:cubicBezTo>
                    <a:pt x="245300" y="33659"/>
                    <a:pt x="244896" y="35834"/>
                    <a:pt x="244479" y="37708"/>
                  </a:cubicBezTo>
                  <a:lnTo>
                    <a:pt x="236354" y="37708"/>
                  </a:lnTo>
                  <a:cubicBezTo>
                    <a:pt x="236706" y="36042"/>
                    <a:pt x="237044" y="34076"/>
                    <a:pt x="237396" y="31823"/>
                  </a:cubicBezTo>
                  <a:cubicBezTo>
                    <a:pt x="237747" y="29558"/>
                    <a:pt x="238060" y="27214"/>
                    <a:pt x="238333" y="24792"/>
                  </a:cubicBezTo>
                  <a:cubicBezTo>
                    <a:pt x="238685" y="22422"/>
                    <a:pt x="238958" y="20026"/>
                    <a:pt x="239167" y="17604"/>
                  </a:cubicBezTo>
                  <a:cubicBezTo>
                    <a:pt x="239375" y="15170"/>
                    <a:pt x="239583" y="12943"/>
                    <a:pt x="239792" y="10938"/>
                  </a:cubicBezTo>
                  <a:lnTo>
                    <a:pt x="202083" y="10938"/>
                  </a:lnTo>
                  <a:close/>
                  <a:moveTo>
                    <a:pt x="42292" y="730"/>
                  </a:moveTo>
                  <a:cubicBezTo>
                    <a:pt x="52500" y="730"/>
                    <a:pt x="60508" y="2669"/>
                    <a:pt x="66302" y="6563"/>
                  </a:cubicBezTo>
                  <a:cubicBezTo>
                    <a:pt x="72096" y="10443"/>
                    <a:pt x="75000" y="15729"/>
                    <a:pt x="75000" y="22396"/>
                  </a:cubicBezTo>
                  <a:cubicBezTo>
                    <a:pt x="75000" y="28854"/>
                    <a:pt x="72122" y="34037"/>
                    <a:pt x="66354" y="37969"/>
                  </a:cubicBezTo>
                  <a:cubicBezTo>
                    <a:pt x="60586" y="41889"/>
                    <a:pt x="52565" y="43855"/>
                    <a:pt x="42292" y="43855"/>
                  </a:cubicBezTo>
                  <a:cubicBezTo>
                    <a:pt x="37227" y="43855"/>
                    <a:pt x="32656" y="43347"/>
                    <a:pt x="28594" y="42344"/>
                  </a:cubicBezTo>
                  <a:cubicBezTo>
                    <a:pt x="24531" y="41328"/>
                    <a:pt x="21081" y="39896"/>
                    <a:pt x="18229" y="38021"/>
                  </a:cubicBezTo>
                  <a:cubicBezTo>
                    <a:pt x="15378" y="36146"/>
                    <a:pt x="13216" y="33880"/>
                    <a:pt x="11719" y="31250"/>
                  </a:cubicBezTo>
                  <a:cubicBezTo>
                    <a:pt x="10221" y="28607"/>
                    <a:pt x="9479" y="25651"/>
                    <a:pt x="9479" y="22396"/>
                  </a:cubicBezTo>
                  <a:cubicBezTo>
                    <a:pt x="9479" y="15937"/>
                    <a:pt x="12396" y="10703"/>
                    <a:pt x="18229" y="6719"/>
                  </a:cubicBezTo>
                  <a:cubicBezTo>
                    <a:pt x="24063" y="2722"/>
                    <a:pt x="32083" y="730"/>
                    <a:pt x="42292" y="730"/>
                  </a:cubicBezTo>
                  <a:close/>
                  <a:moveTo>
                    <a:pt x="161771" y="208"/>
                  </a:moveTo>
                  <a:lnTo>
                    <a:pt x="170000" y="208"/>
                  </a:lnTo>
                  <a:lnTo>
                    <a:pt x="170000" y="92500"/>
                  </a:lnTo>
                  <a:lnTo>
                    <a:pt x="161771" y="92500"/>
                  </a:lnTo>
                  <a:close/>
                  <a:moveTo>
                    <a:pt x="354792" y="0"/>
                  </a:moveTo>
                  <a:lnTo>
                    <a:pt x="363021" y="0"/>
                  </a:lnTo>
                  <a:lnTo>
                    <a:pt x="363021" y="92292"/>
                  </a:lnTo>
                  <a:lnTo>
                    <a:pt x="354792" y="92292"/>
                  </a:lnTo>
                  <a:close/>
                  <a:moveTo>
                    <a:pt x="261354" y="0"/>
                  </a:moveTo>
                  <a:lnTo>
                    <a:pt x="269479" y="0"/>
                  </a:lnTo>
                  <a:lnTo>
                    <a:pt x="269479" y="29688"/>
                  </a:lnTo>
                  <a:lnTo>
                    <a:pt x="282188" y="29688"/>
                  </a:lnTo>
                  <a:lnTo>
                    <a:pt x="282188" y="36980"/>
                  </a:lnTo>
                  <a:lnTo>
                    <a:pt x="269479" y="36980"/>
                  </a:lnTo>
                  <a:lnTo>
                    <a:pt x="269479" y="69792"/>
                  </a:lnTo>
                  <a:lnTo>
                    <a:pt x="261354" y="697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0" name="TextBox 759">
              <a:extLst>
                <a:ext uri="{FF2B5EF4-FFF2-40B4-BE49-F238E27FC236}">
                  <a16:creationId xmlns:a16="http://schemas.microsoft.com/office/drawing/2014/main" id="{CE452A52-A0D8-4178-AD82-4B4462BCFAE0}"/>
                </a:ext>
              </a:extLst>
            </p:cNvPr>
            <p:cNvSpPr txBox="1"/>
            <p:nvPr/>
          </p:nvSpPr>
          <p:spPr>
            <a:xfrm>
              <a:off x="2037286" y="7585190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</a:t>
              </a:r>
            </a:p>
          </p:txBody>
        </p:sp>
        <p:sp>
          <p:nvSpPr>
            <p:cNvPr id="761" name="자유형: 도형 760">
              <a:extLst>
                <a:ext uri="{FF2B5EF4-FFF2-40B4-BE49-F238E27FC236}">
                  <a16:creationId xmlns:a16="http://schemas.microsoft.com/office/drawing/2014/main" id="{D2A32478-4C28-4F38-8AA9-14D469633360}"/>
                </a:ext>
              </a:extLst>
            </p:cNvPr>
            <p:cNvSpPr/>
            <p:nvPr/>
          </p:nvSpPr>
          <p:spPr>
            <a:xfrm>
              <a:off x="2536773" y="7654139"/>
              <a:ext cx="170950" cy="92395"/>
            </a:xfrm>
            <a:custGeom>
              <a:avLst/>
              <a:gdLst>
                <a:gd name="connsiteX0" fmla="*/ 119180 w 170950"/>
                <a:gd name="connsiteY0" fmla="*/ 71667 h 92395"/>
                <a:gd name="connsiteX1" fmla="*/ 119180 w 170950"/>
                <a:gd name="connsiteY1" fmla="*/ 84584 h 92395"/>
                <a:gd name="connsiteX2" fmla="*/ 162813 w 170950"/>
                <a:gd name="connsiteY2" fmla="*/ 84584 h 92395"/>
                <a:gd name="connsiteX3" fmla="*/ 162813 w 170950"/>
                <a:gd name="connsiteY3" fmla="*/ 71667 h 92395"/>
                <a:gd name="connsiteX4" fmla="*/ 111042 w 170950"/>
                <a:gd name="connsiteY4" fmla="*/ 53438 h 92395"/>
                <a:gd name="connsiteX5" fmla="*/ 119180 w 170950"/>
                <a:gd name="connsiteY5" fmla="*/ 53438 h 92395"/>
                <a:gd name="connsiteX6" fmla="*/ 119180 w 170950"/>
                <a:gd name="connsiteY6" fmla="*/ 64896 h 92395"/>
                <a:gd name="connsiteX7" fmla="*/ 162813 w 170950"/>
                <a:gd name="connsiteY7" fmla="*/ 64896 h 92395"/>
                <a:gd name="connsiteX8" fmla="*/ 162813 w 170950"/>
                <a:gd name="connsiteY8" fmla="*/ 53438 h 92395"/>
                <a:gd name="connsiteX9" fmla="*/ 170833 w 170950"/>
                <a:gd name="connsiteY9" fmla="*/ 53438 h 92395"/>
                <a:gd name="connsiteX10" fmla="*/ 170833 w 170950"/>
                <a:gd name="connsiteY10" fmla="*/ 89167 h 92395"/>
                <a:gd name="connsiteX11" fmla="*/ 170365 w 170950"/>
                <a:gd name="connsiteY11" fmla="*/ 90886 h 92395"/>
                <a:gd name="connsiteX12" fmla="*/ 168646 w 170950"/>
                <a:gd name="connsiteY12" fmla="*/ 91354 h 92395"/>
                <a:gd name="connsiteX13" fmla="*/ 113229 w 170950"/>
                <a:gd name="connsiteY13" fmla="*/ 91354 h 92395"/>
                <a:gd name="connsiteX14" fmla="*/ 111510 w 170950"/>
                <a:gd name="connsiteY14" fmla="*/ 90886 h 92395"/>
                <a:gd name="connsiteX15" fmla="*/ 111042 w 170950"/>
                <a:gd name="connsiteY15" fmla="*/ 89167 h 92395"/>
                <a:gd name="connsiteX16" fmla="*/ 121250 w 170950"/>
                <a:gd name="connsiteY16" fmla="*/ 8438 h 92395"/>
                <a:gd name="connsiteX17" fmla="*/ 115104 w 170950"/>
                <a:gd name="connsiteY17" fmla="*/ 9688 h 92395"/>
                <a:gd name="connsiteX18" fmla="*/ 110221 w 170950"/>
                <a:gd name="connsiteY18" fmla="*/ 12917 h 92395"/>
                <a:gd name="connsiteX19" fmla="*/ 106888 w 170950"/>
                <a:gd name="connsiteY19" fmla="*/ 17761 h 92395"/>
                <a:gd name="connsiteX20" fmla="*/ 105729 w 170950"/>
                <a:gd name="connsiteY20" fmla="*/ 23646 h 92395"/>
                <a:gd name="connsiteX21" fmla="*/ 106888 w 170950"/>
                <a:gd name="connsiteY21" fmla="*/ 29531 h 92395"/>
                <a:gd name="connsiteX22" fmla="*/ 110221 w 170950"/>
                <a:gd name="connsiteY22" fmla="*/ 34271 h 92395"/>
                <a:gd name="connsiteX23" fmla="*/ 115104 w 170950"/>
                <a:gd name="connsiteY23" fmla="*/ 37500 h 92395"/>
                <a:gd name="connsiteX24" fmla="*/ 121250 w 170950"/>
                <a:gd name="connsiteY24" fmla="*/ 38646 h 92395"/>
                <a:gd name="connsiteX25" fmla="*/ 132448 w 170950"/>
                <a:gd name="connsiteY25" fmla="*/ 34271 h 92395"/>
                <a:gd name="connsiteX26" fmla="*/ 136771 w 170950"/>
                <a:gd name="connsiteY26" fmla="*/ 23646 h 92395"/>
                <a:gd name="connsiteX27" fmla="*/ 132344 w 170950"/>
                <a:gd name="connsiteY27" fmla="*/ 12865 h 92395"/>
                <a:gd name="connsiteX28" fmla="*/ 121250 w 170950"/>
                <a:gd name="connsiteY28" fmla="*/ 8438 h 92395"/>
                <a:gd name="connsiteX29" fmla="*/ 26263 w 170950"/>
                <a:gd name="connsiteY29" fmla="*/ 3542 h 92395"/>
                <a:gd name="connsiteX30" fmla="*/ 34792 w 170950"/>
                <a:gd name="connsiteY30" fmla="*/ 3542 h 92395"/>
                <a:gd name="connsiteX31" fmla="*/ 34792 w 170950"/>
                <a:gd name="connsiteY31" fmla="*/ 22292 h 92395"/>
                <a:gd name="connsiteX32" fmla="*/ 36250 w 170950"/>
                <a:gd name="connsiteY32" fmla="*/ 35677 h 92395"/>
                <a:gd name="connsiteX33" fmla="*/ 40742 w 170950"/>
                <a:gd name="connsiteY33" fmla="*/ 46980 h 92395"/>
                <a:gd name="connsiteX34" fmla="*/ 49023 w 170950"/>
                <a:gd name="connsiteY34" fmla="*/ 57553 h 92395"/>
                <a:gd name="connsiteX35" fmla="*/ 60104 w 170950"/>
                <a:gd name="connsiteY35" fmla="*/ 65938 h 92395"/>
                <a:gd name="connsiteX36" fmla="*/ 58385 w 170950"/>
                <a:gd name="connsiteY36" fmla="*/ 67396 h 92395"/>
                <a:gd name="connsiteX37" fmla="*/ 56680 w 170950"/>
                <a:gd name="connsiteY37" fmla="*/ 68959 h 92395"/>
                <a:gd name="connsiteX38" fmla="*/ 55104 w 170950"/>
                <a:gd name="connsiteY38" fmla="*/ 70574 h 92395"/>
                <a:gd name="connsiteX39" fmla="*/ 53854 w 170950"/>
                <a:gd name="connsiteY39" fmla="*/ 71875 h 92395"/>
                <a:gd name="connsiteX40" fmla="*/ 47344 w 170950"/>
                <a:gd name="connsiteY40" fmla="*/ 66823 h 92395"/>
                <a:gd name="connsiteX41" fmla="*/ 41055 w 170950"/>
                <a:gd name="connsiteY41" fmla="*/ 60521 h 92395"/>
                <a:gd name="connsiteX42" fmla="*/ 35104 w 170950"/>
                <a:gd name="connsiteY42" fmla="*/ 52396 h 92395"/>
                <a:gd name="connsiteX43" fmla="*/ 30521 w 170950"/>
                <a:gd name="connsiteY43" fmla="*/ 42917 h 92395"/>
                <a:gd name="connsiteX44" fmla="*/ 26771 w 170950"/>
                <a:gd name="connsiteY44" fmla="*/ 51979 h 92395"/>
                <a:gd name="connsiteX45" fmla="*/ 21146 w 170950"/>
                <a:gd name="connsiteY45" fmla="*/ 60521 h 92395"/>
                <a:gd name="connsiteX46" fmla="*/ 14271 w 170950"/>
                <a:gd name="connsiteY46" fmla="*/ 68334 h 92395"/>
                <a:gd name="connsiteX47" fmla="*/ 7187 w 170950"/>
                <a:gd name="connsiteY47" fmla="*/ 74167 h 92395"/>
                <a:gd name="connsiteX48" fmla="*/ 3867 w 170950"/>
                <a:gd name="connsiteY48" fmla="*/ 71406 h 92395"/>
                <a:gd name="connsiteX49" fmla="*/ 0 w 170950"/>
                <a:gd name="connsiteY49" fmla="*/ 68646 h 92395"/>
                <a:gd name="connsiteX50" fmla="*/ 11250 w 170950"/>
                <a:gd name="connsiteY50" fmla="*/ 59636 h 92395"/>
                <a:gd name="connsiteX51" fmla="*/ 19687 w 170950"/>
                <a:gd name="connsiteY51" fmla="*/ 48334 h 92395"/>
                <a:gd name="connsiteX52" fmla="*/ 24583 w 170950"/>
                <a:gd name="connsiteY52" fmla="*/ 35469 h 92395"/>
                <a:gd name="connsiteX53" fmla="*/ 26263 w 170950"/>
                <a:gd name="connsiteY53" fmla="*/ 20834 h 92395"/>
                <a:gd name="connsiteX54" fmla="*/ 162813 w 170950"/>
                <a:gd name="connsiteY54" fmla="*/ 0 h 92395"/>
                <a:gd name="connsiteX55" fmla="*/ 170951 w 170950"/>
                <a:gd name="connsiteY55" fmla="*/ 0 h 92395"/>
                <a:gd name="connsiteX56" fmla="*/ 170951 w 170950"/>
                <a:gd name="connsiteY56" fmla="*/ 48542 h 92395"/>
                <a:gd name="connsiteX57" fmla="*/ 162813 w 170950"/>
                <a:gd name="connsiteY57" fmla="*/ 48542 h 92395"/>
                <a:gd name="connsiteX58" fmla="*/ 162813 w 170950"/>
                <a:gd name="connsiteY58" fmla="*/ 27604 h 92395"/>
                <a:gd name="connsiteX59" fmla="*/ 144688 w 170950"/>
                <a:gd name="connsiteY59" fmla="*/ 27604 h 92395"/>
                <a:gd name="connsiteX60" fmla="*/ 141771 w 170950"/>
                <a:gd name="connsiteY60" fmla="*/ 35105 h 92395"/>
                <a:gd name="connsiteX61" fmla="*/ 136576 w 170950"/>
                <a:gd name="connsiteY61" fmla="*/ 40938 h 92395"/>
                <a:gd name="connsiteX62" fmla="*/ 129479 w 170950"/>
                <a:gd name="connsiteY62" fmla="*/ 44688 h 92395"/>
                <a:gd name="connsiteX63" fmla="*/ 121250 w 170950"/>
                <a:gd name="connsiteY63" fmla="*/ 46042 h 92395"/>
                <a:gd name="connsiteX64" fmla="*/ 112135 w 170950"/>
                <a:gd name="connsiteY64" fmla="*/ 44375 h 92395"/>
                <a:gd name="connsiteX65" fmla="*/ 104583 w 170950"/>
                <a:gd name="connsiteY65" fmla="*/ 39688 h 92395"/>
                <a:gd name="connsiteX66" fmla="*/ 99479 w 170950"/>
                <a:gd name="connsiteY66" fmla="*/ 32605 h 92395"/>
                <a:gd name="connsiteX67" fmla="*/ 97604 w 170950"/>
                <a:gd name="connsiteY67" fmla="*/ 23542 h 92395"/>
                <a:gd name="connsiteX68" fmla="*/ 99427 w 170950"/>
                <a:gd name="connsiteY68" fmla="*/ 14532 h 92395"/>
                <a:gd name="connsiteX69" fmla="*/ 104479 w 170950"/>
                <a:gd name="connsiteY69" fmla="*/ 7500 h 92395"/>
                <a:gd name="connsiteX70" fmla="*/ 112031 w 170950"/>
                <a:gd name="connsiteY70" fmla="*/ 2813 h 92395"/>
                <a:gd name="connsiteX71" fmla="*/ 121250 w 170950"/>
                <a:gd name="connsiteY71" fmla="*/ 1146 h 92395"/>
                <a:gd name="connsiteX72" fmla="*/ 129701 w 170950"/>
                <a:gd name="connsiteY72" fmla="*/ 2604 h 92395"/>
                <a:gd name="connsiteX73" fmla="*/ 136888 w 170950"/>
                <a:gd name="connsiteY73" fmla="*/ 6563 h 92395"/>
                <a:gd name="connsiteX74" fmla="*/ 142188 w 170950"/>
                <a:gd name="connsiteY74" fmla="*/ 12709 h 92395"/>
                <a:gd name="connsiteX75" fmla="*/ 144909 w 170950"/>
                <a:gd name="connsiteY75" fmla="*/ 20417 h 92395"/>
                <a:gd name="connsiteX76" fmla="*/ 162813 w 170950"/>
                <a:gd name="connsiteY76" fmla="*/ 20417 h 92395"/>
                <a:gd name="connsiteX77" fmla="*/ 67826 w 170950"/>
                <a:gd name="connsiteY77" fmla="*/ 0 h 92395"/>
                <a:gd name="connsiteX78" fmla="*/ 76042 w 170950"/>
                <a:gd name="connsiteY78" fmla="*/ 0 h 92395"/>
                <a:gd name="connsiteX79" fmla="*/ 76042 w 170950"/>
                <a:gd name="connsiteY79" fmla="*/ 35417 h 92395"/>
                <a:gd name="connsiteX80" fmla="*/ 89687 w 170950"/>
                <a:gd name="connsiteY80" fmla="*/ 35417 h 92395"/>
                <a:gd name="connsiteX81" fmla="*/ 89687 w 170950"/>
                <a:gd name="connsiteY81" fmla="*/ 42813 h 92395"/>
                <a:gd name="connsiteX82" fmla="*/ 76042 w 170950"/>
                <a:gd name="connsiteY82" fmla="*/ 42813 h 92395"/>
                <a:gd name="connsiteX83" fmla="*/ 76042 w 170950"/>
                <a:gd name="connsiteY83" fmla="*/ 92396 h 92395"/>
                <a:gd name="connsiteX84" fmla="*/ 67826 w 170950"/>
                <a:gd name="connsiteY84" fmla="*/ 92396 h 9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170950" h="92395">
                  <a:moveTo>
                    <a:pt x="119180" y="71667"/>
                  </a:moveTo>
                  <a:lnTo>
                    <a:pt x="119180" y="84584"/>
                  </a:lnTo>
                  <a:lnTo>
                    <a:pt x="162813" y="84584"/>
                  </a:lnTo>
                  <a:lnTo>
                    <a:pt x="162813" y="71667"/>
                  </a:lnTo>
                  <a:close/>
                  <a:moveTo>
                    <a:pt x="111042" y="53438"/>
                  </a:moveTo>
                  <a:lnTo>
                    <a:pt x="119180" y="53438"/>
                  </a:lnTo>
                  <a:lnTo>
                    <a:pt x="119180" y="64896"/>
                  </a:lnTo>
                  <a:lnTo>
                    <a:pt x="162813" y="64896"/>
                  </a:lnTo>
                  <a:lnTo>
                    <a:pt x="162813" y="53438"/>
                  </a:lnTo>
                  <a:lnTo>
                    <a:pt x="170833" y="53438"/>
                  </a:lnTo>
                  <a:lnTo>
                    <a:pt x="170833" y="89167"/>
                  </a:lnTo>
                  <a:cubicBezTo>
                    <a:pt x="170833" y="90000"/>
                    <a:pt x="170677" y="90573"/>
                    <a:pt x="170365" y="90886"/>
                  </a:cubicBezTo>
                  <a:cubicBezTo>
                    <a:pt x="170052" y="91198"/>
                    <a:pt x="169492" y="91354"/>
                    <a:pt x="168646" y="91354"/>
                  </a:cubicBezTo>
                  <a:lnTo>
                    <a:pt x="113229" y="91354"/>
                  </a:lnTo>
                  <a:cubicBezTo>
                    <a:pt x="112396" y="91354"/>
                    <a:pt x="111823" y="91198"/>
                    <a:pt x="111510" y="90886"/>
                  </a:cubicBezTo>
                  <a:cubicBezTo>
                    <a:pt x="111198" y="90573"/>
                    <a:pt x="111042" y="90000"/>
                    <a:pt x="111042" y="89167"/>
                  </a:cubicBezTo>
                  <a:close/>
                  <a:moveTo>
                    <a:pt x="121250" y="8438"/>
                  </a:moveTo>
                  <a:cubicBezTo>
                    <a:pt x="119037" y="8438"/>
                    <a:pt x="116979" y="8854"/>
                    <a:pt x="115104" y="9688"/>
                  </a:cubicBezTo>
                  <a:cubicBezTo>
                    <a:pt x="113229" y="10521"/>
                    <a:pt x="111602" y="11589"/>
                    <a:pt x="110221" y="12917"/>
                  </a:cubicBezTo>
                  <a:cubicBezTo>
                    <a:pt x="108763" y="14297"/>
                    <a:pt x="107643" y="15912"/>
                    <a:pt x="106888" y="17761"/>
                  </a:cubicBezTo>
                  <a:cubicBezTo>
                    <a:pt x="106120" y="19596"/>
                    <a:pt x="105729" y="21563"/>
                    <a:pt x="105729" y="23646"/>
                  </a:cubicBezTo>
                  <a:cubicBezTo>
                    <a:pt x="105729" y="25729"/>
                    <a:pt x="106120" y="27683"/>
                    <a:pt x="106888" y="29531"/>
                  </a:cubicBezTo>
                  <a:cubicBezTo>
                    <a:pt x="107643" y="31367"/>
                    <a:pt x="108763" y="32943"/>
                    <a:pt x="110221" y="34271"/>
                  </a:cubicBezTo>
                  <a:cubicBezTo>
                    <a:pt x="111602" y="35652"/>
                    <a:pt x="113229" y="36732"/>
                    <a:pt x="115104" y="37500"/>
                  </a:cubicBezTo>
                  <a:cubicBezTo>
                    <a:pt x="116979" y="38255"/>
                    <a:pt x="119037" y="38646"/>
                    <a:pt x="121250" y="38646"/>
                  </a:cubicBezTo>
                  <a:cubicBezTo>
                    <a:pt x="125833" y="38646"/>
                    <a:pt x="129570" y="37188"/>
                    <a:pt x="132448" y="34271"/>
                  </a:cubicBezTo>
                  <a:cubicBezTo>
                    <a:pt x="135339" y="31354"/>
                    <a:pt x="136771" y="27813"/>
                    <a:pt x="136771" y="23646"/>
                  </a:cubicBezTo>
                  <a:cubicBezTo>
                    <a:pt x="136771" y="19401"/>
                    <a:pt x="135299" y="15807"/>
                    <a:pt x="132344" y="12865"/>
                  </a:cubicBezTo>
                  <a:cubicBezTo>
                    <a:pt x="129401" y="9909"/>
                    <a:pt x="125703" y="8438"/>
                    <a:pt x="121250" y="8438"/>
                  </a:cubicBezTo>
                  <a:close/>
                  <a:moveTo>
                    <a:pt x="26263" y="3542"/>
                  </a:moveTo>
                  <a:lnTo>
                    <a:pt x="34792" y="3542"/>
                  </a:lnTo>
                  <a:lnTo>
                    <a:pt x="34792" y="22292"/>
                  </a:lnTo>
                  <a:cubicBezTo>
                    <a:pt x="34792" y="27084"/>
                    <a:pt x="35286" y="31536"/>
                    <a:pt x="36250" y="35677"/>
                  </a:cubicBezTo>
                  <a:cubicBezTo>
                    <a:pt x="37226" y="39805"/>
                    <a:pt x="38724" y="43568"/>
                    <a:pt x="40742" y="46980"/>
                  </a:cubicBezTo>
                  <a:cubicBezTo>
                    <a:pt x="43021" y="50859"/>
                    <a:pt x="45794" y="54388"/>
                    <a:pt x="49023" y="57553"/>
                  </a:cubicBezTo>
                  <a:cubicBezTo>
                    <a:pt x="52240" y="60703"/>
                    <a:pt x="55951" y="63503"/>
                    <a:pt x="60104" y="65938"/>
                  </a:cubicBezTo>
                  <a:cubicBezTo>
                    <a:pt x="59557" y="66354"/>
                    <a:pt x="58984" y="66836"/>
                    <a:pt x="58385" y="67396"/>
                  </a:cubicBezTo>
                  <a:cubicBezTo>
                    <a:pt x="57799" y="67943"/>
                    <a:pt x="57226" y="68464"/>
                    <a:pt x="56680" y="68959"/>
                  </a:cubicBezTo>
                  <a:cubicBezTo>
                    <a:pt x="56120" y="69505"/>
                    <a:pt x="55599" y="70052"/>
                    <a:pt x="55104" y="70574"/>
                  </a:cubicBezTo>
                  <a:cubicBezTo>
                    <a:pt x="54622" y="71094"/>
                    <a:pt x="54206" y="71524"/>
                    <a:pt x="53854" y="71875"/>
                  </a:cubicBezTo>
                  <a:cubicBezTo>
                    <a:pt x="51706" y="70417"/>
                    <a:pt x="49531" y="68724"/>
                    <a:pt x="47344" y="66823"/>
                  </a:cubicBezTo>
                  <a:cubicBezTo>
                    <a:pt x="45156" y="64909"/>
                    <a:pt x="43060" y="62813"/>
                    <a:pt x="41055" y="60521"/>
                  </a:cubicBezTo>
                  <a:cubicBezTo>
                    <a:pt x="38893" y="58021"/>
                    <a:pt x="36914" y="55313"/>
                    <a:pt x="35104" y="52396"/>
                  </a:cubicBezTo>
                  <a:cubicBezTo>
                    <a:pt x="33307" y="49479"/>
                    <a:pt x="31771" y="46315"/>
                    <a:pt x="30521" y="42917"/>
                  </a:cubicBezTo>
                  <a:cubicBezTo>
                    <a:pt x="29688" y="45964"/>
                    <a:pt x="28451" y="48985"/>
                    <a:pt x="26771" y="51979"/>
                  </a:cubicBezTo>
                  <a:cubicBezTo>
                    <a:pt x="25104" y="54961"/>
                    <a:pt x="23229" y="57813"/>
                    <a:pt x="21146" y="60521"/>
                  </a:cubicBezTo>
                  <a:cubicBezTo>
                    <a:pt x="18997" y="63360"/>
                    <a:pt x="16706" y="65964"/>
                    <a:pt x="14271" y="68334"/>
                  </a:cubicBezTo>
                  <a:cubicBezTo>
                    <a:pt x="11849" y="70690"/>
                    <a:pt x="9479" y="72630"/>
                    <a:pt x="7187" y="74167"/>
                  </a:cubicBezTo>
                  <a:cubicBezTo>
                    <a:pt x="6367" y="73399"/>
                    <a:pt x="5247" y="72475"/>
                    <a:pt x="3867" y="71406"/>
                  </a:cubicBezTo>
                  <a:cubicBezTo>
                    <a:pt x="2474" y="70326"/>
                    <a:pt x="1185" y="69401"/>
                    <a:pt x="0" y="68646"/>
                  </a:cubicBezTo>
                  <a:cubicBezTo>
                    <a:pt x="4180" y="66068"/>
                    <a:pt x="7916" y="63073"/>
                    <a:pt x="11250" y="59636"/>
                  </a:cubicBezTo>
                  <a:cubicBezTo>
                    <a:pt x="14583" y="56198"/>
                    <a:pt x="17396" y="52422"/>
                    <a:pt x="19687" y="48334"/>
                  </a:cubicBezTo>
                  <a:cubicBezTo>
                    <a:pt x="21849" y="44375"/>
                    <a:pt x="23476" y="40078"/>
                    <a:pt x="24583" y="35469"/>
                  </a:cubicBezTo>
                  <a:cubicBezTo>
                    <a:pt x="25703" y="30847"/>
                    <a:pt x="26263" y="25964"/>
                    <a:pt x="26263" y="20834"/>
                  </a:cubicBezTo>
                  <a:close/>
                  <a:moveTo>
                    <a:pt x="162813" y="0"/>
                  </a:moveTo>
                  <a:lnTo>
                    <a:pt x="170951" y="0"/>
                  </a:lnTo>
                  <a:lnTo>
                    <a:pt x="170951" y="48542"/>
                  </a:lnTo>
                  <a:lnTo>
                    <a:pt x="162813" y="48542"/>
                  </a:lnTo>
                  <a:lnTo>
                    <a:pt x="162813" y="27604"/>
                  </a:lnTo>
                  <a:lnTo>
                    <a:pt x="144688" y="27604"/>
                  </a:lnTo>
                  <a:cubicBezTo>
                    <a:pt x="144141" y="30313"/>
                    <a:pt x="143164" y="32813"/>
                    <a:pt x="141771" y="35105"/>
                  </a:cubicBezTo>
                  <a:cubicBezTo>
                    <a:pt x="140391" y="37396"/>
                    <a:pt x="138646" y="39336"/>
                    <a:pt x="136576" y="40938"/>
                  </a:cubicBezTo>
                  <a:cubicBezTo>
                    <a:pt x="134479" y="42526"/>
                    <a:pt x="132122" y="43776"/>
                    <a:pt x="129479" y="44688"/>
                  </a:cubicBezTo>
                  <a:cubicBezTo>
                    <a:pt x="126849" y="45586"/>
                    <a:pt x="124102" y="46042"/>
                    <a:pt x="121250" y="46042"/>
                  </a:cubicBezTo>
                  <a:cubicBezTo>
                    <a:pt x="118060" y="46042"/>
                    <a:pt x="115026" y="45482"/>
                    <a:pt x="112135" y="44375"/>
                  </a:cubicBezTo>
                  <a:cubicBezTo>
                    <a:pt x="109258" y="43256"/>
                    <a:pt x="106745" y="41693"/>
                    <a:pt x="104583" y="39688"/>
                  </a:cubicBezTo>
                  <a:cubicBezTo>
                    <a:pt x="102435" y="37735"/>
                    <a:pt x="100742" y="35378"/>
                    <a:pt x="99479" y="32605"/>
                  </a:cubicBezTo>
                  <a:cubicBezTo>
                    <a:pt x="98242" y="29818"/>
                    <a:pt x="97604" y="26797"/>
                    <a:pt x="97604" y="23542"/>
                  </a:cubicBezTo>
                  <a:cubicBezTo>
                    <a:pt x="97604" y="20274"/>
                    <a:pt x="98216" y="17265"/>
                    <a:pt x="99427" y="14532"/>
                  </a:cubicBezTo>
                  <a:cubicBezTo>
                    <a:pt x="100651" y="11784"/>
                    <a:pt x="102331" y="9441"/>
                    <a:pt x="104479" y="7500"/>
                  </a:cubicBezTo>
                  <a:cubicBezTo>
                    <a:pt x="106641" y="5482"/>
                    <a:pt x="109154" y="3920"/>
                    <a:pt x="112031" y="2813"/>
                  </a:cubicBezTo>
                  <a:cubicBezTo>
                    <a:pt x="114922" y="1693"/>
                    <a:pt x="117995" y="1146"/>
                    <a:pt x="121250" y="1146"/>
                  </a:cubicBezTo>
                  <a:cubicBezTo>
                    <a:pt x="124167" y="1146"/>
                    <a:pt x="126979" y="1628"/>
                    <a:pt x="129701" y="2604"/>
                  </a:cubicBezTo>
                  <a:cubicBezTo>
                    <a:pt x="132396" y="3568"/>
                    <a:pt x="134805" y="4896"/>
                    <a:pt x="136888" y="6563"/>
                  </a:cubicBezTo>
                  <a:cubicBezTo>
                    <a:pt x="139036" y="8295"/>
                    <a:pt x="140807" y="10339"/>
                    <a:pt x="142188" y="12709"/>
                  </a:cubicBezTo>
                  <a:cubicBezTo>
                    <a:pt x="143581" y="15066"/>
                    <a:pt x="144479" y="17630"/>
                    <a:pt x="144909" y="20417"/>
                  </a:cubicBezTo>
                  <a:lnTo>
                    <a:pt x="162813" y="20417"/>
                  </a:lnTo>
                  <a:close/>
                  <a:moveTo>
                    <a:pt x="67826" y="0"/>
                  </a:moveTo>
                  <a:lnTo>
                    <a:pt x="76042" y="0"/>
                  </a:lnTo>
                  <a:lnTo>
                    <a:pt x="76042" y="35417"/>
                  </a:lnTo>
                  <a:lnTo>
                    <a:pt x="89687" y="35417"/>
                  </a:lnTo>
                  <a:lnTo>
                    <a:pt x="89687" y="42813"/>
                  </a:lnTo>
                  <a:lnTo>
                    <a:pt x="76042" y="42813"/>
                  </a:lnTo>
                  <a:lnTo>
                    <a:pt x="76042" y="92396"/>
                  </a:lnTo>
                  <a:lnTo>
                    <a:pt x="67826" y="92396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2" name="TextBox 761">
              <a:extLst>
                <a:ext uri="{FF2B5EF4-FFF2-40B4-BE49-F238E27FC236}">
                  <a16:creationId xmlns:a16="http://schemas.microsoft.com/office/drawing/2014/main" id="{98B37886-29DF-47C3-A3B4-F1252F083CCB}"/>
                </a:ext>
              </a:extLst>
            </p:cNvPr>
            <p:cNvSpPr txBox="1"/>
            <p:nvPr/>
          </p:nvSpPr>
          <p:spPr>
            <a:xfrm>
              <a:off x="2445333" y="7585099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사업</a:t>
              </a:r>
            </a:p>
          </p:txBody>
        </p:sp>
        <p:sp>
          <p:nvSpPr>
            <p:cNvPr id="763" name="자유형: 도형 762">
              <a:extLst>
                <a:ext uri="{FF2B5EF4-FFF2-40B4-BE49-F238E27FC236}">
                  <a16:creationId xmlns:a16="http://schemas.microsoft.com/office/drawing/2014/main" id="{8222B423-77D0-473D-92BD-5A718F4C9898}"/>
                </a:ext>
              </a:extLst>
            </p:cNvPr>
            <p:cNvSpPr/>
            <p:nvPr/>
          </p:nvSpPr>
          <p:spPr>
            <a:xfrm>
              <a:off x="3018050" y="7591951"/>
              <a:ext cx="631667" cy="81563"/>
            </a:xfrm>
            <a:custGeom>
              <a:avLst/>
              <a:gdLst>
                <a:gd name="connsiteX0" fmla="*/ 408021 w 631667"/>
                <a:gd name="connsiteY0" fmla="*/ 70833 h 81563"/>
                <a:gd name="connsiteX1" fmla="*/ 418750 w 631667"/>
                <a:gd name="connsiteY1" fmla="*/ 70833 h 81563"/>
                <a:gd name="connsiteX2" fmla="*/ 418750 w 631667"/>
                <a:gd name="connsiteY2" fmla="*/ 81563 h 81563"/>
                <a:gd name="connsiteX3" fmla="*/ 408021 w 631667"/>
                <a:gd name="connsiteY3" fmla="*/ 81563 h 81563"/>
                <a:gd name="connsiteX4" fmla="*/ 251771 w 631667"/>
                <a:gd name="connsiteY4" fmla="*/ 70833 h 81563"/>
                <a:gd name="connsiteX5" fmla="*/ 262500 w 631667"/>
                <a:gd name="connsiteY5" fmla="*/ 70833 h 81563"/>
                <a:gd name="connsiteX6" fmla="*/ 262500 w 631667"/>
                <a:gd name="connsiteY6" fmla="*/ 81563 h 81563"/>
                <a:gd name="connsiteX7" fmla="*/ 251771 w 631667"/>
                <a:gd name="connsiteY7" fmla="*/ 81563 h 81563"/>
                <a:gd name="connsiteX8" fmla="*/ 598855 w 631667"/>
                <a:gd name="connsiteY8" fmla="*/ 33959 h 81563"/>
                <a:gd name="connsiteX9" fmla="*/ 604219 w 631667"/>
                <a:gd name="connsiteY9" fmla="*/ 34948 h 81563"/>
                <a:gd name="connsiteX10" fmla="*/ 609063 w 631667"/>
                <a:gd name="connsiteY10" fmla="*/ 37917 h 81563"/>
                <a:gd name="connsiteX11" fmla="*/ 613854 w 631667"/>
                <a:gd name="connsiteY11" fmla="*/ 41406 h 81563"/>
                <a:gd name="connsiteX12" fmla="*/ 618125 w 631667"/>
                <a:gd name="connsiteY12" fmla="*/ 42605 h 81563"/>
                <a:gd name="connsiteX13" fmla="*/ 623386 w 631667"/>
                <a:gd name="connsiteY13" fmla="*/ 40313 h 81563"/>
                <a:gd name="connsiteX14" fmla="*/ 626980 w 631667"/>
                <a:gd name="connsiteY14" fmla="*/ 33959 h 81563"/>
                <a:gd name="connsiteX15" fmla="*/ 631667 w 631667"/>
                <a:gd name="connsiteY15" fmla="*/ 36771 h 81563"/>
                <a:gd name="connsiteX16" fmla="*/ 626719 w 631667"/>
                <a:gd name="connsiteY16" fmla="*/ 45834 h 81563"/>
                <a:gd name="connsiteX17" fmla="*/ 618021 w 631667"/>
                <a:gd name="connsiteY17" fmla="*/ 49271 h 81563"/>
                <a:gd name="connsiteX18" fmla="*/ 612605 w 631667"/>
                <a:gd name="connsiteY18" fmla="*/ 48334 h 81563"/>
                <a:gd name="connsiteX19" fmla="*/ 607813 w 631667"/>
                <a:gd name="connsiteY19" fmla="*/ 45313 h 81563"/>
                <a:gd name="connsiteX20" fmla="*/ 602969 w 631667"/>
                <a:gd name="connsiteY20" fmla="*/ 41875 h 81563"/>
                <a:gd name="connsiteX21" fmla="*/ 598750 w 631667"/>
                <a:gd name="connsiteY21" fmla="*/ 40625 h 81563"/>
                <a:gd name="connsiteX22" fmla="*/ 593646 w 631667"/>
                <a:gd name="connsiteY22" fmla="*/ 42656 h 81563"/>
                <a:gd name="connsiteX23" fmla="*/ 590105 w 631667"/>
                <a:gd name="connsiteY23" fmla="*/ 48438 h 81563"/>
                <a:gd name="connsiteX24" fmla="*/ 585417 w 631667"/>
                <a:gd name="connsiteY24" fmla="*/ 45625 h 81563"/>
                <a:gd name="connsiteX25" fmla="*/ 590313 w 631667"/>
                <a:gd name="connsiteY25" fmla="*/ 37396 h 81563"/>
                <a:gd name="connsiteX26" fmla="*/ 598855 w 631667"/>
                <a:gd name="connsiteY26" fmla="*/ 33959 h 81563"/>
                <a:gd name="connsiteX27" fmla="*/ 519271 w 631667"/>
                <a:gd name="connsiteY27" fmla="*/ 7188 h 81563"/>
                <a:gd name="connsiteX28" fmla="*/ 510469 w 631667"/>
                <a:gd name="connsiteY28" fmla="*/ 10834 h 81563"/>
                <a:gd name="connsiteX29" fmla="*/ 505729 w 631667"/>
                <a:gd name="connsiteY29" fmla="*/ 19584 h 81563"/>
                <a:gd name="connsiteX30" fmla="*/ 503698 w 631667"/>
                <a:gd name="connsiteY30" fmla="*/ 30573 h 81563"/>
                <a:gd name="connsiteX31" fmla="*/ 503334 w 631667"/>
                <a:gd name="connsiteY31" fmla="*/ 40729 h 81563"/>
                <a:gd name="connsiteX32" fmla="*/ 503698 w 631667"/>
                <a:gd name="connsiteY32" fmla="*/ 50782 h 81563"/>
                <a:gd name="connsiteX33" fmla="*/ 505729 w 631667"/>
                <a:gd name="connsiteY33" fmla="*/ 61667 h 81563"/>
                <a:gd name="connsiteX34" fmla="*/ 510469 w 631667"/>
                <a:gd name="connsiteY34" fmla="*/ 70313 h 81563"/>
                <a:gd name="connsiteX35" fmla="*/ 519271 w 631667"/>
                <a:gd name="connsiteY35" fmla="*/ 73854 h 81563"/>
                <a:gd name="connsiteX36" fmla="*/ 528230 w 631667"/>
                <a:gd name="connsiteY36" fmla="*/ 70313 h 81563"/>
                <a:gd name="connsiteX37" fmla="*/ 533229 w 631667"/>
                <a:gd name="connsiteY37" fmla="*/ 61667 h 81563"/>
                <a:gd name="connsiteX38" fmla="*/ 535521 w 631667"/>
                <a:gd name="connsiteY38" fmla="*/ 50782 h 81563"/>
                <a:gd name="connsiteX39" fmla="*/ 536042 w 631667"/>
                <a:gd name="connsiteY39" fmla="*/ 40729 h 81563"/>
                <a:gd name="connsiteX40" fmla="*/ 535521 w 631667"/>
                <a:gd name="connsiteY40" fmla="*/ 30573 h 81563"/>
                <a:gd name="connsiteX41" fmla="*/ 533229 w 631667"/>
                <a:gd name="connsiteY41" fmla="*/ 19584 h 81563"/>
                <a:gd name="connsiteX42" fmla="*/ 528230 w 631667"/>
                <a:gd name="connsiteY42" fmla="*/ 10834 h 81563"/>
                <a:gd name="connsiteX43" fmla="*/ 519271 w 631667"/>
                <a:gd name="connsiteY43" fmla="*/ 7188 h 81563"/>
                <a:gd name="connsiteX44" fmla="*/ 89583 w 631667"/>
                <a:gd name="connsiteY44" fmla="*/ 7188 h 81563"/>
                <a:gd name="connsiteX45" fmla="*/ 80781 w 631667"/>
                <a:gd name="connsiteY45" fmla="*/ 10834 h 81563"/>
                <a:gd name="connsiteX46" fmla="*/ 76042 w 631667"/>
                <a:gd name="connsiteY46" fmla="*/ 19584 h 81563"/>
                <a:gd name="connsiteX47" fmla="*/ 74011 w 631667"/>
                <a:gd name="connsiteY47" fmla="*/ 30573 h 81563"/>
                <a:gd name="connsiteX48" fmla="*/ 73646 w 631667"/>
                <a:gd name="connsiteY48" fmla="*/ 40729 h 81563"/>
                <a:gd name="connsiteX49" fmla="*/ 74011 w 631667"/>
                <a:gd name="connsiteY49" fmla="*/ 50782 h 81563"/>
                <a:gd name="connsiteX50" fmla="*/ 76042 w 631667"/>
                <a:gd name="connsiteY50" fmla="*/ 61667 h 81563"/>
                <a:gd name="connsiteX51" fmla="*/ 80781 w 631667"/>
                <a:gd name="connsiteY51" fmla="*/ 70313 h 81563"/>
                <a:gd name="connsiteX52" fmla="*/ 89583 w 631667"/>
                <a:gd name="connsiteY52" fmla="*/ 73854 h 81563"/>
                <a:gd name="connsiteX53" fmla="*/ 98542 w 631667"/>
                <a:gd name="connsiteY53" fmla="*/ 70313 h 81563"/>
                <a:gd name="connsiteX54" fmla="*/ 103542 w 631667"/>
                <a:gd name="connsiteY54" fmla="*/ 61667 h 81563"/>
                <a:gd name="connsiteX55" fmla="*/ 105833 w 631667"/>
                <a:gd name="connsiteY55" fmla="*/ 50782 h 81563"/>
                <a:gd name="connsiteX56" fmla="*/ 106354 w 631667"/>
                <a:gd name="connsiteY56" fmla="*/ 40729 h 81563"/>
                <a:gd name="connsiteX57" fmla="*/ 105833 w 631667"/>
                <a:gd name="connsiteY57" fmla="*/ 30573 h 81563"/>
                <a:gd name="connsiteX58" fmla="*/ 103542 w 631667"/>
                <a:gd name="connsiteY58" fmla="*/ 19584 h 81563"/>
                <a:gd name="connsiteX59" fmla="*/ 98542 w 631667"/>
                <a:gd name="connsiteY59" fmla="*/ 10834 h 81563"/>
                <a:gd name="connsiteX60" fmla="*/ 89583 w 631667"/>
                <a:gd name="connsiteY60" fmla="*/ 7188 h 81563"/>
                <a:gd name="connsiteX61" fmla="*/ 296875 w 631667"/>
                <a:gd name="connsiteY61" fmla="*/ 3125 h 81563"/>
                <a:gd name="connsiteX62" fmla="*/ 302813 w 631667"/>
                <a:gd name="connsiteY62" fmla="*/ 3125 h 81563"/>
                <a:gd name="connsiteX63" fmla="*/ 304375 w 631667"/>
                <a:gd name="connsiteY63" fmla="*/ 3542 h 81563"/>
                <a:gd name="connsiteX64" fmla="*/ 304792 w 631667"/>
                <a:gd name="connsiteY64" fmla="*/ 5105 h 81563"/>
                <a:gd name="connsiteX65" fmla="*/ 304792 w 631667"/>
                <a:gd name="connsiteY65" fmla="*/ 79167 h 81563"/>
                <a:gd name="connsiteX66" fmla="*/ 296563 w 631667"/>
                <a:gd name="connsiteY66" fmla="*/ 79167 h 81563"/>
                <a:gd name="connsiteX67" fmla="*/ 296563 w 631667"/>
                <a:gd name="connsiteY67" fmla="*/ 12084 h 81563"/>
                <a:gd name="connsiteX68" fmla="*/ 289532 w 631667"/>
                <a:gd name="connsiteY68" fmla="*/ 17865 h 81563"/>
                <a:gd name="connsiteX69" fmla="*/ 280313 w 631667"/>
                <a:gd name="connsiteY69" fmla="*/ 23125 h 81563"/>
                <a:gd name="connsiteX70" fmla="*/ 280313 w 631667"/>
                <a:gd name="connsiteY70" fmla="*/ 15209 h 81563"/>
                <a:gd name="connsiteX71" fmla="*/ 288959 w 631667"/>
                <a:gd name="connsiteY71" fmla="*/ 10104 h 81563"/>
                <a:gd name="connsiteX72" fmla="*/ 296875 w 631667"/>
                <a:gd name="connsiteY72" fmla="*/ 3125 h 81563"/>
                <a:gd name="connsiteX73" fmla="*/ 452813 w 631667"/>
                <a:gd name="connsiteY73" fmla="*/ 1354 h 81563"/>
                <a:gd name="connsiteX74" fmla="*/ 461615 w 631667"/>
                <a:gd name="connsiteY74" fmla="*/ 2553 h 81563"/>
                <a:gd name="connsiteX75" fmla="*/ 469063 w 631667"/>
                <a:gd name="connsiteY75" fmla="*/ 6251 h 81563"/>
                <a:gd name="connsiteX76" fmla="*/ 474115 w 631667"/>
                <a:gd name="connsiteY76" fmla="*/ 12604 h 81563"/>
                <a:gd name="connsiteX77" fmla="*/ 476042 w 631667"/>
                <a:gd name="connsiteY77" fmla="*/ 21771 h 81563"/>
                <a:gd name="connsiteX78" fmla="*/ 471771 w 631667"/>
                <a:gd name="connsiteY78" fmla="*/ 33437 h 81563"/>
                <a:gd name="connsiteX79" fmla="*/ 460625 w 631667"/>
                <a:gd name="connsiteY79" fmla="*/ 39792 h 81563"/>
                <a:gd name="connsiteX80" fmla="*/ 472969 w 631667"/>
                <a:gd name="connsiteY80" fmla="*/ 46198 h 81563"/>
                <a:gd name="connsiteX81" fmla="*/ 477709 w 631667"/>
                <a:gd name="connsiteY81" fmla="*/ 59063 h 81563"/>
                <a:gd name="connsiteX82" fmla="*/ 475573 w 631667"/>
                <a:gd name="connsiteY82" fmla="*/ 69010 h 81563"/>
                <a:gd name="connsiteX83" fmla="*/ 469896 w 631667"/>
                <a:gd name="connsiteY83" fmla="*/ 75834 h 81563"/>
                <a:gd name="connsiteX84" fmla="*/ 461771 w 631667"/>
                <a:gd name="connsiteY84" fmla="*/ 79687 h 81563"/>
                <a:gd name="connsiteX85" fmla="*/ 452396 w 631667"/>
                <a:gd name="connsiteY85" fmla="*/ 80938 h 81563"/>
                <a:gd name="connsiteX86" fmla="*/ 434636 w 631667"/>
                <a:gd name="connsiteY86" fmla="*/ 75000 h 81563"/>
                <a:gd name="connsiteX87" fmla="*/ 427917 w 631667"/>
                <a:gd name="connsiteY87" fmla="*/ 58542 h 81563"/>
                <a:gd name="connsiteX88" fmla="*/ 436146 w 631667"/>
                <a:gd name="connsiteY88" fmla="*/ 58542 h 81563"/>
                <a:gd name="connsiteX89" fmla="*/ 441094 w 631667"/>
                <a:gd name="connsiteY89" fmla="*/ 69896 h 81563"/>
                <a:gd name="connsiteX90" fmla="*/ 452709 w 631667"/>
                <a:gd name="connsiteY90" fmla="*/ 73750 h 81563"/>
                <a:gd name="connsiteX91" fmla="*/ 464896 w 631667"/>
                <a:gd name="connsiteY91" fmla="*/ 69687 h 81563"/>
                <a:gd name="connsiteX92" fmla="*/ 469375 w 631667"/>
                <a:gd name="connsiteY92" fmla="*/ 58125 h 81563"/>
                <a:gd name="connsiteX93" fmla="*/ 467917 w 631667"/>
                <a:gd name="connsiteY93" fmla="*/ 51510 h 81563"/>
                <a:gd name="connsiteX94" fmla="*/ 464063 w 631667"/>
                <a:gd name="connsiteY94" fmla="*/ 46980 h 81563"/>
                <a:gd name="connsiteX95" fmla="*/ 458490 w 631667"/>
                <a:gd name="connsiteY95" fmla="*/ 44375 h 81563"/>
                <a:gd name="connsiteX96" fmla="*/ 452188 w 631667"/>
                <a:gd name="connsiteY96" fmla="*/ 43333 h 81563"/>
                <a:gd name="connsiteX97" fmla="*/ 448021 w 631667"/>
                <a:gd name="connsiteY97" fmla="*/ 43333 h 81563"/>
                <a:gd name="connsiteX98" fmla="*/ 446563 w 631667"/>
                <a:gd name="connsiteY98" fmla="*/ 43074 h 81563"/>
                <a:gd name="connsiteX99" fmla="*/ 446354 w 631667"/>
                <a:gd name="connsiteY99" fmla="*/ 41667 h 81563"/>
                <a:gd name="connsiteX100" fmla="*/ 446354 w 631667"/>
                <a:gd name="connsiteY100" fmla="*/ 37812 h 81563"/>
                <a:gd name="connsiteX101" fmla="*/ 446563 w 631667"/>
                <a:gd name="connsiteY101" fmla="*/ 36146 h 81563"/>
                <a:gd name="connsiteX102" fmla="*/ 448021 w 631667"/>
                <a:gd name="connsiteY102" fmla="*/ 35729 h 81563"/>
                <a:gd name="connsiteX103" fmla="*/ 451459 w 631667"/>
                <a:gd name="connsiteY103" fmla="*/ 35729 h 81563"/>
                <a:gd name="connsiteX104" fmla="*/ 457552 w 631667"/>
                <a:gd name="connsiteY104" fmla="*/ 34948 h 81563"/>
                <a:gd name="connsiteX105" fmla="*/ 462709 w 631667"/>
                <a:gd name="connsiteY105" fmla="*/ 32500 h 81563"/>
                <a:gd name="connsiteX106" fmla="*/ 466355 w 631667"/>
                <a:gd name="connsiteY106" fmla="*/ 28385 h 81563"/>
                <a:gd name="connsiteX107" fmla="*/ 467709 w 631667"/>
                <a:gd name="connsiteY107" fmla="*/ 22188 h 81563"/>
                <a:gd name="connsiteX108" fmla="*/ 463386 w 631667"/>
                <a:gd name="connsiteY108" fmla="*/ 12084 h 81563"/>
                <a:gd name="connsiteX109" fmla="*/ 452500 w 631667"/>
                <a:gd name="connsiteY109" fmla="*/ 8542 h 81563"/>
                <a:gd name="connsiteX110" fmla="*/ 441823 w 631667"/>
                <a:gd name="connsiteY110" fmla="*/ 12084 h 81563"/>
                <a:gd name="connsiteX111" fmla="*/ 437292 w 631667"/>
                <a:gd name="connsiteY111" fmla="*/ 22292 h 81563"/>
                <a:gd name="connsiteX112" fmla="*/ 428959 w 631667"/>
                <a:gd name="connsiteY112" fmla="*/ 22292 h 81563"/>
                <a:gd name="connsiteX113" fmla="*/ 435625 w 631667"/>
                <a:gd name="connsiteY113" fmla="*/ 6979 h 81563"/>
                <a:gd name="connsiteX114" fmla="*/ 452813 w 631667"/>
                <a:gd name="connsiteY114" fmla="*/ 1354 h 81563"/>
                <a:gd name="connsiteX115" fmla="*/ 361563 w 631667"/>
                <a:gd name="connsiteY115" fmla="*/ 1354 h 81563"/>
                <a:gd name="connsiteX116" fmla="*/ 377604 w 631667"/>
                <a:gd name="connsiteY116" fmla="*/ 6459 h 81563"/>
                <a:gd name="connsiteX117" fmla="*/ 384063 w 631667"/>
                <a:gd name="connsiteY117" fmla="*/ 21458 h 81563"/>
                <a:gd name="connsiteX118" fmla="*/ 379948 w 631667"/>
                <a:gd name="connsiteY118" fmla="*/ 35313 h 81563"/>
                <a:gd name="connsiteX119" fmla="*/ 370104 w 631667"/>
                <a:gd name="connsiteY119" fmla="*/ 49271 h 81563"/>
                <a:gd name="connsiteX120" fmla="*/ 358229 w 631667"/>
                <a:gd name="connsiteY120" fmla="*/ 61979 h 81563"/>
                <a:gd name="connsiteX121" fmla="*/ 348021 w 631667"/>
                <a:gd name="connsiteY121" fmla="*/ 71979 h 81563"/>
                <a:gd name="connsiteX122" fmla="*/ 385729 w 631667"/>
                <a:gd name="connsiteY122" fmla="*/ 71979 h 81563"/>
                <a:gd name="connsiteX123" fmla="*/ 385729 w 631667"/>
                <a:gd name="connsiteY123" fmla="*/ 79167 h 81563"/>
                <a:gd name="connsiteX124" fmla="*/ 340000 w 631667"/>
                <a:gd name="connsiteY124" fmla="*/ 79167 h 81563"/>
                <a:gd name="connsiteX125" fmla="*/ 338802 w 631667"/>
                <a:gd name="connsiteY125" fmla="*/ 78855 h 81563"/>
                <a:gd name="connsiteX126" fmla="*/ 338542 w 631667"/>
                <a:gd name="connsiteY126" fmla="*/ 77604 h 81563"/>
                <a:gd name="connsiteX127" fmla="*/ 338542 w 631667"/>
                <a:gd name="connsiteY127" fmla="*/ 71355 h 81563"/>
                <a:gd name="connsiteX128" fmla="*/ 342865 w 631667"/>
                <a:gd name="connsiteY128" fmla="*/ 67188 h 81563"/>
                <a:gd name="connsiteX129" fmla="*/ 348438 w 631667"/>
                <a:gd name="connsiteY129" fmla="*/ 61667 h 81563"/>
                <a:gd name="connsiteX130" fmla="*/ 354479 w 631667"/>
                <a:gd name="connsiteY130" fmla="*/ 55208 h 81563"/>
                <a:gd name="connsiteX131" fmla="*/ 360625 w 631667"/>
                <a:gd name="connsiteY131" fmla="*/ 48126 h 81563"/>
                <a:gd name="connsiteX132" fmla="*/ 366354 w 631667"/>
                <a:gd name="connsiteY132" fmla="*/ 40990 h 81563"/>
                <a:gd name="connsiteX133" fmla="*/ 371042 w 631667"/>
                <a:gd name="connsiteY133" fmla="*/ 34063 h 81563"/>
                <a:gd name="connsiteX134" fmla="*/ 374323 w 631667"/>
                <a:gd name="connsiteY134" fmla="*/ 27604 h 81563"/>
                <a:gd name="connsiteX135" fmla="*/ 375521 w 631667"/>
                <a:gd name="connsiteY135" fmla="*/ 22084 h 81563"/>
                <a:gd name="connsiteX136" fmla="*/ 371563 w 631667"/>
                <a:gd name="connsiteY136" fmla="*/ 11927 h 81563"/>
                <a:gd name="connsiteX137" fmla="*/ 361354 w 631667"/>
                <a:gd name="connsiteY137" fmla="*/ 8542 h 81563"/>
                <a:gd name="connsiteX138" fmla="*/ 351511 w 631667"/>
                <a:gd name="connsiteY138" fmla="*/ 12709 h 81563"/>
                <a:gd name="connsiteX139" fmla="*/ 347708 w 631667"/>
                <a:gd name="connsiteY139" fmla="*/ 23542 h 81563"/>
                <a:gd name="connsiteX140" fmla="*/ 339167 w 631667"/>
                <a:gd name="connsiteY140" fmla="*/ 23542 h 81563"/>
                <a:gd name="connsiteX141" fmla="*/ 340833 w 631667"/>
                <a:gd name="connsiteY141" fmla="*/ 14428 h 81563"/>
                <a:gd name="connsiteX142" fmla="*/ 345521 w 631667"/>
                <a:gd name="connsiteY142" fmla="*/ 7396 h 81563"/>
                <a:gd name="connsiteX143" fmla="*/ 352656 w 631667"/>
                <a:gd name="connsiteY143" fmla="*/ 2917 h 81563"/>
                <a:gd name="connsiteX144" fmla="*/ 361563 w 631667"/>
                <a:gd name="connsiteY144" fmla="*/ 1354 h 81563"/>
                <a:gd name="connsiteX145" fmla="*/ 205313 w 631667"/>
                <a:gd name="connsiteY145" fmla="*/ 1354 h 81563"/>
                <a:gd name="connsiteX146" fmla="*/ 221354 w 631667"/>
                <a:gd name="connsiteY146" fmla="*/ 6459 h 81563"/>
                <a:gd name="connsiteX147" fmla="*/ 227813 w 631667"/>
                <a:gd name="connsiteY147" fmla="*/ 21458 h 81563"/>
                <a:gd name="connsiteX148" fmla="*/ 223698 w 631667"/>
                <a:gd name="connsiteY148" fmla="*/ 35313 h 81563"/>
                <a:gd name="connsiteX149" fmla="*/ 213854 w 631667"/>
                <a:gd name="connsiteY149" fmla="*/ 49271 h 81563"/>
                <a:gd name="connsiteX150" fmla="*/ 201979 w 631667"/>
                <a:gd name="connsiteY150" fmla="*/ 61979 h 81563"/>
                <a:gd name="connsiteX151" fmla="*/ 191771 w 631667"/>
                <a:gd name="connsiteY151" fmla="*/ 71979 h 81563"/>
                <a:gd name="connsiteX152" fmla="*/ 229479 w 631667"/>
                <a:gd name="connsiteY152" fmla="*/ 71979 h 81563"/>
                <a:gd name="connsiteX153" fmla="*/ 229479 w 631667"/>
                <a:gd name="connsiteY153" fmla="*/ 79167 h 81563"/>
                <a:gd name="connsiteX154" fmla="*/ 183750 w 631667"/>
                <a:gd name="connsiteY154" fmla="*/ 79167 h 81563"/>
                <a:gd name="connsiteX155" fmla="*/ 182552 w 631667"/>
                <a:gd name="connsiteY155" fmla="*/ 78855 h 81563"/>
                <a:gd name="connsiteX156" fmla="*/ 182292 w 631667"/>
                <a:gd name="connsiteY156" fmla="*/ 77604 h 81563"/>
                <a:gd name="connsiteX157" fmla="*/ 182292 w 631667"/>
                <a:gd name="connsiteY157" fmla="*/ 71355 h 81563"/>
                <a:gd name="connsiteX158" fmla="*/ 186615 w 631667"/>
                <a:gd name="connsiteY158" fmla="*/ 67188 h 81563"/>
                <a:gd name="connsiteX159" fmla="*/ 192188 w 631667"/>
                <a:gd name="connsiteY159" fmla="*/ 61667 h 81563"/>
                <a:gd name="connsiteX160" fmla="*/ 198229 w 631667"/>
                <a:gd name="connsiteY160" fmla="*/ 55208 h 81563"/>
                <a:gd name="connsiteX161" fmla="*/ 204375 w 631667"/>
                <a:gd name="connsiteY161" fmla="*/ 48126 h 81563"/>
                <a:gd name="connsiteX162" fmla="*/ 210104 w 631667"/>
                <a:gd name="connsiteY162" fmla="*/ 40990 h 81563"/>
                <a:gd name="connsiteX163" fmla="*/ 214792 w 631667"/>
                <a:gd name="connsiteY163" fmla="*/ 34063 h 81563"/>
                <a:gd name="connsiteX164" fmla="*/ 218073 w 631667"/>
                <a:gd name="connsiteY164" fmla="*/ 27604 h 81563"/>
                <a:gd name="connsiteX165" fmla="*/ 219271 w 631667"/>
                <a:gd name="connsiteY165" fmla="*/ 22084 h 81563"/>
                <a:gd name="connsiteX166" fmla="*/ 215313 w 631667"/>
                <a:gd name="connsiteY166" fmla="*/ 11927 h 81563"/>
                <a:gd name="connsiteX167" fmla="*/ 205104 w 631667"/>
                <a:gd name="connsiteY167" fmla="*/ 8542 h 81563"/>
                <a:gd name="connsiteX168" fmla="*/ 195261 w 631667"/>
                <a:gd name="connsiteY168" fmla="*/ 12709 h 81563"/>
                <a:gd name="connsiteX169" fmla="*/ 191458 w 631667"/>
                <a:gd name="connsiteY169" fmla="*/ 23542 h 81563"/>
                <a:gd name="connsiteX170" fmla="*/ 182917 w 631667"/>
                <a:gd name="connsiteY170" fmla="*/ 23542 h 81563"/>
                <a:gd name="connsiteX171" fmla="*/ 184583 w 631667"/>
                <a:gd name="connsiteY171" fmla="*/ 14428 h 81563"/>
                <a:gd name="connsiteX172" fmla="*/ 189271 w 631667"/>
                <a:gd name="connsiteY172" fmla="*/ 7396 h 81563"/>
                <a:gd name="connsiteX173" fmla="*/ 196406 w 631667"/>
                <a:gd name="connsiteY173" fmla="*/ 2917 h 81563"/>
                <a:gd name="connsiteX174" fmla="*/ 205313 w 631667"/>
                <a:gd name="connsiteY174" fmla="*/ 1354 h 81563"/>
                <a:gd name="connsiteX175" fmla="*/ 140208 w 631667"/>
                <a:gd name="connsiteY175" fmla="*/ 1354 h 81563"/>
                <a:gd name="connsiteX176" fmla="*/ 156250 w 631667"/>
                <a:gd name="connsiteY176" fmla="*/ 6459 h 81563"/>
                <a:gd name="connsiteX177" fmla="*/ 162708 w 631667"/>
                <a:gd name="connsiteY177" fmla="*/ 21458 h 81563"/>
                <a:gd name="connsiteX178" fmla="*/ 158594 w 631667"/>
                <a:gd name="connsiteY178" fmla="*/ 35313 h 81563"/>
                <a:gd name="connsiteX179" fmla="*/ 148750 w 631667"/>
                <a:gd name="connsiteY179" fmla="*/ 49271 h 81563"/>
                <a:gd name="connsiteX180" fmla="*/ 136875 w 631667"/>
                <a:gd name="connsiteY180" fmla="*/ 61979 h 81563"/>
                <a:gd name="connsiteX181" fmla="*/ 126667 w 631667"/>
                <a:gd name="connsiteY181" fmla="*/ 71979 h 81563"/>
                <a:gd name="connsiteX182" fmla="*/ 164375 w 631667"/>
                <a:gd name="connsiteY182" fmla="*/ 71979 h 81563"/>
                <a:gd name="connsiteX183" fmla="*/ 164375 w 631667"/>
                <a:gd name="connsiteY183" fmla="*/ 79167 h 81563"/>
                <a:gd name="connsiteX184" fmla="*/ 118646 w 631667"/>
                <a:gd name="connsiteY184" fmla="*/ 79167 h 81563"/>
                <a:gd name="connsiteX185" fmla="*/ 117448 w 631667"/>
                <a:gd name="connsiteY185" fmla="*/ 78855 h 81563"/>
                <a:gd name="connsiteX186" fmla="*/ 117188 w 631667"/>
                <a:gd name="connsiteY186" fmla="*/ 77604 h 81563"/>
                <a:gd name="connsiteX187" fmla="*/ 117188 w 631667"/>
                <a:gd name="connsiteY187" fmla="*/ 71355 h 81563"/>
                <a:gd name="connsiteX188" fmla="*/ 121510 w 631667"/>
                <a:gd name="connsiteY188" fmla="*/ 67188 h 81563"/>
                <a:gd name="connsiteX189" fmla="*/ 127084 w 631667"/>
                <a:gd name="connsiteY189" fmla="*/ 61667 h 81563"/>
                <a:gd name="connsiteX190" fmla="*/ 133125 w 631667"/>
                <a:gd name="connsiteY190" fmla="*/ 55208 h 81563"/>
                <a:gd name="connsiteX191" fmla="*/ 139271 w 631667"/>
                <a:gd name="connsiteY191" fmla="*/ 48126 h 81563"/>
                <a:gd name="connsiteX192" fmla="*/ 145000 w 631667"/>
                <a:gd name="connsiteY192" fmla="*/ 40990 h 81563"/>
                <a:gd name="connsiteX193" fmla="*/ 149688 w 631667"/>
                <a:gd name="connsiteY193" fmla="*/ 34063 h 81563"/>
                <a:gd name="connsiteX194" fmla="*/ 152969 w 631667"/>
                <a:gd name="connsiteY194" fmla="*/ 27604 h 81563"/>
                <a:gd name="connsiteX195" fmla="*/ 154167 w 631667"/>
                <a:gd name="connsiteY195" fmla="*/ 22084 h 81563"/>
                <a:gd name="connsiteX196" fmla="*/ 150208 w 631667"/>
                <a:gd name="connsiteY196" fmla="*/ 11927 h 81563"/>
                <a:gd name="connsiteX197" fmla="*/ 140000 w 631667"/>
                <a:gd name="connsiteY197" fmla="*/ 8542 h 81563"/>
                <a:gd name="connsiteX198" fmla="*/ 130156 w 631667"/>
                <a:gd name="connsiteY198" fmla="*/ 12709 h 81563"/>
                <a:gd name="connsiteX199" fmla="*/ 126354 w 631667"/>
                <a:gd name="connsiteY199" fmla="*/ 23542 h 81563"/>
                <a:gd name="connsiteX200" fmla="*/ 117813 w 631667"/>
                <a:gd name="connsiteY200" fmla="*/ 23542 h 81563"/>
                <a:gd name="connsiteX201" fmla="*/ 119479 w 631667"/>
                <a:gd name="connsiteY201" fmla="*/ 14428 h 81563"/>
                <a:gd name="connsiteX202" fmla="*/ 124167 w 631667"/>
                <a:gd name="connsiteY202" fmla="*/ 7396 h 81563"/>
                <a:gd name="connsiteX203" fmla="*/ 131302 w 631667"/>
                <a:gd name="connsiteY203" fmla="*/ 2917 h 81563"/>
                <a:gd name="connsiteX204" fmla="*/ 140208 w 631667"/>
                <a:gd name="connsiteY204" fmla="*/ 1354 h 81563"/>
                <a:gd name="connsiteX205" fmla="*/ 23021 w 631667"/>
                <a:gd name="connsiteY205" fmla="*/ 1354 h 81563"/>
                <a:gd name="connsiteX206" fmla="*/ 39063 w 631667"/>
                <a:gd name="connsiteY206" fmla="*/ 6459 h 81563"/>
                <a:gd name="connsiteX207" fmla="*/ 45521 w 631667"/>
                <a:gd name="connsiteY207" fmla="*/ 21458 h 81563"/>
                <a:gd name="connsiteX208" fmla="*/ 41406 w 631667"/>
                <a:gd name="connsiteY208" fmla="*/ 35313 h 81563"/>
                <a:gd name="connsiteX209" fmla="*/ 31562 w 631667"/>
                <a:gd name="connsiteY209" fmla="*/ 49271 h 81563"/>
                <a:gd name="connsiteX210" fmla="*/ 19688 w 631667"/>
                <a:gd name="connsiteY210" fmla="*/ 61979 h 81563"/>
                <a:gd name="connsiteX211" fmla="*/ 9479 w 631667"/>
                <a:gd name="connsiteY211" fmla="*/ 71979 h 81563"/>
                <a:gd name="connsiteX212" fmla="*/ 47188 w 631667"/>
                <a:gd name="connsiteY212" fmla="*/ 71979 h 81563"/>
                <a:gd name="connsiteX213" fmla="*/ 47188 w 631667"/>
                <a:gd name="connsiteY213" fmla="*/ 79167 h 81563"/>
                <a:gd name="connsiteX214" fmla="*/ 1458 w 631667"/>
                <a:gd name="connsiteY214" fmla="*/ 79167 h 81563"/>
                <a:gd name="connsiteX215" fmla="*/ 260 w 631667"/>
                <a:gd name="connsiteY215" fmla="*/ 78855 h 81563"/>
                <a:gd name="connsiteX216" fmla="*/ 0 w 631667"/>
                <a:gd name="connsiteY216" fmla="*/ 77604 h 81563"/>
                <a:gd name="connsiteX217" fmla="*/ 0 w 631667"/>
                <a:gd name="connsiteY217" fmla="*/ 71355 h 81563"/>
                <a:gd name="connsiteX218" fmla="*/ 4323 w 631667"/>
                <a:gd name="connsiteY218" fmla="*/ 67188 h 81563"/>
                <a:gd name="connsiteX219" fmla="*/ 9896 w 631667"/>
                <a:gd name="connsiteY219" fmla="*/ 61667 h 81563"/>
                <a:gd name="connsiteX220" fmla="*/ 15937 w 631667"/>
                <a:gd name="connsiteY220" fmla="*/ 55208 h 81563"/>
                <a:gd name="connsiteX221" fmla="*/ 22083 w 631667"/>
                <a:gd name="connsiteY221" fmla="*/ 48126 h 81563"/>
                <a:gd name="connsiteX222" fmla="*/ 27813 w 631667"/>
                <a:gd name="connsiteY222" fmla="*/ 40990 h 81563"/>
                <a:gd name="connsiteX223" fmla="*/ 32500 w 631667"/>
                <a:gd name="connsiteY223" fmla="*/ 34063 h 81563"/>
                <a:gd name="connsiteX224" fmla="*/ 35781 w 631667"/>
                <a:gd name="connsiteY224" fmla="*/ 27604 h 81563"/>
                <a:gd name="connsiteX225" fmla="*/ 36979 w 631667"/>
                <a:gd name="connsiteY225" fmla="*/ 22084 h 81563"/>
                <a:gd name="connsiteX226" fmla="*/ 33021 w 631667"/>
                <a:gd name="connsiteY226" fmla="*/ 11927 h 81563"/>
                <a:gd name="connsiteX227" fmla="*/ 22812 w 631667"/>
                <a:gd name="connsiteY227" fmla="*/ 8542 h 81563"/>
                <a:gd name="connsiteX228" fmla="*/ 12969 w 631667"/>
                <a:gd name="connsiteY228" fmla="*/ 12709 h 81563"/>
                <a:gd name="connsiteX229" fmla="*/ 9167 w 631667"/>
                <a:gd name="connsiteY229" fmla="*/ 23542 h 81563"/>
                <a:gd name="connsiteX230" fmla="*/ 625 w 631667"/>
                <a:gd name="connsiteY230" fmla="*/ 23542 h 81563"/>
                <a:gd name="connsiteX231" fmla="*/ 2292 w 631667"/>
                <a:gd name="connsiteY231" fmla="*/ 14428 h 81563"/>
                <a:gd name="connsiteX232" fmla="*/ 6979 w 631667"/>
                <a:gd name="connsiteY232" fmla="*/ 7396 h 81563"/>
                <a:gd name="connsiteX233" fmla="*/ 14115 w 631667"/>
                <a:gd name="connsiteY233" fmla="*/ 2917 h 81563"/>
                <a:gd name="connsiteX234" fmla="*/ 23021 w 631667"/>
                <a:gd name="connsiteY234" fmla="*/ 1354 h 81563"/>
                <a:gd name="connsiteX235" fmla="*/ 519271 w 631667"/>
                <a:gd name="connsiteY235" fmla="*/ 0 h 81563"/>
                <a:gd name="connsiteX236" fmla="*/ 532032 w 631667"/>
                <a:gd name="connsiteY236" fmla="*/ 3646 h 81563"/>
                <a:gd name="connsiteX237" fmla="*/ 539792 w 631667"/>
                <a:gd name="connsiteY237" fmla="*/ 13021 h 81563"/>
                <a:gd name="connsiteX238" fmla="*/ 543646 w 631667"/>
                <a:gd name="connsiteY238" fmla="*/ 26146 h 81563"/>
                <a:gd name="connsiteX239" fmla="*/ 544688 w 631667"/>
                <a:gd name="connsiteY239" fmla="*/ 40729 h 81563"/>
                <a:gd name="connsiteX240" fmla="*/ 543646 w 631667"/>
                <a:gd name="connsiteY240" fmla="*/ 55313 h 81563"/>
                <a:gd name="connsiteX241" fmla="*/ 539792 w 631667"/>
                <a:gd name="connsiteY241" fmla="*/ 68334 h 81563"/>
                <a:gd name="connsiteX242" fmla="*/ 532032 w 631667"/>
                <a:gd name="connsiteY242" fmla="*/ 77604 h 81563"/>
                <a:gd name="connsiteX243" fmla="*/ 519271 w 631667"/>
                <a:gd name="connsiteY243" fmla="*/ 81146 h 81563"/>
                <a:gd name="connsiteX244" fmla="*/ 506719 w 631667"/>
                <a:gd name="connsiteY244" fmla="*/ 77604 h 81563"/>
                <a:gd name="connsiteX245" fmla="*/ 499271 w 631667"/>
                <a:gd name="connsiteY245" fmla="*/ 68334 h 81563"/>
                <a:gd name="connsiteX246" fmla="*/ 495625 w 631667"/>
                <a:gd name="connsiteY246" fmla="*/ 55313 h 81563"/>
                <a:gd name="connsiteX247" fmla="*/ 494688 w 631667"/>
                <a:gd name="connsiteY247" fmla="*/ 40729 h 81563"/>
                <a:gd name="connsiteX248" fmla="*/ 495625 w 631667"/>
                <a:gd name="connsiteY248" fmla="*/ 26146 h 81563"/>
                <a:gd name="connsiteX249" fmla="*/ 499271 w 631667"/>
                <a:gd name="connsiteY249" fmla="*/ 13021 h 81563"/>
                <a:gd name="connsiteX250" fmla="*/ 506719 w 631667"/>
                <a:gd name="connsiteY250" fmla="*/ 3646 h 81563"/>
                <a:gd name="connsiteX251" fmla="*/ 519271 w 631667"/>
                <a:gd name="connsiteY251" fmla="*/ 0 h 81563"/>
                <a:gd name="connsiteX252" fmla="*/ 89583 w 631667"/>
                <a:gd name="connsiteY252" fmla="*/ 0 h 81563"/>
                <a:gd name="connsiteX253" fmla="*/ 102344 w 631667"/>
                <a:gd name="connsiteY253" fmla="*/ 3646 h 81563"/>
                <a:gd name="connsiteX254" fmla="*/ 110104 w 631667"/>
                <a:gd name="connsiteY254" fmla="*/ 13021 h 81563"/>
                <a:gd name="connsiteX255" fmla="*/ 113958 w 631667"/>
                <a:gd name="connsiteY255" fmla="*/ 26146 h 81563"/>
                <a:gd name="connsiteX256" fmla="*/ 115000 w 631667"/>
                <a:gd name="connsiteY256" fmla="*/ 40729 h 81563"/>
                <a:gd name="connsiteX257" fmla="*/ 113958 w 631667"/>
                <a:gd name="connsiteY257" fmla="*/ 55313 h 81563"/>
                <a:gd name="connsiteX258" fmla="*/ 110104 w 631667"/>
                <a:gd name="connsiteY258" fmla="*/ 68334 h 81563"/>
                <a:gd name="connsiteX259" fmla="*/ 102344 w 631667"/>
                <a:gd name="connsiteY259" fmla="*/ 77604 h 81563"/>
                <a:gd name="connsiteX260" fmla="*/ 89583 w 631667"/>
                <a:gd name="connsiteY260" fmla="*/ 81146 h 81563"/>
                <a:gd name="connsiteX261" fmla="*/ 77031 w 631667"/>
                <a:gd name="connsiteY261" fmla="*/ 77604 h 81563"/>
                <a:gd name="connsiteX262" fmla="*/ 69583 w 631667"/>
                <a:gd name="connsiteY262" fmla="*/ 68334 h 81563"/>
                <a:gd name="connsiteX263" fmla="*/ 65937 w 631667"/>
                <a:gd name="connsiteY263" fmla="*/ 55313 h 81563"/>
                <a:gd name="connsiteX264" fmla="*/ 65000 w 631667"/>
                <a:gd name="connsiteY264" fmla="*/ 40729 h 81563"/>
                <a:gd name="connsiteX265" fmla="*/ 65937 w 631667"/>
                <a:gd name="connsiteY265" fmla="*/ 26146 h 81563"/>
                <a:gd name="connsiteX266" fmla="*/ 69583 w 631667"/>
                <a:gd name="connsiteY266" fmla="*/ 13021 h 81563"/>
                <a:gd name="connsiteX267" fmla="*/ 77031 w 631667"/>
                <a:gd name="connsiteY267" fmla="*/ 3646 h 81563"/>
                <a:gd name="connsiteX268" fmla="*/ 89583 w 631667"/>
                <a:gd name="connsiteY268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63166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9"/>
                  </a:moveTo>
                  <a:cubicBezTo>
                    <a:pt x="600873" y="33959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600"/>
                    <a:pt x="613854" y="41406"/>
                  </a:cubicBezTo>
                  <a:cubicBezTo>
                    <a:pt x="615170" y="42201"/>
                    <a:pt x="616602" y="42605"/>
                    <a:pt x="618125" y="42605"/>
                  </a:cubicBezTo>
                  <a:cubicBezTo>
                    <a:pt x="620352" y="42605"/>
                    <a:pt x="622097" y="41836"/>
                    <a:pt x="623386" y="40313"/>
                  </a:cubicBezTo>
                  <a:cubicBezTo>
                    <a:pt x="624675" y="38776"/>
                    <a:pt x="625873" y="36667"/>
                    <a:pt x="626980" y="33959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6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4"/>
                  </a:cubicBezTo>
                  <a:cubicBezTo>
                    <a:pt x="611081" y="47708"/>
                    <a:pt x="609479" y="46693"/>
                    <a:pt x="607813" y="45313"/>
                  </a:cubicBezTo>
                  <a:cubicBezTo>
                    <a:pt x="605938" y="43855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8"/>
                    <a:pt x="590313" y="37396"/>
                  </a:cubicBezTo>
                  <a:cubicBezTo>
                    <a:pt x="592670" y="35105"/>
                    <a:pt x="595521" y="33959"/>
                    <a:pt x="598855" y="33959"/>
                  </a:cubicBezTo>
                  <a:close/>
                  <a:moveTo>
                    <a:pt x="519271" y="7188"/>
                  </a:moveTo>
                  <a:cubicBezTo>
                    <a:pt x="515521" y="7188"/>
                    <a:pt x="512591" y="8399"/>
                    <a:pt x="510469" y="10834"/>
                  </a:cubicBezTo>
                  <a:cubicBezTo>
                    <a:pt x="508347" y="13255"/>
                    <a:pt x="506771" y="16172"/>
                    <a:pt x="505729" y="19584"/>
                  </a:cubicBezTo>
                  <a:cubicBezTo>
                    <a:pt x="504623" y="23047"/>
                    <a:pt x="503946" y="26719"/>
                    <a:pt x="503698" y="30573"/>
                  </a:cubicBezTo>
                  <a:cubicBezTo>
                    <a:pt x="503451" y="34428"/>
                    <a:pt x="503334" y="37812"/>
                    <a:pt x="503334" y="40729"/>
                  </a:cubicBezTo>
                  <a:cubicBezTo>
                    <a:pt x="503334" y="43646"/>
                    <a:pt x="503451" y="46992"/>
                    <a:pt x="503698" y="50782"/>
                  </a:cubicBezTo>
                  <a:cubicBezTo>
                    <a:pt x="503946" y="54557"/>
                    <a:pt x="504623" y="58190"/>
                    <a:pt x="505729" y="61667"/>
                  </a:cubicBezTo>
                  <a:cubicBezTo>
                    <a:pt x="506771" y="65065"/>
                    <a:pt x="508347" y="67943"/>
                    <a:pt x="510469" y="70313"/>
                  </a:cubicBezTo>
                  <a:cubicBezTo>
                    <a:pt x="512591" y="72669"/>
                    <a:pt x="515521" y="73854"/>
                    <a:pt x="519271" y="73854"/>
                  </a:cubicBezTo>
                  <a:cubicBezTo>
                    <a:pt x="523021" y="73854"/>
                    <a:pt x="526003" y="72669"/>
                    <a:pt x="528230" y="70313"/>
                  </a:cubicBezTo>
                  <a:cubicBezTo>
                    <a:pt x="530456" y="67943"/>
                    <a:pt x="532123" y="65065"/>
                    <a:pt x="533229" y="61667"/>
                  </a:cubicBezTo>
                  <a:cubicBezTo>
                    <a:pt x="534414" y="58190"/>
                    <a:pt x="535170" y="54557"/>
                    <a:pt x="535521" y="50782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2"/>
                    <a:pt x="535873" y="34428"/>
                    <a:pt x="535521" y="30573"/>
                  </a:cubicBezTo>
                  <a:cubicBezTo>
                    <a:pt x="535170" y="26719"/>
                    <a:pt x="534414" y="23047"/>
                    <a:pt x="533229" y="19584"/>
                  </a:cubicBezTo>
                  <a:cubicBezTo>
                    <a:pt x="532123" y="16172"/>
                    <a:pt x="530456" y="13255"/>
                    <a:pt x="528230" y="10834"/>
                  </a:cubicBezTo>
                  <a:cubicBezTo>
                    <a:pt x="526003" y="8399"/>
                    <a:pt x="523021" y="7188"/>
                    <a:pt x="519271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4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8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82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55"/>
                    <a:pt x="304375" y="3542"/>
                  </a:cubicBezTo>
                  <a:cubicBezTo>
                    <a:pt x="304649" y="3815"/>
                    <a:pt x="304792" y="4336"/>
                    <a:pt x="304792" y="5105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4"/>
                  </a:lnTo>
                  <a:cubicBezTo>
                    <a:pt x="294688" y="14089"/>
                    <a:pt x="292344" y="16016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9"/>
                  </a:lnTo>
                  <a:cubicBezTo>
                    <a:pt x="283294" y="13881"/>
                    <a:pt x="286185" y="12188"/>
                    <a:pt x="288959" y="10104"/>
                  </a:cubicBezTo>
                  <a:cubicBezTo>
                    <a:pt x="291732" y="8021"/>
                    <a:pt x="294375" y="5690"/>
                    <a:pt x="296875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26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20" y="36836"/>
                    <a:pt x="465209" y="38958"/>
                    <a:pt x="460625" y="39792"/>
                  </a:cubicBezTo>
                  <a:cubicBezTo>
                    <a:pt x="465690" y="40482"/>
                    <a:pt x="469805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6992" y="66263"/>
                    <a:pt x="475573" y="69010"/>
                  </a:cubicBezTo>
                  <a:cubicBezTo>
                    <a:pt x="474154" y="71745"/>
                    <a:pt x="472253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11" y="80521"/>
                    <a:pt x="455586" y="80938"/>
                    <a:pt x="452396" y="80938"/>
                  </a:cubicBezTo>
                  <a:cubicBezTo>
                    <a:pt x="444896" y="80938"/>
                    <a:pt x="438972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28" y="63542"/>
                    <a:pt x="438282" y="67318"/>
                    <a:pt x="441094" y="69896"/>
                  </a:cubicBezTo>
                  <a:cubicBezTo>
                    <a:pt x="443906" y="72461"/>
                    <a:pt x="447774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78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40" y="49662"/>
                    <a:pt x="465664" y="48151"/>
                    <a:pt x="464063" y="46980"/>
                  </a:cubicBezTo>
                  <a:cubicBezTo>
                    <a:pt x="462396" y="45795"/>
                    <a:pt x="460534" y="44922"/>
                    <a:pt x="458490" y="44375"/>
                  </a:cubicBezTo>
                  <a:cubicBezTo>
                    <a:pt x="456446" y="43815"/>
                    <a:pt x="454336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20" y="42891"/>
                    <a:pt x="446354" y="42422"/>
                    <a:pt x="446354" y="41667"/>
                  </a:cubicBezTo>
                  <a:lnTo>
                    <a:pt x="446354" y="37812"/>
                  </a:lnTo>
                  <a:cubicBezTo>
                    <a:pt x="446354" y="36980"/>
                    <a:pt x="446420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32" y="31459"/>
                    <a:pt x="465456" y="30078"/>
                    <a:pt x="466355" y="28385"/>
                  </a:cubicBezTo>
                  <a:cubicBezTo>
                    <a:pt x="467253" y="26680"/>
                    <a:pt x="467709" y="24610"/>
                    <a:pt x="467709" y="22188"/>
                  </a:cubicBezTo>
                  <a:cubicBezTo>
                    <a:pt x="467709" y="17813"/>
                    <a:pt x="466263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82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24" y="15833"/>
                    <a:pt x="431250" y="10730"/>
                    <a:pt x="435625" y="6979"/>
                  </a:cubicBezTo>
                  <a:cubicBezTo>
                    <a:pt x="440000" y="3230"/>
                    <a:pt x="445729" y="1354"/>
                    <a:pt x="452813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295" y="3047"/>
                    <a:pt x="377604" y="6459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01" y="40104"/>
                    <a:pt x="373919" y="44753"/>
                    <a:pt x="370104" y="49271"/>
                  </a:cubicBezTo>
                  <a:cubicBezTo>
                    <a:pt x="366289" y="53776"/>
                    <a:pt x="362331" y="58021"/>
                    <a:pt x="358229" y="61979"/>
                  </a:cubicBezTo>
                  <a:cubicBezTo>
                    <a:pt x="354128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72" y="79063"/>
                    <a:pt x="338802" y="78855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5"/>
                  </a:lnTo>
                  <a:cubicBezTo>
                    <a:pt x="339727" y="70235"/>
                    <a:pt x="341159" y="68855"/>
                    <a:pt x="342865" y="67188"/>
                  </a:cubicBezTo>
                  <a:cubicBezTo>
                    <a:pt x="344570" y="65521"/>
                    <a:pt x="346419" y="63672"/>
                    <a:pt x="348438" y="61667"/>
                  </a:cubicBezTo>
                  <a:cubicBezTo>
                    <a:pt x="350378" y="59648"/>
                    <a:pt x="352396" y="57500"/>
                    <a:pt x="354479" y="55208"/>
                  </a:cubicBezTo>
                  <a:cubicBezTo>
                    <a:pt x="356563" y="52917"/>
                    <a:pt x="358607" y="50547"/>
                    <a:pt x="360625" y="48126"/>
                  </a:cubicBezTo>
                  <a:cubicBezTo>
                    <a:pt x="362643" y="45756"/>
                    <a:pt x="364545" y="43386"/>
                    <a:pt x="366354" y="40990"/>
                  </a:cubicBezTo>
                  <a:cubicBezTo>
                    <a:pt x="368164" y="38594"/>
                    <a:pt x="369727" y="36276"/>
                    <a:pt x="371042" y="34063"/>
                  </a:cubicBezTo>
                  <a:cubicBezTo>
                    <a:pt x="372435" y="31771"/>
                    <a:pt x="373529" y="29610"/>
                    <a:pt x="374323" y="27604"/>
                  </a:cubicBezTo>
                  <a:cubicBezTo>
                    <a:pt x="375117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20" y="9662"/>
                    <a:pt x="365521" y="8542"/>
                    <a:pt x="361354" y="8542"/>
                  </a:cubicBezTo>
                  <a:cubicBezTo>
                    <a:pt x="357331" y="8542"/>
                    <a:pt x="354050" y="9922"/>
                    <a:pt x="351511" y="12709"/>
                  </a:cubicBezTo>
                  <a:cubicBezTo>
                    <a:pt x="348971" y="15482"/>
                    <a:pt x="347708" y="19089"/>
                    <a:pt x="347708" y="23542"/>
                  </a:cubicBezTo>
                  <a:lnTo>
                    <a:pt x="339167" y="23542"/>
                  </a:lnTo>
                  <a:cubicBezTo>
                    <a:pt x="339167" y="20208"/>
                    <a:pt x="339727" y="17161"/>
                    <a:pt x="340833" y="14428"/>
                  </a:cubicBezTo>
                  <a:cubicBezTo>
                    <a:pt x="341940" y="11680"/>
                    <a:pt x="343503" y="9336"/>
                    <a:pt x="345521" y="7396"/>
                  </a:cubicBezTo>
                  <a:cubicBezTo>
                    <a:pt x="347539" y="5443"/>
                    <a:pt x="349909" y="3959"/>
                    <a:pt x="352656" y="2917"/>
                  </a:cubicBezTo>
                  <a:cubicBezTo>
                    <a:pt x="355404" y="1876"/>
                    <a:pt x="358373" y="1354"/>
                    <a:pt x="361563" y="1354"/>
                  </a:cubicBezTo>
                  <a:close/>
                  <a:moveTo>
                    <a:pt x="205313" y="1354"/>
                  </a:moveTo>
                  <a:cubicBezTo>
                    <a:pt x="211706" y="1354"/>
                    <a:pt x="217044" y="3047"/>
                    <a:pt x="221354" y="6459"/>
                  </a:cubicBezTo>
                  <a:cubicBezTo>
                    <a:pt x="225664" y="9857"/>
                    <a:pt x="227813" y="14857"/>
                    <a:pt x="227813" y="21458"/>
                  </a:cubicBezTo>
                  <a:cubicBezTo>
                    <a:pt x="227813" y="25899"/>
                    <a:pt x="226446" y="30521"/>
                    <a:pt x="223698" y="35313"/>
                  </a:cubicBezTo>
                  <a:cubicBezTo>
                    <a:pt x="220951" y="40104"/>
                    <a:pt x="217669" y="44753"/>
                    <a:pt x="213854" y="49271"/>
                  </a:cubicBezTo>
                  <a:cubicBezTo>
                    <a:pt x="210039" y="53776"/>
                    <a:pt x="206081" y="58021"/>
                    <a:pt x="201979" y="61979"/>
                  </a:cubicBezTo>
                  <a:cubicBezTo>
                    <a:pt x="197878" y="65938"/>
                    <a:pt x="194479" y="69271"/>
                    <a:pt x="191771" y="71979"/>
                  </a:cubicBezTo>
                  <a:lnTo>
                    <a:pt x="229479" y="71979"/>
                  </a:lnTo>
                  <a:lnTo>
                    <a:pt x="229479" y="79167"/>
                  </a:lnTo>
                  <a:lnTo>
                    <a:pt x="183750" y="79167"/>
                  </a:lnTo>
                  <a:cubicBezTo>
                    <a:pt x="183125" y="79167"/>
                    <a:pt x="182722" y="79063"/>
                    <a:pt x="182552" y="78855"/>
                  </a:cubicBezTo>
                  <a:cubicBezTo>
                    <a:pt x="182383" y="78646"/>
                    <a:pt x="182292" y="78229"/>
                    <a:pt x="182292" y="77604"/>
                  </a:cubicBezTo>
                  <a:lnTo>
                    <a:pt x="182292" y="71355"/>
                  </a:lnTo>
                  <a:cubicBezTo>
                    <a:pt x="183477" y="70235"/>
                    <a:pt x="184909" y="68855"/>
                    <a:pt x="186615" y="67188"/>
                  </a:cubicBezTo>
                  <a:cubicBezTo>
                    <a:pt x="188320" y="65521"/>
                    <a:pt x="190169" y="63672"/>
                    <a:pt x="192188" y="61667"/>
                  </a:cubicBezTo>
                  <a:cubicBezTo>
                    <a:pt x="194128" y="59648"/>
                    <a:pt x="196146" y="57500"/>
                    <a:pt x="198229" y="55208"/>
                  </a:cubicBezTo>
                  <a:cubicBezTo>
                    <a:pt x="200313" y="52917"/>
                    <a:pt x="202357" y="50547"/>
                    <a:pt x="204375" y="48126"/>
                  </a:cubicBezTo>
                  <a:cubicBezTo>
                    <a:pt x="206393" y="45756"/>
                    <a:pt x="208295" y="43386"/>
                    <a:pt x="210104" y="40990"/>
                  </a:cubicBezTo>
                  <a:cubicBezTo>
                    <a:pt x="211914" y="38594"/>
                    <a:pt x="213477" y="36276"/>
                    <a:pt x="214792" y="34063"/>
                  </a:cubicBezTo>
                  <a:cubicBezTo>
                    <a:pt x="216185" y="31771"/>
                    <a:pt x="217279" y="29610"/>
                    <a:pt x="218073" y="27604"/>
                  </a:cubicBezTo>
                  <a:cubicBezTo>
                    <a:pt x="218867" y="25586"/>
                    <a:pt x="219271" y="23750"/>
                    <a:pt x="219271" y="22084"/>
                  </a:cubicBezTo>
                  <a:cubicBezTo>
                    <a:pt x="219271" y="17565"/>
                    <a:pt x="217956" y="14180"/>
                    <a:pt x="215313" y="11927"/>
                  </a:cubicBezTo>
                  <a:cubicBezTo>
                    <a:pt x="212669" y="9662"/>
                    <a:pt x="209271" y="8542"/>
                    <a:pt x="205104" y="8542"/>
                  </a:cubicBezTo>
                  <a:cubicBezTo>
                    <a:pt x="201081" y="8542"/>
                    <a:pt x="197800" y="9922"/>
                    <a:pt x="195261" y="12709"/>
                  </a:cubicBezTo>
                  <a:cubicBezTo>
                    <a:pt x="192721" y="15482"/>
                    <a:pt x="191458" y="19089"/>
                    <a:pt x="191458" y="23542"/>
                  </a:cubicBezTo>
                  <a:lnTo>
                    <a:pt x="182917" y="23542"/>
                  </a:lnTo>
                  <a:cubicBezTo>
                    <a:pt x="182917" y="20208"/>
                    <a:pt x="183477" y="17161"/>
                    <a:pt x="184583" y="14428"/>
                  </a:cubicBezTo>
                  <a:cubicBezTo>
                    <a:pt x="185690" y="11680"/>
                    <a:pt x="187253" y="9336"/>
                    <a:pt x="189271" y="7396"/>
                  </a:cubicBezTo>
                  <a:cubicBezTo>
                    <a:pt x="191289" y="5443"/>
                    <a:pt x="193659" y="3959"/>
                    <a:pt x="196406" y="2917"/>
                  </a:cubicBezTo>
                  <a:cubicBezTo>
                    <a:pt x="199154" y="1876"/>
                    <a:pt x="202122" y="1354"/>
                    <a:pt x="2053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05" y="68855"/>
                    <a:pt x="121510" y="67188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6"/>
                  </a:cubicBezTo>
                  <a:cubicBezTo>
                    <a:pt x="141289" y="45756"/>
                    <a:pt x="143190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43"/>
                    <a:pt x="128555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17" y="68855"/>
                    <a:pt x="4323" y="67188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6"/>
                  </a:cubicBezTo>
                  <a:cubicBezTo>
                    <a:pt x="24102" y="45756"/>
                    <a:pt x="26003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43"/>
                    <a:pt x="11367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79" y="0"/>
                    <a:pt x="528737" y="1211"/>
                    <a:pt x="532032" y="3646"/>
                  </a:cubicBezTo>
                  <a:cubicBezTo>
                    <a:pt x="535326" y="6068"/>
                    <a:pt x="537917" y="9193"/>
                    <a:pt x="539792" y="13021"/>
                  </a:cubicBezTo>
                  <a:cubicBezTo>
                    <a:pt x="541667" y="16902"/>
                    <a:pt x="542956" y="21276"/>
                    <a:pt x="543646" y="26146"/>
                  </a:cubicBezTo>
                  <a:cubicBezTo>
                    <a:pt x="544336" y="31003"/>
                    <a:pt x="544688" y="35860"/>
                    <a:pt x="544688" y="40729"/>
                  </a:cubicBezTo>
                  <a:cubicBezTo>
                    <a:pt x="544688" y="45652"/>
                    <a:pt x="544336" y="50521"/>
                    <a:pt x="543646" y="55313"/>
                  </a:cubicBezTo>
                  <a:cubicBezTo>
                    <a:pt x="542956" y="60105"/>
                    <a:pt x="541667" y="64441"/>
                    <a:pt x="539792" y="68334"/>
                  </a:cubicBezTo>
                  <a:cubicBezTo>
                    <a:pt x="537917" y="72149"/>
                    <a:pt x="535326" y="75235"/>
                    <a:pt x="532032" y="77604"/>
                  </a:cubicBezTo>
                  <a:cubicBezTo>
                    <a:pt x="528737" y="79961"/>
                    <a:pt x="524479" y="81146"/>
                    <a:pt x="519271" y="81146"/>
                  </a:cubicBezTo>
                  <a:cubicBezTo>
                    <a:pt x="514128" y="81146"/>
                    <a:pt x="509948" y="79961"/>
                    <a:pt x="506719" y="77604"/>
                  </a:cubicBezTo>
                  <a:cubicBezTo>
                    <a:pt x="503490" y="75235"/>
                    <a:pt x="501003" y="72149"/>
                    <a:pt x="499271" y="68334"/>
                  </a:cubicBezTo>
                  <a:cubicBezTo>
                    <a:pt x="497461" y="64441"/>
                    <a:pt x="496250" y="60105"/>
                    <a:pt x="495625" y="55313"/>
                  </a:cubicBezTo>
                  <a:cubicBezTo>
                    <a:pt x="495000" y="50521"/>
                    <a:pt x="494688" y="45652"/>
                    <a:pt x="494688" y="40729"/>
                  </a:cubicBezTo>
                  <a:cubicBezTo>
                    <a:pt x="494688" y="35860"/>
                    <a:pt x="495000" y="31003"/>
                    <a:pt x="495625" y="26146"/>
                  </a:cubicBezTo>
                  <a:cubicBezTo>
                    <a:pt x="496250" y="21276"/>
                    <a:pt x="497461" y="16902"/>
                    <a:pt x="499271" y="13021"/>
                  </a:cubicBezTo>
                  <a:cubicBezTo>
                    <a:pt x="501003" y="9193"/>
                    <a:pt x="503490" y="6068"/>
                    <a:pt x="506719" y="3646"/>
                  </a:cubicBezTo>
                  <a:cubicBezTo>
                    <a:pt x="509948" y="1211"/>
                    <a:pt x="514128" y="0"/>
                    <a:pt x="519271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8" y="26146"/>
                  </a:cubicBezTo>
                  <a:cubicBezTo>
                    <a:pt x="114649" y="31003"/>
                    <a:pt x="115000" y="35860"/>
                    <a:pt x="115000" y="40729"/>
                  </a:cubicBezTo>
                  <a:cubicBezTo>
                    <a:pt x="115000" y="45652"/>
                    <a:pt x="114649" y="50521"/>
                    <a:pt x="113958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1"/>
                    <a:pt x="66563" y="60105"/>
                    <a:pt x="65937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7" y="26146"/>
                  </a:cubicBezTo>
                  <a:cubicBezTo>
                    <a:pt x="66563" y="21276"/>
                    <a:pt x="67773" y="16902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4" name="TextBox 763">
              <a:extLst>
                <a:ext uri="{FF2B5EF4-FFF2-40B4-BE49-F238E27FC236}">
                  <a16:creationId xmlns:a16="http://schemas.microsoft.com/office/drawing/2014/main" id="{8BDDACDC-5903-48AA-AD0B-6E29ED1F1356}"/>
                </a:ext>
              </a:extLst>
            </p:cNvPr>
            <p:cNvSpPr txBox="1"/>
            <p:nvPr/>
          </p:nvSpPr>
          <p:spPr>
            <a:xfrm>
              <a:off x="2926610" y="7552495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2022.12.30 ~</a:t>
              </a:r>
            </a:p>
          </p:txBody>
        </p:sp>
        <p:sp>
          <p:nvSpPr>
            <p:cNvPr id="765" name="자유형: 도형 764">
              <a:extLst>
                <a:ext uri="{FF2B5EF4-FFF2-40B4-BE49-F238E27FC236}">
                  <a16:creationId xmlns:a16="http://schemas.microsoft.com/office/drawing/2014/main" id="{E9A74C5A-A72A-43A4-8C31-906735449082}"/>
                </a:ext>
              </a:extLst>
            </p:cNvPr>
            <p:cNvSpPr/>
            <p:nvPr/>
          </p:nvSpPr>
          <p:spPr>
            <a:xfrm>
              <a:off x="3062099" y="7722160"/>
              <a:ext cx="526146" cy="81563"/>
            </a:xfrm>
            <a:custGeom>
              <a:avLst/>
              <a:gdLst>
                <a:gd name="connsiteX0" fmla="*/ 408021 w 526146"/>
                <a:gd name="connsiteY0" fmla="*/ 70833 h 81563"/>
                <a:gd name="connsiteX1" fmla="*/ 418750 w 526146"/>
                <a:gd name="connsiteY1" fmla="*/ 70833 h 81563"/>
                <a:gd name="connsiteX2" fmla="*/ 418750 w 526146"/>
                <a:gd name="connsiteY2" fmla="*/ 81563 h 81563"/>
                <a:gd name="connsiteX3" fmla="*/ 408021 w 526146"/>
                <a:gd name="connsiteY3" fmla="*/ 81563 h 81563"/>
                <a:gd name="connsiteX4" fmla="*/ 251771 w 526146"/>
                <a:gd name="connsiteY4" fmla="*/ 70833 h 81563"/>
                <a:gd name="connsiteX5" fmla="*/ 262500 w 526146"/>
                <a:gd name="connsiteY5" fmla="*/ 70833 h 81563"/>
                <a:gd name="connsiteX6" fmla="*/ 262500 w 526146"/>
                <a:gd name="connsiteY6" fmla="*/ 81563 h 81563"/>
                <a:gd name="connsiteX7" fmla="*/ 251771 w 526146"/>
                <a:gd name="connsiteY7" fmla="*/ 81563 h 81563"/>
                <a:gd name="connsiteX8" fmla="*/ 297917 w 526146"/>
                <a:gd name="connsiteY8" fmla="*/ 7188 h 81563"/>
                <a:gd name="connsiteX9" fmla="*/ 289115 w 526146"/>
                <a:gd name="connsiteY9" fmla="*/ 10834 h 81563"/>
                <a:gd name="connsiteX10" fmla="*/ 284375 w 526146"/>
                <a:gd name="connsiteY10" fmla="*/ 19584 h 81563"/>
                <a:gd name="connsiteX11" fmla="*/ 282344 w 526146"/>
                <a:gd name="connsiteY11" fmla="*/ 30573 h 81563"/>
                <a:gd name="connsiteX12" fmla="*/ 281979 w 526146"/>
                <a:gd name="connsiteY12" fmla="*/ 40729 h 81563"/>
                <a:gd name="connsiteX13" fmla="*/ 282344 w 526146"/>
                <a:gd name="connsiteY13" fmla="*/ 50782 h 81563"/>
                <a:gd name="connsiteX14" fmla="*/ 284375 w 526146"/>
                <a:gd name="connsiteY14" fmla="*/ 61667 h 81563"/>
                <a:gd name="connsiteX15" fmla="*/ 289115 w 526146"/>
                <a:gd name="connsiteY15" fmla="*/ 70313 h 81563"/>
                <a:gd name="connsiteX16" fmla="*/ 297917 w 526146"/>
                <a:gd name="connsiteY16" fmla="*/ 73854 h 81563"/>
                <a:gd name="connsiteX17" fmla="*/ 306875 w 526146"/>
                <a:gd name="connsiteY17" fmla="*/ 70313 h 81563"/>
                <a:gd name="connsiteX18" fmla="*/ 311875 w 526146"/>
                <a:gd name="connsiteY18" fmla="*/ 61667 h 81563"/>
                <a:gd name="connsiteX19" fmla="*/ 314167 w 526146"/>
                <a:gd name="connsiteY19" fmla="*/ 50782 h 81563"/>
                <a:gd name="connsiteX20" fmla="*/ 314688 w 526146"/>
                <a:gd name="connsiteY20" fmla="*/ 40729 h 81563"/>
                <a:gd name="connsiteX21" fmla="*/ 314167 w 526146"/>
                <a:gd name="connsiteY21" fmla="*/ 30573 h 81563"/>
                <a:gd name="connsiteX22" fmla="*/ 311875 w 526146"/>
                <a:gd name="connsiteY22" fmla="*/ 19584 h 81563"/>
                <a:gd name="connsiteX23" fmla="*/ 306875 w 526146"/>
                <a:gd name="connsiteY23" fmla="*/ 10834 h 81563"/>
                <a:gd name="connsiteX24" fmla="*/ 297917 w 526146"/>
                <a:gd name="connsiteY24" fmla="*/ 7188 h 81563"/>
                <a:gd name="connsiteX25" fmla="*/ 89583 w 526146"/>
                <a:gd name="connsiteY25" fmla="*/ 7188 h 81563"/>
                <a:gd name="connsiteX26" fmla="*/ 80781 w 526146"/>
                <a:gd name="connsiteY26" fmla="*/ 10834 h 81563"/>
                <a:gd name="connsiteX27" fmla="*/ 76042 w 526146"/>
                <a:gd name="connsiteY27" fmla="*/ 19584 h 81563"/>
                <a:gd name="connsiteX28" fmla="*/ 74011 w 526146"/>
                <a:gd name="connsiteY28" fmla="*/ 30573 h 81563"/>
                <a:gd name="connsiteX29" fmla="*/ 73646 w 526146"/>
                <a:gd name="connsiteY29" fmla="*/ 40729 h 81563"/>
                <a:gd name="connsiteX30" fmla="*/ 74011 w 526146"/>
                <a:gd name="connsiteY30" fmla="*/ 50782 h 81563"/>
                <a:gd name="connsiteX31" fmla="*/ 76042 w 526146"/>
                <a:gd name="connsiteY31" fmla="*/ 61667 h 81563"/>
                <a:gd name="connsiteX32" fmla="*/ 80781 w 526146"/>
                <a:gd name="connsiteY32" fmla="*/ 70313 h 81563"/>
                <a:gd name="connsiteX33" fmla="*/ 89583 w 526146"/>
                <a:gd name="connsiteY33" fmla="*/ 73854 h 81563"/>
                <a:gd name="connsiteX34" fmla="*/ 98542 w 526146"/>
                <a:gd name="connsiteY34" fmla="*/ 70313 h 81563"/>
                <a:gd name="connsiteX35" fmla="*/ 103542 w 526146"/>
                <a:gd name="connsiteY35" fmla="*/ 61667 h 81563"/>
                <a:gd name="connsiteX36" fmla="*/ 105833 w 526146"/>
                <a:gd name="connsiteY36" fmla="*/ 50782 h 81563"/>
                <a:gd name="connsiteX37" fmla="*/ 106354 w 526146"/>
                <a:gd name="connsiteY37" fmla="*/ 40729 h 81563"/>
                <a:gd name="connsiteX38" fmla="*/ 105833 w 526146"/>
                <a:gd name="connsiteY38" fmla="*/ 30573 h 81563"/>
                <a:gd name="connsiteX39" fmla="*/ 103542 w 526146"/>
                <a:gd name="connsiteY39" fmla="*/ 19584 h 81563"/>
                <a:gd name="connsiteX40" fmla="*/ 98542 w 526146"/>
                <a:gd name="connsiteY40" fmla="*/ 10834 h 81563"/>
                <a:gd name="connsiteX41" fmla="*/ 89583 w 526146"/>
                <a:gd name="connsiteY41" fmla="*/ 7188 h 81563"/>
                <a:gd name="connsiteX42" fmla="*/ 518229 w 526146"/>
                <a:gd name="connsiteY42" fmla="*/ 3125 h 81563"/>
                <a:gd name="connsiteX43" fmla="*/ 524167 w 526146"/>
                <a:gd name="connsiteY43" fmla="*/ 3125 h 81563"/>
                <a:gd name="connsiteX44" fmla="*/ 525730 w 526146"/>
                <a:gd name="connsiteY44" fmla="*/ 3542 h 81563"/>
                <a:gd name="connsiteX45" fmla="*/ 526146 w 526146"/>
                <a:gd name="connsiteY45" fmla="*/ 5105 h 81563"/>
                <a:gd name="connsiteX46" fmla="*/ 526146 w 526146"/>
                <a:gd name="connsiteY46" fmla="*/ 79167 h 81563"/>
                <a:gd name="connsiteX47" fmla="*/ 517917 w 526146"/>
                <a:gd name="connsiteY47" fmla="*/ 79167 h 81563"/>
                <a:gd name="connsiteX48" fmla="*/ 517917 w 526146"/>
                <a:gd name="connsiteY48" fmla="*/ 12084 h 81563"/>
                <a:gd name="connsiteX49" fmla="*/ 510886 w 526146"/>
                <a:gd name="connsiteY49" fmla="*/ 17865 h 81563"/>
                <a:gd name="connsiteX50" fmla="*/ 501667 w 526146"/>
                <a:gd name="connsiteY50" fmla="*/ 23125 h 81563"/>
                <a:gd name="connsiteX51" fmla="*/ 501667 w 526146"/>
                <a:gd name="connsiteY51" fmla="*/ 15209 h 81563"/>
                <a:gd name="connsiteX52" fmla="*/ 510313 w 526146"/>
                <a:gd name="connsiteY52" fmla="*/ 10104 h 81563"/>
                <a:gd name="connsiteX53" fmla="*/ 518229 w 526146"/>
                <a:gd name="connsiteY53" fmla="*/ 3125 h 81563"/>
                <a:gd name="connsiteX54" fmla="*/ 452813 w 526146"/>
                <a:gd name="connsiteY54" fmla="*/ 1354 h 81563"/>
                <a:gd name="connsiteX55" fmla="*/ 461615 w 526146"/>
                <a:gd name="connsiteY55" fmla="*/ 2553 h 81563"/>
                <a:gd name="connsiteX56" fmla="*/ 469063 w 526146"/>
                <a:gd name="connsiteY56" fmla="*/ 6251 h 81563"/>
                <a:gd name="connsiteX57" fmla="*/ 474115 w 526146"/>
                <a:gd name="connsiteY57" fmla="*/ 12604 h 81563"/>
                <a:gd name="connsiteX58" fmla="*/ 476042 w 526146"/>
                <a:gd name="connsiteY58" fmla="*/ 21771 h 81563"/>
                <a:gd name="connsiteX59" fmla="*/ 471771 w 526146"/>
                <a:gd name="connsiteY59" fmla="*/ 33437 h 81563"/>
                <a:gd name="connsiteX60" fmla="*/ 460625 w 526146"/>
                <a:gd name="connsiteY60" fmla="*/ 39792 h 81563"/>
                <a:gd name="connsiteX61" fmla="*/ 472969 w 526146"/>
                <a:gd name="connsiteY61" fmla="*/ 46198 h 81563"/>
                <a:gd name="connsiteX62" fmla="*/ 477709 w 526146"/>
                <a:gd name="connsiteY62" fmla="*/ 59063 h 81563"/>
                <a:gd name="connsiteX63" fmla="*/ 475573 w 526146"/>
                <a:gd name="connsiteY63" fmla="*/ 69010 h 81563"/>
                <a:gd name="connsiteX64" fmla="*/ 469896 w 526146"/>
                <a:gd name="connsiteY64" fmla="*/ 75834 h 81563"/>
                <a:gd name="connsiteX65" fmla="*/ 461771 w 526146"/>
                <a:gd name="connsiteY65" fmla="*/ 79687 h 81563"/>
                <a:gd name="connsiteX66" fmla="*/ 452396 w 526146"/>
                <a:gd name="connsiteY66" fmla="*/ 80938 h 81563"/>
                <a:gd name="connsiteX67" fmla="*/ 434636 w 526146"/>
                <a:gd name="connsiteY67" fmla="*/ 75000 h 81563"/>
                <a:gd name="connsiteX68" fmla="*/ 427917 w 526146"/>
                <a:gd name="connsiteY68" fmla="*/ 58542 h 81563"/>
                <a:gd name="connsiteX69" fmla="*/ 436146 w 526146"/>
                <a:gd name="connsiteY69" fmla="*/ 58542 h 81563"/>
                <a:gd name="connsiteX70" fmla="*/ 441094 w 526146"/>
                <a:gd name="connsiteY70" fmla="*/ 69896 h 81563"/>
                <a:gd name="connsiteX71" fmla="*/ 452709 w 526146"/>
                <a:gd name="connsiteY71" fmla="*/ 73750 h 81563"/>
                <a:gd name="connsiteX72" fmla="*/ 464896 w 526146"/>
                <a:gd name="connsiteY72" fmla="*/ 69687 h 81563"/>
                <a:gd name="connsiteX73" fmla="*/ 469375 w 526146"/>
                <a:gd name="connsiteY73" fmla="*/ 58125 h 81563"/>
                <a:gd name="connsiteX74" fmla="*/ 467917 w 526146"/>
                <a:gd name="connsiteY74" fmla="*/ 51510 h 81563"/>
                <a:gd name="connsiteX75" fmla="*/ 464063 w 526146"/>
                <a:gd name="connsiteY75" fmla="*/ 46980 h 81563"/>
                <a:gd name="connsiteX76" fmla="*/ 458490 w 526146"/>
                <a:gd name="connsiteY76" fmla="*/ 44375 h 81563"/>
                <a:gd name="connsiteX77" fmla="*/ 452188 w 526146"/>
                <a:gd name="connsiteY77" fmla="*/ 43333 h 81563"/>
                <a:gd name="connsiteX78" fmla="*/ 448021 w 526146"/>
                <a:gd name="connsiteY78" fmla="*/ 43333 h 81563"/>
                <a:gd name="connsiteX79" fmla="*/ 446563 w 526146"/>
                <a:gd name="connsiteY79" fmla="*/ 43074 h 81563"/>
                <a:gd name="connsiteX80" fmla="*/ 446355 w 526146"/>
                <a:gd name="connsiteY80" fmla="*/ 41667 h 81563"/>
                <a:gd name="connsiteX81" fmla="*/ 446355 w 526146"/>
                <a:gd name="connsiteY81" fmla="*/ 37812 h 81563"/>
                <a:gd name="connsiteX82" fmla="*/ 446563 w 526146"/>
                <a:gd name="connsiteY82" fmla="*/ 36146 h 81563"/>
                <a:gd name="connsiteX83" fmla="*/ 448021 w 526146"/>
                <a:gd name="connsiteY83" fmla="*/ 35729 h 81563"/>
                <a:gd name="connsiteX84" fmla="*/ 451459 w 526146"/>
                <a:gd name="connsiteY84" fmla="*/ 35729 h 81563"/>
                <a:gd name="connsiteX85" fmla="*/ 457552 w 526146"/>
                <a:gd name="connsiteY85" fmla="*/ 34948 h 81563"/>
                <a:gd name="connsiteX86" fmla="*/ 462709 w 526146"/>
                <a:gd name="connsiteY86" fmla="*/ 32500 h 81563"/>
                <a:gd name="connsiteX87" fmla="*/ 466355 w 526146"/>
                <a:gd name="connsiteY87" fmla="*/ 28385 h 81563"/>
                <a:gd name="connsiteX88" fmla="*/ 467709 w 526146"/>
                <a:gd name="connsiteY88" fmla="*/ 22188 h 81563"/>
                <a:gd name="connsiteX89" fmla="*/ 463386 w 526146"/>
                <a:gd name="connsiteY89" fmla="*/ 12084 h 81563"/>
                <a:gd name="connsiteX90" fmla="*/ 452500 w 526146"/>
                <a:gd name="connsiteY90" fmla="*/ 8542 h 81563"/>
                <a:gd name="connsiteX91" fmla="*/ 441823 w 526146"/>
                <a:gd name="connsiteY91" fmla="*/ 12084 h 81563"/>
                <a:gd name="connsiteX92" fmla="*/ 437292 w 526146"/>
                <a:gd name="connsiteY92" fmla="*/ 22292 h 81563"/>
                <a:gd name="connsiteX93" fmla="*/ 428959 w 526146"/>
                <a:gd name="connsiteY93" fmla="*/ 22292 h 81563"/>
                <a:gd name="connsiteX94" fmla="*/ 435625 w 526146"/>
                <a:gd name="connsiteY94" fmla="*/ 6979 h 81563"/>
                <a:gd name="connsiteX95" fmla="*/ 452813 w 526146"/>
                <a:gd name="connsiteY95" fmla="*/ 1354 h 81563"/>
                <a:gd name="connsiteX96" fmla="*/ 361667 w 526146"/>
                <a:gd name="connsiteY96" fmla="*/ 1354 h 81563"/>
                <a:gd name="connsiteX97" fmla="*/ 370469 w 526146"/>
                <a:gd name="connsiteY97" fmla="*/ 2553 h 81563"/>
                <a:gd name="connsiteX98" fmla="*/ 377917 w 526146"/>
                <a:gd name="connsiteY98" fmla="*/ 6251 h 81563"/>
                <a:gd name="connsiteX99" fmla="*/ 382969 w 526146"/>
                <a:gd name="connsiteY99" fmla="*/ 12604 h 81563"/>
                <a:gd name="connsiteX100" fmla="*/ 384896 w 526146"/>
                <a:gd name="connsiteY100" fmla="*/ 21771 h 81563"/>
                <a:gd name="connsiteX101" fmla="*/ 380625 w 526146"/>
                <a:gd name="connsiteY101" fmla="*/ 33437 h 81563"/>
                <a:gd name="connsiteX102" fmla="*/ 369479 w 526146"/>
                <a:gd name="connsiteY102" fmla="*/ 39792 h 81563"/>
                <a:gd name="connsiteX103" fmla="*/ 381823 w 526146"/>
                <a:gd name="connsiteY103" fmla="*/ 46198 h 81563"/>
                <a:gd name="connsiteX104" fmla="*/ 386563 w 526146"/>
                <a:gd name="connsiteY104" fmla="*/ 59063 h 81563"/>
                <a:gd name="connsiteX105" fmla="*/ 384427 w 526146"/>
                <a:gd name="connsiteY105" fmla="*/ 69010 h 81563"/>
                <a:gd name="connsiteX106" fmla="*/ 378750 w 526146"/>
                <a:gd name="connsiteY106" fmla="*/ 75834 h 81563"/>
                <a:gd name="connsiteX107" fmla="*/ 370625 w 526146"/>
                <a:gd name="connsiteY107" fmla="*/ 79687 h 81563"/>
                <a:gd name="connsiteX108" fmla="*/ 361250 w 526146"/>
                <a:gd name="connsiteY108" fmla="*/ 80938 h 81563"/>
                <a:gd name="connsiteX109" fmla="*/ 343490 w 526146"/>
                <a:gd name="connsiteY109" fmla="*/ 75000 h 81563"/>
                <a:gd name="connsiteX110" fmla="*/ 336771 w 526146"/>
                <a:gd name="connsiteY110" fmla="*/ 58542 h 81563"/>
                <a:gd name="connsiteX111" fmla="*/ 345000 w 526146"/>
                <a:gd name="connsiteY111" fmla="*/ 58542 h 81563"/>
                <a:gd name="connsiteX112" fmla="*/ 349948 w 526146"/>
                <a:gd name="connsiteY112" fmla="*/ 69896 h 81563"/>
                <a:gd name="connsiteX113" fmla="*/ 361563 w 526146"/>
                <a:gd name="connsiteY113" fmla="*/ 73750 h 81563"/>
                <a:gd name="connsiteX114" fmla="*/ 373750 w 526146"/>
                <a:gd name="connsiteY114" fmla="*/ 69687 h 81563"/>
                <a:gd name="connsiteX115" fmla="*/ 378229 w 526146"/>
                <a:gd name="connsiteY115" fmla="*/ 58125 h 81563"/>
                <a:gd name="connsiteX116" fmla="*/ 376771 w 526146"/>
                <a:gd name="connsiteY116" fmla="*/ 51510 h 81563"/>
                <a:gd name="connsiteX117" fmla="*/ 372917 w 526146"/>
                <a:gd name="connsiteY117" fmla="*/ 46980 h 81563"/>
                <a:gd name="connsiteX118" fmla="*/ 367344 w 526146"/>
                <a:gd name="connsiteY118" fmla="*/ 44375 h 81563"/>
                <a:gd name="connsiteX119" fmla="*/ 361042 w 526146"/>
                <a:gd name="connsiteY119" fmla="*/ 43333 h 81563"/>
                <a:gd name="connsiteX120" fmla="*/ 356875 w 526146"/>
                <a:gd name="connsiteY120" fmla="*/ 43333 h 81563"/>
                <a:gd name="connsiteX121" fmla="*/ 355417 w 526146"/>
                <a:gd name="connsiteY121" fmla="*/ 43074 h 81563"/>
                <a:gd name="connsiteX122" fmla="*/ 355209 w 526146"/>
                <a:gd name="connsiteY122" fmla="*/ 41667 h 81563"/>
                <a:gd name="connsiteX123" fmla="*/ 355209 w 526146"/>
                <a:gd name="connsiteY123" fmla="*/ 37812 h 81563"/>
                <a:gd name="connsiteX124" fmla="*/ 355417 w 526146"/>
                <a:gd name="connsiteY124" fmla="*/ 36146 h 81563"/>
                <a:gd name="connsiteX125" fmla="*/ 356875 w 526146"/>
                <a:gd name="connsiteY125" fmla="*/ 35729 h 81563"/>
                <a:gd name="connsiteX126" fmla="*/ 360313 w 526146"/>
                <a:gd name="connsiteY126" fmla="*/ 35729 h 81563"/>
                <a:gd name="connsiteX127" fmla="*/ 366406 w 526146"/>
                <a:gd name="connsiteY127" fmla="*/ 34948 h 81563"/>
                <a:gd name="connsiteX128" fmla="*/ 371563 w 526146"/>
                <a:gd name="connsiteY128" fmla="*/ 32500 h 81563"/>
                <a:gd name="connsiteX129" fmla="*/ 375209 w 526146"/>
                <a:gd name="connsiteY129" fmla="*/ 28385 h 81563"/>
                <a:gd name="connsiteX130" fmla="*/ 376563 w 526146"/>
                <a:gd name="connsiteY130" fmla="*/ 22188 h 81563"/>
                <a:gd name="connsiteX131" fmla="*/ 372240 w 526146"/>
                <a:gd name="connsiteY131" fmla="*/ 12084 h 81563"/>
                <a:gd name="connsiteX132" fmla="*/ 361355 w 526146"/>
                <a:gd name="connsiteY132" fmla="*/ 8542 h 81563"/>
                <a:gd name="connsiteX133" fmla="*/ 350677 w 526146"/>
                <a:gd name="connsiteY133" fmla="*/ 12084 h 81563"/>
                <a:gd name="connsiteX134" fmla="*/ 346146 w 526146"/>
                <a:gd name="connsiteY134" fmla="*/ 22292 h 81563"/>
                <a:gd name="connsiteX135" fmla="*/ 337813 w 526146"/>
                <a:gd name="connsiteY135" fmla="*/ 22292 h 81563"/>
                <a:gd name="connsiteX136" fmla="*/ 344479 w 526146"/>
                <a:gd name="connsiteY136" fmla="*/ 6979 h 81563"/>
                <a:gd name="connsiteX137" fmla="*/ 361667 w 526146"/>
                <a:gd name="connsiteY137" fmla="*/ 1354 h 81563"/>
                <a:gd name="connsiteX138" fmla="*/ 205417 w 526146"/>
                <a:gd name="connsiteY138" fmla="*/ 1354 h 81563"/>
                <a:gd name="connsiteX139" fmla="*/ 214219 w 526146"/>
                <a:gd name="connsiteY139" fmla="*/ 2553 h 81563"/>
                <a:gd name="connsiteX140" fmla="*/ 221667 w 526146"/>
                <a:gd name="connsiteY140" fmla="*/ 6251 h 81563"/>
                <a:gd name="connsiteX141" fmla="*/ 226719 w 526146"/>
                <a:gd name="connsiteY141" fmla="*/ 12604 h 81563"/>
                <a:gd name="connsiteX142" fmla="*/ 228646 w 526146"/>
                <a:gd name="connsiteY142" fmla="*/ 21771 h 81563"/>
                <a:gd name="connsiteX143" fmla="*/ 224375 w 526146"/>
                <a:gd name="connsiteY143" fmla="*/ 33437 h 81563"/>
                <a:gd name="connsiteX144" fmla="*/ 213229 w 526146"/>
                <a:gd name="connsiteY144" fmla="*/ 39792 h 81563"/>
                <a:gd name="connsiteX145" fmla="*/ 225573 w 526146"/>
                <a:gd name="connsiteY145" fmla="*/ 46198 h 81563"/>
                <a:gd name="connsiteX146" fmla="*/ 230313 w 526146"/>
                <a:gd name="connsiteY146" fmla="*/ 59063 h 81563"/>
                <a:gd name="connsiteX147" fmla="*/ 228177 w 526146"/>
                <a:gd name="connsiteY147" fmla="*/ 69010 h 81563"/>
                <a:gd name="connsiteX148" fmla="*/ 222500 w 526146"/>
                <a:gd name="connsiteY148" fmla="*/ 75834 h 81563"/>
                <a:gd name="connsiteX149" fmla="*/ 214375 w 526146"/>
                <a:gd name="connsiteY149" fmla="*/ 79687 h 81563"/>
                <a:gd name="connsiteX150" fmla="*/ 205000 w 526146"/>
                <a:gd name="connsiteY150" fmla="*/ 80938 h 81563"/>
                <a:gd name="connsiteX151" fmla="*/ 187240 w 526146"/>
                <a:gd name="connsiteY151" fmla="*/ 75000 h 81563"/>
                <a:gd name="connsiteX152" fmla="*/ 180521 w 526146"/>
                <a:gd name="connsiteY152" fmla="*/ 58542 h 81563"/>
                <a:gd name="connsiteX153" fmla="*/ 188750 w 526146"/>
                <a:gd name="connsiteY153" fmla="*/ 58542 h 81563"/>
                <a:gd name="connsiteX154" fmla="*/ 193698 w 526146"/>
                <a:gd name="connsiteY154" fmla="*/ 69896 h 81563"/>
                <a:gd name="connsiteX155" fmla="*/ 205313 w 526146"/>
                <a:gd name="connsiteY155" fmla="*/ 73750 h 81563"/>
                <a:gd name="connsiteX156" fmla="*/ 217500 w 526146"/>
                <a:gd name="connsiteY156" fmla="*/ 69687 h 81563"/>
                <a:gd name="connsiteX157" fmla="*/ 221979 w 526146"/>
                <a:gd name="connsiteY157" fmla="*/ 58125 h 81563"/>
                <a:gd name="connsiteX158" fmla="*/ 220521 w 526146"/>
                <a:gd name="connsiteY158" fmla="*/ 51510 h 81563"/>
                <a:gd name="connsiteX159" fmla="*/ 216667 w 526146"/>
                <a:gd name="connsiteY159" fmla="*/ 46980 h 81563"/>
                <a:gd name="connsiteX160" fmla="*/ 211094 w 526146"/>
                <a:gd name="connsiteY160" fmla="*/ 44375 h 81563"/>
                <a:gd name="connsiteX161" fmla="*/ 204792 w 526146"/>
                <a:gd name="connsiteY161" fmla="*/ 43333 h 81563"/>
                <a:gd name="connsiteX162" fmla="*/ 200625 w 526146"/>
                <a:gd name="connsiteY162" fmla="*/ 43333 h 81563"/>
                <a:gd name="connsiteX163" fmla="*/ 199167 w 526146"/>
                <a:gd name="connsiteY163" fmla="*/ 43074 h 81563"/>
                <a:gd name="connsiteX164" fmla="*/ 198959 w 526146"/>
                <a:gd name="connsiteY164" fmla="*/ 41667 h 81563"/>
                <a:gd name="connsiteX165" fmla="*/ 198959 w 526146"/>
                <a:gd name="connsiteY165" fmla="*/ 37812 h 81563"/>
                <a:gd name="connsiteX166" fmla="*/ 199167 w 526146"/>
                <a:gd name="connsiteY166" fmla="*/ 36146 h 81563"/>
                <a:gd name="connsiteX167" fmla="*/ 200625 w 526146"/>
                <a:gd name="connsiteY167" fmla="*/ 35729 h 81563"/>
                <a:gd name="connsiteX168" fmla="*/ 204063 w 526146"/>
                <a:gd name="connsiteY168" fmla="*/ 35729 h 81563"/>
                <a:gd name="connsiteX169" fmla="*/ 210156 w 526146"/>
                <a:gd name="connsiteY169" fmla="*/ 34948 h 81563"/>
                <a:gd name="connsiteX170" fmla="*/ 215313 w 526146"/>
                <a:gd name="connsiteY170" fmla="*/ 32500 h 81563"/>
                <a:gd name="connsiteX171" fmla="*/ 218959 w 526146"/>
                <a:gd name="connsiteY171" fmla="*/ 28385 h 81563"/>
                <a:gd name="connsiteX172" fmla="*/ 220313 w 526146"/>
                <a:gd name="connsiteY172" fmla="*/ 22188 h 81563"/>
                <a:gd name="connsiteX173" fmla="*/ 215990 w 526146"/>
                <a:gd name="connsiteY173" fmla="*/ 12084 h 81563"/>
                <a:gd name="connsiteX174" fmla="*/ 205104 w 526146"/>
                <a:gd name="connsiteY174" fmla="*/ 8542 h 81563"/>
                <a:gd name="connsiteX175" fmla="*/ 194427 w 526146"/>
                <a:gd name="connsiteY175" fmla="*/ 12084 h 81563"/>
                <a:gd name="connsiteX176" fmla="*/ 189896 w 526146"/>
                <a:gd name="connsiteY176" fmla="*/ 22292 h 81563"/>
                <a:gd name="connsiteX177" fmla="*/ 181563 w 526146"/>
                <a:gd name="connsiteY177" fmla="*/ 22292 h 81563"/>
                <a:gd name="connsiteX178" fmla="*/ 188229 w 526146"/>
                <a:gd name="connsiteY178" fmla="*/ 6979 h 81563"/>
                <a:gd name="connsiteX179" fmla="*/ 205417 w 526146"/>
                <a:gd name="connsiteY179" fmla="*/ 1354 h 81563"/>
                <a:gd name="connsiteX180" fmla="*/ 140208 w 526146"/>
                <a:gd name="connsiteY180" fmla="*/ 1354 h 81563"/>
                <a:gd name="connsiteX181" fmla="*/ 156250 w 526146"/>
                <a:gd name="connsiteY181" fmla="*/ 6459 h 81563"/>
                <a:gd name="connsiteX182" fmla="*/ 162708 w 526146"/>
                <a:gd name="connsiteY182" fmla="*/ 21458 h 81563"/>
                <a:gd name="connsiteX183" fmla="*/ 158594 w 526146"/>
                <a:gd name="connsiteY183" fmla="*/ 35313 h 81563"/>
                <a:gd name="connsiteX184" fmla="*/ 148750 w 526146"/>
                <a:gd name="connsiteY184" fmla="*/ 49271 h 81563"/>
                <a:gd name="connsiteX185" fmla="*/ 136875 w 526146"/>
                <a:gd name="connsiteY185" fmla="*/ 61979 h 81563"/>
                <a:gd name="connsiteX186" fmla="*/ 126667 w 526146"/>
                <a:gd name="connsiteY186" fmla="*/ 71979 h 81563"/>
                <a:gd name="connsiteX187" fmla="*/ 164375 w 526146"/>
                <a:gd name="connsiteY187" fmla="*/ 71979 h 81563"/>
                <a:gd name="connsiteX188" fmla="*/ 164375 w 526146"/>
                <a:gd name="connsiteY188" fmla="*/ 79167 h 81563"/>
                <a:gd name="connsiteX189" fmla="*/ 118646 w 526146"/>
                <a:gd name="connsiteY189" fmla="*/ 79167 h 81563"/>
                <a:gd name="connsiteX190" fmla="*/ 117448 w 526146"/>
                <a:gd name="connsiteY190" fmla="*/ 78855 h 81563"/>
                <a:gd name="connsiteX191" fmla="*/ 117188 w 526146"/>
                <a:gd name="connsiteY191" fmla="*/ 77604 h 81563"/>
                <a:gd name="connsiteX192" fmla="*/ 117188 w 526146"/>
                <a:gd name="connsiteY192" fmla="*/ 71355 h 81563"/>
                <a:gd name="connsiteX193" fmla="*/ 121510 w 526146"/>
                <a:gd name="connsiteY193" fmla="*/ 67188 h 81563"/>
                <a:gd name="connsiteX194" fmla="*/ 127084 w 526146"/>
                <a:gd name="connsiteY194" fmla="*/ 61667 h 81563"/>
                <a:gd name="connsiteX195" fmla="*/ 133125 w 526146"/>
                <a:gd name="connsiteY195" fmla="*/ 55208 h 81563"/>
                <a:gd name="connsiteX196" fmla="*/ 139271 w 526146"/>
                <a:gd name="connsiteY196" fmla="*/ 48126 h 81563"/>
                <a:gd name="connsiteX197" fmla="*/ 145000 w 526146"/>
                <a:gd name="connsiteY197" fmla="*/ 40990 h 81563"/>
                <a:gd name="connsiteX198" fmla="*/ 149688 w 526146"/>
                <a:gd name="connsiteY198" fmla="*/ 34063 h 81563"/>
                <a:gd name="connsiteX199" fmla="*/ 152969 w 526146"/>
                <a:gd name="connsiteY199" fmla="*/ 27604 h 81563"/>
                <a:gd name="connsiteX200" fmla="*/ 154167 w 526146"/>
                <a:gd name="connsiteY200" fmla="*/ 22084 h 81563"/>
                <a:gd name="connsiteX201" fmla="*/ 150209 w 526146"/>
                <a:gd name="connsiteY201" fmla="*/ 11927 h 81563"/>
                <a:gd name="connsiteX202" fmla="*/ 140000 w 526146"/>
                <a:gd name="connsiteY202" fmla="*/ 8542 h 81563"/>
                <a:gd name="connsiteX203" fmla="*/ 130156 w 526146"/>
                <a:gd name="connsiteY203" fmla="*/ 12709 h 81563"/>
                <a:gd name="connsiteX204" fmla="*/ 126354 w 526146"/>
                <a:gd name="connsiteY204" fmla="*/ 23542 h 81563"/>
                <a:gd name="connsiteX205" fmla="*/ 117813 w 526146"/>
                <a:gd name="connsiteY205" fmla="*/ 23542 h 81563"/>
                <a:gd name="connsiteX206" fmla="*/ 119479 w 526146"/>
                <a:gd name="connsiteY206" fmla="*/ 14428 h 81563"/>
                <a:gd name="connsiteX207" fmla="*/ 124167 w 526146"/>
                <a:gd name="connsiteY207" fmla="*/ 7396 h 81563"/>
                <a:gd name="connsiteX208" fmla="*/ 131302 w 526146"/>
                <a:gd name="connsiteY208" fmla="*/ 2917 h 81563"/>
                <a:gd name="connsiteX209" fmla="*/ 140208 w 526146"/>
                <a:gd name="connsiteY209" fmla="*/ 1354 h 81563"/>
                <a:gd name="connsiteX210" fmla="*/ 23021 w 526146"/>
                <a:gd name="connsiteY210" fmla="*/ 1354 h 81563"/>
                <a:gd name="connsiteX211" fmla="*/ 39063 w 526146"/>
                <a:gd name="connsiteY211" fmla="*/ 6459 h 81563"/>
                <a:gd name="connsiteX212" fmla="*/ 45521 w 526146"/>
                <a:gd name="connsiteY212" fmla="*/ 21458 h 81563"/>
                <a:gd name="connsiteX213" fmla="*/ 41406 w 526146"/>
                <a:gd name="connsiteY213" fmla="*/ 35313 h 81563"/>
                <a:gd name="connsiteX214" fmla="*/ 31563 w 526146"/>
                <a:gd name="connsiteY214" fmla="*/ 49271 h 81563"/>
                <a:gd name="connsiteX215" fmla="*/ 19688 w 526146"/>
                <a:gd name="connsiteY215" fmla="*/ 61979 h 81563"/>
                <a:gd name="connsiteX216" fmla="*/ 9479 w 526146"/>
                <a:gd name="connsiteY216" fmla="*/ 71979 h 81563"/>
                <a:gd name="connsiteX217" fmla="*/ 47188 w 526146"/>
                <a:gd name="connsiteY217" fmla="*/ 71979 h 81563"/>
                <a:gd name="connsiteX218" fmla="*/ 47188 w 526146"/>
                <a:gd name="connsiteY218" fmla="*/ 79167 h 81563"/>
                <a:gd name="connsiteX219" fmla="*/ 1458 w 526146"/>
                <a:gd name="connsiteY219" fmla="*/ 79167 h 81563"/>
                <a:gd name="connsiteX220" fmla="*/ 260 w 526146"/>
                <a:gd name="connsiteY220" fmla="*/ 78855 h 81563"/>
                <a:gd name="connsiteX221" fmla="*/ 0 w 526146"/>
                <a:gd name="connsiteY221" fmla="*/ 77604 h 81563"/>
                <a:gd name="connsiteX222" fmla="*/ 0 w 526146"/>
                <a:gd name="connsiteY222" fmla="*/ 71355 h 81563"/>
                <a:gd name="connsiteX223" fmla="*/ 4323 w 526146"/>
                <a:gd name="connsiteY223" fmla="*/ 67188 h 81563"/>
                <a:gd name="connsiteX224" fmla="*/ 9896 w 526146"/>
                <a:gd name="connsiteY224" fmla="*/ 61667 h 81563"/>
                <a:gd name="connsiteX225" fmla="*/ 15937 w 526146"/>
                <a:gd name="connsiteY225" fmla="*/ 55208 h 81563"/>
                <a:gd name="connsiteX226" fmla="*/ 22083 w 526146"/>
                <a:gd name="connsiteY226" fmla="*/ 48126 h 81563"/>
                <a:gd name="connsiteX227" fmla="*/ 27813 w 526146"/>
                <a:gd name="connsiteY227" fmla="*/ 40990 h 81563"/>
                <a:gd name="connsiteX228" fmla="*/ 32500 w 526146"/>
                <a:gd name="connsiteY228" fmla="*/ 34063 h 81563"/>
                <a:gd name="connsiteX229" fmla="*/ 35781 w 526146"/>
                <a:gd name="connsiteY229" fmla="*/ 27604 h 81563"/>
                <a:gd name="connsiteX230" fmla="*/ 36979 w 526146"/>
                <a:gd name="connsiteY230" fmla="*/ 22084 h 81563"/>
                <a:gd name="connsiteX231" fmla="*/ 33021 w 526146"/>
                <a:gd name="connsiteY231" fmla="*/ 11927 h 81563"/>
                <a:gd name="connsiteX232" fmla="*/ 22813 w 526146"/>
                <a:gd name="connsiteY232" fmla="*/ 8542 h 81563"/>
                <a:gd name="connsiteX233" fmla="*/ 12969 w 526146"/>
                <a:gd name="connsiteY233" fmla="*/ 12709 h 81563"/>
                <a:gd name="connsiteX234" fmla="*/ 9167 w 526146"/>
                <a:gd name="connsiteY234" fmla="*/ 23542 h 81563"/>
                <a:gd name="connsiteX235" fmla="*/ 625 w 526146"/>
                <a:gd name="connsiteY235" fmla="*/ 23542 h 81563"/>
                <a:gd name="connsiteX236" fmla="*/ 2292 w 526146"/>
                <a:gd name="connsiteY236" fmla="*/ 14428 h 81563"/>
                <a:gd name="connsiteX237" fmla="*/ 6979 w 526146"/>
                <a:gd name="connsiteY237" fmla="*/ 7396 h 81563"/>
                <a:gd name="connsiteX238" fmla="*/ 14115 w 526146"/>
                <a:gd name="connsiteY238" fmla="*/ 2917 h 81563"/>
                <a:gd name="connsiteX239" fmla="*/ 23021 w 526146"/>
                <a:gd name="connsiteY239" fmla="*/ 1354 h 81563"/>
                <a:gd name="connsiteX240" fmla="*/ 297917 w 526146"/>
                <a:gd name="connsiteY240" fmla="*/ 0 h 81563"/>
                <a:gd name="connsiteX241" fmla="*/ 310677 w 526146"/>
                <a:gd name="connsiteY241" fmla="*/ 3646 h 81563"/>
                <a:gd name="connsiteX242" fmla="*/ 318438 w 526146"/>
                <a:gd name="connsiteY242" fmla="*/ 13021 h 81563"/>
                <a:gd name="connsiteX243" fmla="*/ 322292 w 526146"/>
                <a:gd name="connsiteY243" fmla="*/ 26146 h 81563"/>
                <a:gd name="connsiteX244" fmla="*/ 323334 w 526146"/>
                <a:gd name="connsiteY244" fmla="*/ 40729 h 81563"/>
                <a:gd name="connsiteX245" fmla="*/ 322292 w 526146"/>
                <a:gd name="connsiteY245" fmla="*/ 55313 h 81563"/>
                <a:gd name="connsiteX246" fmla="*/ 318438 w 526146"/>
                <a:gd name="connsiteY246" fmla="*/ 68334 h 81563"/>
                <a:gd name="connsiteX247" fmla="*/ 310677 w 526146"/>
                <a:gd name="connsiteY247" fmla="*/ 77604 h 81563"/>
                <a:gd name="connsiteX248" fmla="*/ 297917 w 526146"/>
                <a:gd name="connsiteY248" fmla="*/ 81146 h 81563"/>
                <a:gd name="connsiteX249" fmla="*/ 285365 w 526146"/>
                <a:gd name="connsiteY249" fmla="*/ 77604 h 81563"/>
                <a:gd name="connsiteX250" fmla="*/ 277917 w 526146"/>
                <a:gd name="connsiteY250" fmla="*/ 68334 h 81563"/>
                <a:gd name="connsiteX251" fmla="*/ 274271 w 526146"/>
                <a:gd name="connsiteY251" fmla="*/ 55313 h 81563"/>
                <a:gd name="connsiteX252" fmla="*/ 273334 w 526146"/>
                <a:gd name="connsiteY252" fmla="*/ 40729 h 81563"/>
                <a:gd name="connsiteX253" fmla="*/ 274271 w 526146"/>
                <a:gd name="connsiteY253" fmla="*/ 26146 h 81563"/>
                <a:gd name="connsiteX254" fmla="*/ 277917 w 526146"/>
                <a:gd name="connsiteY254" fmla="*/ 13021 h 81563"/>
                <a:gd name="connsiteX255" fmla="*/ 285365 w 526146"/>
                <a:gd name="connsiteY255" fmla="*/ 3646 h 81563"/>
                <a:gd name="connsiteX256" fmla="*/ 297917 w 526146"/>
                <a:gd name="connsiteY256" fmla="*/ 0 h 81563"/>
                <a:gd name="connsiteX257" fmla="*/ 89583 w 526146"/>
                <a:gd name="connsiteY257" fmla="*/ 0 h 81563"/>
                <a:gd name="connsiteX258" fmla="*/ 102344 w 526146"/>
                <a:gd name="connsiteY258" fmla="*/ 3646 h 81563"/>
                <a:gd name="connsiteX259" fmla="*/ 110104 w 526146"/>
                <a:gd name="connsiteY259" fmla="*/ 13021 h 81563"/>
                <a:gd name="connsiteX260" fmla="*/ 113959 w 526146"/>
                <a:gd name="connsiteY260" fmla="*/ 26146 h 81563"/>
                <a:gd name="connsiteX261" fmla="*/ 115000 w 526146"/>
                <a:gd name="connsiteY261" fmla="*/ 40729 h 81563"/>
                <a:gd name="connsiteX262" fmla="*/ 113959 w 526146"/>
                <a:gd name="connsiteY262" fmla="*/ 55313 h 81563"/>
                <a:gd name="connsiteX263" fmla="*/ 110104 w 526146"/>
                <a:gd name="connsiteY263" fmla="*/ 68334 h 81563"/>
                <a:gd name="connsiteX264" fmla="*/ 102344 w 526146"/>
                <a:gd name="connsiteY264" fmla="*/ 77604 h 81563"/>
                <a:gd name="connsiteX265" fmla="*/ 89583 w 526146"/>
                <a:gd name="connsiteY265" fmla="*/ 81146 h 81563"/>
                <a:gd name="connsiteX266" fmla="*/ 77031 w 526146"/>
                <a:gd name="connsiteY266" fmla="*/ 77604 h 81563"/>
                <a:gd name="connsiteX267" fmla="*/ 69583 w 526146"/>
                <a:gd name="connsiteY267" fmla="*/ 68334 h 81563"/>
                <a:gd name="connsiteX268" fmla="*/ 65938 w 526146"/>
                <a:gd name="connsiteY268" fmla="*/ 55313 h 81563"/>
                <a:gd name="connsiteX269" fmla="*/ 65000 w 526146"/>
                <a:gd name="connsiteY269" fmla="*/ 40729 h 81563"/>
                <a:gd name="connsiteX270" fmla="*/ 65938 w 526146"/>
                <a:gd name="connsiteY270" fmla="*/ 26146 h 81563"/>
                <a:gd name="connsiteX271" fmla="*/ 69583 w 526146"/>
                <a:gd name="connsiteY271" fmla="*/ 13021 h 81563"/>
                <a:gd name="connsiteX272" fmla="*/ 77031 w 526146"/>
                <a:gd name="connsiteY272" fmla="*/ 3646 h 81563"/>
                <a:gd name="connsiteX273" fmla="*/ 89583 w 526146"/>
                <a:gd name="connsiteY273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</a:cxnLst>
              <a:rect l="l" t="t" r="r" b="b"/>
              <a:pathLst>
                <a:path w="526146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4"/>
                  </a:cubicBezTo>
                  <a:cubicBezTo>
                    <a:pt x="287005" y="13255"/>
                    <a:pt x="285417" y="16172"/>
                    <a:pt x="284375" y="19584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110" y="34428"/>
                    <a:pt x="281979" y="37812"/>
                    <a:pt x="281979" y="40729"/>
                  </a:cubicBezTo>
                  <a:cubicBezTo>
                    <a:pt x="281979" y="43646"/>
                    <a:pt x="282110" y="46992"/>
                    <a:pt x="282344" y="50782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7005" y="67943"/>
                    <a:pt x="289115" y="70313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62" y="72669"/>
                    <a:pt x="306875" y="70313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28" y="54557"/>
                    <a:pt x="314167" y="50782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2"/>
                    <a:pt x="314519" y="34428"/>
                    <a:pt x="314167" y="30573"/>
                  </a:cubicBezTo>
                  <a:cubicBezTo>
                    <a:pt x="313828" y="26719"/>
                    <a:pt x="313060" y="23047"/>
                    <a:pt x="311875" y="19584"/>
                  </a:cubicBezTo>
                  <a:cubicBezTo>
                    <a:pt x="310768" y="16172"/>
                    <a:pt x="309102" y="13255"/>
                    <a:pt x="306875" y="10834"/>
                  </a:cubicBezTo>
                  <a:cubicBezTo>
                    <a:pt x="304662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4"/>
                  </a:cubicBezTo>
                  <a:cubicBezTo>
                    <a:pt x="78672" y="13255"/>
                    <a:pt x="77084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8"/>
                    <a:pt x="73646" y="37812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3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95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55"/>
                    <a:pt x="525730" y="3542"/>
                  </a:cubicBezTo>
                  <a:cubicBezTo>
                    <a:pt x="526016" y="3815"/>
                    <a:pt x="526146" y="4336"/>
                    <a:pt x="526146" y="5105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4"/>
                  </a:lnTo>
                  <a:cubicBezTo>
                    <a:pt x="516042" y="14089"/>
                    <a:pt x="513698" y="16016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9"/>
                  </a:lnTo>
                  <a:cubicBezTo>
                    <a:pt x="504662" y="13881"/>
                    <a:pt x="507539" y="12188"/>
                    <a:pt x="510313" y="10104"/>
                  </a:cubicBezTo>
                  <a:cubicBezTo>
                    <a:pt x="513099" y="8021"/>
                    <a:pt x="515729" y="5690"/>
                    <a:pt x="518229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53" y="49662"/>
                    <a:pt x="465664" y="48151"/>
                    <a:pt x="464063" y="46980"/>
                  </a:cubicBezTo>
                  <a:cubicBezTo>
                    <a:pt x="462396" y="45795"/>
                    <a:pt x="460547" y="44922"/>
                    <a:pt x="458490" y="44375"/>
                  </a:cubicBezTo>
                  <a:cubicBezTo>
                    <a:pt x="456446" y="43815"/>
                    <a:pt x="454349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33" y="42891"/>
                    <a:pt x="446355" y="42422"/>
                    <a:pt x="446355" y="41667"/>
                  </a:cubicBezTo>
                  <a:lnTo>
                    <a:pt x="446355" y="37812"/>
                  </a:lnTo>
                  <a:cubicBezTo>
                    <a:pt x="446355" y="36980"/>
                    <a:pt x="446433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45" y="31459"/>
                    <a:pt x="465456" y="30078"/>
                    <a:pt x="466355" y="28385"/>
                  </a:cubicBezTo>
                  <a:cubicBezTo>
                    <a:pt x="467266" y="26680"/>
                    <a:pt x="467709" y="24610"/>
                    <a:pt x="467709" y="22188"/>
                  </a:cubicBezTo>
                  <a:cubicBezTo>
                    <a:pt x="467709" y="17813"/>
                    <a:pt x="466276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95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30"/>
                    <a:pt x="435625" y="6979"/>
                  </a:cubicBezTo>
                  <a:cubicBezTo>
                    <a:pt x="440000" y="3230"/>
                    <a:pt x="445730" y="1354"/>
                    <a:pt x="452813" y="1354"/>
                  </a:cubicBezTo>
                  <a:close/>
                  <a:moveTo>
                    <a:pt x="361667" y="1354"/>
                  </a:moveTo>
                  <a:cubicBezTo>
                    <a:pt x="364727" y="1354"/>
                    <a:pt x="367657" y="1745"/>
                    <a:pt x="370469" y="2553"/>
                  </a:cubicBezTo>
                  <a:cubicBezTo>
                    <a:pt x="373281" y="3347"/>
                    <a:pt x="375769" y="4583"/>
                    <a:pt x="377917" y="6251"/>
                  </a:cubicBezTo>
                  <a:cubicBezTo>
                    <a:pt x="380000" y="7917"/>
                    <a:pt x="381693" y="10026"/>
                    <a:pt x="382969" y="12604"/>
                  </a:cubicBezTo>
                  <a:cubicBezTo>
                    <a:pt x="384258" y="15170"/>
                    <a:pt x="384896" y="18229"/>
                    <a:pt x="384896" y="21771"/>
                  </a:cubicBezTo>
                  <a:cubicBezTo>
                    <a:pt x="384896" y="26146"/>
                    <a:pt x="383477" y="30026"/>
                    <a:pt x="380625" y="33437"/>
                  </a:cubicBezTo>
                  <a:cubicBezTo>
                    <a:pt x="377787" y="36836"/>
                    <a:pt x="374063" y="38958"/>
                    <a:pt x="369479" y="39792"/>
                  </a:cubicBezTo>
                  <a:cubicBezTo>
                    <a:pt x="374558" y="40482"/>
                    <a:pt x="378672" y="42617"/>
                    <a:pt x="381823" y="46198"/>
                  </a:cubicBezTo>
                  <a:cubicBezTo>
                    <a:pt x="384987" y="49766"/>
                    <a:pt x="386563" y="54063"/>
                    <a:pt x="386563" y="59063"/>
                  </a:cubicBezTo>
                  <a:cubicBezTo>
                    <a:pt x="386563" y="62943"/>
                    <a:pt x="385860" y="66263"/>
                    <a:pt x="384427" y="69010"/>
                  </a:cubicBezTo>
                  <a:cubicBezTo>
                    <a:pt x="383008" y="71745"/>
                    <a:pt x="381120" y="74023"/>
                    <a:pt x="378750" y="75834"/>
                  </a:cubicBezTo>
                  <a:cubicBezTo>
                    <a:pt x="376394" y="77566"/>
                    <a:pt x="373685" y="78855"/>
                    <a:pt x="370625" y="79687"/>
                  </a:cubicBezTo>
                  <a:cubicBezTo>
                    <a:pt x="367578" y="80521"/>
                    <a:pt x="364453" y="80938"/>
                    <a:pt x="361250" y="80938"/>
                  </a:cubicBezTo>
                  <a:cubicBezTo>
                    <a:pt x="353750" y="80938"/>
                    <a:pt x="347839" y="78959"/>
                    <a:pt x="343490" y="75000"/>
                  </a:cubicBezTo>
                  <a:cubicBezTo>
                    <a:pt x="339154" y="71042"/>
                    <a:pt x="336914" y="65547"/>
                    <a:pt x="336771" y="58542"/>
                  </a:cubicBezTo>
                  <a:lnTo>
                    <a:pt x="345000" y="58542"/>
                  </a:lnTo>
                  <a:cubicBezTo>
                    <a:pt x="345495" y="63542"/>
                    <a:pt x="347136" y="67318"/>
                    <a:pt x="349948" y="69896"/>
                  </a:cubicBezTo>
                  <a:cubicBezTo>
                    <a:pt x="352761" y="72461"/>
                    <a:pt x="356641" y="73750"/>
                    <a:pt x="361563" y="73750"/>
                  </a:cubicBezTo>
                  <a:cubicBezTo>
                    <a:pt x="366706" y="73750"/>
                    <a:pt x="370769" y="72396"/>
                    <a:pt x="373750" y="69687"/>
                  </a:cubicBezTo>
                  <a:cubicBezTo>
                    <a:pt x="376745" y="66980"/>
                    <a:pt x="378229" y="63125"/>
                    <a:pt x="378229" y="58125"/>
                  </a:cubicBezTo>
                  <a:cubicBezTo>
                    <a:pt x="378229" y="55547"/>
                    <a:pt x="377748" y="53347"/>
                    <a:pt x="376771" y="51510"/>
                  </a:cubicBezTo>
                  <a:cubicBezTo>
                    <a:pt x="375807" y="49662"/>
                    <a:pt x="374518" y="48151"/>
                    <a:pt x="372917" y="46980"/>
                  </a:cubicBezTo>
                  <a:cubicBezTo>
                    <a:pt x="371250" y="45795"/>
                    <a:pt x="369401" y="44922"/>
                    <a:pt x="367344" y="44375"/>
                  </a:cubicBezTo>
                  <a:cubicBezTo>
                    <a:pt x="365300" y="43815"/>
                    <a:pt x="363203" y="43464"/>
                    <a:pt x="361042" y="43333"/>
                  </a:cubicBezTo>
                  <a:lnTo>
                    <a:pt x="356875" y="43333"/>
                  </a:lnTo>
                  <a:cubicBezTo>
                    <a:pt x="356042" y="43333"/>
                    <a:pt x="355560" y="43243"/>
                    <a:pt x="355417" y="43074"/>
                  </a:cubicBezTo>
                  <a:cubicBezTo>
                    <a:pt x="355287" y="42891"/>
                    <a:pt x="355209" y="42422"/>
                    <a:pt x="355209" y="41667"/>
                  </a:cubicBezTo>
                  <a:lnTo>
                    <a:pt x="355209" y="37812"/>
                  </a:lnTo>
                  <a:cubicBezTo>
                    <a:pt x="355209" y="36980"/>
                    <a:pt x="355287" y="36419"/>
                    <a:pt x="355417" y="36146"/>
                  </a:cubicBezTo>
                  <a:cubicBezTo>
                    <a:pt x="355560" y="35860"/>
                    <a:pt x="356042" y="35729"/>
                    <a:pt x="356875" y="35729"/>
                  </a:cubicBezTo>
                  <a:lnTo>
                    <a:pt x="360313" y="35729"/>
                  </a:lnTo>
                  <a:cubicBezTo>
                    <a:pt x="362396" y="35729"/>
                    <a:pt x="364427" y="35469"/>
                    <a:pt x="366406" y="34948"/>
                  </a:cubicBezTo>
                  <a:cubicBezTo>
                    <a:pt x="368386" y="34428"/>
                    <a:pt x="370105" y="33607"/>
                    <a:pt x="371563" y="32500"/>
                  </a:cubicBezTo>
                  <a:cubicBezTo>
                    <a:pt x="373099" y="31459"/>
                    <a:pt x="374310" y="30078"/>
                    <a:pt x="375209" y="28385"/>
                  </a:cubicBezTo>
                  <a:cubicBezTo>
                    <a:pt x="376120" y="26680"/>
                    <a:pt x="376563" y="24610"/>
                    <a:pt x="376563" y="22188"/>
                  </a:cubicBezTo>
                  <a:cubicBezTo>
                    <a:pt x="376563" y="17813"/>
                    <a:pt x="375131" y="14440"/>
                    <a:pt x="372240" y="12084"/>
                  </a:cubicBezTo>
                  <a:cubicBezTo>
                    <a:pt x="369362" y="9714"/>
                    <a:pt x="365730" y="8542"/>
                    <a:pt x="361355" y="8542"/>
                  </a:cubicBezTo>
                  <a:cubicBezTo>
                    <a:pt x="356849" y="8542"/>
                    <a:pt x="353281" y="9714"/>
                    <a:pt x="350677" y="12084"/>
                  </a:cubicBezTo>
                  <a:cubicBezTo>
                    <a:pt x="348073" y="14440"/>
                    <a:pt x="346563" y="17838"/>
                    <a:pt x="346146" y="22292"/>
                  </a:cubicBezTo>
                  <a:lnTo>
                    <a:pt x="337813" y="22292"/>
                  </a:lnTo>
                  <a:cubicBezTo>
                    <a:pt x="337891" y="15833"/>
                    <a:pt x="340104" y="10730"/>
                    <a:pt x="344479" y="6979"/>
                  </a:cubicBezTo>
                  <a:cubicBezTo>
                    <a:pt x="348854" y="3230"/>
                    <a:pt x="354584" y="1354"/>
                    <a:pt x="361667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3"/>
                  </a:cubicBezTo>
                  <a:cubicBezTo>
                    <a:pt x="217031" y="3347"/>
                    <a:pt x="219518" y="4583"/>
                    <a:pt x="221667" y="6251"/>
                  </a:cubicBezTo>
                  <a:cubicBezTo>
                    <a:pt x="223750" y="7917"/>
                    <a:pt x="225443" y="10026"/>
                    <a:pt x="226719" y="12604"/>
                  </a:cubicBezTo>
                  <a:cubicBezTo>
                    <a:pt x="228008" y="15170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37" y="36836"/>
                    <a:pt x="217813" y="38958"/>
                    <a:pt x="213229" y="39792"/>
                  </a:cubicBezTo>
                  <a:cubicBezTo>
                    <a:pt x="218307" y="40482"/>
                    <a:pt x="222422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610" y="66263"/>
                    <a:pt x="228177" y="69010"/>
                  </a:cubicBezTo>
                  <a:cubicBezTo>
                    <a:pt x="226758" y="71745"/>
                    <a:pt x="224870" y="74023"/>
                    <a:pt x="222500" y="75834"/>
                  </a:cubicBezTo>
                  <a:cubicBezTo>
                    <a:pt x="220144" y="77566"/>
                    <a:pt x="217435" y="78855"/>
                    <a:pt x="214375" y="79687"/>
                  </a:cubicBezTo>
                  <a:cubicBezTo>
                    <a:pt x="211328" y="80521"/>
                    <a:pt x="208203" y="80938"/>
                    <a:pt x="205000" y="80938"/>
                  </a:cubicBezTo>
                  <a:cubicBezTo>
                    <a:pt x="197500" y="80938"/>
                    <a:pt x="191589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45" y="63542"/>
                    <a:pt x="190886" y="67318"/>
                    <a:pt x="193698" y="69896"/>
                  </a:cubicBezTo>
                  <a:cubicBezTo>
                    <a:pt x="196511" y="72461"/>
                    <a:pt x="200391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95" y="66980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0"/>
                  </a:cubicBezTo>
                  <a:cubicBezTo>
                    <a:pt x="219557" y="49662"/>
                    <a:pt x="218268" y="48151"/>
                    <a:pt x="216667" y="46980"/>
                  </a:cubicBezTo>
                  <a:cubicBezTo>
                    <a:pt x="215000" y="45795"/>
                    <a:pt x="213151" y="44922"/>
                    <a:pt x="211094" y="44375"/>
                  </a:cubicBezTo>
                  <a:cubicBezTo>
                    <a:pt x="209050" y="43815"/>
                    <a:pt x="206953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3"/>
                    <a:pt x="199167" y="43074"/>
                  </a:cubicBezTo>
                  <a:cubicBezTo>
                    <a:pt x="199037" y="42891"/>
                    <a:pt x="198959" y="42422"/>
                    <a:pt x="198959" y="41667"/>
                  </a:cubicBezTo>
                  <a:lnTo>
                    <a:pt x="198959" y="37812"/>
                  </a:lnTo>
                  <a:cubicBezTo>
                    <a:pt x="198959" y="36980"/>
                    <a:pt x="199037" y="36419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8"/>
                    <a:pt x="213854" y="33607"/>
                    <a:pt x="215313" y="32500"/>
                  </a:cubicBezTo>
                  <a:cubicBezTo>
                    <a:pt x="216849" y="31459"/>
                    <a:pt x="218060" y="30078"/>
                    <a:pt x="218959" y="28385"/>
                  </a:cubicBezTo>
                  <a:cubicBezTo>
                    <a:pt x="219870" y="26680"/>
                    <a:pt x="220313" y="24610"/>
                    <a:pt x="220313" y="22188"/>
                  </a:cubicBezTo>
                  <a:cubicBezTo>
                    <a:pt x="220313" y="17813"/>
                    <a:pt x="218880" y="14440"/>
                    <a:pt x="215990" y="12084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99" y="8542"/>
                    <a:pt x="197031" y="9714"/>
                    <a:pt x="194427" y="12084"/>
                  </a:cubicBezTo>
                  <a:cubicBezTo>
                    <a:pt x="191823" y="14440"/>
                    <a:pt x="190313" y="17838"/>
                    <a:pt x="189896" y="22292"/>
                  </a:cubicBezTo>
                  <a:lnTo>
                    <a:pt x="181563" y="22292"/>
                  </a:lnTo>
                  <a:cubicBezTo>
                    <a:pt x="181641" y="15833"/>
                    <a:pt x="183854" y="10730"/>
                    <a:pt x="188229" y="6979"/>
                  </a:cubicBezTo>
                  <a:cubicBezTo>
                    <a:pt x="192604" y="3230"/>
                    <a:pt x="198334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18" y="68855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6"/>
                  </a:cubicBezTo>
                  <a:cubicBezTo>
                    <a:pt x="141289" y="45756"/>
                    <a:pt x="143203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30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43"/>
                    <a:pt x="128568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30" y="68855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6"/>
                  </a:cubicBezTo>
                  <a:cubicBezTo>
                    <a:pt x="24102" y="45756"/>
                    <a:pt x="26016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2"/>
                    <a:pt x="26979" y="8542"/>
                    <a:pt x="22813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43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43"/>
                    <a:pt x="11380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68"/>
                    <a:pt x="316563" y="9193"/>
                    <a:pt x="318438" y="13021"/>
                  </a:cubicBezTo>
                  <a:cubicBezTo>
                    <a:pt x="320313" y="16902"/>
                    <a:pt x="321602" y="21276"/>
                    <a:pt x="322292" y="26146"/>
                  </a:cubicBezTo>
                  <a:cubicBezTo>
                    <a:pt x="322995" y="31003"/>
                    <a:pt x="323334" y="35860"/>
                    <a:pt x="323334" y="40729"/>
                  </a:cubicBezTo>
                  <a:cubicBezTo>
                    <a:pt x="323334" y="45652"/>
                    <a:pt x="322995" y="50521"/>
                    <a:pt x="322292" y="55313"/>
                  </a:cubicBezTo>
                  <a:cubicBezTo>
                    <a:pt x="321602" y="60105"/>
                    <a:pt x="320313" y="64441"/>
                    <a:pt x="318438" y="68334"/>
                  </a:cubicBezTo>
                  <a:cubicBezTo>
                    <a:pt x="316563" y="72149"/>
                    <a:pt x="313985" y="75235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35"/>
                    <a:pt x="279662" y="72149"/>
                    <a:pt x="277917" y="68334"/>
                  </a:cubicBezTo>
                  <a:cubicBezTo>
                    <a:pt x="276120" y="64441"/>
                    <a:pt x="274896" y="60105"/>
                    <a:pt x="274271" y="55313"/>
                  </a:cubicBezTo>
                  <a:cubicBezTo>
                    <a:pt x="273646" y="50521"/>
                    <a:pt x="273334" y="45652"/>
                    <a:pt x="273334" y="40729"/>
                  </a:cubicBezTo>
                  <a:cubicBezTo>
                    <a:pt x="273334" y="35860"/>
                    <a:pt x="273646" y="31003"/>
                    <a:pt x="274271" y="26146"/>
                  </a:cubicBezTo>
                  <a:cubicBezTo>
                    <a:pt x="274896" y="21276"/>
                    <a:pt x="276120" y="16902"/>
                    <a:pt x="277917" y="13021"/>
                  </a:cubicBezTo>
                  <a:cubicBezTo>
                    <a:pt x="279662" y="9193"/>
                    <a:pt x="282136" y="6068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9" y="26146"/>
                  </a:cubicBezTo>
                  <a:cubicBezTo>
                    <a:pt x="114662" y="31003"/>
                    <a:pt x="115000" y="35860"/>
                    <a:pt x="115000" y="40729"/>
                  </a:cubicBezTo>
                  <a:cubicBezTo>
                    <a:pt x="115000" y="45652"/>
                    <a:pt x="114662" y="50521"/>
                    <a:pt x="113959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51" y="75235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5"/>
                    <a:pt x="71328" y="72149"/>
                    <a:pt x="69583" y="68334"/>
                  </a:cubicBezTo>
                  <a:cubicBezTo>
                    <a:pt x="67787" y="64441"/>
                    <a:pt x="66563" y="60105"/>
                    <a:pt x="65938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8" y="26146"/>
                  </a:cubicBezTo>
                  <a:cubicBezTo>
                    <a:pt x="66563" y="21276"/>
                    <a:pt x="67787" y="16902"/>
                    <a:pt x="69583" y="13021"/>
                  </a:cubicBezTo>
                  <a:cubicBezTo>
                    <a:pt x="71328" y="9193"/>
                    <a:pt x="73802" y="6068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6" name="TextBox 765">
              <a:extLst>
                <a:ext uri="{FF2B5EF4-FFF2-40B4-BE49-F238E27FC236}">
                  <a16:creationId xmlns:a16="http://schemas.microsoft.com/office/drawing/2014/main" id="{1A1F2DD1-DE04-4EBD-A249-F52FD9DF4754}"/>
                </a:ext>
              </a:extLst>
            </p:cNvPr>
            <p:cNvSpPr txBox="1"/>
            <p:nvPr/>
          </p:nvSpPr>
          <p:spPr>
            <a:xfrm>
              <a:off x="2970659" y="7682703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2023.03.31</a:t>
              </a:r>
            </a:p>
          </p:txBody>
        </p:sp>
        <p:grpSp>
          <p:nvGrpSpPr>
            <p:cNvPr id="767" name="그래픽 5">
              <a:extLst>
                <a:ext uri="{FF2B5EF4-FFF2-40B4-BE49-F238E27FC236}">
                  <a16:creationId xmlns:a16="http://schemas.microsoft.com/office/drawing/2014/main" id="{54F37878-33AC-428F-B3B7-378C1616DB88}"/>
                </a:ext>
              </a:extLst>
            </p:cNvPr>
            <p:cNvGrpSpPr/>
            <p:nvPr/>
          </p:nvGrpSpPr>
          <p:grpSpPr>
            <a:xfrm>
              <a:off x="3871032" y="7657056"/>
              <a:ext cx="701458" cy="95690"/>
              <a:chOff x="3871032" y="7657056"/>
              <a:chExt cx="701458" cy="95690"/>
            </a:xfrm>
          </p:grpSpPr>
          <p:sp>
            <p:nvSpPr>
              <p:cNvPr id="768" name="자유형: 도형 767">
                <a:extLst>
                  <a:ext uri="{FF2B5EF4-FFF2-40B4-BE49-F238E27FC236}">
                    <a16:creationId xmlns:a16="http://schemas.microsoft.com/office/drawing/2014/main" id="{D9C5C0B2-9B69-4ABD-8C6F-366D327BEAEA}"/>
                  </a:ext>
                </a:extLst>
              </p:cNvPr>
              <p:cNvSpPr/>
              <p:nvPr/>
            </p:nvSpPr>
            <p:spPr>
              <a:xfrm>
                <a:off x="3871032" y="7657056"/>
                <a:ext cx="701458" cy="94479"/>
              </a:xfrm>
              <a:custGeom>
                <a:avLst/>
                <a:gdLst>
                  <a:gd name="connsiteX0" fmla="*/ 499792 w 701458"/>
                  <a:gd name="connsiteY0" fmla="*/ 70833 h 94479"/>
                  <a:gd name="connsiteX1" fmla="*/ 510521 w 701458"/>
                  <a:gd name="connsiteY1" fmla="*/ 70833 h 94479"/>
                  <a:gd name="connsiteX2" fmla="*/ 511407 w 701458"/>
                  <a:gd name="connsiteY2" fmla="*/ 71146 h 94479"/>
                  <a:gd name="connsiteX3" fmla="*/ 511667 w 701458"/>
                  <a:gd name="connsiteY3" fmla="*/ 72084 h 94479"/>
                  <a:gd name="connsiteX4" fmla="*/ 511667 w 701458"/>
                  <a:gd name="connsiteY4" fmla="*/ 78750 h 94479"/>
                  <a:gd name="connsiteX5" fmla="*/ 508542 w 701458"/>
                  <a:gd name="connsiteY5" fmla="*/ 90001 h 94479"/>
                  <a:gd name="connsiteX6" fmla="*/ 500938 w 701458"/>
                  <a:gd name="connsiteY6" fmla="*/ 94480 h 94479"/>
                  <a:gd name="connsiteX7" fmla="*/ 500938 w 701458"/>
                  <a:gd name="connsiteY7" fmla="*/ 90834 h 94479"/>
                  <a:gd name="connsiteX8" fmla="*/ 504427 w 701458"/>
                  <a:gd name="connsiteY8" fmla="*/ 87344 h 94479"/>
                  <a:gd name="connsiteX9" fmla="*/ 505208 w 701458"/>
                  <a:gd name="connsiteY9" fmla="*/ 81563 h 94479"/>
                  <a:gd name="connsiteX10" fmla="*/ 499792 w 701458"/>
                  <a:gd name="connsiteY10" fmla="*/ 81563 h 94479"/>
                  <a:gd name="connsiteX11" fmla="*/ 278438 w 701458"/>
                  <a:gd name="connsiteY11" fmla="*/ 70833 h 94479"/>
                  <a:gd name="connsiteX12" fmla="*/ 289167 w 701458"/>
                  <a:gd name="connsiteY12" fmla="*/ 70833 h 94479"/>
                  <a:gd name="connsiteX13" fmla="*/ 290052 w 701458"/>
                  <a:gd name="connsiteY13" fmla="*/ 71146 h 94479"/>
                  <a:gd name="connsiteX14" fmla="*/ 290313 w 701458"/>
                  <a:gd name="connsiteY14" fmla="*/ 72084 h 94479"/>
                  <a:gd name="connsiteX15" fmla="*/ 290313 w 701458"/>
                  <a:gd name="connsiteY15" fmla="*/ 78750 h 94479"/>
                  <a:gd name="connsiteX16" fmla="*/ 287188 w 701458"/>
                  <a:gd name="connsiteY16" fmla="*/ 90001 h 94479"/>
                  <a:gd name="connsiteX17" fmla="*/ 279583 w 701458"/>
                  <a:gd name="connsiteY17" fmla="*/ 94480 h 94479"/>
                  <a:gd name="connsiteX18" fmla="*/ 279583 w 701458"/>
                  <a:gd name="connsiteY18" fmla="*/ 90834 h 94479"/>
                  <a:gd name="connsiteX19" fmla="*/ 283073 w 701458"/>
                  <a:gd name="connsiteY19" fmla="*/ 87344 h 94479"/>
                  <a:gd name="connsiteX20" fmla="*/ 283854 w 701458"/>
                  <a:gd name="connsiteY20" fmla="*/ 81563 h 94479"/>
                  <a:gd name="connsiteX21" fmla="*/ 278438 w 701458"/>
                  <a:gd name="connsiteY21" fmla="*/ 81563 h 94479"/>
                  <a:gd name="connsiteX22" fmla="*/ 70104 w 701458"/>
                  <a:gd name="connsiteY22" fmla="*/ 70833 h 94479"/>
                  <a:gd name="connsiteX23" fmla="*/ 80833 w 701458"/>
                  <a:gd name="connsiteY23" fmla="*/ 70833 h 94479"/>
                  <a:gd name="connsiteX24" fmla="*/ 81719 w 701458"/>
                  <a:gd name="connsiteY24" fmla="*/ 71146 h 94479"/>
                  <a:gd name="connsiteX25" fmla="*/ 81979 w 701458"/>
                  <a:gd name="connsiteY25" fmla="*/ 72084 h 94479"/>
                  <a:gd name="connsiteX26" fmla="*/ 81979 w 701458"/>
                  <a:gd name="connsiteY26" fmla="*/ 78750 h 94479"/>
                  <a:gd name="connsiteX27" fmla="*/ 78854 w 701458"/>
                  <a:gd name="connsiteY27" fmla="*/ 90001 h 94479"/>
                  <a:gd name="connsiteX28" fmla="*/ 71250 w 701458"/>
                  <a:gd name="connsiteY28" fmla="*/ 94480 h 94479"/>
                  <a:gd name="connsiteX29" fmla="*/ 71250 w 701458"/>
                  <a:gd name="connsiteY29" fmla="*/ 90834 h 94479"/>
                  <a:gd name="connsiteX30" fmla="*/ 74739 w 701458"/>
                  <a:gd name="connsiteY30" fmla="*/ 87344 h 94479"/>
                  <a:gd name="connsiteX31" fmla="*/ 75521 w 701458"/>
                  <a:gd name="connsiteY31" fmla="*/ 81563 h 94479"/>
                  <a:gd name="connsiteX32" fmla="*/ 70104 w 701458"/>
                  <a:gd name="connsiteY32" fmla="*/ 81563 h 94479"/>
                  <a:gd name="connsiteX33" fmla="*/ 181250 w 701458"/>
                  <a:gd name="connsiteY33" fmla="*/ 43437 h 94479"/>
                  <a:gd name="connsiteX34" fmla="*/ 175104 w 701458"/>
                  <a:gd name="connsiteY34" fmla="*/ 44428 h 94479"/>
                  <a:gd name="connsiteX35" fmla="*/ 169792 w 701458"/>
                  <a:gd name="connsiteY35" fmla="*/ 47292 h 94479"/>
                  <a:gd name="connsiteX36" fmla="*/ 165989 w 701458"/>
                  <a:gd name="connsiteY36" fmla="*/ 52032 h 94479"/>
                  <a:gd name="connsiteX37" fmla="*/ 164584 w 701458"/>
                  <a:gd name="connsiteY37" fmla="*/ 58646 h 94479"/>
                  <a:gd name="connsiteX38" fmla="*/ 169011 w 701458"/>
                  <a:gd name="connsiteY38" fmla="*/ 69687 h 94479"/>
                  <a:gd name="connsiteX39" fmla="*/ 181250 w 701458"/>
                  <a:gd name="connsiteY39" fmla="*/ 73854 h 94479"/>
                  <a:gd name="connsiteX40" fmla="*/ 193385 w 701458"/>
                  <a:gd name="connsiteY40" fmla="*/ 69687 h 94479"/>
                  <a:gd name="connsiteX41" fmla="*/ 197917 w 701458"/>
                  <a:gd name="connsiteY41" fmla="*/ 58646 h 94479"/>
                  <a:gd name="connsiteX42" fmla="*/ 196459 w 701458"/>
                  <a:gd name="connsiteY42" fmla="*/ 52032 h 94479"/>
                  <a:gd name="connsiteX43" fmla="*/ 192604 w 701458"/>
                  <a:gd name="connsiteY43" fmla="*/ 47292 h 94479"/>
                  <a:gd name="connsiteX44" fmla="*/ 187292 w 701458"/>
                  <a:gd name="connsiteY44" fmla="*/ 44428 h 94479"/>
                  <a:gd name="connsiteX45" fmla="*/ 181250 w 701458"/>
                  <a:gd name="connsiteY45" fmla="*/ 43437 h 94479"/>
                  <a:gd name="connsiteX46" fmla="*/ 25000 w 701458"/>
                  <a:gd name="connsiteY46" fmla="*/ 43437 h 94479"/>
                  <a:gd name="connsiteX47" fmla="*/ 18854 w 701458"/>
                  <a:gd name="connsiteY47" fmla="*/ 44428 h 94479"/>
                  <a:gd name="connsiteX48" fmla="*/ 13542 w 701458"/>
                  <a:gd name="connsiteY48" fmla="*/ 47292 h 94479"/>
                  <a:gd name="connsiteX49" fmla="*/ 9739 w 701458"/>
                  <a:gd name="connsiteY49" fmla="*/ 52032 h 94479"/>
                  <a:gd name="connsiteX50" fmla="*/ 8334 w 701458"/>
                  <a:gd name="connsiteY50" fmla="*/ 58646 h 94479"/>
                  <a:gd name="connsiteX51" fmla="*/ 12761 w 701458"/>
                  <a:gd name="connsiteY51" fmla="*/ 69687 h 94479"/>
                  <a:gd name="connsiteX52" fmla="*/ 25000 w 701458"/>
                  <a:gd name="connsiteY52" fmla="*/ 73854 h 94479"/>
                  <a:gd name="connsiteX53" fmla="*/ 37135 w 701458"/>
                  <a:gd name="connsiteY53" fmla="*/ 69687 h 94479"/>
                  <a:gd name="connsiteX54" fmla="*/ 41667 w 701458"/>
                  <a:gd name="connsiteY54" fmla="*/ 58646 h 94479"/>
                  <a:gd name="connsiteX55" fmla="*/ 40209 w 701458"/>
                  <a:gd name="connsiteY55" fmla="*/ 52032 h 94479"/>
                  <a:gd name="connsiteX56" fmla="*/ 36354 w 701458"/>
                  <a:gd name="connsiteY56" fmla="*/ 47292 h 94479"/>
                  <a:gd name="connsiteX57" fmla="*/ 31042 w 701458"/>
                  <a:gd name="connsiteY57" fmla="*/ 44428 h 94479"/>
                  <a:gd name="connsiteX58" fmla="*/ 25000 w 701458"/>
                  <a:gd name="connsiteY58" fmla="*/ 43437 h 94479"/>
                  <a:gd name="connsiteX59" fmla="*/ 454896 w 701458"/>
                  <a:gd name="connsiteY59" fmla="*/ 36146 h 94479"/>
                  <a:gd name="connsiteX60" fmla="*/ 448386 w 701458"/>
                  <a:gd name="connsiteY60" fmla="*/ 37657 h 94479"/>
                  <a:gd name="connsiteX61" fmla="*/ 443334 w 701458"/>
                  <a:gd name="connsiteY61" fmla="*/ 41563 h 94479"/>
                  <a:gd name="connsiteX62" fmla="*/ 440000 w 701458"/>
                  <a:gd name="connsiteY62" fmla="*/ 47292 h 94479"/>
                  <a:gd name="connsiteX63" fmla="*/ 438855 w 701458"/>
                  <a:gd name="connsiteY63" fmla="*/ 54063 h 94479"/>
                  <a:gd name="connsiteX64" fmla="*/ 439948 w 701458"/>
                  <a:gd name="connsiteY64" fmla="*/ 61979 h 94479"/>
                  <a:gd name="connsiteX65" fmla="*/ 443125 w 701458"/>
                  <a:gd name="connsiteY65" fmla="*/ 68229 h 94479"/>
                  <a:gd name="connsiteX66" fmla="*/ 448125 w 701458"/>
                  <a:gd name="connsiteY66" fmla="*/ 72448 h 94479"/>
                  <a:gd name="connsiteX67" fmla="*/ 454688 w 701458"/>
                  <a:gd name="connsiteY67" fmla="*/ 73958 h 94479"/>
                  <a:gd name="connsiteX68" fmla="*/ 466771 w 701458"/>
                  <a:gd name="connsiteY68" fmla="*/ 68490 h 94479"/>
                  <a:gd name="connsiteX69" fmla="*/ 471042 w 701458"/>
                  <a:gd name="connsiteY69" fmla="*/ 55000 h 94479"/>
                  <a:gd name="connsiteX70" fmla="*/ 470000 w 701458"/>
                  <a:gd name="connsiteY70" fmla="*/ 47812 h 94479"/>
                  <a:gd name="connsiteX71" fmla="*/ 466875 w 701458"/>
                  <a:gd name="connsiteY71" fmla="*/ 41875 h 94479"/>
                  <a:gd name="connsiteX72" fmla="*/ 461875 w 701458"/>
                  <a:gd name="connsiteY72" fmla="*/ 37708 h 94479"/>
                  <a:gd name="connsiteX73" fmla="*/ 454896 w 701458"/>
                  <a:gd name="connsiteY73" fmla="*/ 36146 h 94479"/>
                  <a:gd name="connsiteX74" fmla="*/ 337709 w 701458"/>
                  <a:gd name="connsiteY74" fmla="*/ 36146 h 94479"/>
                  <a:gd name="connsiteX75" fmla="*/ 331198 w 701458"/>
                  <a:gd name="connsiteY75" fmla="*/ 37657 h 94479"/>
                  <a:gd name="connsiteX76" fmla="*/ 326146 w 701458"/>
                  <a:gd name="connsiteY76" fmla="*/ 41563 h 94479"/>
                  <a:gd name="connsiteX77" fmla="*/ 322813 w 701458"/>
                  <a:gd name="connsiteY77" fmla="*/ 47292 h 94479"/>
                  <a:gd name="connsiteX78" fmla="*/ 321667 w 701458"/>
                  <a:gd name="connsiteY78" fmla="*/ 54063 h 94479"/>
                  <a:gd name="connsiteX79" fmla="*/ 322761 w 701458"/>
                  <a:gd name="connsiteY79" fmla="*/ 61979 h 94479"/>
                  <a:gd name="connsiteX80" fmla="*/ 325938 w 701458"/>
                  <a:gd name="connsiteY80" fmla="*/ 68229 h 94479"/>
                  <a:gd name="connsiteX81" fmla="*/ 330937 w 701458"/>
                  <a:gd name="connsiteY81" fmla="*/ 72448 h 94479"/>
                  <a:gd name="connsiteX82" fmla="*/ 337500 w 701458"/>
                  <a:gd name="connsiteY82" fmla="*/ 73958 h 94479"/>
                  <a:gd name="connsiteX83" fmla="*/ 349583 w 701458"/>
                  <a:gd name="connsiteY83" fmla="*/ 68490 h 94479"/>
                  <a:gd name="connsiteX84" fmla="*/ 353854 w 701458"/>
                  <a:gd name="connsiteY84" fmla="*/ 55000 h 94479"/>
                  <a:gd name="connsiteX85" fmla="*/ 352813 w 701458"/>
                  <a:gd name="connsiteY85" fmla="*/ 47812 h 94479"/>
                  <a:gd name="connsiteX86" fmla="*/ 349688 w 701458"/>
                  <a:gd name="connsiteY86" fmla="*/ 41875 h 94479"/>
                  <a:gd name="connsiteX87" fmla="*/ 344687 w 701458"/>
                  <a:gd name="connsiteY87" fmla="*/ 37708 h 94479"/>
                  <a:gd name="connsiteX88" fmla="*/ 337709 w 701458"/>
                  <a:gd name="connsiteY88" fmla="*/ 36146 h 94479"/>
                  <a:gd name="connsiteX89" fmla="*/ 181250 w 701458"/>
                  <a:gd name="connsiteY89" fmla="*/ 8334 h 94479"/>
                  <a:gd name="connsiteX90" fmla="*/ 170104 w 701458"/>
                  <a:gd name="connsiteY90" fmla="*/ 12084 h 94479"/>
                  <a:gd name="connsiteX91" fmla="*/ 165521 w 701458"/>
                  <a:gd name="connsiteY91" fmla="*/ 22084 h 94479"/>
                  <a:gd name="connsiteX92" fmla="*/ 170000 w 701458"/>
                  <a:gd name="connsiteY92" fmla="*/ 32240 h 94479"/>
                  <a:gd name="connsiteX93" fmla="*/ 181250 w 701458"/>
                  <a:gd name="connsiteY93" fmla="*/ 35834 h 94479"/>
                  <a:gd name="connsiteX94" fmla="*/ 192396 w 701458"/>
                  <a:gd name="connsiteY94" fmla="*/ 32240 h 94479"/>
                  <a:gd name="connsiteX95" fmla="*/ 196979 w 701458"/>
                  <a:gd name="connsiteY95" fmla="*/ 22084 h 94479"/>
                  <a:gd name="connsiteX96" fmla="*/ 192396 w 701458"/>
                  <a:gd name="connsiteY96" fmla="*/ 12084 h 94479"/>
                  <a:gd name="connsiteX97" fmla="*/ 181250 w 701458"/>
                  <a:gd name="connsiteY97" fmla="*/ 8334 h 94479"/>
                  <a:gd name="connsiteX98" fmla="*/ 25000 w 701458"/>
                  <a:gd name="connsiteY98" fmla="*/ 8334 h 94479"/>
                  <a:gd name="connsiteX99" fmla="*/ 13854 w 701458"/>
                  <a:gd name="connsiteY99" fmla="*/ 12084 h 94479"/>
                  <a:gd name="connsiteX100" fmla="*/ 9271 w 701458"/>
                  <a:gd name="connsiteY100" fmla="*/ 22084 h 94479"/>
                  <a:gd name="connsiteX101" fmla="*/ 13750 w 701458"/>
                  <a:gd name="connsiteY101" fmla="*/ 32240 h 94479"/>
                  <a:gd name="connsiteX102" fmla="*/ 25000 w 701458"/>
                  <a:gd name="connsiteY102" fmla="*/ 35834 h 94479"/>
                  <a:gd name="connsiteX103" fmla="*/ 36146 w 701458"/>
                  <a:gd name="connsiteY103" fmla="*/ 32240 h 94479"/>
                  <a:gd name="connsiteX104" fmla="*/ 40729 w 701458"/>
                  <a:gd name="connsiteY104" fmla="*/ 22084 h 94479"/>
                  <a:gd name="connsiteX105" fmla="*/ 36146 w 701458"/>
                  <a:gd name="connsiteY105" fmla="*/ 12084 h 94479"/>
                  <a:gd name="connsiteX106" fmla="*/ 25000 w 701458"/>
                  <a:gd name="connsiteY106" fmla="*/ 8334 h 94479"/>
                  <a:gd name="connsiteX107" fmla="*/ 676042 w 701458"/>
                  <a:gd name="connsiteY107" fmla="*/ 7188 h 94479"/>
                  <a:gd name="connsiteX108" fmla="*/ 667240 w 701458"/>
                  <a:gd name="connsiteY108" fmla="*/ 10834 h 94479"/>
                  <a:gd name="connsiteX109" fmla="*/ 662500 w 701458"/>
                  <a:gd name="connsiteY109" fmla="*/ 19584 h 94479"/>
                  <a:gd name="connsiteX110" fmla="*/ 660469 w 701458"/>
                  <a:gd name="connsiteY110" fmla="*/ 30573 h 94479"/>
                  <a:gd name="connsiteX111" fmla="*/ 660105 w 701458"/>
                  <a:gd name="connsiteY111" fmla="*/ 40729 h 94479"/>
                  <a:gd name="connsiteX112" fmla="*/ 660469 w 701458"/>
                  <a:gd name="connsiteY112" fmla="*/ 50782 h 94479"/>
                  <a:gd name="connsiteX113" fmla="*/ 662500 w 701458"/>
                  <a:gd name="connsiteY113" fmla="*/ 61667 h 94479"/>
                  <a:gd name="connsiteX114" fmla="*/ 667240 w 701458"/>
                  <a:gd name="connsiteY114" fmla="*/ 70313 h 94479"/>
                  <a:gd name="connsiteX115" fmla="*/ 676042 w 701458"/>
                  <a:gd name="connsiteY115" fmla="*/ 73854 h 94479"/>
                  <a:gd name="connsiteX116" fmla="*/ 685000 w 701458"/>
                  <a:gd name="connsiteY116" fmla="*/ 70313 h 94479"/>
                  <a:gd name="connsiteX117" fmla="*/ 690000 w 701458"/>
                  <a:gd name="connsiteY117" fmla="*/ 61667 h 94479"/>
                  <a:gd name="connsiteX118" fmla="*/ 692292 w 701458"/>
                  <a:gd name="connsiteY118" fmla="*/ 50782 h 94479"/>
                  <a:gd name="connsiteX119" fmla="*/ 692813 w 701458"/>
                  <a:gd name="connsiteY119" fmla="*/ 40729 h 94479"/>
                  <a:gd name="connsiteX120" fmla="*/ 692292 w 701458"/>
                  <a:gd name="connsiteY120" fmla="*/ 30573 h 94479"/>
                  <a:gd name="connsiteX121" fmla="*/ 690000 w 701458"/>
                  <a:gd name="connsiteY121" fmla="*/ 19584 h 94479"/>
                  <a:gd name="connsiteX122" fmla="*/ 685000 w 701458"/>
                  <a:gd name="connsiteY122" fmla="*/ 10834 h 94479"/>
                  <a:gd name="connsiteX123" fmla="*/ 676042 w 701458"/>
                  <a:gd name="connsiteY123" fmla="*/ 7188 h 94479"/>
                  <a:gd name="connsiteX124" fmla="*/ 610938 w 701458"/>
                  <a:gd name="connsiteY124" fmla="*/ 7188 h 94479"/>
                  <a:gd name="connsiteX125" fmla="*/ 602136 w 701458"/>
                  <a:gd name="connsiteY125" fmla="*/ 10834 h 94479"/>
                  <a:gd name="connsiteX126" fmla="*/ 597396 w 701458"/>
                  <a:gd name="connsiteY126" fmla="*/ 19584 h 94479"/>
                  <a:gd name="connsiteX127" fmla="*/ 595365 w 701458"/>
                  <a:gd name="connsiteY127" fmla="*/ 30573 h 94479"/>
                  <a:gd name="connsiteX128" fmla="*/ 595001 w 701458"/>
                  <a:gd name="connsiteY128" fmla="*/ 40729 h 94479"/>
                  <a:gd name="connsiteX129" fmla="*/ 595365 w 701458"/>
                  <a:gd name="connsiteY129" fmla="*/ 50782 h 94479"/>
                  <a:gd name="connsiteX130" fmla="*/ 597396 w 701458"/>
                  <a:gd name="connsiteY130" fmla="*/ 61667 h 94479"/>
                  <a:gd name="connsiteX131" fmla="*/ 602136 w 701458"/>
                  <a:gd name="connsiteY131" fmla="*/ 70313 h 94479"/>
                  <a:gd name="connsiteX132" fmla="*/ 610938 w 701458"/>
                  <a:gd name="connsiteY132" fmla="*/ 73854 h 94479"/>
                  <a:gd name="connsiteX133" fmla="*/ 619896 w 701458"/>
                  <a:gd name="connsiteY133" fmla="*/ 70313 h 94479"/>
                  <a:gd name="connsiteX134" fmla="*/ 624896 w 701458"/>
                  <a:gd name="connsiteY134" fmla="*/ 61667 h 94479"/>
                  <a:gd name="connsiteX135" fmla="*/ 627188 w 701458"/>
                  <a:gd name="connsiteY135" fmla="*/ 50782 h 94479"/>
                  <a:gd name="connsiteX136" fmla="*/ 627709 w 701458"/>
                  <a:gd name="connsiteY136" fmla="*/ 40729 h 94479"/>
                  <a:gd name="connsiteX137" fmla="*/ 627188 w 701458"/>
                  <a:gd name="connsiteY137" fmla="*/ 30573 h 94479"/>
                  <a:gd name="connsiteX138" fmla="*/ 624896 w 701458"/>
                  <a:gd name="connsiteY138" fmla="*/ 19584 h 94479"/>
                  <a:gd name="connsiteX139" fmla="*/ 619896 w 701458"/>
                  <a:gd name="connsiteY139" fmla="*/ 10834 h 94479"/>
                  <a:gd name="connsiteX140" fmla="*/ 610938 w 701458"/>
                  <a:gd name="connsiteY140" fmla="*/ 7188 h 94479"/>
                  <a:gd name="connsiteX141" fmla="*/ 246354 w 701458"/>
                  <a:gd name="connsiteY141" fmla="*/ 7188 h 94479"/>
                  <a:gd name="connsiteX142" fmla="*/ 237552 w 701458"/>
                  <a:gd name="connsiteY142" fmla="*/ 10834 h 94479"/>
                  <a:gd name="connsiteX143" fmla="*/ 232813 w 701458"/>
                  <a:gd name="connsiteY143" fmla="*/ 19584 h 94479"/>
                  <a:gd name="connsiteX144" fmla="*/ 230781 w 701458"/>
                  <a:gd name="connsiteY144" fmla="*/ 30573 h 94479"/>
                  <a:gd name="connsiteX145" fmla="*/ 230417 w 701458"/>
                  <a:gd name="connsiteY145" fmla="*/ 40729 h 94479"/>
                  <a:gd name="connsiteX146" fmla="*/ 230781 w 701458"/>
                  <a:gd name="connsiteY146" fmla="*/ 50782 h 94479"/>
                  <a:gd name="connsiteX147" fmla="*/ 232813 w 701458"/>
                  <a:gd name="connsiteY147" fmla="*/ 61667 h 94479"/>
                  <a:gd name="connsiteX148" fmla="*/ 237552 w 701458"/>
                  <a:gd name="connsiteY148" fmla="*/ 70313 h 94479"/>
                  <a:gd name="connsiteX149" fmla="*/ 246354 w 701458"/>
                  <a:gd name="connsiteY149" fmla="*/ 73854 h 94479"/>
                  <a:gd name="connsiteX150" fmla="*/ 255313 w 701458"/>
                  <a:gd name="connsiteY150" fmla="*/ 70313 h 94479"/>
                  <a:gd name="connsiteX151" fmla="*/ 260313 w 701458"/>
                  <a:gd name="connsiteY151" fmla="*/ 61667 h 94479"/>
                  <a:gd name="connsiteX152" fmla="*/ 262604 w 701458"/>
                  <a:gd name="connsiteY152" fmla="*/ 50782 h 94479"/>
                  <a:gd name="connsiteX153" fmla="*/ 263125 w 701458"/>
                  <a:gd name="connsiteY153" fmla="*/ 40729 h 94479"/>
                  <a:gd name="connsiteX154" fmla="*/ 262604 w 701458"/>
                  <a:gd name="connsiteY154" fmla="*/ 30573 h 94479"/>
                  <a:gd name="connsiteX155" fmla="*/ 260313 w 701458"/>
                  <a:gd name="connsiteY155" fmla="*/ 19584 h 94479"/>
                  <a:gd name="connsiteX156" fmla="*/ 255313 w 701458"/>
                  <a:gd name="connsiteY156" fmla="*/ 10834 h 94479"/>
                  <a:gd name="connsiteX157" fmla="*/ 246354 w 701458"/>
                  <a:gd name="connsiteY157" fmla="*/ 7188 h 94479"/>
                  <a:gd name="connsiteX158" fmla="*/ 365209 w 701458"/>
                  <a:gd name="connsiteY158" fmla="*/ 3125 h 94479"/>
                  <a:gd name="connsiteX159" fmla="*/ 410209 w 701458"/>
                  <a:gd name="connsiteY159" fmla="*/ 3125 h 94479"/>
                  <a:gd name="connsiteX160" fmla="*/ 411719 w 701458"/>
                  <a:gd name="connsiteY160" fmla="*/ 3594 h 94479"/>
                  <a:gd name="connsiteX161" fmla="*/ 412188 w 701458"/>
                  <a:gd name="connsiteY161" fmla="*/ 5105 h 94479"/>
                  <a:gd name="connsiteX162" fmla="*/ 412188 w 701458"/>
                  <a:gd name="connsiteY162" fmla="*/ 9063 h 94479"/>
                  <a:gd name="connsiteX163" fmla="*/ 411927 w 701458"/>
                  <a:gd name="connsiteY163" fmla="*/ 10626 h 94479"/>
                  <a:gd name="connsiteX164" fmla="*/ 411355 w 701458"/>
                  <a:gd name="connsiteY164" fmla="*/ 11980 h 94479"/>
                  <a:gd name="connsiteX165" fmla="*/ 384167 w 701458"/>
                  <a:gd name="connsiteY165" fmla="*/ 79167 h 94479"/>
                  <a:gd name="connsiteX166" fmla="*/ 374896 w 701458"/>
                  <a:gd name="connsiteY166" fmla="*/ 79167 h 94479"/>
                  <a:gd name="connsiteX167" fmla="*/ 403438 w 701458"/>
                  <a:gd name="connsiteY167" fmla="*/ 10312 h 94479"/>
                  <a:gd name="connsiteX168" fmla="*/ 365209 w 701458"/>
                  <a:gd name="connsiteY168" fmla="*/ 10312 h 94479"/>
                  <a:gd name="connsiteX169" fmla="*/ 455729 w 701458"/>
                  <a:gd name="connsiteY169" fmla="*/ 1458 h 94479"/>
                  <a:gd name="connsiteX170" fmla="*/ 471146 w 701458"/>
                  <a:gd name="connsiteY170" fmla="*/ 6824 h 94479"/>
                  <a:gd name="connsiteX171" fmla="*/ 478125 w 701458"/>
                  <a:gd name="connsiteY171" fmla="*/ 21250 h 94479"/>
                  <a:gd name="connsiteX172" fmla="*/ 469896 w 701458"/>
                  <a:gd name="connsiteY172" fmla="*/ 21250 h 94479"/>
                  <a:gd name="connsiteX173" fmla="*/ 465521 w 701458"/>
                  <a:gd name="connsiteY173" fmla="*/ 11927 h 94479"/>
                  <a:gd name="connsiteX174" fmla="*/ 455834 w 701458"/>
                  <a:gd name="connsiteY174" fmla="*/ 8438 h 94479"/>
                  <a:gd name="connsiteX175" fmla="*/ 446667 w 701458"/>
                  <a:gd name="connsiteY175" fmla="*/ 11876 h 94479"/>
                  <a:gd name="connsiteX176" fmla="*/ 440833 w 701458"/>
                  <a:gd name="connsiteY176" fmla="*/ 20521 h 94479"/>
                  <a:gd name="connsiteX177" fmla="*/ 437761 w 701458"/>
                  <a:gd name="connsiteY177" fmla="*/ 31667 h 94479"/>
                  <a:gd name="connsiteX178" fmla="*/ 436875 w 701458"/>
                  <a:gd name="connsiteY178" fmla="*/ 42917 h 94479"/>
                  <a:gd name="connsiteX179" fmla="*/ 444584 w 701458"/>
                  <a:gd name="connsiteY179" fmla="*/ 32969 h 94479"/>
                  <a:gd name="connsiteX180" fmla="*/ 456980 w 701458"/>
                  <a:gd name="connsiteY180" fmla="*/ 29688 h 94479"/>
                  <a:gd name="connsiteX181" fmla="*/ 473281 w 701458"/>
                  <a:gd name="connsiteY181" fmla="*/ 36667 h 94479"/>
                  <a:gd name="connsiteX182" fmla="*/ 479271 w 701458"/>
                  <a:gd name="connsiteY182" fmla="*/ 55208 h 94479"/>
                  <a:gd name="connsiteX183" fmla="*/ 477656 w 701458"/>
                  <a:gd name="connsiteY183" fmla="*/ 65312 h 94479"/>
                  <a:gd name="connsiteX184" fmla="*/ 472917 w 701458"/>
                  <a:gd name="connsiteY184" fmla="*/ 73542 h 94479"/>
                  <a:gd name="connsiteX185" fmla="*/ 465521 w 701458"/>
                  <a:gd name="connsiteY185" fmla="*/ 78959 h 94479"/>
                  <a:gd name="connsiteX186" fmla="*/ 455625 w 701458"/>
                  <a:gd name="connsiteY186" fmla="*/ 80938 h 94479"/>
                  <a:gd name="connsiteX187" fmla="*/ 440990 w 701458"/>
                  <a:gd name="connsiteY187" fmla="*/ 76407 h 94479"/>
                  <a:gd name="connsiteX188" fmla="*/ 432604 w 701458"/>
                  <a:gd name="connsiteY188" fmla="*/ 64896 h 94479"/>
                  <a:gd name="connsiteX189" fmla="*/ 430365 w 701458"/>
                  <a:gd name="connsiteY189" fmla="*/ 55677 h 94479"/>
                  <a:gd name="connsiteX190" fmla="*/ 429688 w 701458"/>
                  <a:gd name="connsiteY190" fmla="*/ 43542 h 94479"/>
                  <a:gd name="connsiteX191" fmla="*/ 431615 w 701458"/>
                  <a:gd name="connsiteY191" fmla="*/ 25260 h 94479"/>
                  <a:gd name="connsiteX192" fmla="*/ 437083 w 701458"/>
                  <a:gd name="connsiteY192" fmla="*/ 12084 h 94479"/>
                  <a:gd name="connsiteX193" fmla="*/ 445313 w 701458"/>
                  <a:gd name="connsiteY193" fmla="*/ 4167 h 94479"/>
                  <a:gd name="connsiteX194" fmla="*/ 455729 w 701458"/>
                  <a:gd name="connsiteY194" fmla="*/ 1458 h 94479"/>
                  <a:gd name="connsiteX195" fmla="*/ 338542 w 701458"/>
                  <a:gd name="connsiteY195" fmla="*/ 1458 h 94479"/>
                  <a:gd name="connsiteX196" fmla="*/ 353958 w 701458"/>
                  <a:gd name="connsiteY196" fmla="*/ 6824 h 94479"/>
                  <a:gd name="connsiteX197" fmla="*/ 360938 w 701458"/>
                  <a:gd name="connsiteY197" fmla="*/ 21250 h 94479"/>
                  <a:gd name="connsiteX198" fmla="*/ 352709 w 701458"/>
                  <a:gd name="connsiteY198" fmla="*/ 21250 h 94479"/>
                  <a:gd name="connsiteX199" fmla="*/ 348334 w 701458"/>
                  <a:gd name="connsiteY199" fmla="*/ 11927 h 94479"/>
                  <a:gd name="connsiteX200" fmla="*/ 338646 w 701458"/>
                  <a:gd name="connsiteY200" fmla="*/ 8438 h 94479"/>
                  <a:gd name="connsiteX201" fmla="*/ 329479 w 701458"/>
                  <a:gd name="connsiteY201" fmla="*/ 11876 h 94479"/>
                  <a:gd name="connsiteX202" fmla="*/ 323646 w 701458"/>
                  <a:gd name="connsiteY202" fmla="*/ 20521 h 94479"/>
                  <a:gd name="connsiteX203" fmla="*/ 320573 w 701458"/>
                  <a:gd name="connsiteY203" fmla="*/ 31667 h 94479"/>
                  <a:gd name="connsiteX204" fmla="*/ 319688 w 701458"/>
                  <a:gd name="connsiteY204" fmla="*/ 42917 h 94479"/>
                  <a:gd name="connsiteX205" fmla="*/ 327396 w 701458"/>
                  <a:gd name="connsiteY205" fmla="*/ 32969 h 94479"/>
                  <a:gd name="connsiteX206" fmla="*/ 339792 w 701458"/>
                  <a:gd name="connsiteY206" fmla="*/ 29688 h 94479"/>
                  <a:gd name="connsiteX207" fmla="*/ 356094 w 701458"/>
                  <a:gd name="connsiteY207" fmla="*/ 36667 h 94479"/>
                  <a:gd name="connsiteX208" fmla="*/ 362084 w 701458"/>
                  <a:gd name="connsiteY208" fmla="*/ 55208 h 94479"/>
                  <a:gd name="connsiteX209" fmla="*/ 360469 w 701458"/>
                  <a:gd name="connsiteY209" fmla="*/ 65312 h 94479"/>
                  <a:gd name="connsiteX210" fmla="*/ 355729 w 701458"/>
                  <a:gd name="connsiteY210" fmla="*/ 73542 h 94479"/>
                  <a:gd name="connsiteX211" fmla="*/ 348334 w 701458"/>
                  <a:gd name="connsiteY211" fmla="*/ 78959 h 94479"/>
                  <a:gd name="connsiteX212" fmla="*/ 338438 w 701458"/>
                  <a:gd name="connsiteY212" fmla="*/ 80938 h 94479"/>
                  <a:gd name="connsiteX213" fmla="*/ 323802 w 701458"/>
                  <a:gd name="connsiteY213" fmla="*/ 76407 h 94479"/>
                  <a:gd name="connsiteX214" fmla="*/ 315417 w 701458"/>
                  <a:gd name="connsiteY214" fmla="*/ 64896 h 94479"/>
                  <a:gd name="connsiteX215" fmla="*/ 313177 w 701458"/>
                  <a:gd name="connsiteY215" fmla="*/ 55677 h 94479"/>
                  <a:gd name="connsiteX216" fmla="*/ 312500 w 701458"/>
                  <a:gd name="connsiteY216" fmla="*/ 43542 h 94479"/>
                  <a:gd name="connsiteX217" fmla="*/ 314427 w 701458"/>
                  <a:gd name="connsiteY217" fmla="*/ 25260 h 94479"/>
                  <a:gd name="connsiteX218" fmla="*/ 319896 w 701458"/>
                  <a:gd name="connsiteY218" fmla="*/ 12084 h 94479"/>
                  <a:gd name="connsiteX219" fmla="*/ 328125 w 701458"/>
                  <a:gd name="connsiteY219" fmla="*/ 4167 h 94479"/>
                  <a:gd name="connsiteX220" fmla="*/ 338542 w 701458"/>
                  <a:gd name="connsiteY220" fmla="*/ 1458 h 94479"/>
                  <a:gd name="connsiteX221" fmla="*/ 544375 w 701458"/>
                  <a:gd name="connsiteY221" fmla="*/ 1354 h 94479"/>
                  <a:gd name="connsiteX222" fmla="*/ 560417 w 701458"/>
                  <a:gd name="connsiteY222" fmla="*/ 6459 h 94479"/>
                  <a:gd name="connsiteX223" fmla="*/ 566875 w 701458"/>
                  <a:gd name="connsiteY223" fmla="*/ 21458 h 94479"/>
                  <a:gd name="connsiteX224" fmla="*/ 562761 w 701458"/>
                  <a:gd name="connsiteY224" fmla="*/ 35313 h 94479"/>
                  <a:gd name="connsiteX225" fmla="*/ 552917 w 701458"/>
                  <a:gd name="connsiteY225" fmla="*/ 49271 h 94479"/>
                  <a:gd name="connsiteX226" fmla="*/ 541042 w 701458"/>
                  <a:gd name="connsiteY226" fmla="*/ 61979 h 94479"/>
                  <a:gd name="connsiteX227" fmla="*/ 530834 w 701458"/>
                  <a:gd name="connsiteY227" fmla="*/ 71979 h 94479"/>
                  <a:gd name="connsiteX228" fmla="*/ 568542 w 701458"/>
                  <a:gd name="connsiteY228" fmla="*/ 71979 h 94479"/>
                  <a:gd name="connsiteX229" fmla="*/ 568542 w 701458"/>
                  <a:gd name="connsiteY229" fmla="*/ 79167 h 94479"/>
                  <a:gd name="connsiteX230" fmla="*/ 522813 w 701458"/>
                  <a:gd name="connsiteY230" fmla="*/ 79167 h 94479"/>
                  <a:gd name="connsiteX231" fmla="*/ 521615 w 701458"/>
                  <a:gd name="connsiteY231" fmla="*/ 78855 h 94479"/>
                  <a:gd name="connsiteX232" fmla="*/ 521355 w 701458"/>
                  <a:gd name="connsiteY232" fmla="*/ 77604 h 94479"/>
                  <a:gd name="connsiteX233" fmla="*/ 521355 w 701458"/>
                  <a:gd name="connsiteY233" fmla="*/ 71355 h 94479"/>
                  <a:gd name="connsiteX234" fmla="*/ 525678 w 701458"/>
                  <a:gd name="connsiteY234" fmla="*/ 67188 h 94479"/>
                  <a:gd name="connsiteX235" fmla="*/ 531250 w 701458"/>
                  <a:gd name="connsiteY235" fmla="*/ 61667 h 94479"/>
                  <a:gd name="connsiteX236" fmla="*/ 537292 w 701458"/>
                  <a:gd name="connsiteY236" fmla="*/ 55208 h 94479"/>
                  <a:gd name="connsiteX237" fmla="*/ 543438 w 701458"/>
                  <a:gd name="connsiteY237" fmla="*/ 48126 h 94479"/>
                  <a:gd name="connsiteX238" fmla="*/ 549167 w 701458"/>
                  <a:gd name="connsiteY238" fmla="*/ 40990 h 94479"/>
                  <a:gd name="connsiteX239" fmla="*/ 553855 w 701458"/>
                  <a:gd name="connsiteY239" fmla="*/ 34063 h 94479"/>
                  <a:gd name="connsiteX240" fmla="*/ 557136 w 701458"/>
                  <a:gd name="connsiteY240" fmla="*/ 27604 h 94479"/>
                  <a:gd name="connsiteX241" fmla="*/ 558334 w 701458"/>
                  <a:gd name="connsiteY241" fmla="*/ 22084 h 94479"/>
                  <a:gd name="connsiteX242" fmla="*/ 554375 w 701458"/>
                  <a:gd name="connsiteY242" fmla="*/ 11927 h 94479"/>
                  <a:gd name="connsiteX243" fmla="*/ 544167 w 701458"/>
                  <a:gd name="connsiteY243" fmla="*/ 8542 h 94479"/>
                  <a:gd name="connsiteX244" fmla="*/ 534323 w 701458"/>
                  <a:gd name="connsiteY244" fmla="*/ 12709 h 94479"/>
                  <a:gd name="connsiteX245" fmla="*/ 530521 w 701458"/>
                  <a:gd name="connsiteY245" fmla="*/ 23542 h 94479"/>
                  <a:gd name="connsiteX246" fmla="*/ 521980 w 701458"/>
                  <a:gd name="connsiteY246" fmla="*/ 23542 h 94479"/>
                  <a:gd name="connsiteX247" fmla="*/ 523646 w 701458"/>
                  <a:gd name="connsiteY247" fmla="*/ 14428 h 94479"/>
                  <a:gd name="connsiteX248" fmla="*/ 528333 w 701458"/>
                  <a:gd name="connsiteY248" fmla="*/ 7396 h 94479"/>
                  <a:gd name="connsiteX249" fmla="*/ 535469 w 701458"/>
                  <a:gd name="connsiteY249" fmla="*/ 2917 h 94479"/>
                  <a:gd name="connsiteX250" fmla="*/ 544375 w 701458"/>
                  <a:gd name="connsiteY250" fmla="*/ 1354 h 94479"/>
                  <a:gd name="connsiteX251" fmla="*/ 181250 w 701458"/>
                  <a:gd name="connsiteY251" fmla="*/ 1354 h 94479"/>
                  <a:gd name="connsiteX252" fmla="*/ 198594 w 701458"/>
                  <a:gd name="connsiteY252" fmla="*/ 6771 h 94479"/>
                  <a:gd name="connsiteX253" fmla="*/ 205313 w 701458"/>
                  <a:gd name="connsiteY253" fmla="*/ 21979 h 94479"/>
                  <a:gd name="connsiteX254" fmla="*/ 204323 w 701458"/>
                  <a:gd name="connsiteY254" fmla="*/ 27604 h 94479"/>
                  <a:gd name="connsiteX255" fmla="*/ 201563 w 701458"/>
                  <a:gd name="connsiteY255" fmla="*/ 32917 h 94479"/>
                  <a:gd name="connsiteX256" fmla="*/ 197188 w 701458"/>
                  <a:gd name="connsiteY256" fmla="*/ 37344 h 94479"/>
                  <a:gd name="connsiteX257" fmla="*/ 191667 w 701458"/>
                  <a:gd name="connsiteY257" fmla="*/ 40104 h 94479"/>
                  <a:gd name="connsiteX258" fmla="*/ 202396 w 701458"/>
                  <a:gd name="connsiteY258" fmla="*/ 46927 h 94479"/>
                  <a:gd name="connsiteX259" fmla="*/ 206250 w 701458"/>
                  <a:gd name="connsiteY259" fmla="*/ 58542 h 94479"/>
                  <a:gd name="connsiteX260" fmla="*/ 199219 w 701458"/>
                  <a:gd name="connsiteY260" fmla="*/ 75053 h 94479"/>
                  <a:gd name="connsiteX261" fmla="*/ 181146 w 701458"/>
                  <a:gd name="connsiteY261" fmla="*/ 80833 h 94479"/>
                  <a:gd name="connsiteX262" fmla="*/ 163073 w 701458"/>
                  <a:gd name="connsiteY262" fmla="*/ 75053 h 94479"/>
                  <a:gd name="connsiteX263" fmla="*/ 156250 w 701458"/>
                  <a:gd name="connsiteY263" fmla="*/ 58542 h 94479"/>
                  <a:gd name="connsiteX264" fmla="*/ 160000 w 701458"/>
                  <a:gd name="connsiteY264" fmla="*/ 47448 h 94479"/>
                  <a:gd name="connsiteX265" fmla="*/ 170937 w 701458"/>
                  <a:gd name="connsiteY265" fmla="*/ 39688 h 94479"/>
                  <a:gd name="connsiteX266" fmla="*/ 160781 w 701458"/>
                  <a:gd name="connsiteY266" fmla="*/ 33333 h 94479"/>
                  <a:gd name="connsiteX267" fmla="*/ 157187 w 701458"/>
                  <a:gd name="connsiteY267" fmla="*/ 21979 h 94479"/>
                  <a:gd name="connsiteX268" fmla="*/ 163854 w 701458"/>
                  <a:gd name="connsiteY268" fmla="*/ 6771 h 94479"/>
                  <a:gd name="connsiteX269" fmla="*/ 181250 w 701458"/>
                  <a:gd name="connsiteY269" fmla="*/ 1354 h 94479"/>
                  <a:gd name="connsiteX270" fmla="*/ 114792 w 701458"/>
                  <a:gd name="connsiteY270" fmla="*/ 1354 h 94479"/>
                  <a:gd name="connsiteX271" fmla="*/ 123594 w 701458"/>
                  <a:gd name="connsiteY271" fmla="*/ 2553 h 94479"/>
                  <a:gd name="connsiteX272" fmla="*/ 131042 w 701458"/>
                  <a:gd name="connsiteY272" fmla="*/ 6251 h 94479"/>
                  <a:gd name="connsiteX273" fmla="*/ 136094 w 701458"/>
                  <a:gd name="connsiteY273" fmla="*/ 12604 h 94479"/>
                  <a:gd name="connsiteX274" fmla="*/ 138021 w 701458"/>
                  <a:gd name="connsiteY274" fmla="*/ 21771 h 94479"/>
                  <a:gd name="connsiteX275" fmla="*/ 133750 w 701458"/>
                  <a:gd name="connsiteY275" fmla="*/ 33437 h 94479"/>
                  <a:gd name="connsiteX276" fmla="*/ 122604 w 701458"/>
                  <a:gd name="connsiteY276" fmla="*/ 39792 h 94479"/>
                  <a:gd name="connsiteX277" fmla="*/ 134948 w 701458"/>
                  <a:gd name="connsiteY277" fmla="*/ 46198 h 94479"/>
                  <a:gd name="connsiteX278" fmla="*/ 139688 w 701458"/>
                  <a:gd name="connsiteY278" fmla="*/ 59063 h 94479"/>
                  <a:gd name="connsiteX279" fmla="*/ 137552 w 701458"/>
                  <a:gd name="connsiteY279" fmla="*/ 69010 h 94479"/>
                  <a:gd name="connsiteX280" fmla="*/ 131875 w 701458"/>
                  <a:gd name="connsiteY280" fmla="*/ 75834 h 94479"/>
                  <a:gd name="connsiteX281" fmla="*/ 123750 w 701458"/>
                  <a:gd name="connsiteY281" fmla="*/ 79687 h 94479"/>
                  <a:gd name="connsiteX282" fmla="*/ 114375 w 701458"/>
                  <a:gd name="connsiteY282" fmla="*/ 80938 h 94479"/>
                  <a:gd name="connsiteX283" fmla="*/ 96615 w 701458"/>
                  <a:gd name="connsiteY283" fmla="*/ 75000 h 94479"/>
                  <a:gd name="connsiteX284" fmla="*/ 89896 w 701458"/>
                  <a:gd name="connsiteY284" fmla="*/ 58542 h 94479"/>
                  <a:gd name="connsiteX285" fmla="*/ 98125 w 701458"/>
                  <a:gd name="connsiteY285" fmla="*/ 58542 h 94479"/>
                  <a:gd name="connsiteX286" fmla="*/ 103073 w 701458"/>
                  <a:gd name="connsiteY286" fmla="*/ 69896 h 94479"/>
                  <a:gd name="connsiteX287" fmla="*/ 114688 w 701458"/>
                  <a:gd name="connsiteY287" fmla="*/ 73750 h 94479"/>
                  <a:gd name="connsiteX288" fmla="*/ 126875 w 701458"/>
                  <a:gd name="connsiteY288" fmla="*/ 69687 h 94479"/>
                  <a:gd name="connsiteX289" fmla="*/ 131354 w 701458"/>
                  <a:gd name="connsiteY289" fmla="*/ 58125 h 94479"/>
                  <a:gd name="connsiteX290" fmla="*/ 129896 w 701458"/>
                  <a:gd name="connsiteY290" fmla="*/ 51510 h 94479"/>
                  <a:gd name="connsiteX291" fmla="*/ 126042 w 701458"/>
                  <a:gd name="connsiteY291" fmla="*/ 46980 h 94479"/>
                  <a:gd name="connsiteX292" fmla="*/ 120469 w 701458"/>
                  <a:gd name="connsiteY292" fmla="*/ 44375 h 94479"/>
                  <a:gd name="connsiteX293" fmla="*/ 114167 w 701458"/>
                  <a:gd name="connsiteY293" fmla="*/ 43333 h 94479"/>
                  <a:gd name="connsiteX294" fmla="*/ 110000 w 701458"/>
                  <a:gd name="connsiteY294" fmla="*/ 43333 h 94479"/>
                  <a:gd name="connsiteX295" fmla="*/ 108542 w 701458"/>
                  <a:gd name="connsiteY295" fmla="*/ 43074 h 94479"/>
                  <a:gd name="connsiteX296" fmla="*/ 108333 w 701458"/>
                  <a:gd name="connsiteY296" fmla="*/ 41667 h 94479"/>
                  <a:gd name="connsiteX297" fmla="*/ 108333 w 701458"/>
                  <a:gd name="connsiteY297" fmla="*/ 37812 h 94479"/>
                  <a:gd name="connsiteX298" fmla="*/ 108542 w 701458"/>
                  <a:gd name="connsiteY298" fmla="*/ 36146 h 94479"/>
                  <a:gd name="connsiteX299" fmla="*/ 110000 w 701458"/>
                  <a:gd name="connsiteY299" fmla="*/ 35729 h 94479"/>
                  <a:gd name="connsiteX300" fmla="*/ 113438 w 701458"/>
                  <a:gd name="connsiteY300" fmla="*/ 35729 h 94479"/>
                  <a:gd name="connsiteX301" fmla="*/ 119531 w 701458"/>
                  <a:gd name="connsiteY301" fmla="*/ 34948 h 94479"/>
                  <a:gd name="connsiteX302" fmla="*/ 124687 w 701458"/>
                  <a:gd name="connsiteY302" fmla="*/ 32500 h 94479"/>
                  <a:gd name="connsiteX303" fmla="*/ 128333 w 701458"/>
                  <a:gd name="connsiteY303" fmla="*/ 28385 h 94479"/>
                  <a:gd name="connsiteX304" fmla="*/ 129687 w 701458"/>
                  <a:gd name="connsiteY304" fmla="*/ 22188 h 94479"/>
                  <a:gd name="connsiteX305" fmla="*/ 125365 w 701458"/>
                  <a:gd name="connsiteY305" fmla="*/ 12084 h 94479"/>
                  <a:gd name="connsiteX306" fmla="*/ 114479 w 701458"/>
                  <a:gd name="connsiteY306" fmla="*/ 8542 h 94479"/>
                  <a:gd name="connsiteX307" fmla="*/ 103802 w 701458"/>
                  <a:gd name="connsiteY307" fmla="*/ 12084 h 94479"/>
                  <a:gd name="connsiteX308" fmla="*/ 99271 w 701458"/>
                  <a:gd name="connsiteY308" fmla="*/ 22292 h 94479"/>
                  <a:gd name="connsiteX309" fmla="*/ 90938 w 701458"/>
                  <a:gd name="connsiteY309" fmla="*/ 22292 h 94479"/>
                  <a:gd name="connsiteX310" fmla="*/ 97604 w 701458"/>
                  <a:gd name="connsiteY310" fmla="*/ 6979 h 94479"/>
                  <a:gd name="connsiteX311" fmla="*/ 114792 w 701458"/>
                  <a:gd name="connsiteY311" fmla="*/ 1354 h 94479"/>
                  <a:gd name="connsiteX312" fmla="*/ 25000 w 701458"/>
                  <a:gd name="connsiteY312" fmla="*/ 1354 h 94479"/>
                  <a:gd name="connsiteX313" fmla="*/ 42344 w 701458"/>
                  <a:gd name="connsiteY313" fmla="*/ 6771 h 94479"/>
                  <a:gd name="connsiteX314" fmla="*/ 49063 w 701458"/>
                  <a:gd name="connsiteY314" fmla="*/ 21979 h 94479"/>
                  <a:gd name="connsiteX315" fmla="*/ 48073 w 701458"/>
                  <a:gd name="connsiteY315" fmla="*/ 27604 h 94479"/>
                  <a:gd name="connsiteX316" fmla="*/ 45313 w 701458"/>
                  <a:gd name="connsiteY316" fmla="*/ 32917 h 94479"/>
                  <a:gd name="connsiteX317" fmla="*/ 40938 w 701458"/>
                  <a:gd name="connsiteY317" fmla="*/ 37344 h 94479"/>
                  <a:gd name="connsiteX318" fmla="*/ 35417 w 701458"/>
                  <a:gd name="connsiteY318" fmla="*/ 40104 h 94479"/>
                  <a:gd name="connsiteX319" fmla="*/ 46146 w 701458"/>
                  <a:gd name="connsiteY319" fmla="*/ 46927 h 94479"/>
                  <a:gd name="connsiteX320" fmla="*/ 50000 w 701458"/>
                  <a:gd name="connsiteY320" fmla="*/ 58542 h 94479"/>
                  <a:gd name="connsiteX321" fmla="*/ 42969 w 701458"/>
                  <a:gd name="connsiteY321" fmla="*/ 75053 h 94479"/>
                  <a:gd name="connsiteX322" fmla="*/ 24896 w 701458"/>
                  <a:gd name="connsiteY322" fmla="*/ 80833 h 94479"/>
                  <a:gd name="connsiteX323" fmla="*/ 6823 w 701458"/>
                  <a:gd name="connsiteY323" fmla="*/ 75053 h 94479"/>
                  <a:gd name="connsiteX324" fmla="*/ 0 w 701458"/>
                  <a:gd name="connsiteY324" fmla="*/ 58542 h 94479"/>
                  <a:gd name="connsiteX325" fmla="*/ 3750 w 701458"/>
                  <a:gd name="connsiteY325" fmla="*/ 47448 h 94479"/>
                  <a:gd name="connsiteX326" fmla="*/ 14687 w 701458"/>
                  <a:gd name="connsiteY326" fmla="*/ 39688 h 94479"/>
                  <a:gd name="connsiteX327" fmla="*/ 4531 w 701458"/>
                  <a:gd name="connsiteY327" fmla="*/ 33333 h 94479"/>
                  <a:gd name="connsiteX328" fmla="*/ 937 w 701458"/>
                  <a:gd name="connsiteY328" fmla="*/ 21979 h 94479"/>
                  <a:gd name="connsiteX329" fmla="*/ 7604 w 701458"/>
                  <a:gd name="connsiteY329" fmla="*/ 6771 h 94479"/>
                  <a:gd name="connsiteX330" fmla="*/ 25000 w 701458"/>
                  <a:gd name="connsiteY330" fmla="*/ 1354 h 94479"/>
                  <a:gd name="connsiteX331" fmla="*/ 676042 w 701458"/>
                  <a:gd name="connsiteY331" fmla="*/ 0 h 94479"/>
                  <a:gd name="connsiteX332" fmla="*/ 688802 w 701458"/>
                  <a:gd name="connsiteY332" fmla="*/ 3646 h 94479"/>
                  <a:gd name="connsiteX333" fmla="*/ 696563 w 701458"/>
                  <a:gd name="connsiteY333" fmla="*/ 13021 h 94479"/>
                  <a:gd name="connsiteX334" fmla="*/ 700417 w 701458"/>
                  <a:gd name="connsiteY334" fmla="*/ 26146 h 94479"/>
                  <a:gd name="connsiteX335" fmla="*/ 701459 w 701458"/>
                  <a:gd name="connsiteY335" fmla="*/ 40729 h 94479"/>
                  <a:gd name="connsiteX336" fmla="*/ 700417 w 701458"/>
                  <a:gd name="connsiteY336" fmla="*/ 55313 h 94479"/>
                  <a:gd name="connsiteX337" fmla="*/ 696563 w 701458"/>
                  <a:gd name="connsiteY337" fmla="*/ 68334 h 94479"/>
                  <a:gd name="connsiteX338" fmla="*/ 688802 w 701458"/>
                  <a:gd name="connsiteY338" fmla="*/ 77604 h 94479"/>
                  <a:gd name="connsiteX339" fmla="*/ 676042 w 701458"/>
                  <a:gd name="connsiteY339" fmla="*/ 81146 h 94479"/>
                  <a:gd name="connsiteX340" fmla="*/ 663490 w 701458"/>
                  <a:gd name="connsiteY340" fmla="*/ 77604 h 94479"/>
                  <a:gd name="connsiteX341" fmla="*/ 656042 w 701458"/>
                  <a:gd name="connsiteY341" fmla="*/ 68334 h 94479"/>
                  <a:gd name="connsiteX342" fmla="*/ 652396 w 701458"/>
                  <a:gd name="connsiteY342" fmla="*/ 55313 h 94479"/>
                  <a:gd name="connsiteX343" fmla="*/ 651459 w 701458"/>
                  <a:gd name="connsiteY343" fmla="*/ 40729 h 94479"/>
                  <a:gd name="connsiteX344" fmla="*/ 652396 w 701458"/>
                  <a:gd name="connsiteY344" fmla="*/ 26146 h 94479"/>
                  <a:gd name="connsiteX345" fmla="*/ 656042 w 701458"/>
                  <a:gd name="connsiteY345" fmla="*/ 13021 h 94479"/>
                  <a:gd name="connsiteX346" fmla="*/ 663490 w 701458"/>
                  <a:gd name="connsiteY346" fmla="*/ 3646 h 94479"/>
                  <a:gd name="connsiteX347" fmla="*/ 676042 w 701458"/>
                  <a:gd name="connsiteY347" fmla="*/ 0 h 94479"/>
                  <a:gd name="connsiteX348" fmla="*/ 610938 w 701458"/>
                  <a:gd name="connsiteY348" fmla="*/ 0 h 94479"/>
                  <a:gd name="connsiteX349" fmla="*/ 623698 w 701458"/>
                  <a:gd name="connsiteY349" fmla="*/ 3646 h 94479"/>
                  <a:gd name="connsiteX350" fmla="*/ 631459 w 701458"/>
                  <a:gd name="connsiteY350" fmla="*/ 13021 h 94479"/>
                  <a:gd name="connsiteX351" fmla="*/ 635313 w 701458"/>
                  <a:gd name="connsiteY351" fmla="*/ 26146 h 94479"/>
                  <a:gd name="connsiteX352" fmla="*/ 636355 w 701458"/>
                  <a:gd name="connsiteY352" fmla="*/ 40729 h 94479"/>
                  <a:gd name="connsiteX353" fmla="*/ 635313 w 701458"/>
                  <a:gd name="connsiteY353" fmla="*/ 55313 h 94479"/>
                  <a:gd name="connsiteX354" fmla="*/ 631459 w 701458"/>
                  <a:gd name="connsiteY354" fmla="*/ 68334 h 94479"/>
                  <a:gd name="connsiteX355" fmla="*/ 623698 w 701458"/>
                  <a:gd name="connsiteY355" fmla="*/ 77604 h 94479"/>
                  <a:gd name="connsiteX356" fmla="*/ 610938 w 701458"/>
                  <a:gd name="connsiteY356" fmla="*/ 81146 h 94479"/>
                  <a:gd name="connsiteX357" fmla="*/ 598386 w 701458"/>
                  <a:gd name="connsiteY357" fmla="*/ 77604 h 94479"/>
                  <a:gd name="connsiteX358" fmla="*/ 590938 w 701458"/>
                  <a:gd name="connsiteY358" fmla="*/ 68334 h 94479"/>
                  <a:gd name="connsiteX359" fmla="*/ 587292 w 701458"/>
                  <a:gd name="connsiteY359" fmla="*/ 55313 h 94479"/>
                  <a:gd name="connsiteX360" fmla="*/ 586355 w 701458"/>
                  <a:gd name="connsiteY360" fmla="*/ 40729 h 94479"/>
                  <a:gd name="connsiteX361" fmla="*/ 587292 w 701458"/>
                  <a:gd name="connsiteY361" fmla="*/ 26146 h 94479"/>
                  <a:gd name="connsiteX362" fmla="*/ 590938 w 701458"/>
                  <a:gd name="connsiteY362" fmla="*/ 13021 h 94479"/>
                  <a:gd name="connsiteX363" fmla="*/ 598386 w 701458"/>
                  <a:gd name="connsiteY363" fmla="*/ 3646 h 94479"/>
                  <a:gd name="connsiteX364" fmla="*/ 610938 w 701458"/>
                  <a:gd name="connsiteY364" fmla="*/ 0 h 94479"/>
                  <a:gd name="connsiteX365" fmla="*/ 246354 w 701458"/>
                  <a:gd name="connsiteY365" fmla="*/ 0 h 94479"/>
                  <a:gd name="connsiteX366" fmla="*/ 259115 w 701458"/>
                  <a:gd name="connsiteY366" fmla="*/ 3646 h 94479"/>
                  <a:gd name="connsiteX367" fmla="*/ 266875 w 701458"/>
                  <a:gd name="connsiteY367" fmla="*/ 13021 h 94479"/>
                  <a:gd name="connsiteX368" fmla="*/ 270729 w 701458"/>
                  <a:gd name="connsiteY368" fmla="*/ 26146 h 94479"/>
                  <a:gd name="connsiteX369" fmla="*/ 271771 w 701458"/>
                  <a:gd name="connsiteY369" fmla="*/ 40729 h 94479"/>
                  <a:gd name="connsiteX370" fmla="*/ 270729 w 701458"/>
                  <a:gd name="connsiteY370" fmla="*/ 55313 h 94479"/>
                  <a:gd name="connsiteX371" fmla="*/ 266875 w 701458"/>
                  <a:gd name="connsiteY371" fmla="*/ 68334 h 94479"/>
                  <a:gd name="connsiteX372" fmla="*/ 259115 w 701458"/>
                  <a:gd name="connsiteY372" fmla="*/ 77604 h 94479"/>
                  <a:gd name="connsiteX373" fmla="*/ 246354 w 701458"/>
                  <a:gd name="connsiteY373" fmla="*/ 81146 h 94479"/>
                  <a:gd name="connsiteX374" fmla="*/ 233802 w 701458"/>
                  <a:gd name="connsiteY374" fmla="*/ 77604 h 94479"/>
                  <a:gd name="connsiteX375" fmla="*/ 226354 w 701458"/>
                  <a:gd name="connsiteY375" fmla="*/ 68334 h 94479"/>
                  <a:gd name="connsiteX376" fmla="*/ 222709 w 701458"/>
                  <a:gd name="connsiteY376" fmla="*/ 55313 h 94479"/>
                  <a:gd name="connsiteX377" fmla="*/ 221771 w 701458"/>
                  <a:gd name="connsiteY377" fmla="*/ 40729 h 94479"/>
                  <a:gd name="connsiteX378" fmla="*/ 222709 w 701458"/>
                  <a:gd name="connsiteY378" fmla="*/ 26146 h 94479"/>
                  <a:gd name="connsiteX379" fmla="*/ 226354 w 701458"/>
                  <a:gd name="connsiteY379" fmla="*/ 13021 h 94479"/>
                  <a:gd name="connsiteX380" fmla="*/ 233802 w 701458"/>
                  <a:gd name="connsiteY380" fmla="*/ 3646 h 94479"/>
                  <a:gd name="connsiteX381" fmla="*/ 246354 w 701458"/>
                  <a:gd name="connsiteY381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</a:cxnLst>
                <a:rect l="l" t="t" r="r" b="b"/>
                <a:pathLst>
                  <a:path w="701458" h="94479">
                    <a:moveTo>
                      <a:pt x="499792" y="70833"/>
                    </a:moveTo>
                    <a:lnTo>
                      <a:pt x="510521" y="70833"/>
                    </a:lnTo>
                    <a:cubicBezTo>
                      <a:pt x="510938" y="70833"/>
                      <a:pt x="511237" y="70938"/>
                      <a:pt x="511407" y="71146"/>
                    </a:cubicBezTo>
                    <a:cubicBezTo>
                      <a:pt x="511589" y="71355"/>
                      <a:pt x="511667" y="71667"/>
                      <a:pt x="511667" y="72084"/>
                    </a:cubicBezTo>
                    <a:lnTo>
                      <a:pt x="511667" y="78750"/>
                    </a:lnTo>
                    <a:cubicBezTo>
                      <a:pt x="511667" y="83672"/>
                      <a:pt x="510625" y="87422"/>
                      <a:pt x="508542" y="90001"/>
                    </a:cubicBezTo>
                    <a:cubicBezTo>
                      <a:pt x="506459" y="92565"/>
                      <a:pt x="503933" y="94063"/>
                      <a:pt x="500938" y="94480"/>
                    </a:cubicBezTo>
                    <a:lnTo>
                      <a:pt x="500938" y="90834"/>
                    </a:lnTo>
                    <a:cubicBezTo>
                      <a:pt x="502539" y="90417"/>
                      <a:pt x="503698" y="89245"/>
                      <a:pt x="504427" y="87344"/>
                    </a:cubicBezTo>
                    <a:cubicBezTo>
                      <a:pt x="505156" y="85430"/>
                      <a:pt x="505417" y="83503"/>
                      <a:pt x="505208" y="81563"/>
                    </a:cubicBezTo>
                    <a:lnTo>
                      <a:pt x="499792" y="81563"/>
                    </a:lnTo>
                    <a:close/>
                    <a:moveTo>
                      <a:pt x="278438" y="70833"/>
                    </a:moveTo>
                    <a:lnTo>
                      <a:pt x="289167" y="70833"/>
                    </a:lnTo>
                    <a:cubicBezTo>
                      <a:pt x="289583" y="70833"/>
                      <a:pt x="289883" y="70938"/>
                      <a:pt x="290052" y="71146"/>
                    </a:cubicBezTo>
                    <a:cubicBezTo>
                      <a:pt x="290235" y="71355"/>
                      <a:pt x="290313" y="71667"/>
                      <a:pt x="290313" y="72084"/>
                    </a:cubicBezTo>
                    <a:lnTo>
                      <a:pt x="290313" y="78750"/>
                    </a:lnTo>
                    <a:cubicBezTo>
                      <a:pt x="290313" y="83672"/>
                      <a:pt x="289271" y="87422"/>
                      <a:pt x="287188" y="90001"/>
                    </a:cubicBezTo>
                    <a:cubicBezTo>
                      <a:pt x="285104" y="92565"/>
                      <a:pt x="282578" y="94063"/>
                      <a:pt x="279583" y="94480"/>
                    </a:cubicBezTo>
                    <a:lnTo>
                      <a:pt x="279583" y="90834"/>
                    </a:lnTo>
                    <a:cubicBezTo>
                      <a:pt x="281185" y="90417"/>
                      <a:pt x="282344" y="89245"/>
                      <a:pt x="283073" y="87344"/>
                    </a:cubicBezTo>
                    <a:cubicBezTo>
                      <a:pt x="283802" y="85430"/>
                      <a:pt x="284063" y="83503"/>
                      <a:pt x="283854" y="81563"/>
                    </a:cubicBezTo>
                    <a:lnTo>
                      <a:pt x="278438" y="81563"/>
                    </a:lnTo>
                    <a:close/>
                    <a:moveTo>
                      <a:pt x="70104" y="70833"/>
                    </a:moveTo>
                    <a:lnTo>
                      <a:pt x="80833" y="70833"/>
                    </a:lnTo>
                    <a:cubicBezTo>
                      <a:pt x="81250" y="70833"/>
                      <a:pt x="81550" y="70938"/>
                      <a:pt x="81719" y="71146"/>
                    </a:cubicBezTo>
                    <a:cubicBezTo>
                      <a:pt x="81901" y="71355"/>
                      <a:pt x="81979" y="71667"/>
                      <a:pt x="81979" y="72084"/>
                    </a:cubicBezTo>
                    <a:lnTo>
                      <a:pt x="81979" y="78750"/>
                    </a:lnTo>
                    <a:cubicBezTo>
                      <a:pt x="81979" y="83672"/>
                      <a:pt x="80938" y="87422"/>
                      <a:pt x="78854" y="90001"/>
                    </a:cubicBezTo>
                    <a:cubicBezTo>
                      <a:pt x="76771" y="92565"/>
                      <a:pt x="74245" y="94063"/>
                      <a:pt x="71250" y="94480"/>
                    </a:cubicBezTo>
                    <a:lnTo>
                      <a:pt x="71250" y="90834"/>
                    </a:lnTo>
                    <a:cubicBezTo>
                      <a:pt x="72852" y="90417"/>
                      <a:pt x="74010" y="89245"/>
                      <a:pt x="74739" y="87344"/>
                    </a:cubicBezTo>
                    <a:cubicBezTo>
                      <a:pt x="75469" y="85430"/>
                      <a:pt x="75729" y="83503"/>
                      <a:pt x="75521" y="81563"/>
                    </a:cubicBezTo>
                    <a:lnTo>
                      <a:pt x="70104" y="81563"/>
                    </a:lnTo>
                    <a:close/>
                    <a:moveTo>
                      <a:pt x="181250" y="43437"/>
                    </a:moveTo>
                    <a:cubicBezTo>
                      <a:pt x="179167" y="43437"/>
                      <a:pt x="177122" y="43763"/>
                      <a:pt x="175104" y="44428"/>
                    </a:cubicBezTo>
                    <a:cubicBezTo>
                      <a:pt x="173099" y="45079"/>
                      <a:pt x="171328" y="46042"/>
                      <a:pt x="169792" y="47292"/>
                    </a:cubicBezTo>
                    <a:cubicBezTo>
                      <a:pt x="168203" y="48542"/>
                      <a:pt x="166927" y="50117"/>
                      <a:pt x="165989" y="52032"/>
                    </a:cubicBezTo>
                    <a:cubicBezTo>
                      <a:pt x="165052" y="53933"/>
                      <a:pt x="164584" y="56146"/>
                      <a:pt x="164584" y="58646"/>
                    </a:cubicBezTo>
                    <a:cubicBezTo>
                      <a:pt x="164584" y="63229"/>
                      <a:pt x="166068" y="66901"/>
                      <a:pt x="169011" y="69687"/>
                    </a:cubicBezTo>
                    <a:cubicBezTo>
                      <a:pt x="171966" y="72461"/>
                      <a:pt x="176042" y="73854"/>
                      <a:pt x="181250" y="73854"/>
                    </a:cubicBezTo>
                    <a:cubicBezTo>
                      <a:pt x="186328" y="73854"/>
                      <a:pt x="190365" y="72461"/>
                      <a:pt x="193385" y="69687"/>
                    </a:cubicBezTo>
                    <a:cubicBezTo>
                      <a:pt x="196406" y="66901"/>
                      <a:pt x="197917" y="63229"/>
                      <a:pt x="197917" y="58646"/>
                    </a:cubicBezTo>
                    <a:cubicBezTo>
                      <a:pt x="197917" y="56146"/>
                      <a:pt x="197435" y="53933"/>
                      <a:pt x="196459" y="52032"/>
                    </a:cubicBezTo>
                    <a:cubicBezTo>
                      <a:pt x="195495" y="50117"/>
                      <a:pt x="194206" y="48542"/>
                      <a:pt x="192604" y="47292"/>
                    </a:cubicBezTo>
                    <a:cubicBezTo>
                      <a:pt x="191081" y="46042"/>
                      <a:pt x="189310" y="45079"/>
                      <a:pt x="187292" y="44428"/>
                    </a:cubicBezTo>
                    <a:cubicBezTo>
                      <a:pt x="185287" y="43763"/>
                      <a:pt x="183268" y="43437"/>
                      <a:pt x="181250" y="43437"/>
                    </a:cubicBezTo>
                    <a:close/>
                    <a:moveTo>
                      <a:pt x="25000" y="43437"/>
                    </a:moveTo>
                    <a:cubicBezTo>
                      <a:pt x="22917" y="43437"/>
                      <a:pt x="20872" y="43763"/>
                      <a:pt x="18854" y="44428"/>
                    </a:cubicBezTo>
                    <a:cubicBezTo>
                      <a:pt x="16849" y="45079"/>
                      <a:pt x="15078" y="46042"/>
                      <a:pt x="13542" y="47292"/>
                    </a:cubicBezTo>
                    <a:cubicBezTo>
                      <a:pt x="11953" y="48542"/>
                      <a:pt x="10677" y="50117"/>
                      <a:pt x="9739" y="52032"/>
                    </a:cubicBezTo>
                    <a:cubicBezTo>
                      <a:pt x="8802" y="53933"/>
                      <a:pt x="8334" y="56146"/>
                      <a:pt x="8334" y="58646"/>
                    </a:cubicBezTo>
                    <a:cubicBezTo>
                      <a:pt x="8334" y="63229"/>
                      <a:pt x="9818" y="66901"/>
                      <a:pt x="12761" y="69687"/>
                    </a:cubicBezTo>
                    <a:cubicBezTo>
                      <a:pt x="15716" y="72461"/>
                      <a:pt x="19792" y="73854"/>
                      <a:pt x="25000" y="73854"/>
                    </a:cubicBezTo>
                    <a:cubicBezTo>
                      <a:pt x="30078" y="73854"/>
                      <a:pt x="34115" y="72461"/>
                      <a:pt x="37135" y="69687"/>
                    </a:cubicBezTo>
                    <a:cubicBezTo>
                      <a:pt x="40156" y="66901"/>
                      <a:pt x="41667" y="63229"/>
                      <a:pt x="41667" y="58646"/>
                    </a:cubicBezTo>
                    <a:cubicBezTo>
                      <a:pt x="41667" y="56146"/>
                      <a:pt x="41185" y="53933"/>
                      <a:pt x="40209" y="52032"/>
                    </a:cubicBezTo>
                    <a:cubicBezTo>
                      <a:pt x="39245" y="50117"/>
                      <a:pt x="37956" y="48542"/>
                      <a:pt x="36354" y="47292"/>
                    </a:cubicBezTo>
                    <a:cubicBezTo>
                      <a:pt x="34831" y="46042"/>
                      <a:pt x="33060" y="45079"/>
                      <a:pt x="31042" y="44428"/>
                    </a:cubicBezTo>
                    <a:cubicBezTo>
                      <a:pt x="29037" y="43763"/>
                      <a:pt x="27018" y="43437"/>
                      <a:pt x="25000" y="43437"/>
                    </a:cubicBezTo>
                    <a:close/>
                    <a:moveTo>
                      <a:pt x="454896" y="36146"/>
                    </a:moveTo>
                    <a:cubicBezTo>
                      <a:pt x="452539" y="36146"/>
                      <a:pt x="450365" y="36641"/>
                      <a:pt x="448386" y="37657"/>
                    </a:cubicBezTo>
                    <a:cubicBezTo>
                      <a:pt x="446406" y="38659"/>
                      <a:pt x="444727" y="39961"/>
                      <a:pt x="443334" y="41563"/>
                    </a:cubicBezTo>
                    <a:cubicBezTo>
                      <a:pt x="441875" y="43229"/>
                      <a:pt x="440769" y="45130"/>
                      <a:pt x="440000" y="47292"/>
                    </a:cubicBezTo>
                    <a:cubicBezTo>
                      <a:pt x="439245" y="49440"/>
                      <a:pt x="438855" y="51693"/>
                      <a:pt x="438855" y="54063"/>
                    </a:cubicBezTo>
                    <a:cubicBezTo>
                      <a:pt x="438855" y="56901"/>
                      <a:pt x="439219" y="59544"/>
                      <a:pt x="439948" y="61979"/>
                    </a:cubicBezTo>
                    <a:cubicBezTo>
                      <a:pt x="440677" y="64402"/>
                      <a:pt x="441745" y="66485"/>
                      <a:pt x="443125" y="68229"/>
                    </a:cubicBezTo>
                    <a:cubicBezTo>
                      <a:pt x="444519" y="70026"/>
                      <a:pt x="446185" y="71433"/>
                      <a:pt x="448125" y="72448"/>
                    </a:cubicBezTo>
                    <a:cubicBezTo>
                      <a:pt x="450078" y="73450"/>
                      <a:pt x="452266" y="73958"/>
                      <a:pt x="454688" y="73958"/>
                    </a:cubicBezTo>
                    <a:cubicBezTo>
                      <a:pt x="459896" y="73958"/>
                      <a:pt x="463933" y="72136"/>
                      <a:pt x="466771" y="68490"/>
                    </a:cubicBezTo>
                    <a:cubicBezTo>
                      <a:pt x="469622" y="64844"/>
                      <a:pt x="471042" y="60339"/>
                      <a:pt x="471042" y="55000"/>
                    </a:cubicBezTo>
                    <a:cubicBezTo>
                      <a:pt x="471042" y="52501"/>
                      <a:pt x="470703" y="50104"/>
                      <a:pt x="470000" y="47812"/>
                    </a:cubicBezTo>
                    <a:cubicBezTo>
                      <a:pt x="469310" y="45521"/>
                      <a:pt x="468269" y="43542"/>
                      <a:pt x="466875" y="41875"/>
                    </a:cubicBezTo>
                    <a:cubicBezTo>
                      <a:pt x="465560" y="40131"/>
                      <a:pt x="463894" y="38750"/>
                      <a:pt x="461875" y="37708"/>
                    </a:cubicBezTo>
                    <a:cubicBezTo>
                      <a:pt x="459870" y="36667"/>
                      <a:pt x="457539" y="36146"/>
                      <a:pt x="454896" y="36146"/>
                    </a:cubicBezTo>
                    <a:close/>
                    <a:moveTo>
                      <a:pt x="337709" y="36146"/>
                    </a:moveTo>
                    <a:cubicBezTo>
                      <a:pt x="335352" y="36146"/>
                      <a:pt x="333177" y="36641"/>
                      <a:pt x="331198" y="37657"/>
                    </a:cubicBezTo>
                    <a:cubicBezTo>
                      <a:pt x="329219" y="38659"/>
                      <a:pt x="327539" y="39961"/>
                      <a:pt x="326146" y="41563"/>
                    </a:cubicBezTo>
                    <a:cubicBezTo>
                      <a:pt x="324688" y="43229"/>
                      <a:pt x="323581" y="45130"/>
                      <a:pt x="322813" y="47292"/>
                    </a:cubicBezTo>
                    <a:cubicBezTo>
                      <a:pt x="322058" y="49440"/>
                      <a:pt x="321667" y="51693"/>
                      <a:pt x="321667" y="54063"/>
                    </a:cubicBezTo>
                    <a:cubicBezTo>
                      <a:pt x="321667" y="56901"/>
                      <a:pt x="322031" y="59544"/>
                      <a:pt x="322761" y="61979"/>
                    </a:cubicBezTo>
                    <a:cubicBezTo>
                      <a:pt x="323490" y="64402"/>
                      <a:pt x="324557" y="66485"/>
                      <a:pt x="325938" y="68229"/>
                    </a:cubicBezTo>
                    <a:cubicBezTo>
                      <a:pt x="327331" y="70026"/>
                      <a:pt x="328998" y="71433"/>
                      <a:pt x="330937" y="72448"/>
                    </a:cubicBezTo>
                    <a:cubicBezTo>
                      <a:pt x="332891" y="73450"/>
                      <a:pt x="335078" y="73958"/>
                      <a:pt x="337500" y="73958"/>
                    </a:cubicBezTo>
                    <a:cubicBezTo>
                      <a:pt x="342709" y="73958"/>
                      <a:pt x="346745" y="72136"/>
                      <a:pt x="349583" y="68490"/>
                    </a:cubicBezTo>
                    <a:cubicBezTo>
                      <a:pt x="352435" y="64844"/>
                      <a:pt x="353854" y="60339"/>
                      <a:pt x="353854" y="55000"/>
                    </a:cubicBezTo>
                    <a:cubicBezTo>
                      <a:pt x="353854" y="52501"/>
                      <a:pt x="353516" y="50104"/>
                      <a:pt x="352813" y="47812"/>
                    </a:cubicBezTo>
                    <a:cubicBezTo>
                      <a:pt x="352123" y="45521"/>
                      <a:pt x="351081" y="43542"/>
                      <a:pt x="349688" y="41875"/>
                    </a:cubicBezTo>
                    <a:cubicBezTo>
                      <a:pt x="348373" y="40131"/>
                      <a:pt x="346706" y="38750"/>
                      <a:pt x="344687" y="37708"/>
                    </a:cubicBezTo>
                    <a:cubicBezTo>
                      <a:pt x="342682" y="36667"/>
                      <a:pt x="340352" y="36146"/>
                      <a:pt x="337709" y="36146"/>
                    </a:cubicBezTo>
                    <a:close/>
                    <a:moveTo>
                      <a:pt x="181250" y="8334"/>
                    </a:moveTo>
                    <a:cubicBezTo>
                      <a:pt x="176875" y="8334"/>
                      <a:pt x="173164" y="9584"/>
                      <a:pt x="170104" y="12084"/>
                    </a:cubicBezTo>
                    <a:cubicBezTo>
                      <a:pt x="167057" y="14583"/>
                      <a:pt x="165521" y="17917"/>
                      <a:pt x="165521" y="22084"/>
                    </a:cubicBezTo>
                    <a:cubicBezTo>
                      <a:pt x="165521" y="26459"/>
                      <a:pt x="167018" y="29844"/>
                      <a:pt x="170000" y="32240"/>
                    </a:cubicBezTo>
                    <a:cubicBezTo>
                      <a:pt x="172995" y="34636"/>
                      <a:pt x="176745" y="35834"/>
                      <a:pt x="181250" y="35834"/>
                    </a:cubicBezTo>
                    <a:cubicBezTo>
                      <a:pt x="185625" y="35834"/>
                      <a:pt x="189349" y="34636"/>
                      <a:pt x="192396" y="32240"/>
                    </a:cubicBezTo>
                    <a:cubicBezTo>
                      <a:pt x="195456" y="29844"/>
                      <a:pt x="196979" y="26459"/>
                      <a:pt x="196979" y="22084"/>
                    </a:cubicBezTo>
                    <a:cubicBezTo>
                      <a:pt x="196979" y="17917"/>
                      <a:pt x="195456" y="14583"/>
                      <a:pt x="192396" y="12084"/>
                    </a:cubicBezTo>
                    <a:cubicBezTo>
                      <a:pt x="189349" y="9584"/>
                      <a:pt x="185625" y="8334"/>
                      <a:pt x="181250" y="8334"/>
                    </a:cubicBezTo>
                    <a:close/>
                    <a:moveTo>
                      <a:pt x="25000" y="8334"/>
                    </a:moveTo>
                    <a:cubicBezTo>
                      <a:pt x="20625" y="8334"/>
                      <a:pt x="16914" y="9584"/>
                      <a:pt x="13854" y="12084"/>
                    </a:cubicBezTo>
                    <a:cubicBezTo>
                      <a:pt x="10807" y="14583"/>
                      <a:pt x="9271" y="17917"/>
                      <a:pt x="9271" y="22084"/>
                    </a:cubicBezTo>
                    <a:cubicBezTo>
                      <a:pt x="9271" y="26459"/>
                      <a:pt x="10768" y="29844"/>
                      <a:pt x="13750" y="32240"/>
                    </a:cubicBezTo>
                    <a:cubicBezTo>
                      <a:pt x="16745" y="34636"/>
                      <a:pt x="20495" y="35834"/>
                      <a:pt x="25000" y="35834"/>
                    </a:cubicBezTo>
                    <a:cubicBezTo>
                      <a:pt x="29375" y="35834"/>
                      <a:pt x="33099" y="34636"/>
                      <a:pt x="36146" y="32240"/>
                    </a:cubicBezTo>
                    <a:cubicBezTo>
                      <a:pt x="39206" y="29844"/>
                      <a:pt x="40729" y="26459"/>
                      <a:pt x="40729" y="22084"/>
                    </a:cubicBezTo>
                    <a:cubicBezTo>
                      <a:pt x="40729" y="17917"/>
                      <a:pt x="39206" y="14583"/>
                      <a:pt x="36146" y="12084"/>
                    </a:cubicBezTo>
                    <a:cubicBezTo>
                      <a:pt x="33099" y="9584"/>
                      <a:pt x="29375" y="8334"/>
                      <a:pt x="25000" y="8334"/>
                    </a:cubicBezTo>
                    <a:close/>
                    <a:moveTo>
                      <a:pt x="676042" y="7188"/>
                    </a:moveTo>
                    <a:cubicBezTo>
                      <a:pt x="672292" y="7188"/>
                      <a:pt x="669363" y="8399"/>
                      <a:pt x="667240" y="10834"/>
                    </a:cubicBezTo>
                    <a:cubicBezTo>
                      <a:pt x="665131" y="13255"/>
                      <a:pt x="663542" y="16172"/>
                      <a:pt x="662500" y="19584"/>
                    </a:cubicBezTo>
                    <a:cubicBezTo>
                      <a:pt x="661394" y="23047"/>
                      <a:pt x="660717" y="26719"/>
                      <a:pt x="660469" y="30573"/>
                    </a:cubicBezTo>
                    <a:cubicBezTo>
                      <a:pt x="660235" y="34428"/>
                      <a:pt x="660105" y="37812"/>
                      <a:pt x="660105" y="40729"/>
                    </a:cubicBezTo>
                    <a:cubicBezTo>
                      <a:pt x="660105" y="43646"/>
                      <a:pt x="660235" y="46992"/>
                      <a:pt x="660469" y="50782"/>
                    </a:cubicBezTo>
                    <a:cubicBezTo>
                      <a:pt x="660717" y="54557"/>
                      <a:pt x="661394" y="58190"/>
                      <a:pt x="662500" y="61667"/>
                    </a:cubicBezTo>
                    <a:cubicBezTo>
                      <a:pt x="663542" y="65065"/>
                      <a:pt x="665131" y="67943"/>
                      <a:pt x="667240" y="70313"/>
                    </a:cubicBezTo>
                    <a:cubicBezTo>
                      <a:pt x="669363" y="72669"/>
                      <a:pt x="672292" y="73854"/>
                      <a:pt x="676042" y="73854"/>
                    </a:cubicBezTo>
                    <a:cubicBezTo>
                      <a:pt x="679792" y="73854"/>
                      <a:pt x="682787" y="72669"/>
                      <a:pt x="685000" y="70313"/>
                    </a:cubicBezTo>
                    <a:cubicBezTo>
                      <a:pt x="687227" y="67943"/>
                      <a:pt x="688894" y="65065"/>
                      <a:pt x="690000" y="61667"/>
                    </a:cubicBezTo>
                    <a:cubicBezTo>
                      <a:pt x="691185" y="58190"/>
                      <a:pt x="691953" y="54557"/>
                      <a:pt x="692292" y="50782"/>
                    </a:cubicBezTo>
                    <a:cubicBezTo>
                      <a:pt x="692644" y="46992"/>
                      <a:pt x="692813" y="43646"/>
                      <a:pt x="692813" y="40729"/>
                    </a:cubicBezTo>
                    <a:cubicBezTo>
                      <a:pt x="692813" y="37812"/>
                      <a:pt x="692644" y="34428"/>
                      <a:pt x="692292" y="30573"/>
                    </a:cubicBezTo>
                    <a:cubicBezTo>
                      <a:pt x="691953" y="26719"/>
                      <a:pt x="691185" y="23047"/>
                      <a:pt x="690000" y="19584"/>
                    </a:cubicBezTo>
                    <a:cubicBezTo>
                      <a:pt x="688894" y="16172"/>
                      <a:pt x="687227" y="13255"/>
                      <a:pt x="685000" y="10834"/>
                    </a:cubicBezTo>
                    <a:cubicBezTo>
                      <a:pt x="682787" y="8399"/>
                      <a:pt x="679792" y="7188"/>
                      <a:pt x="676042" y="7188"/>
                    </a:cubicBezTo>
                    <a:close/>
                    <a:moveTo>
                      <a:pt x="610938" y="7188"/>
                    </a:moveTo>
                    <a:cubicBezTo>
                      <a:pt x="607188" y="7188"/>
                      <a:pt x="604258" y="8399"/>
                      <a:pt x="602136" y="10834"/>
                    </a:cubicBezTo>
                    <a:cubicBezTo>
                      <a:pt x="600026" y="13255"/>
                      <a:pt x="598438" y="16172"/>
                      <a:pt x="597396" y="19584"/>
                    </a:cubicBezTo>
                    <a:cubicBezTo>
                      <a:pt x="596290" y="23047"/>
                      <a:pt x="595612" y="26719"/>
                      <a:pt x="595365" y="30573"/>
                    </a:cubicBezTo>
                    <a:cubicBezTo>
                      <a:pt x="595130" y="34428"/>
                      <a:pt x="595001" y="37812"/>
                      <a:pt x="595001" y="40729"/>
                    </a:cubicBezTo>
                    <a:cubicBezTo>
                      <a:pt x="595001" y="43646"/>
                      <a:pt x="595130" y="46992"/>
                      <a:pt x="595365" y="50782"/>
                    </a:cubicBezTo>
                    <a:cubicBezTo>
                      <a:pt x="595612" y="54557"/>
                      <a:pt x="596290" y="58190"/>
                      <a:pt x="597396" y="61667"/>
                    </a:cubicBezTo>
                    <a:cubicBezTo>
                      <a:pt x="598438" y="65065"/>
                      <a:pt x="600026" y="67943"/>
                      <a:pt x="602136" y="70313"/>
                    </a:cubicBezTo>
                    <a:cubicBezTo>
                      <a:pt x="604258" y="72669"/>
                      <a:pt x="607188" y="73854"/>
                      <a:pt x="610938" y="73854"/>
                    </a:cubicBezTo>
                    <a:cubicBezTo>
                      <a:pt x="614688" y="73854"/>
                      <a:pt x="617682" y="72669"/>
                      <a:pt x="619896" y="70313"/>
                    </a:cubicBezTo>
                    <a:cubicBezTo>
                      <a:pt x="622123" y="67943"/>
                      <a:pt x="623790" y="65065"/>
                      <a:pt x="624896" y="61667"/>
                    </a:cubicBezTo>
                    <a:cubicBezTo>
                      <a:pt x="626081" y="58190"/>
                      <a:pt x="626849" y="54557"/>
                      <a:pt x="627188" y="50782"/>
                    </a:cubicBezTo>
                    <a:cubicBezTo>
                      <a:pt x="627540" y="46992"/>
                      <a:pt x="627709" y="43646"/>
                      <a:pt x="627709" y="40729"/>
                    </a:cubicBezTo>
                    <a:cubicBezTo>
                      <a:pt x="627709" y="37812"/>
                      <a:pt x="627540" y="34428"/>
                      <a:pt x="627188" y="30573"/>
                    </a:cubicBezTo>
                    <a:cubicBezTo>
                      <a:pt x="626849" y="26719"/>
                      <a:pt x="626081" y="23047"/>
                      <a:pt x="624896" y="19584"/>
                    </a:cubicBezTo>
                    <a:cubicBezTo>
                      <a:pt x="623790" y="16172"/>
                      <a:pt x="622123" y="13255"/>
                      <a:pt x="619896" y="10834"/>
                    </a:cubicBezTo>
                    <a:cubicBezTo>
                      <a:pt x="617682" y="8399"/>
                      <a:pt x="614688" y="7188"/>
                      <a:pt x="610938" y="7188"/>
                    </a:cubicBezTo>
                    <a:close/>
                    <a:moveTo>
                      <a:pt x="246354" y="7188"/>
                    </a:moveTo>
                    <a:cubicBezTo>
                      <a:pt x="242604" y="7188"/>
                      <a:pt x="239675" y="8399"/>
                      <a:pt x="237552" y="10834"/>
                    </a:cubicBezTo>
                    <a:cubicBezTo>
                      <a:pt x="235443" y="13255"/>
                      <a:pt x="233854" y="16172"/>
                      <a:pt x="232813" y="19584"/>
                    </a:cubicBezTo>
                    <a:cubicBezTo>
                      <a:pt x="231706" y="23047"/>
                      <a:pt x="231029" y="26719"/>
                      <a:pt x="230781" y="30573"/>
                    </a:cubicBezTo>
                    <a:cubicBezTo>
                      <a:pt x="230547" y="34428"/>
                      <a:pt x="230417" y="37812"/>
                      <a:pt x="230417" y="40729"/>
                    </a:cubicBezTo>
                    <a:cubicBezTo>
                      <a:pt x="230417" y="43646"/>
                      <a:pt x="230547" y="46992"/>
                      <a:pt x="230781" y="50782"/>
                    </a:cubicBezTo>
                    <a:cubicBezTo>
                      <a:pt x="231029" y="54557"/>
                      <a:pt x="231706" y="58190"/>
                      <a:pt x="232813" y="61667"/>
                    </a:cubicBezTo>
                    <a:cubicBezTo>
                      <a:pt x="233854" y="65065"/>
                      <a:pt x="235443" y="67943"/>
                      <a:pt x="237552" y="70313"/>
                    </a:cubicBezTo>
                    <a:cubicBezTo>
                      <a:pt x="239675" y="72669"/>
                      <a:pt x="242604" y="73854"/>
                      <a:pt x="246354" y="73854"/>
                    </a:cubicBezTo>
                    <a:cubicBezTo>
                      <a:pt x="250104" y="73854"/>
                      <a:pt x="253099" y="72669"/>
                      <a:pt x="255313" y="70313"/>
                    </a:cubicBezTo>
                    <a:cubicBezTo>
                      <a:pt x="257539" y="67943"/>
                      <a:pt x="259206" y="65065"/>
                      <a:pt x="260313" y="61667"/>
                    </a:cubicBezTo>
                    <a:cubicBezTo>
                      <a:pt x="261498" y="58190"/>
                      <a:pt x="262266" y="54557"/>
                      <a:pt x="262604" y="50782"/>
                    </a:cubicBezTo>
                    <a:cubicBezTo>
                      <a:pt x="262956" y="46992"/>
                      <a:pt x="263125" y="43646"/>
                      <a:pt x="263125" y="40729"/>
                    </a:cubicBezTo>
                    <a:cubicBezTo>
                      <a:pt x="263125" y="37812"/>
                      <a:pt x="262956" y="34428"/>
                      <a:pt x="262604" y="30573"/>
                    </a:cubicBezTo>
                    <a:cubicBezTo>
                      <a:pt x="262266" y="26719"/>
                      <a:pt x="261498" y="23047"/>
                      <a:pt x="260313" y="19584"/>
                    </a:cubicBezTo>
                    <a:cubicBezTo>
                      <a:pt x="259206" y="16172"/>
                      <a:pt x="257539" y="13255"/>
                      <a:pt x="255313" y="10834"/>
                    </a:cubicBezTo>
                    <a:cubicBezTo>
                      <a:pt x="253099" y="8399"/>
                      <a:pt x="250104" y="7188"/>
                      <a:pt x="246354" y="7188"/>
                    </a:cubicBezTo>
                    <a:close/>
                    <a:moveTo>
                      <a:pt x="365209" y="3125"/>
                    </a:moveTo>
                    <a:lnTo>
                      <a:pt x="410209" y="3125"/>
                    </a:lnTo>
                    <a:cubicBezTo>
                      <a:pt x="410912" y="3125"/>
                      <a:pt x="411407" y="3281"/>
                      <a:pt x="411719" y="3594"/>
                    </a:cubicBezTo>
                    <a:cubicBezTo>
                      <a:pt x="412032" y="3906"/>
                      <a:pt x="412188" y="4401"/>
                      <a:pt x="412188" y="5105"/>
                    </a:cubicBezTo>
                    <a:lnTo>
                      <a:pt x="412188" y="9063"/>
                    </a:lnTo>
                    <a:cubicBezTo>
                      <a:pt x="412188" y="9610"/>
                      <a:pt x="412110" y="10130"/>
                      <a:pt x="411927" y="10626"/>
                    </a:cubicBezTo>
                    <a:cubicBezTo>
                      <a:pt x="411758" y="11107"/>
                      <a:pt x="411563" y="11563"/>
                      <a:pt x="411355" y="11980"/>
                    </a:cubicBezTo>
                    <a:lnTo>
                      <a:pt x="384167" y="79167"/>
                    </a:lnTo>
                    <a:lnTo>
                      <a:pt x="374896" y="79167"/>
                    </a:lnTo>
                    <a:lnTo>
                      <a:pt x="403438" y="10312"/>
                    </a:lnTo>
                    <a:lnTo>
                      <a:pt x="365209" y="10312"/>
                    </a:lnTo>
                    <a:close/>
                    <a:moveTo>
                      <a:pt x="455729" y="1458"/>
                    </a:moveTo>
                    <a:cubicBezTo>
                      <a:pt x="462057" y="1458"/>
                      <a:pt x="467188" y="3242"/>
                      <a:pt x="471146" y="6824"/>
                    </a:cubicBezTo>
                    <a:cubicBezTo>
                      <a:pt x="475105" y="10391"/>
                      <a:pt x="477435" y="15209"/>
                      <a:pt x="478125" y="21250"/>
                    </a:cubicBezTo>
                    <a:lnTo>
                      <a:pt x="469896" y="21250"/>
                    </a:lnTo>
                    <a:cubicBezTo>
                      <a:pt x="469688" y="17357"/>
                      <a:pt x="468229" y="14245"/>
                      <a:pt x="465521" y="11927"/>
                    </a:cubicBezTo>
                    <a:cubicBezTo>
                      <a:pt x="462813" y="9596"/>
                      <a:pt x="459583" y="8438"/>
                      <a:pt x="455834" y="8438"/>
                    </a:cubicBezTo>
                    <a:cubicBezTo>
                      <a:pt x="452162" y="8438"/>
                      <a:pt x="449102" y="9584"/>
                      <a:pt x="446667" y="11876"/>
                    </a:cubicBezTo>
                    <a:cubicBezTo>
                      <a:pt x="444245" y="14167"/>
                      <a:pt x="442292" y="17045"/>
                      <a:pt x="440833" y="20521"/>
                    </a:cubicBezTo>
                    <a:cubicBezTo>
                      <a:pt x="439375" y="23920"/>
                      <a:pt x="438359" y="27630"/>
                      <a:pt x="437761" y="31667"/>
                    </a:cubicBezTo>
                    <a:cubicBezTo>
                      <a:pt x="437175" y="35690"/>
                      <a:pt x="436875" y="39440"/>
                      <a:pt x="436875" y="42917"/>
                    </a:cubicBezTo>
                    <a:cubicBezTo>
                      <a:pt x="438412" y="38464"/>
                      <a:pt x="440977" y="35156"/>
                      <a:pt x="444584" y="32969"/>
                    </a:cubicBezTo>
                    <a:cubicBezTo>
                      <a:pt x="448203" y="30781"/>
                      <a:pt x="452331" y="29688"/>
                      <a:pt x="456980" y="29688"/>
                    </a:cubicBezTo>
                    <a:cubicBezTo>
                      <a:pt x="463854" y="29688"/>
                      <a:pt x="469297" y="32005"/>
                      <a:pt x="473281" y="36667"/>
                    </a:cubicBezTo>
                    <a:cubicBezTo>
                      <a:pt x="477279" y="41316"/>
                      <a:pt x="479271" y="47500"/>
                      <a:pt x="479271" y="55208"/>
                    </a:cubicBezTo>
                    <a:cubicBezTo>
                      <a:pt x="479271" y="58816"/>
                      <a:pt x="478737" y="62188"/>
                      <a:pt x="477656" y="65312"/>
                    </a:cubicBezTo>
                    <a:cubicBezTo>
                      <a:pt x="476589" y="68438"/>
                      <a:pt x="475000" y="71172"/>
                      <a:pt x="472917" y="73542"/>
                    </a:cubicBezTo>
                    <a:cubicBezTo>
                      <a:pt x="470912" y="75834"/>
                      <a:pt x="468438" y="77631"/>
                      <a:pt x="465521" y="78959"/>
                    </a:cubicBezTo>
                    <a:cubicBezTo>
                      <a:pt x="462604" y="80274"/>
                      <a:pt x="459310" y="80938"/>
                      <a:pt x="455625" y="80938"/>
                    </a:cubicBezTo>
                    <a:cubicBezTo>
                      <a:pt x="449870" y="80938"/>
                      <a:pt x="444987" y="79428"/>
                      <a:pt x="440990" y="76407"/>
                    </a:cubicBezTo>
                    <a:cubicBezTo>
                      <a:pt x="437006" y="73386"/>
                      <a:pt x="434206" y="69544"/>
                      <a:pt x="432604" y="64896"/>
                    </a:cubicBezTo>
                    <a:cubicBezTo>
                      <a:pt x="431563" y="62044"/>
                      <a:pt x="430821" y="58971"/>
                      <a:pt x="430365" y="55677"/>
                    </a:cubicBezTo>
                    <a:cubicBezTo>
                      <a:pt x="429922" y="52370"/>
                      <a:pt x="429688" y="48334"/>
                      <a:pt x="429688" y="43542"/>
                    </a:cubicBezTo>
                    <a:cubicBezTo>
                      <a:pt x="429688" y="36589"/>
                      <a:pt x="430339" y="30495"/>
                      <a:pt x="431615" y="25260"/>
                    </a:cubicBezTo>
                    <a:cubicBezTo>
                      <a:pt x="432904" y="20014"/>
                      <a:pt x="434727" y="15625"/>
                      <a:pt x="437083" y="12084"/>
                    </a:cubicBezTo>
                    <a:cubicBezTo>
                      <a:pt x="439375" y="8607"/>
                      <a:pt x="442122" y="5964"/>
                      <a:pt x="445313" y="4167"/>
                    </a:cubicBezTo>
                    <a:cubicBezTo>
                      <a:pt x="448516" y="2357"/>
                      <a:pt x="451979" y="1458"/>
                      <a:pt x="455729" y="1458"/>
                    </a:cubicBezTo>
                    <a:close/>
                    <a:moveTo>
                      <a:pt x="338542" y="1458"/>
                    </a:moveTo>
                    <a:cubicBezTo>
                      <a:pt x="344870" y="1458"/>
                      <a:pt x="350000" y="3242"/>
                      <a:pt x="353958" y="6824"/>
                    </a:cubicBezTo>
                    <a:cubicBezTo>
                      <a:pt x="357917" y="10391"/>
                      <a:pt x="360247" y="15209"/>
                      <a:pt x="360938" y="21250"/>
                    </a:cubicBezTo>
                    <a:lnTo>
                      <a:pt x="352709" y="21250"/>
                    </a:lnTo>
                    <a:cubicBezTo>
                      <a:pt x="352500" y="17357"/>
                      <a:pt x="351042" y="14245"/>
                      <a:pt x="348334" y="11927"/>
                    </a:cubicBezTo>
                    <a:cubicBezTo>
                      <a:pt x="345625" y="9596"/>
                      <a:pt x="342396" y="8438"/>
                      <a:pt x="338646" y="8438"/>
                    </a:cubicBezTo>
                    <a:cubicBezTo>
                      <a:pt x="334974" y="8438"/>
                      <a:pt x="331914" y="9584"/>
                      <a:pt x="329479" y="11876"/>
                    </a:cubicBezTo>
                    <a:cubicBezTo>
                      <a:pt x="327058" y="14167"/>
                      <a:pt x="325104" y="17045"/>
                      <a:pt x="323646" y="20521"/>
                    </a:cubicBezTo>
                    <a:cubicBezTo>
                      <a:pt x="322188" y="23920"/>
                      <a:pt x="321172" y="27630"/>
                      <a:pt x="320573" y="31667"/>
                    </a:cubicBezTo>
                    <a:cubicBezTo>
                      <a:pt x="319987" y="35690"/>
                      <a:pt x="319688" y="39440"/>
                      <a:pt x="319688" y="42917"/>
                    </a:cubicBezTo>
                    <a:cubicBezTo>
                      <a:pt x="321224" y="38464"/>
                      <a:pt x="323789" y="35156"/>
                      <a:pt x="327396" y="32969"/>
                    </a:cubicBezTo>
                    <a:cubicBezTo>
                      <a:pt x="331016" y="30781"/>
                      <a:pt x="335144" y="29688"/>
                      <a:pt x="339792" y="29688"/>
                    </a:cubicBezTo>
                    <a:cubicBezTo>
                      <a:pt x="346667" y="29688"/>
                      <a:pt x="352109" y="32005"/>
                      <a:pt x="356094" y="36667"/>
                    </a:cubicBezTo>
                    <a:cubicBezTo>
                      <a:pt x="360091" y="41316"/>
                      <a:pt x="362084" y="47500"/>
                      <a:pt x="362084" y="55208"/>
                    </a:cubicBezTo>
                    <a:cubicBezTo>
                      <a:pt x="362084" y="58816"/>
                      <a:pt x="361550" y="62188"/>
                      <a:pt x="360469" y="65312"/>
                    </a:cubicBezTo>
                    <a:cubicBezTo>
                      <a:pt x="359401" y="68438"/>
                      <a:pt x="357813" y="71172"/>
                      <a:pt x="355729" y="73542"/>
                    </a:cubicBezTo>
                    <a:cubicBezTo>
                      <a:pt x="353724" y="75834"/>
                      <a:pt x="351250" y="77631"/>
                      <a:pt x="348334" y="78959"/>
                    </a:cubicBezTo>
                    <a:cubicBezTo>
                      <a:pt x="345417" y="80274"/>
                      <a:pt x="342123" y="80938"/>
                      <a:pt x="338438" y="80938"/>
                    </a:cubicBezTo>
                    <a:cubicBezTo>
                      <a:pt x="332682" y="80938"/>
                      <a:pt x="327800" y="79428"/>
                      <a:pt x="323802" y="76407"/>
                    </a:cubicBezTo>
                    <a:cubicBezTo>
                      <a:pt x="319818" y="73386"/>
                      <a:pt x="317018" y="69544"/>
                      <a:pt x="315417" y="64896"/>
                    </a:cubicBezTo>
                    <a:cubicBezTo>
                      <a:pt x="314375" y="62044"/>
                      <a:pt x="313633" y="58971"/>
                      <a:pt x="313177" y="55677"/>
                    </a:cubicBezTo>
                    <a:cubicBezTo>
                      <a:pt x="312735" y="52370"/>
                      <a:pt x="312500" y="48334"/>
                      <a:pt x="312500" y="43542"/>
                    </a:cubicBezTo>
                    <a:cubicBezTo>
                      <a:pt x="312500" y="36589"/>
                      <a:pt x="313151" y="30495"/>
                      <a:pt x="314427" y="25260"/>
                    </a:cubicBezTo>
                    <a:cubicBezTo>
                      <a:pt x="315716" y="20014"/>
                      <a:pt x="317539" y="15625"/>
                      <a:pt x="319896" y="12084"/>
                    </a:cubicBezTo>
                    <a:cubicBezTo>
                      <a:pt x="322188" y="8607"/>
                      <a:pt x="324935" y="5964"/>
                      <a:pt x="328125" y="4167"/>
                    </a:cubicBezTo>
                    <a:cubicBezTo>
                      <a:pt x="331328" y="2357"/>
                      <a:pt x="334792" y="1458"/>
                      <a:pt x="338542" y="1458"/>
                    </a:cubicBezTo>
                    <a:close/>
                    <a:moveTo>
                      <a:pt x="544375" y="1354"/>
                    </a:moveTo>
                    <a:cubicBezTo>
                      <a:pt x="550769" y="1354"/>
                      <a:pt x="556120" y="3047"/>
                      <a:pt x="560417" y="6459"/>
                    </a:cubicBezTo>
                    <a:cubicBezTo>
                      <a:pt x="564727" y="9857"/>
                      <a:pt x="566875" y="14857"/>
                      <a:pt x="566875" y="21458"/>
                    </a:cubicBezTo>
                    <a:cubicBezTo>
                      <a:pt x="566875" y="25899"/>
                      <a:pt x="565508" y="30521"/>
                      <a:pt x="562761" y="35313"/>
                    </a:cubicBezTo>
                    <a:cubicBezTo>
                      <a:pt x="560026" y="40104"/>
                      <a:pt x="556745" y="44753"/>
                      <a:pt x="552917" y="49271"/>
                    </a:cubicBezTo>
                    <a:cubicBezTo>
                      <a:pt x="549102" y="53776"/>
                      <a:pt x="545144" y="58021"/>
                      <a:pt x="541042" y="61979"/>
                    </a:cubicBezTo>
                    <a:cubicBezTo>
                      <a:pt x="536954" y="65938"/>
                      <a:pt x="533542" y="69271"/>
                      <a:pt x="530834" y="71979"/>
                    </a:cubicBezTo>
                    <a:lnTo>
                      <a:pt x="568542" y="71979"/>
                    </a:lnTo>
                    <a:lnTo>
                      <a:pt x="568542" y="79167"/>
                    </a:lnTo>
                    <a:lnTo>
                      <a:pt x="522813" y="79167"/>
                    </a:lnTo>
                    <a:cubicBezTo>
                      <a:pt x="522188" y="79167"/>
                      <a:pt x="521797" y="79063"/>
                      <a:pt x="521615" y="78855"/>
                    </a:cubicBezTo>
                    <a:cubicBezTo>
                      <a:pt x="521446" y="78646"/>
                      <a:pt x="521355" y="78229"/>
                      <a:pt x="521355" y="77604"/>
                    </a:cubicBezTo>
                    <a:lnTo>
                      <a:pt x="521355" y="71355"/>
                    </a:lnTo>
                    <a:cubicBezTo>
                      <a:pt x="522540" y="70235"/>
                      <a:pt x="523985" y="68855"/>
                      <a:pt x="525678" y="67188"/>
                    </a:cubicBezTo>
                    <a:cubicBezTo>
                      <a:pt x="527383" y="65521"/>
                      <a:pt x="529245" y="63672"/>
                      <a:pt x="531250" y="61667"/>
                    </a:cubicBezTo>
                    <a:cubicBezTo>
                      <a:pt x="533204" y="59648"/>
                      <a:pt x="535209" y="57500"/>
                      <a:pt x="537292" y="55208"/>
                    </a:cubicBezTo>
                    <a:cubicBezTo>
                      <a:pt x="539375" y="52917"/>
                      <a:pt x="541433" y="50547"/>
                      <a:pt x="543438" y="48126"/>
                    </a:cubicBezTo>
                    <a:cubicBezTo>
                      <a:pt x="545456" y="45756"/>
                      <a:pt x="547370" y="43386"/>
                      <a:pt x="549167" y="40990"/>
                    </a:cubicBezTo>
                    <a:cubicBezTo>
                      <a:pt x="550977" y="38594"/>
                      <a:pt x="552539" y="36276"/>
                      <a:pt x="553855" y="34063"/>
                    </a:cubicBezTo>
                    <a:cubicBezTo>
                      <a:pt x="555248" y="31771"/>
                      <a:pt x="556341" y="29610"/>
                      <a:pt x="557136" y="27604"/>
                    </a:cubicBezTo>
                    <a:cubicBezTo>
                      <a:pt x="557943" y="25586"/>
                      <a:pt x="558334" y="23750"/>
                      <a:pt x="558334" y="22084"/>
                    </a:cubicBezTo>
                    <a:cubicBezTo>
                      <a:pt x="558334" y="17565"/>
                      <a:pt x="557018" y="14180"/>
                      <a:pt x="554375" y="11927"/>
                    </a:cubicBezTo>
                    <a:cubicBezTo>
                      <a:pt x="551745" y="9662"/>
                      <a:pt x="548334" y="8542"/>
                      <a:pt x="544167" y="8542"/>
                    </a:cubicBezTo>
                    <a:cubicBezTo>
                      <a:pt x="540144" y="8542"/>
                      <a:pt x="536862" y="9922"/>
                      <a:pt x="534323" y="12709"/>
                    </a:cubicBezTo>
                    <a:cubicBezTo>
                      <a:pt x="531797" y="15482"/>
                      <a:pt x="530521" y="19089"/>
                      <a:pt x="530521" y="23542"/>
                    </a:cubicBezTo>
                    <a:lnTo>
                      <a:pt x="521980" y="23542"/>
                    </a:lnTo>
                    <a:cubicBezTo>
                      <a:pt x="521980" y="20208"/>
                      <a:pt x="522540" y="17161"/>
                      <a:pt x="523646" y="14428"/>
                    </a:cubicBezTo>
                    <a:cubicBezTo>
                      <a:pt x="524766" y="11680"/>
                      <a:pt x="526328" y="9336"/>
                      <a:pt x="528333" y="7396"/>
                    </a:cubicBezTo>
                    <a:cubicBezTo>
                      <a:pt x="530352" y="5443"/>
                      <a:pt x="532735" y="3959"/>
                      <a:pt x="535469" y="2917"/>
                    </a:cubicBezTo>
                    <a:cubicBezTo>
                      <a:pt x="538216" y="1876"/>
                      <a:pt x="541185" y="1354"/>
                      <a:pt x="544375" y="1354"/>
                    </a:cubicBezTo>
                    <a:close/>
                    <a:moveTo>
                      <a:pt x="181250" y="1354"/>
                    </a:moveTo>
                    <a:cubicBezTo>
                      <a:pt x="188333" y="1354"/>
                      <a:pt x="194115" y="3151"/>
                      <a:pt x="198594" y="6771"/>
                    </a:cubicBezTo>
                    <a:cubicBezTo>
                      <a:pt x="203073" y="10378"/>
                      <a:pt x="205313" y="15443"/>
                      <a:pt x="205313" y="21979"/>
                    </a:cubicBezTo>
                    <a:cubicBezTo>
                      <a:pt x="205313" y="23855"/>
                      <a:pt x="204987" y="25729"/>
                      <a:pt x="204323" y="27604"/>
                    </a:cubicBezTo>
                    <a:cubicBezTo>
                      <a:pt x="203672" y="29480"/>
                      <a:pt x="202748" y="31250"/>
                      <a:pt x="201563" y="32917"/>
                    </a:cubicBezTo>
                    <a:cubicBezTo>
                      <a:pt x="200313" y="34583"/>
                      <a:pt x="198854" y="36055"/>
                      <a:pt x="197188" y="37344"/>
                    </a:cubicBezTo>
                    <a:cubicBezTo>
                      <a:pt x="195521" y="38620"/>
                      <a:pt x="193685" y="39545"/>
                      <a:pt x="191667" y="40104"/>
                    </a:cubicBezTo>
                    <a:cubicBezTo>
                      <a:pt x="196250" y="41355"/>
                      <a:pt x="199831" y="43620"/>
                      <a:pt x="202396" y="46927"/>
                    </a:cubicBezTo>
                    <a:cubicBezTo>
                      <a:pt x="204974" y="50221"/>
                      <a:pt x="206250" y="54088"/>
                      <a:pt x="206250" y="58542"/>
                    </a:cubicBezTo>
                    <a:cubicBezTo>
                      <a:pt x="206185" y="65691"/>
                      <a:pt x="203841" y="71198"/>
                      <a:pt x="199219" y="75053"/>
                    </a:cubicBezTo>
                    <a:cubicBezTo>
                      <a:pt x="194610" y="78906"/>
                      <a:pt x="188581" y="80833"/>
                      <a:pt x="181146" y="80833"/>
                    </a:cubicBezTo>
                    <a:cubicBezTo>
                      <a:pt x="173646" y="80833"/>
                      <a:pt x="167630" y="78906"/>
                      <a:pt x="163073" y="75053"/>
                    </a:cubicBezTo>
                    <a:cubicBezTo>
                      <a:pt x="158529" y="71198"/>
                      <a:pt x="156250" y="65691"/>
                      <a:pt x="156250" y="58542"/>
                    </a:cubicBezTo>
                    <a:cubicBezTo>
                      <a:pt x="156250" y="54649"/>
                      <a:pt x="157500" y="50951"/>
                      <a:pt x="160000" y="47448"/>
                    </a:cubicBezTo>
                    <a:cubicBezTo>
                      <a:pt x="162500" y="43933"/>
                      <a:pt x="166146" y="41355"/>
                      <a:pt x="170937" y="39688"/>
                    </a:cubicBezTo>
                    <a:cubicBezTo>
                      <a:pt x="166562" y="38854"/>
                      <a:pt x="163177" y="36732"/>
                      <a:pt x="160781" y="33333"/>
                    </a:cubicBezTo>
                    <a:cubicBezTo>
                      <a:pt x="158386" y="29922"/>
                      <a:pt x="157187" y="26146"/>
                      <a:pt x="157187" y="21979"/>
                    </a:cubicBezTo>
                    <a:cubicBezTo>
                      <a:pt x="157187" y="15443"/>
                      <a:pt x="159414" y="10378"/>
                      <a:pt x="163854" y="6771"/>
                    </a:cubicBezTo>
                    <a:cubicBezTo>
                      <a:pt x="168307" y="3151"/>
                      <a:pt x="174102" y="1354"/>
                      <a:pt x="181250" y="1354"/>
                    </a:cubicBezTo>
                    <a:close/>
                    <a:moveTo>
                      <a:pt x="114792" y="1354"/>
                    </a:moveTo>
                    <a:cubicBezTo>
                      <a:pt x="117852" y="1354"/>
                      <a:pt x="120781" y="1745"/>
                      <a:pt x="123594" y="2553"/>
                    </a:cubicBezTo>
                    <a:cubicBezTo>
                      <a:pt x="126406" y="3347"/>
                      <a:pt x="128893" y="4583"/>
                      <a:pt x="131042" y="6251"/>
                    </a:cubicBezTo>
                    <a:cubicBezTo>
                      <a:pt x="133125" y="7917"/>
                      <a:pt x="134818" y="10026"/>
                      <a:pt x="136094" y="12604"/>
                    </a:cubicBezTo>
                    <a:cubicBezTo>
                      <a:pt x="137383" y="15170"/>
                      <a:pt x="138021" y="18229"/>
                      <a:pt x="138021" y="21771"/>
                    </a:cubicBezTo>
                    <a:cubicBezTo>
                      <a:pt x="138021" y="26146"/>
                      <a:pt x="136602" y="30026"/>
                      <a:pt x="133750" y="33437"/>
                    </a:cubicBezTo>
                    <a:cubicBezTo>
                      <a:pt x="130911" y="36836"/>
                      <a:pt x="127188" y="38958"/>
                      <a:pt x="122604" y="39792"/>
                    </a:cubicBezTo>
                    <a:cubicBezTo>
                      <a:pt x="127682" y="40482"/>
                      <a:pt x="131797" y="42617"/>
                      <a:pt x="134948" y="46198"/>
                    </a:cubicBezTo>
                    <a:cubicBezTo>
                      <a:pt x="138112" y="49766"/>
                      <a:pt x="139688" y="54063"/>
                      <a:pt x="139688" y="59063"/>
                    </a:cubicBezTo>
                    <a:cubicBezTo>
                      <a:pt x="139688" y="62943"/>
                      <a:pt x="138985" y="66263"/>
                      <a:pt x="137552" y="69010"/>
                    </a:cubicBezTo>
                    <a:cubicBezTo>
                      <a:pt x="136133" y="71745"/>
                      <a:pt x="134245" y="74023"/>
                      <a:pt x="131875" y="75834"/>
                    </a:cubicBezTo>
                    <a:cubicBezTo>
                      <a:pt x="129518" y="77566"/>
                      <a:pt x="126810" y="78855"/>
                      <a:pt x="123750" y="79687"/>
                    </a:cubicBezTo>
                    <a:cubicBezTo>
                      <a:pt x="120703" y="80521"/>
                      <a:pt x="117578" y="80938"/>
                      <a:pt x="114375" y="80938"/>
                    </a:cubicBezTo>
                    <a:cubicBezTo>
                      <a:pt x="106875" y="80938"/>
                      <a:pt x="100964" y="78959"/>
                      <a:pt x="96615" y="75000"/>
                    </a:cubicBezTo>
                    <a:cubicBezTo>
                      <a:pt x="92279" y="71042"/>
                      <a:pt x="90039" y="65547"/>
                      <a:pt x="89896" y="58542"/>
                    </a:cubicBezTo>
                    <a:lnTo>
                      <a:pt x="98125" y="58542"/>
                    </a:lnTo>
                    <a:cubicBezTo>
                      <a:pt x="98620" y="63542"/>
                      <a:pt x="100261" y="67318"/>
                      <a:pt x="103073" y="69896"/>
                    </a:cubicBezTo>
                    <a:cubicBezTo>
                      <a:pt x="105885" y="72461"/>
                      <a:pt x="109766" y="73750"/>
                      <a:pt x="114688" y="73750"/>
                    </a:cubicBezTo>
                    <a:cubicBezTo>
                      <a:pt x="119831" y="73750"/>
                      <a:pt x="123893" y="72396"/>
                      <a:pt x="126875" y="69687"/>
                    </a:cubicBezTo>
                    <a:cubicBezTo>
                      <a:pt x="129870" y="66980"/>
                      <a:pt x="131354" y="63125"/>
                      <a:pt x="131354" y="58125"/>
                    </a:cubicBezTo>
                    <a:cubicBezTo>
                      <a:pt x="131354" y="55547"/>
                      <a:pt x="130872" y="53347"/>
                      <a:pt x="129896" y="51510"/>
                    </a:cubicBezTo>
                    <a:cubicBezTo>
                      <a:pt x="128932" y="49662"/>
                      <a:pt x="127643" y="48151"/>
                      <a:pt x="126042" y="46980"/>
                    </a:cubicBezTo>
                    <a:cubicBezTo>
                      <a:pt x="124375" y="45795"/>
                      <a:pt x="122526" y="44922"/>
                      <a:pt x="120469" y="44375"/>
                    </a:cubicBezTo>
                    <a:cubicBezTo>
                      <a:pt x="118425" y="43815"/>
                      <a:pt x="116328" y="43464"/>
                      <a:pt x="114167" y="43333"/>
                    </a:cubicBezTo>
                    <a:lnTo>
                      <a:pt x="110000" y="43333"/>
                    </a:lnTo>
                    <a:cubicBezTo>
                      <a:pt x="109167" y="43333"/>
                      <a:pt x="108685" y="43243"/>
                      <a:pt x="108542" y="43074"/>
                    </a:cubicBezTo>
                    <a:cubicBezTo>
                      <a:pt x="108411" y="42891"/>
                      <a:pt x="108333" y="42422"/>
                      <a:pt x="108333" y="41667"/>
                    </a:cubicBezTo>
                    <a:lnTo>
                      <a:pt x="108333" y="37812"/>
                    </a:lnTo>
                    <a:cubicBezTo>
                      <a:pt x="108333" y="36980"/>
                      <a:pt x="108411" y="36419"/>
                      <a:pt x="108542" y="36146"/>
                    </a:cubicBezTo>
                    <a:cubicBezTo>
                      <a:pt x="108685" y="35860"/>
                      <a:pt x="109167" y="35729"/>
                      <a:pt x="110000" y="35729"/>
                    </a:cubicBezTo>
                    <a:lnTo>
                      <a:pt x="113438" y="35729"/>
                    </a:lnTo>
                    <a:cubicBezTo>
                      <a:pt x="115521" y="35729"/>
                      <a:pt x="117552" y="35469"/>
                      <a:pt x="119531" y="34948"/>
                    </a:cubicBezTo>
                    <a:cubicBezTo>
                      <a:pt x="121510" y="34428"/>
                      <a:pt x="123229" y="33607"/>
                      <a:pt x="124687" y="32500"/>
                    </a:cubicBezTo>
                    <a:cubicBezTo>
                      <a:pt x="126224" y="31459"/>
                      <a:pt x="127435" y="30078"/>
                      <a:pt x="128333" y="28385"/>
                    </a:cubicBezTo>
                    <a:cubicBezTo>
                      <a:pt x="129245" y="26680"/>
                      <a:pt x="129687" y="24610"/>
                      <a:pt x="129687" y="22188"/>
                    </a:cubicBezTo>
                    <a:cubicBezTo>
                      <a:pt x="129687" y="17813"/>
                      <a:pt x="128255" y="14440"/>
                      <a:pt x="125365" y="12084"/>
                    </a:cubicBezTo>
                    <a:cubicBezTo>
                      <a:pt x="122487" y="9714"/>
                      <a:pt x="118854" y="8542"/>
                      <a:pt x="114479" y="8542"/>
                    </a:cubicBezTo>
                    <a:cubicBezTo>
                      <a:pt x="109974" y="8542"/>
                      <a:pt x="106406" y="9714"/>
                      <a:pt x="103802" y="12084"/>
                    </a:cubicBezTo>
                    <a:cubicBezTo>
                      <a:pt x="101198" y="14440"/>
                      <a:pt x="99688" y="17838"/>
                      <a:pt x="99271" y="22292"/>
                    </a:cubicBezTo>
                    <a:lnTo>
                      <a:pt x="90938" y="22292"/>
                    </a:lnTo>
                    <a:cubicBezTo>
                      <a:pt x="91016" y="15833"/>
                      <a:pt x="93229" y="10730"/>
                      <a:pt x="97604" y="6979"/>
                    </a:cubicBezTo>
                    <a:cubicBezTo>
                      <a:pt x="101979" y="3230"/>
                      <a:pt x="107708" y="1354"/>
                      <a:pt x="114792" y="1354"/>
                    </a:cubicBezTo>
                    <a:close/>
                    <a:moveTo>
                      <a:pt x="25000" y="1354"/>
                    </a:moveTo>
                    <a:cubicBezTo>
                      <a:pt x="32083" y="1354"/>
                      <a:pt x="37864" y="3151"/>
                      <a:pt x="42344" y="6771"/>
                    </a:cubicBezTo>
                    <a:cubicBezTo>
                      <a:pt x="46823" y="10378"/>
                      <a:pt x="49063" y="15443"/>
                      <a:pt x="49063" y="21979"/>
                    </a:cubicBezTo>
                    <a:cubicBezTo>
                      <a:pt x="49063" y="23855"/>
                      <a:pt x="48737" y="25729"/>
                      <a:pt x="48073" y="27604"/>
                    </a:cubicBezTo>
                    <a:cubicBezTo>
                      <a:pt x="47422" y="29480"/>
                      <a:pt x="46498" y="31250"/>
                      <a:pt x="45313" y="32917"/>
                    </a:cubicBezTo>
                    <a:cubicBezTo>
                      <a:pt x="44063" y="34583"/>
                      <a:pt x="42604" y="36055"/>
                      <a:pt x="40938" y="37344"/>
                    </a:cubicBezTo>
                    <a:cubicBezTo>
                      <a:pt x="39271" y="38620"/>
                      <a:pt x="37435" y="39545"/>
                      <a:pt x="35417" y="40104"/>
                    </a:cubicBezTo>
                    <a:cubicBezTo>
                      <a:pt x="40000" y="41355"/>
                      <a:pt x="43581" y="43620"/>
                      <a:pt x="46146" y="46927"/>
                    </a:cubicBezTo>
                    <a:cubicBezTo>
                      <a:pt x="48724" y="50221"/>
                      <a:pt x="50000" y="54088"/>
                      <a:pt x="50000" y="58542"/>
                    </a:cubicBezTo>
                    <a:cubicBezTo>
                      <a:pt x="49935" y="65691"/>
                      <a:pt x="47591" y="71198"/>
                      <a:pt x="42969" y="75053"/>
                    </a:cubicBezTo>
                    <a:cubicBezTo>
                      <a:pt x="38360" y="78906"/>
                      <a:pt x="32331" y="80833"/>
                      <a:pt x="24896" y="80833"/>
                    </a:cubicBezTo>
                    <a:cubicBezTo>
                      <a:pt x="17396" y="80833"/>
                      <a:pt x="11380" y="78906"/>
                      <a:pt x="6823" y="75053"/>
                    </a:cubicBezTo>
                    <a:cubicBezTo>
                      <a:pt x="2278" y="71198"/>
                      <a:pt x="0" y="65691"/>
                      <a:pt x="0" y="58542"/>
                    </a:cubicBezTo>
                    <a:cubicBezTo>
                      <a:pt x="0" y="54649"/>
                      <a:pt x="1250" y="50951"/>
                      <a:pt x="3750" y="47448"/>
                    </a:cubicBezTo>
                    <a:cubicBezTo>
                      <a:pt x="6250" y="43933"/>
                      <a:pt x="9896" y="41355"/>
                      <a:pt x="14687" y="39688"/>
                    </a:cubicBezTo>
                    <a:cubicBezTo>
                      <a:pt x="10312" y="38854"/>
                      <a:pt x="6927" y="36732"/>
                      <a:pt x="4531" y="33333"/>
                    </a:cubicBezTo>
                    <a:cubicBezTo>
                      <a:pt x="2135" y="29922"/>
                      <a:pt x="937" y="26146"/>
                      <a:pt x="937" y="21979"/>
                    </a:cubicBezTo>
                    <a:cubicBezTo>
                      <a:pt x="937" y="15443"/>
                      <a:pt x="3164" y="10378"/>
                      <a:pt x="7604" y="6771"/>
                    </a:cubicBezTo>
                    <a:cubicBezTo>
                      <a:pt x="12057" y="3151"/>
                      <a:pt x="17852" y="1354"/>
                      <a:pt x="25000" y="1354"/>
                    </a:cubicBezTo>
                    <a:close/>
                    <a:moveTo>
                      <a:pt x="676042" y="0"/>
                    </a:moveTo>
                    <a:cubicBezTo>
                      <a:pt x="681250" y="0"/>
                      <a:pt x="685508" y="1211"/>
                      <a:pt x="688802" y="3646"/>
                    </a:cubicBezTo>
                    <a:cubicBezTo>
                      <a:pt x="692110" y="6068"/>
                      <a:pt x="694688" y="9193"/>
                      <a:pt x="696563" y="13021"/>
                    </a:cubicBezTo>
                    <a:cubicBezTo>
                      <a:pt x="698438" y="16902"/>
                      <a:pt x="699727" y="21276"/>
                      <a:pt x="700417" y="26146"/>
                    </a:cubicBezTo>
                    <a:cubicBezTo>
                      <a:pt x="701120" y="31003"/>
                      <a:pt x="701459" y="35860"/>
                      <a:pt x="701459" y="40729"/>
                    </a:cubicBezTo>
                    <a:cubicBezTo>
                      <a:pt x="701459" y="45652"/>
                      <a:pt x="701120" y="50521"/>
                      <a:pt x="700417" y="55313"/>
                    </a:cubicBezTo>
                    <a:cubicBezTo>
                      <a:pt x="699727" y="60105"/>
                      <a:pt x="698438" y="64441"/>
                      <a:pt x="696563" y="68334"/>
                    </a:cubicBezTo>
                    <a:cubicBezTo>
                      <a:pt x="694688" y="72149"/>
                      <a:pt x="692110" y="75235"/>
                      <a:pt x="688802" y="77604"/>
                    </a:cubicBezTo>
                    <a:cubicBezTo>
                      <a:pt x="685508" y="79961"/>
                      <a:pt x="681250" y="81146"/>
                      <a:pt x="676042" y="81146"/>
                    </a:cubicBezTo>
                    <a:cubicBezTo>
                      <a:pt x="670912" y="81146"/>
                      <a:pt x="666719" y="79961"/>
                      <a:pt x="663490" y="77604"/>
                    </a:cubicBezTo>
                    <a:cubicBezTo>
                      <a:pt x="660261" y="75235"/>
                      <a:pt x="657787" y="72149"/>
                      <a:pt x="656042" y="68334"/>
                    </a:cubicBezTo>
                    <a:cubicBezTo>
                      <a:pt x="654245" y="64441"/>
                      <a:pt x="653021" y="60105"/>
                      <a:pt x="652396" y="55313"/>
                    </a:cubicBezTo>
                    <a:cubicBezTo>
                      <a:pt x="651771" y="50521"/>
                      <a:pt x="651459" y="45652"/>
                      <a:pt x="651459" y="40729"/>
                    </a:cubicBezTo>
                    <a:cubicBezTo>
                      <a:pt x="651459" y="35860"/>
                      <a:pt x="651771" y="31003"/>
                      <a:pt x="652396" y="26146"/>
                    </a:cubicBezTo>
                    <a:cubicBezTo>
                      <a:pt x="653021" y="21276"/>
                      <a:pt x="654245" y="16902"/>
                      <a:pt x="656042" y="13021"/>
                    </a:cubicBezTo>
                    <a:cubicBezTo>
                      <a:pt x="657787" y="9193"/>
                      <a:pt x="660261" y="6068"/>
                      <a:pt x="663490" y="3646"/>
                    </a:cubicBezTo>
                    <a:cubicBezTo>
                      <a:pt x="666719" y="1211"/>
                      <a:pt x="670912" y="0"/>
                      <a:pt x="676042" y="0"/>
                    </a:cubicBezTo>
                    <a:close/>
                    <a:moveTo>
                      <a:pt x="610938" y="0"/>
                    </a:moveTo>
                    <a:cubicBezTo>
                      <a:pt x="616146" y="0"/>
                      <a:pt x="620404" y="1211"/>
                      <a:pt x="623698" y="3646"/>
                    </a:cubicBezTo>
                    <a:cubicBezTo>
                      <a:pt x="627005" y="6068"/>
                      <a:pt x="629584" y="9193"/>
                      <a:pt x="631459" y="13021"/>
                    </a:cubicBezTo>
                    <a:cubicBezTo>
                      <a:pt x="633334" y="16902"/>
                      <a:pt x="634623" y="21276"/>
                      <a:pt x="635313" y="26146"/>
                    </a:cubicBezTo>
                    <a:cubicBezTo>
                      <a:pt x="636016" y="31003"/>
                      <a:pt x="636355" y="35860"/>
                      <a:pt x="636355" y="40729"/>
                    </a:cubicBezTo>
                    <a:cubicBezTo>
                      <a:pt x="636355" y="45652"/>
                      <a:pt x="636016" y="50521"/>
                      <a:pt x="635313" y="55313"/>
                    </a:cubicBezTo>
                    <a:cubicBezTo>
                      <a:pt x="634623" y="60105"/>
                      <a:pt x="633334" y="64441"/>
                      <a:pt x="631459" y="68334"/>
                    </a:cubicBezTo>
                    <a:cubicBezTo>
                      <a:pt x="629584" y="72149"/>
                      <a:pt x="627005" y="75235"/>
                      <a:pt x="623698" y="77604"/>
                    </a:cubicBezTo>
                    <a:cubicBezTo>
                      <a:pt x="620404" y="79961"/>
                      <a:pt x="616146" y="81146"/>
                      <a:pt x="610938" y="81146"/>
                    </a:cubicBezTo>
                    <a:cubicBezTo>
                      <a:pt x="605808" y="81146"/>
                      <a:pt x="601615" y="79961"/>
                      <a:pt x="598386" y="77604"/>
                    </a:cubicBezTo>
                    <a:cubicBezTo>
                      <a:pt x="595157" y="75235"/>
                      <a:pt x="592683" y="72149"/>
                      <a:pt x="590938" y="68334"/>
                    </a:cubicBezTo>
                    <a:cubicBezTo>
                      <a:pt x="589141" y="64441"/>
                      <a:pt x="587917" y="60105"/>
                      <a:pt x="587292" y="55313"/>
                    </a:cubicBezTo>
                    <a:cubicBezTo>
                      <a:pt x="586667" y="50521"/>
                      <a:pt x="586355" y="45652"/>
                      <a:pt x="586355" y="40729"/>
                    </a:cubicBezTo>
                    <a:cubicBezTo>
                      <a:pt x="586355" y="35860"/>
                      <a:pt x="586667" y="31003"/>
                      <a:pt x="587292" y="26146"/>
                    </a:cubicBezTo>
                    <a:cubicBezTo>
                      <a:pt x="587917" y="21276"/>
                      <a:pt x="589141" y="16902"/>
                      <a:pt x="590938" y="13021"/>
                    </a:cubicBezTo>
                    <a:cubicBezTo>
                      <a:pt x="592683" y="9193"/>
                      <a:pt x="595157" y="6068"/>
                      <a:pt x="598386" y="3646"/>
                    </a:cubicBezTo>
                    <a:cubicBezTo>
                      <a:pt x="601615" y="1211"/>
                      <a:pt x="605808" y="0"/>
                      <a:pt x="610938" y="0"/>
                    </a:cubicBezTo>
                    <a:close/>
                    <a:moveTo>
                      <a:pt x="246354" y="0"/>
                    </a:moveTo>
                    <a:cubicBezTo>
                      <a:pt x="251563" y="0"/>
                      <a:pt x="255820" y="1211"/>
                      <a:pt x="259115" y="3646"/>
                    </a:cubicBezTo>
                    <a:cubicBezTo>
                      <a:pt x="262422" y="6068"/>
                      <a:pt x="265000" y="9193"/>
                      <a:pt x="266875" y="13021"/>
                    </a:cubicBezTo>
                    <a:cubicBezTo>
                      <a:pt x="268750" y="16902"/>
                      <a:pt x="270039" y="21276"/>
                      <a:pt x="270729" y="26146"/>
                    </a:cubicBezTo>
                    <a:cubicBezTo>
                      <a:pt x="271433" y="31003"/>
                      <a:pt x="271771" y="35860"/>
                      <a:pt x="271771" y="40729"/>
                    </a:cubicBezTo>
                    <a:cubicBezTo>
                      <a:pt x="271771" y="45652"/>
                      <a:pt x="271433" y="50521"/>
                      <a:pt x="270729" y="55313"/>
                    </a:cubicBezTo>
                    <a:cubicBezTo>
                      <a:pt x="270039" y="60105"/>
                      <a:pt x="268750" y="64441"/>
                      <a:pt x="266875" y="68334"/>
                    </a:cubicBezTo>
                    <a:cubicBezTo>
                      <a:pt x="265000" y="72149"/>
                      <a:pt x="262422" y="75235"/>
                      <a:pt x="259115" y="77604"/>
                    </a:cubicBezTo>
                    <a:cubicBezTo>
                      <a:pt x="255820" y="79961"/>
                      <a:pt x="251563" y="81146"/>
                      <a:pt x="246354" y="81146"/>
                    </a:cubicBezTo>
                    <a:cubicBezTo>
                      <a:pt x="241224" y="81146"/>
                      <a:pt x="237032" y="79961"/>
                      <a:pt x="233802" y="77604"/>
                    </a:cubicBezTo>
                    <a:cubicBezTo>
                      <a:pt x="230573" y="75235"/>
                      <a:pt x="228099" y="72149"/>
                      <a:pt x="226354" y="68334"/>
                    </a:cubicBezTo>
                    <a:cubicBezTo>
                      <a:pt x="224557" y="64441"/>
                      <a:pt x="223334" y="60105"/>
                      <a:pt x="222709" y="55313"/>
                    </a:cubicBezTo>
                    <a:cubicBezTo>
                      <a:pt x="222083" y="50521"/>
                      <a:pt x="221771" y="45652"/>
                      <a:pt x="221771" y="40729"/>
                    </a:cubicBezTo>
                    <a:cubicBezTo>
                      <a:pt x="221771" y="35860"/>
                      <a:pt x="222083" y="31003"/>
                      <a:pt x="222709" y="26146"/>
                    </a:cubicBezTo>
                    <a:cubicBezTo>
                      <a:pt x="223334" y="21276"/>
                      <a:pt x="224557" y="16902"/>
                      <a:pt x="226354" y="13021"/>
                    </a:cubicBezTo>
                    <a:cubicBezTo>
                      <a:pt x="228099" y="9193"/>
                      <a:pt x="230573" y="6068"/>
                      <a:pt x="233802" y="3646"/>
                    </a:cubicBezTo>
                    <a:cubicBezTo>
                      <a:pt x="237032" y="1211"/>
                      <a:pt x="241224" y="0"/>
                      <a:pt x="246354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55F86DFA-6B0C-4842-B137-5B2C309C6BD4}"/>
                  </a:ext>
                </a:extLst>
              </p:cNvPr>
              <p:cNvSpPr txBox="1"/>
              <p:nvPr/>
            </p:nvSpPr>
            <p:spPr>
              <a:xfrm>
                <a:off x="3779592" y="7615880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8,380,676,200</a:t>
                </a:r>
              </a:p>
            </p:txBody>
          </p:sp>
        </p:grpSp>
        <p:sp>
          <p:nvSpPr>
            <p:cNvPr id="770" name="자유형: 도형 769">
              <a:extLst>
                <a:ext uri="{FF2B5EF4-FFF2-40B4-BE49-F238E27FC236}">
                  <a16:creationId xmlns:a16="http://schemas.microsoft.com/office/drawing/2014/main" id="{43E0F3C1-1B58-444A-A052-300373A0BC58}"/>
                </a:ext>
              </a:extLst>
            </p:cNvPr>
            <p:cNvSpPr/>
            <p:nvPr/>
          </p:nvSpPr>
          <p:spPr>
            <a:xfrm>
              <a:off x="4698467" y="7654139"/>
              <a:ext cx="753125" cy="94062"/>
            </a:xfrm>
            <a:custGeom>
              <a:avLst/>
              <a:gdLst>
                <a:gd name="connsiteX0" fmla="*/ 118959 w 753125"/>
                <a:gd name="connsiteY0" fmla="*/ 71667 h 94062"/>
                <a:gd name="connsiteX1" fmla="*/ 118959 w 753125"/>
                <a:gd name="connsiteY1" fmla="*/ 84584 h 94062"/>
                <a:gd name="connsiteX2" fmla="*/ 162604 w 753125"/>
                <a:gd name="connsiteY2" fmla="*/ 84584 h 94062"/>
                <a:gd name="connsiteX3" fmla="*/ 162604 w 753125"/>
                <a:gd name="connsiteY3" fmla="*/ 71667 h 94062"/>
                <a:gd name="connsiteX4" fmla="*/ 617917 w 753125"/>
                <a:gd name="connsiteY4" fmla="*/ 63646 h 94062"/>
                <a:gd name="connsiteX5" fmla="*/ 600365 w 753125"/>
                <a:gd name="connsiteY5" fmla="*/ 66719 h 94062"/>
                <a:gd name="connsiteX6" fmla="*/ 593750 w 753125"/>
                <a:gd name="connsiteY6" fmla="*/ 75417 h 94062"/>
                <a:gd name="connsiteX7" fmla="*/ 600365 w 753125"/>
                <a:gd name="connsiteY7" fmla="*/ 84427 h 94062"/>
                <a:gd name="connsiteX8" fmla="*/ 617917 w 753125"/>
                <a:gd name="connsiteY8" fmla="*/ 87500 h 94062"/>
                <a:gd name="connsiteX9" fmla="*/ 635365 w 753125"/>
                <a:gd name="connsiteY9" fmla="*/ 84427 h 94062"/>
                <a:gd name="connsiteX10" fmla="*/ 642188 w 753125"/>
                <a:gd name="connsiteY10" fmla="*/ 75417 h 94062"/>
                <a:gd name="connsiteX11" fmla="*/ 635365 w 753125"/>
                <a:gd name="connsiteY11" fmla="*/ 66719 h 94062"/>
                <a:gd name="connsiteX12" fmla="*/ 617917 w 753125"/>
                <a:gd name="connsiteY12" fmla="*/ 63646 h 94062"/>
                <a:gd name="connsiteX13" fmla="*/ 18021 w 753125"/>
                <a:gd name="connsiteY13" fmla="*/ 60937 h 94062"/>
                <a:gd name="connsiteX14" fmla="*/ 26250 w 753125"/>
                <a:gd name="connsiteY14" fmla="*/ 60937 h 94062"/>
                <a:gd name="connsiteX15" fmla="*/ 26250 w 753125"/>
                <a:gd name="connsiteY15" fmla="*/ 83334 h 94062"/>
                <a:gd name="connsiteX16" fmla="*/ 78750 w 753125"/>
                <a:gd name="connsiteY16" fmla="*/ 83334 h 94062"/>
                <a:gd name="connsiteX17" fmla="*/ 78750 w 753125"/>
                <a:gd name="connsiteY17" fmla="*/ 90417 h 94062"/>
                <a:gd name="connsiteX18" fmla="*/ 20208 w 753125"/>
                <a:gd name="connsiteY18" fmla="*/ 90417 h 94062"/>
                <a:gd name="connsiteX19" fmla="*/ 18490 w 753125"/>
                <a:gd name="connsiteY19" fmla="*/ 89948 h 94062"/>
                <a:gd name="connsiteX20" fmla="*/ 18021 w 753125"/>
                <a:gd name="connsiteY20" fmla="*/ 88229 h 94062"/>
                <a:gd name="connsiteX21" fmla="*/ 307917 w 753125"/>
                <a:gd name="connsiteY21" fmla="*/ 60833 h 94062"/>
                <a:gd name="connsiteX22" fmla="*/ 316354 w 753125"/>
                <a:gd name="connsiteY22" fmla="*/ 60833 h 94062"/>
                <a:gd name="connsiteX23" fmla="*/ 316354 w 753125"/>
                <a:gd name="connsiteY23" fmla="*/ 83334 h 94062"/>
                <a:gd name="connsiteX24" fmla="*/ 370209 w 753125"/>
                <a:gd name="connsiteY24" fmla="*/ 83334 h 94062"/>
                <a:gd name="connsiteX25" fmla="*/ 370209 w 753125"/>
                <a:gd name="connsiteY25" fmla="*/ 90417 h 94062"/>
                <a:gd name="connsiteX26" fmla="*/ 310104 w 753125"/>
                <a:gd name="connsiteY26" fmla="*/ 90417 h 94062"/>
                <a:gd name="connsiteX27" fmla="*/ 308385 w 753125"/>
                <a:gd name="connsiteY27" fmla="*/ 89948 h 94062"/>
                <a:gd name="connsiteX28" fmla="*/ 307917 w 753125"/>
                <a:gd name="connsiteY28" fmla="*/ 88229 h 94062"/>
                <a:gd name="connsiteX29" fmla="*/ 489063 w 753125"/>
                <a:gd name="connsiteY29" fmla="*/ 60729 h 94062"/>
                <a:gd name="connsiteX30" fmla="*/ 497500 w 753125"/>
                <a:gd name="connsiteY30" fmla="*/ 60729 h 94062"/>
                <a:gd name="connsiteX31" fmla="*/ 497500 w 753125"/>
                <a:gd name="connsiteY31" fmla="*/ 83334 h 94062"/>
                <a:gd name="connsiteX32" fmla="*/ 551459 w 753125"/>
                <a:gd name="connsiteY32" fmla="*/ 83334 h 94062"/>
                <a:gd name="connsiteX33" fmla="*/ 551459 w 753125"/>
                <a:gd name="connsiteY33" fmla="*/ 90417 h 94062"/>
                <a:gd name="connsiteX34" fmla="*/ 491250 w 753125"/>
                <a:gd name="connsiteY34" fmla="*/ 90417 h 94062"/>
                <a:gd name="connsiteX35" fmla="*/ 489532 w 753125"/>
                <a:gd name="connsiteY35" fmla="*/ 89948 h 94062"/>
                <a:gd name="connsiteX36" fmla="*/ 489063 w 753125"/>
                <a:gd name="connsiteY36" fmla="*/ 88229 h 94062"/>
                <a:gd name="connsiteX37" fmla="*/ 213750 w 753125"/>
                <a:gd name="connsiteY37" fmla="*/ 60417 h 94062"/>
                <a:gd name="connsiteX38" fmla="*/ 222083 w 753125"/>
                <a:gd name="connsiteY38" fmla="*/ 60417 h 94062"/>
                <a:gd name="connsiteX39" fmla="*/ 222083 w 753125"/>
                <a:gd name="connsiteY39" fmla="*/ 83334 h 94062"/>
                <a:gd name="connsiteX40" fmla="*/ 274792 w 753125"/>
                <a:gd name="connsiteY40" fmla="*/ 83334 h 94062"/>
                <a:gd name="connsiteX41" fmla="*/ 274792 w 753125"/>
                <a:gd name="connsiteY41" fmla="*/ 90417 h 94062"/>
                <a:gd name="connsiteX42" fmla="*/ 215938 w 753125"/>
                <a:gd name="connsiteY42" fmla="*/ 90417 h 94062"/>
                <a:gd name="connsiteX43" fmla="*/ 214219 w 753125"/>
                <a:gd name="connsiteY43" fmla="*/ 89948 h 94062"/>
                <a:gd name="connsiteX44" fmla="*/ 213750 w 753125"/>
                <a:gd name="connsiteY44" fmla="*/ 88229 h 94062"/>
                <a:gd name="connsiteX45" fmla="*/ 682501 w 753125"/>
                <a:gd name="connsiteY45" fmla="*/ 60105 h 94062"/>
                <a:gd name="connsiteX46" fmla="*/ 690834 w 753125"/>
                <a:gd name="connsiteY46" fmla="*/ 60105 h 94062"/>
                <a:gd name="connsiteX47" fmla="*/ 690834 w 753125"/>
                <a:gd name="connsiteY47" fmla="*/ 83334 h 94062"/>
                <a:gd name="connsiteX48" fmla="*/ 743854 w 753125"/>
                <a:gd name="connsiteY48" fmla="*/ 83334 h 94062"/>
                <a:gd name="connsiteX49" fmla="*/ 743854 w 753125"/>
                <a:gd name="connsiteY49" fmla="*/ 90417 h 94062"/>
                <a:gd name="connsiteX50" fmla="*/ 684688 w 753125"/>
                <a:gd name="connsiteY50" fmla="*/ 90417 h 94062"/>
                <a:gd name="connsiteX51" fmla="*/ 682969 w 753125"/>
                <a:gd name="connsiteY51" fmla="*/ 89948 h 94062"/>
                <a:gd name="connsiteX52" fmla="*/ 682501 w 753125"/>
                <a:gd name="connsiteY52" fmla="*/ 88229 h 94062"/>
                <a:gd name="connsiteX53" fmla="*/ 617917 w 753125"/>
                <a:gd name="connsiteY53" fmla="*/ 56980 h 94062"/>
                <a:gd name="connsiteX54" fmla="*/ 642500 w 753125"/>
                <a:gd name="connsiteY54" fmla="*/ 62292 h 94062"/>
                <a:gd name="connsiteX55" fmla="*/ 651146 w 753125"/>
                <a:gd name="connsiteY55" fmla="*/ 75521 h 94062"/>
                <a:gd name="connsiteX56" fmla="*/ 642552 w 753125"/>
                <a:gd name="connsiteY56" fmla="*/ 88802 h 94062"/>
                <a:gd name="connsiteX57" fmla="*/ 617917 w 753125"/>
                <a:gd name="connsiteY57" fmla="*/ 94063 h 94062"/>
                <a:gd name="connsiteX58" fmla="*/ 593229 w 753125"/>
                <a:gd name="connsiteY58" fmla="*/ 88802 h 94062"/>
                <a:gd name="connsiteX59" fmla="*/ 584584 w 753125"/>
                <a:gd name="connsiteY59" fmla="*/ 75521 h 94062"/>
                <a:gd name="connsiteX60" fmla="*/ 593229 w 753125"/>
                <a:gd name="connsiteY60" fmla="*/ 62292 h 94062"/>
                <a:gd name="connsiteX61" fmla="*/ 617917 w 753125"/>
                <a:gd name="connsiteY61" fmla="*/ 56980 h 94062"/>
                <a:gd name="connsiteX62" fmla="*/ 110833 w 753125"/>
                <a:gd name="connsiteY62" fmla="*/ 53438 h 94062"/>
                <a:gd name="connsiteX63" fmla="*/ 118959 w 753125"/>
                <a:gd name="connsiteY63" fmla="*/ 53438 h 94062"/>
                <a:gd name="connsiteX64" fmla="*/ 118959 w 753125"/>
                <a:gd name="connsiteY64" fmla="*/ 64896 h 94062"/>
                <a:gd name="connsiteX65" fmla="*/ 162604 w 753125"/>
                <a:gd name="connsiteY65" fmla="*/ 64896 h 94062"/>
                <a:gd name="connsiteX66" fmla="*/ 162604 w 753125"/>
                <a:gd name="connsiteY66" fmla="*/ 53438 h 94062"/>
                <a:gd name="connsiteX67" fmla="*/ 170625 w 753125"/>
                <a:gd name="connsiteY67" fmla="*/ 53438 h 94062"/>
                <a:gd name="connsiteX68" fmla="*/ 170625 w 753125"/>
                <a:gd name="connsiteY68" fmla="*/ 89167 h 94062"/>
                <a:gd name="connsiteX69" fmla="*/ 170156 w 753125"/>
                <a:gd name="connsiteY69" fmla="*/ 90886 h 94062"/>
                <a:gd name="connsiteX70" fmla="*/ 168438 w 753125"/>
                <a:gd name="connsiteY70" fmla="*/ 91354 h 94062"/>
                <a:gd name="connsiteX71" fmla="*/ 113021 w 753125"/>
                <a:gd name="connsiteY71" fmla="*/ 91354 h 94062"/>
                <a:gd name="connsiteX72" fmla="*/ 111302 w 753125"/>
                <a:gd name="connsiteY72" fmla="*/ 90886 h 94062"/>
                <a:gd name="connsiteX73" fmla="*/ 110833 w 753125"/>
                <a:gd name="connsiteY73" fmla="*/ 89167 h 94062"/>
                <a:gd name="connsiteX74" fmla="*/ 400000 w 753125"/>
                <a:gd name="connsiteY74" fmla="*/ 26875 h 94062"/>
                <a:gd name="connsiteX75" fmla="*/ 400000 w 753125"/>
                <a:gd name="connsiteY75" fmla="*/ 45938 h 94062"/>
                <a:gd name="connsiteX76" fmla="*/ 445209 w 753125"/>
                <a:gd name="connsiteY76" fmla="*/ 45938 h 94062"/>
                <a:gd name="connsiteX77" fmla="*/ 445209 w 753125"/>
                <a:gd name="connsiteY77" fmla="*/ 26875 h 94062"/>
                <a:gd name="connsiteX78" fmla="*/ 609375 w 753125"/>
                <a:gd name="connsiteY78" fmla="*/ 21875 h 94062"/>
                <a:gd name="connsiteX79" fmla="*/ 617709 w 753125"/>
                <a:gd name="connsiteY79" fmla="*/ 21875 h 94062"/>
                <a:gd name="connsiteX80" fmla="*/ 617709 w 753125"/>
                <a:gd name="connsiteY80" fmla="*/ 41355 h 94062"/>
                <a:gd name="connsiteX81" fmla="*/ 660209 w 753125"/>
                <a:gd name="connsiteY81" fmla="*/ 41355 h 94062"/>
                <a:gd name="connsiteX82" fmla="*/ 660209 w 753125"/>
                <a:gd name="connsiteY82" fmla="*/ 48542 h 94062"/>
                <a:gd name="connsiteX83" fmla="*/ 575625 w 753125"/>
                <a:gd name="connsiteY83" fmla="*/ 48542 h 94062"/>
                <a:gd name="connsiteX84" fmla="*/ 575625 w 753125"/>
                <a:gd name="connsiteY84" fmla="*/ 41355 h 94062"/>
                <a:gd name="connsiteX85" fmla="*/ 609375 w 753125"/>
                <a:gd name="connsiteY85" fmla="*/ 41355 h 94062"/>
                <a:gd name="connsiteX86" fmla="*/ 225000 w 753125"/>
                <a:gd name="connsiteY86" fmla="*/ 8542 h 94062"/>
                <a:gd name="connsiteX87" fmla="*/ 213333 w 753125"/>
                <a:gd name="connsiteY87" fmla="*/ 13646 h 94062"/>
                <a:gd name="connsiteX88" fmla="*/ 209167 w 753125"/>
                <a:gd name="connsiteY88" fmla="*/ 25938 h 94062"/>
                <a:gd name="connsiteX89" fmla="*/ 213333 w 753125"/>
                <a:gd name="connsiteY89" fmla="*/ 38126 h 94062"/>
                <a:gd name="connsiteX90" fmla="*/ 225000 w 753125"/>
                <a:gd name="connsiteY90" fmla="*/ 43125 h 94062"/>
                <a:gd name="connsiteX91" fmla="*/ 236615 w 753125"/>
                <a:gd name="connsiteY91" fmla="*/ 38126 h 94062"/>
                <a:gd name="connsiteX92" fmla="*/ 240729 w 753125"/>
                <a:gd name="connsiteY92" fmla="*/ 25938 h 94062"/>
                <a:gd name="connsiteX93" fmla="*/ 236615 w 753125"/>
                <a:gd name="connsiteY93" fmla="*/ 13646 h 94062"/>
                <a:gd name="connsiteX94" fmla="*/ 225000 w 753125"/>
                <a:gd name="connsiteY94" fmla="*/ 8542 h 94062"/>
                <a:gd name="connsiteX95" fmla="*/ 121042 w 753125"/>
                <a:gd name="connsiteY95" fmla="*/ 8438 h 94062"/>
                <a:gd name="connsiteX96" fmla="*/ 114896 w 753125"/>
                <a:gd name="connsiteY96" fmla="*/ 9688 h 94062"/>
                <a:gd name="connsiteX97" fmla="*/ 110000 w 753125"/>
                <a:gd name="connsiteY97" fmla="*/ 12917 h 94062"/>
                <a:gd name="connsiteX98" fmla="*/ 106667 w 753125"/>
                <a:gd name="connsiteY98" fmla="*/ 17761 h 94062"/>
                <a:gd name="connsiteX99" fmla="*/ 105521 w 753125"/>
                <a:gd name="connsiteY99" fmla="*/ 23646 h 94062"/>
                <a:gd name="connsiteX100" fmla="*/ 106667 w 753125"/>
                <a:gd name="connsiteY100" fmla="*/ 29531 h 94062"/>
                <a:gd name="connsiteX101" fmla="*/ 110000 w 753125"/>
                <a:gd name="connsiteY101" fmla="*/ 34271 h 94062"/>
                <a:gd name="connsiteX102" fmla="*/ 114896 w 753125"/>
                <a:gd name="connsiteY102" fmla="*/ 37500 h 94062"/>
                <a:gd name="connsiteX103" fmla="*/ 121042 w 753125"/>
                <a:gd name="connsiteY103" fmla="*/ 38646 h 94062"/>
                <a:gd name="connsiteX104" fmla="*/ 132240 w 753125"/>
                <a:gd name="connsiteY104" fmla="*/ 34271 h 94062"/>
                <a:gd name="connsiteX105" fmla="*/ 136563 w 753125"/>
                <a:gd name="connsiteY105" fmla="*/ 23646 h 94062"/>
                <a:gd name="connsiteX106" fmla="*/ 132136 w 753125"/>
                <a:gd name="connsiteY106" fmla="*/ 12865 h 94062"/>
                <a:gd name="connsiteX107" fmla="*/ 121042 w 753125"/>
                <a:gd name="connsiteY107" fmla="*/ 8438 h 94062"/>
                <a:gd name="connsiteX108" fmla="*/ 675313 w 753125"/>
                <a:gd name="connsiteY108" fmla="*/ 4271 h 94062"/>
                <a:gd name="connsiteX109" fmla="*/ 715417 w 753125"/>
                <a:gd name="connsiteY109" fmla="*/ 4271 h 94062"/>
                <a:gd name="connsiteX110" fmla="*/ 715417 w 753125"/>
                <a:gd name="connsiteY110" fmla="*/ 11458 h 94062"/>
                <a:gd name="connsiteX111" fmla="*/ 681250 w 753125"/>
                <a:gd name="connsiteY111" fmla="*/ 11458 h 94062"/>
                <a:gd name="connsiteX112" fmla="*/ 681250 w 753125"/>
                <a:gd name="connsiteY112" fmla="*/ 41042 h 94062"/>
                <a:gd name="connsiteX113" fmla="*/ 686355 w 753125"/>
                <a:gd name="connsiteY113" fmla="*/ 41042 h 94062"/>
                <a:gd name="connsiteX114" fmla="*/ 707709 w 753125"/>
                <a:gd name="connsiteY114" fmla="*/ 40261 h 94062"/>
                <a:gd name="connsiteX115" fmla="*/ 728126 w 753125"/>
                <a:gd name="connsiteY115" fmla="*/ 37604 h 94062"/>
                <a:gd name="connsiteX116" fmla="*/ 728126 w 753125"/>
                <a:gd name="connsiteY116" fmla="*/ 44792 h 94062"/>
                <a:gd name="connsiteX117" fmla="*/ 718126 w 753125"/>
                <a:gd name="connsiteY117" fmla="*/ 46407 h 94062"/>
                <a:gd name="connsiteX118" fmla="*/ 706771 w 753125"/>
                <a:gd name="connsiteY118" fmla="*/ 47604 h 94062"/>
                <a:gd name="connsiteX119" fmla="*/ 694636 w 753125"/>
                <a:gd name="connsiteY119" fmla="*/ 48230 h 94062"/>
                <a:gd name="connsiteX120" fmla="*/ 682501 w 753125"/>
                <a:gd name="connsiteY120" fmla="*/ 48438 h 94062"/>
                <a:gd name="connsiteX121" fmla="*/ 675313 w 753125"/>
                <a:gd name="connsiteY121" fmla="*/ 48438 h 94062"/>
                <a:gd name="connsiteX122" fmla="*/ 673542 w 753125"/>
                <a:gd name="connsiteY122" fmla="*/ 48021 h 94062"/>
                <a:gd name="connsiteX123" fmla="*/ 673126 w 753125"/>
                <a:gd name="connsiteY123" fmla="*/ 46354 h 94062"/>
                <a:gd name="connsiteX124" fmla="*/ 673126 w 753125"/>
                <a:gd name="connsiteY124" fmla="*/ 6459 h 94062"/>
                <a:gd name="connsiteX125" fmla="*/ 673594 w 753125"/>
                <a:gd name="connsiteY125" fmla="*/ 4740 h 94062"/>
                <a:gd name="connsiteX126" fmla="*/ 675313 w 753125"/>
                <a:gd name="connsiteY126" fmla="*/ 4271 h 94062"/>
                <a:gd name="connsiteX127" fmla="*/ 479271 w 753125"/>
                <a:gd name="connsiteY127" fmla="*/ 4271 h 94062"/>
                <a:gd name="connsiteX128" fmla="*/ 518646 w 753125"/>
                <a:gd name="connsiteY128" fmla="*/ 4271 h 94062"/>
                <a:gd name="connsiteX129" fmla="*/ 520365 w 753125"/>
                <a:gd name="connsiteY129" fmla="*/ 4740 h 94062"/>
                <a:gd name="connsiteX130" fmla="*/ 520834 w 753125"/>
                <a:gd name="connsiteY130" fmla="*/ 6459 h 94062"/>
                <a:gd name="connsiteX131" fmla="*/ 516615 w 753125"/>
                <a:gd name="connsiteY131" fmla="*/ 23542 h 94062"/>
                <a:gd name="connsiteX132" fmla="*/ 507709 w 753125"/>
                <a:gd name="connsiteY132" fmla="*/ 37708 h 94062"/>
                <a:gd name="connsiteX133" fmla="*/ 494740 w 753125"/>
                <a:gd name="connsiteY133" fmla="*/ 48907 h 94062"/>
                <a:gd name="connsiteX134" fmla="*/ 478438 w 753125"/>
                <a:gd name="connsiteY134" fmla="*/ 56876 h 94062"/>
                <a:gd name="connsiteX135" fmla="*/ 472917 w 753125"/>
                <a:gd name="connsiteY135" fmla="*/ 50729 h 94062"/>
                <a:gd name="connsiteX136" fmla="*/ 499480 w 753125"/>
                <a:gd name="connsiteY136" fmla="*/ 35105 h 94062"/>
                <a:gd name="connsiteX137" fmla="*/ 511771 w 753125"/>
                <a:gd name="connsiteY137" fmla="*/ 11458 h 94062"/>
                <a:gd name="connsiteX138" fmla="*/ 479271 w 753125"/>
                <a:gd name="connsiteY138" fmla="*/ 11458 h 94062"/>
                <a:gd name="connsiteX139" fmla="*/ 296250 w 753125"/>
                <a:gd name="connsiteY139" fmla="*/ 4271 h 94062"/>
                <a:gd name="connsiteX140" fmla="*/ 341250 w 753125"/>
                <a:gd name="connsiteY140" fmla="*/ 4271 h 94062"/>
                <a:gd name="connsiteX141" fmla="*/ 341250 w 753125"/>
                <a:gd name="connsiteY141" fmla="*/ 11250 h 94062"/>
                <a:gd name="connsiteX142" fmla="*/ 323021 w 753125"/>
                <a:gd name="connsiteY142" fmla="*/ 11250 h 94062"/>
                <a:gd name="connsiteX143" fmla="*/ 323021 w 753125"/>
                <a:gd name="connsiteY143" fmla="*/ 16979 h 94062"/>
                <a:gd name="connsiteX144" fmla="*/ 324740 w 753125"/>
                <a:gd name="connsiteY144" fmla="*/ 26615 h 94062"/>
                <a:gd name="connsiteX145" fmla="*/ 329271 w 753125"/>
                <a:gd name="connsiteY145" fmla="*/ 34583 h 94062"/>
                <a:gd name="connsiteX146" fmla="*/ 337500 w 753125"/>
                <a:gd name="connsiteY146" fmla="*/ 42501 h 94062"/>
                <a:gd name="connsiteX147" fmla="*/ 346979 w 753125"/>
                <a:gd name="connsiteY147" fmla="*/ 47292 h 94062"/>
                <a:gd name="connsiteX148" fmla="*/ 343959 w 753125"/>
                <a:gd name="connsiteY148" fmla="*/ 50521 h 94062"/>
                <a:gd name="connsiteX149" fmla="*/ 341563 w 753125"/>
                <a:gd name="connsiteY149" fmla="*/ 53542 h 94062"/>
                <a:gd name="connsiteX150" fmla="*/ 335469 w 753125"/>
                <a:gd name="connsiteY150" fmla="*/ 50156 h 94062"/>
                <a:gd name="connsiteX151" fmla="*/ 329063 w 753125"/>
                <a:gd name="connsiteY151" fmla="*/ 45209 h 94062"/>
                <a:gd name="connsiteX152" fmla="*/ 323386 w 753125"/>
                <a:gd name="connsiteY152" fmla="*/ 39531 h 94062"/>
                <a:gd name="connsiteX153" fmla="*/ 318854 w 753125"/>
                <a:gd name="connsiteY153" fmla="*/ 32605 h 94062"/>
                <a:gd name="connsiteX154" fmla="*/ 315157 w 753125"/>
                <a:gd name="connsiteY154" fmla="*/ 39948 h 94062"/>
                <a:gd name="connsiteX155" fmla="*/ 310104 w 753125"/>
                <a:gd name="connsiteY155" fmla="*/ 46250 h 94062"/>
                <a:gd name="connsiteX156" fmla="*/ 303385 w 753125"/>
                <a:gd name="connsiteY156" fmla="*/ 51823 h 94062"/>
                <a:gd name="connsiteX157" fmla="*/ 296042 w 753125"/>
                <a:gd name="connsiteY157" fmla="*/ 56250 h 94062"/>
                <a:gd name="connsiteX158" fmla="*/ 293073 w 753125"/>
                <a:gd name="connsiteY158" fmla="*/ 53438 h 94062"/>
                <a:gd name="connsiteX159" fmla="*/ 289688 w 753125"/>
                <a:gd name="connsiteY159" fmla="*/ 50521 h 94062"/>
                <a:gd name="connsiteX160" fmla="*/ 300261 w 753125"/>
                <a:gd name="connsiteY160" fmla="*/ 44375 h 94062"/>
                <a:gd name="connsiteX161" fmla="*/ 308750 w 753125"/>
                <a:gd name="connsiteY161" fmla="*/ 35625 h 94062"/>
                <a:gd name="connsiteX162" fmla="*/ 313073 w 753125"/>
                <a:gd name="connsiteY162" fmla="*/ 27084 h 94062"/>
                <a:gd name="connsiteX163" fmla="*/ 314688 w 753125"/>
                <a:gd name="connsiteY163" fmla="*/ 16875 h 94062"/>
                <a:gd name="connsiteX164" fmla="*/ 314688 w 753125"/>
                <a:gd name="connsiteY164" fmla="*/ 11250 h 94062"/>
                <a:gd name="connsiteX165" fmla="*/ 296250 w 753125"/>
                <a:gd name="connsiteY165" fmla="*/ 11250 h 94062"/>
                <a:gd name="connsiteX166" fmla="*/ 391771 w 753125"/>
                <a:gd name="connsiteY166" fmla="*/ 3750 h 94062"/>
                <a:gd name="connsiteX167" fmla="*/ 400000 w 753125"/>
                <a:gd name="connsiteY167" fmla="*/ 3750 h 94062"/>
                <a:gd name="connsiteX168" fmla="*/ 400000 w 753125"/>
                <a:gd name="connsiteY168" fmla="*/ 19896 h 94062"/>
                <a:gd name="connsiteX169" fmla="*/ 445209 w 753125"/>
                <a:gd name="connsiteY169" fmla="*/ 19896 h 94062"/>
                <a:gd name="connsiteX170" fmla="*/ 445209 w 753125"/>
                <a:gd name="connsiteY170" fmla="*/ 3750 h 94062"/>
                <a:gd name="connsiteX171" fmla="*/ 453438 w 753125"/>
                <a:gd name="connsiteY171" fmla="*/ 3750 h 94062"/>
                <a:gd name="connsiteX172" fmla="*/ 453438 w 753125"/>
                <a:gd name="connsiteY172" fmla="*/ 50937 h 94062"/>
                <a:gd name="connsiteX173" fmla="*/ 452969 w 753125"/>
                <a:gd name="connsiteY173" fmla="*/ 52656 h 94062"/>
                <a:gd name="connsiteX174" fmla="*/ 451250 w 753125"/>
                <a:gd name="connsiteY174" fmla="*/ 53125 h 94062"/>
                <a:gd name="connsiteX175" fmla="*/ 426771 w 753125"/>
                <a:gd name="connsiteY175" fmla="*/ 53125 h 94062"/>
                <a:gd name="connsiteX176" fmla="*/ 426771 w 753125"/>
                <a:gd name="connsiteY176" fmla="*/ 73542 h 94062"/>
                <a:gd name="connsiteX177" fmla="*/ 465000 w 753125"/>
                <a:gd name="connsiteY177" fmla="*/ 73542 h 94062"/>
                <a:gd name="connsiteX178" fmla="*/ 465000 w 753125"/>
                <a:gd name="connsiteY178" fmla="*/ 80729 h 94062"/>
                <a:gd name="connsiteX179" fmla="*/ 380209 w 753125"/>
                <a:gd name="connsiteY179" fmla="*/ 80729 h 94062"/>
                <a:gd name="connsiteX180" fmla="*/ 380209 w 753125"/>
                <a:gd name="connsiteY180" fmla="*/ 73542 h 94062"/>
                <a:gd name="connsiteX181" fmla="*/ 418229 w 753125"/>
                <a:gd name="connsiteY181" fmla="*/ 73542 h 94062"/>
                <a:gd name="connsiteX182" fmla="*/ 418229 w 753125"/>
                <a:gd name="connsiteY182" fmla="*/ 53125 h 94062"/>
                <a:gd name="connsiteX183" fmla="*/ 393959 w 753125"/>
                <a:gd name="connsiteY183" fmla="*/ 53125 h 94062"/>
                <a:gd name="connsiteX184" fmla="*/ 392240 w 753125"/>
                <a:gd name="connsiteY184" fmla="*/ 52656 h 94062"/>
                <a:gd name="connsiteX185" fmla="*/ 391771 w 753125"/>
                <a:gd name="connsiteY185" fmla="*/ 50937 h 94062"/>
                <a:gd name="connsiteX186" fmla="*/ 585417 w 753125"/>
                <a:gd name="connsiteY186" fmla="*/ 2708 h 94062"/>
                <a:gd name="connsiteX187" fmla="*/ 648334 w 753125"/>
                <a:gd name="connsiteY187" fmla="*/ 2708 h 94062"/>
                <a:gd name="connsiteX188" fmla="*/ 650053 w 753125"/>
                <a:gd name="connsiteY188" fmla="*/ 3177 h 94062"/>
                <a:gd name="connsiteX189" fmla="*/ 650521 w 753125"/>
                <a:gd name="connsiteY189" fmla="*/ 4896 h 94062"/>
                <a:gd name="connsiteX190" fmla="*/ 649167 w 753125"/>
                <a:gd name="connsiteY190" fmla="*/ 21094 h 94062"/>
                <a:gd name="connsiteX191" fmla="*/ 646979 w 753125"/>
                <a:gd name="connsiteY191" fmla="*/ 34375 h 94062"/>
                <a:gd name="connsiteX192" fmla="*/ 639063 w 753125"/>
                <a:gd name="connsiteY192" fmla="*/ 34375 h 94062"/>
                <a:gd name="connsiteX193" fmla="*/ 641042 w 753125"/>
                <a:gd name="connsiteY193" fmla="*/ 22292 h 94062"/>
                <a:gd name="connsiteX194" fmla="*/ 642084 w 753125"/>
                <a:gd name="connsiteY194" fmla="*/ 9792 h 94062"/>
                <a:gd name="connsiteX195" fmla="*/ 585417 w 753125"/>
                <a:gd name="connsiteY195" fmla="*/ 9792 h 94062"/>
                <a:gd name="connsiteX196" fmla="*/ 25000 w 753125"/>
                <a:gd name="connsiteY196" fmla="*/ 2292 h 94062"/>
                <a:gd name="connsiteX197" fmla="*/ 33646 w 753125"/>
                <a:gd name="connsiteY197" fmla="*/ 2292 h 94062"/>
                <a:gd name="connsiteX198" fmla="*/ 33646 w 753125"/>
                <a:gd name="connsiteY198" fmla="*/ 13021 h 94062"/>
                <a:gd name="connsiteX199" fmla="*/ 35625 w 753125"/>
                <a:gd name="connsiteY199" fmla="*/ 23906 h 94062"/>
                <a:gd name="connsiteX200" fmla="*/ 41042 w 753125"/>
                <a:gd name="connsiteY200" fmla="*/ 33021 h 94062"/>
                <a:gd name="connsiteX201" fmla="*/ 48750 w 753125"/>
                <a:gd name="connsiteY201" fmla="*/ 40104 h 94062"/>
                <a:gd name="connsiteX202" fmla="*/ 57813 w 753125"/>
                <a:gd name="connsiteY202" fmla="*/ 44792 h 94062"/>
                <a:gd name="connsiteX203" fmla="*/ 52396 w 753125"/>
                <a:gd name="connsiteY203" fmla="*/ 51250 h 94062"/>
                <a:gd name="connsiteX204" fmla="*/ 46198 w 753125"/>
                <a:gd name="connsiteY204" fmla="*/ 47761 h 94062"/>
                <a:gd name="connsiteX205" fmla="*/ 39792 w 753125"/>
                <a:gd name="connsiteY205" fmla="*/ 42917 h 94062"/>
                <a:gd name="connsiteX206" fmla="*/ 33906 w 753125"/>
                <a:gd name="connsiteY206" fmla="*/ 36823 h 94062"/>
                <a:gd name="connsiteX207" fmla="*/ 29479 w 753125"/>
                <a:gd name="connsiteY207" fmla="*/ 29792 h 94062"/>
                <a:gd name="connsiteX208" fmla="*/ 25521 w 753125"/>
                <a:gd name="connsiteY208" fmla="*/ 37396 h 94062"/>
                <a:gd name="connsiteX209" fmla="*/ 19896 w 753125"/>
                <a:gd name="connsiteY209" fmla="*/ 44063 h 94062"/>
                <a:gd name="connsiteX210" fmla="*/ 13281 w 753125"/>
                <a:gd name="connsiteY210" fmla="*/ 49584 h 94062"/>
                <a:gd name="connsiteX211" fmla="*/ 6354 w 753125"/>
                <a:gd name="connsiteY211" fmla="*/ 53959 h 94062"/>
                <a:gd name="connsiteX212" fmla="*/ 0 w 753125"/>
                <a:gd name="connsiteY212" fmla="*/ 48230 h 94062"/>
                <a:gd name="connsiteX213" fmla="*/ 9635 w 753125"/>
                <a:gd name="connsiteY213" fmla="*/ 42448 h 94062"/>
                <a:gd name="connsiteX214" fmla="*/ 17604 w 753125"/>
                <a:gd name="connsiteY214" fmla="*/ 34792 h 94062"/>
                <a:gd name="connsiteX215" fmla="*/ 23021 w 753125"/>
                <a:gd name="connsiteY215" fmla="*/ 25260 h 94062"/>
                <a:gd name="connsiteX216" fmla="*/ 25000 w 753125"/>
                <a:gd name="connsiteY216" fmla="*/ 13750 h 94062"/>
                <a:gd name="connsiteX217" fmla="*/ 225000 w 753125"/>
                <a:gd name="connsiteY217" fmla="*/ 1146 h 94062"/>
                <a:gd name="connsiteX218" fmla="*/ 234740 w 753125"/>
                <a:gd name="connsiteY218" fmla="*/ 3125 h 94062"/>
                <a:gd name="connsiteX219" fmla="*/ 242396 w 753125"/>
                <a:gd name="connsiteY219" fmla="*/ 8438 h 94062"/>
                <a:gd name="connsiteX220" fmla="*/ 247448 w 753125"/>
                <a:gd name="connsiteY220" fmla="*/ 16355 h 94062"/>
                <a:gd name="connsiteX221" fmla="*/ 249271 w 753125"/>
                <a:gd name="connsiteY221" fmla="*/ 25938 h 94062"/>
                <a:gd name="connsiteX222" fmla="*/ 247448 w 753125"/>
                <a:gd name="connsiteY222" fmla="*/ 35521 h 94062"/>
                <a:gd name="connsiteX223" fmla="*/ 242396 w 753125"/>
                <a:gd name="connsiteY223" fmla="*/ 43333 h 94062"/>
                <a:gd name="connsiteX224" fmla="*/ 234740 w 753125"/>
                <a:gd name="connsiteY224" fmla="*/ 48698 h 94062"/>
                <a:gd name="connsiteX225" fmla="*/ 225000 w 753125"/>
                <a:gd name="connsiteY225" fmla="*/ 50625 h 94062"/>
                <a:gd name="connsiteX226" fmla="*/ 215104 w 753125"/>
                <a:gd name="connsiteY226" fmla="*/ 48698 h 94062"/>
                <a:gd name="connsiteX227" fmla="*/ 207396 w 753125"/>
                <a:gd name="connsiteY227" fmla="*/ 43333 h 94062"/>
                <a:gd name="connsiteX228" fmla="*/ 202396 w 753125"/>
                <a:gd name="connsiteY228" fmla="*/ 35521 h 94062"/>
                <a:gd name="connsiteX229" fmla="*/ 200625 w 753125"/>
                <a:gd name="connsiteY229" fmla="*/ 25938 h 94062"/>
                <a:gd name="connsiteX230" fmla="*/ 202396 w 753125"/>
                <a:gd name="connsiteY230" fmla="*/ 16355 h 94062"/>
                <a:gd name="connsiteX231" fmla="*/ 207396 w 753125"/>
                <a:gd name="connsiteY231" fmla="*/ 8438 h 94062"/>
                <a:gd name="connsiteX232" fmla="*/ 215104 w 753125"/>
                <a:gd name="connsiteY232" fmla="*/ 3125 h 94062"/>
                <a:gd name="connsiteX233" fmla="*/ 225000 w 753125"/>
                <a:gd name="connsiteY233" fmla="*/ 1146 h 94062"/>
                <a:gd name="connsiteX234" fmla="*/ 732396 w 753125"/>
                <a:gd name="connsiteY234" fmla="*/ 0 h 94062"/>
                <a:gd name="connsiteX235" fmla="*/ 740625 w 753125"/>
                <a:gd name="connsiteY235" fmla="*/ 0 h 94062"/>
                <a:gd name="connsiteX236" fmla="*/ 740625 w 753125"/>
                <a:gd name="connsiteY236" fmla="*/ 22813 h 94062"/>
                <a:gd name="connsiteX237" fmla="*/ 753125 w 753125"/>
                <a:gd name="connsiteY237" fmla="*/ 22813 h 94062"/>
                <a:gd name="connsiteX238" fmla="*/ 753125 w 753125"/>
                <a:gd name="connsiteY238" fmla="*/ 30104 h 94062"/>
                <a:gd name="connsiteX239" fmla="*/ 740625 w 753125"/>
                <a:gd name="connsiteY239" fmla="*/ 30104 h 94062"/>
                <a:gd name="connsiteX240" fmla="*/ 740625 w 753125"/>
                <a:gd name="connsiteY240" fmla="*/ 67709 h 94062"/>
                <a:gd name="connsiteX241" fmla="*/ 732396 w 753125"/>
                <a:gd name="connsiteY241" fmla="*/ 67709 h 94062"/>
                <a:gd name="connsiteX242" fmla="*/ 540730 w 753125"/>
                <a:gd name="connsiteY242" fmla="*/ 0 h 94062"/>
                <a:gd name="connsiteX243" fmla="*/ 548959 w 753125"/>
                <a:gd name="connsiteY243" fmla="*/ 0 h 94062"/>
                <a:gd name="connsiteX244" fmla="*/ 548959 w 753125"/>
                <a:gd name="connsiteY244" fmla="*/ 67500 h 94062"/>
                <a:gd name="connsiteX245" fmla="*/ 540730 w 753125"/>
                <a:gd name="connsiteY245" fmla="*/ 67500 h 94062"/>
                <a:gd name="connsiteX246" fmla="*/ 540730 w 753125"/>
                <a:gd name="connsiteY246" fmla="*/ 34583 h 94062"/>
                <a:gd name="connsiteX247" fmla="*/ 521355 w 753125"/>
                <a:gd name="connsiteY247" fmla="*/ 34583 h 94062"/>
                <a:gd name="connsiteX248" fmla="*/ 521355 w 753125"/>
                <a:gd name="connsiteY248" fmla="*/ 27396 h 94062"/>
                <a:gd name="connsiteX249" fmla="*/ 540730 w 753125"/>
                <a:gd name="connsiteY249" fmla="*/ 27396 h 94062"/>
                <a:gd name="connsiteX250" fmla="*/ 359479 w 753125"/>
                <a:gd name="connsiteY250" fmla="*/ 0 h 94062"/>
                <a:gd name="connsiteX251" fmla="*/ 367604 w 753125"/>
                <a:gd name="connsiteY251" fmla="*/ 0 h 94062"/>
                <a:gd name="connsiteX252" fmla="*/ 367604 w 753125"/>
                <a:gd name="connsiteY252" fmla="*/ 67709 h 94062"/>
                <a:gd name="connsiteX253" fmla="*/ 359479 w 753125"/>
                <a:gd name="connsiteY253" fmla="*/ 67709 h 94062"/>
                <a:gd name="connsiteX254" fmla="*/ 359479 w 753125"/>
                <a:gd name="connsiteY254" fmla="*/ 29062 h 94062"/>
                <a:gd name="connsiteX255" fmla="*/ 340208 w 753125"/>
                <a:gd name="connsiteY255" fmla="*/ 29062 h 94062"/>
                <a:gd name="connsiteX256" fmla="*/ 340208 w 753125"/>
                <a:gd name="connsiteY256" fmla="*/ 21771 h 94062"/>
                <a:gd name="connsiteX257" fmla="*/ 359479 w 753125"/>
                <a:gd name="connsiteY257" fmla="*/ 21771 h 94062"/>
                <a:gd name="connsiteX258" fmla="*/ 263750 w 753125"/>
                <a:gd name="connsiteY258" fmla="*/ 0 h 94062"/>
                <a:gd name="connsiteX259" fmla="*/ 271771 w 753125"/>
                <a:gd name="connsiteY259" fmla="*/ 0 h 94062"/>
                <a:gd name="connsiteX260" fmla="*/ 271771 w 753125"/>
                <a:gd name="connsiteY260" fmla="*/ 22813 h 94062"/>
                <a:gd name="connsiteX261" fmla="*/ 284479 w 753125"/>
                <a:gd name="connsiteY261" fmla="*/ 22813 h 94062"/>
                <a:gd name="connsiteX262" fmla="*/ 284479 w 753125"/>
                <a:gd name="connsiteY262" fmla="*/ 30104 h 94062"/>
                <a:gd name="connsiteX263" fmla="*/ 271771 w 753125"/>
                <a:gd name="connsiteY263" fmla="*/ 30104 h 94062"/>
                <a:gd name="connsiteX264" fmla="*/ 271771 w 753125"/>
                <a:gd name="connsiteY264" fmla="*/ 67917 h 94062"/>
                <a:gd name="connsiteX265" fmla="*/ 263750 w 753125"/>
                <a:gd name="connsiteY265" fmla="*/ 67917 h 94062"/>
                <a:gd name="connsiteX266" fmla="*/ 162604 w 753125"/>
                <a:gd name="connsiteY266" fmla="*/ 0 h 94062"/>
                <a:gd name="connsiteX267" fmla="*/ 170729 w 753125"/>
                <a:gd name="connsiteY267" fmla="*/ 0 h 94062"/>
                <a:gd name="connsiteX268" fmla="*/ 170729 w 753125"/>
                <a:gd name="connsiteY268" fmla="*/ 48542 h 94062"/>
                <a:gd name="connsiteX269" fmla="*/ 162604 w 753125"/>
                <a:gd name="connsiteY269" fmla="*/ 48542 h 94062"/>
                <a:gd name="connsiteX270" fmla="*/ 162604 w 753125"/>
                <a:gd name="connsiteY270" fmla="*/ 27604 h 94062"/>
                <a:gd name="connsiteX271" fmla="*/ 144479 w 753125"/>
                <a:gd name="connsiteY271" fmla="*/ 27604 h 94062"/>
                <a:gd name="connsiteX272" fmla="*/ 141563 w 753125"/>
                <a:gd name="connsiteY272" fmla="*/ 35105 h 94062"/>
                <a:gd name="connsiteX273" fmla="*/ 136354 w 753125"/>
                <a:gd name="connsiteY273" fmla="*/ 40938 h 94062"/>
                <a:gd name="connsiteX274" fmla="*/ 129271 w 753125"/>
                <a:gd name="connsiteY274" fmla="*/ 44688 h 94062"/>
                <a:gd name="connsiteX275" fmla="*/ 121042 w 753125"/>
                <a:gd name="connsiteY275" fmla="*/ 46042 h 94062"/>
                <a:gd name="connsiteX276" fmla="*/ 111927 w 753125"/>
                <a:gd name="connsiteY276" fmla="*/ 44375 h 94062"/>
                <a:gd name="connsiteX277" fmla="*/ 104375 w 753125"/>
                <a:gd name="connsiteY277" fmla="*/ 39688 h 94062"/>
                <a:gd name="connsiteX278" fmla="*/ 99271 w 753125"/>
                <a:gd name="connsiteY278" fmla="*/ 32605 h 94062"/>
                <a:gd name="connsiteX279" fmla="*/ 97396 w 753125"/>
                <a:gd name="connsiteY279" fmla="*/ 23542 h 94062"/>
                <a:gd name="connsiteX280" fmla="*/ 99219 w 753125"/>
                <a:gd name="connsiteY280" fmla="*/ 14532 h 94062"/>
                <a:gd name="connsiteX281" fmla="*/ 104271 w 753125"/>
                <a:gd name="connsiteY281" fmla="*/ 7500 h 94062"/>
                <a:gd name="connsiteX282" fmla="*/ 111823 w 753125"/>
                <a:gd name="connsiteY282" fmla="*/ 2813 h 94062"/>
                <a:gd name="connsiteX283" fmla="*/ 121042 w 753125"/>
                <a:gd name="connsiteY283" fmla="*/ 1146 h 94062"/>
                <a:gd name="connsiteX284" fmla="*/ 129479 w 753125"/>
                <a:gd name="connsiteY284" fmla="*/ 2604 h 94062"/>
                <a:gd name="connsiteX285" fmla="*/ 136667 w 753125"/>
                <a:gd name="connsiteY285" fmla="*/ 6563 h 94062"/>
                <a:gd name="connsiteX286" fmla="*/ 141979 w 753125"/>
                <a:gd name="connsiteY286" fmla="*/ 12709 h 94062"/>
                <a:gd name="connsiteX287" fmla="*/ 144688 w 753125"/>
                <a:gd name="connsiteY287" fmla="*/ 20417 h 94062"/>
                <a:gd name="connsiteX288" fmla="*/ 162604 w 753125"/>
                <a:gd name="connsiteY288" fmla="*/ 20417 h 94062"/>
                <a:gd name="connsiteX289" fmla="*/ 67709 w 753125"/>
                <a:gd name="connsiteY289" fmla="*/ 0 h 94062"/>
                <a:gd name="connsiteX290" fmla="*/ 75833 w 753125"/>
                <a:gd name="connsiteY290" fmla="*/ 0 h 94062"/>
                <a:gd name="connsiteX291" fmla="*/ 75833 w 753125"/>
                <a:gd name="connsiteY291" fmla="*/ 27500 h 94062"/>
                <a:gd name="connsiteX292" fmla="*/ 88542 w 753125"/>
                <a:gd name="connsiteY292" fmla="*/ 27500 h 94062"/>
                <a:gd name="connsiteX293" fmla="*/ 88542 w 753125"/>
                <a:gd name="connsiteY293" fmla="*/ 34792 h 94062"/>
                <a:gd name="connsiteX294" fmla="*/ 75833 w 753125"/>
                <a:gd name="connsiteY294" fmla="*/ 34792 h 94062"/>
                <a:gd name="connsiteX295" fmla="*/ 75833 w 753125"/>
                <a:gd name="connsiteY295" fmla="*/ 67709 h 94062"/>
                <a:gd name="connsiteX296" fmla="*/ 67709 w 753125"/>
                <a:gd name="connsiteY296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753125" h="94062">
                  <a:moveTo>
                    <a:pt x="118959" y="71667"/>
                  </a:moveTo>
                  <a:lnTo>
                    <a:pt x="118959" y="84584"/>
                  </a:lnTo>
                  <a:lnTo>
                    <a:pt x="162604" y="84584"/>
                  </a:lnTo>
                  <a:lnTo>
                    <a:pt x="162604" y="71667"/>
                  </a:lnTo>
                  <a:close/>
                  <a:moveTo>
                    <a:pt x="617917" y="63646"/>
                  </a:moveTo>
                  <a:cubicBezTo>
                    <a:pt x="610625" y="63646"/>
                    <a:pt x="604779" y="64662"/>
                    <a:pt x="600365" y="66719"/>
                  </a:cubicBezTo>
                  <a:cubicBezTo>
                    <a:pt x="595951" y="68763"/>
                    <a:pt x="593750" y="71667"/>
                    <a:pt x="593750" y="75417"/>
                  </a:cubicBezTo>
                  <a:cubicBezTo>
                    <a:pt x="593750" y="79375"/>
                    <a:pt x="595951" y="82370"/>
                    <a:pt x="600365" y="84427"/>
                  </a:cubicBezTo>
                  <a:cubicBezTo>
                    <a:pt x="604779" y="86471"/>
                    <a:pt x="610625" y="87500"/>
                    <a:pt x="617917" y="87500"/>
                  </a:cubicBezTo>
                  <a:cubicBezTo>
                    <a:pt x="625000" y="87500"/>
                    <a:pt x="630821" y="86471"/>
                    <a:pt x="635365" y="84427"/>
                  </a:cubicBezTo>
                  <a:cubicBezTo>
                    <a:pt x="639909" y="82370"/>
                    <a:pt x="642188" y="79375"/>
                    <a:pt x="642188" y="75417"/>
                  </a:cubicBezTo>
                  <a:cubicBezTo>
                    <a:pt x="642188" y="71667"/>
                    <a:pt x="639909" y="68763"/>
                    <a:pt x="635365" y="66719"/>
                  </a:cubicBezTo>
                  <a:cubicBezTo>
                    <a:pt x="630821" y="64662"/>
                    <a:pt x="625000" y="63646"/>
                    <a:pt x="617917" y="63646"/>
                  </a:cubicBezTo>
                  <a:close/>
                  <a:moveTo>
                    <a:pt x="18021" y="60937"/>
                  </a:moveTo>
                  <a:lnTo>
                    <a:pt x="26250" y="60937"/>
                  </a:lnTo>
                  <a:lnTo>
                    <a:pt x="26250" y="83334"/>
                  </a:lnTo>
                  <a:lnTo>
                    <a:pt x="78750" y="83334"/>
                  </a:lnTo>
                  <a:lnTo>
                    <a:pt x="78750" y="90417"/>
                  </a:lnTo>
                  <a:lnTo>
                    <a:pt x="20208" y="90417"/>
                  </a:lnTo>
                  <a:cubicBezTo>
                    <a:pt x="19375" y="90417"/>
                    <a:pt x="18802" y="90261"/>
                    <a:pt x="18490" y="89948"/>
                  </a:cubicBezTo>
                  <a:cubicBezTo>
                    <a:pt x="18177" y="89636"/>
                    <a:pt x="18021" y="89063"/>
                    <a:pt x="18021" y="88229"/>
                  </a:cubicBezTo>
                  <a:close/>
                  <a:moveTo>
                    <a:pt x="307917" y="60833"/>
                  </a:moveTo>
                  <a:lnTo>
                    <a:pt x="316354" y="60833"/>
                  </a:lnTo>
                  <a:lnTo>
                    <a:pt x="316354" y="83334"/>
                  </a:lnTo>
                  <a:lnTo>
                    <a:pt x="370209" y="83334"/>
                  </a:lnTo>
                  <a:lnTo>
                    <a:pt x="370209" y="90417"/>
                  </a:lnTo>
                  <a:lnTo>
                    <a:pt x="310104" y="90417"/>
                  </a:lnTo>
                  <a:cubicBezTo>
                    <a:pt x="309271" y="90417"/>
                    <a:pt x="308698" y="90261"/>
                    <a:pt x="308385" y="89948"/>
                  </a:cubicBezTo>
                  <a:cubicBezTo>
                    <a:pt x="308073" y="89636"/>
                    <a:pt x="307917" y="89063"/>
                    <a:pt x="307917" y="88229"/>
                  </a:cubicBezTo>
                  <a:close/>
                  <a:moveTo>
                    <a:pt x="489063" y="60729"/>
                  </a:moveTo>
                  <a:lnTo>
                    <a:pt x="497500" y="60729"/>
                  </a:lnTo>
                  <a:lnTo>
                    <a:pt x="497500" y="83334"/>
                  </a:lnTo>
                  <a:lnTo>
                    <a:pt x="551459" y="83334"/>
                  </a:lnTo>
                  <a:lnTo>
                    <a:pt x="551459" y="90417"/>
                  </a:lnTo>
                  <a:lnTo>
                    <a:pt x="491250" y="90417"/>
                  </a:lnTo>
                  <a:cubicBezTo>
                    <a:pt x="490417" y="90417"/>
                    <a:pt x="489844" y="90261"/>
                    <a:pt x="489532" y="89948"/>
                  </a:cubicBezTo>
                  <a:cubicBezTo>
                    <a:pt x="489219" y="89636"/>
                    <a:pt x="489063" y="89063"/>
                    <a:pt x="489063" y="88229"/>
                  </a:cubicBezTo>
                  <a:close/>
                  <a:moveTo>
                    <a:pt x="213750" y="60417"/>
                  </a:moveTo>
                  <a:lnTo>
                    <a:pt x="222083" y="60417"/>
                  </a:lnTo>
                  <a:lnTo>
                    <a:pt x="222083" y="83334"/>
                  </a:lnTo>
                  <a:lnTo>
                    <a:pt x="274792" y="83334"/>
                  </a:lnTo>
                  <a:lnTo>
                    <a:pt x="274792" y="90417"/>
                  </a:lnTo>
                  <a:lnTo>
                    <a:pt x="215938" y="90417"/>
                  </a:lnTo>
                  <a:cubicBezTo>
                    <a:pt x="215104" y="90417"/>
                    <a:pt x="214532" y="90261"/>
                    <a:pt x="214219" y="89948"/>
                  </a:cubicBezTo>
                  <a:cubicBezTo>
                    <a:pt x="213906" y="89636"/>
                    <a:pt x="213750" y="89063"/>
                    <a:pt x="213750" y="88229"/>
                  </a:cubicBezTo>
                  <a:close/>
                  <a:moveTo>
                    <a:pt x="682501" y="60105"/>
                  </a:moveTo>
                  <a:lnTo>
                    <a:pt x="690834" y="60105"/>
                  </a:lnTo>
                  <a:lnTo>
                    <a:pt x="690834" y="83334"/>
                  </a:lnTo>
                  <a:lnTo>
                    <a:pt x="743854" y="83334"/>
                  </a:lnTo>
                  <a:lnTo>
                    <a:pt x="743854" y="90417"/>
                  </a:lnTo>
                  <a:lnTo>
                    <a:pt x="684688" y="90417"/>
                  </a:lnTo>
                  <a:cubicBezTo>
                    <a:pt x="683854" y="90417"/>
                    <a:pt x="683282" y="90261"/>
                    <a:pt x="682969" y="89948"/>
                  </a:cubicBezTo>
                  <a:cubicBezTo>
                    <a:pt x="682657" y="89636"/>
                    <a:pt x="682501" y="89063"/>
                    <a:pt x="682501" y="88229"/>
                  </a:cubicBezTo>
                  <a:close/>
                  <a:moveTo>
                    <a:pt x="617917" y="56980"/>
                  </a:moveTo>
                  <a:cubicBezTo>
                    <a:pt x="628542" y="56980"/>
                    <a:pt x="636732" y="58750"/>
                    <a:pt x="642500" y="62292"/>
                  </a:cubicBezTo>
                  <a:cubicBezTo>
                    <a:pt x="648256" y="65834"/>
                    <a:pt x="651146" y="70235"/>
                    <a:pt x="651146" y="75521"/>
                  </a:cubicBezTo>
                  <a:cubicBezTo>
                    <a:pt x="651146" y="80860"/>
                    <a:pt x="648282" y="85286"/>
                    <a:pt x="642552" y="88802"/>
                  </a:cubicBezTo>
                  <a:cubicBezTo>
                    <a:pt x="636823" y="92305"/>
                    <a:pt x="628607" y="94063"/>
                    <a:pt x="617917" y="94063"/>
                  </a:cubicBezTo>
                  <a:cubicBezTo>
                    <a:pt x="607214" y="94063"/>
                    <a:pt x="598998" y="92305"/>
                    <a:pt x="593229" y="88802"/>
                  </a:cubicBezTo>
                  <a:cubicBezTo>
                    <a:pt x="587461" y="85286"/>
                    <a:pt x="584584" y="80860"/>
                    <a:pt x="584584" y="75521"/>
                  </a:cubicBezTo>
                  <a:cubicBezTo>
                    <a:pt x="584584" y="70235"/>
                    <a:pt x="587461" y="65834"/>
                    <a:pt x="593229" y="62292"/>
                  </a:cubicBezTo>
                  <a:cubicBezTo>
                    <a:pt x="598998" y="58750"/>
                    <a:pt x="607214" y="56980"/>
                    <a:pt x="617917" y="56980"/>
                  </a:cubicBezTo>
                  <a:close/>
                  <a:moveTo>
                    <a:pt x="110833" y="53438"/>
                  </a:moveTo>
                  <a:lnTo>
                    <a:pt x="118959" y="53438"/>
                  </a:lnTo>
                  <a:lnTo>
                    <a:pt x="118959" y="64896"/>
                  </a:lnTo>
                  <a:lnTo>
                    <a:pt x="162604" y="64896"/>
                  </a:lnTo>
                  <a:lnTo>
                    <a:pt x="162604" y="53438"/>
                  </a:lnTo>
                  <a:lnTo>
                    <a:pt x="170625" y="53438"/>
                  </a:lnTo>
                  <a:lnTo>
                    <a:pt x="170625" y="89167"/>
                  </a:lnTo>
                  <a:cubicBezTo>
                    <a:pt x="170625" y="90000"/>
                    <a:pt x="170469" y="90573"/>
                    <a:pt x="170156" y="90886"/>
                  </a:cubicBezTo>
                  <a:cubicBezTo>
                    <a:pt x="169844" y="91198"/>
                    <a:pt x="169271" y="91354"/>
                    <a:pt x="168438" y="91354"/>
                  </a:cubicBezTo>
                  <a:lnTo>
                    <a:pt x="113021" y="91354"/>
                  </a:lnTo>
                  <a:cubicBezTo>
                    <a:pt x="112188" y="91354"/>
                    <a:pt x="111615" y="91198"/>
                    <a:pt x="111302" y="90886"/>
                  </a:cubicBezTo>
                  <a:cubicBezTo>
                    <a:pt x="110990" y="90573"/>
                    <a:pt x="110833" y="90000"/>
                    <a:pt x="110833" y="89167"/>
                  </a:cubicBezTo>
                  <a:close/>
                  <a:moveTo>
                    <a:pt x="400000" y="26875"/>
                  </a:moveTo>
                  <a:lnTo>
                    <a:pt x="400000" y="45938"/>
                  </a:lnTo>
                  <a:lnTo>
                    <a:pt x="445209" y="45938"/>
                  </a:lnTo>
                  <a:lnTo>
                    <a:pt x="445209" y="26875"/>
                  </a:lnTo>
                  <a:close/>
                  <a:moveTo>
                    <a:pt x="609375" y="21875"/>
                  </a:moveTo>
                  <a:lnTo>
                    <a:pt x="617709" y="21875"/>
                  </a:lnTo>
                  <a:lnTo>
                    <a:pt x="617709" y="41355"/>
                  </a:lnTo>
                  <a:lnTo>
                    <a:pt x="660209" y="41355"/>
                  </a:lnTo>
                  <a:lnTo>
                    <a:pt x="660209" y="48542"/>
                  </a:lnTo>
                  <a:lnTo>
                    <a:pt x="575625" y="48542"/>
                  </a:lnTo>
                  <a:lnTo>
                    <a:pt x="575625" y="41355"/>
                  </a:lnTo>
                  <a:lnTo>
                    <a:pt x="609375" y="41355"/>
                  </a:lnTo>
                  <a:close/>
                  <a:moveTo>
                    <a:pt x="225000" y="8542"/>
                  </a:moveTo>
                  <a:cubicBezTo>
                    <a:pt x="220000" y="8542"/>
                    <a:pt x="216107" y="10235"/>
                    <a:pt x="213333" y="13646"/>
                  </a:cubicBezTo>
                  <a:cubicBezTo>
                    <a:pt x="210547" y="17045"/>
                    <a:pt x="209167" y="21146"/>
                    <a:pt x="209167" y="25938"/>
                  </a:cubicBezTo>
                  <a:cubicBezTo>
                    <a:pt x="209167" y="30730"/>
                    <a:pt x="210547" y="34792"/>
                    <a:pt x="213333" y="38126"/>
                  </a:cubicBezTo>
                  <a:cubicBezTo>
                    <a:pt x="216107" y="41459"/>
                    <a:pt x="220000" y="43125"/>
                    <a:pt x="225000" y="43125"/>
                  </a:cubicBezTo>
                  <a:cubicBezTo>
                    <a:pt x="230000" y="43125"/>
                    <a:pt x="233867" y="41459"/>
                    <a:pt x="236615" y="38126"/>
                  </a:cubicBezTo>
                  <a:cubicBezTo>
                    <a:pt x="239362" y="34792"/>
                    <a:pt x="240729" y="30730"/>
                    <a:pt x="240729" y="25938"/>
                  </a:cubicBezTo>
                  <a:cubicBezTo>
                    <a:pt x="240729" y="21146"/>
                    <a:pt x="239362" y="17045"/>
                    <a:pt x="236615" y="13646"/>
                  </a:cubicBezTo>
                  <a:cubicBezTo>
                    <a:pt x="233867" y="10235"/>
                    <a:pt x="230000" y="8542"/>
                    <a:pt x="225000" y="8542"/>
                  </a:cubicBezTo>
                  <a:close/>
                  <a:moveTo>
                    <a:pt x="121042" y="8438"/>
                  </a:moveTo>
                  <a:cubicBezTo>
                    <a:pt x="118815" y="8438"/>
                    <a:pt x="116771" y="8854"/>
                    <a:pt x="114896" y="9688"/>
                  </a:cubicBezTo>
                  <a:cubicBezTo>
                    <a:pt x="113021" y="10521"/>
                    <a:pt x="111393" y="11589"/>
                    <a:pt x="110000" y="12917"/>
                  </a:cubicBezTo>
                  <a:cubicBezTo>
                    <a:pt x="108542" y="14297"/>
                    <a:pt x="107422" y="15912"/>
                    <a:pt x="106667" y="17761"/>
                  </a:cubicBezTo>
                  <a:cubicBezTo>
                    <a:pt x="105898" y="19596"/>
                    <a:pt x="105521" y="21563"/>
                    <a:pt x="105521" y="23646"/>
                  </a:cubicBezTo>
                  <a:cubicBezTo>
                    <a:pt x="105521" y="25729"/>
                    <a:pt x="105898" y="27683"/>
                    <a:pt x="106667" y="29531"/>
                  </a:cubicBezTo>
                  <a:cubicBezTo>
                    <a:pt x="107422" y="31367"/>
                    <a:pt x="108542" y="32943"/>
                    <a:pt x="110000" y="34271"/>
                  </a:cubicBezTo>
                  <a:cubicBezTo>
                    <a:pt x="111393" y="35652"/>
                    <a:pt x="113021" y="36732"/>
                    <a:pt x="114896" y="37500"/>
                  </a:cubicBezTo>
                  <a:cubicBezTo>
                    <a:pt x="116771" y="38255"/>
                    <a:pt x="118815" y="38646"/>
                    <a:pt x="121042" y="38646"/>
                  </a:cubicBezTo>
                  <a:cubicBezTo>
                    <a:pt x="125625" y="38646"/>
                    <a:pt x="129362" y="37188"/>
                    <a:pt x="132240" y="34271"/>
                  </a:cubicBezTo>
                  <a:cubicBezTo>
                    <a:pt x="135117" y="31354"/>
                    <a:pt x="136563" y="27813"/>
                    <a:pt x="136563" y="23646"/>
                  </a:cubicBezTo>
                  <a:cubicBezTo>
                    <a:pt x="136563" y="19401"/>
                    <a:pt x="135078" y="15807"/>
                    <a:pt x="132136" y="12865"/>
                  </a:cubicBezTo>
                  <a:cubicBezTo>
                    <a:pt x="129180" y="9909"/>
                    <a:pt x="125482" y="8438"/>
                    <a:pt x="121042" y="8438"/>
                  </a:cubicBezTo>
                  <a:close/>
                  <a:moveTo>
                    <a:pt x="675313" y="4271"/>
                  </a:moveTo>
                  <a:lnTo>
                    <a:pt x="715417" y="4271"/>
                  </a:lnTo>
                  <a:lnTo>
                    <a:pt x="715417" y="11458"/>
                  </a:lnTo>
                  <a:lnTo>
                    <a:pt x="681250" y="11458"/>
                  </a:lnTo>
                  <a:lnTo>
                    <a:pt x="681250" y="41042"/>
                  </a:lnTo>
                  <a:lnTo>
                    <a:pt x="686355" y="41042"/>
                  </a:lnTo>
                  <a:cubicBezTo>
                    <a:pt x="693229" y="41042"/>
                    <a:pt x="700339" y="40782"/>
                    <a:pt x="707709" y="40261"/>
                  </a:cubicBezTo>
                  <a:cubicBezTo>
                    <a:pt x="715065" y="39740"/>
                    <a:pt x="721875" y="38854"/>
                    <a:pt x="728126" y="37604"/>
                  </a:cubicBezTo>
                  <a:lnTo>
                    <a:pt x="728126" y="44792"/>
                  </a:lnTo>
                  <a:cubicBezTo>
                    <a:pt x="725065" y="45417"/>
                    <a:pt x="721732" y="45950"/>
                    <a:pt x="718126" y="46407"/>
                  </a:cubicBezTo>
                  <a:cubicBezTo>
                    <a:pt x="714519" y="46849"/>
                    <a:pt x="710730" y="47253"/>
                    <a:pt x="706771" y="47604"/>
                  </a:cubicBezTo>
                  <a:cubicBezTo>
                    <a:pt x="702813" y="47878"/>
                    <a:pt x="698764" y="48086"/>
                    <a:pt x="694636" y="48230"/>
                  </a:cubicBezTo>
                  <a:cubicBezTo>
                    <a:pt x="690508" y="48359"/>
                    <a:pt x="686459" y="48438"/>
                    <a:pt x="682501" y="48438"/>
                  </a:cubicBezTo>
                  <a:lnTo>
                    <a:pt x="675313" y="48438"/>
                  </a:lnTo>
                  <a:cubicBezTo>
                    <a:pt x="674402" y="48438"/>
                    <a:pt x="673815" y="48295"/>
                    <a:pt x="673542" y="48021"/>
                  </a:cubicBezTo>
                  <a:cubicBezTo>
                    <a:pt x="673269" y="47735"/>
                    <a:pt x="673126" y="47188"/>
                    <a:pt x="673126" y="46354"/>
                  </a:cubicBezTo>
                  <a:lnTo>
                    <a:pt x="673126" y="6459"/>
                  </a:lnTo>
                  <a:cubicBezTo>
                    <a:pt x="673126" y="5625"/>
                    <a:pt x="673282" y="5052"/>
                    <a:pt x="673594" y="4740"/>
                  </a:cubicBezTo>
                  <a:cubicBezTo>
                    <a:pt x="673907" y="4427"/>
                    <a:pt x="674479" y="4271"/>
                    <a:pt x="675313" y="4271"/>
                  </a:cubicBezTo>
                  <a:close/>
                  <a:moveTo>
                    <a:pt x="479271" y="4271"/>
                  </a:moveTo>
                  <a:lnTo>
                    <a:pt x="518646" y="4271"/>
                  </a:lnTo>
                  <a:cubicBezTo>
                    <a:pt x="519479" y="4271"/>
                    <a:pt x="520052" y="4427"/>
                    <a:pt x="520365" y="4740"/>
                  </a:cubicBezTo>
                  <a:cubicBezTo>
                    <a:pt x="520677" y="5052"/>
                    <a:pt x="520834" y="5625"/>
                    <a:pt x="520834" y="6459"/>
                  </a:cubicBezTo>
                  <a:cubicBezTo>
                    <a:pt x="520274" y="12631"/>
                    <a:pt x="518867" y="18334"/>
                    <a:pt x="516615" y="23542"/>
                  </a:cubicBezTo>
                  <a:cubicBezTo>
                    <a:pt x="514362" y="28750"/>
                    <a:pt x="511393" y="33464"/>
                    <a:pt x="507709" y="37708"/>
                  </a:cubicBezTo>
                  <a:cubicBezTo>
                    <a:pt x="504024" y="41940"/>
                    <a:pt x="499701" y="45677"/>
                    <a:pt x="494740" y="48907"/>
                  </a:cubicBezTo>
                  <a:cubicBezTo>
                    <a:pt x="489766" y="52136"/>
                    <a:pt x="484336" y="54792"/>
                    <a:pt x="478438" y="56876"/>
                  </a:cubicBezTo>
                  <a:lnTo>
                    <a:pt x="472917" y="50729"/>
                  </a:lnTo>
                  <a:cubicBezTo>
                    <a:pt x="483750" y="47110"/>
                    <a:pt x="492604" y="41901"/>
                    <a:pt x="499480" y="35105"/>
                  </a:cubicBezTo>
                  <a:cubicBezTo>
                    <a:pt x="506354" y="28295"/>
                    <a:pt x="510443" y="20417"/>
                    <a:pt x="511771" y="11458"/>
                  </a:cubicBezTo>
                  <a:lnTo>
                    <a:pt x="479271" y="11458"/>
                  </a:lnTo>
                  <a:close/>
                  <a:moveTo>
                    <a:pt x="296250" y="4271"/>
                  </a:moveTo>
                  <a:lnTo>
                    <a:pt x="341250" y="4271"/>
                  </a:lnTo>
                  <a:lnTo>
                    <a:pt x="341250" y="11250"/>
                  </a:lnTo>
                  <a:lnTo>
                    <a:pt x="323021" y="11250"/>
                  </a:lnTo>
                  <a:lnTo>
                    <a:pt x="323021" y="16979"/>
                  </a:lnTo>
                  <a:cubicBezTo>
                    <a:pt x="323021" y="20443"/>
                    <a:pt x="323594" y="23659"/>
                    <a:pt x="324740" y="26615"/>
                  </a:cubicBezTo>
                  <a:cubicBezTo>
                    <a:pt x="325886" y="29558"/>
                    <a:pt x="327396" y="32214"/>
                    <a:pt x="329271" y="34583"/>
                  </a:cubicBezTo>
                  <a:cubicBezTo>
                    <a:pt x="331563" y="37708"/>
                    <a:pt x="334297" y="40339"/>
                    <a:pt x="337500" y="42501"/>
                  </a:cubicBezTo>
                  <a:cubicBezTo>
                    <a:pt x="340690" y="44649"/>
                    <a:pt x="343854" y="46250"/>
                    <a:pt x="346979" y="47292"/>
                  </a:cubicBezTo>
                  <a:cubicBezTo>
                    <a:pt x="346003" y="48255"/>
                    <a:pt x="345000" y="49336"/>
                    <a:pt x="343959" y="50521"/>
                  </a:cubicBezTo>
                  <a:cubicBezTo>
                    <a:pt x="342917" y="51693"/>
                    <a:pt x="342123" y="52709"/>
                    <a:pt x="341563" y="53542"/>
                  </a:cubicBezTo>
                  <a:cubicBezTo>
                    <a:pt x="339688" y="52709"/>
                    <a:pt x="337657" y="51576"/>
                    <a:pt x="335469" y="50156"/>
                  </a:cubicBezTo>
                  <a:cubicBezTo>
                    <a:pt x="333282" y="48724"/>
                    <a:pt x="331146" y="47084"/>
                    <a:pt x="329063" y="45209"/>
                  </a:cubicBezTo>
                  <a:cubicBezTo>
                    <a:pt x="327045" y="43542"/>
                    <a:pt x="325157" y="41641"/>
                    <a:pt x="323386" y="39531"/>
                  </a:cubicBezTo>
                  <a:cubicBezTo>
                    <a:pt x="321615" y="37409"/>
                    <a:pt x="320105" y="35105"/>
                    <a:pt x="318854" y="32605"/>
                  </a:cubicBezTo>
                  <a:cubicBezTo>
                    <a:pt x="317878" y="35234"/>
                    <a:pt x="316641" y="37683"/>
                    <a:pt x="315157" y="39948"/>
                  </a:cubicBezTo>
                  <a:cubicBezTo>
                    <a:pt x="313659" y="42201"/>
                    <a:pt x="311979" y="44297"/>
                    <a:pt x="310104" y="46250"/>
                  </a:cubicBezTo>
                  <a:cubicBezTo>
                    <a:pt x="308021" y="48255"/>
                    <a:pt x="305782" y="50117"/>
                    <a:pt x="303385" y="51823"/>
                  </a:cubicBezTo>
                  <a:cubicBezTo>
                    <a:pt x="300990" y="53516"/>
                    <a:pt x="298542" y="55000"/>
                    <a:pt x="296042" y="56250"/>
                  </a:cubicBezTo>
                  <a:cubicBezTo>
                    <a:pt x="295417" y="55547"/>
                    <a:pt x="294427" y="54610"/>
                    <a:pt x="293073" y="53438"/>
                  </a:cubicBezTo>
                  <a:cubicBezTo>
                    <a:pt x="291719" y="52253"/>
                    <a:pt x="290586" y="51276"/>
                    <a:pt x="289688" y="50521"/>
                  </a:cubicBezTo>
                  <a:cubicBezTo>
                    <a:pt x="293360" y="48920"/>
                    <a:pt x="296888" y="46875"/>
                    <a:pt x="300261" y="44375"/>
                  </a:cubicBezTo>
                  <a:cubicBezTo>
                    <a:pt x="303620" y="41875"/>
                    <a:pt x="306459" y="38958"/>
                    <a:pt x="308750" y="35625"/>
                  </a:cubicBezTo>
                  <a:cubicBezTo>
                    <a:pt x="310547" y="33047"/>
                    <a:pt x="311992" y="30208"/>
                    <a:pt x="313073" y="27084"/>
                  </a:cubicBezTo>
                  <a:cubicBezTo>
                    <a:pt x="314141" y="23959"/>
                    <a:pt x="314688" y="20547"/>
                    <a:pt x="314688" y="16875"/>
                  </a:cubicBezTo>
                  <a:lnTo>
                    <a:pt x="314688" y="11250"/>
                  </a:lnTo>
                  <a:lnTo>
                    <a:pt x="296250" y="11250"/>
                  </a:lnTo>
                  <a:close/>
                  <a:moveTo>
                    <a:pt x="391771" y="3750"/>
                  </a:moveTo>
                  <a:lnTo>
                    <a:pt x="400000" y="3750"/>
                  </a:lnTo>
                  <a:lnTo>
                    <a:pt x="400000" y="19896"/>
                  </a:lnTo>
                  <a:lnTo>
                    <a:pt x="445209" y="19896"/>
                  </a:lnTo>
                  <a:lnTo>
                    <a:pt x="445209" y="3750"/>
                  </a:lnTo>
                  <a:lnTo>
                    <a:pt x="453438" y="3750"/>
                  </a:lnTo>
                  <a:lnTo>
                    <a:pt x="453438" y="50937"/>
                  </a:lnTo>
                  <a:cubicBezTo>
                    <a:pt x="453438" y="51771"/>
                    <a:pt x="453282" y="52344"/>
                    <a:pt x="452969" y="52656"/>
                  </a:cubicBezTo>
                  <a:cubicBezTo>
                    <a:pt x="452657" y="52969"/>
                    <a:pt x="452084" y="53125"/>
                    <a:pt x="451250" y="53125"/>
                  </a:cubicBezTo>
                  <a:lnTo>
                    <a:pt x="426771" y="53125"/>
                  </a:lnTo>
                  <a:lnTo>
                    <a:pt x="426771" y="73542"/>
                  </a:lnTo>
                  <a:lnTo>
                    <a:pt x="465000" y="73542"/>
                  </a:lnTo>
                  <a:lnTo>
                    <a:pt x="465000" y="80729"/>
                  </a:lnTo>
                  <a:lnTo>
                    <a:pt x="380209" y="80729"/>
                  </a:lnTo>
                  <a:lnTo>
                    <a:pt x="380209" y="73542"/>
                  </a:lnTo>
                  <a:lnTo>
                    <a:pt x="418229" y="73542"/>
                  </a:lnTo>
                  <a:lnTo>
                    <a:pt x="418229" y="53125"/>
                  </a:lnTo>
                  <a:lnTo>
                    <a:pt x="393959" y="53125"/>
                  </a:lnTo>
                  <a:cubicBezTo>
                    <a:pt x="393125" y="53125"/>
                    <a:pt x="392552" y="52969"/>
                    <a:pt x="392240" y="52656"/>
                  </a:cubicBezTo>
                  <a:cubicBezTo>
                    <a:pt x="391927" y="52344"/>
                    <a:pt x="391771" y="51771"/>
                    <a:pt x="391771" y="50937"/>
                  </a:cubicBezTo>
                  <a:close/>
                  <a:moveTo>
                    <a:pt x="585417" y="2708"/>
                  </a:moveTo>
                  <a:lnTo>
                    <a:pt x="648334" y="2708"/>
                  </a:lnTo>
                  <a:cubicBezTo>
                    <a:pt x="649167" y="2708"/>
                    <a:pt x="649740" y="2865"/>
                    <a:pt x="650053" y="3177"/>
                  </a:cubicBezTo>
                  <a:cubicBezTo>
                    <a:pt x="650365" y="3490"/>
                    <a:pt x="650521" y="4063"/>
                    <a:pt x="650521" y="4896"/>
                  </a:cubicBezTo>
                  <a:cubicBezTo>
                    <a:pt x="650313" y="10938"/>
                    <a:pt x="649857" y="16329"/>
                    <a:pt x="649167" y="21094"/>
                  </a:cubicBezTo>
                  <a:cubicBezTo>
                    <a:pt x="648464" y="25847"/>
                    <a:pt x="647735" y="30274"/>
                    <a:pt x="646979" y="34375"/>
                  </a:cubicBezTo>
                  <a:lnTo>
                    <a:pt x="639063" y="34375"/>
                  </a:lnTo>
                  <a:cubicBezTo>
                    <a:pt x="639896" y="30208"/>
                    <a:pt x="640547" y="26172"/>
                    <a:pt x="641042" y="22292"/>
                  </a:cubicBezTo>
                  <a:cubicBezTo>
                    <a:pt x="641524" y="18399"/>
                    <a:pt x="641875" y="14232"/>
                    <a:pt x="642084" y="9792"/>
                  </a:cubicBezTo>
                  <a:lnTo>
                    <a:pt x="585417" y="9792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021"/>
                  </a:lnTo>
                  <a:cubicBezTo>
                    <a:pt x="33646" y="16902"/>
                    <a:pt x="34297" y="20534"/>
                    <a:pt x="35625" y="23906"/>
                  </a:cubicBezTo>
                  <a:cubicBezTo>
                    <a:pt x="36940" y="27266"/>
                    <a:pt x="38750" y="30313"/>
                    <a:pt x="41042" y="33021"/>
                  </a:cubicBezTo>
                  <a:cubicBezTo>
                    <a:pt x="43255" y="35729"/>
                    <a:pt x="45833" y="38086"/>
                    <a:pt x="48750" y="40104"/>
                  </a:cubicBezTo>
                  <a:cubicBezTo>
                    <a:pt x="51667" y="42110"/>
                    <a:pt x="54688" y="43672"/>
                    <a:pt x="57813" y="44792"/>
                  </a:cubicBezTo>
                  <a:lnTo>
                    <a:pt x="52396" y="51250"/>
                  </a:lnTo>
                  <a:cubicBezTo>
                    <a:pt x="50443" y="50339"/>
                    <a:pt x="48385" y="49180"/>
                    <a:pt x="46198" y="47761"/>
                  </a:cubicBezTo>
                  <a:cubicBezTo>
                    <a:pt x="44011" y="46329"/>
                    <a:pt x="41875" y="44714"/>
                    <a:pt x="39792" y="42917"/>
                  </a:cubicBezTo>
                  <a:cubicBezTo>
                    <a:pt x="37708" y="41042"/>
                    <a:pt x="35742" y="39011"/>
                    <a:pt x="33906" y="36823"/>
                  </a:cubicBezTo>
                  <a:cubicBezTo>
                    <a:pt x="32057" y="34636"/>
                    <a:pt x="30586" y="32292"/>
                    <a:pt x="29479" y="29792"/>
                  </a:cubicBezTo>
                  <a:cubicBezTo>
                    <a:pt x="28503" y="32500"/>
                    <a:pt x="27188" y="35026"/>
                    <a:pt x="25521" y="37396"/>
                  </a:cubicBezTo>
                  <a:cubicBezTo>
                    <a:pt x="23854" y="39753"/>
                    <a:pt x="21979" y="41979"/>
                    <a:pt x="19896" y="44063"/>
                  </a:cubicBezTo>
                  <a:cubicBezTo>
                    <a:pt x="17813" y="46068"/>
                    <a:pt x="15599" y="47917"/>
                    <a:pt x="13281" y="49584"/>
                  </a:cubicBezTo>
                  <a:cubicBezTo>
                    <a:pt x="10951" y="51250"/>
                    <a:pt x="8646" y="52709"/>
                    <a:pt x="6354" y="53959"/>
                  </a:cubicBezTo>
                  <a:lnTo>
                    <a:pt x="0" y="48230"/>
                  </a:lnTo>
                  <a:cubicBezTo>
                    <a:pt x="3399" y="46628"/>
                    <a:pt x="6615" y="44701"/>
                    <a:pt x="9635" y="42448"/>
                  </a:cubicBezTo>
                  <a:cubicBezTo>
                    <a:pt x="12656" y="40182"/>
                    <a:pt x="15312" y="37630"/>
                    <a:pt x="17604" y="34792"/>
                  </a:cubicBezTo>
                  <a:cubicBezTo>
                    <a:pt x="19896" y="31940"/>
                    <a:pt x="21706" y="28764"/>
                    <a:pt x="23021" y="25260"/>
                  </a:cubicBezTo>
                  <a:cubicBezTo>
                    <a:pt x="24336" y="21745"/>
                    <a:pt x="25000" y="17917"/>
                    <a:pt x="25000" y="13750"/>
                  </a:cubicBezTo>
                  <a:close/>
                  <a:moveTo>
                    <a:pt x="225000" y="1146"/>
                  </a:moveTo>
                  <a:cubicBezTo>
                    <a:pt x="228542" y="1146"/>
                    <a:pt x="231784" y="1797"/>
                    <a:pt x="234740" y="3125"/>
                  </a:cubicBezTo>
                  <a:cubicBezTo>
                    <a:pt x="237682" y="4440"/>
                    <a:pt x="240235" y="6211"/>
                    <a:pt x="242396" y="8438"/>
                  </a:cubicBezTo>
                  <a:cubicBezTo>
                    <a:pt x="244544" y="10730"/>
                    <a:pt x="246224" y="13359"/>
                    <a:pt x="247448" y="16355"/>
                  </a:cubicBezTo>
                  <a:cubicBezTo>
                    <a:pt x="248659" y="19337"/>
                    <a:pt x="249271" y="22527"/>
                    <a:pt x="249271" y="25938"/>
                  </a:cubicBezTo>
                  <a:cubicBezTo>
                    <a:pt x="249271" y="29336"/>
                    <a:pt x="248659" y="32527"/>
                    <a:pt x="247448" y="35521"/>
                  </a:cubicBezTo>
                  <a:cubicBezTo>
                    <a:pt x="246224" y="38503"/>
                    <a:pt x="244544" y="41107"/>
                    <a:pt x="242396" y="43333"/>
                  </a:cubicBezTo>
                  <a:cubicBezTo>
                    <a:pt x="240235" y="45625"/>
                    <a:pt x="237682" y="47409"/>
                    <a:pt x="234740" y="48698"/>
                  </a:cubicBezTo>
                  <a:cubicBezTo>
                    <a:pt x="231784" y="49974"/>
                    <a:pt x="228542" y="50625"/>
                    <a:pt x="225000" y="50625"/>
                  </a:cubicBezTo>
                  <a:cubicBezTo>
                    <a:pt x="221393" y="50625"/>
                    <a:pt x="218086" y="49974"/>
                    <a:pt x="215104" y="48698"/>
                  </a:cubicBezTo>
                  <a:cubicBezTo>
                    <a:pt x="212110" y="47409"/>
                    <a:pt x="209545" y="45625"/>
                    <a:pt x="207396" y="43333"/>
                  </a:cubicBezTo>
                  <a:cubicBezTo>
                    <a:pt x="205234" y="41107"/>
                    <a:pt x="203568" y="38503"/>
                    <a:pt x="202396" y="35521"/>
                  </a:cubicBezTo>
                  <a:cubicBezTo>
                    <a:pt x="201211" y="32527"/>
                    <a:pt x="200625" y="29336"/>
                    <a:pt x="200625" y="25938"/>
                  </a:cubicBezTo>
                  <a:cubicBezTo>
                    <a:pt x="200625" y="22527"/>
                    <a:pt x="201211" y="19337"/>
                    <a:pt x="202396" y="16355"/>
                  </a:cubicBezTo>
                  <a:cubicBezTo>
                    <a:pt x="203568" y="13359"/>
                    <a:pt x="205234" y="10730"/>
                    <a:pt x="207396" y="8438"/>
                  </a:cubicBezTo>
                  <a:cubicBezTo>
                    <a:pt x="209545" y="6211"/>
                    <a:pt x="212110" y="4440"/>
                    <a:pt x="215104" y="3125"/>
                  </a:cubicBezTo>
                  <a:cubicBezTo>
                    <a:pt x="218086" y="1797"/>
                    <a:pt x="221393" y="1146"/>
                    <a:pt x="225000" y="1146"/>
                  </a:cubicBezTo>
                  <a:close/>
                  <a:moveTo>
                    <a:pt x="732396" y="0"/>
                  </a:moveTo>
                  <a:lnTo>
                    <a:pt x="740625" y="0"/>
                  </a:lnTo>
                  <a:lnTo>
                    <a:pt x="740625" y="22813"/>
                  </a:lnTo>
                  <a:lnTo>
                    <a:pt x="753125" y="22813"/>
                  </a:lnTo>
                  <a:lnTo>
                    <a:pt x="753125" y="30104"/>
                  </a:lnTo>
                  <a:lnTo>
                    <a:pt x="740625" y="30104"/>
                  </a:lnTo>
                  <a:lnTo>
                    <a:pt x="740625" y="67709"/>
                  </a:lnTo>
                  <a:lnTo>
                    <a:pt x="732396" y="67709"/>
                  </a:lnTo>
                  <a:close/>
                  <a:moveTo>
                    <a:pt x="540730" y="0"/>
                  </a:moveTo>
                  <a:lnTo>
                    <a:pt x="548959" y="0"/>
                  </a:lnTo>
                  <a:lnTo>
                    <a:pt x="548959" y="67500"/>
                  </a:lnTo>
                  <a:lnTo>
                    <a:pt x="540730" y="67500"/>
                  </a:lnTo>
                  <a:lnTo>
                    <a:pt x="540730" y="34583"/>
                  </a:lnTo>
                  <a:lnTo>
                    <a:pt x="521355" y="34583"/>
                  </a:lnTo>
                  <a:lnTo>
                    <a:pt x="521355" y="27396"/>
                  </a:lnTo>
                  <a:lnTo>
                    <a:pt x="540730" y="27396"/>
                  </a:lnTo>
                  <a:close/>
                  <a:moveTo>
                    <a:pt x="359479" y="0"/>
                  </a:moveTo>
                  <a:lnTo>
                    <a:pt x="367604" y="0"/>
                  </a:lnTo>
                  <a:lnTo>
                    <a:pt x="367604" y="67709"/>
                  </a:lnTo>
                  <a:lnTo>
                    <a:pt x="359479" y="67709"/>
                  </a:lnTo>
                  <a:lnTo>
                    <a:pt x="359479" y="29062"/>
                  </a:lnTo>
                  <a:lnTo>
                    <a:pt x="340208" y="29062"/>
                  </a:lnTo>
                  <a:lnTo>
                    <a:pt x="340208" y="21771"/>
                  </a:lnTo>
                  <a:lnTo>
                    <a:pt x="359479" y="21771"/>
                  </a:lnTo>
                  <a:close/>
                  <a:moveTo>
                    <a:pt x="263750" y="0"/>
                  </a:moveTo>
                  <a:lnTo>
                    <a:pt x="271771" y="0"/>
                  </a:lnTo>
                  <a:lnTo>
                    <a:pt x="271771" y="22813"/>
                  </a:lnTo>
                  <a:lnTo>
                    <a:pt x="284479" y="22813"/>
                  </a:lnTo>
                  <a:lnTo>
                    <a:pt x="284479" y="30104"/>
                  </a:lnTo>
                  <a:lnTo>
                    <a:pt x="271771" y="30104"/>
                  </a:lnTo>
                  <a:lnTo>
                    <a:pt x="271771" y="67917"/>
                  </a:lnTo>
                  <a:lnTo>
                    <a:pt x="263750" y="67917"/>
                  </a:lnTo>
                  <a:close/>
                  <a:moveTo>
                    <a:pt x="162604" y="0"/>
                  </a:moveTo>
                  <a:lnTo>
                    <a:pt x="170729" y="0"/>
                  </a:lnTo>
                  <a:lnTo>
                    <a:pt x="170729" y="48542"/>
                  </a:lnTo>
                  <a:lnTo>
                    <a:pt x="162604" y="48542"/>
                  </a:lnTo>
                  <a:lnTo>
                    <a:pt x="162604" y="27604"/>
                  </a:lnTo>
                  <a:lnTo>
                    <a:pt x="144479" y="27604"/>
                  </a:lnTo>
                  <a:cubicBezTo>
                    <a:pt x="143919" y="30313"/>
                    <a:pt x="142943" y="32813"/>
                    <a:pt x="141563" y="35105"/>
                  </a:cubicBezTo>
                  <a:cubicBezTo>
                    <a:pt x="140170" y="37396"/>
                    <a:pt x="138437" y="39336"/>
                    <a:pt x="136354" y="40938"/>
                  </a:cubicBezTo>
                  <a:cubicBezTo>
                    <a:pt x="134271" y="42526"/>
                    <a:pt x="131901" y="43776"/>
                    <a:pt x="129271" y="44688"/>
                  </a:cubicBezTo>
                  <a:cubicBezTo>
                    <a:pt x="126628" y="45586"/>
                    <a:pt x="123880" y="46042"/>
                    <a:pt x="121042" y="46042"/>
                  </a:cubicBezTo>
                  <a:cubicBezTo>
                    <a:pt x="117852" y="46042"/>
                    <a:pt x="114805" y="45482"/>
                    <a:pt x="111927" y="44375"/>
                  </a:cubicBezTo>
                  <a:cubicBezTo>
                    <a:pt x="109036" y="43256"/>
                    <a:pt x="106523" y="41693"/>
                    <a:pt x="104375" y="39688"/>
                  </a:cubicBezTo>
                  <a:cubicBezTo>
                    <a:pt x="102214" y="37735"/>
                    <a:pt x="100521" y="35378"/>
                    <a:pt x="99271" y="32605"/>
                  </a:cubicBezTo>
                  <a:cubicBezTo>
                    <a:pt x="98021" y="29818"/>
                    <a:pt x="97396" y="26797"/>
                    <a:pt x="97396" y="23542"/>
                  </a:cubicBezTo>
                  <a:cubicBezTo>
                    <a:pt x="97396" y="20274"/>
                    <a:pt x="97995" y="17265"/>
                    <a:pt x="99219" y="14532"/>
                  </a:cubicBezTo>
                  <a:cubicBezTo>
                    <a:pt x="100430" y="11784"/>
                    <a:pt x="102110" y="9441"/>
                    <a:pt x="104271" y="7500"/>
                  </a:cubicBezTo>
                  <a:cubicBezTo>
                    <a:pt x="106419" y="5482"/>
                    <a:pt x="108932" y="3920"/>
                    <a:pt x="111823" y="2813"/>
                  </a:cubicBezTo>
                  <a:cubicBezTo>
                    <a:pt x="114700" y="1693"/>
                    <a:pt x="117774" y="1146"/>
                    <a:pt x="121042" y="1146"/>
                  </a:cubicBezTo>
                  <a:cubicBezTo>
                    <a:pt x="123958" y="1146"/>
                    <a:pt x="126771" y="1628"/>
                    <a:pt x="129479" y="2604"/>
                  </a:cubicBezTo>
                  <a:cubicBezTo>
                    <a:pt x="132188" y="3568"/>
                    <a:pt x="134583" y="4896"/>
                    <a:pt x="136667" y="6563"/>
                  </a:cubicBezTo>
                  <a:cubicBezTo>
                    <a:pt x="138815" y="8295"/>
                    <a:pt x="140586" y="10339"/>
                    <a:pt x="141979" y="12709"/>
                  </a:cubicBezTo>
                  <a:cubicBezTo>
                    <a:pt x="143360" y="15066"/>
                    <a:pt x="144271" y="17630"/>
                    <a:pt x="144688" y="20417"/>
                  </a:cubicBezTo>
                  <a:lnTo>
                    <a:pt x="162604" y="20417"/>
                  </a:lnTo>
                  <a:close/>
                  <a:moveTo>
                    <a:pt x="67709" y="0"/>
                  </a:moveTo>
                  <a:lnTo>
                    <a:pt x="75833" y="0"/>
                  </a:lnTo>
                  <a:lnTo>
                    <a:pt x="75833" y="27500"/>
                  </a:lnTo>
                  <a:lnTo>
                    <a:pt x="88542" y="27500"/>
                  </a:lnTo>
                  <a:lnTo>
                    <a:pt x="88542" y="34792"/>
                  </a:lnTo>
                  <a:lnTo>
                    <a:pt x="75833" y="34792"/>
                  </a:lnTo>
                  <a:lnTo>
                    <a:pt x="75833" y="67709"/>
                  </a:lnTo>
                  <a:lnTo>
                    <a:pt x="67709" y="6770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1" name="TextBox 770">
              <a:extLst>
                <a:ext uri="{FF2B5EF4-FFF2-40B4-BE49-F238E27FC236}">
                  <a16:creationId xmlns:a16="http://schemas.microsoft.com/office/drawing/2014/main" id="{C24CF664-F95D-4744-A3A2-88816018800A}"/>
                </a:ext>
              </a:extLst>
            </p:cNvPr>
            <p:cNvSpPr txBox="1"/>
            <p:nvPr/>
          </p:nvSpPr>
          <p:spPr>
            <a:xfrm>
              <a:off x="4607027" y="7586558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산업안전보건공단</a:t>
              </a:r>
            </a:p>
          </p:txBody>
        </p:sp>
        <p:sp>
          <p:nvSpPr>
            <p:cNvPr id="772" name="자유형: 도형 771">
              <a:extLst>
                <a:ext uri="{FF2B5EF4-FFF2-40B4-BE49-F238E27FC236}">
                  <a16:creationId xmlns:a16="http://schemas.microsoft.com/office/drawing/2014/main" id="{0CBC34D8-BCEC-4D4F-9867-0BB8783DAA3B}"/>
                </a:ext>
              </a:extLst>
            </p:cNvPr>
            <p:cNvSpPr/>
            <p:nvPr/>
          </p:nvSpPr>
          <p:spPr>
            <a:xfrm>
              <a:off x="951896" y="7920597"/>
              <a:ext cx="105312" cy="76042"/>
            </a:xfrm>
            <a:custGeom>
              <a:avLst/>
              <a:gdLst>
                <a:gd name="connsiteX0" fmla="*/ 58333 w 105312"/>
                <a:gd name="connsiteY0" fmla="*/ 0 h 76042"/>
                <a:gd name="connsiteX1" fmla="*/ 103333 w 105312"/>
                <a:gd name="connsiteY1" fmla="*/ 0 h 76042"/>
                <a:gd name="connsiteX2" fmla="*/ 104844 w 105312"/>
                <a:gd name="connsiteY2" fmla="*/ 469 h 76042"/>
                <a:gd name="connsiteX3" fmla="*/ 105313 w 105312"/>
                <a:gd name="connsiteY3" fmla="*/ 1980 h 76042"/>
                <a:gd name="connsiteX4" fmla="*/ 105313 w 105312"/>
                <a:gd name="connsiteY4" fmla="*/ 5938 h 76042"/>
                <a:gd name="connsiteX5" fmla="*/ 105052 w 105312"/>
                <a:gd name="connsiteY5" fmla="*/ 7501 h 76042"/>
                <a:gd name="connsiteX6" fmla="*/ 104479 w 105312"/>
                <a:gd name="connsiteY6" fmla="*/ 8855 h 76042"/>
                <a:gd name="connsiteX7" fmla="*/ 77292 w 105312"/>
                <a:gd name="connsiteY7" fmla="*/ 76042 h 76042"/>
                <a:gd name="connsiteX8" fmla="*/ 68021 w 105312"/>
                <a:gd name="connsiteY8" fmla="*/ 76042 h 76042"/>
                <a:gd name="connsiteX9" fmla="*/ 96563 w 105312"/>
                <a:gd name="connsiteY9" fmla="*/ 7188 h 76042"/>
                <a:gd name="connsiteX10" fmla="*/ 58333 w 105312"/>
                <a:gd name="connsiteY10" fmla="*/ 7188 h 76042"/>
                <a:gd name="connsiteX11" fmla="*/ 16563 w 105312"/>
                <a:gd name="connsiteY11" fmla="*/ 0 h 76042"/>
                <a:gd name="connsiteX12" fmla="*/ 22500 w 105312"/>
                <a:gd name="connsiteY12" fmla="*/ 0 h 76042"/>
                <a:gd name="connsiteX13" fmla="*/ 24063 w 105312"/>
                <a:gd name="connsiteY13" fmla="*/ 417 h 76042"/>
                <a:gd name="connsiteX14" fmla="*/ 24479 w 105312"/>
                <a:gd name="connsiteY14" fmla="*/ 1980 h 76042"/>
                <a:gd name="connsiteX15" fmla="*/ 24479 w 105312"/>
                <a:gd name="connsiteY15" fmla="*/ 76042 h 76042"/>
                <a:gd name="connsiteX16" fmla="*/ 16250 w 105312"/>
                <a:gd name="connsiteY16" fmla="*/ 76042 h 76042"/>
                <a:gd name="connsiteX17" fmla="*/ 16250 w 105312"/>
                <a:gd name="connsiteY17" fmla="*/ 8959 h 76042"/>
                <a:gd name="connsiteX18" fmla="*/ 9219 w 105312"/>
                <a:gd name="connsiteY18" fmla="*/ 14740 h 76042"/>
                <a:gd name="connsiteX19" fmla="*/ 0 w 105312"/>
                <a:gd name="connsiteY19" fmla="*/ 20000 h 76042"/>
                <a:gd name="connsiteX20" fmla="*/ 0 w 105312"/>
                <a:gd name="connsiteY20" fmla="*/ 12084 h 76042"/>
                <a:gd name="connsiteX21" fmla="*/ 8646 w 105312"/>
                <a:gd name="connsiteY21" fmla="*/ 6979 h 76042"/>
                <a:gd name="connsiteX22" fmla="*/ 16563 w 105312"/>
                <a:gd name="connsiteY22" fmla="*/ 0 h 7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5312" h="76042">
                  <a:moveTo>
                    <a:pt x="58333" y="0"/>
                  </a:moveTo>
                  <a:lnTo>
                    <a:pt x="103333" y="0"/>
                  </a:lnTo>
                  <a:cubicBezTo>
                    <a:pt x="104027" y="0"/>
                    <a:pt x="104531" y="157"/>
                    <a:pt x="104844" y="469"/>
                  </a:cubicBezTo>
                  <a:cubicBezTo>
                    <a:pt x="105156" y="781"/>
                    <a:pt x="105313" y="1276"/>
                    <a:pt x="105313" y="1980"/>
                  </a:cubicBezTo>
                  <a:lnTo>
                    <a:pt x="105313" y="5938"/>
                  </a:lnTo>
                  <a:cubicBezTo>
                    <a:pt x="105313" y="6485"/>
                    <a:pt x="105225" y="7006"/>
                    <a:pt x="105052" y="7501"/>
                  </a:cubicBezTo>
                  <a:cubicBezTo>
                    <a:pt x="104878" y="7982"/>
                    <a:pt x="104688" y="8438"/>
                    <a:pt x="104479" y="8855"/>
                  </a:cubicBezTo>
                  <a:lnTo>
                    <a:pt x="77292" y="76042"/>
                  </a:lnTo>
                  <a:lnTo>
                    <a:pt x="68021" y="76042"/>
                  </a:lnTo>
                  <a:lnTo>
                    <a:pt x="96563" y="7188"/>
                  </a:lnTo>
                  <a:lnTo>
                    <a:pt x="58333" y="7188"/>
                  </a:lnTo>
                  <a:close/>
                  <a:moveTo>
                    <a:pt x="16563" y="0"/>
                  </a:moveTo>
                  <a:lnTo>
                    <a:pt x="22500" y="0"/>
                  </a:lnTo>
                  <a:cubicBezTo>
                    <a:pt x="23263" y="0"/>
                    <a:pt x="23784" y="130"/>
                    <a:pt x="24063" y="417"/>
                  </a:cubicBezTo>
                  <a:cubicBezTo>
                    <a:pt x="24340" y="691"/>
                    <a:pt x="24479" y="1211"/>
                    <a:pt x="24479" y="1980"/>
                  </a:cubicBezTo>
                  <a:lnTo>
                    <a:pt x="24479" y="76042"/>
                  </a:lnTo>
                  <a:lnTo>
                    <a:pt x="16250" y="76042"/>
                  </a:lnTo>
                  <a:lnTo>
                    <a:pt x="16250" y="8959"/>
                  </a:lnTo>
                  <a:cubicBezTo>
                    <a:pt x="14375" y="10964"/>
                    <a:pt x="12031" y="12891"/>
                    <a:pt x="9219" y="14740"/>
                  </a:cubicBezTo>
                  <a:cubicBezTo>
                    <a:pt x="6406" y="16576"/>
                    <a:pt x="3333" y="18334"/>
                    <a:pt x="0" y="20000"/>
                  </a:cubicBezTo>
                  <a:lnTo>
                    <a:pt x="0" y="12084"/>
                  </a:lnTo>
                  <a:cubicBezTo>
                    <a:pt x="2986" y="10756"/>
                    <a:pt x="5867" y="9063"/>
                    <a:pt x="8646" y="6979"/>
                  </a:cubicBezTo>
                  <a:cubicBezTo>
                    <a:pt x="11423" y="4896"/>
                    <a:pt x="14062" y="2565"/>
                    <a:pt x="1656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3" name="TextBox 772">
              <a:extLst>
                <a:ext uri="{FF2B5EF4-FFF2-40B4-BE49-F238E27FC236}">
                  <a16:creationId xmlns:a16="http://schemas.microsoft.com/office/drawing/2014/main" id="{6079FE5A-3653-41D4-B692-986009C7138B}"/>
                </a:ext>
              </a:extLst>
            </p:cNvPr>
            <p:cNvSpPr txBox="1"/>
            <p:nvPr/>
          </p:nvSpPr>
          <p:spPr>
            <a:xfrm>
              <a:off x="860456" y="7876310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17</a:t>
              </a:r>
            </a:p>
          </p:txBody>
        </p:sp>
        <p:grpSp>
          <p:nvGrpSpPr>
            <p:cNvPr id="774" name="그래픽 5">
              <a:extLst>
                <a:ext uri="{FF2B5EF4-FFF2-40B4-BE49-F238E27FC236}">
                  <a16:creationId xmlns:a16="http://schemas.microsoft.com/office/drawing/2014/main" id="{BB0FE311-6E4E-490A-913E-0BE890877527}"/>
                </a:ext>
              </a:extLst>
            </p:cNvPr>
            <p:cNvGrpSpPr/>
            <p:nvPr/>
          </p:nvGrpSpPr>
          <p:grpSpPr>
            <a:xfrm>
              <a:off x="1209133" y="7827590"/>
              <a:ext cx="375833" cy="130208"/>
              <a:chOff x="1209133" y="7827590"/>
              <a:chExt cx="375833" cy="130208"/>
            </a:xfrm>
          </p:grpSpPr>
          <p:sp>
            <p:nvSpPr>
              <p:cNvPr id="775" name="자유형: 도형 774">
                <a:extLst>
                  <a:ext uri="{FF2B5EF4-FFF2-40B4-BE49-F238E27FC236}">
                    <a16:creationId xmlns:a16="http://schemas.microsoft.com/office/drawing/2014/main" id="{02D1328B-473A-4A70-9047-377A86A88902}"/>
                  </a:ext>
                </a:extLst>
              </p:cNvPr>
              <p:cNvSpPr/>
              <p:nvPr/>
            </p:nvSpPr>
            <p:spPr>
              <a:xfrm>
                <a:off x="1209133" y="7849452"/>
                <a:ext cx="375833" cy="94062"/>
              </a:xfrm>
              <a:custGeom>
                <a:avLst/>
                <a:gdLst>
                  <a:gd name="connsiteX0" fmla="*/ 333854 w 375833"/>
                  <a:gd name="connsiteY0" fmla="*/ 63646 h 94062"/>
                  <a:gd name="connsiteX1" fmla="*/ 324948 w 375833"/>
                  <a:gd name="connsiteY1" fmla="*/ 64480 h 94062"/>
                  <a:gd name="connsiteX2" fmla="*/ 317709 w 375833"/>
                  <a:gd name="connsiteY2" fmla="*/ 66771 h 94062"/>
                  <a:gd name="connsiteX3" fmla="*/ 312969 w 375833"/>
                  <a:gd name="connsiteY3" fmla="*/ 70521 h 94062"/>
                  <a:gd name="connsiteX4" fmla="*/ 311250 w 375833"/>
                  <a:gd name="connsiteY4" fmla="*/ 75521 h 94062"/>
                  <a:gd name="connsiteX5" fmla="*/ 312969 w 375833"/>
                  <a:gd name="connsiteY5" fmla="*/ 80573 h 94062"/>
                  <a:gd name="connsiteX6" fmla="*/ 317813 w 375833"/>
                  <a:gd name="connsiteY6" fmla="*/ 84376 h 94062"/>
                  <a:gd name="connsiteX7" fmla="*/ 324948 w 375833"/>
                  <a:gd name="connsiteY7" fmla="*/ 86771 h 94062"/>
                  <a:gd name="connsiteX8" fmla="*/ 333854 w 375833"/>
                  <a:gd name="connsiteY8" fmla="*/ 87605 h 94062"/>
                  <a:gd name="connsiteX9" fmla="*/ 342917 w 375833"/>
                  <a:gd name="connsiteY9" fmla="*/ 86823 h 94062"/>
                  <a:gd name="connsiteX10" fmla="*/ 350209 w 375833"/>
                  <a:gd name="connsiteY10" fmla="*/ 84480 h 94062"/>
                  <a:gd name="connsiteX11" fmla="*/ 355000 w 375833"/>
                  <a:gd name="connsiteY11" fmla="*/ 80678 h 94062"/>
                  <a:gd name="connsiteX12" fmla="*/ 356771 w 375833"/>
                  <a:gd name="connsiteY12" fmla="*/ 75626 h 94062"/>
                  <a:gd name="connsiteX13" fmla="*/ 350261 w 375833"/>
                  <a:gd name="connsiteY13" fmla="*/ 66823 h 94062"/>
                  <a:gd name="connsiteX14" fmla="*/ 333854 w 375833"/>
                  <a:gd name="connsiteY14" fmla="*/ 63646 h 94062"/>
                  <a:gd name="connsiteX15" fmla="*/ 18021 w 375833"/>
                  <a:gd name="connsiteY15" fmla="*/ 60937 h 94062"/>
                  <a:gd name="connsiteX16" fmla="*/ 26250 w 375833"/>
                  <a:gd name="connsiteY16" fmla="*/ 60937 h 94062"/>
                  <a:gd name="connsiteX17" fmla="*/ 26250 w 375833"/>
                  <a:gd name="connsiteY17" fmla="*/ 83334 h 94062"/>
                  <a:gd name="connsiteX18" fmla="*/ 78750 w 375833"/>
                  <a:gd name="connsiteY18" fmla="*/ 83334 h 94062"/>
                  <a:gd name="connsiteX19" fmla="*/ 78750 w 375833"/>
                  <a:gd name="connsiteY19" fmla="*/ 90417 h 94062"/>
                  <a:gd name="connsiteX20" fmla="*/ 20208 w 375833"/>
                  <a:gd name="connsiteY20" fmla="*/ 90417 h 94062"/>
                  <a:gd name="connsiteX21" fmla="*/ 18490 w 375833"/>
                  <a:gd name="connsiteY21" fmla="*/ 89948 h 94062"/>
                  <a:gd name="connsiteX22" fmla="*/ 18021 w 375833"/>
                  <a:gd name="connsiteY22" fmla="*/ 88229 h 94062"/>
                  <a:gd name="connsiteX23" fmla="*/ 333854 w 375833"/>
                  <a:gd name="connsiteY23" fmla="*/ 56876 h 94062"/>
                  <a:gd name="connsiteX24" fmla="*/ 356823 w 375833"/>
                  <a:gd name="connsiteY24" fmla="*/ 61979 h 94062"/>
                  <a:gd name="connsiteX25" fmla="*/ 365417 w 375833"/>
                  <a:gd name="connsiteY25" fmla="*/ 75521 h 94062"/>
                  <a:gd name="connsiteX26" fmla="*/ 356823 w 375833"/>
                  <a:gd name="connsiteY26" fmla="*/ 89115 h 94062"/>
                  <a:gd name="connsiteX27" fmla="*/ 333854 w 375833"/>
                  <a:gd name="connsiteY27" fmla="*/ 94063 h 94062"/>
                  <a:gd name="connsiteX28" fmla="*/ 311042 w 375833"/>
                  <a:gd name="connsiteY28" fmla="*/ 89063 h 94062"/>
                  <a:gd name="connsiteX29" fmla="*/ 302500 w 375833"/>
                  <a:gd name="connsiteY29" fmla="*/ 75521 h 94062"/>
                  <a:gd name="connsiteX30" fmla="*/ 304740 w 375833"/>
                  <a:gd name="connsiteY30" fmla="*/ 67865 h 94062"/>
                  <a:gd name="connsiteX31" fmla="*/ 311146 w 375833"/>
                  <a:gd name="connsiteY31" fmla="*/ 61979 h 94062"/>
                  <a:gd name="connsiteX32" fmla="*/ 321042 w 375833"/>
                  <a:gd name="connsiteY32" fmla="*/ 58230 h 94062"/>
                  <a:gd name="connsiteX33" fmla="*/ 333854 w 375833"/>
                  <a:gd name="connsiteY33" fmla="*/ 56876 h 94062"/>
                  <a:gd name="connsiteX34" fmla="*/ 239688 w 375833"/>
                  <a:gd name="connsiteY34" fmla="*/ 27292 h 94062"/>
                  <a:gd name="connsiteX35" fmla="*/ 240156 w 375833"/>
                  <a:gd name="connsiteY35" fmla="*/ 32240 h 94062"/>
                  <a:gd name="connsiteX36" fmla="*/ 240313 w 375833"/>
                  <a:gd name="connsiteY36" fmla="*/ 37604 h 94062"/>
                  <a:gd name="connsiteX37" fmla="*/ 240156 w 375833"/>
                  <a:gd name="connsiteY37" fmla="*/ 42344 h 94062"/>
                  <a:gd name="connsiteX38" fmla="*/ 239792 w 375833"/>
                  <a:gd name="connsiteY38" fmla="*/ 46667 h 94062"/>
                  <a:gd name="connsiteX39" fmla="*/ 251458 w 375833"/>
                  <a:gd name="connsiteY39" fmla="*/ 46667 h 94062"/>
                  <a:gd name="connsiteX40" fmla="*/ 251458 w 375833"/>
                  <a:gd name="connsiteY40" fmla="*/ 27292 h 94062"/>
                  <a:gd name="connsiteX41" fmla="*/ 302813 w 375833"/>
                  <a:gd name="connsiteY41" fmla="*/ 25001 h 94062"/>
                  <a:gd name="connsiteX42" fmla="*/ 302813 w 375833"/>
                  <a:gd name="connsiteY42" fmla="*/ 40938 h 94062"/>
                  <a:gd name="connsiteX43" fmla="*/ 328646 w 375833"/>
                  <a:gd name="connsiteY43" fmla="*/ 40938 h 94062"/>
                  <a:gd name="connsiteX44" fmla="*/ 328646 w 375833"/>
                  <a:gd name="connsiteY44" fmla="*/ 25001 h 94062"/>
                  <a:gd name="connsiteX45" fmla="*/ 220729 w 375833"/>
                  <a:gd name="connsiteY45" fmla="*/ 10730 h 94062"/>
                  <a:gd name="connsiteX46" fmla="*/ 215365 w 375833"/>
                  <a:gd name="connsiteY46" fmla="*/ 12969 h 94062"/>
                  <a:gd name="connsiteX47" fmla="*/ 211563 w 375833"/>
                  <a:gd name="connsiteY47" fmla="*/ 18854 h 94062"/>
                  <a:gd name="connsiteX48" fmla="*/ 209427 w 375833"/>
                  <a:gd name="connsiteY48" fmla="*/ 27448 h 94062"/>
                  <a:gd name="connsiteX49" fmla="*/ 208750 w 375833"/>
                  <a:gd name="connsiteY49" fmla="*/ 37604 h 94062"/>
                  <a:gd name="connsiteX50" fmla="*/ 209479 w 375833"/>
                  <a:gd name="connsiteY50" fmla="*/ 48073 h 94062"/>
                  <a:gd name="connsiteX51" fmla="*/ 211667 w 375833"/>
                  <a:gd name="connsiteY51" fmla="*/ 56667 h 94062"/>
                  <a:gd name="connsiteX52" fmla="*/ 215365 w 375833"/>
                  <a:gd name="connsiteY52" fmla="*/ 62448 h 94062"/>
                  <a:gd name="connsiteX53" fmla="*/ 220729 w 375833"/>
                  <a:gd name="connsiteY53" fmla="*/ 64584 h 94062"/>
                  <a:gd name="connsiteX54" fmla="*/ 225990 w 375833"/>
                  <a:gd name="connsiteY54" fmla="*/ 62448 h 94062"/>
                  <a:gd name="connsiteX55" fmla="*/ 229688 w 375833"/>
                  <a:gd name="connsiteY55" fmla="*/ 56562 h 94062"/>
                  <a:gd name="connsiteX56" fmla="*/ 231875 w 375833"/>
                  <a:gd name="connsiteY56" fmla="*/ 48021 h 94062"/>
                  <a:gd name="connsiteX57" fmla="*/ 232604 w 375833"/>
                  <a:gd name="connsiteY57" fmla="*/ 37604 h 94062"/>
                  <a:gd name="connsiteX58" fmla="*/ 231927 w 375833"/>
                  <a:gd name="connsiteY58" fmla="*/ 27344 h 94062"/>
                  <a:gd name="connsiteX59" fmla="*/ 229792 w 375833"/>
                  <a:gd name="connsiteY59" fmla="*/ 18750 h 94062"/>
                  <a:gd name="connsiteX60" fmla="*/ 226094 w 375833"/>
                  <a:gd name="connsiteY60" fmla="*/ 12917 h 94062"/>
                  <a:gd name="connsiteX61" fmla="*/ 220729 w 375833"/>
                  <a:gd name="connsiteY61" fmla="*/ 10730 h 94062"/>
                  <a:gd name="connsiteX62" fmla="*/ 99792 w 375833"/>
                  <a:gd name="connsiteY62" fmla="*/ 6146 h 94062"/>
                  <a:gd name="connsiteX63" fmla="*/ 138229 w 375833"/>
                  <a:gd name="connsiteY63" fmla="*/ 6146 h 94062"/>
                  <a:gd name="connsiteX64" fmla="*/ 138229 w 375833"/>
                  <a:gd name="connsiteY64" fmla="*/ 13125 h 94062"/>
                  <a:gd name="connsiteX65" fmla="*/ 123333 w 375833"/>
                  <a:gd name="connsiteY65" fmla="*/ 13125 h 94062"/>
                  <a:gd name="connsiteX66" fmla="*/ 123333 w 375833"/>
                  <a:gd name="connsiteY66" fmla="*/ 20834 h 94062"/>
                  <a:gd name="connsiteX67" fmla="*/ 127552 w 375833"/>
                  <a:gd name="connsiteY67" fmla="*/ 47553 h 94062"/>
                  <a:gd name="connsiteX68" fmla="*/ 142708 w 375833"/>
                  <a:gd name="connsiteY68" fmla="*/ 65104 h 94062"/>
                  <a:gd name="connsiteX69" fmla="*/ 136563 w 375833"/>
                  <a:gd name="connsiteY69" fmla="*/ 70729 h 94062"/>
                  <a:gd name="connsiteX70" fmla="*/ 126510 w 375833"/>
                  <a:gd name="connsiteY70" fmla="*/ 60990 h 94062"/>
                  <a:gd name="connsiteX71" fmla="*/ 118958 w 375833"/>
                  <a:gd name="connsiteY71" fmla="*/ 46250 h 94062"/>
                  <a:gd name="connsiteX72" fmla="*/ 115885 w 375833"/>
                  <a:gd name="connsiteY72" fmla="*/ 54375 h 94062"/>
                  <a:gd name="connsiteX73" fmla="*/ 111458 w 375833"/>
                  <a:gd name="connsiteY73" fmla="*/ 62083 h 94062"/>
                  <a:gd name="connsiteX74" fmla="*/ 105885 w 375833"/>
                  <a:gd name="connsiteY74" fmla="*/ 68906 h 94062"/>
                  <a:gd name="connsiteX75" fmla="*/ 99896 w 375833"/>
                  <a:gd name="connsiteY75" fmla="*/ 74271 h 94062"/>
                  <a:gd name="connsiteX76" fmla="*/ 92708 w 375833"/>
                  <a:gd name="connsiteY76" fmla="*/ 69063 h 94062"/>
                  <a:gd name="connsiteX77" fmla="*/ 109583 w 375833"/>
                  <a:gd name="connsiteY77" fmla="*/ 49948 h 94062"/>
                  <a:gd name="connsiteX78" fmla="*/ 115000 w 375833"/>
                  <a:gd name="connsiteY78" fmla="*/ 21042 h 94062"/>
                  <a:gd name="connsiteX79" fmla="*/ 115000 w 375833"/>
                  <a:gd name="connsiteY79" fmla="*/ 13125 h 94062"/>
                  <a:gd name="connsiteX80" fmla="*/ 99792 w 375833"/>
                  <a:gd name="connsiteY80" fmla="*/ 13125 h 94062"/>
                  <a:gd name="connsiteX81" fmla="*/ 294792 w 375833"/>
                  <a:gd name="connsiteY81" fmla="*/ 3230 h 94062"/>
                  <a:gd name="connsiteX82" fmla="*/ 302813 w 375833"/>
                  <a:gd name="connsiteY82" fmla="*/ 3230 h 94062"/>
                  <a:gd name="connsiteX83" fmla="*/ 302813 w 375833"/>
                  <a:gd name="connsiteY83" fmla="*/ 17917 h 94062"/>
                  <a:gd name="connsiteX84" fmla="*/ 328646 w 375833"/>
                  <a:gd name="connsiteY84" fmla="*/ 17917 h 94062"/>
                  <a:gd name="connsiteX85" fmla="*/ 328646 w 375833"/>
                  <a:gd name="connsiteY85" fmla="*/ 3230 h 94062"/>
                  <a:gd name="connsiteX86" fmla="*/ 336667 w 375833"/>
                  <a:gd name="connsiteY86" fmla="*/ 3230 h 94062"/>
                  <a:gd name="connsiteX87" fmla="*/ 336667 w 375833"/>
                  <a:gd name="connsiteY87" fmla="*/ 45729 h 94062"/>
                  <a:gd name="connsiteX88" fmla="*/ 336198 w 375833"/>
                  <a:gd name="connsiteY88" fmla="*/ 47448 h 94062"/>
                  <a:gd name="connsiteX89" fmla="*/ 334479 w 375833"/>
                  <a:gd name="connsiteY89" fmla="*/ 47917 h 94062"/>
                  <a:gd name="connsiteX90" fmla="*/ 296979 w 375833"/>
                  <a:gd name="connsiteY90" fmla="*/ 47917 h 94062"/>
                  <a:gd name="connsiteX91" fmla="*/ 295261 w 375833"/>
                  <a:gd name="connsiteY91" fmla="*/ 47448 h 94062"/>
                  <a:gd name="connsiteX92" fmla="*/ 294792 w 375833"/>
                  <a:gd name="connsiteY92" fmla="*/ 45729 h 94062"/>
                  <a:gd name="connsiteX93" fmla="*/ 25000 w 375833"/>
                  <a:gd name="connsiteY93" fmla="*/ 2292 h 94062"/>
                  <a:gd name="connsiteX94" fmla="*/ 33646 w 375833"/>
                  <a:gd name="connsiteY94" fmla="*/ 2292 h 94062"/>
                  <a:gd name="connsiteX95" fmla="*/ 33646 w 375833"/>
                  <a:gd name="connsiteY95" fmla="*/ 13021 h 94062"/>
                  <a:gd name="connsiteX96" fmla="*/ 35625 w 375833"/>
                  <a:gd name="connsiteY96" fmla="*/ 23906 h 94062"/>
                  <a:gd name="connsiteX97" fmla="*/ 41042 w 375833"/>
                  <a:gd name="connsiteY97" fmla="*/ 33021 h 94062"/>
                  <a:gd name="connsiteX98" fmla="*/ 48750 w 375833"/>
                  <a:gd name="connsiteY98" fmla="*/ 40104 h 94062"/>
                  <a:gd name="connsiteX99" fmla="*/ 57813 w 375833"/>
                  <a:gd name="connsiteY99" fmla="*/ 44792 h 94062"/>
                  <a:gd name="connsiteX100" fmla="*/ 52396 w 375833"/>
                  <a:gd name="connsiteY100" fmla="*/ 51250 h 94062"/>
                  <a:gd name="connsiteX101" fmla="*/ 46198 w 375833"/>
                  <a:gd name="connsiteY101" fmla="*/ 47761 h 94062"/>
                  <a:gd name="connsiteX102" fmla="*/ 39792 w 375833"/>
                  <a:gd name="connsiteY102" fmla="*/ 42917 h 94062"/>
                  <a:gd name="connsiteX103" fmla="*/ 33906 w 375833"/>
                  <a:gd name="connsiteY103" fmla="*/ 36823 h 94062"/>
                  <a:gd name="connsiteX104" fmla="*/ 29479 w 375833"/>
                  <a:gd name="connsiteY104" fmla="*/ 29792 h 94062"/>
                  <a:gd name="connsiteX105" fmla="*/ 25521 w 375833"/>
                  <a:gd name="connsiteY105" fmla="*/ 37396 h 94062"/>
                  <a:gd name="connsiteX106" fmla="*/ 19896 w 375833"/>
                  <a:gd name="connsiteY106" fmla="*/ 44063 h 94062"/>
                  <a:gd name="connsiteX107" fmla="*/ 13281 w 375833"/>
                  <a:gd name="connsiteY107" fmla="*/ 49584 h 94062"/>
                  <a:gd name="connsiteX108" fmla="*/ 6354 w 375833"/>
                  <a:gd name="connsiteY108" fmla="*/ 53959 h 94062"/>
                  <a:gd name="connsiteX109" fmla="*/ 0 w 375833"/>
                  <a:gd name="connsiteY109" fmla="*/ 48230 h 94062"/>
                  <a:gd name="connsiteX110" fmla="*/ 9635 w 375833"/>
                  <a:gd name="connsiteY110" fmla="*/ 42448 h 94062"/>
                  <a:gd name="connsiteX111" fmla="*/ 17604 w 375833"/>
                  <a:gd name="connsiteY111" fmla="*/ 34792 h 94062"/>
                  <a:gd name="connsiteX112" fmla="*/ 23021 w 375833"/>
                  <a:gd name="connsiteY112" fmla="*/ 25260 h 94062"/>
                  <a:gd name="connsiteX113" fmla="*/ 25000 w 375833"/>
                  <a:gd name="connsiteY113" fmla="*/ 13750 h 94062"/>
                  <a:gd name="connsiteX114" fmla="*/ 251458 w 375833"/>
                  <a:gd name="connsiteY114" fmla="*/ 1667 h 94062"/>
                  <a:gd name="connsiteX115" fmla="*/ 259375 w 375833"/>
                  <a:gd name="connsiteY115" fmla="*/ 1667 h 94062"/>
                  <a:gd name="connsiteX116" fmla="*/ 259375 w 375833"/>
                  <a:gd name="connsiteY116" fmla="*/ 87917 h 94062"/>
                  <a:gd name="connsiteX117" fmla="*/ 251458 w 375833"/>
                  <a:gd name="connsiteY117" fmla="*/ 87917 h 94062"/>
                  <a:gd name="connsiteX118" fmla="*/ 251458 w 375833"/>
                  <a:gd name="connsiteY118" fmla="*/ 54271 h 94062"/>
                  <a:gd name="connsiteX119" fmla="*/ 238438 w 375833"/>
                  <a:gd name="connsiteY119" fmla="*/ 54271 h 94062"/>
                  <a:gd name="connsiteX120" fmla="*/ 231302 w 375833"/>
                  <a:gd name="connsiteY120" fmla="*/ 67813 h 94062"/>
                  <a:gd name="connsiteX121" fmla="*/ 220729 w 375833"/>
                  <a:gd name="connsiteY121" fmla="*/ 72292 h 94062"/>
                  <a:gd name="connsiteX122" fmla="*/ 213073 w 375833"/>
                  <a:gd name="connsiteY122" fmla="*/ 70209 h 94062"/>
                  <a:gd name="connsiteX123" fmla="*/ 206875 w 375833"/>
                  <a:gd name="connsiteY123" fmla="*/ 63750 h 94062"/>
                  <a:gd name="connsiteX124" fmla="*/ 202656 w 375833"/>
                  <a:gd name="connsiteY124" fmla="*/ 52969 h 94062"/>
                  <a:gd name="connsiteX125" fmla="*/ 201146 w 375833"/>
                  <a:gd name="connsiteY125" fmla="*/ 37604 h 94062"/>
                  <a:gd name="connsiteX126" fmla="*/ 202656 w 375833"/>
                  <a:gd name="connsiteY126" fmla="*/ 22188 h 94062"/>
                  <a:gd name="connsiteX127" fmla="*/ 206771 w 375833"/>
                  <a:gd name="connsiteY127" fmla="*/ 11458 h 94062"/>
                  <a:gd name="connsiteX128" fmla="*/ 213021 w 375833"/>
                  <a:gd name="connsiteY128" fmla="*/ 5105 h 94062"/>
                  <a:gd name="connsiteX129" fmla="*/ 220729 w 375833"/>
                  <a:gd name="connsiteY129" fmla="*/ 3021 h 94062"/>
                  <a:gd name="connsiteX130" fmla="*/ 230990 w 375833"/>
                  <a:gd name="connsiteY130" fmla="*/ 7188 h 94062"/>
                  <a:gd name="connsiteX131" fmla="*/ 238125 w 375833"/>
                  <a:gd name="connsiteY131" fmla="*/ 19792 h 94062"/>
                  <a:gd name="connsiteX132" fmla="*/ 251458 w 375833"/>
                  <a:gd name="connsiteY132" fmla="*/ 19792 h 94062"/>
                  <a:gd name="connsiteX133" fmla="*/ 354792 w 375833"/>
                  <a:gd name="connsiteY133" fmla="*/ 0 h 94062"/>
                  <a:gd name="connsiteX134" fmla="*/ 363021 w 375833"/>
                  <a:gd name="connsiteY134" fmla="*/ 0 h 94062"/>
                  <a:gd name="connsiteX135" fmla="*/ 363021 w 375833"/>
                  <a:gd name="connsiteY135" fmla="*/ 20626 h 94062"/>
                  <a:gd name="connsiteX136" fmla="*/ 375834 w 375833"/>
                  <a:gd name="connsiteY136" fmla="*/ 20626 h 94062"/>
                  <a:gd name="connsiteX137" fmla="*/ 375834 w 375833"/>
                  <a:gd name="connsiteY137" fmla="*/ 27708 h 94062"/>
                  <a:gd name="connsiteX138" fmla="*/ 363021 w 375833"/>
                  <a:gd name="connsiteY138" fmla="*/ 27708 h 94062"/>
                  <a:gd name="connsiteX139" fmla="*/ 363021 w 375833"/>
                  <a:gd name="connsiteY139" fmla="*/ 56980 h 94062"/>
                  <a:gd name="connsiteX140" fmla="*/ 354792 w 375833"/>
                  <a:gd name="connsiteY140" fmla="*/ 56980 h 94062"/>
                  <a:gd name="connsiteX141" fmla="*/ 268646 w 375833"/>
                  <a:gd name="connsiteY141" fmla="*/ 0 h 94062"/>
                  <a:gd name="connsiteX142" fmla="*/ 276563 w 375833"/>
                  <a:gd name="connsiteY142" fmla="*/ 0 h 94062"/>
                  <a:gd name="connsiteX143" fmla="*/ 276563 w 375833"/>
                  <a:gd name="connsiteY143" fmla="*/ 92396 h 94062"/>
                  <a:gd name="connsiteX144" fmla="*/ 268646 w 375833"/>
                  <a:gd name="connsiteY144" fmla="*/ 92396 h 94062"/>
                  <a:gd name="connsiteX145" fmla="*/ 166563 w 375833"/>
                  <a:gd name="connsiteY145" fmla="*/ 0 h 94062"/>
                  <a:gd name="connsiteX146" fmla="*/ 174479 w 375833"/>
                  <a:gd name="connsiteY146" fmla="*/ 0 h 94062"/>
                  <a:gd name="connsiteX147" fmla="*/ 174479 w 375833"/>
                  <a:gd name="connsiteY147" fmla="*/ 92292 h 94062"/>
                  <a:gd name="connsiteX148" fmla="*/ 166563 w 375833"/>
                  <a:gd name="connsiteY148" fmla="*/ 92292 h 94062"/>
                  <a:gd name="connsiteX149" fmla="*/ 166563 w 375833"/>
                  <a:gd name="connsiteY149" fmla="*/ 41459 h 94062"/>
                  <a:gd name="connsiteX150" fmla="*/ 154688 w 375833"/>
                  <a:gd name="connsiteY150" fmla="*/ 41459 h 94062"/>
                  <a:gd name="connsiteX151" fmla="*/ 154688 w 375833"/>
                  <a:gd name="connsiteY151" fmla="*/ 87917 h 94062"/>
                  <a:gd name="connsiteX152" fmla="*/ 146667 w 375833"/>
                  <a:gd name="connsiteY152" fmla="*/ 87917 h 94062"/>
                  <a:gd name="connsiteX153" fmla="*/ 146667 w 375833"/>
                  <a:gd name="connsiteY153" fmla="*/ 1562 h 94062"/>
                  <a:gd name="connsiteX154" fmla="*/ 154688 w 375833"/>
                  <a:gd name="connsiteY154" fmla="*/ 1562 h 94062"/>
                  <a:gd name="connsiteX155" fmla="*/ 154688 w 375833"/>
                  <a:gd name="connsiteY155" fmla="*/ 33542 h 94062"/>
                  <a:gd name="connsiteX156" fmla="*/ 166563 w 375833"/>
                  <a:gd name="connsiteY156" fmla="*/ 33542 h 94062"/>
                  <a:gd name="connsiteX157" fmla="*/ 67708 w 375833"/>
                  <a:gd name="connsiteY157" fmla="*/ 0 h 94062"/>
                  <a:gd name="connsiteX158" fmla="*/ 75833 w 375833"/>
                  <a:gd name="connsiteY158" fmla="*/ 0 h 94062"/>
                  <a:gd name="connsiteX159" fmla="*/ 75833 w 375833"/>
                  <a:gd name="connsiteY159" fmla="*/ 27500 h 94062"/>
                  <a:gd name="connsiteX160" fmla="*/ 88542 w 375833"/>
                  <a:gd name="connsiteY160" fmla="*/ 27500 h 94062"/>
                  <a:gd name="connsiteX161" fmla="*/ 88542 w 375833"/>
                  <a:gd name="connsiteY161" fmla="*/ 34792 h 94062"/>
                  <a:gd name="connsiteX162" fmla="*/ 75833 w 375833"/>
                  <a:gd name="connsiteY162" fmla="*/ 34792 h 94062"/>
                  <a:gd name="connsiteX163" fmla="*/ 75833 w 375833"/>
                  <a:gd name="connsiteY163" fmla="*/ 67709 h 94062"/>
                  <a:gd name="connsiteX164" fmla="*/ 67708 w 375833"/>
                  <a:gd name="connsiteY164" fmla="*/ 67709 h 94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</a:cxnLst>
                <a:rect l="l" t="t" r="r" b="b"/>
                <a:pathLst>
                  <a:path w="375833" h="94062">
                    <a:moveTo>
                      <a:pt x="333854" y="63646"/>
                    </a:moveTo>
                    <a:cubicBezTo>
                      <a:pt x="330660" y="63646"/>
                      <a:pt x="327692" y="63919"/>
                      <a:pt x="324948" y="64480"/>
                    </a:cubicBezTo>
                    <a:cubicBezTo>
                      <a:pt x="322206" y="65026"/>
                      <a:pt x="319792" y="65795"/>
                      <a:pt x="317709" y="66771"/>
                    </a:cubicBezTo>
                    <a:cubicBezTo>
                      <a:pt x="315695" y="67813"/>
                      <a:pt x="314115" y="69063"/>
                      <a:pt x="312969" y="70521"/>
                    </a:cubicBezTo>
                    <a:cubicBezTo>
                      <a:pt x="311823" y="71979"/>
                      <a:pt x="311250" y="73646"/>
                      <a:pt x="311250" y="75521"/>
                    </a:cubicBezTo>
                    <a:cubicBezTo>
                      <a:pt x="311250" y="77396"/>
                      <a:pt x="311823" y="79076"/>
                      <a:pt x="312969" y="80573"/>
                    </a:cubicBezTo>
                    <a:cubicBezTo>
                      <a:pt x="314115" y="82057"/>
                      <a:pt x="315729" y="83334"/>
                      <a:pt x="317813" y="84376"/>
                    </a:cubicBezTo>
                    <a:cubicBezTo>
                      <a:pt x="319827" y="85417"/>
                      <a:pt x="322206" y="86211"/>
                      <a:pt x="324948" y="86771"/>
                    </a:cubicBezTo>
                    <a:cubicBezTo>
                      <a:pt x="327692" y="87318"/>
                      <a:pt x="330660" y="87605"/>
                      <a:pt x="333854" y="87605"/>
                    </a:cubicBezTo>
                    <a:cubicBezTo>
                      <a:pt x="337119" y="87605"/>
                      <a:pt x="340140" y="87344"/>
                      <a:pt x="342917" y="86823"/>
                    </a:cubicBezTo>
                    <a:cubicBezTo>
                      <a:pt x="345696" y="86302"/>
                      <a:pt x="348125" y="85521"/>
                      <a:pt x="350209" y="84480"/>
                    </a:cubicBezTo>
                    <a:cubicBezTo>
                      <a:pt x="352223" y="83438"/>
                      <a:pt x="353821" y="82161"/>
                      <a:pt x="355000" y="80678"/>
                    </a:cubicBezTo>
                    <a:cubicBezTo>
                      <a:pt x="356181" y="79180"/>
                      <a:pt x="356771" y="77500"/>
                      <a:pt x="356771" y="75626"/>
                    </a:cubicBezTo>
                    <a:cubicBezTo>
                      <a:pt x="356771" y="71875"/>
                      <a:pt x="354602" y="68932"/>
                      <a:pt x="350261" y="66823"/>
                    </a:cubicBezTo>
                    <a:cubicBezTo>
                      <a:pt x="345921" y="64700"/>
                      <a:pt x="340452" y="63646"/>
                      <a:pt x="333854" y="63646"/>
                    </a:cubicBezTo>
                    <a:close/>
                    <a:moveTo>
                      <a:pt x="18021" y="60937"/>
                    </a:moveTo>
                    <a:lnTo>
                      <a:pt x="26250" y="60937"/>
                    </a:lnTo>
                    <a:lnTo>
                      <a:pt x="26250" y="83334"/>
                    </a:lnTo>
                    <a:lnTo>
                      <a:pt x="78750" y="83334"/>
                    </a:lnTo>
                    <a:lnTo>
                      <a:pt x="78750" y="90417"/>
                    </a:lnTo>
                    <a:lnTo>
                      <a:pt x="20208" y="90417"/>
                    </a:lnTo>
                    <a:cubicBezTo>
                      <a:pt x="19375" y="90417"/>
                      <a:pt x="18802" y="90261"/>
                      <a:pt x="18490" y="89948"/>
                    </a:cubicBezTo>
                    <a:cubicBezTo>
                      <a:pt x="18177" y="89636"/>
                      <a:pt x="18021" y="89063"/>
                      <a:pt x="18021" y="88229"/>
                    </a:cubicBezTo>
                    <a:close/>
                    <a:moveTo>
                      <a:pt x="333854" y="56876"/>
                    </a:moveTo>
                    <a:cubicBezTo>
                      <a:pt x="343438" y="56876"/>
                      <a:pt x="351094" y="58568"/>
                      <a:pt x="356823" y="61979"/>
                    </a:cubicBezTo>
                    <a:cubicBezTo>
                      <a:pt x="362552" y="65378"/>
                      <a:pt x="365417" y="69896"/>
                      <a:pt x="365417" y="75521"/>
                    </a:cubicBezTo>
                    <a:cubicBezTo>
                      <a:pt x="365417" y="81276"/>
                      <a:pt x="362552" y="85808"/>
                      <a:pt x="356823" y="89115"/>
                    </a:cubicBezTo>
                    <a:cubicBezTo>
                      <a:pt x="351094" y="92409"/>
                      <a:pt x="343438" y="94063"/>
                      <a:pt x="333854" y="94063"/>
                    </a:cubicBezTo>
                    <a:cubicBezTo>
                      <a:pt x="324341" y="94063"/>
                      <a:pt x="316737" y="92396"/>
                      <a:pt x="311042" y="89063"/>
                    </a:cubicBezTo>
                    <a:cubicBezTo>
                      <a:pt x="305348" y="85730"/>
                      <a:pt x="302500" y="81211"/>
                      <a:pt x="302500" y="75521"/>
                    </a:cubicBezTo>
                    <a:cubicBezTo>
                      <a:pt x="302500" y="72734"/>
                      <a:pt x="303248" y="70183"/>
                      <a:pt x="304740" y="67865"/>
                    </a:cubicBezTo>
                    <a:cubicBezTo>
                      <a:pt x="306233" y="65534"/>
                      <a:pt x="308369" y="63568"/>
                      <a:pt x="311146" y="61979"/>
                    </a:cubicBezTo>
                    <a:cubicBezTo>
                      <a:pt x="313925" y="60378"/>
                      <a:pt x="317223" y="59128"/>
                      <a:pt x="321042" y="58230"/>
                    </a:cubicBezTo>
                    <a:cubicBezTo>
                      <a:pt x="324862" y="57318"/>
                      <a:pt x="329133" y="56876"/>
                      <a:pt x="333854" y="56876"/>
                    </a:cubicBezTo>
                    <a:close/>
                    <a:moveTo>
                      <a:pt x="239688" y="27292"/>
                    </a:moveTo>
                    <a:cubicBezTo>
                      <a:pt x="239896" y="28880"/>
                      <a:pt x="240052" y="30534"/>
                      <a:pt x="240156" y="32240"/>
                    </a:cubicBezTo>
                    <a:cubicBezTo>
                      <a:pt x="240261" y="33933"/>
                      <a:pt x="240313" y="35729"/>
                      <a:pt x="240313" y="37604"/>
                    </a:cubicBezTo>
                    <a:cubicBezTo>
                      <a:pt x="240313" y="39271"/>
                      <a:pt x="240261" y="40847"/>
                      <a:pt x="240156" y="42344"/>
                    </a:cubicBezTo>
                    <a:cubicBezTo>
                      <a:pt x="240052" y="43829"/>
                      <a:pt x="239931" y="45273"/>
                      <a:pt x="239792" y="46667"/>
                    </a:cubicBezTo>
                    <a:lnTo>
                      <a:pt x="251458" y="46667"/>
                    </a:lnTo>
                    <a:lnTo>
                      <a:pt x="251458" y="27292"/>
                    </a:lnTo>
                    <a:close/>
                    <a:moveTo>
                      <a:pt x="302813" y="25001"/>
                    </a:moveTo>
                    <a:lnTo>
                      <a:pt x="302813" y="40938"/>
                    </a:lnTo>
                    <a:lnTo>
                      <a:pt x="328646" y="40938"/>
                    </a:lnTo>
                    <a:lnTo>
                      <a:pt x="328646" y="25001"/>
                    </a:lnTo>
                    <a:close/>
                    <a:moveTo>
                      <a:pt x="220729" y="10730"/>
                    </a:moveTo>
                    <a:cubicBezTo>
                      <a:pt x="218646" y="10730"/>
                      <a:pt x="216858" y="11472"/>
                      <a:pt x="215365" y="12969"/>
                    </a:cubicBezTo>
                    <a:cubicBezTo>
                      <a:pt x="213873" y="14454"/>
                      <a:pt x="212604" y="16420"/>
                      <a:pt x="211563" y="18854"/>
                    </a:cubicBezTo>
                    <a:cubicBezTo>
                      <a:pt x="210591" y="21354"/>
                      <a:pt x="209879" y="24219"/>
                      <a:pt x="209427" y="27448"/>
                    </a:cubicBezTo>
                    <a:cubicBezTo>
                      <a:pt x="208977" y="30677"/>
                      <a:pt x="208750" y="34063"/>
                      <a:pt x="208750" y="37604"/>
                    </a:cubicBezTo>
                    <a:cubicBezTo>
                      <a:pt x="208750" y="41277"/>
                      <a:pt x="208994" y="44765"/>
                      <a:pt x="209479" y="48073"/>
                    </a:cubicBezTo>
                    <a:cubicBezTo>
                      <a:pt x="209966" y="51367"/>
                      <a:pt x="210695" y="54232"/>
                      <a:pt x="211667" y="56667"/>
                    </a:cubicBezTo>
                    <a:cubicBezTo>
                      <a:pt x="212639" y="59089"/>
                      <a:pt x="213873" y="61016"/>
                      <a:pt x="215365" y="62448"/>
                    </a:cubicBezTo>
                    <a:cubicBezTo>
                      <a:pt x="216858" y="63868"/>
                      <a:pt x="218646" y="64584"/>
                      <a:pt x="220729" y="64584"/>
                    </a:cubicBezTo>
                    <a:cubicBezTo>
                      <a:pt x="222744" y="64584"/>
                      <a:pt x="224498" y="63868"/>
                      <a:pt x="225990" y="62448"/>
                    </a:cubicBezTo>
                    <a:cubicBezTo>
                      <a:pt x="227483" y="61016"/>
                      <a:pt x="228716" y="59063"/>
                      <a:pt x="229688" y="56562"/>
                    </a:cubicBezTo>
                    <a:cubicBezTo>
                      <a:pt x="230660" y="54128"/>
                      <a:pt x="231389" y="51276"/>
                      <a:pt x="231875" y="48021"/>
                    </a:cubicBezTo>
                    <a:cubicBezTo>
                      <a:pt x="232362" y="44753"/>
                      <a:pt x="232604" y="41277"/>
                      <a:pt x="232604" y="37604"/>
                    </a:cubicBezTo>
                    <a:cubicBezTo>
                      <a:pt x="232604" y="33985"/>
                      <a:pt x="232379" y="30573"/>
                      <a:pt x="231927" y="27344"/>
                    </a:cubicBezTo>
                    <a:cubicBezTo>
                      <a:pt x="231477" y="24114"/>
                      <a:pt x="230764" y="21250"/>
                      <a:pt x="229792" y="18750"/>
                    </a:cubicBezTo>
                    <a:cubicBezTo>
                      <a:pt x="228820" y="16315"/>
                      <a:pt x="227587" y="14375"/>
                      <a:pt x="226094" y="12917"/>
                    </a:cubicBezTo>
                    <a:cubicBezTo>
                      <a:pt x="224602" y="11458"/>
                      <a:pt x="222813" y="10730"/>
                      <a:pt x="220729" y="10730"/>
                    </a:cubicBezTo>
                    <a:close/>
                    <a:moveTo>
                      <a:pt x="99792" y="6146"/>
                    </a:moveTo>
                    <a:lnTo>
                      <a:pt x="138229" y="6146"/>
                    </a:lnTo>
                    <a:lnTo>
                      <a:pt x="138229" y="13125"/>
                    </a:lnTo>
                    <a:lnTo>
                      <a:pt x="123333" y="13125"/>
                    </a:lnTo>
                    <a:lnTo>
                      <a:pt x="123333" y="20834"/>
                    </a:lnTo>
                    <a:cubicBezTo>
                      <a:pt x="123333" y="31315"/>
                      <a:pt x="124740" y="40221"/>
                      <a:pt x="127552" y="47553"/>
                    </a:cubicBezTo>
                    <a:cubicBezTo>
                      <a:pt x="130365" y="54870"/>
                      <a:pt x="135417" y="60729"/>
                      <a:pt x="142708" y="65104"/>
                    </a:cubicBezTo>
                    <a:lnTo>
                      <a:pt x="136563" y="70729"/>
                    </a:lnTo>
                    <a:cubicBezTo>
                      <a:pt x="133229" y="68503"/>
                      <a:pt x="129879" y="65261"/>
                      <a:pt x="126510" y="60990"/>
                    </a:cubicBezTo>
                    <a:cubicBezTo>
                      <a:pt x="123143" y="56719"/>
                      <a:pt x="120625" y="51797"/>
                      <a:pt x="118958" y="46250"/>
                    </a:cubicBezTo>
                    <a:cubicBezTo>
                      <a:pt x="118195" y="48958"/>
                      <a:pt x="117171" y="51667"/>
                      <a:pt x="115885" y="54375"/>
                    </a:cubicBezTo>
                    <a:cubicBezTo>
                      <a:pt x="114602" y="57084"/>
                      <a:pt x="113125" y="59648"/>
                      <a:pt x="111458" y="62083"/>
                    </a:cubicBezTo>
                    <a:cubicBezTo>
                      <a:pt x="109723" y="64506"/>
                      <a:pt x="107865" y="66784"/>
                      <a:pt x="105885" y="68906"/>
                    </a:cubicBezTo>
                    <a:cubicBezTo>
                      <a:pt x="103906" y="71016"/>
                      <a:pt x="101910" y="72813"/>
                      <a:pt x="99896" y="74271"/>
                    </a:cubicBezTo>
                    <a:lnTo>
                      <a:pt x="92708" y="69063"/>
                    </a:lnTo>
                    <a:cubicBezTo>
                      <a:pt x="100348" y="63919"/>
                      <a:pt x="105973" y="57553"/>
                      <a:pt x="109583" y="49948"/>
                    </a:cubicBezTo>
                    <a:cubicBezTo>
                      <a:pt x="113195" y="42344"/>
                      <a:pt x="115000" y="32709"/>
                      <a:pt x="115000" y="21042"/>
                    </a:cubicBezTo>
                    <a:lnTo>
                      <a:pt x="115000" y="13125"/>
                    </a:lnTo>
                    <a:lnTo>
                      <a:pt x="99792" y="13125"/>
                    </a:lnTo>
                    <a:close/>
                    <a:moveTo>
                      <a:pt x="294792" y="3230"/>
                    </a:moveTo>
                    <a:lnTo>
                      <a:pt x="302813" y="3230"/>
                    </a:lnTo>
                    <a:lnTo>
                      <a:pt x="302813" y="17917"/>
                    </a:lnTo>
                    <a:lnTo>
                      <a:pt x="328646" y="17917"/>
                    </a:lnTo>
                    <a:lnTo>
                      <a:pt x="328646" y="3230"/>
                    </a:lnTo>
                    <a:lnTo>
                      <a:pt x="336667" y="3230"/>
                    </a:lnTo>
                    <a:lnTo>
                      <a:pt x="336667" y="45729"/>
                    </a:lnTo>
                    <a:cubicBezTo>
                      <a:pt x="336667" y="46562"/>
                      <a:pt x="336511" y="47135"/>
                      <a:pt x="336198" y="47448"/>
                    </a:cubicBezTo>
                    <a:cubicBezTo>
                      <a:pt x="335886" y="47761"/>
                      <a:pt x="335313" y="47917"/>
                      <a:pt x="334479" y="47917"/>
                    </a:cubicBezTo>
                    <a:lnTo>
                      <a:pt x="296979" y="47917"/>
                    </a:lnTo>
                    <a:cubicBezTo>
                      <a:pt x="296146" y="47917"/>
                      <a:pt x="295573" y="47761"/>
                      <a:pt x="295261" y="47448"/>
                    </a:cubicBezTo>
                    <a:cubicBezTo>
                      <a:pt x="294948" y="47135"/>
                      <a:pt x="294792" y="46562"/>
                      <a:pt x="294792" y="45729"/>
                    </a:cubicBezTo>
                    <a:close/>
                    <a:moveTo>
                      <a:pt x="25000" y="2292"/>
                    </a:moveTo>
                    <a:lnTo>
                      <a:pt x="33646" y="2292"/>
                    </a:lnTo>
                    <a:lnTo>
                      <a:pt x="33646" y="13021"/>
                    </a:lnTo>
                    <a:cubicBezTo>
                      <a:pt x="33646" y="16902"/>
                      <a:pt x="34306" y="20534"/>
                      <a:pt x="35625" y="23906"/>
                    </a:cubicBezTo>
                    <a:cubicBezTo>
                      <a:pt x="36945" y="27266"/>
                      <a:pt x="38750" y="30313"/>
                      <a:pt x="41042" y="33021"/>
                    </a:cubicBezTo>
                    <a:cubicBezTo>
                      <a:pt x="43264" y="35729"/>
                      <a:pt x="45833" y="38086"/>
                      <a:pt x="48750" y="40104"/>
                    </a:cubicBezTo>
                    <a:cubicBezTo>
                      <a:pt x="51667" y="42110"/>
                      <a:pt x="54688" y="43672"/>
                      <a:pt x="57813" y="44792"/>
                    </a:cubicBezTo>
                    <a:lnTo>
                      <a:pt x="52396" y="51250"/>
                    </a:lnTo>
                    <a:cubicBezTo>
                      <a:pt x="50452" y="50339"/>
                      <a:pt x="48385" y="49180"/>
                      <a:pt x="46198" y="47761"/>
                    </a:cubicBezTo>
                    <a:cubicBezTo>
                      <a:pt x="44010" y="46329"/>
                      <a:pt x="41875" y="44714"/>
                      <a:pt x="39792" y="42917"/>
                    </a:cubicBezTo>
                    <a:cubicBezTo>
                      <a:pt x="37708" y="41042"/>
                      <a:pt x="35747" y="39011"/>
                      <a:pt x="33906" y="36823"/>
                    </a:cubicBezTo>
                    <a:cubicBezTo>
                      <a:pt x="32066" y="34636"/>
                      <a:pt x="30591" y="32292"/>
                      <a:pt x="29479" y="29792"/>
                    </a:cubicBezTo>
                    <a:cubicBezTo>
                      <a:pt x="28508" y="32500"/>
                      <a:pt x="27188" y="35026"/>
                      <a:pt x="25521" y="37396"/>
                    </a:cubicBezTo>
                    <a:cubicBezTo>
                      <a:pt x="23854" y="39753"/>
                      <a:pt x="21979" y="41979"/>
                      <a:pt x="19896" y="44063"/>
                    </a:cubicBezTo>
                    <a:cubicBezTo>
                      <a:pt x="17813" y="46068"/>
                      <a:pt x="15608" y="47917"/>
                      <a:pt x="13281" y="49584"/>
                    </a:cubicBezTo>
                    <a:cubicBezTo>
                      <a:pt x="10956" y="51250"/>
                      <a:pt x="8646" y="52709"/>
                      <a:pt x="6354" y="53959"/>
                    </a:cubicBezTo>
                    <a:lnTo>
                      <a:pt x="0" y="48230"/>
                    </a:lnTo>
                    <a:cubicBezTo>
                      <a:pt x="3404" y="46628"/>
                      <a:pt x="6615" y="44701"/>
                      <a:pt x="9635" y="42448"/>
                    </a:cubicBezTo>
                    <a:cubicBezTo>
                      <a:pt x="12656" y="40182"/>
                      <a:pt x="15312" y="37630"/>
                      <a:pt x="17604" y="34792"/>
                    </a:cubicBezTo>
                    <a:cubicBezTo>
                      <a:pt x="19896" y="31940"/>
                      <a:pt x="21702" y="28764"/>
                      <a:pt x="23021" y="25260"/>
                    </a:cubicBezTo>
                    <a:cubicBezTo>
                      <a:pt x="24341" y="21745"/>
                      <a:pt x="25000" y="17917"/>
                      <a:pt x="25000" y="13750"/>
                    </a:cubicBezTo>
                    <a:close/>
                    <a:moveTo>
                      <a:pt x="251458" y="1667"/>
                    </a:moveTo>
                    <a:lnTo>
                      <a:pt x="259375" y="1667"/>
                    </a:lnTo>
                    <a:lnTo>
                      <a:pt x="259375" y="87917"/>
                    </a:lnTo>
                    <a:lnTo>
                      <a:pt x="251458" y="87917"/>
                    </a:lnTo>
                    <a:lnTo>
                      <a:pt x="251458" y="54271"/>
                    </a:lnTo>
                    <a:lnTo>
                      <a:pt x="238438" y="54271"/>
                    </a:lnTo>
                    <a:cubicBezTo>
                      <a:pt x="236841" y="60313"/>
                      <a:pt x="234462" y="64818"/>
                      <a:pt x="231302" y="67813"/>
                    </a:cubicBezTo>
                    <a:cubicBezTo>
                      <a:pt x="228143" y="70794"/>
                      <a:pt x="224619" y="72292"/>
                      <a:pt x="220729" y="72292"/>
                    </a:cubicBezTo>
                    <a:cubicBezTo>
                      <a:pt x="218021" y="72292"/>
                      <a:pt x="215469" y="71589"/>
                      <a:pt x="213073" y="70209"/>
                    </a:cubicBezTo>
                    <a:cubicBezTo>
                      <a:pt x="210677" y="68816"/>
                      <a:pt x="208612" y="66667"/>
                      <a:pt x="206875" y="63750"/>
                    </a:cubicBezTo>
                    <a:cubicBezTo>
                      <a:pt x="205070" y="60898"/>
                      <a:pt x="203664" y="57305"/>
                      <a:pt x="202656" y="52969"/>
                    </a:cubicBezTo>
                    <a:cubicBezTo>
                      <a:pt x="201650" y="48620"/>
                      <a:pt x="201146" y="43503"/>
                      <a:pt x="201146" y="37604"/>
                    </a:cubicBezTo>
                    <a:cubicBezTo>
                      <a:pt x="201146" y="31693"/>
                      <a:pt x="201650" y="26563"/>
                      <a:pt x="202656" y="22188"/>
                    </a:cubicBezTo>
                    <a:cubicBezTo>
                      <a:pt x="203664" y="17813"/>
                      <a:pt x="205035" y="14232"/>
                      <a:pt x="206771" y="11458"/>
                    </a:cubicBezTo>
                    <a:cubicBezTo>
                      <a:pt x="208577" y="8607"/>
                      <a:pt x="210660" y="6485"/>
                      <a:pt x="213021" y="5105"/>
                    </a:cubicBezTo>
                    <a:cubicBezTo>
                      <a:pt x="215383" y="3711"/>
                      <a:pt x="217952" y="3021"/>
                      <a:pt x="220729" y="3021"/>
                    </a:cubicBezTo>
                    <a:cubicBezTo>
                      <a:pt x="224479" y="3021"/>
                      <a:pt x="227900" y="4401"/>
                      <a:pt x="230990" y="7188"/>
                    </a:cubicBezTo>
                    <a:cubicBezTo>
                      <a:pt x="234081" y="9961"/>
                      <a:pt x="236459" y="14167"/>
                      <a:pt x="238125" y="19792"/>
                    </a:cubicBezTo>
                    <a:lnTo>
                      <a:pt x="251458" y="19792"/>
                    </a:lnTo>
                    <a:close/>
                    <a:moveTo>
                      <a:pt x="354792" y="0"/>
                    </a:moveTo>
                    <a:lnTo>
                      <a:pt x="363021" y="0"/>
                    </a:lnTo>
                    <a:lnTo>
                      <a:pt x="363021" y="20626"/>
                    </a:lnTo>
                    <a:lnTo>
                      <a:pt x="375834" y="20626"/>
                    </a:lnTo>
                    <a:lnTo>
                      <a:pt x="375834" y="27708"/>
                    </a:lnTo>
                    <a:lnTo>
                      <a:pt x="363021" y="27708"/>
                    </a:lnTo>
                    <a:lnTo>
                      <a:pt x="363021" y="56980"/>
                    </a:lnTo>
                    <a:lnTo>
                      <a:pt x="354792" y="56980"/>
                    </a:lnTo>
                    <a:close/>
                    <a:moveTo>
                      <a:pt x="268646" y="0"/>
                    </a:moveTo>
                    <a:lnTo>
                      <a:pt x="276563" y="0"/>
                    </a:lnTo>
                    <a:lnTo>
                      <a:pt x="276563" y="92396"/>
                    </a:lnTo>
                    <a:lnTo>
                      <a:pt x="268646" y="92396"/>
                    </a:lnTo>
                    <a:close/>
                    <a:moveTo>
                      <a:pt x="166563" y="0"/>
                    </a:moveTo>
                    <a:lnTo>
                      <a:pt x="174479" y="0"/>
                    </a:lnTo>
                    <a:lnTo>
                      <a:pt x="174479" y="92292"/>
                    </a:lnTo>
                    <a:lnTo>
                      <a:pt x="166563" y="92292"/>
                    </a:lnTo>
                    <a:lnTo>
                      <a:pt x="166563" y="41459"/>
                    </a:lnTo>
                    <a:lnTo>
                      <a:pt x="154688" y="41459"/>
                    </a:lnTo>
                    <a:lnTo>
                      <a:pt x="154688" y="87917"/>
                    </a:lnTo>
                    <a:lnTo>
                      <a:pt x="146667" y="87917"/>
                    </a:lnTo>
                    <a:lnTo>
                      <a:pt x="146667" y="1562"/>
                    </a:lnTo>
                    <a:lnTo>
                      <a:pt x="154688" y="1562"/>
                    </a:lnTo>
                    <a:lnTo>
                      <a:pt x="154688" y="33542"/>
                    </a:lnTo>
                    <a:lnTo>
                      <a:pt x="166563" y="33542"/>
                    </a:lnTo>
                    <a:close/>
                    <a:moveTo>
                      <a:pt x="67708" y="0"/>
                    </a:moveTo>
                    <a:lnTo>
                      <a:pt x="75833" y="0"/>
                    </a:lnTo>
                    <a:lnTo>
                      <a:pt x="75833" y="27500"/>
                    </a:lnTo>
                    <a:lnTo>
                      <a:pt x="88542" y="27500"/>
                    </a:lnTo>
                    <a:lnTo>
                      <a:pt x="88542" y="34792"/>
                    </a:lnTo>
                    <a:lnTo>
                      <a:pt x="75833" y="34792"/>
                    </a:lnTo>
                    <a:lnTo>
                      <a:pt x="75833" y="67709"/>
                    </a:lnTo>
                    <a:lnTo>
                      <a:pt x="67708" y="67709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6" name="TextBox 775">
                <a:extLst>
                  <a:ext uri="{FF2B5EF4-FFF2-40B4-BE49-F238E27FC236}">
                    <a16:creationId xmlns:a16="http://schemas.microsoft.com/office/drawing/2014/main" id="{2BB033E9-4A5B-406F-9556-F794BBB67C4A}"/>
                  </a:ext>
                </a:extLst>
              </p:cNvPr>
              <p:cNvSpPr txBox="1"/>
              <p:nvPr/>
            </p:nvSpPr>
            <p:spPr>
              <a:xfrm>
                <a:off x="1117693" y="7781870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산재예방</a:t>
                </a:r>
              </a:p>
            </p:txBody>
          </p:sp>
        </p:grpSp>
        <p:sp>
          <p:nvSpPr>
            <p:cNvPr id="777" name="자유형: 도형 776">
              <a:extLst>
                <a:ext uri="{FF2B5EF4-FFF2-40B4-BE49-F238E27FC236}">
                  <a16:creationId xmlns:a16="http://schemas.microsoft.com/office/drawing/2014/main" id="{AD495FE7-05AE-4974-A785-6E1CCBDD0063}"/>
                </a:ext>
              </a:extLst>
            </p:cNvPr>
            <p:cNvSpPr/>
            <p:nvPr/>
          </p:nvSpPr>
          <p:spPr>
            <a:xfrm>
              <a:off x="1623437" y="7849452"/>
              <a:ext cx="455419" cy="93854"/>
            </a:xfrm>
            <a:custGeom>
              <a:avLst/>
              <a:gdLst>
                <a:gd name="connsiteX0" fmla="*/ 285732 w 455419"/>
                <a:gd name="connsiteY0" fmla="*/ 72500 h 93854"/>
                <a:gd name="connsiteX1" fmla="*/ 370524 w 455419"/>
                <a:gd name="connsiteY1" fmla="*/ 72500 h 93854"/>
                <a:gd name="connsiteX2" fmla="*/ 370524 w 455419"/>
                <a:gd name="connsiteY2" fmla="*/ 79583 h 93854"/>
                <a:gd name="connsiteX3" fmla="*/ 285732 w 455419"/>
                <a:gd name="connsiteY3" fmla="*/ 79583 h 93854"/>
                <a:gd name="connsiteX4" fmla="*/ 402086 w 455419"/>
                <a:gd name="connsiteY4" fmla="*/ 65208 h 93854"/>
                <a:gd name="connsiteX5" fmla="*/ 402086 w 455419"/>
                <a:gd name="connsiteY5" fmla="*/ 84480 h 93854"/>
                <a:gd name="connsiteX6" fmla="*/ 447295 w 455419"/>
                <a:gd name="connsiteY6" fmla="*/ 84480 h 93854"/>
                <a:gd name="connsiteX7" fmla="*/ 447295 w 455419"/>
                <a:gd name="connsiteY7" fmla="*/ 65208 h 93854"/>
                <a:gd name="connsiteX8" fmla="*/ 47917 w 455419"/>
                <a:gd name="connsiteY8" fmla="*/ 63229 h 93854"/>
                <a:gd name="connsiteX9" fmla="*/ 39010 w 455419"/>
                <a:gd name="connsiteY9" fmla="*/ 64063 h 93854"/>
                <a:gd name="connsiteX10" fmla="*/ 31771 w 455419"/>
                <a:gd name="connsiteY10" fmla="*/ 66458 h 93854"/>
                <a:gd name="connsiteX11" fmla="*/ 27031 w 455419"/>
                <a:gd name="connsiteY11" fmla="*/ 70156 h 93854"/>
                <a:gd name="connsiteX12" fmla="*/ 25313 w 455419"/>
                <a:gd name="connsiteY12" fmla="*/ 75208 h 93854"/>
                <a:gd name="connsiteX13" fmla="*/ 27031 w 455419"/>
                <a:gd name="connsiteY13" fmla="*/ 80313 h 93854"/>
                <a:gd name="connsiteX14" fmla="*/ 31875 w 455419"/>
                <a:gd name="connsiteY14" fmla="*/ 84167 h 93854"/>
                <a:gd name="connsiteX15" fmla="*/ 39010 w 455419"/>
                <a:gd name="connsiteY15" fmla="*/ 86563 h 93854"/>
                <a:gd name="connsiteX16" fmla="*/ 47917 w 455419"/>
                <a:gd name="connsiteY16" fmla="*/ 87396 h 93854"/>
                <a:gd name="connsiteX17" fmla="*/ 56979 w 455419"/>
                <a:gd name="connsiteY17" fmla="*/ 86563 h 93854"/>
                <a:gd name="connsiteX18" fmla="*/ 64271 w 455419"/>
                <a:gd name="connsiteY18" fmla="*/ 84167 h 93854"/>
                <a:gd name="connsiteX19" fmla="*/ 69063 w 455419"/>
                <a:gd name="connsiteY19" fmla="*/ 80365 h 93854"/>
                <a:gd name="connsiteX20" fmla="*/ 70833 w 455419"/>
                <a:gd name="connsiteY20" fmla="*/ 75312 h 93854"/>
                <a:gd name="connsiteX21" fmla="*/ 64323 w 455419"/>
                <a:gd name="connsiteY21" fmla="*/ 66458 h 93854"/>
                <a:gd name="connsiteX22" fmla="*/ 47917 w 455419"/>
                <a:gd name="connsiteY22" fmla="*/ 63229 h 93854"/>
                <a:gd name="connsiteX23" fmla="*/ 396149 w 455419"/>
                <a:gd name="connsiteY23" fmla="*/ 58334 h 93854"/>
                <a:gd name="connsiteX24" fmla="*/ 453232 w 455419"/>
                <a:gd name="connsiteY24" fmla="*/ 58334 h 93854"/>
                <a:gd name="connsiteX25" fmla="*/ 454951 w 455419"/>
                <a:gd name="connsiteY25" fmla="*/ 58802 h 93854"/>
                <a:gd name="connsiteX26" fmla="*/ 455420 w 455419"/>
                <a:gd name="connsiteY26" fmla="*/ 60521 h 93854"/>
                <a:gd name="connsiteX27" fmla="*/ 455420 w 455419"/>
                <a:gd name="connsiteY27" fmla="*/ 89063 h 93854"/>
                <a:gd name="connsiteX28" fmla="*/ 454951 w 455419"/>
                <a:gd name="connsiteY28" fmla="*/ 90782 h 93854"/>
                <a:gd name="connsiteX29" fmla="*/ 453232 w 455419"/>
                <a:gd name="connsiteY29" fmla="*/ 91250 h 93854"/>
                <a:gd name="connsiteX30" fmla="*/ 396149 w 455419"/>
                <a:gd name="connsiteY30" fmla="*/ 91250 h 93854"/>
                <a:gd name="connsiteX31" fmla="*/ 394430 w 455419"/>
                <a:gd name="connsiteY31" fmla="*/ 90782 h 93854"/>
                <a:gd name="connsiteX32" fmla="*/ 393961 w 455419"/>
                <a:gd name="connsiteY32" fmla="*/ 89063 h 93854"/>
                <a:gd name="connsiteX33" fmla="*/ 393961 w 455419"/>
                <a:gd name="connsiteY33" fmla="*/ 60521 h 93854"/>
                <a:gd name="connsiteX34" fmla="*/ 394430 w 455419"/>
                <a:gd name="connsiteY34" fmla="*/ 58802 h 93854"/>
                <a:gd name="connsiteX35" fmla="*/ 396149 w 455419"/>
                <a:gd name="connsiteY35" fmla="*/ 58334 h 93854"/>
                <a:gd name="connsiteX36" fmla="*/ 47917 w 455419"/>
                <a:gd name="connsiteY36" fmla="*/ 56458 h 93854"/>
                <a:gd name="connsiteX37" fmla="*/ 70885 w 455419"/>
                <a:gd name="connsiteY37" fmla="*/ 61615 h 93854"/>
                <a:gd name="connsiteX38" fmla="*/ 79479 w 455419"/>
                <a:gd name="connsiteY38" fmla="*/ 75208 h 93854"/>
                <a:gd name="connsiteX39" fmla="*/ 70885 w 455419"/>
                <a:gd name="connsiteY39" fmla="*/ 88855 h 93854"/>
                <a:gd name="connsiteX40" fmla="*/ 47917 w 455419"/>
                <a:gd name="connsiteY40" fmla="*/ 93854 h 93854"/>
                <a:gd name="connsiteX41" fmla="*/ 34948 w 455419"/>
                <a:gd name="connsiteY41" fmla="*/ 92553 h 93854"/>
                <a:gd name="connsiteX42" fmla="*/ 25104 w 455419"/>
                <a:gd name="connsiteY42" fmla="*/ 88855 h 93854"/>
                <a:gd name="connsiteX43" fmla="*/ 18750 w 455419"/>
                <a:gd name="connsiteY43" fmla="*/ 82969 h 93854"/>
                <a:gd name="connsiteX44" fmla="*/ 16563 w 455419"/>
                <a:gd name="connsiteY44" fmla="*/ 75208 h 93854"/>
                <a:gd name="connsiteX45" fmla="*/ 18802 w 455419"/>
                <a:gd name="connsiteY45" fmla="*/ 67552 h 93854"/>
                <a:gd name="connsiteX46" fmla="*/ 25208 w 455419"/>
                <a:gd name="connsiteY46" fmla="*/ 61667 h 93854"/>
                <a:gd name="connsiteX47" fmla="*/ 35104 w 455419"/>
                <a:gd name="connsiteY47" fmla="*/ 57813 h 93854"/>
                <a:gd name="connsiteX48" fmla="*/ 47917 w 455419"/>
                <a:gd name="connsiteY48" fmla="*/ 56458 h 93854"/>
                <a:gd name="connsiteX49" fmla="*/ 110208 w 455419"/>
                <a:gd name="connsiteY49" fmla="*/ 26875 h 93854"/>
                <a:gd name="connsiteX50" fmla="*/ 110208 w 455419"/>
                <a:gd name="connsiteY50" fmla="*/ 45938 h 93854"/>
                <a:gd name="connsiteX51" fmla="*/ 155417 w 455419"/>
                <a:gd name="connsiteY51" fmla="*/ 45938 h 93854"/>
                <a:gd name="connsiteX52" fmla="*/ 155417 w 455419"/>
                <a:gd name="connsiteY52" fmla="*/ 26875 h 93854"/>
                <a:gd name="connsiteX53" fmla="*/ 6354 w 455419"/>
                <a:gd name="connsiteY53" fmla="*/ 4271 h 93854"/>
                <a:gd name="connsiteX54" fmla="*/ 51458 w 455419"/>
                <a:gd name="connsiteY54" fmla="*/ 4271 h 93854"/>
                <a:gd name="connsiteX55" fmla="*/ 51458 w 455419"/>
                <a:gd name="connsiteY55" fmla="*/ 11250 h 93854"/>
                <a:gd name="connsiteX56" fmla="*/ 33333 w 455419"/>
                <a:gd name="connsiteY56" fmla="*/ 11250 h 93854"/>
                <a:gd name="connsiteX57" fmla="*/ 33333 w 455419"/>
                <a:gd name="connsiteY57" fmla="*/ 15001 h 93854"/>
                <a:gd name="connsiteX58" fmla="*/ 35313 w 455419"/>
                <a:gd name="connsiteY58" fmla="*/ 25417 h 93854"/>
                <a:gd name="connsiteX59" fmla="*/ 40625 w 455419"/>
                <a:gd name="connsiteY59" fmla="*/ 33855 h 93854"/>
                <a:gd name="connsiteX60" fmla="*/ 48229 w 455419"/>
                <a:gd name="connsiteY60" fmla="*/ 40157 h 93854"/>
                <a:gd name="connsiteX61" fmla="*/ 57188 w 455419"/>
                <a:gd name="connsiteY61" fmla="*/ 44271 h 93854"/>
                <a:gd name="connsiteX62" fmla="*/ 51979 w 455419"/>
                <a:gd name="connsiteY62" fmla="*/ 50313 h 93854"/>
                <a:gd name="connsiteX63" fmla="*/ 46042 w 455419"/>
                <a:gd name="connsiteY63" fmla="*/ 47239 h 93854"/>
                <a:gd name="connsiteX64" fmla="*/ 39688 w 455419"/>
                <a:gd name="connsiteY64" fmla="*/ 42813 h 93854"/>
                <a:gd name="connsiteX65" fmla="*/ 33750 w 455419"/>
                <a:gd name="connsiteY65" fmla="*/ 37188 h 93854"/>
                <a:gd name="connsiteX66" fmla="*/ 29063 w 455419"/>
                <a:gd name="connsiteY66" fmla="*/ 30313 h 93854"/>
                <a:gd name="connsiteX67" fmla="*/ 20208 w 455419"/>
                <a:gd name="connsiteY67" fmla="*/ 43490 h 93854"/>
                <a:gd name="connsiteX68" fmla="*/ 6146 w 455419"/>
                <a:gd name="connsiteY68" fmla="*/ 53125 h 93854"/>
                <a:gd name="connsiteX69" fmla="*/ 0 w 455419"/>
                <a:gd name="connsiteY69" fmla="*/ 47604 h 93854"/>
                <a:gd name="connsiteX70" fmla="*/ 9479 w 455419"/>
                <a:gd name="connsiteY70" fmla="*/ 42552 h 93854"/>
                <a:gd name="connsiteX71" fmla="*/ 17292 w 455419"/>
                <a:gd name="connsiteY71" fmla="*/ 35313 h 93854"/>
                <a:gd name="connsiteX72" fmla="*/ 22656 w 455419"/>
                <a:gd name="connsiteY72" fmla="*/ 26146 h 93854"/>
                <a:gd name="connsiteX73" fmla="*/ 24688 w 455419"/>
                <a:gd name="connsiteY73" fmla="*/ 14792 h 93854"/>
                <a:gd name="connsiteX74" fmla="*/ 24688 w 455419"/>
                <a:gd name="connsiteY74" fmla="*/ 11250 h 93854"/>
                <a:gd name="connsiteX75" fmla="*/ 6354 w 455419"/>
                <a:gd name="connsiteY75" fmla="*/ 11250 h 93854"/>
                <a:gd name="connsiteX76" fmla="*/ 385628 w 455419"/>
                <a:gd name="connsiteY76" fmla="*/ 3959 h 93854"/>
                <a:gd name="connsiteX77" fmla="*/ 416565 w 455419"/>
                <a:gd name="connsiteY77" fmla="*/ 3959 h 93854"/>
                <a:gd name="connsiteX78" fmla="*/ 416565 w 455419"/>
                <a:gd name="connsiteY78" fmla="*/ 10938 h 93854"/>
                <a:gd name="connsiteX79" fmla="*/ 391461 w 455419"/>
                <a:gd name="connsiteY79" fmla="*/ 10938 h 93854"/>
                <a:gd name="connsiteX80" fmla="*/ 391461 w 455419"/>
                <a:gd name="connsiteY80" fmla="*/ 22813 h 93854"/>
                <a:gd name="connsiteX81" fmla="*/ 414378 w 455419"/>
                <a:gd name="connsiteY81" fmla="*/ 22813 h 93854"/>
                <a:gd name="connsiteX82" fmla="*/ 414378 w 455419"/>
                <a:gd name="connsiteY82" fmla="*/ 29271 h 93854"/>
                <a:gd name="connsiteX83" fmla="*/ 391461 w 455419"/>
                <a:gd name="connsiteY83" fmla="*/ 29271 h 93854"/>
                <a:gd name="connsiteX84" fmla="*/ 391461 w 455419"/>
                <a:gd name="connsiteY84" fmla="*/ 42083 h 93854"/>
                <a:gd name="connsiteX85" fmla="*/ 396357 w 455419"/>
                <a:gd name="connsiteY85" fmla="*/ 42083 h 93854"/>
                <a:gd name="connsiteX86" fmla="*/ 402295 w 455419"/>
                <a:gd name="connsiteY86" fmla="*/ 41979 h 93854"/>
                <a:gd name="connsiteX87" fmla="*/ 409899 w 455419"/>
                <a:gd name="connsiteY87" fmla="*/ 41563 h 93854"/>
                <a:gd name="connsiteX88" fmla="*/ 417242 w 455419"/>
                <a:gd name="connsiteY88" fmla="*/ 40990 h 93854"/>
                <a:gd name="connsiteX89" fmla="*/ 422815 w 455419"/>
                <a:gd name="connsiteY89" fmla="*/ 40209 h 93854"/>
                <a:gd name="connsiteX90" fmla="*/ 422815 w 455419"/>
                <a:gd name="connsiteY90" fmla="*/ 47084 h 93854"/>
                <a:gd name="connsiteX91" fmla="*/ 418284 w 455419"/>
                <a:gd name="connsiteY91" fmla="*/ 47761 h 93854"/>
                <a:gd name="connsiteX92" fmla="*/ 410836 w 455419"/>
                <a:gd name="connsiteY92" fmla="*/ 48438 h 93854"/>
                <a:gd name="connsiteX93" fmla="*/ 402190 w 455419"/>
                <a:gd name="connsiteY93" fmla="*/ 48958 h 93854"/>
                <a:gd name="connsiteX94" fmla="*/ 394065 w 455419"/>
                <a:gd name="connsiteY94" fmla="*/ 49167 h 93854"/>
                <a:gd name="connsiteX95" fmla="*/ 385628 w 455419"/>
                <a:gd name="connsiteY95" fmla="*/ 49167 h 93854"/>
                <a:gd name="connsiteX96" fmla="*/ 383909 w 455419"/>
                <a:gd name="connsiteY96" fmla="*/ 48698 h 93854"/>
                <a:gd name="connsiteX97" fmla="*/ 383440 w 455419"/>
                <a:gd name="connsiteY97" fmla="*/ 46980 h 93854"/>
                <a:gd name="connsiteX98" fmla="*/ 383440 w 455419"/>
                <a:gd name="connsiteY98" fmla="*/ 6146 h 93854"/>
                <a:gd name="connsiteX99" fmla="*/ 383909 w 455419"/>
                <a:gd name="connsiteY99" fmla="*/ 4427 h 93854"/>
                <a:gd name="connsiteX100" fmla="*/ 385628 w 455419"/>
                <a:gd name="connsiteY100" fmla="*/ 3959 h 93854"/>
                <a:gd name="connsiteX101" fmla="*/ 219169 w 455419"/>
                <a:gd name="connsiteY101" fmla="*/ 3750 h 93854"/>
                <a:gd name="connsiteX102" fmla="*/ 227711 w 455419"/>
                <a:gd name="connsiteY102" fmla="*/ 3750 h 93854"/>
                <a:gd name="connsiteX103" fmla="*/ 227711 w 455419"/>
                <a:gd name="connsiteY103" fmla="*/ 21875 h 93854"/>
                <a:gd name="connsiteX104" fmla="*/ 233805 w 455419"/>
                <a:gd name="connsiteY104" fmla="*/ 46980 h 93854"/>
                <a:gd name="connsiteX105" fmla="*/ 253024 w 455419"/>
                <a:gd name="connsiteY105" fmla="*/ 65626 h 93854"/>
                <a:gd name="connsiteX106" fmla="*/ 246982 w 455419"/>
                <a:gd name="connsiteY106" fmla="*/ 71563 h 93854"/>
                <a:gd name="connsiteX107" fmla="*/ 233128 w 455419"/>
                <a:gd name="connsiteY107" fmla="*/ 59323 h 93854"/>
                <a:gd name="connsiteX108" fmla="*/ 223232 w 455419"/>
                <a:gd name="connsiteY108" fmla="*/ 42813 h 93854"/>
                <a:gd name="connsiteX109" fmla="*/ 213753 w 455419"/>
                <a:gd name="connsiteY109" fmla="*/ 60417 h 93854"/>
                <a:gd name="connsiteX110" fmla="*/ 199583 w 455419"/>
                <a:gd name="connsiteY110" fmla="*/ 73958 h 93854"/>
                <a:gd name="connsiteX111" fmla="*/ 192708 w 455419"/>
                <a:gd name="connsiteY111" fmla="*/ 68438 h 93854"/>
                <a:gd name="connsiteX112" fmla="*/ 212347 w 455419"/>
                <a:gd name="connsiteY112" fmla="*/ 48230 h 93854"/>
                <a:gd name="connsiteX113" fmla="*/ 219169 w 455419"/>
                <a:gd name="connsiteY113" fmla="*/ 20834 h 93854"/>
                <a:gd name="connsiteX114" fmla="*/ 101979 w 455419"/>
                <a:gd name="connsiteY114" fmla="*/ 3750 h 93854"/>
                <a:gd name="connsiteX115" fmla="*/ 110208 w 455419"/>
                <a:gd name="connsiteY115" fmla="*/ 3750 h 93854"/>
                <a:gd name="connsiteX116" fmla="*/ 110208 w 455419"/>
                <a:gd name="connsiteY116" fmla="*/ 19896 h 93854"/>
                <a:gd name="connsiteX117" fmla="*/ 155417 w 455419"/>
                <a:gd name="connsiteY117" fmla="*/ 19896 h 93854"/>
                <a:gd name="connsiteX118" fmla="*/ 155417 w 455419"/>
                <a:gd name="connsiteY118" fmla="*/ 3750 h 93854"/>
                <a:gd name="connsiteX119" fmla="*/ 163646 w 455419"/>
                <a:gd name="connsiteY119" fmla="*/ 3750 h 93854"/>
                <a:gd name="connsiteX120" fmla="*/ 163646 w 455419"/>
                <a:gd name="connsiteY120" fmla="*/ 50937 h 93854"/>
                <a:gd name="connsiteX121" fmla="*/ 163177 w 455419"/>
                <a:gd name="connsiteY121" fmla="*/ 52656 h 93854"/>
                <a:gd name="connsiteX122" fmla="*/ 161458 w 455419"/>
                <a:gd name="connsiteY122" fmla="*/ 53125 h 93854"/>
                <a:gd name="connsiteX123" fmla="*/ 136979 w 455419"/>
                <a:gd name="connsiteY123" fmla="*/ 53125 h 93854"/>
                <a:gd name="connsiteX124" fmla="*/ 136979 w 455419"/>
                <a:gd name="connsiteY124" fmla="*/ 73542 h 93854"/>
                <a:gd name="connsiteX125" fmla="*/ 175208 w 455419"/>
                <a:gd name="connsiteY125" fmla="*/ 73542 h 93854"/>
                <a:gd name="connsiteX126" fmla="*/ 175208 w 455419"/>
                <a:gd name="connsiteY126" fmla="*/ 80729 h 93854"/>
                <a:gd name="connsiteX127" fmla="*/ 90417 w 455419"/>
                <a:gd name="connsiteY127" fmla="*/ 80729 h 93854"/>
                <a:gd name="connsiteX128" fmla="*/ 90417 w 455419"/>
                <a:gd name="connsiteY128" fmla="*/ 73542 h 93854"/>
                <a:gd name="connsiteX129" fmla="*/ 128438 w 455419"/>
                <a:gd name="connsiteY129" fmla="*/ 73542 h 93854"/>
                <a:gd name="connsiteX130" fmla="*/ 128438 w 455419"/>
                <a:gd name="connsiteY130" fmla="*/ 53125 h 93854"/>
                <a:gd name="connsiteX131" fmla="*/ 104167 w 455419"/>
                <a:gd name="connsiteY131" fmla="*/ 53125 h 93854"/>
                <a:gd name="connsiteX132" fmla="*/ 102448 w 455419"/>
                <a:gd name="connsiteY132" fmla="*/ 52656 h 93854"/>
                <a:gd name="connsiteX133" fmla="*/ 101979 w 455419"/>
                <a:gd name="connsiteY133" fmla="*/ 50937 h 93854"/>
                <a:gd name="connsiteX134" fmla="*/ 323753 w 455419"/>
                <a:gd name="connsiteY134" fmla="*/ 3646 h 93854"/>
                <a:gd name="connsiteX135" fmla="*/ 332607 w 455419"/>
                <a:gd name="connsiteY135" fmla="*/ 3646 h 93854"/>
                <a:gd name="connsiteX136" fmla="*/ 332607 w 455419"/>
                <a:gd name="connsiteY136" fmla="*/ 11563 h 93854"/>
                <a:gd name="connsiteX137" fmla="*/ 335472 w 455419"/>
                <a:gd name="connsiteY137" fmla="*/ 23177 h 93854"/>
                <a:gd name="connsiteX138" fmla="*/ 343128 w 455419"/>
                <a:gd name="connsiteY138" fmla="*/ 33751 h 93854"/>
                <a:gd name="connsiteX139" fmla="*/ 354065 w 455419"/>
                <a:gd name="connsiteY139" fmla="*/ 42240 h 93854"/>
                <a:gd name="connsiteX140" fmla="*/ 366774 w 455419"/>
                <a:gd name="connsiteY140" fmla="*/ 47917 h 93854"/>
                <a:gd name="connsiteX141" fmla="*/ 360940 w 455419"/>
                <a:gd name="connsiteY141" fmla="*/ 54063 h 93854"/>
                <a:gd name="connsiteX142" fmla="*/ 351409 w 455419"/>
                <a:gd name="connsiteY142" fmla="*/ 49740 h 93854"/>
                <a:gd name="connsiteX143" fmla="*/ 341982 w 455419"/>
                <a:gd name="connsiteY143" fmla="*/ 43229 h 93854"/>
                <a:gd name="connsiteX144" fmla="*/ 333857 w 455419"/>
                <a:gd name="connsiteY144" fmla="*/ 35156 h 93854"/>
                <a:gd name="connsiteX145" fmla="*/ 328336 w 455419"/>
                <a:gd name="connsiteY145" fmla="*/ 25729 h 93854"/>
                <a:gd name="connsiteX146" fmla="*/ 322711 w 455419"/>
                <a:gd name="connsiteY146" fmla="*/ 35000 h 93854"/>
                <a:gd name="connsiteX147" fmla="*/ 314690 w 455419"/>
                <a:gd name="connsiteY147" fmla="*/ 43021 h 93854"/>
                <a:gd name="connsiteX148" fmla="*/ 305263 w 455419"/>
                <a:gd name="connsiteY148" fmla="*/ 49531 h 93854"/>
                <a:gd name="connsiteX149" fmla="*/ 295628 w 455419"/>
                <a:gd name="connsiteY149" fmla="*/ 54167 h 93854"/>
                <a:gd name="connsiteX150" fmla="*/ 289378 w 455419"/>
                <a:gd name="connsiteY150" fmla="*/ 47812 h 93854"/>
                <a:gd name="connsiteX151" fmla="*/ 301826 w 455419"/>
                <a:gd name="connsiteY151" fmla="*/ 42448 h 93854"/>
                <a:gd name="connsiteX152" fmla="*/ 312815 w 455419"/>
                <a:gd name="connsiteY152" fmla="*/ 34271 h 93854"/>
                <a:gd name="connsiteX153" fmla="*/ 320732 w 455419"/>
                <a:gd name="connsiteY153" fmla="*/ 23802 h 93854"/>
                <a:gd name="connsiteX154" fmla="*/ 323753 w 455419"/>
                <a:gd name="connsiteY154" fmla="*/ 11563 h 93854"/>
                <a:gd name="connsiteX155" fmla="*/ 429378 w 455419"/>
                <a:gd name="connsiteY155" fmla="*/ 1667 h 93854"/>
                <a:gd name="connsiteX156" fmla="*/ 437503 w 455419"/>
                <a:gd name="connsiteY156" fmla="*/ 1667 h 93854"/>
                <a:gd name="connsiteX157" fmla="*/ 437503 w 455419"/>
                <a:gd name="connsiteY157" fmla="*/ 53333 h 93854"/>
                <a:gd name="connsiteX158" fmla="*/ 429378 w 455419"/>
                <a:gd name="connsiteY158" fmla="*/ 53333 h 93854"/>
                <a:gd name="connsiteX159" fmla="*/ 429378 w 455419"/>
                <a:gd name="connsiteY159" fmla="*/ 27813 h 93854"/>
                <a:gd name="connsiteX160" fmla="*/ 417920 w 455419"/>
                <a:gd name="connsiteY160" fmla="*/ 27813 h 93854"/>
                <a:gd name="connsiteX161" fmla="*/ 417920 w 455419"/>
                <a:gd name="connsiteY161" fmla="*/ 20626 h 93854"/>
                <a:gd name="connsiteX162" fmla="*/ 429378 w 455419"/>
                <a:gd name="connsiteY162" fmla="*/ 20626 h 93854"/>
                <a:gd name="connsiteX163" fmla="*/ 447295 w 455419"/>
                <a:gd name="connsiteY163" fmla="*/ 0 h 93854"/>
                <a:gd name="connsiteX164" fmla="*/ 455315 w 455419"/>
                <a:gd name="connsiteY164" fmla="*/ 0 h 93854"/>
                <a:gd name="connsiteX165" fmla="*/ 455315 w 455419"/>
                <a:gd name="connsiteY165" fmla="*/ 53333 h 93854"/>
                <a:gd name="connsiteX166" fmla="*/ 447295 w 455419"/>
                <a:gd name="connsiteY166" fmla="*/ 53333 h 93854"/>
                <a:gd name="connsiteX167" fmla="*/ 263649 w 455419"/>
                <a:gd name="connsiteY167" fmla="*/ 0 h 93854"/>
                <a:gd name="connsiteX168" fmla="*/ 271982 w 455419"/>
                <a:gd name="connsiteY168" fmla="*/ 0 h 93854"/>
                <a:gd name="connsiteX169" fmla="*/ 271982 w 455419"/>
                <a:gd name="connsiteY169" fmla="*/ 92292 h 93854"/>
                <a:gd name="connsiteX170" fmla="*/ 263649 w 455419"/>
                <a:gd name="connsiteY170" fmla="*/ 92292 h 93854"/>
                <a:gd name="connsiteX171" fmla="*/ 69688 w 455419"/>
                <a:gd name="connsiteY171" fmla="*/ 0 h 93854"/>
                <a:gd name="connsiteX172" fmla="*/ 77813 w 455419"/>
                <a:gd name="connsiteY172" fmla="*/ 0 h 93854"/>
                <a:gd name="connsiteX173" fmla="*/ 77813 w 455419"/>
                <a:gd name="connsiteY173" fmla="*/ 55938 h 93854"/>
                <a:gd name="connsiteX174" fmla="*/ 69688 w 455419"/>
                <a:gd name="connsiteY174" fmla="*/ 55938 h 93854"/>
                <a:gd name="connsiteX175" fmla="*/ 69688 w 455419"/>
                <a:gd name="connsiteY175" fmla="*/ 27917 h 93854"/>
                <a:gd name="connsiteX176" fmla="*/ 50521 w 455419"/>
                <a:gd name="connsiteY176" fmla="*/ 27917 h 93854"/>
                <a:gd name="connsiteX177" fmla="*/ 50521 w 455419"/>
                <a:gd name="connsiteY177" fmla="*/ 21042 h 93854"/>
                <a:gd name="connsiteX178" fmla="*/ 69688 w 455419"/>
                <a:gd name="connsiteY178" fmla="*/ 21042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</a:cxnLst>
              <a:rect l="l" t="t" r="r" b="b"/>
              <a:pathLst>
                <a:path w="455419" h="93854">
                  <a:moveTo>
                    <a:pt x="285732" y="72500"/>
                  </a:moveTo>
                  <a:lnTo>
                    <a:pt x="370524" y="72500"/>
                  </a:lnTo>
                  <a:lnTo>
                    <a:pt x="370524" y="79583"/>
                  </a:lnTo>
                  <a:lnTo>
                    <a:pt x="285732" y="79583"/>
                  </a:lnTo>
                  <a:close/>
                  <a:moveTo>
                    <a:pt x="402086" y="65208"/>
                  </a:moveTo>
                  <a:lnTo>
                    <a:pt x="402086" y="84480"/>
                  </a:lnTo>
                  <a:lnTo>
                    <a:pt x="447295" y="84480"/>
                  </a:lnTo>
                  <a:lnTo>
                    <a:pt x="447295" y="65208"/>
                  </a:lnTo>
                  <a:close/>
                  <a:moveTo>
                    <a:pt x="47917" y="63229"/>
                  </a:moveTo>
                  <a:cubicBezTo>
                    <a:pt x="44723" y="63229"/>
                    <a:pt x="41754" y="63503"/>
                    <a:pt x="39010" y="64063"/>
                  </a:cubicBezTo>
                  <a:cubicBezTo>
                    <a:pt x="36268" y="64610"/>
                    <a:pt x="33854" y="65417"/>
                    <a:pt x="31771" y="66458"/>
                  </a:cubicBezTo>
                  <a:cubicBezTo>
                    <a:pt x="29758" y="67422"/>
                    <a:pt x="28177" y="68659"/>
                    <a:pt x="27031" y="70156"/>
                  </a:cubicBezTo>
                  <a:cubicBezTo>
                    <a:pt x="25886" y="71641"/>
                    <a:pt x="25313" y="73334"/>
                    <a:pt x="25313" y="75208"/>
                  </a:cubicBezTo>
                  <a:cubicBezTo>
                    <a:pt x="25313" y="77084"/>
                    <a:pt x="25886" y="78776"/>
                    <a:pt x="27031" y="80313"/>
                  </a:cubicBezTo>
                  <a:cubicBezTo>
                    <a:pt x="28177" y="81836"/>
                    <a:pt x="29792" y="83125"/>
                    <a:pt x="31875" y="84167"/>
                  </a:cubicBezTo>
                  <a:cubicBezTo>
                    <a:pt x="33889" y="85208"/>
                    <a:pt x="36268" y="86003"/>
                    <a:pt x="39010" y="86563"/>
                  </a:cubicBezTo>
                  <a:cubicBezTo>
                    <a:pt x="41754" y="87109"/>
                    <a:pt x="44723" y="87396"/>
                    <a:pt x="47917" y="87396"/>
                  </a:cubicBezTo>
                  <a:cubicBezTo>
                    <a:pt x="51181" y="87396"/>
                    <a:pt x="54202" y="87109"/>
                    <a:pt x="56979" y="86563"/>
                  </a:cubicBezTo>
                  <a:cubicBezTo>
                    <a:pt x="59758" y="86003"/>
                    <a:pt x="62188" y="85208"/>
                    <a:pt x="64271" y="84167"/>
                  </a:cubicBezTo>
                  <a:cubicBezTo>
                    <a:pt x="66285" y="83125"/>
                    <a:pt x="67883" y="81849"/>
                    <a:pt x="69063" y="80365"/>
                  </a:cubicBezTo>
                  <a:cubicBezTo>
                    <a:pt x="70244" y="78867"/>
                    <a:pt x="70833" y="77188"/>
                    <a:pt x="70833" y="75312"/>
                  </a:cubicBezTo>
                  <a:cubicBezTo>
                    <a:pt x="70833" y="71563"/>
                    <a:pt x="68664" y="68607"/>
                    <a:pt x="64323" y="66458"/>
                  </a:cubicBezTo>
                  <a:cubicBezTo>
                    <a:pt x="59983" y="64297"/>
                    <a:pt x="54514" y="63229"/>
                    <a:pt x="47917" y="63229"/>
                  </a:cubicBezTo>
                  <a:close/>
                  <a:moveTo>
                    <a:pt x="396149" y="58334"/>
                  </a:moveTo>
                  <a:lnTo>
                    <a:pt x="453232" y="58334"/>
                  </a:lnTo>
                  <a:cubicBezTo>
                    <a:pt x="454065" y="58334"/>
                    <a:pt x="454638" y="58490"/>
                    <a:pt x="454951" y="58802"/>
                  </a:cubicBezTo>
                  <a:cubicBezTo>
                    <a:pt x="455263" y="59115"/>
                    <a:pt x="455420" y="59688"/>
                    <a:pt x="455420" y="60521"/>
                  </a:cubicBezTo>
                  <a:lnTo>
                    <a:pt x="455420" y="89063"/>
                  </a:lnTo>
                  <a:cubicBezTo>
                    <a:pt x="455420" y="89896"/>
                    <a:pt x="455263" y="90469"/>
                    <a:pt x="454951" y="90782"/>
                  </a:cubicBezTo>
                  <a:cubicBezTo>
                    <a:pt x="454638" y="91094"/>
                    <a:pt x="454065" y="91250"/>
                    <a:pt x="453232" y="91250"/>
                  </a:cubicBezTo>
                  <a:lnTo>
                    <a:pt x="396149" y="91250"/>
                  </a:lnTo>
                  <a:cubicBezTo>
                    <a:pt x="395315" y="91250"/>
                    <a:pt x="394742" y="91094"/>
                    <a:pt x="394430" y="90782"/>
                  </a:cubicBezTo>
                  <a:cubicBezTo>
                    <a:pt x="394117" y="90469"/>
                    <a:pt x="393961" y="89896"/>
                    <a:pt x="393961" y="89063"/>
                  </a:cubicBezTo>
                  <a:lnTo>
                    <a:pt x="393961" y="60521"/>
                  </a:lnTo>
                  <a:cubicBezTo>
                    <a:pt x="393961" y="59688"/>
                    <a:pt x="394117" y="59115"/>
                    <a:pt x="394430" y="58802"/>
                  </a:cubicBezTo>
                  <a:cubicBezTo>
                    <a:pt x="394742" y="58490"/>
                    <a:pt x="395315" y="58334"/>
                    <a:pt x="396149" y="58334"/>
                  </a:cubicBezTo>
                  <a:close/>
                  <a:moveTo>
                    <a:pt x="47917" y="56458"/>
                  </a:moveTo>
                  <a:cubicBezTo>
                    <a:pt x="57500" y="56458"/>
                    <a:pt x="65156" y="58177"/>
                    <a:pt x="70885" y="61615"/>
                  </a:cubicBezTo>
                  <a:cubicBezTo>
                    <a:pt x="76615" y="65053"/>
                    <a:pt x="79479" y="69583"/>
                    <a:pt x="79479" y="75208"/>
                  </a:cubicBezTo>
                  <a:cubicBezTo>
                    <a:pt x="79479" y="80964"/>
                    <a:pt x="76615" y="85521"/>
                    <a:pt x="70885" y="88855"/>
                  </a:cubicBezTo>
                  <a:cubicBezTo>
                    <a:pt x="65156" y="92188"/>
                    <a:pt x="57500" y="93854"/>
                    <a:pt x="47917" y="93854"/>
                  </a:cubicBezTo>
                  <a:cubicBezTo>
                    <a:pt x="43125" y="93854"/>
                    <a:pt x="38802" y="93412"/>
                    <a:pt x="34948" y="92553"/>
                  </a:cubicBezTo>
                  <a:cubicBezTo>
                    <a:pt x="31094" y="91680"/>
                    <a:pt x="27813" y="90443"/>
                    <a:pt x="25104" y="88855"/>
                  </a:cubicBezTo>
                  <a:cubicBezTo>
                    <a:pt x="22327" y="87252"/>
                    <a:pt x="20208" y="85286"/>
                    <a:pt x="18750" y="82969"/>
                  </a:cubicBezTo>
                  <a:cubicBezTo>
                    <a:pt x="17292" y="80638"/>
                    <a:pt x="16563" y="78047"/>
                    <a:pt x="16563" y="75208"/>
                  </a:cubicBezTo>
                  <a:cubicBezTo>
                    <a:pt x="16563" y="72422"/>
                    <a:pt x="17310" y="69870"/>
                    <a:pt x="18802" y="67552"/>
                  </a:cubicBezTo>
                  <a:cubicBezTo>
                    <a:pt x="20296" y="65222"/>
                    <a:pt x="22431" y="63256"/>
                    <a:pt x="25208" y="61667"/>
                  </a:cubicBezTo>
                  <a:cubicBezTo>
                    <a:pt x="27987" y="60000"/>
                    <a:pt x="31285" y="58711"/>
                    <a:pt x="35104" y="57813"/>
                  </a:cubicBezTo>
                  <a:cubicBezTo>
                    <a:pt x="38925" y="56901"/>
                    <a:pt x="43195" y="56458"/>
                    <a:pt x="47917" y="56458"/>
                  </a:cubicBezTo>
                  <a:close/>
                  <a:moveTo>
                    <a:pt x="110208" y="26875"/>
                  </a:moveTo>
                  <a:lnTo>
                    <a:pt x="110208" y="45938"/>
                  </a:lnTo>
                  <a:lnTo>
                    <a:pt x="155417" y="45938"/>
                  </a:lnTo>
                  <a:lnTo>
                    <a:pt x="155417" y="26875"/>
                  </a:lnTo>
                  <a:close/>
                  <a:moveTo>
                    <a:pt x="6354" y="4271"/>
                  </a:moveTo>
                  <a:lnTo>
                    <a:pt x="51458" y="4271"/>
                  </a:lnTo>
                  <a:lnTo>
                    <a:pt x="51458" y="11250"/>
                  </a:lnTo>
                  <a:lnTo>
                    <a:pt x="33333" y="11250"/>
                  </a:lnTo>
                  <a:lnTo>
                    <a:pt x="33333" y="15001"/>
                  </a:lnTo>
                  <a:cubicBezTo>
                    <a:pt x="33333" y="18815"/>
                    <a:pt x="33994" y="22292"/>
                    <a:pt x="35313" y="25417"/>
                  </a:cubicBezTo>
                  <a:cubicBezTo>
                    <a:pt x="36633" y="28542"/>
                    <a:pt x="38404" y="31354"/>
                    <a:pt x="40625" y="33855"/>
                  </a:cubicBezTo>
                  <a:cubicBezTo>
                    <a:pt x="42848" y="36276"/>
                    <a:pt x="45383" y="38385"/>
                    <a:pt x="48229" y="40157"/>
                  </a:cubicBezTo>
                  <a:cubicBezTo>
                    <a:pt x="51077" y="41928"/>
                    <a:pt x="54063" y="43294"/>
                    <a:pt x="57188" y="44271"/>
                  </a:cubicBezTo>
                  <a:lnTo>
                    <a:pt x="51979" y="50313"/>
                  </a:lnTo>
                  <a:cubicBezTo>
                    <a:pt x="50175" y="49544"/>
                    <a:pt x="48195" y="48516"/>
                    <a:pt x="46042" y="47239"/>
                  </a:cubicBezTo>
                  <a:cubicBezTo>
                    <a:pt x="43889" y="45950"/>
                    <a:pt x="41771" y="44479"/>
                    <a:pt x="39688" y="42813"/>
                  </a:cubicBezTo>
                  <a:cubicBezTo>
                    <a:pt x="37604" y="41146"/>
                    <a:pt x="35625" y="39271"/>
                    <a:pt x="33750" y="37188"/>
                  </a:cubicBezTo>
                  <a:cubicBezTo>
                    <a:pt x="31875" y="35105"/>
                    <a:pt x="30313" y="32813"/>
                    <a:pt x="29063" y="30313"/>
                  </a:cubicBezTo>
                  <a:cubicBezTo>
                    <a:pt x="27327" y="35105"/>
                    <a:pt x="24375" y="39492"/>
                    <a:pt x="20208" y="43490"/>
                  </a:cubicBezTo>
                  <a:cubicBezTo>
                    <a:pt x="16042" y="47474"/>
                    <a:pt x="11354" y="50690"/>
                    <a:pt x="6146" y="53125"/>
                  </a:cubicBezTo>
                  <a:lnTo>
                    <a:pt x="0" y="47604"/>
                  </a:lnTo>
                  <a:cubicBezTo>
                    <a:pt x="3333" y="46276"/>
                    <a:pt x="6494" y="44596"/>
                    <a:pt x="9479" y="42552"/>
                  </a:cubicBezTo>
                  <a:cubicBezTo>
                    <a:pt x="12466" y="40495"/>
                    <a:pt x="15070" y="38086"/>
                    <a:pt x="17292" y="35313"/>
                  </a:cubicBezTo>
                  <a:cubicBezTo>
                    <a:pt x="19514" y="32605"/>
                    <a:pt x="21302" y="29545"/>
                    <a:pt x="22656" y="26146"/>
                  </a:cubicBezTo>
                  <a:cubicBezTo>
                    <a:pt x="24010" y="22735"/>
                    <a:pt x="24688" y="18958"/>
                    <a:pt x="24688" y="14792"/>
                  </a:cubicBezTo>
                  <a:lnTo>
                    <a:pt x="24688" y="11250"/>
                  </a:lnTo>
                  <a:lnTo>
                    <a:pt x="6354" y="11250"/>
                  </a:lnTo>
                  <a:close/>
                  <a:moveTo>
                    <a:pt x="385628" y="3959"/>
                  </a:moveTo>
                  <a:lnTo>
                    <a:pt x="416565" y="3959"/>
                  </a:lnTo>
                  <a:lnTo>
                    <a:pt x="416565" y="10938"/>
                  </a:lnTo>
                  <a:lnTo>
                    <a:pt x="391461" y="10938"/>
                  </a:lnTo>
                  <a:lnTo>
                    <a:pt x="391461" y="22813"/>
                  </a:lnTo>
                  <a:lnTo>
                    <a:pt x="414378" y="22813"/>
                  </a:lnTo>
                  <a:lnTo>
                    <a:pt x="414378" y="29271"/>
                  </a:lnTo>
                  <a:lnTo>
                    <a:pt x="391461" y="29271"/>
                  </a:lnTo>
                  <a:lnTo>
                    <a:pt x="391461" y="42083"/>
                  </a:lnTo>
                  <a:lnTo>
                    <a:pt x="396357" y="42083"/>
                  </a:lnTo>
                  <a:cubicBezTo>
                    <a:pt x="397880" y="42083"/>
                    <a:pt x="399860" y="42044"/>
                    <a:pt x="402295" y="41979"/>
                  </a:cubicBezTo>
                  <a:cubicBezTo>
                    <a:pt x="404716" y="41901"/>
                    <a:pt x="407256" y="41771"/>
                    <a:pt x="409899" y="41563"/>
                  </a:cubicBezTo>
                  <a:cubicBezTo>
                    <a:pt x="412464" y="41420"/>
                    <a:pt x="414912" y="41224"/>
                    <a:pt x="417242" y="40990"/>
                  </a:cubicBezTo>
                  <a:cubicBezTo>
                    <a:pt x="419560" y="40743"/>
                    <a:pt x="421422" y="40482"/>
                    <a:pt x="422815" y="40209"/>
                  </a:cubicBezTo>
                  <a:lnTo>
                    <a:pt x="422815" y="47084"/>
                  </a:lnTo>
                  <a:cubicBezTo>
                    <a:pt x="421982" y="47292"/>
                    <a:pt x="420472" y="47513"/>
                    <a:pt x="418284" y="47761"/>
                  </a:cubicBezTo>
                  <a:cubicBezTo>
                    <a:pt x="416097" y="47995"/>
                    <a:pt x="413610" y="48230"/>
                    <a:pt x="410836" y="48438"/>
                  </a:cubicBezTo>
                  <a:cubicBezTo>
                    <a:pt x="408050" y="48646"/>
                    <a:pt x="405172" y="48815"/>
                    <a:pt x="402190" y="48958"/>
                  </a:cubicBezTo>
                  <a:cubicBezTo>
                    <a:pt x="399196" y="49089"/>
                    <a:pt x="396487" y="49167"/>
                    <a:pt x="394065" y="49167"/>
                  </a:cubicBezTo>
                  <a:lnTo>
                    <a:pt x="385628" y="49167"/>
                  </a:lnTo>
                  <a:cubicBezTo>
                    <a:pt x="384794" y="49167"/>
                    <a:pt x="384222" y="49011"/>
                    <a:pt x="383909" y="48698"/>
                  </a:cubicBezTo>
                  <a:cubicBezTo>
                    <a:pt x="383597" y="48385"/>
                    <a:pt x="383440" y="47812"/>
                    <a:pt x="383440" y="46980"/>
                  </a:cubicBezTo>
                  <a:lnTo>
                    <a:pt x="383440" y="6146"/>
                  </a:lnTo>
                  <a:cubicBezTo>
                    <a:pt x="383440" y="5313"/>
                    <a:pt x="383597" y="4740"/>
                    <a:pt x="383909" y="4427"/>
                  </a:cubicBezTo>
                  <a:cubicBezTo>
                    <a:pt x="384222" y="4115"/>
                    <a:pt x="384794" y="3959"/>
                    <a:pt x="385628" y="3959"/>
                  </a:cubicBezTo>
                  <a:close/>
                  <a:moveTo>
                    <a:pt x="219169" y="3750"/>
                  </a:moveTo>
                  <a:lnTo>
                    <a:pt x="227711" y="3750"/>
                  </a:lnTo>
                  <a:lnTo>
                    <a:pt x="227711" y="21875"/>
                  </a:lnTo>
                  <a:cubicBezTo>
                    <a:pt x="227711" y="31667"/>
                    <a:pt x="229742" y="40027"/>
                    <a:pt x="233805" y="46980"/>
                  </a:cubicBezTo>
                  <a:cubicBezTo>
                    <a:pt x="237867" y="53919"/>
                    <a:pt x="244274" y="60131"/>
                    <a:pt x="253024" y="65626"/>
                  </a:cubicBezTo>
                  <a:lnTo>
                    <a:pt x="246982" y="71563"/>
                  </a:lnTo>
                  <a:cubicBezTo>
                    <a:pt x="242047" y="68229"/>
                    <a:pt x="237425" y="64141"/>
                    <a:pt x="233128" y="59323"/>
                  </a:cubicBezTo>
                  <a:cubicBezTo>
                    <a:pt x="228818" y="54492"/>
                    <a:pt x="225524" y="48985"/>
                    <a:pt x="223232" y="42813"/>
                  </a:cubicBezTo>
                  <a:cubicBezTo>
                    <a:pt x="221357" y="49271"/>
                    <a:pt x="218193" y="55130"/>
                    <a:pt x="213753" y="60417"/>
                  </a:cubicBezTo>
                  <a:cubicBezTo>
                    <a:pt x="209300" y="65691"/>
                    <a:pt x="204584" y="70209"/>
                    <a:pt x="199583" y="73958"/>
                  </a:cubicBezTo>
                  <a:lnTo>
                    <a:pt x="192708" y="68438"/>
                  </a:lnTo>
                  <a:cubicBezTo>
                    <a:pt x="201250" y="63229"/>
                    <a:pt x="207796" y="56485"/>
                    <a:pt x="212347" y="48230"/>
                  </a:cubicBezTo>
                  <a:cubicBezTo>
                    <a:pt x="216891" y="39961"/>
                    <a:pt x="219169" y="30834"/>
                    <a:pt x="219169" y="20834"/>
                  </a:cubicBezTo>
                  <a:close/>
                  <a:moveTo>
                    <a:pt x="101979" y="3750"/>
                  </a:moveTo>
                  <a:lnTo>
                    <a:pt x="110208" y="3750"/>
                  </a:lnTo>
                  <a:lnTo>
                    <a:pt x="110208" y="19896"/>
                  </a:lnTo>
                  <a:lnTo>
                    <a:pt x="155417" y="19896"/>
                  </a:lnTo>
                  <a:lnTo>
                    <a:pt x="155417" y="3750"/>
                  </a:lnTo>
                  <a:lnTo>
                    <a:pt x="163646" y="3750"/>
                  </a:lnTo>
                  <a:lnTo>
                    <a:pt x="163646" y="50937"/>
                  </a:lnTo>
                  <a:cubicBezTo>
                    <a:pt x="163646" y="51771"/>
                    <a:pt x="163490" y="52344"/>
                    <a:pt x="163177" y="52656"/>
                  </a:cubicBezTo>
                  <a:cubicBezTo>
                    <a:pt x="162865" y="52969"/>
                    <a:pt x="162292" y="53125"/>
                    <a:pt x="161458" y="53125"/>
                  </a:cubicBezTo>
                  <a:lnTo>
                    <a:pt x="136979" y="53125"/>
                  </a:lnTo>
                  <a:lnTo>
                    <a:pt x="136979" y="73542"/>
                  </a:lnTo>
                  <a:lnTo>
                    <a:pt x="175208" y="73542"/>
                  </a:lnTo>
                  <a:lnTo>
                    <a:pt x="175208" y="80729"/>
                  </a:lnTo>
                  <a:lnTo>
                    <a:pt x="90417" y="80729"/>
                  </a:lnTo>
                  <a:lnTo>
                    <a:pt x="90417" y="73542"/>
                  </a:lnTo>
                  <a:lnTo>
                    <a:pt x="128438" y="73542"/>
                  </a:lnTo>
                  <a:lnTo>
                    <a:pt x="128438" y="53125"/>
                  </a:lnTo>
                  <a:lnTo>
                    <a:pt x="104167" y="53125"/>
                  </a:lnTo>
                  <a:cubicBezTo>
                    <a:pt x="103333" y="53125"/>
                    <a:pt x="102761" y="52969"/>
                    <a:pt x="102448" y="52656"/>
                  </a:cubicBezTo>
                  <a:cubicBezTo>
                    <a:pt x="102135" y="52344"/>
                    <a:pt x="101979" y="51771"/>
                    <a:pt x="101979" y="50937"/>
                  </a:cubicBezTo>
                  <a:close/>
                  <a:moveTo>
                    <a:pt x="323753" y="3646"/>
                  </a:moveTo>
                  <a:lnTo>
                    <a:pt x="332607" y="3646"/>
                  </a:lnTo>
                  <a:lnTo>
                    <a:pt x="332607" y="11563"/>
                  </a:lnTo>
                  <a:cubicBezTo>
                    <a:pt x="332607" y="15521"/>
                    <a:pt x="333558" y="19388"/>
                    <a:pt x="335472" y="23177"/>
                  </a:cubicBezTo>
                  <a:cubicBezTo>
                    <a:pt x="337373" y="26953"/>
                    <a:pt x="339925" y="30482"/>
                    <a:pt x="343128" y="33751"/>
                  </a:cubicBezTo>
                  <a:cubicBezTo>
                    <a:pt x="346318" y="36941"/>
                    <a:pt x="349964" y="39766"/>
                    <a:pt x="354065" y="42240"/>
                  </a:cubicBezTo>
                  <a:cubicBezTo>
                    <a:pt x="358154" y="44701"/>
                    <a:pt x="362399" y="46589"/>
                    <a:pt x="366774" y="47917"/>
                  </a:cubicBezTo>
                  <a:lnTo>
                    <a:pt x="360940" y="54063"/>
                  </a:lnTo>
                  <a:cubicBezTo>
                    <a:pt x="357880" y="53021"/>
                    <a:pt x="354703" y="51576"/>
                    <a:pt x="351409" y="49740"/>
                  </a:cubicBezTo>
                  <a:cubicBezTo>
                    <a:pt x="348102" y="47891"/>
                    <a:pt x="344964" y="45729"/>
                    <a:pt x="341982" y="43229"/>
                  </a:cubicBezTo>
                  <a:cubicBezTo>
                    <a:pt x="338987" y="40794"/>
                    <a:pt x="336279" y="38099"/>
                    <a:pt x="333857" y="35156"/>
                  </a:cubicBezTo>
                  <a:cubicBezTo>
                    <a:pt x="331422" y="32201"/>
                    <a:pt x="329586" y="29062"/>
                    <a:pt x="328336" y="25729"/>
                  </a:cubicBezTo>
                  <a:cubicBezTo>
                    <a:pt x="326943" y="28985"/>
                    <a:pt x="325068" y="32083"/>
                    <a:pt x="322711" y="35000"/>
                  </a:cubicBezTo>
                  <a:cubicBezTo>
                    <a:pt x="320341" y="37917"/>
                    <a:pt x="317672" y="40586"/>
                    <a:pt x="314690" y="43021"/>
                  </a:cubicBezTo>
                  <a:cubicBezTo>
                    <a:pt x="311696" y="45443"/>
                    <a:pt x="308558" y="47618"/>
                    <a:pt x="305263" y="49531"/>
                  </a:cubicBezTo>
                  <a:cubicBezTo>
                    <a:pt x="301956" y="51432"/>
                    <a:pt x="298753" y="52982"/>
                    <a:pt x="295628" y="54167"/>
                  </a:cubicBezTo>
                  <a:lnTo>
                    <a:pt x="289378" y="47812"/>
                  </a:lnTo>
                  <a:cubicBezTo>
                    <a:pt x="293544" y="46562"/>
                    <a:pt x="297685" y="44765"/>
                    <a:pt x="301826" y="42448"/>
                  </a:cubicBezTo>
                  <a:cubicBezTo>
                    <a:pt x="305953" y="40117"/>
                    <a:pt x="309612" y="37396"/>
                    <a:pt x="312815" y="34271"/>
                  </a:cubicBezTo>
                  <a:cubicBezTo>
                    <a:pt x="316070" y="31146"/>
                    <a:pt x="318714" y="27657"/>
                    <a:pt x="320732" y="23802"/>
                  </a:cubicBezTo>
                  <a:cubicBezTo>
                    <a:pt x="322737" y="19948"/>
                    <a:pt x="323753" y="15860"/>
                    <a:pt x="323753" y="11563"/>
                  </a:cubicBezTo>
                  <a:close/>
                  <a:moveTo>
                    <a:pt x="429378" y="1667"/>
                  </a:moveTo>
                  <a:lnTo>
                    <a:pt x="437503" y="1667"/>
                  </a:lnTo>
                  <a:lnTo>
                    <a:pt x="437503" y="53333"/>
                  </a:lnTo>
                  <a:lnTo>
                    <a:pt x="429378" y="53333"/>
                  </a:lnTo>
                  <a:lnTo>
                    <a:pt x="429378" y="27813"/>
                  </a:lnTo>
                  <a:lnTo>
                    <a:pt x="417920" y="27813"/>
                  </a:lnTo>
                  <a:lnTo>
                    <a:pt x="417920" y="20626"/>
                  </a:lnTo>
                  <a:lnTo>
                    <a:pt x="429378" y="20626"/>
                  </a:lnTo>
                  <a:close/>
                  <a:moveTo>
                    <a:pt x="447295" y="0"/>
                  </a:moveTo>
                  <a:lnTo>
                    <a:pt x="455315" y="0"/>
                  </a:lnTo>
                  <a:lnTo>
                    <a:pt x="455315" y="53333"/>
                  </a:lnTo>
                  <a:lnTo>
                    <a:pt x="447295" y="53333"/>
                  </a:lnTo>
                  <a:close/>
                  <a:moveTo>
                    <a:pt x="263649" y="0"/>
                  </a:moveTo>
                  <a:lnTo>
                    <a:pt x="271982" y="0"/>
                  </a:lnTo>
                  <a:lnTo>
                    <a:pt x="271982" y="92292"/>
                  </a:lnTo>
                  <a:lnTo>
                    <a:pt x="263649" y="92292"/>
                  </a:lnTo>
                  <a:close/>
                  <a:moveTo>
                    <a:pt x="69688" y="0"/>
                  </a:moveTo>
                  <a:lnTo>
                    <a:pt x="77813" y="0"/>
                  </a:lnTo>
                  <a:lnTo>
                    <a:pt x="77813" y="55938"/>
                  </a:lnTo>
                  <a:lnTo>
                    <a:pt x="69688" y="55938"/>
                  </a:lnTo>
                  <a:lnTo>
                    <a:pt x="69688" y="27917"/>
                  </a:lnTo>
                  <a:lnTo>
                    <a:pt x="50521" y="27917"/>
                  </a:lnTo>
                  <a:lnTo>
                    <a:pt x="50521" y="21042"/>
                  </a:lnTo>
                  <a:lnTo>
                    <a:pt x="69688" y="2104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8" name="TextBox 777">
              <a:extLst>
                <a:ext uri="{FF2B5EF4-FFF2-40B4-BE49-F238E27FC236}">
                  <a16:creationId xmlns:a16="http://schemas.microsoft.com/office/drawing/2014/main" id="{EFF946C2-0897-4DC4-A90F-B204217374C4}"/>
                </a:ext>
              </a:extLst>
            </p:cNvPr>
            <p:cNvSpPr txBox="1"/>
            <p:nvPr/>
          </p:nvSpPr>
          <p:spPr>
            <a:xfrm>
              <a:off x="1531997" y="7781687"/>
              <a:ext cx="638609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정보시스템</a:t>
              </a:r>
            </a:p>
          </p:txBody>
        </p:sp>
        <p:sp>
          <p:nvSpPr>
            <p:cNvPr id="779" name="자유형: 도형 778">
              <a:extLst>
                <a:ext uri="{FF2B5EF4-FFF2-40B4-BE49-F238E27FC236}">
                  <a16:creationId xmlns:a16="http://schemas.microsoft.com/office/drawing/2014/main" id="{E5315AC3-9CD7-4244-BAB9-84DAB7B044C3}"/>
                </a:ext>
              </a:extLst>
            </p:cNvPr>
            <p:cNvSpPr/>
            <p:nvPr/>
          </p:nvSpPr>
          <p:spPr>
            <a:xfrm>
              <a:off x="2128830" y="7849243"/>
              <a:ext cx="553229" cy="94478"/>
            </a:xfrm>
            <a:custGeom>
              <a:avLst/>
              <a:gdLst>
                <a:gd name="connsiteX0" fmla="*/ 116354 w 553229"/>
                <a:gd name="connsiteY0" fmla="*/ 73854 h 94478"/>
                <a:gd name="connsiteX1" fmla="*/ 116354 w 553229"/>
                <a:gd name="connsiteY1" fmla="*/ 84896 h 94478"/>
                <a:gd name="connsiteX2" fmla="*/ 158021 w 553229"/>
                <a:gd name="connsiteY2" fmla="*/ 84896 h 94478"/>
                <a:gd name="connsiteX3" fmla="*/ 158021 w 553229"/>
                <a:gd name="connsiteY3" fmla="*/ 73854 h 94478"/>
                <a:gd name="connsiteX4" fmla="*/ 42292 w 553229"/>
                <a:gd name="connsiteY4" fmla="*/ 67396 h 94478"/>
                <a:gd name="connsiteX5" fmla="*/ 25000 w 553229"/>
                <a:gd name="connsiteY5" fmla="*/ 70313 h 94478"/>
                <a:gd name="connsiteX6" fmla="*/ 18333 w 553229"/>
                <a:gd name="connsiteY6" fmla="*/ 77813 h 94478"/>
                <a:gd name="connsiteX7" fmla="*/ 24948 w 553229"/>
                <a:gd name="connsiteY7" fmla="*/ 85261 h 94478"/>
                <a:gd name="connsiteX8" fmla="*/ 42188 w 553229"/>
                <a:gd name="connsiteY8" fmla="*/ 88125 h 94478"/>
                <a:gd name="connsiteX9" fmla="*/ 51667 w 553229"/>
                <a:gd name="connsiteY9" fmla="*/ 87396 h 94478"/>
                <a:gd name="connsiteX10" fmla="*/ 59167 w 553229"/>
                <a:gd name="connsiteY10" fmla="*/ 85313 h 94478"/>
                <a:gd name="connsiteX11" fmla="*/ 64115 w 553229"/>
                <a:gd name="connsiteY11" fmla="*/ 82031 h 94478"/>
                <a:gd name="connsiteX12" fmla="*/ 65938 w 553229"/>
                <a:gd name="connsiteY12" fmla="*/ 77813 h 94478"/>
                <a:gd name="connsiteX13" fmla="*/ 59271 w 553229"/>
                <a:gd name="connsiteY13" fmla="*/ 70313 h 94478"/>
                <a:gd name="connsiteX14" fmla="*/ 42292 w 553229"/>
                <a:gd name="connsiteY14" fmla="*/ 67396 h 94478"/>
                <a:gd name="connsiteX15" fmla="*/ 42188 w 553229"/>
                <a:gd name="connsiteY15" fmla="*/ 61042 h 94478"/>
                <a:gd name="connsiteX16" fmla="*/ 66615 w 553229"/>
                <a:gd name="connsiteY16" fmla="*/ 65990 h 94478"/>
                <a:gd name="connsiteX17" fmla="*/ 75104 w 553229"/>
                <a:gd name="connsiteY17" fmla="*/ 77813 h 94478"/>
                <a:gd name="connsiteX18" fmla="*/ 66615 w 553229"/>
                <a:gd name="connsiteY18" fmla="*/ 89583 h 94478"/>
                <a:gd name="connsiteX19" fmla="*/ 42188 w 553229"/>
                <a:gd name="connsiteY19" fmla="*/ 94479 h 94478"/>
                <a:gd name="connsiteX20" fmla="*/ 17656 w 553229"/>
                <a:gd name="connsiteY20" fmla="*/ 89583 h 94478"/>
                <a:gd name="connsiteX21" fmla="*/ 9167 w 553229"/>
                <a:gd name="connsiteY21" fmla="*/ 77813 h 94478"/>
                <a:gd name="connsiteX22" fmla="*/ 17604 w 553229"/>
                <a:gd name="connsiteY22" fmla="*/ 65990 h 94478"/>
                <a:gd name="connsiteX23" fmla="*/ 42188 w 553229"/>
                <a:gd name="connsiteY23" fmla="*/ 61042 h 94478"/>
                <a:gd name="connsiteX24" fmla="*/ 108125 w 553229"/>
                <a:gd name="connsiteY24" fmla="*/ 57500 h 94478"/>
                <a:gd name="connsiteX25" fmla="*/ 116354 w 553229"/>
                <a:gd name="connsiteY25" fmla="*/ 57500 h 94478"/>
                <a:gd name="connsiteX26" fmla="*/ 116354 w 553229"/>
                <a:gd name="connsiteY26" fmla="*/ 67188 h 94478"/>
                <a:gd name="connsiteX27" fmla="*/ 158021 w 553229"/>
                <a:gd name="connsiteY27" fmla="*/ 67188 h 94478"/>
                <a:gd name="connsiteX28" fmla="*/ 158021 w 553229"/>
                <a:gd name="connsiteY28" fmla="*/ 57500 h 94478"/>
                <a:gd name="connsiteX29" fmla="*/ 166042 w 553229"/>
                <a:gd name="connsiteY29" fmla="*/ 57500 h 94478"/>
                <a:gd name="connsiteX30" fmla="*/ 166042 w 553229"/>
                <a:gd name="connsiteY30" fmla="*/ 89479 h 94478"/>
                <a:gd name="connsiteX31" fmla="*/ 165573 w 553229"/>
                <a:gd name="connsiteY31" fmla="*/ 91198 h 94478"/>
                <a:gd name="connsiteX32" fmla="*/ 163854 w 553229"/>
                <a:gd name="connsiteY32" fmla="*/ 91666 h 94478"/>
                <a:gd name="connsiteX33" fmla="*/ 110313 w 553229"/>
                <a:gd name="connsiteY33" fmla="*/ 91666 h 94478"/>
                <a:gd name="connsiteX34" fmla="*/ 108594 w 553229"/>
                <a:gd name="connsiteY34" fmla="*/ 91198 h 94478"/>
                <a:gd name="connsiteX35" fmla="*/ 108125 w 553229"/>
                <a:gd name="connsiteY35" fmla="*/ 89479 h 94478"/>
                <a:gd name="connsiteX36" fmla="*/ 195208 w 553229"/>
                <a:gd name="connsiteY36" fmla="*/ 52917 h 94478"/>
                <a:gd name="connsiteX37" fmla="*/ 279688 w 553229"/>
                <a:gd name="connsiteY37" fmla="*/ 52917 h 94478"/>
                <a:gd name="connsiteX38" fmla="*/ 279688 w 553229"/>
                <a:gd name="connsiteY38" fmla="*/ 60000 h 94478"/>
                <a:gd name="connsiteX39" fmla="*/ 257604 w 553229"/>
                <a:gd name="connsiteY39" fmla="*/ 60000 h 94478"/>
                <a:gd name="connsiteX40" fmla="*/ 257604 w 553229"/>
                <a:gd name="connsiteY40" fmla="*/ 92500 h 94478"/>
                <a:gd name="connsiteX41" fmla="*/ 249375 w 553229"/>
                <a:gd name="connsiteY41" fmla="*/ 92500 h 94478"/>
                <a:gd name="connsiteX42" fmla="*/ 249375 w 553229"/>
                <a:gd name="connsiteY42" fmla="*/ 60000 h 94478"/>
                <a:gd name="connsiteX43" fmla="*/ 225833 w 553229"/>
                <a:gd name="connsiteY43" fmla="*/ 60000 h 94478"/>
                <a:gd name="connsiteX44" fmla="*/ 225833 w 553229"/>
                <a:gd name="connsiteY44" fmla="*/ 91771 h 94478"/>
                <a:gd name="connsiteX45" fmla="*/ 217500 w 553229"/>
                <a:gd name="connsiteY45" fmla="*/ 91771 h 94478"/>
                <a:gd name="connsiteX46" fmla="*/ 217500 w 553229"/>
                <a:gd name="connsiteY46" fmla="*/ 60000 h 94478"/>
                <a:gd name="connsiteX47" fmla="*/ 195208 w 553229"/>
                <a:gd name="connsiteY47" fmla="*/ 60000 h 94478"/>
                <a:gd name="connsiteX48" fmla="*/ 468750 w 553229"/>
                <a:gd name="connsiteY48" fmla="*/ 51250 h 94478"/>
                <a:gd name="connsiteX49" fmla="*/ 553229 w 553229"/>
                <a:gd name="connsiteY49" fmla="*/ 51250 h 94478"/>
                <a:gd name="connsiteX50" fmla="*/ 553229 w 553229"/>
                <a:gd name="connsiteY50" fmla="*/ 58333 h 94478"/>
                <a:gd name="connsiteX51" fmla="*/ 515521 w 553229"/>
                <a:gd name="connsiteY51" fmla="*/ 58333 h 94478"/>
                <a:gd name="connsiteX52" fmla="*/ 515521 w 553229"/>
                <a:gd name="connsiteY52" fmla="*/ 92708 h 94478"/>
                <a:gd name="connsiteX53" fmla="*/ 507084 w 553229"/>
                <a:gd name="connsiteY53" fmla="*/ 92708 h 94478"/>
                <a:gd name="connsiteX54" fmla="*/ 507084 w 553229"/>
                <a:gd name="connsiteY54" fmla="*/ 58333 h 94478"/>
                <a:gd name="connsiteX55" fmla="*/ 468750 w 553229"/>
                <a:gd name="connsiteY55" fmla="*/ 58333 h 94478"/>
                <a:gd name="connsiteX56" fmla="*/ 120833 w 553229"/>
                <a:gd name="connsiteY56" fmla="*/ 27916 h 94478"/>
                <a:gd name="connsiteX57" fmla="*/ 110156 w 553229"/>
                <a:gd name="connsiteY57" fmla="*/ 30365 h 94478"/>
                <a:gd name="connsiteX58" fmla="*/ 106354 w 553229"/>
                <a:gd name="connsiteY58" fmla="*/ 36875 h 94478"/>
                <a:gd name="connsiteX59" fmla="*/ 110156 w 553229"/>
                <a:gd name="connsiteY59" fmla="*/ 43437 h 94478"/>
                <a:gd name="connsiteX60" fmla="*/ 120833 w 553229"/>
                <a:gd name="connsiteY60" fmla="*/ 46042 h 94478"/>
                <a:gd name="connsiteX61" fmla="*/ 131458 w 553229"/>
                <a:gd name="connsiteY61" fmla="*/ 43437 h 94478"/>
                <a:gd name="connsiteX62" fmla="*/ 135313 w 553229"/>
                <a:gd name="connsiteY62" fmla="*/ 36875 h 94478"/>
                <a:gd name="connsiteX63" fmla="*/ 131458 w 553229"/>
                <a:gd name="connsiteY63" fmla="*/ 30365 h 94478"/>
                <a:gd name="connsiteX64" fmla="*/ 120833 w 553229"/>
                <a:gd name="connsiteY64" fmla="*/ 27916 h 94478"/>
                <a:gd name="connsiteX65" fmla="*/ 397188 w 553229"/>
                <a:gd name="connsiteY65" fmla="*/ 27084 h 94478"/>
                <a:gd name="connsiteX66" fmla="*/ 397188 w 553229"/>
                <a:gd name="connsiteY66" fmla="*/ 46146 h 94478"/>
                <a:gd name="connsiteX67" fmla="*/ 442396 w 553229"/>
                <a:gd name="connsiteY67" fmla="*/ 46146 h 94478"/>
                <a:gd name="connsiteX68" fmla="*/ 442396 w 553229"/>
                <a:gd name="connsiteY68" fmla="*/ 27084 h 94478"/>
                <a:gd name="connsiteX69" fmla="*/ 120833 w 553229"/>
                <a:gd name="connsiteY69" fmla="*/ 21979 h 94478"/>
                <a:gd name="connsiteX70" fmla="*/ 137396 w 553229"/>
                <a:gd name="connsiteY70" fmla="*/ 26146 h 94478"/>
                <a:gd name="connsiteX71" fmla="*/ 143750 w 553229"/>
                <a:gd name="connsiteY71" fmla="*/ 36875 h 94478"/>
                <a:gd name="connsiteX72" fmla="*/ 141979 w 553229"/>
                <a:gd name="connsiteY72" fmla="*/ 42917 h 94478"/>
                <a:gd name="connsiteX73" fmla="*/ 137188 w 553229"/>
                <a:gd name="connsiteY73" fmla="*/ 47604 h 94478"/>
                <a:gd name="connsiteX74" fmla="*/ 129948 w 553229"/>
                <a:gd name="connsiteY74" fmla="*/ 50677 h 94478"/>
                <a:gd name="connsiteX75" fmla="*/ 120833 w 553229"/>
                <a:gd name="connsiteY75" fmla="*/ 51771 h 94478"/>
                <a:gd name="connsiteX76" fmla="*/ 111615 w 553229"/>
                <a:gd name="connsiteY76" fmla="*/ 50677 h 94478"/>
                <a:gd name="connsiteX77" fmla="*/ 104375 w 553229"/>
                <a:gd name="connsiteY77" fmla="*/ 47604 h 94478"/>
                <a:gd name="connsiteX78" fmla="*/ 99635 w 553229"/>
                <a:gd name="connsiteY78" fmla="*/ 42917 h 94478"/>
                <a:gd name="connsiteX79" fmla="*/ 97917 w 553229"/>
                <a:gd name="connsiteY79" fmla="*/ 36875 h 94478"/>
                <a:gd name="connsiteX80" fmla="*/ 104271 w 553229"/>
                <a:gd name="connsiteY80" fmla="*/ 26146 h 94478"/>
                <a:gd name="connsiteX81" fmla="*/ 120833 w 553229"/>
                <a:gd name="connsiteY81" fmla="*/ 21979 h 94478"/>
                <a:gd name="connsiteX82" fmla="*/ 94479 w 553229"/>
                <a:gd name="connsiteY82" fmla="*/ 11354 h 94478"/>
                <a:gd name="connsiteX83" fmla="*/ 147396 w 553229"/>
                <a:gd name="connsiteY83" fmla="*/ 11354 h 94478"/>
                <a:gd name="connsiteX84" fmla="*/ 147396 w 553229"/>
                <a:gd name="connsiteY84" fmla="*/ 17708 h 94478"/>
                <a:gd name="connsiteX85" fmla="*/ 94479 w 553229"/>
                <a:gd name="connsiteY85" fmla="*/ 17708 h 94478"/>
                <a:gd name="connsiteX86" fmla="*/ 237500 w 553229"/>
                <a:gd name="connsiteY86" fmla="*/ 7813 h 94478"/>
                <a:gd name="connsiteX87" fmla="*/ 220052 w 553229"/>
                <a:gd name="connsiteY87" fmla="*/ 11615 h 94478"/>
                <a:gd name="connsiteX88" fmla="*/ 213438 w 553229"/>
                <a:gd name="connsiteY88" fmla="*/ 22604 h 94478"/>
                <a:gd name="connsiteX89" fmla="*/ 215261 w 553229"/>
                <a:gd name="connsiteY89" fmla="*/ 28854 h 94478"/>
                <a:gd name="connsiteX90" fmla="*/ 220313 w 553229"/>
                <a:gd name="connsiteY90" fmla="*/ 33437 h 94478"/>
                <a:gd name="connsiteX91" fmla="*/ 227969 w 553229"/>
                <a:gd name="connsiteY91" fmla="*/ 36250 h 94478"/>
                <a:gd name="connsiteX92" fmla="*/ 237500 w 553229"/>
                <a:gd name="connsiteY92" fmla="*/ 37188 h 94478"/>
                <a:gd name="connsiteX93" fmla="*/ 254636 w 553229"/>
                <a:gd name="connsiteY93" fmla="*/ 33386 h 94478"/>
                <a:gd name="connsiteX94" fmla="*/ 261459 w 553229"/>
                <a:gd name="connsiteY94" fmla="*/ 22604 h 94478"/>
                <a:gd name="connsiteX95" fmla="*/ 254688 w 553229"/>
                <a:gd name="connsiteY95" fmla="*/ 11615 h 94478"/>
                <a:gd name="connsiteX96" fmla="*/ 237500 w 553229"/>
                <a:gd name="connsiteY96" fmla="*/ 7813 h 94478"/>
                <a:gd name="connsiteX97" fmla="*/ 293125 w 553229"/>
                <a:gd name="connsiteY97" fmla="*/ 5521 h 94478"/>
                <a:gd name="connsiteX98" fmla="*/ 341667 w 553229"/>
                <a:gd name="connsiteY98" fmla="*/ 5521 h 94478"/>
                <a:gd name="connsiteX99" fmla="*/ 341667 w 553229"/>
                <a:gd name="connsiteY99" fmla="*/ 12500 h 94478"/>
                <a:gd name="connsiteX100" fmla="*/ 321563 w 553229"/>
                <a:gd name="connsiteY100" fmla="*/ 12500 h 94478"/>
                <a:gd name="connsiteX101" fmla="*/ 321563 w 553229"/>
                <a:gd name="connsiteY101" fmla="*/ 21771 h 94478"/>
                <a:gd name="connsiteX102" fmla="*/ 327813 w 553229"/>
                <a:gd name="connsiteY102" fmla="*/ 47448 h 94478"/>
                <a:gd name="connsiteX103" fmla="*/ 346875 w 553229"/>
                <a:gd name="connsiteY103" fmla="*/ 65730 h 94478"/>
                <a:gd name="connsiteX104" fmla="*/ 340938 w 553229"/>
                <a:gd name="connsiteY104" fmla="*/ 71667 h 94478"/>
                <a:gd name="connsiteX105" fmla="*/ 327084 w 553229"/>
                <a:gd name="connsiteY105" fmla="*/ 59583 h 94478"/>
                <a:gd name="connsiteX106" fmla="*/ 317292 w 553229"/>
                <a:gd name="connsiteY106" fmla="*/ 42813 h 94478"/>
                <a:gd name="connsiteX107" fmla="*/ 313229 w 553229"/>
                <a:gd name="connsiteY107" fmla="*/ 52032 h 94478"/>
                <a:gd name="connsiteX108" fmla="*/ 307292 w 553229"/>
                <a:gd name="connsiteY108" fmla="*/ 60729 h 94478"/>
                <a:gd name="connsiteX109" fmla="*/ 300365 w 553229"/>
                <a:gd name="connsiteY109" fmla="*/ 68229 h 94478"/>
                <a:gd name="connsiteX110" fmla="*/ 293229 w 553229"/>
                <a:gd name="connsiteY110" fmla="*/ 74166 h 94478"/>
                <a:gd name="connsiteX111" fmla="*/ 286459 w 553229"/>
                <a:gd name="connsiteY111" fmla="*/ 68437 h 94478"/>
                <a:gd name="connsiteX112" fmla="*/ 305990 w 553229"/>
                <a:gd name="connsiteY112" fmla="*/ 48646 h 94478"/>
                <a:gd name="connsiteX113" fmla="*/ 313021 w 553229"/>
                <a:gd name="connsiteY113" fmla="*/ 20417 h 94478"/>
                <a:gd name="connsiteX114" fmla="*/ 313021 w 553229"/>
                <a:gd name="connsiteY114" fmla="*/ 12500 h 94478"/>
                <a:gd name="connsiteX115" fmla="*/ 293125 w 553229"/>
                <a:gd name="connsiteY115" fmla="*/ 12500 h 94478"/>
                <a:gd name="connsiteX116" fmla="*/ 388959 w 553229"/>
                <a:gd name="connsiteY116" fmla="*/ 3959 h 94478"/>
                <a:gd name="connsiteX117" fmla="*/ 397188 w 553229"/>
                <a:gd name="connsiteY117" fmla="*/ 3959 h 94478"/>
                <a:gd name="connsiteX118" fmla="*/ 397188 w 553229"/>
                <a:gd name="connsiteY118" fmla="*/ 20104 h 94478"/>
                <a:gd name="connsiteX119" fmla="*/ 442396 w 553229"/>
                <a:gd name="connsiteY119" fmla="*/ 20104 h 94478"/>
                <a:gd name="connsiteX120" fmla="*/ 442396 w 553229"/>
                <a:gd name="connsiteY120" fmla="*/ 3959 h 94478"/>
                <a:gd name="connsiteX121" fmla="*/ 450625 w 553229"/>
                <a:gd name="connsiteY121" fmla="*/ 3959 h 94478"/>
                <a:gd name="connsiteX122" fmla="*/ 450625 w 553229"/>
                <a:gd name="connsiteY122" fmla="*/ 51146 h 94478"/>
                <a:gd name="connsiteX123" fmla="*/ 450156 w 553229"/>
                <a:gd name="connsiteY123" fmla="*/ 52865 h 94478"/>
                <a:gd name="connsiteX124" fmla="*/ 448438 w 553229"/>
                <a:gd name="connsiteY124" fmla="*/ 53333 h 94478"/>
                <a:gd name="connsiteX125" fmla="*/ 423959 w 553229"/>
                <a:gd name="connsiteY125" fmla="*/ 53333 h 94478"/>
                <a:gd name="connsiteX126" fmla="*/ 423959 w 553229"/>
                <a:gd name="connsiteY126" fmla="*/ 73750 h 94478"/>
                <a:gd name="connsiteX127" fmla="*/ 462188 w 553229"/>
                <a:gd name="connsiteY127" fmla="*/ 73750 h 94478"/>
                <a:gd name="connsiteX128" fmla="*/ 462188 w 553229"/>
                <a:gd name="connsiteY128" fmla="*/ 80938 h 94478"/>
                <a:gd name="connsiteX129" fmla="*/ 377396 w 553229"/>
                <a:gd name="connsiteY129" fmla="*/ 80938 h 94478"/>
                <a:gd name="connsiteX130" fmla="*/ 377396 w 553229"/>
                <a:gd name="connsiteY130" fmla="*/ 73750 h 94478"/>
                <a:gd name="connsiteX131" fmla="*/ 415417 w 553229"/>
                <a:gd name="connsiteY131" fmla="*/ 73750 h 94478"/>
                <a:gd name="connsiteX132" fmla="*/ 415417 w 553229"/>
                <a:gd name="connsiteY132" fmla="*/ 53333 h 94478"/>
                <a:gd name="connsiteX133" fmla="*/ 391146 w 553229"/>
                <a:gd name="connsiteY133" fmla="*/ 53333 h 94478"/>
                <a:gd name="connsiteX134" fmla="*/ 389427 w 553229"/>
                <a:gd name="connsiteY134" fmla="*/ 52865 h 94478"/>
                <a:gd name="connsiteX135" fmla="*/ 388959 w 553229"/>
                <a:gd name="connsiteY135" fmla="*/ 51146 h 94478"/>
                <a:gd name="connsiteX136" fmla="*/ 506355 w 553229"/>
                <a:gd name="connsiteY136" fmla="*/ 2396 h 94478"/>
                <a:gd name="connsiteX137" fmla="*/ 515521 w 553229"/>
                <a:gd name="connsiteY137" fmla="*/ 2396 h 94478"/>
                <a:gd name="connsiteX138" fmla="*/ 515521 w 553229"/>
                <a:gd name="connsiteY138" fmla="*/ 7188 h 94478"/>
                <a:gd name="connsiteX139" fmla="*/ 518334 w 553229"/>
                <a:gd name="connsiteY139" fmla="*/ 17188 h 94478"/>
                <a:gd name="connsiteX140" fmla="*/ 525834 w 553229"/>
                <a:gd name="connsiteY140" fmla="*/ 25104 h 94478"/>
                <a:gd name="connsiteX141" fmla="*/ 536563 w 553229"/>
                <a:gd name="connsiteY141" fmla="*/ 30938 h 94478"/>
                <a:gd name="connsiteX142" fmla="*/ 548959 w 553229"/>
                <a:gd name="connsiteY142" fmla="*/ 34583 h 94478"/>
                <a:gd name="connsiteX143" fmla="*/ 543750 w 553229"/>
                <a:gd name="connsiteY143" fmla="*/ 41146 h 94478"/>
                <a:gd name="connsiteX144" fmla="*/ 533802 w 553229"/>
                <a:gd name="connsiteY144" fmla="*/ 37865 h 94478"/>
                <a:gd name="connsiteX145" fmla="*/ 524271 w 553229"/>
                <a:gd name="connsiteY145" fmla="*/ 33021 h 94478"/>
                <a:gd name="connsiteX146" fmla="*/ 516302 w 553229"/>
                <a:gd name="connsiteY146" fmla="*/ 26771 h 94478"/>
                <a:gd name="connsiteX147" fmla="*/ 511042 w 553229"/>
                <a:gd name="connsiteY147" fmla="*/ 19166 h 94478"/>
                <a:gd name="connsiteX148" fmla="*/ 505209 w 553229"/>
                <a:gd name="connsiteY148" fmla="*/ 27031 h 94478"/>
                <a:gd name="connsiteX149" fmla="*/ 497292 w 553229"/>
                <a:gd name="connsiteY149" fmla="*/ 33125 h 94478"/>
                <a:gd name="connsiteX150" fmla="*/ 488073 w 553229"/>
                <a:gd name="connsiteY150" fmla="*/ 37812 h 94478"/>
                <a:gd name="connsiteX151" fmla="*/ 478334 w 553229"/>
                <a:gd name="connsiteY151" fmla="*/ 41146 h 94478"/>
                <a:gd name="connsiteX152" fmla="*/ 472604 w 553229"/>
                <a:gd name="connsiteY152" fmla="*/ 34688 h 94478"/>
                <a:gd name="connsiteX153" fmla="*/ 497917 w 553229"/>
                <a:gd name="connsiteY153" fmla="*/ 23750 h 94478"/>
                <a:gd name="connsiteX154" fmla="*/ 506355 w 553229"/>
                <a:gd name="connsiteY154" fmla="*/ 7292 h 94478"/>
                <a:gd name="connsiteX155" fmla="*/ 13438 w 553229"/>
                <a:gd name="connsiteY155" fmla="*/ 2188 h 94478"/>
                <a:gd name="connsiteX156" fmla="*/ 73229 w 553229"/>
                <a:gd name="connsiteY156" fmla="*/ 2188 h 94478"/>
                <a:gd name="connsiteX157" fmla="*/ 73229 w 553229"/>
                <a:gd name="connsiteY157" fmla="*/ 8438 h 94478"/>
                <a:gd name="connsiteX158" fmla="*/ 19479 w 553229"/>
                <a:gd name="connsiteY158" fmla="*/ 8438 h 94478"/>
                <a:gd name="connsiteX159" fmla="*/ 19479 w 553229"/>
                <a:gd name="connsiteY159" fmla="*/ 17396 h 94478"/>
                <a:gd name="connsiteX160" fmla="*/ 73021 w 553229"/>
                <a:gd name="connsiteY160" fmla="*/ 17396 h 94478"/>
                <a:gd name="connsiteX161" fmla="*/ 73021 w 553229"/>
                <a:gd name="connsiteY161" fmla="*/ 23541 h 94478"/>
                <a:gd name="connsiteX162" fmla="*/ 19479 w 553229"/>
                <a:gd name="connsiteY162" fmla="*/ 23541 h 94478"/>
                <a:gd name="connsiteX163" fmla="*/ 19479 w 553229"/>
                <a:gd name="connsiteY163" fmla="*/ 32500 h 94478"/>
                <a:gd name="connsiteX164" fmla="*/ 74167 w 553229"/>
                <a:gd name="connsiteY164" fmla="*/ 32500 h 94478"/>
                <a:gd name="connsiteX165" fmla="*/ 74167 w 553229"/>
                <a:gd name="connsiteY165" fmla="*/ 38854 h 94478"/>
                <a:gd name="connsiteX166" fmla="*/ 46354 w 553229"/>
                <a:gd name="connsiteY166" fmla="*/ 38854 h 94478"/>
                <a:gd name="connsiteX167" fmla="*/ 46354 w 553229"/>
                <a:gd name="connsiteY167" fmla="*/ 48542 h 94478"/>
                <a:gd name="connsiteX168" fmla="*/ 84479 w 553229"/>
                <a:gd name="connsiteY168" fmla="*/ 48542 h 94478"/>
                <a:gd name="connsiteX169" fmla="*/ 84479 w 553229"/>
                <a:gd name="connsiteY169" fmla="*/ 55312 h 94478"/>
                <a:gd name="connsiteX170" fmla="*/ 0 w 553229"/>
                <a:gd name="connsiteY170" fmla="*/ 55312 h 94478"/>
                <a:gd name="connsiteX171" fmla="*/ 0 w 553229"/>
                <a:gd name="connsiteY171" fmla="*/ 48542 h 94478"/>
                <a:gd name="connsiteX172" fmla="*/ 37604 w 553229"/>
                <a:gd name="connsiteY172" fmla="*/ 48542 h 94478"/>
                <a:gd name="connsiteX173" fmla="*/ 37604 w 553229"/>
                <a:gd name="connsiteY173" fmla="*/ 38854 h 94478"/>
                <a:gd name="connsiteX174" fmla="*/ 13438 w 553229"/>
                <a:gd name="connsiteY174" fmla="*/ 38854 h 94478"/>
                <a:gd name="connsiteX175" fmla="*/ 11719 w 553229"/>
                <a:gd name="connsiteY175" fmla="*/ 38385 h 94478"/>
                <a:gd name="connsiteX176" fmla="*/ 11250 w 553229"/>
                <a:gd name="connsiteY176" fmla="*/ 36666 h 94478"/>
                <a:gd name="connsiteX177" fmla="*/ 11250 w 553229"/>
                <a:gd name="connsiteY177" fmla="*/ 4375 h 94478"/>
                <a:gd name="connsiteX178" fmla="*/ 11719 w 553229"/>
                <a:gd name="connsiteY178" fmla="*/ 2656 h 94478"/>
                <a:gd name="connsiteX179" fmla="*/ 13438 w 553229"/>
                <a:gd name="connsiteY179" fmla="*/ 2188 h 94478"/>
                <a:gd name="connsiteX180" fmla="*/ 237500 w 553229"/>
                <a:gd name="connsiteY180" fmla="*/ 938 h 94478"/>
                <a:gd name="connsiteX181" fmla="*/ 261511 w 553229"/>
                <a:gd name="connsiteY181" fmla="*/ 6771 h 94478"/>
                <a:gd name="connsiteX182" fmla="*/ 270209 w 553229"/>
                <a:gd name="connsiteY182" fmla="*/ 22604 h 94478"/>
                <a:gd name="connsiteX183" fmla="*/ 261563 w 553229"/>
                <a:gd name="connsiteY183" fmla="*/ 38177 h 94478"/>
                <a:gd name="connsiteX184" fmla="*/ 237500 w 553229"/>
                <a:gd name="connsiteY184" fmla="*/ 44063 h 94478"/>
                <a:gd name="connsiteX185" fmla="*/ 223802 w 553229"/>
                <a:gd name="connsiteY185" fmla="*/ 42552 h 94478"/>
                <a:gd name="connsiteX186" fmla="*/ 213438 w 553229"/>
                <a:gd name="connsiteY186" fmla="*/ 38230 h 94478"/>
                <a:gd name="connsiteX187" fmla="*/ 206927 w 553229"/>
                <a:gd name="connsiteY187" fmla="*/ 31459 h 94478"/>
                <a:gd name="connsiteX188" fmla="*/ 204688 w 553229"/>
                <a:gd name="connsiteY188" fmla="*/ 22604 h 94478"/>
                <a:gd name="connsiteX189" fmla="*/ 213438 w 553229"/>
                <a:gd name="connsiteY189" fmla="*/ 6927 h 94478"/>
                <a:gd name="connsiteX190" fmla="*/ 237500 w 553229"/>
                <a:gd name="connsiteY190" fmla="*/ 938 h 94478"/>
                <a:gd name="connsiteX191" fmla="*/ 356979 w 553229"/>
                <a:gd name="connsiteY191" fmla="*/ 416 h 94478"/>
                <a:gd name="connsiteX192" fmla="*/ 365208 w 553229"/>
                <a:gd name="connsiteY192" fmla="*/ 416 h 94478"/>
                <a:gd name="connsiteX193" fmla="*/ 365208 w 553229"/>
                <a:gd name="connsiteY193" fmla="*/ 92708 h 94478"/>
                <a:gd name="connsiteX194" fmla="*/ 356979 w 553229"/>
                <a:gd name="connsiteY194" fmla="*/ 92708 h 94478"/>
                <a:gd name="connsiteX195" fmla="*/ 157709 w 553229"/>
                <a:gd name="connsiteY195" fmla="*/ 208 h 94478"/>
                <a:gd name="connsiteX196" fmla="*/ 165938 w 553229"/>
                <a:gd name="connsiteY196" fmla="*/ 208 h 94478"/>
                <a:gd name="connsiteX197" fmla="*/ 165938 w 553229"/>
                <a:gd name="connsiteY197" fmla="*/ 23646 h 94478"/>
                <a:gd name="connsiteX198" fmla="*/ 178750 w 553229"/>
                <a:gd name="connsiteY198" fmla="*/ 23646 h 94478"/>
                <a:gd name="connsiteX199" fmla="*/ 178750 w 553229"/>
                <a:gd name="connsiteY199" fmla="*/ 30729 h 94478"/>
                <a:gd name="connsiteX200" fmla="*/ 165938 w 553229"/>
                <a:gd name="connsiteY200" fmla="*/ 30729 h 94478"/>
                <a:gd name="connsiteX201" fmla="*/ 165938 w 553229"/>
                <a:gd name="connsiteY201" fmla="*/ 52604 h 94478"/>
                <a:gd name="connsiteX202" fmla="*/ 157709 w 553229"/>
                <a:gd name="connsiteY202" fmla="*/ 52604 h 94478"/>
                <a:gd name="connsiteX203" fmla="*/ 106979 w 553229"/>
                <a:gd name="connsiteY203" fmla="*/ 0 h 94478"/>
                <a:gd name="connsiteX204" fmla="*/ 134375 w 553229"/>
                <a:gd name="connsiteY204" fmla="*/ 0 h 94478"/>
                <a:gd name="connsiteX205" fmla="*/ 134375 w 553229"/>
                <a:gd name="connsiteY205" fmla="*/ 6355 h 94478"/>
                <a:gd name="connsiteX206" fmla="*/ 106979 w 553229"/>
                <a:gd name="connsiteY206" fmla="*/ 6355 h 9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</a:cxnLst>
              <a:rect l="l" t="t" r="r" b="b"/>
              <a:pathLst>
                <a:path w="553229" h="94478">
                  <a:moveTo>
                    <a:pt x="116354" y="73854"/>
                  </a:moveTo>
                  <a:lnTo>
                    <a:pt x="116354" y="84896"/>
                  </a:lnTo>
                  <a:lnTo>
                    <a:pt x="158021" y="84896"/>
                  </a:lnTo>
                  <a:lnTo>
                    <a:pt x="158021" y="73854"/>
                  </a:lnTo>
                  <a:close/>
                  <a:moveTo>
                    <a:pt x="42292" y="67396"/>
                  </a:moveTo>
                  <a:cubicBezTo>
                    <a:pt x="35208" y="67396"/>
                    <a:pt x="29440" y="68359"/>
                    <a:pt x="25000" y="70313"/>
                  </a:cubicBezTo>
                  <a:cubicBezTo>
                    <a:pt x="20560" y="72253"/>
                    <a:pt x="18333" y="74753"/>
                    <a:pt x="18333" y="77813"/>
                  </a:cubicBezTo>
                  <a:cubicBezTo>
                    <a:pt x="18333" y="80860"/>
                    <a:pt x="20534" y="83346"/>
                    <a:pt x="24948" y="85261"/>
                  </a:cubicBezTo>
                  <a:cubicBezTo>
                    <a:pt x="29362" y="87162"/>
                    <a:pt x="35104" y="88125"/>
                    <a:pt x="42188" y="88125"/>
                  </a:cubicBezTo>
                  <a:cubicBezTo>
                    <a:pt x="45586" y="88125"/>
                    <a:pt x="48750" y="87878"/>
                    <a:pt x="51667" y="87396"/>
                  </a:cubicBezTo>
                  <a:cubicBezTo>
                    <a:pt x="54583" y="86901"/>
                    <a:pt x="57083" y="86211"/>
                    <a:pt x="59167" y="85313"/>
                  </a:cubicBezTo>
                  <a:cubicBezTo>
                    <a:pt x="61250" y="84401"/>
                    <a:pt x="62904" y="83307"/>
                    <a:pt x="64115" y="82031"/>
                  </a:cubicBezTo>
                  <a:cubicBezTo>
                    <a:pt x="65326" y="80742"/>
                    <a:pt x="65938" y="79336"/>
                    <a:pt x="65938" y="77813"/>
                  </a:cubicBezTo>
                  <a:cubicBezTo>
                    <a:pt x="65938" y="74753"/>
                    <a:pt x="63711" y="72253"/>
                    <a:pt x="59271" y="70313"/>
                  </a:cubicBezTo>
                  <a:cubicBezTo>
                    <a:pt x="54831" y="68359"/>
                    <a:pt x="49167" y="67396"/>
                    <a:pt x="42292" y="67396"/>
                  </a:cubicBezTo>
                  <a:close/>
                  <a:moveTo>
                    <a:pt x="42188" y="61042"/>
                  </a:moveTo>
                  <a:cubicBezTo>
                    <a:pt x="52813" y="61042"/>
                    <a:pt x="60951" y="62683"/>
                    <a:pt x="66615" y="65990"/>
                  </a:cubicBezTo>
                  <a:cubicBezTo>
                    <a:pt x="72279" y="69284"/>
                    <a:pt x="75104" y="73230"/>
                    <a:pt x="75104" y="77813"/>
                  </a:cubicBezTo>
                  <a:cubicBezTo>
                    <a:pt x="75104" y="82396"/>
                    <a:pt x="72279" y="86316"/>
                    <a:pt x="66615" y="89583"/>
                  </a:cubicBezTo>
                  <a:cubicBezTo>
                    <a:pt x="60951" y="92839"/>
                    <a:pt x="52813" y="94479"/>
                    <a:pt x="42188" y="94479"/>
                  </a:cubicBezTo>
                  <a:cubicBezTo>
                    <a:pt x="31497" y="94479"/>
                    <a:pt x="23320" y="92839"/>
                    <a:pt x="17656" y="89583"/>
                  </a:cubicBezTo>
                  <a:cubicBezTo>
                    <a:pt x="11992" y="86316"/>
                    <a:pt x="9167" y="82396"/>
                    <a:pt x="9167" y="77813"/>
                  </a:cubicBezTo>
                  <a:cubicBezTo>
                    <a:pt x="9167" y="73230"/>
                    <a:pt x="11979" y="69284"/>
                    <a:pt x="17604" y="65990"/>
                  </a:cubicBezTo>
                  <a:cubicBezTo>
                    <a:pt x="23229" y="62683"/>
                    <a:pt x="31419" y="61042"/>
                    <a:pt x="42188" y="61042"/>
                  </a:cubicBezTo>
                  <a:close/>
                  <a:moveTo>
                    <a:pt x="108125" y="57500"/>
                  </a:moveTo>
                  <a:lnTo>
                    <a:pt x="116354" y="57500"/>
                  </a:lnTo>
                  <a:lnTo>
                    <a:pt x="116354" y="67188"/>
                  </a:lnTo>
                  <a:lnTo>
                    <a:pt x="158021" y="67188"/>
                  </a:lnTo>
                  <a:lnTo>
                    <a:pt x="158021" y="57500"/>
                  </a:lnTo>
                  <a:lnTo>
                    <a:pt x="166042" y="57500"/>
                  </a:lnTo>
                  <a:lnTo>
                    <a:pt x="166042" y="89479"/>
                  </a:lnTo>
                  <a:cubicBezTo>
                    <a:pt x="166042" y="90313"/>
                    <a:pt x="165885" y="90885"/>
                    <a:pt x="165573" y="91198"/>
                  </a:cubicBezTo>
                  <a:cubicBezTo>
                    <a:pt x="165261" y="91511"/>
                    <a:pt x="164688" y="91666"/>
                    <a:pt x="163854" y="91666"/>
                  </a:cubicBezTo>
                  <a:lnTo>
                    <a:pt x="110313" y="91666"/>
                  </a:lnTo>
                  <a:cubicBezTo>
                    <a:pt x="109479" y="91666"/>
                    <a:pt x="108906" y="91511"/>
                    <a:pt x="108594" y="91198"/>
                  </a:cubicBezTo>
                  <a:cubicBezTo>
                    <a:pt x="108281" y="90885"/>
                    <a:pt x="108125" y="90313"/>
                    <a:pt x="108125" y="89479"/>
                  </a:cubicBezTo>
                  <a:close/>
                  <a:moveTo>
                    <a:pt x="195208" y="52917"/>
                  </a:moveTo>
                  <a:lnTo>
                    <a:pt x="279688" y="52917"/>
                  </a:lnTo>
                  <a:lnTo>
                    <a:pt x="279688" y="60000"/>
                  </a:lnTo>
                  <a:lnTo>
                    <a:pt x="257604" y="60000"/>
                  </a:lnTo>
                  <a:lnTo>
                    <a:pt x="257604" y="92500"/>
                  </a:lnTo>
                  <a:lnTo>
                    <a:pt x="249375" y="92500"/>
                  </a:lnTo>
                  <a:lnTo>
                    <a:pt x="249375" y="60000"/>
                  </a:lnTo>
                  <a:lnTo>
                    <a:pt x="225833" y="60000"/>
                  </a:lnTo>
                  <a:lnTo>
                    <a:pt x="225833" y="91771"/>
                  </a:lnTo>
                  <a:lnTo>
                    <a:pt x="217500" y="91771"/>
                  </a:lnTo>
                  <a:lnTo>
                    <a:pt x="217500" y="60000"/>
                  </a:lnTo>
                  <a:lnTo>
                    <a:pt x="195208" y="60000"/>
                  </a:lnTo>
                  <a:close/>
                  <a:moveTo>
                    <a:pt x="468750" y="51250"/>
                  </a:moveTo>
                  <a:lnTo>
                    <a:pt x="553229" y="51250"/>
                  </a:lnTo>
                  <a:lnTo>
                    <a:pt x="553229" y="58333"/>
                  </a:lnTo>
                  <a:lnTo>
                    <a:pt x="515521" y="58333"/>
                  </a:lnTo>
                  <a:lnTo>
                    <a:pt x="515521" y="92708"/>
                  </a:lnTo>
                  <a:lnTo>
                    <a:pt x="507084" y="92708"/>
                  </a:lnTo>
                  <a:lnTo>
                    <a:pt x="507084" y="58333"/>
                  </a:lnTo>
                  <a:lnTo>
                    <a:pt x="468750" y="58333"/>
                  </a:lnTo>
                  <a:close/>
                  <a:moveTo>
                    <a:pt x="120833" y="27916"/>
                  </a:moveTo>
                  <a:cubicBezTo>
                    <a:pt x="116250" y="27916"/>
                    <a:pt x="112695" y="28724"/>
                    <a:pt x="110156" y="30365"/>
                  </a:cubicBezTo>
                  <a:cubicBezTo>
                    <a:pt x="107617" y="31993"/>
                    <a:pt x="106354" y="34167"/>
                    <a:pt x="106354" y="36875"/>
                  </a:cubicBezTo>
                  <a:cubicBezTo>
                    <a:pt x="106354" y="39505"/>
                    <a:pt x="107617" y="41693"/>
                    <a:pt x="110156" y="43437"/>
                  </a:cubicBezTo>
                  <a:cubicBezTo>
                    <a:pt x="112695" y="45169"/>
                    <a:pt x="116250" y="46042"/>
                    <a:pt x="120833" y="46042"/>
                  </a:cubicBezTo>
                  <a:cubicBezTo>
                    <a:pt x="125352" y="46042"/>
                    <a:pt x="128893" y="45169"/>
                    <a:pt x="131458" y="43437"/>
                  </a:cubicBezTo>
                  <a:cubicBezTo>
                    <a:pt x="134024" y="41693"/>
                    <a:pt x="135313" y="39505"/>
                    <a:pt x="135313" y="36875"/>
                  </a:cubicBezTo>
                  <a:cubicBezTo>
                    <a:pt x="135313" y="34167"/>
                    <a:pt x="134024" y="31993"/>
                    <a:pt x="131458" y="30365"/>
                  </a:cubicBezTo>
                  <a:cubicBezTo>
                    <a:pt x="128893" y="28724"/>
                    <a:pt x="125352" y="27916"/>
                    <a:pt x="120833" y="27916"/>
                  </a:cubicBezTo>
                  <a:close/>
                  <a:moveTo>
                    <a:pt x="397188" y="27084"/>
                  </a:moveTo>
                  <a:lnTo>
                    <a:pt x="397188" y="46146"/>
                  </a:lnTo>
                  <a:lnTo>
                    <a:pt x="442396" y="46146"/>
                  </a:lnTo>
                  <a:lnTo>
                    <a:pt x="442396" y="27084"/>
                  </a:lnTo>
                  <a:close/>
                  <a:moveTo>
                    <a:pt x="120833" y="21979"/>
                  </a:moveTo>
                  <a:cubicBezTo>
                    <a:pt x="127643" y="21979"/>
                    <a:pt x="133164" y="23359"/>
                    <a:pt x="137396" y="26146"/>
                  </a:cubicBezTo>
                  <a:cubicBezTo>
                    <a:pt x="141628" y="28919"/>
                    <a:pt x="143750" y="32500"/>
                    <a:pt x="143750" y="36875"/>
                  </a:cubicBezTo>
                  <a:cubicBezTo>
                    <a:pt x="143750" y="39089"/>
                    <a:pt x="143164" y="41107"/>
                    <a:pt x="141979" y="42917"/>
                  </a:cubicBezTo>
                  <a:cubicBezTo>
                    <a:pt x="140794" y="44714"/>
                    <a:pt x="139206" y="46276"/>
                    <a:pt x="137188" y="47604"/>
                  </a:cubicBezTo>
                  <a:cubicBezTo>
                    <a:pt x="135169" y="48920"/>
                    <a:pt x="132761" y="49948"/>
                    <a:pt x="129948" y="50677"/>
                  </a:cubicBezTo>
                  <a:cubicBezTo>
                    <a:pt x="127135" y="51406"/>
                    <a:pt x="124102" y="51771"/>
                    <a:pt x="120833" y="51771"/>
                  </a:cubicBezTo>
                  <a:cubicBezTo>
                    <a:pt x="117500" y="51771"/>
                    <a:pt x="114427" y="51406"/>
                    <a:pt x="111615" y="50677"/>
                  </a:cubicBezTo>
                  <a:cubicBezTo>
                    <a:pt x="108802" y="49948"/>
                    <a:pt x="106393" y="48920"/>
                    <a:pt x="104375" y="47604"/>
                  </a:cubicBezTo>
                  <a:cubicBezTo>
                    <a:pt x="102357" y="46276"/>
                    <a:pt x="100781" y="44714"/>
                    <a:pt x="99635" y="42917"/>
                  </a:cubicBezTo>
                  <a:cubicBezTo>
                    <a:pt x="98490" y="41107"/>
                    <a:pt x="97917" y="39089"/>
                    <a:pt x="97917" y="36875"/>
                  </a:cubicBezTo>
                  <a:cubicBezTo>
                    <a:pt x="97917" y="32500"/>
                    <a:pt x="100039" y="28919"/>
                    <a:pt x="104271" y="26146"/>
                  </a:cubicBezTo>
                  <a:cubicBezTo>
                    <a:pt x="108503" y="23359"/>
                    <a:pt x="114023" y="21979"/>
                    <a:pt x="120833" y="21979"/>
                  </a:cubicBezTo>
                  <a:close/>
                  <a:moveTo>
                    <a:pt x="94479" y="11354"/>
                  </a:moveTo>
                  <a:lnTo>
                    <a:pt x="147396" y="11354"/>
                  </a:lnTo>
                  <a:lnTo>
                    <a:pt x="147396" y="17708"/>
                  </a:lnTo>
                  <a:lnTo>
                    <a:pt x="94479" y="17708"/>
                  </a:lnTo>
                  <a:close/>
                  <a:moveTo>
                    <a:pt x="237500" y="7813"/>
                  </a:moveTo>
                  <a:cubicBezTo>
                    <a:pt x="230274" y="7813"/>
                    <a:pt x="224466" y="9076"/>
                    <a:pt x="220052" y="11615"/>
                  </a:cubicBezTo>
                  <a:cubicBezTo>
                    <a:pt x="215638" y="14141"/>
                    <a:pt x="213438" y="17812"/>
                    <a:pt x="213438" y="22604"/>
                  </a:cubicBezTo>
                  <a:cubicBezTo>
                    <a:pt x="213438" y="24961"/>
                    <a:pt x="214050" y="27045"/>
                    <a:pt x="215261" y="28854"/>
                  </a:cubicBezTo>
                  <a:cubicBezTo>
                    <a:pt x="216472" y="30651"/>
                    <a:pt x="218164" y="32187"/>
                    <a:pt x="220313" y="33437"/>
                  </a:cubicBezTo>
                  <a:cubicBezTo>
                    <a:pt x="222461" y="34688"/>
                    <a:pt x="225013" y="35625"/>
                    <a:pt x="227969" y="36250"/>
                  </a:cubicBezTo>
                  <a:cubicBezTo>
                    <a:pt x="230925" y="36875"/>
                    <a:pt x="234102" y="37188"/>
                    <a:pt x="237500" y="37188"/>
                  </a:cubicBezTo>
                  <a:cubicBezTo>
                    <a:pt x="244375" y="37188"/>
                    <a:pt x="250091" y="35911"/>
                    <a:pt x="254636" y="33386"/>
                  </a:cubicBezTo>
                  <a:cubicBezTo>
                    <a:pt x="259180" y="30847"/>
                    <a:pt x="261459" y="27253"/>
                    <a:pt x="261459" y="22604"/>
                  </a:cubicBezTo>
                  <a:cubicBezTo>
                    <a:pt x="261459" y="17812"/>
                    <a:pt x="259206" y="14141"/>
                    <a:pt x="254688" y="11615"/>
                  </a:cubicBezTo>
                  <a:cubicBezTo>
                    <a:pt x="250169" y="9076"/>
                    <a:pt x="244440" y="7813"/>
                    <a:pt x="237500" y="7813"/>
                  </a:cubicBezTo>
                  <a:close/>
                  <a:moveTo>
                    <a:pt x="293125" y="5521"/>
                  </a:moveTo>
                  <a:lnTo>
                    <a:pt x="341667" y="5521"/>
                  </a:lnTo>
                  <a:lnTo>
                    <a:pt x="341667" y="12500"/>
                  </a:lnTo>
                  <a:lnTo>
                    <a:pt x="321563" y="12500"/>
                  </a:lnTo>
                  <a:lnTo>
                    <a:pt x="321563" y="21771"/>
                  </a:lnTo>
                  <a:cubicBezTo>
                    <a:pt x="321563" y="31693"/>
                    <a:pt x="323646" y="40260"/>
                    <a:pt x="327813" y="47448"/>
                  </a:cubicBezTo>
                  <a:cubicBezTo>
                    <a:pt x="331979" y="54635"/>
                    <a:pt x="338334" y="60729"/>
                    <a:pt x="346875" y="65730"/>
                  </a:cubicBezTo>
                  <a:lnTo>
                    <a:pt x="340938" y="71667"/>
                  </a:lnTo>
                  <a:cubicBezTo>
                    <a:pt x="336146" y="68542"/>
                    <a:pt x="331524" y="64505"/>
                    <a:pt x="327084" y="59583"/>
                  </a:cubicBezTo>
                  <a:cubicBezTo>
                    <a:pt x="322643" y="54649"/>
                    <a:pt x="319375" y="49063"/>
                    <a:pt x="317292" y="42813"/>
                  </a:cubicBezTo>
                  <a:cubicBezTo>
                    <a:pt x="316315" y="45938"/>
                    <a:pt x="314961" y="49011"/>
                    <a:pt x="313229" y="52032"/>
                  </a:cubicBezTo>
                  <a:cubicBezTo>
                    <a:pt x="311498" y="55052"/>
                    <a:pt x="309518" y="57943"/>
                    <a:pt x="307292" y="60729"/>
                  </a:cubicBezTo>
                  <a:cubicBezTo>
                    <a:pt x="305143" y="63438"/>
                    <a:pt x="302826" y="65938"/>
                    <a:pt x="300365" y="68229"/>
                  </a:cubicBezTo>
                  <a:cubicBezTo>
                    <a:pt x="297904" y="70521"/>
                    <a:pt x="295521" y="72500"/>
                    <a:pt x="293229" y="74166"/>
                  </a:cubicBezTo>
                  <a:lnTo>
                    <a:pt x="286459" y="68437"/>
                  </a:lnTo>
                  <a:cubicBezTo>
                    <a:pt x="294792" y="63229"/>
                    <a:pt x="301302" y="56628"/>
                    <a:pt x="305990" y="48646"/>
                  </a:cubicBezTo>
                  <a:cubicBezTo>
                    <a:pt x="310677" y="40651"/>
                    <a:pt x="313021" y="31250"/>
                    <a:pt x="313021" y="20417"/>
                  </a:cubicBezTo>
                  <a:lnTo>
                    <a:pt x="313021" y="12500"/>
                  </a:lnTo>
                  <a:lnTo>
                    <a:pt x="293125" y="12500"/>
                  </a:lnTo>
                  <a:close/>
                  <a:moveTo>
                    <a:pt x="388959" y="3959"/>
                  </a:moveTo>
                  <a:lnTo>
                    <a:pt x="397188" y="3959"/>
                  </a:lnTo>
                  <a:lnTo>
                    <a:pt x="397188" y="20104"/>
                  </a:lnTo>
                  <a:lnTo>
                    <a:pt x="442396" y="20104"/>
                  </a:lnTo>
                  <a:lnTo>
                    <a:pt x="442396" y="3959"/>
                  </a:lnTo>
                  <a:lnTo>
                    <a:pt x="450625" y="3959"/>
                  </a:lnTo>
                  <a:lnTo>
                    <a:pt x="450625" y="51146"/>
                  </a:lnTo>
                  <a:cubicBezTo>
                    <a:pt x="450625" y="51979"/>
                    <a:pt x="450469" y="52552"/>
                    <a:pt x="450156" y="52865"/>
                  </a:cubicBezTo>
                  <a:cubicBezTo>
                    <a:pt x="449844" y="53177"/>
                    <a:pt x="449271" y="53333"/>
                    <a:pt x="448438" y="53333"/>
                  </a:cubicBezTo>
                  <a:lnTo>
                    <a:pt x="423959" y="53333"/>
                  </a:lnTo>
                  <a:lnTo>
                    <a:pt x="423959" y="73750"/>
                  </a:lnTo>
                  <a:lnTo>
                    <a:pt x="462188" y="73750"/>
                  </a:lnTo>
                  <a:lnTo>
                    <a:pt x="462188" y="80938"/>
                  </a:lnTo>
                  <a:lnTo>
                    <a:pt x="377396" y="80938"/>
                  </a:lnTo>
                  <a:lnTo>
                    <a:pt x="377396" y="73750"/>
                  </a:lnTo>
                  <a:lnTo>
                    <a:pt x="415417" y="73750"/>
                  </a:lnTo>
                  <a:lnTo>
                    <a:pt x="415417" y="53333"/>
                  </a:lnTo>
                  <a:lnTo>
                    <a:pt x="391146" y="53333"/>
                  </a:lnTo>
                  <a:cubicBezTo>
                    <a:pt x="390313" y="53333"/>
                    <a:pt x="389740" y="53177"/>
                    <a:pt x="389427" y="52865"/>
                  </a:cubicBezTo>
                  <a:cubicBezTo>
                    <a:pt x="389115" y="52552"/>
                    <a:pt x="388959" y="51979"/>
                    <a:pt x="388959" y="51146"/>
                  </a:cubicBezTo>
                  <a:close/>
                  <a:moveTo>
                    <a:pt x="506355" y="2396"/>
                  </a:moveTo>
                  <a:lnTo>
                    <a:pt x="515521" y="2396"/>
                  </a:lnTo>
                  <a:lnTo>
                    <a:pt x="515521" y="7188"/>
                  </a:lnTo>
                  <a:cubicBezTo>
                    <a:pt x="515521" y="10859"/>
                    <a:pt x="516459" y="14193"/>
                    <a:pt x="518334" y="17188"/>
                  </a:cubicBezTo>
                  <a:cubicBezTo>
                    <a:pt x="520209" y="20169"/>
                    <a:pt x="522709" y="22813"/>
                    <a:pt x="525834" y="25104"/>
                  </a:cubicBezTo>
                  <a:cubicBezTo>
                    <a:pt x="528959" y="27396"/>
                    <a:pt x="532539" y="29336"/>
                    <a:pt x="536563" y="30938"/>
                  </a:cubicBezTo>
                  <a:cubicBezTo>
                    <a:pt x="540586" y="32526"/>
                    <a:pt x="544727" y="33750"/>
                    <a:pt x="548959" y="34583"/>
                  </a:cubicBezTo>
                  <a:lnTo>
                    <a:pt x="543750" y="41146"/>
                  </a:lnTo>
                  <a:cubicBezTo>
                    <a:pt x="540482" y="40313"/>
                    <a:pt x="537175" y="39219"/>
                    <a:pt x="533802" y="37865"/>
                  </a:cubicBezTo>
                  <a:cubicBezTo>
                    <a:pt x="530430" y="36511"/>
                    <a:pt x="527253" y="34896"/>
                    <a:pt x="524271" y="33021"/>
                  </a:cubicBezTo>
                  <a:cubicBezTo>
                    <a:pt x="521289" y="31146"/>
                    <a:pt x="518633" y="29062"/>
                    <a:pt x="516302" y="26771"/>
                  </a:cubicBezTo>
                  <a:cubicBezTo>
                    <a:pt x="513972" y="24479"/>
                    <a:pt x="512227" y="21940"/>
                    <a:pt x="511042" y="19166"/>
                  </a:cubicBezTo>
                  <a:cubicBezTo>
                    <a:pt x="509519" y="22083"/>
                    <a:pt x="507565" y="24701"/>
                    <a:pt x="505209" y="27031"/>
                  </a:cubicBezTo>
                  <a:cubicBezTo>
                    <a:pt x="502852" y="29349"/>
                    <a:pt x="500209" y="31381"/>
                    <a:pt x="497292" y="33125"/>
                  </a:cubicBezTo>
                  <a:cubicBezTo>
                    <a:pt x="494375" y="34922"/>
                    <a:pt x="491302" y="36484"/>
                    <a:pt x="488073" y="37812"/>
                  </a:cubicBezTo>
                  <a:cubicBezTo>
                    <a:pt x="484844" y="39128"/>
                    <a:pt x="481602" y="40235"/>
                    <a:pt x="478334" y="41146"/>
                  </a:cubicBezTo>
                  <a:lnTo>
                    <a:pt x="472604" y="34688"/>
                  </a:lnTo>
                  <a:cubicBezTo>
                    <a:pt x="483854" y="31979"/>
                    <a:pt x="492292" y="28334"/>
                    <a:pt x="497917" y="23750"/>
                  </a:cubicBezTo>
                  <a:cubicBezTo>
                    <a:pt x="503542" y="19166"/>
                    <a:pt x="506355" y="13672"/>
                    <a:pt x="506355" y="7292"/>
                  </a:cubicBezTo>
                  <a:close/>
                  <a:moveTo>
                    <a:pt x="13438" y="2188"/>
                  </a:moveTo>
                  <a:lnTo>
                    <a:pt x="73229" y="2188"/>
                  </a:lnTo>
                  <a:lnTo>
                    <a:pt x="73229" y="8438"/>
                  </a:lnTo>
                  <a:lnTo>
                    <a:pt x="19479" y="8438"/>
                  </a:lnTo>
                  <a:lnTo>
                    <a:pt x="19479" y="17396"/>
                  </a:lnTo>
                  <a:lnTo>
                    <a:pt x="73021" y="17396"/>
                  </a:lnTo>
                  <a:lnTo>
                    <a:pt x="73021" y="23541"/>
                  </a:lnTo>
                  <a:lnTo>
                    <a:pt x="19479" y="23541"/>
                  </a:lnTo>
                  <a:lnTo>
                    <a:pt x="19479" y="32500"/>
                  </a:lnTo>
                  <a:lnTo>
                    <a:pt x="74167" y="32500"/>
                  </a:lnTo>
                  <a:lnTo>
                    <a:pt x="74167" y="38854"/>
                  </a:lnTo>
                  <a:lnTo>
                    <a:pt x="46354" y="38854"/>
                  </a:lnTo>
                  <a:lnTo>
                    <a:pt x="46354" y="48542"/>
                  </a:lnTo>
                  <a:lnTo>
                    <a:pt x="84479" y="48542"/>
                  </a:lnTo>
                  <a:lnTo>
                    <a:pt x="84479" y="55312"/>
                  </a:lnTo>
                  <a:lnTo>
                    <a:pt x="0" y="55312"/>
                  </a:lnTo>
                  <a:lnTo>
                    <a:pt x="0" y="48542"/>
                  </a:lnTo>
                  <a:lnTo>
                    <a:pt x="37604" y="48542"/>
                  </a:lnTo>
                  <a:lnTo>
                    <a:pt x="37604" y="38854"/>
                  </a:lnTo>
                  <a:lnTo>
                    <a:pt x="13438" y="38854"/>
                  </a:lnTo>
                  <a:cubicBezTo>
                    <a:pt x="12604" y="38854"/>
                    <a:pt x="12031" y="38698"/>
                    <a:pt x="11719" y="38385"/>
                  </a:cubicBezTo>
                  <a:cubicBezTo>
                    <a:pt x="11406" y="38073"/>
                    <a:pt x="11250" y="37500"/>
                    <a:pt x="11250" y="36666"/>
                  </a:cubicBezTo>
                  <a:lnTo>
                    <a:pt x="11250" y="4375"/>
                  </a:lnTo>
                  <a:cubicBezTo>
                    <a:pt x="11250" y="3542"/>
                    <a:pt x="11406" y="2969"/>
                    <a:pt x="11719" y="2656"/>
                  </a:cubicBezTo>
                  <a:cubicBezTo>
                    <a:pt x="12031" y="2344"/>
                    <a:pt x="12604" y="2188"/>
                    <a:pt x="13438" y="2188"/>
                  </a:cubicBezTo>
                  <a:close/>
                  <a:moveTo>
                    <a:pt x="237500" y="938"/>
                  </a:moveTo>
                  <a:cubicBezTo>
                    <a:pt x="247708" y="938"/>
                    <a:pt x="255716" y="2878"/>
                    <a:pt x="261511" y="6771"/>
                  </a:cubicBezTo>
                  <a:cubicBezTo>
                    <a:pt x="267305" y="10651"/>
                    <a:pt x="270209" y="15937"/>
                    <a:pt x="270209" y="22604"/>
                  </a:cubicBezTo>
                  <a:cubicBezTo>
                    <a:pt x="270209" y="29062"/>
                    <a:pt x="267331" y="34245"/>
                    <a:pt x="261563" y="38177"/>
                  </a:cubicBezTo>
                  <a:cubicBezTo>
                    <a:pt x="255794" y="42097"/>
                    <a:pt x="247774" y="44063"/>
                    <a:pt x="237500" y="44063"/>
                  </a:cubicBezTo>
                  <a:cubicBezTo>
                    <a:pt x="232435" y="44063"/>
                    <a:pt x="227865" y="43555"/>
                    <a:pt x="223802" y="42552"/>
                  </a:cubicBezTo>
                  <a:cubicBezTo>
                    <a:pt x="219740" y="41537"/>
                    <a:pt x="216289" y="40104"/>
                    <a:pt x="213438" y="38230"/>
                  </a:cubicBezTo>
                  <a:cubicBezTo>
                    <a:pt x="210586" y="36354"/>
                    <a:pt x="208425" y="34088"/>
                    <a:pt x="206927" y="31459"/>
                  </a:cubicBezTo>
                  <a:cubicBezTo>
                    <a:pt x="205430" y="28815"/>
                    <a:pt x="204688" y="25860"/>
                    <a:pt x="204688" y="22604"/>
                  </a:cubicBezTo>
                  <a:cubicBezTo>
                    <a:pt x="204688" y="16146"/>
                    <a:pt x="207604" y="10912"/>
                    <a:pt x="213438" y="6927"/>
                  </a:cubicBezTo>
                  <a:cubicBezTo>
                    <a:pt x="219271" y="2930"/>
                    <a:pt x="227292" y="938"/>
                    <a:pt x="237500" y="938"/>
                  </a:cubicBezTo>
                  <a:close/>
                  <a:moveTo>
                    <a:pt x="356979" y="416"/>
                  </a:moveTo>
                  <a:lnTo>
                    <a:pt x="365208" y="416"/>
                  </a:lnTo>
                  <a:lnTo>
                    <a:pt x="365208" y="92708"/>
                  </a:lnTo>
                  <a:lnTo>
                    <a:pt x="356979" y="92708"/>
                  </a:lnTo>
                  <a:close/>
                  <a:moveTo>
                    <a:pt x="157709" y="208"/>
                  </a:moveTo>
                  <a:lnTo>
                    <a:pt x="165938" y="208"/>
                  </a:lnTo>
                  <a:lnTo>
                    <a:pt x="165938" y="23646"/>
                  </a:lnTo>
                  <a:lnTo>
                    <a:pt x="178750" y="23646"/>
                  </a:lnTo>
                  <a:lnTo>
                    <a:pt x="178750" y="30729"/>
                  </a:lnTo>
                  <a:lnTo>
                    <a:pt x="165938" y="30729"/>
                  </a:lnTo>
                  <a:lnTo>
                    <a:pt x="165938" y="52604"/>
                  </a:lnTo>
                  <a:lnTo>
                    <a:pt x="157709" y="52604"/>
                  </a:lnTo>
                  <a:close/>
                  <a:moveTo>
                    <a:pt x="106979" y="0"/>
                  </a:moveTo>
                  <a:lnTo>
                    <a:pt x="134375" y="0"/>
                  </a:lnTo>
                  <a:lnTo>
                    <a:pt x="134375" y="6355"/>
                  </a:lnTo>
                  <a:lnTo>
                    <a:pt x="106979" y="6355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0" name="TextBox 779">
              <a:extLst>
                <a:ext uri="{FF2B5EF4-FFF2-40B4-BE49-F238E27FC236}">
                  <a16:creationId xmlns:a16="http://schemas.microsoft.com/office/drawing/2014/main" id="{3EFC7CC7-C6B2-4DE3-88E4-793B2435EB6F}"/>
                </a:ext>
              </a:extLst>
            </p:cNvPr>
            <p:cNvSpPr txBox="1"/>
            <p:nvPr/>
          </p:nvSpPr>
          <p:spPr>
            <a:xfrm>
              <a:off x="2037390" y="7782026"/>
              <a:ext cx="72975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통합유지보수</a:t>
              </a:r>
            </a:p>
          </p:txBody>
        </p:sp>
        <p:grpSp>
          <p:nvGrpSpPr>
            <p:cNvPr id="781" name="그래픽 5">
              <a:extLst>
                <a:ext uri="{FF2B5EF4-FFF2-40B4-BE49-F238E27FC236}">
                  <a16:creationId xmlns:a16="http://schemas.microsoft.com/office/drawing/2014/main" id="{AB38F4F4-3F3C-48E4-9169-171BFC2F289F}"/>
                </a:ext>
              </a:extLst>
            </p:cNvPr>
            <p:cNvGrpSpPr/>
            <p:nvPr/>
          </p:nvGrpSpPr>
          <p:grpSpPr>
            <a:xfrm>
              <a:off x="1211842" y="7957811"/>
              <a:ext cx="182291" cy="130208"/>
              <a:chOff x="1211842" y="7957811"/>
              <a:chExt cx="182291" cy="130208"/>
            </a:xfrm>
          </p:grpSpPr>
          <p:sp>
            <p:nvSpPr>
              <p:cNvPr id="782" name="자유형: 도형 781">
                <a:extLst>
                  <a:ext uri="{FF2B5EF4-FFF2-40B4-BE49-F238E27FC236}">
                    <a16:creationId xmlns:a16="http://schemas.microsoft.com/office/drawing/2014/main" id="{64370667-3FEE-496B-B106-65533FA13AA4}"/>
                  </a:ext>
                </a:extLst>
              </p:cNvPr>
              <p:cNvSpPr/>
              <p:nvPr/>
            </p:nvSpPr>
            <p:spPr>
              <a:xfrm>
                <a:off x="1211842" y="7979035"/>
                <a:ext cx="168229" cy="94791"/>
              </a:xfrm>
              <a:custGeom>
                <a:avLst/>
                <a:gdLst>
                  <a:gd name="connsiteX0" fmla="*/ 42396 w 168229"/>
                  <a:gd name="connsiteY0" fmla="*/ 66667 h 94791"/>
                  <a:gd name="connsiteX1" fmla="*/ 24635 w 168229"/>
                  <a:gd name="connsiteY1" fmla="*/ 69583 h 94791"/>
                  <a:gd name="connsiteX2" fmla="*/ 18333 w 168229"/>
                  <a:gd name="connsiteY2" fmla="*/ 77604 h 94791"/>
                  <a:gd name="connsiteX3" fmla="*/ 24635 w 168229"/>
                  <a:gd name="connsiteY3" fmla="*/ 85572 h 94791"/>
                  <a:gd name="connsiteX4" fmla="*/ 42396 w 168229"/>
                  <a:gd name="connsiteY4" fmla="*/ 88437 h 94791"/>
                  <a:gd name="connsiteX5" fmla="*/ 59740 w 168229"/>
                  <a:gd name="connsiteY5" fmla="*/ 85572 h 94791"/>
                  <a:gd name="connsiteX6" fmla="*/ 66146 w 168229"/>
                  <a:gd name="connsiteY6" fmla="*/ 77709 h 94791"/>
                  <a:gd name="connsiteX7" fmla="*/ 59792 w 168229"/>
                  <a:gd name="connsiteY7" fmla="*/ 69583 h 94791"/>
                  <a:gd name="connsiteX8" fmla="*/ 42396 w 168229"/>
                  <a:gd name="connsiteY8" fmla="*/ 66667 h 94791"/>
                  <a:gd name="connsiteX9" fmla="*/ 42396 w 168229"/>
                  <a:gd name="connsiteY9" fmla="*/ 60521 h 94791"/>
                  <a:gd name="connsiteX10" fmla="*/ 67135 w 168229"/>
                  <a:gd name="connsiteY10" fmla="*/ 65417 h 94791"/>
                  <a:gd name="connsiteX11" fmla="*/ 75313 w 168229"/>
                  <a:gd name="connsiteY11" fmla="*/ 77709 h 94791"/>
                  <a:gd name="connsiteX12" fmla="*/ 67188 w 168229"/>
                  <a:gd name="connsiteY12" fmla="*/ 89896 h 94791"/>
                  <a:gd name="connsiteX13" fmla="*/ 42396 w 168229"/>
                  <a:gd name="connsiteY13" fmla="*/ 94791 h 94791"/>
                  <a:gd name="connsiteX14" fmla="*/ 17500 w 168229"/>
                  <a:gd name="connsiteY14" fmla="*/ 89896 h 94791"/>
                  <a:gd name="connsiteX15" fmla="*/ 9271 w 168229"/>
                  <a:gd name="connsiteY15" fmla="*/ 77604 h 94791"/>
                  <a:gd name="connsiteX16" fmla="*/ 17552 w 168229"/>
                  <a:gd name="connsiteY16" fmla="*/ 65312 h 94791"/>
                  <a:gd name="connsiteX17" fmla="*/ 42396 w 168229"/>
                  <a:gd name="connsiteY17" fmla="*/ 60521 h 94791"/>
                  <a:gd name="connsiteX18" fmla="*/ 106667 w 168229"/>
                  <a:gd name="connsiteY18" fmla="*/ 59687 h 94791"/>
                  <a:gd name="connsiteX19" fmla="*/ 165833 w 168229"/>
                  <a:gd name="connsiteY19" fmla="*/ 59687 h 94791"/>
                  <a:gd name="connsiteX20" fmla="*/ 167552 w 168229"/>
                  <a:gd name="connsiteY20" fmla="*/ 60156 h 94791"/>
                  <a:gd name="connsiteX21" fmla="*/ 168021 w 168229"/>
                  <a:gd name="connsiteY21" fmla="*/ 61875 h 94791"/>
                  <a:gd name="connsiteX22" fmla="*/ 168021 w 168229"/>
                  <a:gd name="connsiteY22" fmla="*/ 93542 h 94791"/>
                  <a:gd name="connsiteX23" fmla="*/ 159792 w 168229"/>
                  <a:gd name="connsiteY23" fmla="*/ 93542 h 94791"/>
                  <a:gd name="connsiteX24" fmla="*/ 159792 w 168229"/>
                  <a:gd name="connsiteY24" fmla="*/ 66771 h 94791"/>
                  <a:gd name="connsiteX25" fmla="*/ 106667 w 168229"/>
                  <a:gd name="connsiteY25" fmla="*/ 66771 h 94791"/>
                  <a:gd name="connsiteX26" fmla="*/ 53646 w 168229"/>
                  <a:gd name="connsiteY26" fmla="*/ 34375 h 94791"/>
                  <a:gd name="connsiteX27" fmla="*/ 48125 w 168229"/>
                  <a:gd name="connsiteY27" fmla="*/ 35208 h 94791"/>
                  <a:gd name="connsiteX28" fmla="*/ 42292 w 168229"/>
                  <a:gd name="connsiteY28" fmla="*/ 35416 h 94791"/>
                  <a:gd name="connsiteX29" fmla="*/ 36510 w 168229"/>
                  <a:gd name="connsiteY29" fmla="*/ 35208 h 94791"/>
                  <a:gd name="connsiteX30" fmla="*/ 31354 w 168229"/>
                  <a:gd name="connsiteY30" fmla="*/ 34479 h 94791"/>
                  <a:gd name="connsiteX31" fmla="*/ 31354 w 168229"/>
                  <a:gd name="connsiteY31" fmla="*/ 46042 h 94791"/>
                  <a:gd name="connsiteX32" fmla="*/ 53646 w 168229"/>
                  <a:gd name="connsiteY32" fmla="*/ 46042 h 94791"/>
                  <a:gd name="connsiteX33" fmla="*/ 141979 w 168229"/>
                  <a:gd name="connsiteY33" fmla="*/ 18020 h 94791"/>
                  <a:gd name="connsiteX34" fmla="*/ 142917 w 168229"/>
                  <a:gd name="connsiteY34" fmla="*/ 21822 h 94791"/>
                  <a:gd name="connsiteX35" fmla="*/ 143229 w 168229"/>
                  <a:gd name="connsiteY35" fmla="*/ 25625 h 94791"/>
                  <a:gd name="connsiteX36" fmla="*/ 143021 w 168229"/>
                  <a:gd name="connsiteY36" fmla="*/ 28698 h 94791"/>
                  <a:gd name="connsiteX37" fmla="*/ 142500 w 168229"/>
                  <a:gd name="connsiteY37" fmla="*/ 31563 h 94791"/>
                  <a:gd name="connsiteX38" fmla="*/ 159896 w 168229"/>
                  <a:gd name="connsiteY38" fmla="*/ 31563 h 94791"/>
                  <a:gd name="connsiteX39" fmla="*/ 159896 w 168229"/>
                  <a:gd name="connsiteY39" fmla="*/ 18020 h 94791"/>
                  <a:gd name="connsiteX40" fmla="*/ 118958 w 168229"/>
                  <a:gd name="connsiteY40" fmla="*/ 9271 h 94791"/>
                  <a:gd name="connsiteX41" fmla="*/ 107240 w 168229"/>
                  <a:gd name="connsiteY41" fmla="*/ 14063 h 94791"/>
                  <a:gd name="connsiteX42" fmla="*/ 103125 w 168229"/>
                  <a:gd name="connsiteY42" fmla="*/ 25729 h 94791"/>
                  <a:gd name="connsiteX43" fmla="*/ 107240 w 168229"/>
                  <a:gd name="connsiteY43" fmla="*/ 37344 h 94791"/>
                  <a:gd name="connsiteX44" fmla="*/ 118958 w 168229"/>
                  <a:gd name="connsiteY44" fmla="*/ 42187 h 94791"/>
                  <a:gd name="connsiteX45" fmla="*/ 130573 w 168229"/>
                  <a:gd name="connsiteY45" fmla="*/ 37344 h 94791"/>
                  <a:gd name="connsiteX46" fmla="*/ 134688 w 168229"/>
                  <a:gd name="connsiteY46" fmla="*/ 25729 h 94791"/>
                  <a:gd name="connsiteX47" fmla="*/ 130573 w 168229"/>
                  <a:gd name="connsiteY47" fmla="*/ 14063 h 94791"/>
                  <a:gd name="connsiteX48" fmla="*/ 118958 w 168229"/>
                  <a:gd name="connsiteY48" fmla="*/ 9271 h 94791"/>
                  <a:gd name="connsiteX49" fmla="*/ 42292 w 168229"/>
                  <a:gd name="connsiteY49" fmla="*/ 6250 h 94791"/>
                  <a:gd name="connsiteX50" fmla="*/ 24896 w 168229"/>
                  <a:gd name="connsiteY50" fmla="*/ 9375 h 94791"/>
                  <a:gd name="connsiteX51" fmla="*/ 18750 w 168229"/>
                  <a:gd name="connsiteY51" fmla="*/ 17500 h 94791"/>
                  <a:gd name="connsiteX52" fmla="*/ 25208 w 168229"/>
                  <a:gd name="connsiteY52" fmla="*/ 25625 h 94791"/>
                  <a:gd name="connsiteX53" fmla="*/ 42292 w 168229"/>
                  <a:gd name="connsiteY53" fmla="*/ 28854 h 94791"/>
                  <a:gd name="connsiteX54" fmla="*/ 59271 w 168229"/>
                  <a:gd name="connsiteY54" fmla="*/ 25781 h 94791"/>
                  <a:gd name="connsiteX55" fmla="*/ 65938 w 168229"/>
                  <a:gd name="connsiteY55" fmla="*/ 17708 h 94791"/>
                  <a:gd name="connsiteX56" fmla="*/ 59583 w 168229"/>
                  <a:gd name="connsiteY56" fmla="*/ 9479 h 94791"/>
                  <a:gd name="connsiteX57" fmla="*/ 42292 w 168229"/>
                  <a:gd name="connsiteY57" fmla="*/ 6250 h 94791"/>
                  <a:gd name="connsiteX58" fmla="*/ 159896 w 168229"/>
                  <a:gd name="connsiteY58" fmla="*/ 625 h 94791"/>
                  <a:gd name="connsiteX59" fmla="*/ 168229 w 168229"/>
                  <a:gd name="connsiteY59" fmla="*/ 625 h 94791"/>
                  <a:gd name="connsiteX60" fmla="*/ 168229 w 168229"/>
                  <a:gd name="connsiteY60" fmla="*/ 54688 h 94791"/>
                  <a:gd name="connsiteX61" fmla="*/ 159896 w 168229"/>
                  <a:gd name="connsiteY61" fmla="*/ 54688 h 94791"/>
                  <a:gd name="connsiteX62" fmla="*/ 159896 w 168229"/>
                  <a:gd name="connsiteY62" fmla="*/ 38541 h 94791"/>
                  <a:gd name="connsiteX63" fmla="*/ 139583 w 168229"/>
                  <a:gd name="connsiteY63" fmla="*/ 38541 h 94791"/>
                  <a:gd name="connsiteX64" fmla="*/ 131094 w 168229"/>
                  <a:gd name="connsiteY64" fmla="*/ 46562 h 94791"/>
                  <a:gd name="connsiteX65" fmla="*/ 118854 w 168229"/>
                  <a:gd name="connsiteY65" fmla="*/ 49583 h 94791"/>
                  <a:gd name="connsiteX66" fmla="*/ 109063 w 168229"/>
                  <a:gd name="connsiteY66" fmla="*/ 47708 h 94791"/>
                  <a:gd name="connsiteX67" fmla="*/ 101354 w 168229"/>
                  <a:gd name="connsiteY67" fmla="*/ 42604 h 94791"/>
                  <a:gd name="connsiteX68" fmla="*/ 96354 w 168229"/>
                  <a:gd name="connsiteY68" fmla="*/ 35000 h 94791"/>
                  <a:gd name="connsiteX69" fmla="*/ 94583 w 168229"/>
                  <a:gd name="connsiteY69" fmla="*/ 25625 h 94791"/>
                  <a:gd name="connsiteX70" fmla="*/ 96354 w 168229"/>
                  <a:gd name="connsiteY70" fmla="*/ 16510 h 94791"/>
                  <a:gd name="connsiteX71" fmla="*/ 101354 w 168229"/>
                  <a:gd name="connsiteY71" fmla="*/ 8958 h 94791"/>
                  <a:gd name="connsiteX72" fmla="*/ 109063 w 168229"/>
                  <a:gd name="connsiteY72" fmla="*/ 3802 h 94791"/>
                  <a:gd name="connsiteX73" fmla="*/ 118854 w 168229"/>
                  <a:gd name="connsiteY73" fmla="*/ 1875 h 94791"/>
                  <a:gd name="connsiteX74" fmla="*/ 130000 w 168229"/>
                  <a:gd name="connsiteY74" fmla="*/ 4427 h 94791"/>
                  <a:gd name="connsiteX75" fmla="*/ 138333 w 168229"/>
                  <a:gd name="connsiteY75" fmla="*/ 11041 h 94791"/>
                  <a:gd name="connsiteX76" fmla="*/ 159896 w 168229"/>
                  <a:gd name="connsiteY76" fmla="*/ 11041 h 94791"/>
                  <a:gd name="connsiteX77" fmla="*/ 42292 w 168229"/>
                  <a:gd name="connsiteY77" fmla="*/ 0 h 94791"/>
                  <a:gd name="connsiteX78" fmla="*/ 66771 w 168229"/>
                  <a:gd name="connsiteY78" fmla="*/ 5260 h 94791"/>
                  <a:gd name="connsiteX79" fmla="*/ 74792 w 168229"/>
                  <a:gd name="connsiteY79" fmla="*/ 17812 h 94791"/>
                  <a:gd name="connsiteX80" fmla="*/ 71510 w 168229"/>
                  <a:gd name="connsiteY80" fmla="*/ 26146 h 94791"/>
                  <a:gd name="connsiteX81" fmla="*/ 61667 w 168229"/>
                  <a:gd name="connsiteY81" fmla="*/ 32500 h 94791"/>
                  <a:gd name="connsiteX82" fmla="*/ 61667 w 168229"/>
                  <a:gd name="connsiteY82" fmla="*/ 46042 h 94791"/>
                  <a:gd name="connsiteX83" fmla="*/ 84583 w 168229"/>
                  <a:gd name="connsiteY83" fmla="*/ 46042 h 94791"/>
                  <a:gd name="connsiteX84" fmla="*/ 84583 w 168229"/>
                  <a:gd name="connsiteY84" fmla="*/ 53125 h 94791"/>
                  <a:gd name="connsiteX85" fmla="*/ 0 w 168229"/>
                  <a:gd name="connsiteY85" fmla="*/ 53125 h 94791"/>
                  <a:gd name="connsiteX86" fmla="*/ 0 w 168229"/>
                  <a:gd name="connsiteY86" fmla="*/ 46042 h 94791"/>
                  <a:gd name="connsiteX87" fmla="*/ 23229 w 168229"/>
                  <a:gd name="connsiteY87" fmla="*/ 46042 h 94791"/>
                  <a:gd name="connsiteX88" fmla="*/ 23229 w 168229"/>
                  <a:gd name="connsiteY88" fmla="*/ 32500 h 94791"/>
                  <a:gd name="connsiteX89" fmla="*/ 13281 w 168229"/>
                  <a:gd name="connsiteY89" fmla="*/ 26093 h 94791"/>
                  <a:gd name="connsiteX90" fmla="*/ 10000 w 168229"/>
                  <a:gd name="connsiteY90" fmla="*/ 17604 h 94791"/>
                  <a:gd name="connsiteX91" fmla="*/ 18125 w 168229"/>
                  <a:gd name="connsiteY91" fmla="*/ 5208 h 94791"/>
                  <a:gd name="connsiteX92" fmla="*/ 42292 w 168229"/>
                  <a:gd name="connsiteY92" fmla="*/ 0 h 9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</a:cxnLst>
                <a:rect l="l" t="t" r="r" b="b"/>
                <a:pathLst>
                  <a:path w="168229" h="94791">
                    <a:moveTo>
                      <a:pt x="42396" y="66667"/>
                    </a:moveTo>
                    <a:cubicBezTo>
                      <a:pt x="34758" y="66667"/>
                      <a:pt x="28837" y="67630"/>
                      <a:pt x="24635" y="69583"/>
                    </a:cubicBezTo>
                    <a:cubicBezTo>
                      <a:pt x="20435" y="71523"/>
                      <a:pt x="18333" y="74193"/>
                      <a:pt x="18333" y="77604"/>
                    </a:cubicBezTo>
                    <a:cubicBezTo>
                      <a:pt x="18333" y="81003"/>
                      <a:pt x="20435" y="83659"/>
                      <a:pt x="24635" y="85572"/>
                    </a:cubicBezTo>
                    <a:cubicBezTo>
                      <a:pt x="28837" y="87474"/>
                      <a:pt x="34758" y="88437"/>
                      <a:pt x="42396" y="88437"/>
                    </a:cubicBezTo>
                    <a:cubicBezTo>
                      <a:pt x="49688" y="88437"/>
                      <a:pt x="55469" y="87474"/>
                      <a:pt x="59740" y="85572"/>
                    </a:cubicBezTo>
                    <a:cubicBezTo>
                      <a:pt x="64010" y="83659"/>
                      <a:pt x="66146" y="81042"/>
                      <a:pt x="66146" y="77709"/>
                    </a:cubicBezTo>
                    <a:cubicBezTo>
                      <a:pt x="66146" y="74232"/>
                      <a:pt x="64029" y="71523"/>
                      <a:pt x="59792" y="69583"/>
                    </a:cubicBezTo>
                    <a:cubicBezTo>
                      <a:pt x="55556" y="67630"/>
                      <a:pt x="49758" y="66667"/>
                      <a:pt x="42396" y="66667"/>
                    </a:cubicBezTo>
                    <a:close/>
                    <a:moveTo>
                      <a:pt x="42396" y="60521"/>
                    </a:moveTo>
                    <a:cubicBezTo>
                      <a:pt x="53438" y="60521"/>
                      <a:pt x="61685" y="62149"/>
                      <a:pt x="67135" y="65417"/>
                    </a:cubicBezTo>
                    <a:cubicBezTo>
                      <a:pt x="72587" y="68672"/>
                      <a:pt x="75313" y="72773"/>
                      <a:pt x="75313" y="77709"/>
                    </a:cubicBezTo>
                    <a:cubicBezTo>
                      <a:pt x="75313" y="82565"/>
                      <a:pt x="72604" y="86628"/>
                      <a:pt x="67188" y="89896"/>
                    </a:cubicBezTo>
                    <a:cubicBezTo>
                      <a:pt x="61771" y="93151"/>
                      <a:pt x="53508" y="94791"/>
                      <a:pt x="42396" y="94791"/>
                    </a:cubicBezTo>
                    <a:cubicBezTo>
                      <a:pt x="31285" y="94791"/>
                      <a:pt x="22987" y="93151"/>
                      <a:pt x="17500" y="89896"/>
                    </a:cubicBezTo>
                    <a:cubicBezTo>
                      <a:pt x="12014" y="86628"/>
                      <a:pt x="9271" y="82526"/>
                      <a:pt x="9271" y="77604"/>
                    </a:cubicBezTo>
                    <a:cubicBezTo>
                      <a:pt x="9271" y="72604"/>
                      <a:pt x="12031" y="68502"/>
                      <a:pt x="17552" y="65312"/>
                    </a:cubicBezTo>
                    <a:cubicBezTo>
                      <a:pt x="23073" y="62110"/>
                      <a:pt x="31354" y="60521"/>
                      <a:pt x="42396" y="60521"/>
                    </a:cubicBezTo>
                    <a:close/>
                    <a:moveTo>
                      <a:pt x="106667" y="59687"/>
                    </a:moveTo>
                    <a:lnTo>
                      <a:pt x="165833" y="59687"/>
                    </a:lnTo>
                    <a:cubicBezTo>
                      <a:pt x="166667" y="59687"/>
                      <a:pt x="167240" y="59844"/>
                      <a:pt x="167552" y="60156"/>
                    </a:cubicBezTo>
                    <a:cubicBezTo>
                      <a:pt x="167865" y="60469"/>
                      <a:pt x="168021" y="61042"/>
                      <a:pt x="168021" y="61875"/>
                    </a:cubicBezTo>
                    <a:lnTo>
                      <a:pt x="168021" y="93542"/>
                    </a:lnTo>
                    <a:lnTo>
                      <a:pt x="159792" y="93542"/>
                    </a:lnTo>
                    <a:lnTo>
                      <a:pt x="159792" y="66771"/>
                    </a:lnTo>
                    <a:lnTo>
                      <a:pt x="106667" y="66771"/>
                    </a:lnTo>
                    <a:close/>
                    <a:moveTo>
                      <a:pt x="53646" y="34375"/>
                    </a:moveTo>
                    <a:cubicBezTo>
                      <a:pt x="51910" y="34792"/>
                      <a:pt x="50070" y="35065"/>
                      <a:pt x="48125" y="35208"/>
                    </a:cubicBezTo>
                    <a:cubicBezTo>
                      <a:pt x="46181" y="35338"/>
                      <a:pt x="44237" y="35416"/>
                      <a:pt x="42292" y="35416"/>
                    </a:cubicBezTo>
                    <a:cubicBezTo>
                      <a:pt x="40348" y="35416"/>
                      <a:pt x="38421" y="35338"/>
                      <a:pt x="36510" y="35208"/>
                    </a:cubicBezTo>
                    <a:cubicBezTo>
                      <a:pt x="34602" y="35065"/>
                      <a:pt x="32883" y="34818"/>
                      <a:pt x="31354" y="34479"/>
                    </a:cubicBezTo>
                    <a:lnTo>
                      <a:pt x="31354" y="46042"/>
                    </a:lnTo>
                    <a:lnTo>
                      <a:pt x="53646" y="46042"/>
                    </a:lnTo>
                    <a:close/>
                    <a:moveTo>
                      <a:pt x="141979" y="18020"/>
                    </a:moveTo>
                    <a:cubicBezTo>
                      <a:pt x="142396" y="19271"/>
                      <a:pt x="142708" y="20533"/>
                      <a:pt x="142917" y="21822"/>
                    </a:cubicBezTo>
                    <a:cubicBezTo>
                      <a:pt x="143125" y="23099"/>
                      <a:pt x="143229" y="24375"/>
                      <a:pt x="143229" y="25625"/>
                    </a:cubicBezTo>
                    <a:cubicBezTo>
                      <a:pt x="143229" y="26666"/>
                      <a:pt x="143160" y="27682"/>
                      <a:pt x="143021" y="28698"/>
                    </a:cubicBezTo>
                    <a:cubicBezTo>
                      <a:pt x="142883" y="29701"/>
                      <a:pt x="142708" y="30651"/>
                      <a:pt x="142500" y="31563"/>
                    </a:cubicBezTo>
                    <a:lnTo>
                      <a:pt x="159896" y="31563"/>
                    </a:lnTo>
                    <a:lnTo>
                      <a:pt x="159896" y="18020"/>
                    </a:lnTo>
                    <a:close/>
                    <a:moveTo>
                      <a:pt x="118958" y="9271"/>
                    </a:moveTo>
                    <a:cubicBezTo>
                      <a:pt x="113889" y="9271"/>
                      <a:pt x="109983" y="10859"/>
                      <a:pt x="107240" y="14063"/>
                    </a:cubicBezTo>
                    <a:cubicBezTo>
                      <a:pt x="104497" y="17253"/>
                      <a:pt x="103125" y="21145"/>
                      <a:pt x="103125" y="25729"/>
                    </a:cubicBezTo>
                    <a:cubicBezTo>
                      <a:pt x="103125" y="30234"/>
                      <a:pt x="104497" y="34115"/>
                      <a:pt x="107240" y="37344"/>
                    </a:cubicBezTo>
                    <a:cubicBezTo>
                      <a:pt x="109983" y="40573"/>
                      <a:pt x="113889" y="42187"/>
                      <a:pt x="118958" y="42187"/>
                    </a:cubicBezTo>
                    <a:cubicBezTo>
                      <a:pt x="123958" y="42187"/>
                      <a:pt x="127831" y="40573"/>
                      <a:pt x="130573" y="37344"/>
                    </a:cubicBezTo>
                    <a:cubicBezTo>
                      <a:pt x="133316" y="34115"/>
                      <a:pt x="134688" y="30234"/>
                      <a:pt x="134688" y="25729"/>
                    </a:cubicBezTo>
                    <a:cubicBezTo>
                      <a:pt x="134688" y="21145"/>
                      <a:pt x="133316" y="17253"/>
                      <a:pt x="130573" y="14063"/>
                    </a:cubicBezTo>
                    <a:cubicBezTo>
                      <a:pt x="127831" y="10859"/>
                      <a:pt x="123958" y="9271"/>
                      <a:pt x="118958" y="9271"/>
                    </a:cubicBezTo>
                    <a:close/>
                    <a:moveTo>
                      <a:pt x="42292" y="6250"/>
                    </a:moveTo>
                    <a:cubicBezTo>
                      <a:pt x="34792" y="6250"/>
                      <a:pt x="28994" y="7292"/>
                      <a:pt x="24896" y="9375"/>
                    </a:cubicBezTo>
                    <a:cubicBezTo>
                      <a:pt x="20799" y="11458"/>
                      <a:pt x="18750" y="14167"/>
                      <a:pt x="18750" y="17500"/>
                    </a:cubicBezTo>
                    <a:cubicBezTo>
                      <a:pt x="18750" y="20755"/>
                      <a:pt x="20904" y="23464"/>
                      <a:pt x="25208" y="25625"/>
                    </a:cubicBezTo>
                    <a:cubicBezTo>
                      <a:pt x="29514" y="27773"/>
                      <a:pt x="35208" y="28854"/>
                      <a:pt x="42292" y="28854"/>
                    </a:cubicBezTo>
                    <a:cubicBezTo>
                      <a:pt x="49167" y="28854"/>
                      <a:pt x="54827" y="27825"/>
                      <a:pt x="59271" y="25781"/>
                    </a:cubicBezTo>
                    <a:cubicBezTo>
                      <a:pt x="63716" y="23723"/>
                      <a:pt x="65938" y="21041"/>
                      <a:pt x="65938" y="17708"/>
                    </a:cubicBezTo>
                    <a:cubicBezTo>
                      <a:pt x="65938" y="14375"/>
                      <a:pt x="63820" y="11628"/>
                      <a:pt x="59583" y="9479"/>
                    </a:cubicBezTo>
                    <a:cubicBezTo>
                      <a:pt x="55348" y="7318"/>
                      <a:pt x="49583" y="6250"/>
                      <a:pt x="42292" y="6250"/>
                    </a:cubicBezTo>
                    <a:close/>
                    <a:moveTo>
                      <a:pt x="159896" y="625"/>
                    </a:moveTo>
                    <a:lnTo>
                      <a:pt x="168229" y="625"/>
                    </a:lnTo>
                    <a:lnTo>
                      <a:pt x="168229" y="54688"/>
                    </a:lnTo>
                    <a:lnTo>
                      <a:pt x="159896" y="54688"/>
                    </a:lnTo>
                    <a:lnTo>
                      <a:pt x="159896" y="38541"/>
                    </a:lnTo>
                    <a:lnTo>
                      <a:pt x="139583" y="38541"/>
                    </a:lnTo>
                    <a:cubicBezTo>
                      <a:pt x="137500" y="41875"/>
                      <a:pt x="134671" y="44545"/>
                      <a:pt x="131094" y="46562"/>
                    </a:cubicBezTo>
                    <a:cubicBezTo>
                      <a:pt x="127518" y="48567"/>
                      <a:pt x="123438" y="49583"/>
                      <a:pt x="118854" y="49583"/>
                    </a:cubicBezTo>
                    <a:cubicBezTo>
                      <a:pt x="115313" y="49583"/>
                      <a:pt x="112050" y="48958"/>
                      <a:pt x="109063" y="47708"/>
                    </a:cubicBezTo>
                    <a:cubicBezTo>
                      <a:pt x="106077" y="46458"/>
                      <a:pt x="103508" y="44753"/>
                      <a:pt x="101354" y="42604"/>
                    </a:cubicBezTo>
                    <a:cubicBezTo>
                      <a:pt x="99202" y="40443"/>
                      <a:pt x="97535" y="37917"/>
                      <a:pt x="96354" y="35000"/>
                    </a:cubicBezTo>
                    <a:cubicBezTo>
                      <a:pt x="95175" y="32083"/>
                      <a:pt x="94583" y="28958"/>
                      <a:pt x="94583" y="25625"/>
                    </a:cubicBezTo>
                    <a:cubicBezTo>
                      <a:pt x="94583" y="22422"/>
                      <a:pt x="95175" y="19388"/>
                      <a:pt x="96354" y="16510"/>
                    </a:cubicBezTo>
                    <a:cubicBezTo>
                      <a:pt x="97535" y="13620"/>
                      <a:pt x="99202" y="11106"/>
                      <a:pt x="101354" y="8958"/>
                    </a:cubicBezTo>
                    <a:cubicBezTo>
                      <a:pt x="103508" y="6797"/>
                      <a:pt x="106077" y="5078"/>
                      <a:pt x="109063" y="3802"/>
                    </a:cubicBezTo>
                    <a:cubicBezTo>
                      <a:pt x="112050" y="2513"/>
                      <a:pt x="115313" y="1875"/>
                      <a:pt x="118854" y="1875"/>
                    </a:cubicBezTo>
                    <a:cubicBezTo>
                      <a:pt x="122952" y="1875"/>
                      <a:pt x="126667" y="2721"/>
                      <a:pt x="130000" y="4427"/>
                    </a:cubicBezTo>
                    <a:cubicBezTo>
                      <a:pt x="133333" y="6119"/>
                      <a:pt x="136112" y="8334"/>
                      <a:pt x="138333" y="11041"/>
                    </a:cubicBezTo>
                    <a:lnTo>
                      <a:pt x="159896" y="11041"/>
                    </a:lnTo>
                    <a:close/>
                    <a:moveTo>
                      <a:pt x="42292" y="0"/>
                    </a:moveTo>
                    <a:cubicBezTo>
                      <a:pt x="53264" y="0"/>
                      <a:pt x="61425" y="1744"/>
                      <a:pt x="66771" y="5260"/>
                    </a:cubicBezTo>
                    <a:cubicBezTo>
                      <a:pt x="72119" y="8763"/>
                      <a:pt x="74792" y="12943"/>
                      <a:pt x="74792" y="17812"/>
                    </a:cubicBezTo>
                    <a:cubicBezTo>
                      <a:pt x="74792" y="20794"/>
                      <a:pt x="73698" y="23568"/>
                      <a:pt x="71510" y="26146"/>
                    </a:cubicBezTo>
                    <a:cubicBezTo>
                      <a:pt x="69323" y="28711"/>
                      <a:pt x="66042" y="30833"/>
                      <a:pt x="61667" y="32500"/>
                    </a:cubicBezTo>
                    <a:lnTo>
                      <a:pt x="61667" y="46042"/>
                    </a:lnTo>
                    <a:lnTo>
                      <a:pt x="84583" y="46042"/>
                    </a:lnTo>
                    <a:lnTo>
                      <a:pt x="84583" y="53125"/>
                    </a:lnTo>
                    <a:lnTo>
                      <a:pt x="0" y="53125"/>
                    </a:lnTo>
                    <a:lnTo>
                      <a:pt x="0" y="46042"/>
                    </a:lnTo>
                    <a:lnTo>
                      <a:pt x="23229" y="46042"/>
                    </a:lnTo>
                    <a:lnTo>
                      <a:pt x="23229" y="32500"/>
                    </a:lnTo>
                    <a:cubicBezTo>
                      <a:pt x="18785" y="30833"/>
                      <a:pt x="15469" y="28698"/>
                      <a:pt x="13281" y="26093"/>
                    </a:cubicBezTo>
                    <a:cubicBezTo>
                      <a:pt x="11094" y="23490"/>
                      <a:pt x="10000" y="20651"/>
                      <a:pt x="10000" y="17604"/>
                    </a:cubicBezTo>
                    <a:cubicBezTo>
                      <a:pt x="10000" y="12813"/>
                      <a:pt x="12708" y="8672"/>
                      <a:pt x="18125" y="5208"/>
                    </a:cubicBezTo>
                    <a:cubicBezTo>
                      <a:pt x="23542" y="1732"/>
                      <a:pt x="31598" y="0"/>
                      <a:pt x="4229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83" name="TextBox 782">
                <a:extLst>
                  <a:ext uri="{FF2B5EF4-FFF2-40B4-BE49-F238E27FC236}">
                    <a16:creationId xmlns:a16="http://schemas.microsoft.com/office/drawing/2014/main" id="{30496471-C8FC-44F6-A082-4C66CEF7A01B}"/>
                  </a:ext>
                </a:extLst>
              </p:cNvPr>
              <p:cNvSpPr txBox="1"/>
              <p:nvPr/>
            </p:nvSpPr>
            <p:spPr>
              <a:xfrm>
                <a:off x="1120402" y="7912091"/>
                <a:ext cx="365171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용역</a:t>
                </a:r>
              </a:p>
            </p:txBody>
          </p:sp>
        </p:grpSp>
        <p:sp>
          <p:nvSpPr>
            <p:cNvPr id="784" name="자유형: 도형 783">
              <a:extLst>
                <a:ext uri="{FF2B5EF4-FFF2-40B4-BE49-F238E27FC236}">
                  <a16:creationId xmlns:a16="http://schemas.microsoft.com/office/drawing/2014/main" id="{8FE1E638-78C0-4040-9D0B-9FB8696A8AD1}"/>
                </a:ext>
              </a:extLst>
            </p:cNvPr>
            <p:cNvSpPr/>
            <p:nvPr/>
          </p:nvSpPr>
          <p:spPr>
            <a:xfrm>
              <a:off x="3018050" y="7852368"/>
              <a:ext cx="631667" cy="81563"/>
            </a:xfrm>
            <a:custGeom>
              <a:avLst/>
              <a:gdLst>
                <a:gd name="connsiteX0" fmla="*/ 408021 w 631667"/>
                <a:gd name="connsiteY0" fmla="*/ 70833 h 81563"/>
                <a:gd name="connsiteX1" fmla="*/ 418750 w 631667"/>
                <a:gd name="connsiteY1" fmla="*/ 70833 h 81563"/>
                <a:gd name="connsiteX2" fmla="*/ 418750 w 631667"/>
                <a:gd name="connsiteY2" fmla="*/ 81563 h 81563"/>
                <a:gd name="connsiteX3" fmla="*/ 408021 w 631667"/>
                <a:gd name="connsiteY3" fmla="*/ 81563 h 81563"/>
                <a:gd name="connsiteX4" fmla="*/ 251771 w 631667"/>
                <a:gd name="connsiteY4" fmla="*/ 70833 h 81563"/>
                <a:gd name="connsiteX5" fmla="*/ 262500 w 631667"/>
                <a:gd name="connsiteY5" fmla="*/ 70833 h 81563"/>
                <a:gd name="connsiteX6" fmla="*/ 262500 w 631667"/>
                <a:gd name="connsiteY6" fmla="*/ 81563 h 81563"/>
                <a:gd name="connsiteX7" fmla="*/ 251771 w 631667"/>
                <a:gd name="connsiteY7" fmla="*/ 81563 h 81563"/>
                <a:gd name="connsiteX8" fmla="*/ 598855 w 631667"/>
                <a:gd name="connsiteY8" fmla="*/ 33959 h 81563"/>
                <a:gd name="connsiteX9" fmla="*/ 604219 w 631667"/>
                <a:gd name="connsiteY9" fmla="*/ 34948 h 81563"/>
                <a:gd name="connsiteX10" fmla="*/ 609063 w 631667"/>
                <a:gd name="connsiteY10" fmla="*/ 37917 h 81563"/>
                <a:gd name="connsiteX11" fmla="*/ 613854 w 631667"/>
                <a:gd name="connsiteY11" fmla="*/ 41406 h 81563"/>
                <a:gd name="connsiteX12" fmla="*/ 618125 w 631667"/>
                <a:gd name="connsiteY12" fmla="*/ 42605 h 81563"/>
                <a:gd name="connsiteX13" fmla="*/ 623386 w 631667"/>
                <a:gd name="connsiteY13" fmla="*/ 40313 h 81563"/>
                <a:gd name="connsiteX14" fmla="*/ 626980 w 631667"/>
                <a:gd name="connsiteY14" fmla="*/ 33959 h 81563"/>
                <a:gd name="connsiteX15" fmla="*/ 631667 w 631667"/>
                <a:gd name="connsiteY15" fmla="*/ 36771 h 81563"/>
                <a:gd name="connsiteX16" fmla="*/ 626719 w 631667"/>
                <a:gd name="connsiteY16" fmla="*/ 45834 h 81563"/>
                <a:gd name="connsiteX17" fmla="*/ 618021 w 631667"/>
                <a:gd name="connsiteY17" fmla="*/ 49271 h 81563"/>
                <a:gd name="connsiteX18" fmla="*/ 612605 w 631667"/>
                <a:gd name="connsiteY18" fmla="*/ 48334 h 81563"/>
                <a:gd name="connsiteX19" fmla="*/ 607813 w 631667"/>
                <a:gd name="connsiteY19" fmla="*/ 45313 h 81563"/>
                <a:gd name="connsiteX20" fmla="*/ 602969 w 631667"/>
                <a:gd name="connsiteY20" fmla="*/ 41875 h 81563"/>
                <a:gd name="connsiteX21" fmla="*/ 598750 w 631667"/>
                <a:gd name="connsiteY21" fmla="*/ 40625 h 81563"/>
                <a:gd name="connsiteX22" fmla="*/ 593646 w 631667"/>
                <a:gd name="connsiteY22" fmla="*/ 42656 h 81563"/>
                <a:gd name="connsiteX23" fmla="*/ 590105 w 631667"/>
                <a:gd name="connsiteY23" fmla="*/ 48438 h 81563"/>
                <a:gd name="connsiteX24" fmla="*/ 585417 w 631667"/>
                <a:gd name="connsiteY24" fmla="*/ 45625 h 81563"/>
                <a:gd name="connsiteX25" fmla="*/ 590313 w 631667"/>
                <a:gd name="connsiteY25" fmla="*/ 37396 h 81563"/>
                <a:gd name="connsiteX26" fmla="*/ 598855 w 631667"/>
                <a:gd name="connsiteY26" fmla="*/ 33959 h 81563"/>
                <a:gd name="connsiteX27" fmla="*/ 519271 w 631667"/>
                <a:gd name="connsiteY27" fmla="*/ 7188 h 81563"/>
                <a:gd name="connsiteX28" fmla="*/ 510469 w 631667"/>
                <a:gd name="connsiteY28" fmla="*/ 10834 h 81563"/>
                <a:gd name="connsiteX29" fmla="*/ 505729 w 631667"/>
                <a:gd name="connsiteY29" fmla="*/ 19584 h 81563"/>
                <a:gd name="connsiteX30" fmla="*/ 503698 w 631667"/>
                <a:gd name="connsiteY30" fmla="*/ 30573 h 81563"/>
                <a:gd name="connsiteX31" fmla="*/ 503334 w 631667"/>
                <a:gd name="connsiteY31" fmla="*/ 40729 h 81563"/>
                <a:gd name="connsiteX32" fmla="*/ 503698 w 631667"/>
                <a:gd name="connsiteY32" fmla="*/ 50782 h 81563"/>
                <a:gd name="connsiteX33" fmla="*/ 505729 w 631667"/>
                <a:gd name="connsiteY33" fmla="*/ 61667 h 81563"/>
                <a:gd name="connsiteX34" fmla="*/ 510469 w 631667"/>
                <a:gd name="connsiteY34" fmla="*/ 70313 h 81563"/>
                <a:gd name="connsiteX35" fmla="*/ 519271 w 631667"/>
                <a:gd name="connsiteY35" fmla="*/ 73854 h 81563"/>
                <a:gd name="connsiteX36" fmla="*/ 528230 w 631667"/>
                <a:gd name="connsiteY36" fmla="*/ 70313 h 81563"/>
                <a:gd name="connsiteX37" fmla="*/ 533229 w 631667"/>
                <a:gd name="connsiteY37" fmla="*/ 61667 h 81563"/>
                <a:gd name="connsiteX38" fmla="*/ 535521 w 631667"/>
                <a:gd name="connsiteY38" fmla="*/ 50782 h 81563"/>
                <a:gd name="connsiteX39" fmla="*/ 536042 w 631667"/>
                <a:gd name="connsiteY39" fmla="*/ 40729 h 81563"/>
                <a:gd name="connsiteX40" fmla="*/ 535521 w 631667"/>
                <a:gd name="connsiteY40" fmla="*/ 30573 h 81563"/>
                <a:gd name="connsiteX41" fmla="*/ 533229 w 631667"/>
                <a:gd name="connsiteY41" fmla="*/ 19584 h 81563"/>
                <a:gd name="connsiteX42" fmla="*/ 528230 w 631667"/>
                <a:gd name="connsiteY42" fmla="*/ 10834 h 81563"/>
                <a:gd name="connsiteX43" fmla="*/ 519271 w 631667"/>
                <a:gd name="connsiteY43" fmla="*/ 7188 h 81563"/>
                <a:gd name="connsiteX44" fmla="*/ 89583 w 631667"/>
                <a:gd name="connsiteY44" fmla="*/ 7188 h 81563"/>
                <a:gd name="connsiteX45" fmla="*/ 80781 w 631667"/>
                <a:gd name="connsiteY45" fmla="*/ 10834 h 81563"/>
                <a:gd name="connsiteX46" fmla="*/ 76042 w 631667"/>
                <a:gd name="connsiteY46" fmla="*/ 19584 h 81563"/>
                <a:gd name="connsiteX47" fmla="*/ 74011 w 631667"/>
                <a:gd name="connsiteY47" fmla="*/ 30573 h 81563"/>
                <a:gd name="connsiteX48" fmla="*/ 73646 w 631667"/>
                <a:gd name="connsiteY48" fmla="*/ 40729 h 81563"/>
                <a:gd name="connsiteX49" fmla="*/ 74011 w 631667"/>
                <a:gd name="connsiteY49" fmla="*/ 50782 h 81563"/>
                <a:gd name="connsiteX50" fmla="*/ 76042 w 631667"/>
                <a:gd name="connsiteY50" fmla="*/ 61667 h 81563"/>
                <a:gd name="connsiteX51" fmla="*/ 80781 w 631667"/>
                <a:gd name="connsiteY51" fmla="*/ 70313 h 81563"/>
                <a:gd name="connsiteX52" fmla="*/ 89583 w 631667"/>
                <a:gd name="connsiteY52" fmla="*/ 73854 h 81563"/>
                <a:gd name="connsiteX53" fmla="*/ 98542 w 631667"/>
                <a:gd name="connsiteY53" fmla="*/ 70313 h 81563"/>
                <a:gd name="connsiteX54" fmla="*/ 103542 w 631667"/>
                <a:gd name="connsiteY54" fmla="*/ 61667 h 81563"/>
                <a:gd name="connsiteX55" fmla="*/ 105833 w 631667"/>
                <a:gd name="connsiteY55" fmla="*/ 50782 h 81563"/>
                <a:gd name="connsiteX56" fmla="*/ 106354 w 631667"/>
                <a:gd name="connsiteY56" fmla="*/ 40729 h 81563"/>
                <a:gd name="connsiteX57" fmla="*/ 105833 w 631667"/>
                <a:gd name="connsiteY57" fmla="*/ 30573 h 81563"/>
                <a:gd name="connsiteX58" fmla="*/ 103542 w 631667"/>
                <a:gd name="connsiteY58" fmla="*/ 19584 h 81563"/>
                <a:gd name="connsiteX59" fmla="*/ 98542 w 631667"/>
                <a:gd name="connsiteY59" fmla="*/ 10834 h 81563"/>
                <a:gd name="connsiteX60" fmla="*/ 89583 w 631667"/>
                <a:gd name="connsiteY60" fmla="*/ 7188 h 81563"/>
                <a:gd name="connsiteX61" fmla="*/ 296875 w 631667"/>
                <a:gd name="connsiteY61" fmla="*/ 3125 h 81563"/>
                <a:gd name="connsiteX62" fmla="*/ 302813 w 631667"/>
                <a:gd name="connsiteY62" fmla="*/ 3125 h 81563"/>
                <a:gd name="connsiteX63" fmla="*/ 304375 w 631667"/>
                <a:gd name="connsiteY63" fmla="*/ 3542 h 81563"/>
                <a:gd name="connsiteX64" fmla="*/ 304792 w 631667"/>
                <a:gd name="connsiteY64" fmla="*/ 5105 h 81563"/>
                <a:gd name="connsiteX65" fmla="*/ 304792 w 631667"/>
                <a:gd name="connsiteY65" fmla="*/ 79167 h 81563"/>
                <a:gd name="connsiteX66" fmla="*/ 296563 w 631667"/>
                <a:gd name="connsiteY66" fmla="*/ 79167 h 81563"/>
                <a:gd name="connsiteX67" fmla="*/ 296563 w 631667"/>
                <a:gd name="connsiteY67" fmla="*/ 12084 h 81563"/>
                <a:gd name="connsiteX68" fmla="*/ 289532 w 631667"/>
                <a:gd name="connsiteY68" fmla="*/ 17865 h 81563"/>
                <a:gd name="connsiteX69" fmla="*/ 280313 w 631667"/>
                <a:gd name="connsiteY69" fmla="*/ 23125 h 81563"/>
                <a:gd name="connsiteX70" fmla="*/ 280313 w 631667"/>
                <a:gd name="connsiteY70" fmla="*/ 15209 h 81563"/>
                <a:gd name="connsiteX71" fmla="*/ 288959 w 631667"/>
                <a:gd name="connsiteY71" fmla="*/ 10104 h 81563"/>
                <a:gd name="connsiteX72" fmla="*/ 296875 w 631667"/>
                <a:gd name="connsiteY72" fmla="*/ 3125 h 81563"/>
                <a:gd name="connsiteX73" fmla="*/ 452813 w 631667"/>
                <a:gd name="connsiteY73" fmla="*/ 1354 h 81563"/>
                <a:gd name="connsiteX74" fmla="*/ 461615 w 631667"/>
                <a:gd name="connsiteY74" fmla="*/ 2553 h 81563"/>
                <a:gd name="connsiteX75" fmla="*/ 469063 w 631667"/>
                <a:gd name="connsiteY75" fmla="*/ 6251 h 81563"/>
                <a:gd name="connsiteX76" fmla="*/ 474115 w 631667"/>
                <a:gd name="connsiteY76" fmla="*/ 12604 h 81563"/>
                <a:gd name="connsiteX77" fmla="*/ 476042 w 631667"/>
                <a:gd name="connsiteY77" fmla="*/ 21771 h 81563"/>
                <a:gd name="connsiteX78" fmla="*/ 471771 w 631667"/>
                <a:gd name="connsiteY78" fmla="*/ 33437 h 81563"/>
                <a:gd name="connsiteX79" fmla="*/ 460625 w 631667"/>
                <a:gd name="connsiteY79" fmla="*/ 39792 h 81563"/>
                <a:gd name="connsiteX80" fmla="*/ 472969 w 631667"/>
                <a:gd name="connsiteY80" fmla="*/ 46198 h 81563"/>
                <a:gd name="connsiteX81" fmla="*/ 477709 w 631667"/>
                <a:gd name="connsiteY81" fmla="*/ 59063 h 81563"/>
                <a:gd name="connsiteX82" fmla="*/ 475573 w 631667"/>
                <a:gd name="connsiteY82" fmla="*/ 69010 h 81563"/>
                <a:gd name="connsiteX83" fmla="*/ 469896 w 631667"/>
                <a:gd name="connsiteY83" fmla="*/ 75834 h 81563"/>
                <a:gd name="connsiteX84" fmla="*/ 461771 w 631667"/>
                <a:gd name="connsiteY84" fmla="*/ 79687 h 81563"/>
                <a:gd name="connsiteX85" fmla="*/ 452396 w 631667"/>
                <a:gd name="connsiteY85" fmla="*/ 80938 h 81563"/>
                <a:gd name="connsiteX86" fmla="*/ 434636 w 631667"/>
                <a:gd name="connsiteY86" fmla="*/ 75000 h 81563"/>
                <a:gd name="connsiteX87" fmla="*/ 427917 w 631667"/>
                <a:gd name="connsiteY87" fmla="*/ 58542 h 81563"/>
                <a:gd name="connsiteX88" fmla="*/ 436146 w 631667"/>
                <a:gd name="connsiteY88" fmla="*/ 58542 h 81563"/>
                <a:gd name="connsiteX89" fmla="*/ 441094 w 631667"/>
                <a:gd name="connsiteY89" fmla="*/ 69896 h 81563"/>
                <a:gd name="connsiteX90" fmla="*/ 452709 w 631667"/>
                <a:gd name="connsiteY90" fmla="*/ 73750 h 81563"/>
                <a:gd name="connsiteX91" fmla="*/ 464896 w 631667"/>
                <a:gd name="connsiteY91" fmla="*/ 69687 h 81563"/>
                <a:gd name="connsiteX92" fmla="*/ 469375 w 631667"/>
                <a:gd name="connsiteY92" fmla="*/ 58125 h 81563"/>
                <a:gd name="connsiteX93" fmla="*/ 467917 w 631667"/>
                <a:gd name="connsiteY93" fmla="*/ 51510 h 81563"/>
                <a:gd name="connsiteX94" fmla="*/ 464063 w 631667"/>
                <a:gd name="connsiteY94" fmla="*/ 46980 h 81563"/>
                <a:gd name="connsiteX95" fmla="*/ 458490 w 631667"/>
                <a:gd name="connsiteY95" fmla="*/ 44375 h 81563"/>
                <a:gd name="connsiteX96" fmla="*/ 452188 w 631667"/>
                <a:gd name="connsiteY96" fmla="*/ 43333 h 81563"/>
                <a:gd name="connsiteX97" fmla="*/ 448021 w 631667"/>
                <a:gd name="connsiteY97" fmla="*/ 43333 h 81563"/>
                <a:gd name="connsiteX98" fmla="*/ 446563 w 631667"/>
                <a:gd name="connsiteY98" fmla="*/ 43074 h 81563"/>
                <a:gd name="connsiteX99" fmla="*/ 446354 w 631667"/>
                <a:gd name="connsiteY99" fmla="*/ 41667 h 81563"/>
                <a:gd name="connsiteX100" fmla="*/ 446354 w 631667"/>
                <a:gd name="connsiteY100" fmla="*/ 37812 h 81563"/>
                <a:gd name="connsiteX101" fmla="*/ 446563 w 631667"/>
                <a:gd name="connsiteY101" fmla="*/ 36146 h 81563"/>
                <a:gd name="connsiteX102" fmla="*/ 448021 w 631667"/>
                <a:gd name="connsiteY102" fmla="*/ 35729 h 81563"/>
                <a:gd name="connsiteX103" fmla="*/ 451459 w 631667"/>
                <a:gd name="connsiteY103" fmla="*/ 35729 h 81563"/>
                <a:gd name="connsiteX104" fmla="*/ 457552 w 631667"/>
                <a:gd name="connsiteY104" fmla="*/ 34948 h 81563"/>
                <a:gd name="connsiteX105" fmla="*/ 462709 w 631667"/>
                <a:gd name="connsiteY105" fmla="*/ 32500 h 81563"/>
                <a:gd name="connsiteX106" fmla="*/ 466355 w 631667"/>
                <a:gd name="connsiteY106" fmla="*/ 28385 h 81563"/>
                <a:gd name="connsiteX107" fmla="*/ 467709 w 631667"/>
                <a:gd name="connsiteY107" fmla="*/ 22188 h 81563"/>
                <a:gd name="connsiteX108" fmla="*/ 463386 w 631667"/>
                <a:gd name="connsiteY108" fmla="*/ 12084 h 81563"/>
                <a:gd name="connsiteX109" fmla="*/ 452500 w 631667"/>
                <a:gd name="connsiteY109" fmla="*/ 8542 h 81563"/>
                <a:gd name="connsiteX110" fmla="*/ 441823 w 631667"/>
                <a:gd name="connsiteY110" fmla="*/ 12084 h 81563"/>
                <a:gd name="connsiteX111" fmla="*/ 437292 w 631667"/>
                <a:gd name="connsiteY111" fmla="*/ 22292 h 81563"/>
                <a:gd name="connsiteX112" fmla="*/ 428959 w 631667"/>
                <a:gd name="connsiteY112" fmla="*/ 22292 h 81563"/>
                <a:gd name="connsiteX113" fmla="*/ 435625 w 631667"/>
                <a:gd name="connsiteY113" fmla="*/ 6979 h 81563"/>
                <a:gd name="connsiteX114" fmla="*/ 452813 w 631667"/>
                <a:gd name="connsiteY114" fmla="*/ 1354 h 81563"/>
                <a:gd name="connsiteX115" fmla="*/ 361563 w 631667"/>
                <a:gd name="connsiteY115" fmla="*/ 1354 h 81563"/>
                <a:gd name="connsiteX116" fmla="*/ 377604 w 631667"/>
                <a:gd name="connsiteY116" fmla="*/ 6459 h 81563"/>
                <a:gd name="connsiteX117" fmla="*/ 384063 w 631667"/>
                <a:gd name="connsiteY117" fmla="*/ 21458 h 81563"/>
                <a:gd name="connsiteX118" fmla="*/ 379948 w 631667"/>
                <a:gd name="connsiteY118" fmla="*/ 35313 h 81563"/>
                <a:gd name="connsiteX119" fmla="*/ 370104 w 631667"/>
                <a:gd name="connsiteY119" fmla="*/ 49271 h 81563"/>
                <a:gd name="connsiteX120" fmla="*/ 358229 w 631667"/>
                <a:gd name="connsiteY120" fmla="*/ 61979 h 81563"/>
                <a:gd name="connsiteX121" fmla="*/ 348021 w 631667"/>
                <a:gd name="connsiteY121" fmla="*/ 71979 h 81563"/>
                <a:gd name="connsiteX122" fmla="*/ 385729 w 631667"/>
                <a:gd name="connsiteY122" fmla="*/ 71979 h 81563"/>
                <a:gd name="connsiteX123" fmla="*/ 385729 w 631667"/>
                <a:gd name="connsiteY123" fmla="*/ 79167 h 81563"/>
                <a:gd name="connsiteX124" fmla="*/ 340000 w 631667"/>
                <a:gd name="connsiteY124" fmla="*/ 79167 h 81563"/>
                <a:gd name="connsiteX125" fmla="*/ 338802 w 631667"/>
                <a:gd name="connsiteY125" fmla="*/ 78855 h 81563"/>
                <a:gd name="connsiteX126" fmla="*/ 338542 w 631667"/>
                <a:gd name="connsiteY126" fmla="*/ 77604 h 81563"/>
                <a:gd name="connsiteX127" fmla="*/ 338542 w 631667"/>
                <a:gd name="connsiteY127" fmla="*/ 71355 h 81563"/>
                <a:gd name="connsiteX128" fmla="*/ 342865 w 631667"/>
                <a:gd name="connsiteY128" fmla="*/ 67188 h 81563"/>
                <a:gd name="connsiteX129" fmla="*/ 348438 w 631667"/>
                <a:gd name="connsiteY129" fmla="*/ 61667 h 81563"/>
                <a:gd name="connsiteX130" fmla="*/ 354479 w 631667"/>
                <a:gd name="connsiteY130" fmla="*/ 55208 h 81563"/>
                <a:gd name="connsiteX131" fmla="*/ 360625 w 631667"/>
                <a:gd name="connsiteY131" fmla="*/ 48126 h 81563"/>
                <a:gd name="connsiteX132" fmla="*/ 366354 w 631667"/>
                <a:gd name="connsiteY132" fmla="*/ 40990 h 81563"/>
                <a:gd name="connsiteX133" fmla="*/ 371042 w 631667"/>
                <a:gd name="connsiteY133" fmla="*/ 34063 h 81563"/>
                <a:gd name="connsiteX134" fmla="*/ 374323 w 631667"/>
                <a:gd name="connsiteY134" fmla="*/ 27604 h 81563"/>
                <a:gd name="connsiteX135" fmla="*/ 375521 w 631667"/>
                <a:gd name="connsiteY135" fmla="*/ 22084 h 81563"/>
                <a:gd name="connsiteX136" fmla="*/ 371563 w 631667"/>
                <a:gd name="connsiteY136" fmla="*/ 11927 h 81563"/>
                <a:gd name="connsiteX137" fmla="*/ 361354 w 631667"/>
                <a:gd name="connsiteY137" fmla="*/ 8542 h 81563"/>
                <a:gd name="connsiteX138" fmla="*/ 351511 w 631667"/>
                <a:gd name="connsiteY138" fmla="*/ 12709 h 81563"/>
                <a:gd name="connsiteX139" fmla="*/ 347708 w 631667"/>
                <a:gd name="connsiteY139" fmla="*/ 23542 h 81563"/>
                <a:gd name="connsiteX140" fmla="*/ 339167 w 631667"/>
                <a:gd name="connsiteY140" fmla="*/ 23542 h 81563"/>
                <a:gd name="connsiteX141" fmla="*/ 340833 w 631667"/>
                <a:gd name="connsiteY141" fmla="*/ 14428 h 81563"/>
                <a:gd name="connsiteX142" fmla="*/ 345521 w 631667"/>
                <a:gd name="connsiteY142" fmla="*/ 7396 h 81563"/>
                <a:gd name="connsiteX143" fmla="*/ 352656 w 631667"/>
                <a:gd name="connsiteY143" fmla="*/ 2917 h 81563"/>
                <a:gd name="connsiteX144" fmla="*/ 361563 w 631667"/>
                <a:gd name="connsiteY144" fmla="*/ 1354 h 81563"/>
                <a:gd name="connsiteX145" fmla="*/ 205313 w 631667"/>
                <a:gd name="connsiteY145" fmla="*/ 1354 h 81563"/>
                <a:gd name="connsiteX146" fmla="*/ 221354 w 631667"/>
                <a:gd name="connsiteY146" fmla="*/ 6459 h 81563"/>
                <a:gd name="connsiteX147" fmla="*/ 227813 w 631667"/>
                <a:gd name="connsiteY147" fmla="*/ 21458 h 81563"/>
                <a:gd name="connsiteX148" fmla="*/ 223698 w 631667"/>
                <a:gd name="connsiteY148" fmla="*/ 35313 h 81563"/>
                <a:gd name="connsiteX149" fmla="*/ 213854 w 631667"/>
                <a:gd name="connsiteY149" fmla="*/ 49271 h 81563"/>
                <a:gd name="connsiteX150" fmla="*/ 201979 w 631667"/>
                <a:gd name="connsiteY150" fmla="*/ 61979 h 81563"/>
                <a:gd name="connsiteX151" fmla="*/ 191771 w 631667"/>
                <a:gd name="connsiteY151" fmla="*/ 71979 h 81563"/>
                <a:gd name="connsiteX152" fmla="*/ 229479 w 631667"/>
                <a:gd name="connsiteY152" fmla="*/ 71979 h 81563"/>
                <a:gd name="connsiteX153" fmla="*/ 229479 w 631667"/>
                <a:gd name="connsiteY153" fmla="*/ 79167 h 81563"/>
                <a:gd name="connsiteX154" fmla="*/ 183750 w 631667"/>
                <a:gd name="connsiteY154" fmla="*/ 79167 h 81563"/>
                <a:gd name="connsiteX155" fmla="*/ 182552 w 631667"/>
                <a:gd name="connsiteY155" fmla="*/ 78855 h 81563"/>
                <a:gd name="connsiteX156" fmla="*/ 182292 w 631667"/>
                <a:gd name="connsiteY156" fmla="*/ 77604 h 81563"/>
                <a:gd name="connsiteX157" fmla="*/ 182292 w 631667"/>
                <a:gd name="connsiteY157" fmla="*/ 71355 h 81563"/>
                <a:gd name="connsiteX158" fmla="*/ 186615 w 631667"/>
                <a:gd name="connsiteY158" fmla="*/ 67188 h 81563"/>
                <a:gd name="connsiteX159" fmla="*/ 192188 w 631667"/>
                <a:gd name="connsiteY159" fmla="*/ 61667 h 81563"/>
                <a:gd name="connsiteX160" fmla="*/ 198229 w 631667"/>
                <a:gd name="connsiteY160" fmla="*/ 55208 h 81563"/>
                <a:gd name="connsiteX161" fmla="*/ 204375 w 631667"/>
                <a:gd name="connsiteY161" fmla="*/ 48126 h 81563"/>
                <a:gd name="connsiteX162" fmla="*/ 210104 w 631667"/>
                <a:gd name="connsiteY162" fmla="*/ 40990 h 81563"/>
                <a:gd name="connsiteX163" fmla="*/ 214792 w 631667"/>
                <a:gd name="connsiteY163" fmla="*/ 34063 h 81563"/>
                <a:gd name="connsiteX164" fmla="*/ 218073 w 631667"/>
                <a:gd name="connsiteY164" fmla="*/ 27604 h 81563"/>
                <a:gd name="connsiteX165" fmla="*/ 219271 w 631667"/>
                <a:gd name="connsiteY165" fmla="*/ 22084 h 81563"/>
                <a:gd name="connsiteX166" fmla="*/ 215313 w 631667"/>
                <a:gd name="connsiteY166" fmla="*/ 11927 h 81563"/>
                <a:gd name="connsiteX167" fmla="*/ 205104 w 631667"/>
                <a:gd name="connsiteY167" fmla="*/ 8542 h 81563"/>
                <a:gd name="connsiteX168" fmla="*/ 195261 w 631667"/>
                <a:gd name="connsiteY168" fmla="*/ 12709 h 81563"/>
                <a:gd name="connsiteX169" fmla="*/ 191458 w 631667"/>
                <a:gd name="connsiteY169" fmla="*/ 23542 h 81563"/>
                <a:gd name="connsiteX170" fmla="*/ 182917 w 631667"/>
                <a:gd name="connsiteY170" fmla="*/ 23542 h 81563"/>
                <a:gd name="connsiteX171" fmla="*/ 184583 w 631667"/>
                <a:gd name="connsiteY171" fmla="*/ 14428 h 81563"/>
                <a:gd name="connsiteX172" fmla="*/ 189271 w 631667"/>
                <a:gd name="connsiteY172" fmla="*/ 7396 h 81563"/>
                <a:gd name="connsiteX173" fmla="*/ 196406 w 631667"/>
                <a:gd name="connsiteY173" fmla="*/ 2917 h 81563"/>
                <a:gd name="connsiteX174" fmla="*/ 205313 w 631667"/>
                <a:gd name="connsiteY174" fmla="*/ 1354 h 81563"/>
                <a:gd name="connsiteX175" fmla="*/ 140208 w 631667"/>
                <a:gd name="connsiteY175" fmla="*/ 1354 h 81563"/>
                <a:gd name="connsiteX176" fmla="*/ 156250 w 631667"/>
                <a:gd name="connsiteY176" fmla="*/ 6459 h 81563"/>
                <a:gd name="connsiteX177" fmla="*/ 162708 w 631667"/>
                <a:gd name="connsiteY177" fmla="*/ 21458 h 81563"/>
                <a:gd name="connsiteX178" fmla="*/ 158594 w 631667"/>
                <a:gd name="connsiteY178" fmla="*/ 35313 h 81563"/>
                <a:gd name="connsiteX179" fmla="*/ 148750 w 631667"/>
                <a:gd name="connsiteY179" fmla="*/ 49271 h 81563"/>
                <a:gd name="connsiteX180" fmla="*/ 136875 w 631667"/>
                <a:gd name="connsiteY180" fmla="*/ 61979 h 81563"/>
                <a:gd name="connsiteX181" fmla="*/ 126667 w 631667"/>
                <a:gd name="connsiteY181" fmla="*/ 71979 h 81563"/>
                <a:gd name="connsiteX182" fmla="*/ 164375 w 631667"/>
                <a:gd name="connsiteY182" fmla="*/ 71979 h 81563"/>
                <a:gd name="connsiteX183" fmla="*/ 164375 w 631667"/>
                <a:gd name="connsiteY183" fmla="*/ 79167 h 81563"/>
                <a:gd name="connsiteX184" fmla="*/ 118646 w 631667"/>
                <a:gd name="connsiteY184" fmla="*/ 79167 h 81563"/>
                <a:gd name="connsiteX185" fmla="*/ 117448 w 631667"/>
                <a:gd name="connsiteY185" fmla="*/ 78855 h 81563"/>
                <a:gd name="connsiteX186" fmla="*/ 117188 w 631667"/>
                <a:gd name="connsiteY186" fmla="*/ 77604 h 81563"/>
                <a:gd name="connsiteX187" fmla="*/ 117188 w 631667"/>
                <a:gd name="connsiteY187" fmla="*/ 71355 h 81563"/>
                <a:gd name="connsiteX188" fmla="*/ 121510 w 631667"/>
                <a:gd name="connsiteY188" fmla="*/ 67188 h 81563"/>
                <a:gd name="connsiteX189" fmla="*/ 127084 w 631667"/>
                <a:gd name="connsiteY189" fmla="*/ 61667 h 81563"/>
                <a:gd name="connsiteX190" fmla="*/ 133125 w 631667"/>
                <a:gd name="connsiteY190" fmla="*/ 55208 h 81563"/>
                <a:gd name="connsiteX191" fmla="*/ 139271 w 631667"/>
                <a:gd name="connsiteY191" fmla="*/ 48126 h 81563"/>
                <a:gd name="connsiteX192" fmla="*/ 145000 w 631667"/>
                <a:gd name="connsiteY192" fmla="*/ 40990 h 81563"/>
                <a:gd name="connsiteX193" fmla="*/ 149688 w 631667"/>
                <a:gd name="connsiteY193" fmla="*/ 34063 h 81563"/>
                <a:gd name="connsiteX194" fmla="*/ 152969 w 631667"/>
                <a:gd name="connsiteY194" fmla="*/ 27604 h 81563"/>
                <a:gd name="connsiteX195" fmla="*/ 154167 w 631667"/>
                <a:gd name="connsiteY195" fmla="*/ 22084 h 81563"/>
                <a:gd name="connsiteX196" fmla="*/ 150208 w 631667"/>
                <a:gd name="connsiteY196" fmla="*/ 11927 h 81563"/>
                <a:gd name="connsiteX197" fmla="*/ 140000 w 631667"/>
                <a:gd name="connsiteY197" fmla="*/ 8542 h 81563"/>
                <a:gd name="connsiteX198" fmla="*/ 130156 w 631667"/>
                <a:gd name="connsiteY198" fmla="*/ 12709 h 81563"/>
                <a:gd name="connsiteX199" fmla="*/ 126354 w 631667"/>
                <a:gd name="connsiteY199" fmla="*/ 23542 h 81563"/>
                <a:gd name="connsiteX200" fmla="*/ 117813 w 631667"/>
                <a:gd name="connsiteY200" fmla="*/ 23542 h 81563"/>
                <a:gd name="connsiteX201" fmla="*/ 119479 w 631667"/>
                <a:gd name="connsiteY201" fmla="*/ 14428 h 81563"/>
                <a:gd name="connsiteX202" fmla="*/ 124167 w 631667"/>
                <a:gd name="connsiteY202" fmla="*/ 7396 h 81563"/>
                <a:gd name="connsiteX203" fmla="*/ 131302 w 631667"/>
                <a:gd name="connsiteY203" fmla="*/ 2917 h 81563"/>
                <a:gd name="connsiteX204" fmla="*/ 140208 w 631667"/>
                <a:gd name="connsiteY204" fmla="*/ 1354 h 81563"/>
                <a:gd name="connsiteX205" fmla="*/ 23021 w 631667"/>
                <a:gd name="connsiteY205" fmla="*/ 1354 h 81563"/>
                <a:gd name="connsiteX206" fmla="*/ 39063 w 631667"/>
                <a:gd name="connsiteY206" fmla="*/ 6459 h 81563"/>
                <a:gd name="connsiteX207" fmla="*/ 45521 w 631667"/>
                <a:gd name="connsiteY207" fmla="*/ 21458 h 81563"/>
                <a:gd name="connsiteX208" fmla="*/ 41406 w 631667"/>
                <a:gd name="connsiteY208" fmla="*/ 35313 h 81563"/>
                <a:gd name="connsiteX209" fmla="*/ 31562 w 631667"/>
                <a:gd name="connsiteY209" fmla="*/ 49271 h 81563"/>
                <a:gd name="connsiteX210" fmla="*/ 19688 w 631667"/>
                <a:gd name="connsiteY210" fmla="*/ 61979 h 81563"/>
                <a:gd name="connsiteX211" fmla="*/ 9479 w 631667"/>
                <a:gd name="connsiteY211" fmla="*/ 71979 h 81563"/>
                <a:gd name="connsiteX212" fmla="*/ 47188 w 631667"/>
                <a:gd name="connsiteY212" fmla="*/ 71979 h 81563"/>
                <a:gd name="connsiteX213" fmla="*/ 47188 w 631667"/>
                <a:gd name="connsiteY213" fmla="*/ 79167 h 81563"/>
                <a:gd name="connsiteX214" fmla="*/ 1458 w 631667"/>
                <a:gd name="connsiteY214" fmla="*/ 79167 h 81563"/>
                <a:gd name="connsiteX215" fmla="*/ 260 w 631667"/>
                <a:gd name="connsiteY215" fmla="*/ 78855 h 81563"/>
                <a:gd name="connsiteX216" fmla="*/ 0 w 631667"/>
                <a:gd name="connsiteY216" fmla="*/ 77604 h 81563"/>
                <a:gd name="connsiteX217" fmla="*/ 0 w 631667"/>
                <a:gd name="connsiteY217" fmla="*/ 71355 h 81563"/>
                <a:gd name="connsiteX218" fmla="*/ 4323 w 631667"/>
                <a:gd name="connsiteY218" fmla="*/ 67188 h 81563"/>
                <a:gd name="connsiteX219" fmla="*/ 9896 w 631667"/>
                <a:gd name="connsiteY219" fmla="*/ 61667 h 81563"/>
                <a:gd name="connsiteX220" fmla="*/ 15937 w 631667"/>
                <a:gd name="connsiteY220" fmla="*/ 55208 h 81563"/>
                <a:gd name="connsiteX221" fmla="*/ 22083 w 631667"/>
                <a:gd name="connsiteY221" fmla="*/ 48126 h 81563"/>
                <a:gd name="connsiteX222" fmla="*/ 27813 w 631667"/>
                <a:gd name="connsiteY222" fmla="*/ 40990 h 81563"/>
                <a:gd name="connsiteX223" fmla="*/ 32500 w 631667"/>
                <a:gd name="connsiteY223" fmla="*/ 34063 h 81563"/>
                <a:gd name="connsiteX224" fmla="*/ 35781 w 631667"/>
                <a:gd name="connsiteY224" fmla="*/ 27604 h 81563"/>
                <a:gd name="connsiteX225" fmla="*/ 36979 w 631667"/>
                <a:gd name="connsiteY225" fmla="*/ 22084 h 81563"/>
                <a:gd name="connsiteX226" fmla="*/ 33021 w 631667"/>
                <a:gd name="connsiteY226" fmla="*/ 11927 h 81563"/>
                <a:gd name="connsiteX227" fmla="*/ 22812 w 631667"/>
                <a:gd name="connsiteY227" fmla="*/ 8542 h 81563"/>
                <a:gd name="connsiteX228" fmla="*/ 12969 w 631667"/>
                <a:gd name="connsiteY228" fmla="*/ 12709 h 81563"/>
                <a:gd name="connsiteX229" fmla="*/ 9167 w 631667"/>
                <a:gd name="connsiteY229" fmla="*/ 23542 h 81563"/>
                <a:gd name="connsiteX230" fmla="*/ 625 w 631667"/>
                <a:gd name="connsiteY230" fmla="*/ 23542 h 81563"/>
                <a:gd name="connsiteX231" fmla="*/ 2292 w 631667"/>
                <a:gd name="connsiteY231" fmla="*/ 14428 h 81563"/>
                <a:gd name="connsiteX232" fmla="*/ 6979 w 631667"/>
                <a:gd name="connsiteY232" fmla="*/ 7396 h 81563"/>
                <a:gd name="connsiteX233" fmla="*/ 14115 w 631667"/>
                <a:gd name="connsiteY233" fmla="*/ 2917 h 81563"/>
                <a:gd name="connsiteX234" fmla="*/ 23021 w 631667"/>
                <a:gd name="connsiteY234" fmla="*/ 1354 h 81563"/>
                <a:gd name="connsiteX235" fmla="*/ 519271 w 631667"/>
                <a:gd name="connsiteY235" fmla="*/ 0 h 81563"/>
                <a:gd name="connsiteX236" fmla="*/ 532032 w 631667"/>
                <a:gd name="connsiteY236" fmla="*/ 3646 h 81563"/>
                <a:gd name="connsiteX237" fmla="*/ 539792 w 631667"/>
                <a:gd name="connsiteY237" fmla="*/ 13021 h 81563"/>
                <a:gd name="connsiteX238" fmla="*/ 543646 w 631667"/>
                <a:gd name="connsiteY238" fmla="*/ 26146 h 81563"/>
                <a:gd name="connsiteX239" fmla="*/ 544688 w 631667"/>
                <a:gd name="connsiteY239" fmla="*/ 40729 h 81563"/>
                <a:gd name="connsiteX240" fmla="*/ 543646 w 631667"/>
                <a:gd name="connsiteY240" fmla="*/ 55313 h 81563"/>
                <a:gd name="connsiteX241" fmla="*/ 539792 w 631667"/>
                <a:gd name="connsiteY241" fmla="*/ 68334 h 81563"/>
                <a:gd name="connsiteX242" fmla="*/ 532032 w 631667"/>
                <a:gd name="connsiteY242" fmla="*/ 77604 h 81563"/>
                <a:gd name="connsiteX243" fmla="*/ 519271 w 631667"/>
                <a:gd name="connsiteY243" fmla="*/ 81146 h 81563"/>
                <a:gd name="connsiteX244" fmla="*/ 506719 w 631667"/>
                <a:gd name="connsiteY244" fmla="*/ 77604 h 81563"/>
                <a:gd name="connsiteX245" fmla="*/ 499271 w 631667"/>
                <a:gd name="connsiteY245" fmla="*/ 68334 h 81563"/>
                <a:gd name="connsiteX246" fmla="*/ 495625 w 631667"/>
                <a:gd name="connsiteY246" fmla="*/ 55313 h 81563"/>
                <a:gd name="connsiteX247" fmla="*/ 494688 w 631667"/>
                <a:gd name="connsiteY247" fmla="*/ 40729 h 81563"/>
                <a:gd name="connsiteX248" fmla="*/ 495625 w 631667"/>
                <a:gd name="connsiteY248" fmla="*/ 26146 h 81563"/>
                <a:gd name="connsiteX249" fmla="*/ 499271 w 631667"/>
                <a:gd name="connsiteY249" fmla="*/ 13021 h 81563"/>
                <a:gd name="connsiteX250" fmla="*/ 506719 w 631667"/>
                <a:gd name="connsiteY250" fmla="*/ 3646 h 81563"/>
                <a:gd name="connsiteX251" fmla="*/ 519271 w 631667"/>
                <a:gd name="connsiteY251" fmla="*/ 0 h 81563"/>
                <a:gd name="connsiteX252" fmla="*/ 89583 w 631667"/>
                <a:gd name="connsiteY252" fmla="*/ 0 h 81563"/>
                <a:gd name="connsiteX253" fmla="*/ 102344 w 631667"/>
                <a:gd name="connsiteY253" fmla="*/ 3646 h 81563"/>
                <a:gd name="connsiteX254" fmla="*/ 110104 w 631667"/>
                <a:gd name="connsiteY254" fmla="*/ 13021 h 81563"/>
                <a:gd name="connsiteX255" fmla="*/ 113958 w 631667"/>
                <a:gd name="connsiteY255" fmla="*/ 26146 h 81563"/>
                <a:gd name="connsiteX256" fmla="*/ 115000 w 631667"/>
                <a:gd name="connsiteY256" fmla="*/ 40729 h 81563"/>
                <a:gd name="connsiteX257" fmla="*/ 113958 w 631667"/>
                <a:gd name="connsiteY257" fmla="*/ 55313 h 81563"/>
                <a:gd name="connsiteX258" fmla="*/ 110104 w 631667"/>
                <a:gd name="connsiteY258" fmla="*/ 68334 h 81563"/>
                <a:gd name="connsiteX259" fmla="*/ 102344 w 631667"/>
                <a:gd name="connsiteY259" fmla="*/ 77604 h 81563"/>
                <a:gd name="connsiteX260" fmla="*/ 89583 w 631667"/>
                <a:gd name="connsiteY260" fmla="*/ 81146 h 81563"/>
                <a:gd name="connsiteX261" fmla="*/ 77031 w 631667"/>
                <a:gd name="connsiteY261" fmla="*/ 77604 h 81563"/>
                <a:gd name="connsiteX262" fmla="*/ 69583 w 631667"/>
                <a:gd name="connsiteY262" fmla="*/ 68334 h 81563"/>
                <a:gd name="connsiteX263" fmla="*/ 65937 w 631667"/>
                <a:gd name="connsiteY263" fmla="*/ 55313 h 81563"/>
                <a:gd name="connsiteX264" fmla="*/ 65000 w 631667"/>
                <a:gd name="connsiteY264" fmla="*/ 40729 h 81563"/>
                <a:gd name="connsiteX265" fmla="*/ 65937 w 631667"/>
                <a:gd name="connsiteY265" fmla="*/ 26146 h 81563"/>
                <a:gd name="connsiteX266" fmla="*/ 69583 w 631667"/>
                <a:gd name="connsiteY266" fmla="*/ 13021 h 81563"/>
                <a:gd name="connsiteX267" fmla="*/ 77031 w 631667"/>
                <a:gd name="connsiteY267" fmla="*/ 3646 h 81563"/>
                <a:gd name="connsiteX268" fmla="*/ 89583 w 631667"/>
                <a:gd name="connsiteY268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</a:cxnLst>
              <a:rect l="l" t="t" r="r" b="b"/>
              <a:pathLst>
                <a:path w="63166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9"/>
                  </a:moveTo>
                  <a:cubicBezTo>
                    <a:pt x="600873" y="33959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600"/>
                    <a:pt x="613854" y="41406"/>
                  </a:cubicBezTo>
                  <a:cubicBezTo>
                    <a:pt x="615170" y="42201"/>
                    <a:pt x="616602" y="42605"/>
                    <a:pt x="618125" y="42605"/>
                  </a:cubicBezTo>
                  <a:cubicBezTo>
                    <a:pt x="620352" y="42605"/>
                    <a:pt x="622097" y="41836"/>
                    <a:pt x="623386" y="40313"/>
                  </a:cubicBezTo>
                  <a:cubicBezTo>
                    <a:pt x="624675" y="38776"/>
                    <a:pt x="625873" y="36667"/>
                    <a:pt x="626980" y="33959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6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4"/>
                  </a:cubicBezTo>
                  <a:cubicBezTo>
                    <a:pt x="611081" y="47708"/>
                    <a:pt x="609479" y="46693"/>
                    <a:pt x="607813" y="45313"/>
                  </a:cubicBezTo>
                  <a:cubicBezTo>
                    <a:pt x="605938" y="43855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8"/>
                    <a:pt x="590313" y="37396"/>
                  </a:cubicBezTo>
                  <a:cubicBezTo>
                    <a:pt x="592670" y="35105"/>
                    <a:pt x="595521" y="33959"/>
                    <a:pt x="598855" y="33959"/>
                  </a:cubicBezTo>
                  <a:close/>
                  <a:moveTo>
                    <a:pt x="519271" y="7188"/>
                  </a:moveTo>
                  <a:cubicBezTo>
                    <a:pt x="515521" y="7188"/>
                    <a:pt x="512591" y="8399"/>
                    <a:pt x="510469" y="10834"/>
                  </a:cubicBezTo>
                  <a:cubicBezTo>
                    <a:pt x="508347" y="13255"/>
                    <a:pt x="506771" y="16172"/>
                    <a:pt x="505729" y="19584"/>
                  </a:cubicBezTo>
                  <a:cubicBezTo>
                    <a:pt x="504623" y="23047"/>
                    <a:pt x="503946" y="26719"/>
                    <a:pt x="503698" y="30573"/>
                  </a:cubicBezTo>
                  <a:cubicBezTo>
                    <a:pt x="503451" y="34428"/>
                    <a:pt x="503334" y="37812"/>
                    <a:pt x="503334" y="40729"/>
                  </a:cubicBezTo>
                  <a:cubicBezTo>
                    <a:pt x="503334" y="43646"/>
                    <a:pt x="503451" y="46992"/>
                    <a:pt x="503698" y="50782"/>
                  </a:cubicBezTo>
                  <a:cubicBezTo>
                    <a:pt x="503946" y="54557"/>
                    <a:pt x="504623" y="58190"/>
                    <a:pt x="505729" y="61667"/>
                  </a:cubicBezTo>
                  <a:cubicBezTo>
                    <a:pt x="506771" y="65065"/>
                    <a:pt x="508347" y="67943"/>
                    <a:pt x="510469" y="70313"/>
                  </a:cubicBezTo>
                  <a:cubicBezTo>
                    <a:pt x="512591" y="72669"/>
                    <a:pt x="515521" y="73854"/>
                    <a:pt x="519271" y="73854"/>
                  </a:cubicBezTo>
                  <a:cubicBezTo>
                    <a:pt x="523021" y="73854"/>
                    <a:pt x="526003" y="72669"/>
                    <a:pt x="528230" y="70313"/>
                  </a:cubicBezTo>
                  <a:cubicBezTo>
                    <a:pt x="530456" y="67943"/>
                    <a:pt x="532123" y="65065"/>
                    <a:pt x="533229" y="61667"/>
                  </a:cubicBezTo>
                  <a:cubicBezTo>
                    <a:pt x="534414" y="58190"/>
                    <a:pt x="535170" y="54557"/>
                    <a:pt x="535521" y="50782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2"/>
                    <a:pt x="535873" y="34428"/>
                    <a:pt x="535521" y="30573"/>
                  </a:cubicBezTo>
                  <a:cubicBezTo>
                    <a:pt x="535170" y="26719"/>
                    <a:pt x="534414" y="23047"/>
                    <a:pt x="533229" y="19584"/>
                  </a:cubicBezTo>
                  <a:cubicBezTo>
                    <a:pt x="532123" y="16172"/>
                    <a:pt x="530456" y="13255"/>
                    <a:pt x="528230" y="10834"/>
                  </a:cubicBezTo>
                  <a:cubicBezTo>
                    <a:pt x="526003" y="8399"/>
                    <a:pt x="523021" y="7188"/>
                    <a:pt x="519271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4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8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82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55"/>
                    <a:pt x="304375" y="3542"/>
                  </a:cubicBezTo>
                  <a:cubicBezTo>
                    <a:pt x="304649" y="3815"/>
                    <a:pt x="304792" y="4336"/>
                    <a:pt x="304792" y="5105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4"/>
                  </a:lnTo>
                  <a:cubicBezTo>
                    <a:pt x="294688" y="14089"/>
                    <a:pt x="292344" y="16016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9"/>
                  </a:lnTo>
                  <a:cubicBezTo>
                    <a:pt x="283294" y="13881"/>
                    <a:pt x="286185" y="12188"/>
                    <a:pt x="288959" y="10104"/>
                  </a:cubicBezTo>
                  <a:cubicBezTo>
                    <a:pt x="291732" y="8021"/>
                    <a:pt x="294375" y="5690"/>
                    <a:pt x="296875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26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20" y="36836"/>
                    <a:pt x="465209" y="38958"/>
                    <a:pt x="460625" y="39792"/>
                  </a:cubicBezTo>
                  <a:cubicBezTo>
                    <a:pt x="465690" y="40482"/>
                    <a:pt x="469805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6992" y="66263"/>
                    <a:pt x="475573" y="69010"/>
                  </a:cubicBezTo>
                  <a:cubicBezTo>
                    <a:pt x="474154" y="71745"/>
                    <a:pt x="472253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11" y="80521"/>
                    <a:pt x="455586" y="80938"/>
                    <a:pt x="452396" y="80938"/>
                  </a:cubicBezTo>
                  <a:cubicBezTo>
                    <a:pt x="444896" y="80938"/>
                    <a:pt x="438972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28" y="63542"/>
                    <a:pt x="438282" y="67318"/>
                    <a:pt x="441094" y="69896"/>
                  </a:cubicBezTo>
                  <a:cubicBezTo>
                    <a:pt x="443906" y="72461"/>
                    <a:pt x="447774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78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40" y="49662"/>
                    <a:pt x="465664" y="48151"/>
                    <a:pt x="464063" y="46980"/>
                  </a:cubicBezTo>
                  <a:cubicBezTo>
                    <a:pt x="462396" y="45795"/>
                    <a:pt x="460534" y="44922"/>
                    <a:pt x="458490" y="44375"/>
                  </a:cubicBezTo>
                  <a:cubicBezTo>
                    <a:pt x="456446" y="43815"/>
                    <a:pt x="454336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20" y="42891"/>
                    <a:pt x="446354" y="42422"/>
                    <a:pt x="446354" y="41667"/>
                  </a:cubicBezTo>
                  <a:lnTo>
                    <a:pt x="446354" y="37812"/>
                  </a:lnTo>
                  <a:cubicBezTo>
                    <a:pt x="446354" y="36980"/>
                    <a:pt x="446420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32" y="31459"/>
                    <a:pt x="465456" y="30078"/>
                    <a:pt x="466355" y="28385"/>
                  </a:cubicBezTo>
                  <a:cubicBezTo>
                    <a:pt x="467253" y="26680"/>
                    <a:pt x="467709" y="24610"/>
                    <a:pt x="467709" y="22188"/>
                  </a:cubicBezTo>
                  <a:cubicBezTo>
                    <a:pt x="467709" y="17813"/>
                    <a:pt x="466263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82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24" y="15833"/>
                    <a:pt x="431250" y="10730"/>
                    <a:pt x="435625" y="6979"/>
                  </a:cubicBezTo>
                  <a:cubicBezTo>
                    <a:pt x="440000" y="3230"/>
                    <a:pt x="445729" y="1354"/>
                    <a:pt x="452813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295" y="3047"/>
                    <a:pt x="377604" y="6459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01" y="40104"/>
                    <a:pt x="373919" y="44753"/>
                    <a:pt x="370104" y="49271"/>
                  </a:cubicBezTo>
                  <a:cubicBezTo>
                    <a:pt x="366289" y="53776"/>
                    <a:pt x="362331" y="58021"/>
                    <a:pt x="358229" y="61979"/>
                  </a:cubicBezTo>
                  <a:cubicBezTo>
                    <a:pt x="354128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72" y="79063"/>
                    <a:pt x="338802" y="78855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5"/>
                  </a:lnTo>
                  <a:cubicBezTo>
                    <a:pt x="339727" y="70235"/>
                    <a:pt x="341159" y="68855"/>
                    <a:pt x="342865" y="67188"/>
                  </a:cubicBezTo>
                  <a:cubicBezTo>
                    <a:pt x="344570" y="65521"/>
                    <a:pt x="346419" y="63672"/>
                    <a:pt x="348438" y="61667"/>
                  </a:cubicBezTo>
                  <a:cubicBezTo>
                    <a:pt x="350378" y="59648"/>
                    <a:pt x="352396" y="57500"/>
                    <a:pt x="354479" y="55208"/>
                  </a:cubicBezTo>
                  <a:cubicBezTo>
                    <a:pt x="356563" y="52917"/>
                    <a:pt x="358607" y="50547"/>
                    <a:pt x="360625" y="48126"/>
                  </a:cubicBezTo>
                  <a:cubicBezTo>
                    <a:pt x="362643" y="45756"/>
                    <a:pt x="364545" y="43386"/>
                    <a:pt x="366354" y="40990"/>
                  </a:cubicBezTo>
                  <a:cubicBezTo>
                    <a:pt x="368164" y="38594"/>
                    <a:pt x="369727" y="36276"/>
                    <a:pt x="371042" y="34063"/>
                  </a:cubicBezTo>
                  <a:cubicBezTo>
                    <a:pt x="372435" y="31771"/>
                    <a:pt x="373529" y="29610"/>
                    <a:pt x="374323" y="27604"/>
                  </a:cubicBezTo>
                  <a:cubicBezTo>
                    <a:pt x="375117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20" y="9662"/>
                    <a:pt x="365521" y="8542"/>
                    <a:pt x="361354" y="8542"/>
                  </a:cubicBezTo>
                  <a:cubicBezTo>
                    <a:pt x="357331" y="8542"/>
                    <a:pt x="354050" y="9922"/>
                    <a:pt x="351511" y="12709"/>
                  </a:cubicBezTo>
                  <a:cubicBezTo>
                    <a:pt x="348971" y="15482"/>
                    <a:pt x="347708" y="19089"/>
                    <a:pt x="347708" y="23542"/>
                  </a:cubicBezTo>
                  <a:lnTo>
                    <a:pt x="339167" y="23542"/>
                  </a:lnTo>
                  <a:cubicBezTo>
                    <a:pt x="339167" y="20208"/>
                    <a:pt x="339727" y="17161"/>
                    <a:pt x="340833" y="14428"/>
                  </a:cubicBezTo>
                  <a:cubicBezTo>
                    <a:pt x="341940" y="11680"/>
                    <a:pt x="343503" y="9336"/>
                    <a:pt x="345521" y="7396"/>
                  </a:cubicBezTo>
                  <a:cubicBezTo>
                    <a:pt x="347539" y="5443"/>
                    <a:pt x="349909" y="3959"/>
                    <a:pt x="352656" y="2917"/>
                  </a:cubicBezTo>
                  <a:cubicBezTo>
                    <a:pt x="355404" y="1876"/>
                    <a:pt x="358373" y="1354"/>
                    <a:pt x="361563" y="1354"/>
                  </a:cubicBezTo>
                  <a:close/>
                  <a:moveTo>
                    <a:pt x="205313" y="1354"/>
                  </a:moveTo>
                  <a:cubicBezTo>
                    <a:pt x="211706" y="1354"/>
                    <a:pt x="217044" y="3047"/>
                    <a:pt x="221354" y="6459"/>
                  </a:cubicBezTo>
                  <a:cubicBezTo>
                    <a:pt x="225664" y="9857"/>
                    <a:pt x="227813" y="14857"/>
                    <a:pt x="227813" y="21458"/>
                  </a:cubicBezTo>
                  <a:cubicBezTo>
                    <a:pt x="227813" y="25899"/>
                    <a:pt x="226446" y="30521"/>
                    <a:pt x="223698" y="35313"/>
                  </a:cubicBezTo>
                  <a:cubicBezTo>
                    <a:pt x="220951" y="40104"/>
                    <a:pt x="217669" y="44753"/>
                    <a:pt x="213854" y="49271"/>
                  </a:cubicBezTo>
                  <a:cubicBezTo>
                    <a:pt x="210039" y="53776"/>
                    <a:pt x="206081" y="58021"/>
                    <a:pt x="201979" y="61979"/>
                  </a:cubicBezTo>
                  <a:cubicBezTo>
                    <a:pt x="197878" y="65938"/>
                    <a:pt x="194479" y="69271"/>
                    <a:pt x="191771" y="71979"/>
                  </a:cubicBezTo>
                  <a:lnTo>
                    <a:pt x="229479" y="71979"/>
                  </a:lnTo>
                  <a:lnTo>
                    <a:pt x="229479" y="79167"/>
                  </a:lnTo>
                  <a:lnTo>
                    <a:pt x="183750" y="79167"/>
                  </a:lnTo>
                  <a:cubicBezTo>
                    <a:pt x="183125" y="79167"/>
                    <a:pt x="182722" y="79063"/>
                    <a:pt x="182552" y="78855"/>
                  </a:cubicBezTo>
                  <a:cubicBezTo>
                    <a:pt x="182383" y="78646"/>
                    <a:pt x="182292" y="78229"/>
                    <a:pt x="182292" y="77604"/>
                  </a:cubicBezTo>
                  <a:lnTo>
                    <a:pt x="182292" y="71355"/>
                  </a:lnTo>
                  <a:cubicBezTo>
                    <a:pt x="183477" y="70235"/>
                    <a:pt x="184909" y="68855"/>
                    <a:pt x="186615" y="67188"/>
                  </a:cubicBezTo>
                  <a:cubicBezTo>
                    <a:pt x="188320" y="65521"/>
                    <a:pt x="190169" y="63672"/>
                    <a:pt x="192188" y="61667"/>
                  </a:cubicBezTo>
                  <a:cubicBezTo>
                    <a:pt x="194128" y="59648"/>
                    <a:pt x="196146" y="57500"/>
                    <a:pt x="198229" y="55208"/>
                  </a:cubicBezTo>
                  <a:cubicBezTo>
                    <a:pt x="200313" y="52917"/>
                    <a:pt x="202357" y="50547"/>
                    <a:pt x="204375" y="48126"/>
                  </a:cubicBezTo>
                  <a:cubicBezTo>
                    <a:pt x="206393" y="45756"/>
                    <a:pt x="208295" y="43386"/>
                    <a:pt x="210104" y="40990"/>
                  </a:cubicBezTo>
                  <a:cubicBezTo>
                    <a:pt x="211914" y="38594"/>
                    <a:pt x="213477" y="36276"/>
                    <a:pt x="214792" y="34063"/>
                  </a:cubicBezTo>
                  <a:cubicBezTo>
                    <a:pt x="216185" y="31771"/>
                    <a:pt x="217279" y="29610"/>
                    <a:pt x="218073" y="27604"/>
                  </a:cubicBezTo>
                  <a:cubicBezTo>
                    <a:pt x="218867" y="25586"/>
                    <a:pt x="219271" y="23750"/>
                    <a:pt x="219271" y="22084"/>
                  </a:cubicBezTo>
                  <a:cubicBezTo>
                    <a:pt x="219271" y="17565"/>
                    <a:pt x="217956" y="14180"/>
                    <a:pt x="215313" y="11927"/>
                  </a:cubicBezTo>
                  <a:cubicBezTo>
                    <a:pt x="212669" y="9662"/>
                    <a:pt x="209271" y="8542"/>
                    <a:pt x="205104" y="8542"/>
                  </a:cubicBezTo>
                  <a:cubicBezTo>
                    <a:pt x="201081" y="8542"/>
                    <a:pt x="197800" y="9922"/>
                    <a:pt x="195261" y="12709"/>
                  </a:cubicBezTo>
                  <a:cubicBezTo>
                    <a:pt x="192721" y="15482"/>
                    <a:pt x="191458" y="19089"/>
                    <a:pt x="191458" y="23542"/>
                  </a:cubicBezTo>
                  <a:lnTo>
                    <a:pt x="182917" y="23542"/>
                  </a:lnTo>
                  <a:cubicBezTo>
                    <a:pt x="182917" y="20208"/>
                    <a:pt x="183477" y="17161"/>
                    <a:pt x="184583" y="14428"/>
                  </a:cubicBezTo>
                  <a:cubicBezTo>
                    <a:pt x="185690" y="11680"/>
                    <a:pt x="187253" y="9336"/>
                    <a:pt x="189271" y="7396"/>
                  </a:cubicBezTo>
                  <a:cubicBezTo>
                    <a:pt x="191289" y="5443"/>
                    <a:pt x="193659" y="3959"/>
                    <a:pt x="196406" y="2917"/>
                  </a:cubicBezTo>
                  <a:cubicBezTo>
                    <a:pt x="199154" y="1876"/>
                    <a:pt x="202122" y="1354"/>
                    <a:pt x="2053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05" y="68855"/>
                    <a:pt x="121510" y="67188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6"/>
                  </a:cubicBezTo>
                  <a:cubicBezTo>
                    <a:pt x="141289" y="45756"/>
                    <a:pt x="143190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43"/>
                    <a:pt x="128555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17" y="68855"/>
                    <a:pt x="4323" y="67188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6"/>
                  </a:cubicBezTo>
                  <a:cubicBezTo>
                    <a:pt x="24102" y="45756"/>
                    <a:pt x="26003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43"/>
                    <a:pt x="11367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79" y="0"/>
                    <a:pt x="528737" y="1211"/>
                    <a:pt x="532032" y="3646"/>
                  </a:cubicBezTo>
                  <a:cubicBezTo>
                    <a:pt x="535326" y="6068"/>
                    <a:pt x="537917" y="9193"/>
                    <a:pt x="539792" y="13021"/>
                  </a:cubicBezTo>
                  <a:cubicBezTo>
                    <a:pt x="541667" y="16902"/>
                    <a:pt x="542956" y="21276"/>
                    <a:pt x="543646" y="26146"/>
                  </a:cubicBezTo>
                  <a:cubicBezTo>
                    <a:pt x="544336" y="31003"/>
                    <a:pt x="544688" y="35860"/>
                    <a:pt x="544688" y="40729"/>
                  </a:cubicBezTo>
                  <a:cubicBezTo>
                    <a:pt x="544688" y="45652"/>
                    <a:pt x="544336" y="50521"/>
                    <a:pt x="543646" y="55313"/>
                  </a:cubicBezTo>
                  <a:cubicBezTo>
                    <a:pt x="542956" y="60105"/>
                    <a:pt x="541667" y="64441"/>
                    <a:pt x="539792" y="68334"/>
                  </a:cubicBezTo>
                  <a:cubicBezTo>
                    <a:pt x="537917" y="72149"/>
                    <a:pt x="535326" y="75235"/>
                    <a:pt x="532032" y="77604"/>
                  </a:cubicBezTo>
                  <a:cubicBezTo>
                    <a:pt x="528737" y="79961"/>
                    <a:pt x="524479" y="81146"/>
                    <a:pt x="519271" y="81146"/>
                  </a:cubicBezTo>
                  <a:cubicBezTo>
                    <a:pt x="514128" y="81146"/>
                    <a:pt x="509948" y="79961"/>
                    <a:pt x="506719" y="77604"/>
                  </a:cubicBezTo>
                  <a:cubicBezTo>
                    <a:pt x="503490" y="75235"/>
                    <a:pt x="501003" y="72149"/>
                    <a:pt x="499271" y="68334"/>
                  </a:cubicBezTo>
                  <a:cubicBezTo>
                    <a:pt x="497461" y="64441"/>
                    <a:pt x="496250" y="60105"/>
                    <a:pt x="495625" y="55313"/>
                  </a:cubicBezTo>
                  <a:cubicBezTo>
                    <a:pt x="495000" y="50521"/>
                    <a:pt x="494688" y="45652"/>
                    <a:pt x="494688" y="40729"/>
                  </a:cubicBezTo>
                  <a:cubicBezTo>
                    <a:pt x="494688" y="35860"/>
                    <a:pt x="495000" y="31003"/>
                    <a:pt x="495625" y="26146"/>
                  </a:cubicBezTo>
                  <a:cubicBezTo>
                    <a:pt x="496250" y="21276"/>
                    <a:pt x="497461" y="16902"/>
                    <a:pt x="499271" y="13021"/>
                  </a:cubicBezTo>
                  <a:cubicBezTo>
                    <a:pt x="501003" y="9193"/>
                    <a:pt x="503490" y="6068"/>
                    <a:pt x="506719" y="3646"/>
                  </a:cubicBezTo>
                  <a:cubicBezTo>
                    <a:pt x="509948" y="1211"/>
                    <a:pt x="514128" y="0"/>
                    <a:pt x="519271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8" y="26146"/>
                  </a:cubicBezTo>
                  <a:cubicBezTo>
                    <a:pt x="114649" y="31003"/>
                    <a:pt x="115000" y="35860"/>
                    <a:pt x="115000" y="40729"/>
                  </a:cubicBezTo>
                  <a:cubicBezTo>
                    <a:pt x="115000" y="45652"/>
                    <a:pt x="114649" y="50521"/>
                    <a:pt x="113958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1"/>
                    <a:pt x="66563" y="60105"/>
                    <a:pt x="65937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7" y="26146"/>
                  </a:cubicBezTo>
                  <a:cubicBezTo>
                    <a:pt x="66563" y="21276"/>
                    <a:pt x="67773" y="16902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5" name="TextBox 784">
              <a:extLst>
                <a:ext uri="{FF2B5EF4-FFF2-40B4-BE49-F238E27FC236}">
                  <a16:creationId xmlns:a16="http://schemas.microsoft.com/office/drawing/2014/main" id="{A199D0FE-AD18-4A45-BAB6-B492EF1CBB9B}"/>
                </a:ext>
              </a:extLst>
            </p:cNvPr>
            <p:cNvSpPr txBox="1"/>
            <p:nvPr/>
          </p:nvSpPr>
          <p:spPr>
            <a:xfrm>
              <a:off x="2926610" y="7812911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2022.12.30 ~</a:t>
              </a:r>
            </a:p>
          </p:txBody>
        </p:sp>
        <p:sp>
          <p:nvSpPr>
            <p:cNvPr id="786" name="자유형: 도형 785">
              <a:extLst>
                <a:ext uri="{FF2B5EF4-FFF2-40B4-BE49-F238E27FC236}">
                  <a16:creationId xmlns:a16="http://schemas.microsoft.com/office/drawing/2014/main" id="{ABE6F5E9-99EE-4C87-A7F5-11CB00B3C01D}"/>
                </a:ext>
              </a:extLst>
            </p:cNvPr>
            <p:cNvSpPr/>
            <p:nvPr/>
          </p:nvSpPr>
          <p:spPr>
            <a:xfrm>
              <a:off x="3062099" y="7982577"/>
              <a:ext cx="526146" cy="81563"/>
            </a:xfrm>
            <a:custGeom>
              <a:avLst/>
              <a:gdLst>
                <a:gd name="connsiteX0" fmla="*/ 408021 w 526146"/>
                <a:gd name="connsiteY0" fmla="*/ 70833 h 81563"/>
                <a:gd name="connsiteX1" fmla="*/ 418750 w 526146"/>
                <a:gd name="connsiteY1" fmla="*/ 70833 h 81563"/>
                <a:gd name="connsiteX2" fmla="*/ 418750 w 526146"/>
                <a:gd name="connsiteY2" fmla="*/ 81563 h 81563"/>
                <a:gd name="connsiteX3" fmla="*/ 408021 w 526146"/>
                <a:gd name="connsiteY3" fmla="*/ 81563 h 81563"/>
                <a:gd name="connsiteX4" fmla="*/ 251771 w 526146"/>
                <a:gd name="connsiteY4" fmla="*/ 70833 h 81563"/>
                <a:gd name="connsiteX5" fmla="*/ 262500 w 526146"/>
                <a:gd name="connsiteY5" fmla="*/ 70833 h 81563"/>
                <a:gd name="connsiteX6" fmla="*/ 262500 w 526146"/>
                <a:gd name="connsiteY6" fmla="*/ 81563 h 81563"/>
                <a:gd name="connsiteX7" fmla="*/ 251771 w 526146"/>
                <a:gd name="connsiteY7" fmla="*/ 81563 h 81563"/>
                <a:gd name="connsiteX8" fmla="*/ 297917 w 526146"/>
                <a:gd name="connsiteY8" fmla="*/ 7188 h 81563"/>
                <a:gd name="connsiteX9" fmla="*/ 289115 w 526146"/>
                <a:gd name="connsiteY9" fmla="*/ 10834 h 81563"/>
                <a:gd name="connsiteX10" fmla="*/ 284375 w 526146"/>
                <a:gd name="connsiteY10" fmla="*/ 19584 h 81563"/>
                <a:gd name="connsiteX11" fmla="*/ 282344 w 526146"/>
                <a:gd name="connsiteY11" fmla="*/ 30573 h 81563"/>
                <a:gd name="connsiteX12" fmla="*/ 281979 w 526146"/>
                <a:gd name="connsiteY12" fmla="*/ 40729 h 81563"/>
                <a:gd name="connsiteX13" fmla="*/ 282344 w 526146"/>
                <a:gd name="connsiteY13" fmla="*/ 50782 h 81563"/>
                <a:gd name="connsiteX14" fmla="*/ 284375 w 526146"/>
                <a:gd name="connsiteY14" fmla="*/ 61667 h 81563"/>
                <a:gd name="connsiteX15" fmla="*/ 289115 w 526146"/>
                <a:gd name="connsiteY15" fmla="*/ 70313 h 81563"/>
                <a:gd name="connsiteX16" fmla="*/ 297917 w 526146"/>
                <a:gd name="connsiteY16" fmla="*/ 73854 h 81563"/>
                <a:gd name="connsiteX17" fmla="*/ 306875 w 526146"/>
                <a:gd name="connsiteY17" fmla="*/ 70313 h 81563"/>
                <a:gd name="connsiteX18" fmla="*/ 311875 w 526146"/>
                <a:gd name="connsiteY18" fmla="*/ 61667 h 81563"/>
                <a:gd name="connsiteX19" fmla="*/ 314167 w 526146"/>
                <a:gd name="connsiteY19" fmla="*/ 50782 h 81563"/>
                <a:gd name="connsiteX20" fmla="*/ 314688 w 526146"/>
                <a:gd name="connsiteY20" fmla="*/ 40729 h 81563"/>
                <a:gd name="connsiteX21" fmla="*/ 314167 w 526146"/>
                <a:gd name="connsiteY21" fmla="*/ 30573 h 81563"/>
                <a:gd name="connsiteX22" fmla="*/ 311875 w 526146"/>
                <a:gd name="connsiteY22" fmla="*/ 19584 h 81563"/>
                <a:gd name="connsiteX23" fmla="*/ 306875 w 526146"/>
                <a:gd name="connsiteY23" fmla="*/ 10834 h 81563"/>
                <a:gd name="connsiteX24" fmla="*/ 297917 w 526146"/>
                <a:gd name="connsiteY24" fmla="*/ 7188 h 81563"/>
                <a:gd name="connsiteX25" fmla="*/ 89583 w 526146"/>
                <a:gd name="connsiteY25" fmla="*/ 7188 h 81563"/>
                <a:gd name="connsiteX26" fmla="*/ 80781 w 526146"/>
                <a:gd name="connsiteY26" fmla="*/ 10834 h 81563"/>
                <a:gd name="connsiteX27" fmla="*/ 76042 w 526146"/>
                <a:gd name="connsiteY27" fmla="*/ 19584 h 81563"/>
                <a:gd name="connsiteX28" fmla="*/ 74011 w 526146"/>
                <a:gd name="connsiteY28" fmla="*/ 30573 h 81563"/>
                <a:gd name="connsiteX29" fmla="*/ 73646 w 526146"/>
                <a:gd name="connsiteY29" fmla="*/ 40729 h 81563"/>
                <a:gd name="connsiteX30" fmla="*/ 74011 w 526146"/>
                <a:gd name="connsiteY30" fmla="*/ 50782 h 81563"/>
                <a:gd name="connsiteX31" fmla="*/ 76042 w 526146"/>
                <a:gd name="connsiteY31" fmla="*/ 61667 h 81563"/>
                <a:gd name="connsiteX32" fmla="*/ 80781 w 526146"/>
                <a:gd name="connsiteY32" fmla="*/ 70313 h 81563"/>
                <a:gd name="connsiteX33" fmla="*/ 89583 w 526146"/>
                <a:gd name="connsiteY33" fmla="*/ 73854 h 81563"/>
                <a:gd name="connsiteX34" fmla="*/ 98542 w 526146"/>
                <a:gd name="connsiteY34" fmla="*/ 70313 h 81563"/>
                <a:gd name="connsiteX35" fmla="*/ 103542 w 526146"/>
                <a:gd name="connsiteY35" fmla="*/ 61667 h 81563"/>
                <a:gd name="connsiteX36" fmla="*/ 105833 w 526146"/>
                <a:gd name="connsiteY36" fmla="*/ 50782 h 81563"/>
                <a:gd name="connsiteX37" fmla="*/ 106354 w 526146"/>
                <a:gd name="connsiteY37" fmla="*/ 40729 h 81563"/>
                <a:gd name="connsiteX38" fmla="*/ 105833 w 526146"/>
                <a:gd name="connsiteY38" fmla="*/ 30573 h 81563"/>
                <a:gd name="connsiteX39" fmla="*/ 103542 w 526146"/>
                <a:gd name="connsiteY39" fmla="*/ 19584 h 81563"/>
                <a:gd name="connsiteX40" fmla="*/ 98542 w 526146"/>
                <a:gd name="connsiteY40" fmla="*/ 10834 h 81563"/>
                <a:gd name="connsiteX41" fmla="*/ 89583 w 526146"/>
                <a:gd name="connsiteY41" fmla="*/ 7188 h 81563"/>
                <a:gd name="connsiteX42" fmla="*/ 518229 w 526146"/>
                <a:gd name="connsiteY42" fmla="*/ 3125 h 81563"/>
                <a:gd name="connsiteX43" fmla="*/ 524167 w 526146"/>
                <a:gd name="connsiteY43" fmla="*/ 3125 h 81563"/>
                <a:gd name="connsiteX44" fmla="*/ 525730 w 526146"/>
                <a:gd name="connsiteY44" fmla="*/ 3542 h 81563"/>
                <a:gd name="connsiteX45" fmla="*/ 526146 w 526146"/>
                <a:gd name="connsiteY45" fmla="*/ 5105 h 81563"/>
                <a:gd name="connsiteX46" fmla="*/ 526146 w 526146"/>
                <a:gd name="connsiteY46" fmla="*/ 79167 h 81563"/>
                <a:gd name="connsiteX47" fmla="*/ 517917 w 526146"/>
                <a:gd name="connsiteY47" fmla="*/ 79167 h 81563"/>
                <a:gd name="connsiteX48" fmla="*/ 517917 w 526146"/>
                <a:gd name="connsiteY48" fmla="*/ 12084 h 81563"/>
                <a:gd name="connsiteX49" fmla="*/ 510886 w 526146"/>
                <a:gd name="connsiteY49" fmla="*/ 17865 h 81563"/>
                <a:gd name="connsiteX50" fmla="*/ 501667 w 526146"/>
                <a:gd name="connsiteY50" fmla="*/ 23125 h 81563"/>
                <a:gd name="connsiteX51" fmla="*/ 501667 w 526146"/>
                <a:gd name="connsiteY51" fmla="*/ 15209 h 81563"/>
                <a:gd name="connsiteX52" fmla="*/ 510313 w 526146"/>
                <a:gd name="connsiteY52" fmla="*/ 10104 h 81563"/>
                <a:gd name="connsiteX53" fmla="*/ 518229 w 526146"/>
                <a:gd name="connsiteY53" fmla="*/ 3125 h 81563"/>
                <a:gd name="connsiteX54" fmla="*/ 452813 w 526146"/>
                <a:gd name="connsiteY54" fmla="*/ 1354 h 81563"/>
                <a:gd name="connsiteX55" fmla="*/ 461615 w 526146"/>
                <a:gd name="connsiteY55" fmla="*/ 2553 h 81563"/>
                <a:gd name="connsiteX56" fmla="*/ 469063 w 526146"/>
                <a:gd name="connsiteY56" fmla="*/ 6251 h 81563"/>
                <a:gd name="connsiteX57" fmla="*/ 474115 w 526146"/>
                <a:gd name="connsiteY57" fmla="*/ 12604 h 81563"/>
                <a:gd name="connsiteX58" fmla="*/ 476042 w 526146"/>
                <a:gd name="connsiteY58" fmla="*/ 21771 h 81563"/>
                <a:gd name="connsiteX59" fmla="*/ 471771 w 526146"/>
                <a:gd name="connsiteY59" fmla="*/ 33437 h 81563"/>
                <a:gd name="connsiteX60" fmla="*/ 460625 w 526146"/>
                <a:gd name="connsiteY60" fmla="*/ 39792 h 81563"/>
                <a:gd name="connsiteX61" fmla="*/ 472969 w 526146"/>
                <a:gd name="connsiteY61" fmla="*/ 46198 h 81563"/>
                <a:gd name="connsiteX62" fmla="*/ 477709 w 526146"/>
                <a:gd name="connsiteY62" fmla="*/ 59063 h 81563"/>
                <a:gd name="connsiteX63" fmla="*/ 475573 w 526146"/>
                <a:gd name="connsiteY63" fmla="*/ 69010 h 81563"/>
                <a:gd name="connsiteX64" fmla="*/ 469896 w 526146"/>
                <a:gd name="connsiteY64" fmla="*/ 75834 h 81563"/>
                <a:gd name="connsiteX65" fmla="*/ 461771 w 526146"/>
                <a:gd name="connsiteY65" fmla="*/ 79687 h 81563"/>
                <a:gd name="connsiteX66" fmla="*/ 452396 w 526146"/>
                <a:gd name="connsiteY66" fmla="*/ 80938 h 81563"/>
                <a:gd name="connsiteX67" fmla="*/ 434636 w 526146"/>
                <a:gd name="connsiteY67" fmla="*/ 75000 h 81563"/>
                <a:gd name="connsiteX68" fmla="*/ 427917 w 526146"/>
                <a:gd name="connsiteY68" fmla="*/ 58542 h 81563"/>
                <a:gd name="connsiteX69" fmla="*/ 436146 w 526146"/>
                <a:gd name="connsiteY69" fmla="*/ 58542 h 81563"/>
                <a:gd name="connsiteX70" fmla="*/ 441094 w 526146"/>
                <a:gd name="connsiteY70" fmla="*/ 69896 h 81563"/>
                <a:gd name="connsiteX71" fmla="*/ 452709 w 526146"/>
                <a:gd name="connsiteY71" fmla="*/ 73750 h 81563"/>
                <a:gd name="connsiteX72" fmla="*/ 464896 w 526146"/>
                <a:gd name="connsiteY72" fmla="*/ 69687 h 81563"/>
                <a:gd name="connsiteX73" fmla="*/ 469375 w 526146"/>
                <a:gd name="connsiteY73" fmla="*/ 58125 h 81563"/>
                <a:gd name="connsiteX74" fmla="*/ 467917 w 526146"/>
                <a:gd name="connsiteY74" fmla="*/ 51510 h 81563"/>
                <a:gd name="connsiteX75" fmla="*/ 464063 w 526146"/>
                <a:gd name="connsiteY75" fmla="*/ 46980 h 81563"/>
                <a:gd name="connsiteX76" fmla="*/ 458490 w 526146"/>
                <a:gd name="connsiteY76" fmla="*/ 44375 h 81563"/>
                <a:gd name="connsiteX77" fmla="*/ 452188 w 526146"/>
                <a:gd name="connsiteY77" fmla="*/ 43333 h 81563"/>
                <a:gd name="connsiteX78" fmla="*/ 448021 w 526146"/>
                <a:gd name="connsiteY78" fmla="*/ 43333 h 81563"/>
                <a:gd name="connsiteX79" fmla="*/ 446563 w 526146"/>
                <a:gd name="connsiteY79" fmla="*/ 43074 h 81563"/>
                <a:gd name="connsiteX80" fmla="*/ 446355 w 526146"/>
                <a:gd name="connsiteY80" fmla="*/ 41667 h 81563"/>
                <a:gd name="connsiteX81" fmla="*/ 446355 w 526146"/>
                <a:gd name="connsiteY81" fmla="*/ 37812 h 81563"/>
                <a:gd name="connsiteX82" fmla="*/ 446563 w 526146"/>
                <a:gd name="connsiteY82" fmla="*/ 36146 h 81563"/>
                <a:gd name="connsiteX83" fmla="*/ 448021 w 526146"/>
                <a:gd name="connsiteY83" fmla="*/ 35729 h 81563"/>
                <a:gd name="connsiteX84" fmla="*/ 451459 w 526146"/>
                <a:gd name="connsiteY84" fmla="*/ 35729 h 81563"/>
                <a:gd name="connsiteX85" fmla="*/ 457552 w 526146"/>
                <a:gd name="connsiteY85" fmla="*/ 34948 h 81563"/>
                <a:gd name="connsiteX86" fmla="*/ 462709 w 526146"/>
                <a:gd name="connsiteY86" fmla="*/ 32500 h 81563"/>
                <a:gd name="connsiteX87" fmla="*/ 466355 w 526146"/>
                <a:gd name="connsiteY87" fmla="*/ 28385 h 81563"/>
                <a:gd name="connsiteX88" fmla="*/ 467709 w 526146"/>
                <a:gd name="connsiteY88" fmla="*/ 22188 h 81563"/>
                <a:gd name="connsiteX89" fmla="*/ 463386 w 526146"/>
                <a:gd name="connsiteY89" fmla="*/ 12084 h 81563"/>
                <a:gd name="connsiteX90" fmla="*/ 452500 w 526146"/>
                <a:gd name="connsiteY90" fmla="*/ 8542 h 81563"/>
                <a:gd name="connsiteX91" fmla="*/ 441823 w 526146"/>
                <a:gd name="connsiteY91" fmla="*/ 12084 h 81563"/>
                <a:gd name="connsiteX92" fmla="*/ 437292 w 526146"/>
                <a:gd name="connsiteY92" fmla="*/ 22292 h 81563"/>
                <a:gd name="connsiteX93" fmla="*/ 428959 w 526146"/>
                <a:gd name="connsiteY93" fmla="*/ 22292 h 81563"/>
                <a:gd name="connsiteX94" fmla="*/ 435625 w 526146"/>
                <a:gd name="connsiteY94" fmla="*/ 6979 h 81563"/>
                <a:gd name="connsiteX95" fmla="*/ 452813 w 526146"/>
                <a:gd name="connsiteY95" fmla="*/ 1354 h 81563"/>
                <a:gd name="connsiteX96" fmla="*/ 361667 w 526146"/>
                <a:gd name="connsiteY96" fmla="*/ 1354 h 81563"/>
                <a:gd name="connsiteX97" fmla="*/ 370469 w 526146"/>
                <a:gd name="connsiteY97" fmla="*/ 2553 h 81563"/>
                <a:gd name="connsiteX98" fmla="*/ 377917 w 526146"/>
                <a:gd name="connsiteY98" fmla="*/ 6251 h 81563"/>
                <a:gd name="connsiteX99" fmla="*/ 382969 w 526146"/>
                <a:gd name="connsiteY99" fmla="*/ 12604 h 81563"/>
                <a:gd name="connsiteX100" fmla="*/ 384896 w 526146"/>
                <a:gd name="connsiteY100" fmla="*/ 21771 h 81563"/>
                <a:gd name="connsiteX101" fmla="*/ 380625 w 526146"/>
                <a:gd name="connsiteY101" fmla="*/ 33437 h 81563"/>
                <a:gd name="connsiteX102" fmla="*/ 369479 w 526146"/>
                <a:gd name="connsiteY102" fmla="*/ 39792 h 81563"/>
                <a:gd name="connsiteX103" fmla="*/ 381823 w 526146"/>
                <a:gd name="connsiteY103" fmla="*/ 46198 h 81563"/>
                <a:gd name="connsiteX104" fmla="*/ 386563 w 526146"/>
                <a:gd name="connsiteY104" fmla="*/ 59063 h 81563"/>
                <a:gd name="connsiteX105" fmla="*/ 384427 w 526146"/>
                <a:gd name="connsiteY105" fmla="*/ 69010 h 81563"/>
                <a:gd name="connsiteX106" fmla="*/ 378750 w 526146"/>
                <a:gd name="connsiteY106" fmla="*/ 75834 h 81563"/>
                <a:gd name="connsiteX107" fmla="*/ 370625 w 526146"/>
                <a:gd name="connsiteY107" fmla="*/ 79687 h 81563"/>
                <a:gd name="connsiteX108" fmla="*/ 361250 w 526146"/>
                <a:gd name="connsiteY108" fmla="*/ 80938 h 81563"/>
                <a:gd name="connsiteX109" fmla="*/ 343490 w 526146"/>
                <a:gd name="connsiteY109" fmla="*/ 75000 h 81563"/>
                <a:gd name="connsiteX110" fmla="*/ 336771 w 526146"/>
                <a:gd name="connsiteY110" fmla="*/ 58542 h 81563"/>
                <a:gd name="connsiteX111" fmla="*/ 345000 w 526146"/>
                <a:gd name="connsiteY111" fmla="*/ 58542 h 81563"/>
                <a:gd name="connsiteX112" fmla="*/ 349948 w 526146"/>
                <a:gd name="connsiteY112" fmla="*/ 69896 h 81563"/>
                <a:gd name="connsiteX113" fmla="*/ 361563 w 526146"/>
                <a:gd name="connsiteY113" fmla="*/ 73750 h 81563"/>
                <a:gd name="connsiteX114" fmla="*/ 373750 w 526146"/>
                <a:gd name="connsiteY114" fmla="*/ 69687 h 81563"/>
                <a:gd name="connsiteX115" fmla="*/ 378229 w 526146"/>
                <a:gd name="connsiteY115" fmla="*/ 58125 h 81563"/>
                <a:gd name="connsiteX116" fmla="*/ 376771 w 526146"/>
                <a:gd name="connsiteY116" fmla="*/ 51510 h 81563"/>
                <a:gd name="connsiteX117" fmla="*/ 372917 w 526146"/>
                <a:gd name="connsiteY117" fmla="*/ 46980 h 81563"/>
                <a:gd name="connsiteX118" fmla="*/ 367344 w 526146"/>
                <a:gd name="connsiteY118" fmla="*/ 44375 h 81563"/>
                <a:gd name="connsiteX119" fmla="*/ 361042 w 526146"/>
                <a:gd name="connsiteY119" fmla="*/ 43333 h 81563"/>
                <a:gd name="connsiteX120" fmla="*/ 356875 w 526146"/>
                <a:gd name="connsiteY120" fmla="*/ 43333 h 81563"/>
                <a:gd name="connsiteX121" fmla="*/ 355417 w 526146"/>
                <a:gd name="connsiteY121" fmla="*/ 43074 h 81563"/>
                <a:gd name="connsiteX122" fmla="*/ 355209 w 526146"/>
                <a:gd name="connsiteY122" fmla="*/ 41667 h 81563"/>
                <a:gd name="connsiteX123" fmla="*/ 355209 w 526146"/>
                <a:gd name="connsiteY123" fmla="*/ 37812 h 81563"/>
                <a:gd name="connsiteX124" fmla="*/ 355417 w 526146"/>
                <a:gd name="connsiteY124" fmla="*/ 36146 h 81563"/>
                <a:gd name="connsiteX125" fmla="*/ 356875 w 526146"/>
                <a:gd name="connsiteY125" fmla="*/ 35729 h 81563"/>
                <a:gd name="connsiteX126" fmla="*/ 360313 w 526146"/>
                <a:gd name="connsiteY126" fmla="*/ 35729 h 81563"/>
                <a:gd name="connsiteX127" fmla="*/ 366406 w 526146"/>
                <a:gd name="connsiteY127" fmla="*/ 34948 h 81563"/>
                <a:gd name="connsiteX128" fmla="*/ 371563 w 526146"/>
                <a:gd name="connsiteY128" fmla="*/ 32500 h 81563"/>
                <a:gd name="connsiteX129" fmla="*/ 375209 w 526146"/>
                <a:gd name="connsiteY129" fmla="*/ 28385 h 81563"/>
                <a:gd name="connsiteX130" fmla="*/ 376563 w 526146"/>
                <a:gd name="connsiteY130" fmla="*/ 22188 h 81563"/>
                <a:gd name="connsiteX131" fmla="*/ 372240 w 526146"/>
                <a:gd name="connsiteY131" fmla="*/ 12084 h 81563"/>
                <a:gd name="connsiteX132" fmla="*/ 361355 w 526146"/>
                <a:gd name="connsiteY132" fmla="*/ 8542 h 81563"/>
                <a:gd name="connsiteX133" fmla="*/ 350677 w 526146"/>
                <a:gd name="connsiteY133" fmla="*/ 12084 h 81563"/>
                <a:gd name="connsiteX134" fmla="*/ 346146 w 526146"/>
                <a:gd name="connsiteY134" fmla="*/ 22292 h 81563"/>
                <a:gd name="connsiteX135" fmla="*/ 337813 w 526146"/>
                <a:gd name="connsiteY135" fmla="*/ 22292 h 81563"/>
                <a:gd name="connsiteX136" fmla="*/ 344479 w 526146"/>
                <a:gd name="connsiteY136" fmla="*/ 6979 h 81563"/>
                <a:gd name="connsiteX137" fmla="*/ 361667 w 526146"/>
                <a:gd name="connsiteY137" fmla="*/ 1354 h 81563"/>
                <a:gd name="connsiteX138" fmla="*/ 205417 w 526146"/>
                <a:gd name="connsiteY138" fmla="*/ 1354 h 81563"/>
                <a:gd name="connsiteX139" fmla="*/ 214219 w 526146"/>
                <a:gd name="connsiteY139" fmla="*/ 2553 h 81563"/>
                <a:gd name="connsiteX140" fmla="*/ 221667 w 526146"/>
                <a:gd name="connsiteY140" fmla="*/ 6251 h 81563"/>
                <a:gd name="connsiteX141" fmla="*/ 226719 w 526146"/>
                <a:gd name="connsiteY141" fmla="*/ 12604 h 81563"/>
                <a:gd name="connsiteX142" fmla="*/ 228646 w 526146"/>
                <a:gd name="connsiteY142" fmla="*/ 21771 h 81563"/>
                <a:gd name="connsiteX143" fmla="*/ 224375 w 526146"/>
                <a:gd name="connsiteY143" fmla="*/ 33437 h 81563"/>
                <a:gd name="connsiteX144" fmla="*/ 213229 w 526146"/>
                <a:gd name="connsiteY144" fmla="*/ 39792 h 81563"/>
                <a:gd name="connsiteX145" fmla="*/ 225573 w 526146"/>
                <a:gd name="connsiteY145" fmla="*/ 46198 h 81563"/>
                <a:gd name="connsiteX146" fmla="*/ 230313 w 526146"/>
                <a:gd name="connsiteY146" fmla="*/ 59063 h 81563"/>
                <a:gd name="connsiteX147" fmla="*/ 228177 w 526146"/>
                <a:gd name="connsiteY147" fmla="*/ 69010 h 81563"/>
                <a:gd name="connsiteX148" fmla="*/ 222500 w 526146"/>
                <a:gd name="connsiteY148" fmla="*/ 75834 h 81563"/>
                <a:gd name="connsiteX149" fmla="*/ 214375 w 526146"/>
                <a:gd name="connsiteY149" fmla="*/ 79687 h 81563"/>
                <a:gd name="connsiteX150" fmla="*/ 205000 w 526146"/>
                <a:gd name="connsiteY150" fmla="*/ 80938 h 81563"/>
                <a:gd name="connsiteX151" fmla="*/ 187240 w 526146"/>
                <a:gd name="connsiteY151" fmla="*/ 75000 h 81563"/>
                <a:gd name="connsiteX152" fmla="*/ 180521 w 526146"/>
                <a:gd name="connsiteY152" fmla="*/ 58542 h 81563"/>
                <a:gd name="connsiteX153" fmla="*/ 188750 w 526146"/>
                <a:gd name="connsiteY153" fmla="*/ 58542 h 81563"/>
                <a:gd name="connsiteX154" fmla="*/ 193698 w 526146"/>
                <a:gd name="connsiteY154" fmla="*/ 69896 h 81563"/>
                <a:gd name="connsiteX155" fmla="*/ 205313 w 526146"/>
                <a:gd name="connsiteY155" fmla="*/ 73750 h 81563"/>
                <a:gd name="connsiteX156" fmla="*/ 217500 w 526146"/>
                <a:gd name="connsiteY156" fmla="*/ 69687 h 81563"/>
                <a:gd name="connsiteX157" fmla="*/ 221979 w 526146"/>
                <a:gd name="connsiteY157" fmla="*/ 58125 h 81563"/>
                <a:gd name="connsiteX158" fmla="*/ 220521 w 526146"/>
                <a:gd name="connsiteY158" fmla="*/ 51510 h 81563"/>
                <a:gd name="connsiteX159" fmla="*/ 216667 w 526146"/>
                <a:gd name="connsiteY159" fmla="*/ 46980 h 81563"/>
                <a:gd name="connsiteX160" fmla="*/ 211094 w 526146"/>
                <a:gd name="connsiteY160" fmla="*/ 44375 h 81563"/>
                <a:gd name="connsiteX161" fmla="*/ 204792 w 526146"/>
                <a:gd name="connsiteY161" fmla="*/ 43333 h 81563"/>
                <a:gd name="connsiteX162" fmla="*/ 200625 w 526146"/>
                <a:gd name="connsiteY162" fmla="*/ 43333 h 81563"/>
                <a:gd name="connsiteX163" fmla="*/ 199167 w 526146"/>
                <a:gd name="connsiteY163" fmla="*/ 43074 h 81563"/>
                <a:gd name="connsiteX164" fmla="*/ 198959 w 526146"/>
                <a:gd name="connsiteY164" fmla="*/ 41667 h 81563"/>
                <a:gd name="connsiteX165" fmla="*/ 198959 w 526146"/>
                <a:gd name="connsiteY165" fmla="*/ 37812 h 81563"/>
                <a:gd name="connsiteX166" fmla="*/ 199167 w 526146"/>
                <a:gd name="connsiteY166" fmla="*/ 36146 h 81563"/>
                <a:gd name="connsiteX167" fmla="*/ 200625 w 526146"/>
                <a:gd name="connsiteY167" fmla="*/ 35729 h 81563"/>
                <a:gd name="connsiteX168" fmla="*/ 204063 w 526146"/>
                <a:gd name="connsiteY168" fmla="*/ 35729 h 81563"/>
                <a:gd name="connsiteX169" fmla="*/ 210156 w 526146"/>
                <a:gd name="connsiteY169" fmla="*/ 34948 h 81563"/>
                <a:gd name="connsiteX170" fmla="*/ 215313 w 526146"/>
                <a:gd name="connsiteY170" fmla="*/ 32500 h 81563"/>
                <a:gd name="connsiteX171" fmla="*/ 218959 w 526146"/>
                <a:gd name="connsiteY171" fmla="*/ 28385 h 81563"/>
                <a:gd name="connsiteX172" fmla="*/ 220313 w 526146"/>
                <a:gd name="connsiteY172" fmla="*/ 22188 h 81563"/>
                <a:gd name="connsiteX173" fmla="*/ 215990 w 526146"/>
                <a:gd name="connsiteY173" fmla="*/ 12084 h 81563"/>
                <a:gd name="connsiteX174" fmla="*/ 205104 w 526146"/>
                <a:gd name="connsiteY174" fmla="*/ 8542 h 81563"/>
                <a:gd name="connsiteX175" fmla="*/ 194427 w 526146"/>
                <a:gd name="connsiteY175" fmla="*/ 12084 h 81563"/>
                <a:gd name="connsiteX176" fmla="*/ 189896 w 526146"/>
                <a:gd name="connsiteY176" fmla="*/ 22292 h 81563"/>
                <a:gd name="connsiteX177" fmla="*/ 181563 w 526146"/>
                <a:gd name="connsiteY177" fmla="*/ 22292 h 81563"/>
                <a:gd name="connsiteX178" fmla="*/ 188229 w 526146"/>
                <a:gd name="connsiteY178" fmla="*/ 6979 h 81563"/>
                <a:gd name="connsiteX179" fmla="*/ 205417 w 526146"/>
                <a:gd name="connsiteY179" fmla="*/ 1354 h 81563"/>
                <a:gd name="connsiteX180" fmla="*/ 140208 w 526146"/>
                <a:gd name="connsiteY180" fmla="*/ 1354 h 81563"/>
                <a:gd name="connsiteX181" fmla="*/ 156250 w 526146"/>
                <a:gd name="connsiteY181" fmla="*/ 6459 h 81563"/>
                <a:gd name="connsiteX182" fmla="*/ 162708 w 526146"/>
                <a:gd name="connsiteY182" fmla="*/ 21458 h 81563"/>
                <a:gd name="connsiteX183" fmla="*/ 158594 w 526146"/>
                <a:gd name="connsiteY183" fmla="*/ 35313 h 81563"/>
                <a:gd name="connsiteX184" fmla="*/ 148750 w 526146"/>
                <a:gd name="connsiteY184" fmla="*/ 49271 h 81563"/>
                <a:gd name="connsiteX185" fmla="*/ 136875 w 526146"/>
                <a:gd name="connsiteY185" fmla="*/ 61979 h 81563"/>
                <a:gd name="connsiteX186" fmla="*/ 126667 w 526146"/>
                <a:gd name="connsiteY186" fmla="*/ 71979 h 81563"/>
                <a:gd name="connsiteX187" fmla="*/ 164375 w 526146"/>
                <a:gd name="connsiteY187" fmla="*/ 71979 h 81563"/>
                <a:gd name="connsiteX188" fmla="*/ 164375 w 526146"/>
                <a:gd name="connsiteY188" fmla="*/ 79167 h 81563"/>
                <a:gd name="connsiteX189" fmla="*/ 118646 w 526146"/>
                <a:gd name="connsiteY189" fmla="*/ 79167 h 81563"/>
                <a:gd name="connsiteX190" fmla="*/ 117448 w 526146"/>
                <a:gd name="connsiteY190" fmla="*/ 78855 h 81563"/>
                <a:gd name="connsiteX191" fmla="*/ 117188 w 526146"/>
                <a:gd name="connsiteY191" fmla="*/ 77604 h 81563"/>
                <a:gd name="connsiteX192" fmla="*/ 117188 w 526146"/>
                <a:gd name="connsiteY192" fmla="*/ 71355 h 81563"/>
                <a:gd name="connsiteX193" fmla="*/ 121510 w 526146"/>
                <a:gd name="connsiteY193" fmla="*/ 67188 h 81563"/>
                <a:gd name="connsiteX194" fmla="*/ 127084 w 526146"/>
                <a:gd name="connsiteY194" fmla="*/ 61667 h 81563"/>
                <a:gd name="connsiteX195" fmla="*/ 133125 w 526146"/>
                <a:gd name="connsiteY195" fmla="*/ 55208 h 81563"/>
                <a:gd name="connsiteX196" fmla="*/ 139271 w 526146"/>
                <a:gd name="connsiteY196" fmla="*/ 48126 h 81563"/>
                <a:gd name="connsiteX197" fmla="*/ 145000 w 526146"/>
                <a:gd name="connsiteY197" fmla="*/ 40990 h 81563"/>
                <a:gd name="connsiteX198" fmla="*/ 149688 w 526146"/>
                <a:gd name="connsiteY198" fmla="*/ 34063 h 81563"/>
                <a:gd name="connsiteX199" fmla="*/ 152969 w 526146"/>
                <a:gd name="connsiteY199" fmla="*/ 27604 h 81563"/>
                <a:gd name="connsiteX200" fmla="*/ 154167 w 526146"/>
                <a:gd name="connsiteY200" fmla="*/ 22084 h 81563"/>
                <a:gd name="connsiteX201" fmla="*/ 150209 w 526146"/>
                <a:gd name="connsiteY201" fmla="*/ 11927 h 81563"/>
                <a:gd name="connsiteX202" fmla="*/ 140000 w 526146"/>
                <a:gd name="connsiteY202" fmla="*/ 8542 h 81563"/>
                <a:gd name="connsiteX203" fmla="*/ 130156 w 526146"/>
                <a:gd name="connsiteY203" fmla="*/ 12709 h 81563"/>
                <a:gd name="connsiteX204" fmla="*/ 126354 w 526146"/>
                <a:gd name="connsiteY204" fmla="*/ 23542 h 81563"/>
                <a:gd name="connsiteX205" fmla="*/ 117813 w 526146"/>
                <a:gd name="connsiteY205" fmla="*/ 23542 h 81563"/>
                <a:gd name="connsiteX206" fmla="*/ 119479 w 526146"/>
                <a:gd name="connsiteY206" fmla="*/ 14428 h 81563"/>
                <a:gd name="connsiteX207" fmla="*/ 124167 w 526146"/>
                <a:gd name="connsiteY207" fmla="*/ 7396 h 81563"/>
                <a:gd name="connsiteX208" fmla="*/ 131302 w 526146"/>
                <a:gd name="connsiteY208" fmla="*/ 2917 h 81563"/>
                <a:gd name="connsiteX209" fmla="*/ 140208 w 526146"/>
                <a:gd name="connsiteY209" fmla="*/ 1354 h 81563"/>
                <a:gd name="connsiteX210" fmla="*/ 23021 w 526146"/>
                <a:gd name="connsiteY210" fmla="*/ 1354 h 81563"/>
                <a:gd name="connsiteX211" fmla="*/ 39063 w 526146"/>
                <a:gd name="connsiteY211" fmla="*/ 6459 h 81563"/>
                <a:gd name="connsiteX212" fmla="*/ 45521 w 526146"/>
                <a:gd name="connsiteY212" fmla="*/ 21458 h 81563"/>
                <a:gd name="connsiteX213" fmla="*/ 41406 w 526146"/>
                <a:gd name="connsiteY213" fmla="*/ 35313 h 81563"/>
                <a:gd name="connsiteX214" fmla="*/ 31563 w 526146"/>
                <a:gd name="connsiteY214" fmla="*/ 49271 h 81563"/>
                <a:gd name="connsiteX215" fmla="*/ 19688 w 526146"/>
                <a:gd name="connsiteY215" fmla="*/ 61979 h 81563"/>
                <a:gd name="connsiteX216" fmla="*/ 9479 w 526146"/>
                <a:gd name="connsiteY216" fmla="*/ 71979 h 81563"/>
                <a:gd name="connsiteX217" fmla="*/ 47188 w 526146"/>
                <a:gd name="connsiteY217" fmla="*/ 71979 h 81563"/>
                <a:gd name="connsiteX218" fmla="*/ 47188 w 526146"/>
                <a:gd name="connsiteY218" fmla="*/ 79167 h 81563"/>
                <a:gd name="connsiteX219" fmla="*/ 1458 w 526146"/>
                <a:gd name="connsiteY219" fmla="*/ 79167 h 81563"/>
                <a:gd name="connsiteX220" fmla="*/ 260 w 526146"/>
                <a:gd name="connsiteY220" fmla="*/ 78855 h 81563"/>
                <a:gd name="connsiteX221" fmla="*/ 0 w 526146"/>
                <a:gd name="connsiteY221" fmla="*/ 77604 h 81563"/>
                <a:gd name="connsiteX222" fmla="*/ 0 w 526146"/>
                <a:gd name="connsiteY222" fmla="*/ 71355 h 81563"/>
                <a:gd name="connsiteX223" fmla="*/ 4323 w 526146"/>
                <a:gd name="connsiteY223" fmla="*/ 67188 h 81563"/>
                <a:gd name="connsiteX224" fmla="*/ 9896 w 526146"/>
                <a:gd name="connsiteY224" fmla="*/ 61667 h 81563"/>
                <a:gd name="connsiteX225" fmla="*/ 15937 w 526146"/>
                <a:gd name="connsiteY225" fmla="*/ 55208 h 81563"/>
                <a:gd name="connsiteX226" fmla="*/ 22083 w 526146"/>
                <a:gd name="connsiteY226" fmla="*/ 48126 h 81563"/>
                <a:gd name="connsiteX227" fmla="*/ 27813 w 526146"/>
                <a:gd name="connsiteY227" fmla="*/ 40990 h 81563"/>
                <a:gd name="connsiteX228" fmla="*/ 32500 w 526146"/>
                <a:gd name="connsiteY228" fmla="*/ 34063 h 81563"/>
                <a:gd name="connsiteX229" fmla="*/ 35781 w 526146"/>
                <a:gd name="connsiteY229" fmla="*/ 27604 h 81563"/>
                <a:gd name="connsiteX230" fmla="*/ 36979 w 526146"/>
                <a:gd name="connsiteY230" fmla="*/ 22084 h 81563"/>
                <a:gd name="connsiteX231" fmla="*/ 33021 w 526146"/>
                <a:gd name="connsiteY231" fmla="*/ 11927 h 81563"/>
                <a:gd name="connsiteX232" fmla="*/ 22813 w 526146"/>
                <a:gd name="connsiteY232" fmla="*/ 8542 h 81563"/>
                <a:gd name="connsiteX233" fmla="*/ 12969 w 526146"/>
                <a:gd name="connsiteY233" fmla="*/ 12709 h 81563"/>
                <a:gd name="connsiteX234" fmla="*/ 9167 w 526146"/>
                <a:gd name="connsiteY234" fmla="*/ 23542 h 81563"/>
                <a:gd name="connsiteX235" fmla="*/ 625 w 526146"/>
                <a:gd name="connsiteY235" fmla="*/ 23542 h 81563"/>
                <a:gd name="connsiteX236" fmla="*/ 2292 w 526146"/>
                <a:gd name="connsiteY236" fmla="*/ 14428 h 81563"/>
                <a:gd name="connsiteX237" fmla="*/ 6979 w 526146"/>
                <a:gd name="connsiteY237" fmla="*/ 7396 h 81563"/>
                <a:gd name="connsiteX238" fmla="*/ 14115 w 526146"/>
                <a:gd name="connsiteY238" fmla="*/ 2917 h 81563"/>
                <a:gd name="connsiteX239" fmla="*/ 23021 w 526146"/>
                <a:gd name="connsiteY239" fmla="*/ 1354 h 81563"/>
                <a:gd name="connsiteX240" fmla="*/ 297917 w 526146"/>
                <a:gd name="connsiteY240" fmla="*/ 0 h 81563"/>
                <a:gd name="connsiteX241" fmla="*/ 310677 w 526146"/>
                <a:gd name="connsiteY241" fmla="*/ 3646 h 81563"/>
                <a:gd name="connsiteX242" fmla="*/ 318438 w 526146"/>
                <a:gd name="connsiteY242" fmla="*/ 13021 h 81563"/>
                <a:gd name="connsiteX243" fmla="*/ 322292 w 526146"/>
                <a:gd name="connsiteY243" fmla="*/ 26146 h 81563"/>
                <a:gd name="connsiteX244" fmla="*/ 323334 w 526146"/>
                <a:gd name="connsiteY244" fmla="*/ 40729 h 81563"/>
                <a:gd name="connsiteX245" fmla="*/ 322292 w 526146"/>
                <a:gd name="connsiteY245" fmla="*/ 55313 h 81563"/>
                <a:gd name="connsiteX246" fmla="*/ 318438 w 526146"/>
                <a:gd name="connsiteY246" fmla="*/ 68334 h 81563"/>
                <a:gd name="connsiteX247" fmla="*/ 310677 w 526146"/>
                <a:gd name="connsiteY247" fmla="*/ 77604 h 81563"/>
                <a:gd name="connsiteX248" fmla="*/ 297917 w 526146"/>
                <a:gd name="connsiteY248" fmla="*/ 81146 h 81563"/>
                <a:gd name="connsiteX249" fmla="*/ 285365 w 526146"/>
                <a:gd name="connsiteY249" fmla="*/ 77604 h 81563"/>
                <a:gd name="connsiteX250" fmla="*/ 277917 w 526146"/>
                <a:gd name="connsiteY250" fmla="*/ 68334 h 81563"/>
                <a:gd name="connsiteX251" fmla="*/ 274271 w 526146"/>
                <a:gd name="connsiteY251" fmla="*/ 55313 h 81563"/>
                <a:gd name="connsiteX252" fmla="*/ 273334 w 526146"/>
                <a:gd name="connsiteY252" fmla="*/ 40729 h 81563"/>
                <a:gd name="connsiteX253" fmla="*/ 274271 w 526146"/>
                <a:gd name="connsiteY253" fmla="*/ 26146 h 81563"/>
                <a:gd name="connsiteX254" fmla="*/ 277917 w 526146"/>
                <a:gd name="connsiteY254" fmla="*/ 13021 h 81563"/>
                <a:gd name="connsiteX255" fmla="*/ 285365 w 526146"/>
                <a:gd name="connsiteY255" fmla="*/ 3646 h 81563"/>
                <a:gd name="connsiteX256" fmla="*/ 297917 w 526146"/>
                <a:gd name="connsiteY256" fmla="*/ 0 h 81563"/>
                <a:gd name="connsiteX257" fmla="*/ 89583 w 526146"/>
                <a:gd name="connsiteY257" fmla="*/ 0 h 81563"/>
                <a:gd name="connsiteX258" fmla="*/ 102344 w 526146"/>
                <a:gd name="connsiteY258" fmla="*/ 3646 h 81563"/>
                <a:gd name="connsiteX259" fmla="*/ 110104 w 526146"/>
                <a:gd name="connsiteY259" fmla="*/ 13021 h 81563"/>
                <a:gd name="connsiteX260" fmla="*/ 113959 w 526146"/>
                <a:gd name="connsiteY260" fmla="*/ 26146 h 81563"/>
                <a:gd name="connsiteX261" fmla="*/ 115000 w 526146"/>
                <a:gd name="connsiteY261" fmla="*/ 40729 h 81563"/>
                <a:gd name="connsiteX262" fmla="*/ 113959 w 526146"/>
                <a:gd name="connsiteY262" fmla="*/ 55313 h 81563"/>
                <a:gd name="connsiteX263" fmla="*/ 110104 w 526146"/>
                <a:gd name="connsiteY263" fmla="*/ 68334 h 81563"/>
                <a:gd name="connsiteX264" fmla="*/ 102344 w 526146"/>
                <a:gd name="connsiteY264" fmla="*/ 77604 h 81563"/>
                <a:gd name="connsiteX265" fmla="*/ 89583 w 526146"/>
                <a:gd name="connsiteY265" fmla="*/ 81146 h 81563"/>
                <a:gd name="connsiteX266" fmla="*/ 77031 w 526146"/>
                <a:gd name="connsiteY266" fmla="*/ 77604 h 81563"/>
                <a:gd name="connsiteX267" fmla="*/ 69583 w 526146"/>
                <a:gd name="connsiteY267" fmla="*/ 68334 h 81563"/>
                <a:gd name="connsiteX268" fmla="*/ 65938 w 526146"/>
                <a:gd name="connsiteY268" fmla="*/ 55313 h 81563"/>
                <a:gd name="connsiteX269" fmla="*/ 65000 w 526146"/>
                <a:gd name="connsiteY269" fmla="*/ 40729 h 81563"/>
                <a:gd name="connsiteX270" fmla="*/ 65938 w 526146"/>
                <a:gd name="connsiteY270" fmla="*/ 26146 h 81563"/>
                <a:gd name="connsiteX271" fmla="*/ 69583 w 526146"/>
                <a:gd name="connsiteY271" fmla="*/ 13021 h 81563"/>
                <a:gd name="connsiteX272" fmla="*/ 77031 w 526146"/>
                <a:gd name="connsiteY272" fmla="*/ 3646 h 81563"/>
                <a:gd name="connsiteX273" fmla="*/ 89583 w 526146"/>
                <a:gd name="connsiteY273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</a:cxnLst>
              <a:rect l="l" t="t" r="r" b="b"/>
              <a:pathLst>
                <a:path w="526146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4"/>
                  </a:cubicBezTo>
                  <a:cubicBezTo>
                    <a:pt x="287005" y="13255"/>
                    <a:pt x="285417" y="16172"/>
                    <a:pt x="284375" y="19584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110" y="34428"/>
                    <a:pt x="281979" y="37812"/>
                    <a:pt x="281979" y="40729"/>
                  </a:cubicBezTo>
                  <a:cubicBezTo>
                    <a:pt x="281979" y="43646"/>
                    <a:pt x="282110" y="46992"/>
                    <a:pt x="282344" y="50782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7005" y="67943"/>
                    <a:pt x="289115" y="70313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62" y="72669"/>
                    <a:pt x="306875" y="70313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28" y="54557"/>
                    <a:pt x="314167" y="50782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2"/>
                    <a:pt x="314519" y="34428"/>
                    <a:pt x="314167" y="30573"/>
                  </a:cubicBezTo>
                  <a:cubicBezTo>
                    <a:pt x="313828" y="26719"/>
                    <a:pt x="313060" y="23047"/>
                    <a:pt x="311875" y="19584"/>
                  </a:cubicBezTo>
                  <a:cubicBezTo>
                    <a:pt x="310768" y="16172"/>
                    <a:pt x="309102" y="13255"/>
                    <a:pt x="306875" y="10834"/>
                  </a:cubicBezTo>
                  <a:cubicBezTo>
                    <a:pt x="304662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4"/>
                  </a:cubicBezTo>
                  <a:cubicBezTo>
                    <a:pt x="78672" y="13255"/>
                    <a:pt x="77084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8"/>
                    <a:pt x="73646" y="37812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3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95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518229" y="3125"/>
                  </a:moveTo>
                  <a:lnTo>
                    <a:pt x="524167" y="3125"/>
                  </a:lnTo>
                  <a:cubicBezTo>
                    <a:pt x="524935" y="3125"/>
                    <a:pt x="525456" y="3255"/>
                    <a:pt x="525730" y="3542"/>
                  </a:cubicBezTo>
                  <a:cubicBezTo>
                    <a:pt x="526016" y="3815"/>
                    <a:pt x="526146" y="4336"/>
                    <a:pt x="526146" y="5105"/>
                  </a:cubicBezTo>
                  <a:lnTo>
                    <a:pt x="526146" y="79167"/>
                  </a:lnTo>
                  <a:lnTo>
                    <a:pt x="517917" y="79167"/>
                  </a:lnTo>
                  <a:lnTo>
                    <a:pt x="517917" y="12084"/>
                  </a:lnTo>
                  <a:cubicBezTo>
                    <a:pt x="516042" y="14089"/>
                    <a:pt x="513698" y="16016"/>
                    <a:pt x="510886" y="17865"/>
                  </a:cubicBezTo>
                  <a:cubicBezTo>
                    <a:pt x="508073" y="19701"/>
                    <a:pt x="505000" y="21458"/>
                    <a:pt x="501667" y="23125"/>
                  </a:cubicBezTo>
                  <a:lnTo>
                    <a:pt x="501667" y="15209"/>
                  </a:lnTo>
                  <a:cubicBezTo>
                    <a:pt x="504662" y="13881"/>
                    <a:pt x="507539" y="12188"/>
                    <a:pt x="510313" y="10104"/>
                  </a:cubicBezTo>
                  <a:cubicBezTo>
                    <a:pt x="513099" y="8021"/>
                    <a:pt x="515729" y="5690"/>
                    <a:pt x="518229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53" y="49662"/>
                    <a:pt x="465664" y="48151"/>
                    <a:pt x="464063" y="46980"/>
                  </a:cubicBezTo>
                  <a:cubicBezTo>
                    <a:pt x="462396" y="45795"/>
                    <a:pt x="460547" y="44922"/>
                    <a:pt x="458490" y="44375"/>
                  </a:cubicBezTo>
                  <a:cubicBezTo>
                    <a:pt x="456446" y="43815"/>
                    <a:pt x="454349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33" y="42891"/>
                    <a:pt x="446355" y="42422"/>
                    <a:pt x="446355" y="41667"/>
                  </a:cubicBezTo>
                  <a:lnTo>
                    <a:pt x="446355" y="37812"/>
                  </a:lnTo>
                  <a:cubicBezTo>
                    <a:pt x="446355" y="36980"/>
                    <a:pt x="446433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45" y="31459"/>
                    <a:pt x="465456" y="30078"/>
                    <a:pt x="466355" y="28385"/>
                  </a:cubicBezTo>
                  <a:cubicBezTo>
                    <a:pt x="467266" y="26680"/>
                    <a:pt x="467709" y="24610"/>
                    <a:pt x="467709" y="22188"/>
                  </a:cubicBezTo>
                  <a:cubicBezTo>
                    <a:pt x="467709" y="17813"/>
                    <a:pt x="466276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95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30"/>
                    <a:pt x="435625" y="6979"/>
                  </a:cubicBezTo>
                  <a:cubicBezTo>
                    <a:pt x="440000" y="3230"/>
                    <a:pt x="445730" y="1354"/>
                    <a:pt x="452813" y="1354"/>
                  </a:cubicBezTo>
                  <a:close/>
                  <a:moveTo>
                    <a:pt x="361667" y="1354"/>
                  </a:moveTo>
                  <a:cubicBezTo>
                    <a:pt x="364727" y="1354"/>
                    <a:pt x="367657" y="1745"/>
                    <a:pt x="370469" y="2553"/>
                  </a:cubicBezTo>
                  <a:cubicBezTo>
                    <a:pt x="373281" y="3347"/>
                    <a:pt x="375769" y="4583"/>
                    <a:pt x="377917" y="6251"/>
                  </a:cubicBezTo>
                  <a:cubicBezTo>
                    <a:pt x="380000" y="7917"/>
                    <a:pt x="381693" y="10026"/>
                    <a:pt x="382969" y="12604"/>
                  </a:cubicBezTo>
                  <a:cubicBezTo>
                    <a:pt x="384258" y="15170"/>
                    <a:pt x="384896" y="18229"/>
                    <a:pt x="384896" y="21771"/>
                  </a:cubicBezTo>
                  <a:cubicBezTo>
                    <a:pt x="384896" y="26146"/>
                    <a:pt x="383477" y="30026"/>
                    <a:pt x="380625" y="33437"/>
                  </a:cubicBezTo>
                  <a:cubicBezTo>
                    <a:pt x="377787" y="36836"/>
                    <a:pt x="374063" y="38958"/>
                    <a:pt x="369479" y="39792"/>
                  </a:cubicBezTo>
                  <a:cubicBezTo>
                    <a:pt x="374558" y="40482"/>
                    <a:pt x="378672" y="42617"/>
                    <a:pt x="381823" y="46198"/>
                  </a:cubicBezTo>
                  <a:cubicBezTo>
                    <a:pt x="384987" y="49766"/>
                    <a:pt x="386563" y="54063"/>
                    <a:pt x="386563" y="59063"/>
                  </a:cubicBezTo>
                  <a:cubicBezTo>
                    <a:pt x="386563" y="62943"/>
                    <a:pt x="385860" y="66263"/>
                    <a:pt x="384427" y="69010"/>
                  </a:cubicBezTo>
                  <a:cubicBezTo>
                    <a:pt x="383008" y="71745"/>
                    <a:pt x="381120" y="74023"/>
                    <a:pt x="378750" y="75834"/>
                  </a:cubicBezTo>
                  <a:cubicBezTo>
                    <a:pt x="376394" y="77566"/>
                    <a:pt x="373685" y="78855"/>
                    <a:pt x="370625" y="79687"/>
                  </a:cubicBezTo>
                  <a:cubicBezTo>
                    <a:pt x="367578" y="80521"/>
                    <a:pt x="364453" y="80938"/>
                    <a:pt x="361250" y="80938"/>
                  </a:cubicBezTo>
                  <a:cubicBezTo>
                    <a:pt x="353750" y="80938"/>
                    <a:pt x="347839" y="78959"/>
                    <a:pt x="343490" y="75000"/>
                  </a:cubicBezTo>
                  <a:cubicBezTo>
                    <a:pt x="339154" y="71042"/>
                    <a:pt x="336914" y="65547"/>
                    <a:pt x="336771" y="58542"/>
                  </a:cubicBezTo>
                  <a:lnTo>
                    <a:pt x="345000" y="58542"/>
                  </a:lnTo>
                  <a:cubicBezTo>
                    <a:pt x="345495" y="63542"/>
                    <a:pt x="347136" y="67318"/>
                    <a:pt x="349948" y="69896"/>
                  </a:cubicBezTo>
                  <a:cubicBezTo>
                    <a:pt x="352761" y="72461"/>
                    <a:pt x="356641" y="73750"/>
                    <a:pt x="361563" y="73750"/>
                  </a:cubicBezTo>
                  <a:cubicBezTo>
                    <a:pt x="366706" y="73750"/>
                    <a:pt x="370769" y="72396"/>
                    <a:pt x="373750" y="69687"/>
                  </a:cubicBezTo>
                  <a:cubicBezTo>
                    <a:pt x="376745" y="66980"/>
                    <a:pt x="378229" y="63125"/>
                    <a:pt x="378229" y="58125"/>
                  </a:cubicBezTo>
                  <a:cubicBezTo>
                    <a:pt x="378229" y="55547"/>
                    <a:pt x="377748" y="53347"/>
                    <a:pt x="376771" y="51510"/>
                  </a:cubicBezTo>
                  <a:cubicBezTo>
                    <a:pt x="375807" y="49662"/>
                    <a:pt x="374518" y="48151"/>
                    <a:pt x="372917" y="46980"/>
                  </a:cubicBezTo>
                  <a:cubicBezTo>
                    <a:pt x="371250" y="45795"/>
                    <a:pt x="369401" y="44922"/>
                    <a:pt x="367344" y="44375"/>
                  </a:cubicBezTo>
                  <a:cubicBezTo>
                    <a:pt x="365300" y="43815"/>
                    <a:pt x="363203" y="43464"/>
                    <a:pt x="361042" y="43333"/>
                  </a:cubicBezTo>
                  <a:lnTo>
                    <a:pt x="356875" y="43333"/>
                  </a:lnTo>
                  <a:cubicBezTo>
                    <a:pt x="356042" y="43333"/>
                    <a:pt x="355560" y="43243"/>
                    <a:pt x="355417" y="43074"/>
                  </a:cubicBezTo>
                  <a:cubicBezTo>
                    <a:pt x="355287" y="42891"/>
                    <a:pt x="355209" y="42422"/>
                    <a:pt x="355209" y="41667"/>
                  </a:cubicBezTo>
                  <a:lnTo>
                    <a:pt x="355209" y="37812"/>
                  </a:lnTo>
                  <a:cubicBezTo>
                    <a:pt x="355209" y="36980"/>
                    <a:pt x="355287" y="36419"/>
                    <a:pt x="355417" y="36146"/>
                  </a:cubicBezTo>
                  <a:cubicBezTo>
                    <a:pt x="355560" y="35860"/>
                    <a:pt x="356042" y="35729"/>
                    <a:pt x="356875" y="35729"/>
                  </a:cubicBezTo>
                  <a:lnTo>
                    <a:pt x="360313" y="35729"/>
                  </a:lnTo>
                  <a:cubicBezTo>
                    <a:pt x="362396" y="35729"/>
                    <a:pt x="364427" y="35469"/>
                    <a:pt x="366406" y="34948"/>
                  </a:cubicBezTo>
                  <a:cubicBezTo>
                    <a:pt x="368386" y="34428"/>
                    <a:pt x="370105" y="33607"/>
                    <a:pt x="371563" y="32500"/>
                  </a:cubicBezTo>
                  <a:cubicBezTo>
                    <a:pt x="373099" y="31459"/>
                    <a:pt x="374310" y="30078"/>
                    <a:pt x="375209" y="28385"/>
                  </a:cubicBezTo>
                  <a:cubicBezTo>
                    <a:pt x="376120" y="26680"/>
                    <a:pt x="376563" y="24610"/>
                    <a:pt x="376563" y="22188"/>
                  </a:cubicBezTo>
                  <a:cubicBezTo>
                    <a:pt x="376563" y="17813"/>
                    <a:pt x="375131" y="14440"/>
                    <a:pt x="372240" y="12084"/>
                  </a:cubicBezTo>
                  <a:cubicBezTo>
                    <a:pt x="369362" y="9714"/>
                    <a:pt x="365730" y="8542"/>
                    <a:pt x="361355" y="8542"/>
                  </a:cubicBezTo>
                  <a:cubicBezTo>
                    <a:pt x="356849" y="8542"/>
                    <a:pt x="353281" y="9714"/>
                    <a:pt x="350677" y="12084"/>
                  </a:cubicBezTo>
                  <a:cubicBezTo>
                    <a:pt x="348073" y="14440"/>
                    <a:pt x="346563" y="17838"/>
                    <a:pt x="346146" y="22292"/>
                  </a:cubicBezTo>
                  <a:lnTo>
                    <a:pt x="337813" y="22292"/>
                  </a:lnTo>
                  <a:cubicBezTo>
                    <a:pt x="337891" y="15833"/>
                    <a:pt x="340104" y="10730"/>
                    <a:pt x="344479" y="6979"/>
                  </a:cubicBezTo>
                  <a:cubicBezTo>
                    <a:pt x="348854" y="3230"/>
                    <a:pt x="354584" y="1354"/>
                    <a:pt x="361667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3"/>
                  </a:cubicBezTo>
                  <a:cubicBezTo>
                    <a:pt x="217031" y="3347"/>
                    <a:pt x="219518" y="4583"/>
                    <a:pt x="221667" y="6251"/>
                  </a:cubicBezTo>
                  <a:cubicBezTo>
                    <a:pt x="223750" y="7917"/>
                    <a:pt x="225443" y="10026"/>
                    <a:pt x="226719" y="12604"/>
                  </a:cubicBezTo>
                  <a:cubicBezTo>
                    <a:pt x="228008" y="15170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37" y="36836"/>
                    <a:pt x="217813" y="38958"/>
                    <a:pt x="213229" y="39792"/>
                  </a:cubicBezTo>
                  <a:cubicBezTo>
                    <a:pt x="218307" y="40482"/>
                    <a:pt x="222422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610" y="66263"/>
                    <a:pt x="228177" y="69010"/>
                  </a:cubicBezTo>
                  <a:cubicBezTo>
                    <a:pt x="226758" y="71745"/>
                    <a:pt x="224870" y="74023"/>
                    <a:pt x="222500" y="75834"/>
                  </a:cubicBezTo>
                  <a:cubicBezTo>
                    <a:pt x="220144" y="77566"/>
                    <a:pt x="217435" y="78855"/>
                    <a:pt x="214375" y="79687"/>
                  </a:cubicBezTo>
                  <a:cubicBezTo>
                    <a:pt x="211328" y="80521"/>
                    <a:pt x="208203" y="80938"/>
                    <a:pt x="205000" y="80938"/>
                  </a:cubicBezTo>
                  <a:cubicBezTo>
                    <a:pt x="197500" y="80938"/>
                    <a:pt x="191589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45" y="63542"/>
                    <a:pt x="190886" y="67318"/>
                    <a:pt x="193698" y="69896"/>
                  </a:cubicBezTo>
                  <a:cubicBezTo>
                    <a:pt x="196511" y="72461"/>
                    <a:pt x="200391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95" y="66980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0"/>
                  </a:cubicBezTo>
                  <a:cubicBezTo>
                    <a:pt x="219557" y="49662"/>
                    <a:pt x="218268" y="48151"/>
                    <a:pt x="216667" y="46980"/>
                  </a:cubicBezTo>
                  <a:cubicBezTo>
                    <a:pt x="215000" y="45795"/>
                    <a:pt x="213151" y="44922"/>
                    <a:pt x="211094" y="44375"/>
                  </a:cubicBezTo>
                  <a:cubicBezTo>
                    <a:pt x="209050" y="43815"/>
                    <a:pt x="206953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3"/>
                    <a:pt x="199167" y="43074"/>
                  </a:cubicBezTo>
                  <a:cubicBezTo>
                    <a:pt x="199037" y="42891"/>
                    <a:pt x="198959" y="42422"/>
                    <a:pt x="198959" y="41667"/>
                  </a:cubicBezTo>
                  <a:lnTo>
                    <a:pt x="198959" y="37812"/>
                  </a:lnTo>
                  <a:cubicBezTo>
                    <a:pt x="198959" y="36980"/>
                    <a:pt x="199037" y="36419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8"/>
                    <a:pt x="213854" y="33607"/>
                    <a:pt x="215313" y="32500"/>
                  </a:cubicBezTo>
                  <a:cubicBezTo>
                    <a:pt x="216849" y="31459"/>
                    <a:pt x="218060" y="30078"/>
                    <a:pt x="218959" y="28385"/>
                  </a:cubicBezTo>
                  <a:cubicBezTo>
                    <a:pt x="219870" y="26680"/>
                    <a:pt x="220313" y="24610"/>
                    <a:pt x="220313" y="22188"/>
                  </a:cubicBezTo>
                  <a:cubicBezTo>
                    <a:pt x="220313" y="17813"/>
                    <a:pt x="218880" y="14440"/>
                    <a:pt x="215990" y="12084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99" y="8542"/>
                    <a:pt x="197031" y="9714"/>
                    <a:pt x="194427" y="12084"/>
                  </a:cubicBezTo>
                  <a:cubicBezTo>
                    <a:pt x="191823" y="14440"/>
                    <a:pt x="190313" y="17838"/>
                    <a:pt x="189896" y="22292"/>
                  </a:cubicBezTo>
                  <a:lnTo>
                    <a:pt x="181563" y="22292"/>
                  </a:lnTo>
                  <a:cubicBezTo>
                    <a:pt x="181641" y="15833"/>
                    <a:pt x="183854" y="10730"/>
                    <a:pt x="188229" y="6979"/>
                  </a:cubicBezTo>
                  <a:cubicBezTo>
                    <a:pt x="192604" y="3230"/>
                    <a:pt x="198334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18" y="68855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6"/>
                  </a:cubicBezTo>
                  <a:cubicBezTo>
                    <a:pt x="141289" y="45756"/>
                    <a:pt x="143203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30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43"/>
                    <a:pt x="128568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30" y="68855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6"/>
                  </a:cubicBezTo>
                  <a:cubicBezTo>
                    <a:pt x="24102" y="45756"/>
                    <a:pt x="26016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2"/>
                    <a:pt x="26979" y="8542"/>
                    <a:pt x="22813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43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43"/>
                    <a:pt x="11380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68"/>
                    <a:pt x="316563" y="9193"/>
                    <a:pt x="318438" y="13021"/>
                  </a:cubicBezTo>
                  <a:cubicBezTo>
                    <a:pt x="320313" y="16902"/>
                    <a:pt x="321602" y="21276"/>
                    <a:pt x="322292" y="26146"/>
                  </a:cubicBezTo>
                  <a:cubicBezTo>
                    <a:pt x="322995" y="31003"/>
                    <a:pt x="323334" y="35860"/>
                    <a:pt x="323334" y="40729"/>
                  </a:cubicBezTo>
                  <a:cubicBezTo>
                    <a:pt x="323334" y="45652"/>
                    <a:pt x="322995" y="50521"/>
                    <a:pt x="322292" y="55313"/>
                  </a:cubicBezTo>
                  <a:cubicBezTo>
                    <a:pt x="321602" y="60105"/>
                    <a:pt x="320313" y="64441"/>
                    <a:pt x="318438" y="68334"/>
                  </a:cubicBezTo>
                  <a:cubicBezTo>
                    <a:pt x="316563" y="72149"/>
                    <a:pt x="313985" y="75235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35"/>
                    <a:pt x="279662" y="72149"/>
                    <a:pt x="277917" y="68334"/>
                  </a:cubicBezTo>
                  <a:cubicBezTo>
                    <a:pt x="276120" y="64441"/>
                    <a:pt x="274896" y="60105"/>
                    <a:pt x="274271" y="55313"/>
                  </a:cubicBezTo>
                  <a:cubicBezTo>
                    <a:pt x="273646" y="50521"/>
                    <a:pt x="273334" y="45652"/>
                    <a:pt x="273334" y="40729"/>
                  </a:cubicBezTo>
                  <a:cubicBezTo>
                    <a:pt x="273334" y="35860"/>
                    <a:pt x="273646" y="31003"/>
                    <a:pt x="274271" y="26146"/>
                  </a:cubicBezTo>
                  <a:cubicBezTo>
                    <a:pt x="274896" y="21276"/>
                    <a:pt x="276120" y="16902"/>
                    <a:pt x="277917" y="13021"/>
                  </a:cubicBezTo>
                  <a:cubicBezTo>
                    <a:pt x="279662" y="9193"/>
                    <a:pt x="282136" y="6068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9" y="26146"/>
                  </a:cubicBezTo>
                  <a:cubicBezTo>
                    <a:pt x="114662" y="31003"/>
                    <a:pt x="115000" y="35860"/>
                    <a:pt x="115000" y="40729"/>
                  </a:cubicBezTo>
                  <a:cubicBezTo>
                    <a:pt x="115000" y="45652"/>
                    <a:pt x="114662" y="50521"/>
                    <a:pt x="113959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51" y="75235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5"/>
                    <a:pt x="71328" y="72149"/>
                    <a:pt x="69583" y="68334"/>
                  </a:cubicBezTo>
                  <a:cubicBezTo>
                    <a:pt x="67787" y="64441"/>
                    <a:pt x="66563" y="60105"/>
                    <a:pt x="65938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8" y="26146"/>
                  </a:cubicBezTo>
                  <a:cubicBezTo>
                    <a:pt x="66563" y="21276"/>
                    <a:pt x="67787" y="16902"/>
                    <a:pt x="69583" y="13021"/>
                  </a:cubicBezTo>
                  <a:cubicBezTo>
                    <a:pt x="71328" y="9193"/>
                    <a:pt x="73802" y="6068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7" name="TextBox 786">
              <a:extLst>
                <a:ext uri="{FF2B5EF4-FFF2-40B4-BE49-F238E27FC236}">
                  <a16:creationId xmlns:a16="http://schemas.microsoft.com/office/drawing/2014/main" id="{E000D5B2-ED9F-44D2-87C0-177086D252D9}"/>
                </a:ext>
              </a:extLst>
            </p:cNvPr>
            <p:cNvSpPr txBox="1"/>
            <p:nvPr/>
          </p:nvSpPr>
          <p:spPr>
            <a:xfrm>
              <a:off x="2970659" y="7943120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2023.03.31</a:t>
              </a:r>
            </a:p>
          </p:txBody>
        </p:sp>
        <p:grpSp>
          <p:nvGrpSpPr>
            <p:cNvPr id="788" name="그래픽 5">
              <a:extLst>
                <a:ext uri="{FF2B5EF4-FFF2-40B4-BE49-F238E27FC236}">
                  <a16:creationId xmlns:a16="http://schemas.microsoft.com/office/drawing/2014/main" id="{87BAED98-56A4-4D3D-B864-37156672A6CD}"/>
                </a:ext>
              </a:extLst>
            </p:cNvPr>
            <p:cNvGrpSpPr/>
            <p:nvPr/>
          </p:nvGrpSpPr>
          <p:grpSpPr>
            <a:xfrm>
              <a:off x="3871553" y="7917472"/>
              <a:ext cx="700937" cy="95690"/>
              <a:chOff x="3871553" y="7917472"/>
              <a:chExt cx="700937" cy="95690"/>
            </a:xfrm>
          </p:grpSpPr>
          <p:sp>
            <p:nvSpPr>
              <p:cNvPr id="789" name="자유형: 도형 788">
                <a:extLst>
                  <a:ext uri="{FF2B5EF4-FFF2-40B4-BE49-F238E27FC236}">
                    <a16:creationId xmlns:a16="http://schemas.microsoft.com/office/drawing/2014/main" id="{203C5032-5F78-47EE-A75F-B4F25C39C319}"/>
                  </a:ext>
                </a:extLst>
              </p:cNvPr>
              <p:cNvSpPr/>
              <p:nvPr/>
            </p:nvSpPr>
            <p:spPr>
              <a:xfrm>
                <a:off x="3871553" y="7917472"/>
                <a:ext cx="700937" cy="94479"/>
              </a:xfrm>
              <a:custGeom>
                <a:avLst/>
                <a:gdLst>
                  <a:gd name="connsiteX0" fmla="*/ 499271 w 700937"/>
                  <a:gd name="connsiteY0" fmla="*/ 70833 h 94479"/>
                  <a:gd name="connsiteX1" fmla="*/ 510000 w 700937"/>
                  <a:gd name="connsiteY1" fmla="*/ 70833 h 94479"/>
                  <a:gd name="connsiteX2" fmla="*/ 510886 w 700937"/>
                  <a:gd name="connsiteY2" fmla="*/ 71146 h 94479"/>
                  <a:gd name="connsiteX3" fmla="*/ 511146 w 700937"/>
                  <a:gd name="connsiteY3" fmla="*/ 72084 h 94479"/>
                  <a:gd name="connsiteX4" fmla="*/ 511146 w 700937"/>
                  <a:gd name="connsiteY4" fmla="*/ 78750 h 94479"/>
                  <a:gd name="connsiteX5" fmla="*/ 508021 w 700937"/>
                  <a:gd name="connsiteY5" fmla="*/ 90001 h 94479"/>
                  <a:gd name="connsiteX6" fmla="*/ 500417 w 700937"/>
                  <a:gd name="connsiteY6" fmla="*/ 94480 h 94479"/>
                  <a:gd name="connsiteX7" fmla="*/ 500417 w 700937"/>
                  <a:gd name="connsiteY7" fmla="*/ 90834 h 94479"/>
                  <a:gd name="connsiteX8" fmla="*/ 503906 w 700937"/>
                  <a:gd name="connsiteY8" fmla="*/ 87344 h 94479"/>
                  <a:gd name="connsiteX9" fmla="*/ 504688 w 700937"/>
                  <a:gd name="connsiteY9" fmla="*/ 81563 h 94479"/>
                  <a:gd name="connsiteX10" fmla="*/ 499271 w 700937"/>
                  <a:gd name="connsiteY10" fmla="*/ 81563 h 94479"/>
                  <a:gd name="connsiteX11" fmla="*/ 277917 w 700937"/>
                  <a:gd name="connsiteY11" fmla="*/ 70833 h 94479"/>
                  <a:gd name="connsiteX12" fmla="*/ 288646 w 700937"/>
                  <a:gd name="connsiteY12" fmla="*/ 70833 h 94479"/>
                  <a:gd name="connsiteX13" fmla="*/ 289531 w 700937"/>
                  <a:gd name="connsiteY13" fmla="*/ 71146 h 94479"/>
                  <a:gd name="connsiteX14" fmla="*/ 289792 w 700937"/>
                  <a:gd name="connsiteY14" fmla="*/ 72084 h 94479"/>
                  <a:gd name="connsiteX15" fmla="*/ 289792 w 700937"/>
                  <a:gd name="connsiteY15" fmla="*/ 78750 h 94479"/>
                  <a:gd name="connsiteX16" fmla="*/ 286667 w 700937"/>
                  <a:gd name="connsiteY16" fmla="*/ 90001 h 94479"/>
                  <a:gd name="connsiteX17" fmla="*/ 279062 w 700937"/>
                  <a:gd name="connsiteY17" fmla="*/ 94480 h 94479"/>
                  <a:gd name="connsiteX18" fmla="*/ 279062 w 700937"/>
                  <a:gd name="connsiteY18" fmla="*/ 90834 h 94479"/>
                  <a:gd name="connsiteX19" fmla="*/ 282552 w 700937"/>
                  <a:gd name="connsiteY19" fmla="*/ 87344 h 94479"/>
                  <a:gd name="connsiteX20" fmla="*/ 283333 w 700937"/>
                  <a:gd name="connsiteY20" fmla="*/ 81563 h 94479"/>
                  <a:gd name="connsiteX21" fmla="*/ 277917 w 700937"/>
                  <a:gd name="connsiteY21" fmla="*/ 81563 h 94479"/>
                  <a:gd name="connsiteX22" fmla="*/ 69583 w 700937"/>
                  <a:gd name="connsiteY22" fmla="*/ 70833 h 94479"/>
                  <a:gd name="connsiteX23" fmla="*/ 80313 w 700937"/>
                  <a:gd name="connsiteY23" fmla="*/ 70833 h 94479"/>
                  <a:gd name="connsiteX24" fmla="*/ 81198 w 700937"/>
                  <a:gd name="connsiteY24" fmla="*/ 71146 h 94479"/>
                  <a:gd name="connsiteX25" fmla="*/ 81458 w 700937"/>
                  <a:gd name="connsiteY25" fmla="*/ 72084 h 94479"/>
                  <a:gd name="connsiteX26" fmla="*/ 81458 w 700937"/>
                  <a:gd name="connsiteY26" fmla="*/ 78750 h 94479"/>
                  <a:gd name="connsiteX27" fmla="*/ 78333 w 700937"/>
                  <a:gd name="connsiteY27" fmla="*/ 90001 h 94479"/>
                  <a:gd name="connsiteX28" fmla="*/ 70729 w 700937"/>
                  <a:gd name="connsiteY28" fmla="*/ 94480 h 94479"/>
                  <a:gd name="connsiteX29" fmla="*/ 70729 w 700937"/>
                  <a:gd name="connsiteY29" fmla="*/ 90834 h 94479"/>
                  <a:gd name="connsiteX30" fmla="*/ 74219 w 700937"/>
                  <a:gd name="connsiteY30" fmla="*/ 87344 h 94479"/>
                  <a:gd name="connsiteX31" fmla="*/ 75000 w 700937"/>
                  <a:gd name="connsiteY31" fmla="*/ 81563 h 94479"/>
                  <a:gd name="connsiteX32" fmla="*/ 69583 w 700937"/>
                  <a:gd name="connsiteY32" fmla="*/ 81563 h 94479"/>
                  <a:gd name="connsiteX33" fmla="*/ 610625 w 700937"/>
                  <a:gd name="connsiteY33" fmla="*/ 36146 h 94479"/>
                  <a:gd name="connsiteX34" fmla="*/ 604115 w 700937"/>
                  <a:gd name="connsiteY34" fmla="*/ 37657 h 94479"/>
                  <a:gd name="connsiteX35" fmla="*/ 599063 w 700937"/>
                  <a:gd name="connsiteY35" fmla="*/ 41563 h 94479"/>
                  <a:gd name="connsiteX36" fmla="*/ 595729 w 700937"/>
                  <a:gd name="connsiteY36" fmla="*/ 47292 h 94479"/>
                  <a:gd name="connsiteX37" fmla="*/ 594584 w 700937"/>
                  <a:gd name="connsiteY37" fmla="*/ 54063 h 94479"/>
                  <a:gd name="connsiteX38" fmla="*/ 595677 w 700937"/>
                  <a:gd name="connsiteY38" fmla="*/ 61979 h 94479"/>
                  <a:gd name="connsiteX39" fmla="*/ 598855 w 700937"/>
                  <a:gd name="connsiteY39" fmla="*/ 68229 h 94479"/>
                  <a:gd name="connsiteX40" fmla="*/ 603854 w 700937"/>
                  <a:gd name="connsiteY40" fmla="*/ 72448 h 94479"/>
                  <a:gd name="connsiteX41" fmla="*/ 610417 w 700937"/>
                  <a:gd name="connsiteY41" fmla="*/ 73958 h 94479"/>
                  <a:gd name="connsiteX42" fmla="*/ 622500 w 700937"/>
                  <a:gd name="connsiteY42" fmla="*/ 68490 h 94479"/>
                  <a:gd name="connsiteX43" fmla="*/ 626771 w 700937"/>
                  <a:gd name="connsiteY43" fmla="*/ 55000 h 94479"/>
                  <a:gd name="connsiteX44" fmla="*/ 625730 w 700937"/>
                  <a:gd name="connsiteY44" fmla="*/ 47812 h 94479"/>
                  <a:gd name="connsiteX45" fmla="*/ 622604 w 700937"/>
                  <a:gd name="connsiteY45" fmla="*/ 41875 h 94479"/>
                  <a:gd name="connsiteX46" fmla="*/ 617604 w 700937"/>
                  <a:gd name="connsiteY46" fmla="*/ 37708 h 94479"/>
                  <a:gd name="connsiteX47" fmla="*/ 610625 w 700937"/>
                  <a:gd name="connsiteY47" fmla="*/ 36146 h 94479"/>
                  <a:gd name="connsiteX48" fmla="*/ 461563 w 700937"/>
                  <a:gd name="connsiteY48" fmla="*/ 11250 h 94479"/>
                  <a:gd name="connsiteX49" fmla="*/ 434688 w 700937"/>
                  <a:gd name="connsiteY49" fmla="*/ 55313 h 94479"/>
                  <a:gd name="connsiteX50" fmla="*/ 461354 w 700937"/>
                  <a:gd name="connsiteY50" fmla="*/ 55313 h 94479"/>
                  <a:gd name="connsiteX51" fmla="*/ 461354 w 700937"/>
                  <a:gd name="connsiteY51" fmla="*/ 20834 h 94479"/>
                  <a:gd name="connsiteX52" fmla="*/ 115417 w 700937"/>
                  <a:gd name="connsiteY52" fmla="*/ 8334 h 94479"/>
                  <a:gd name="connsiteX53" fmla="*/ 103386 w 700937"/>
                  <a:gd name="connsiteY53" fmla="*/ 13855 h 94479"/>
                  <a:gd name="connsiteX54" fmla="*/ 99167 w 700937"/>
                  <a:gd name="connsiteY54" fmla="*/ 27292 h 94479"/>
                  <a:gd name="connsiteX55" fmla="*/ 100156 w 700937"/>
                  <a:gd name="connsiteY55" fmla="*/ 34583 h 94479"/>
                  <a:gd name="connsiteX56" fmla="*/ 103229 w 700937"/>
                  <a:gd name="connsiteY56" fmla="*/ 40521 h 94479"/>
                  <a:gd name="connsiteX57" fmla="*/ 108229 w 700937"/>
                  <a:gd name="connsiteY57" fmla="*/ 44636 h 94479"/>
                  <a:gd name="connsiteX58" fmla="*/ 115312 w 700937"/>
                  <a:gd name="connsiteY58" fmla="*/ 46146 h 94479"/>
                  <a:gd name="connsiteX59" fmla="*/ 121719 w 700937"/>
                  <a:gd name="connsiteY59" fmla="*/ 44688 h 94479"/>
                  <a:gd name="connsiteX60" fmla="*/ 126771 w 700937"/>
                  <a:gd name="connsiteY60" fmla="*/ 40834 h 94479"/>
                  <a:gd name="connsiteX61" fmla="*/ 130156 w 700937"/>
                  <a:gd name="connsiteY61" fmla="*/ 35105 h 94479"/>
                  <a:gd name="connsiteX62" fmla="*/ 131354 w 700937"/>
                  <a:gd name="connsiteY62" fmla="*/ 28230 h 94479"/>
                  <a:gd name="connsiteX63" fmla="*/ 130156 w 700937"/>
                  <a:gd name="connsiteY63" fmla="*/ 20417 h 94479"/>
                  <a:gd name="connsiteX64" fmla="*/ 126875 w 700937"/>
                  <a:gd name="connsiteY64" fmla="*/ 14063 h 94479"/>
                  <a:gd name="connsiteX65" fmla="*/ 121875 w 700937"/>
                  <a:gd name="connsiteY65" fmla="*/ 9896 h 94479"/>
                  <a:gd name="connsiteX66" fmla="*/ 115417 w 700937"/>
                  <a:gd name="connsiteY66" fmla="*/ 8334 h 94479"/>
                  <a:gd name="connsiteX67" fmla="*/ 675521 w 700937"/>
                  <a:gd name="connsiteY67" fmla="*/ 7188 h 94479"/>
                  <a:gd name="connsiteX68" fmla="*/ 666719 w 700937"/>
                  <a:gd name="connsiteY68" fmla="*/ 10834 h 94479"/>
                  <a:gd name="connsiteX69" fmla="*/ 661979 w 700937"/>
                  <a:gd name="connsiteY69" fmla="*/ 19584 h 94479"/>
                  <a:gd name="connsiteX70" fmla="*/ 659948 w 700937"/>
                  <a:gd name="connsiteY70" fmla="*/ 30573 h 94479"/>
                  <a:gd name="connsiteX71" fmla="*/ 659584 w 700937"/>
                  <a:gd name="connsiteY71" fmla="*/ 40729 h 94479"/>
                  <a:gd name="connsiteX72" fmla="*/ 659948 w 700937"/>
                  <a:gd name="connsiteY72" fmla="*/ 50782 h 94479"/>
                  <a:gd name="connsiteX73" fmla="*/ 661979 w 700937"/>
                  <a:gd name="connsiteY73" fmla="*/ 61667 h 94479"/>
                  <a:gd name="connsiteX74" fmla="*/ 666719 w 700937"/>
                  <a:gd name="connsiteY74" fmla="*/ 70313 h 94479"/>
                  <a:gd name="connsiteX75" fmla="*/ 675521 w 700937"/>
                  <a:gd name="connsiteY75" fmla="*/ 73854 h 94479"/>
                  <a:gd name="connsiteX76" fmla="*/ 684479 w 700937"/>
                  <a:gd name="connsiteY76" fmla="*/ 70313 h 94479"/>
                  <a:gd name="connsiteX77" fmla="*/ 689479 w 700937"/>
                  <a:gd name="connsiteY77" fmla="*/ 61667 h 94479"/>
                  <a:gd name="connsiteX78" fmla="*/ 691771 w 700937"/>
                  <a:gd name="connsiteY78" fmla="*/ 50782 h 94479"/>
                  <a:gd name="connsiteX79" fmla="*/ 692292 w 700937"/>
                  <a:gd name="connsiteY79" fmla="*/ 40729 h 94479"/>
                  <a:gd name="connsiteX80" fmla="*/ 691771 w 700937"/>
                  <a:gd name="connsiteY80" fmla="*/ 30573 h 94479"/>
                  <a:gd name="connsiteX81" fmla="*/ 689479 w 700937"/>
                  <a:gd name="connsiteY81" fmla="*/ 19584 h 94479"/>
                  <a:gd name="connsiteX82" fmla="*/ 684479 w 700937"/>
                  <a:gd name="connsiteY82" fmla="*/ 10834 h 94479"/>
                  <a:gd name="connsiteX83" fmla="*/ 675521 w 700937"/>
                  <a:gd name="connsiteY83" fmla="*/ 7188 h 94479"/>
                  <a:gd name="connsiteX84" fmla="*/ 389063 w 700937"/>
                  <a:gd name="connsiteY84" fmla="*/ 7188 h 94479"/>
                  <a:gd name="connsiteX85" fmla="*/ 380260 w 700937"/>
                  <a:gd name="connsiteY85" fmla="*/ 10834 h 94479"/>
                  <a:gd name="connsiteX86" fmla="*/ 375521 w 700937"/>
                  <a:gd name="connsiteY86" fmla="*/ 19584 h 94479"/>
                  <a:gd name="connsiteX87" fmla="*/ 373490 w 700937"/>
                  <a:gd name="connsiteY87" fmla="*/ 30573 h 94479"/>
                  <a:gd name="connsiteX88" fmla="*/ 373125 w 700937"/>
                  <a:gd name="connsiteY88" fmla="*/ 40729 h 94479"/>
                  <a:gd name="connsiteX89" fmla="*/ 373490 w 700937"/>
                  <a:gd name="connsiteY89" fmla="*/ 50782 h 94479"/>
                  <a:gd name="connsiteX90" fmla="*/ 375521 w 700937"/>
                  <a:gd name="connsiteY90" fmla="*/ 61667 h 94479"/>
                  <a:gd name="connsiteX91" fmla="*/ 380260 w 700937"/>
                  <a:gd name="connsiteY91" fmla="*/ 70313 h 94479"/>
                  <a:gd name="connsiteX92" fmla="*/ 389063 w 700937"/>
                  <a:gd name="connsiteY92" fmla="*/ 73854 h 94479"/>
                  <a:gd name="connsiteX93" fmla="*/ 398021 w 700937"/>
                  <a:gd name="connsiteY93" fmla="*/ 70313 h 94479"/>
                  <a:gd name="connsiteX94" fmla="*/ 403021 w 700937"/>
                  <a:gd name="connsiteY94" fmla="*/ 61667 h 94479"/>
                  <a:gd name="connsiteX95" fmla="*/ 405313 w 700937"/>
                  <a:gd name="connsiteY95" fmla="*/ 50782 h 94479"/>
                  <a:gd name="connsiteX96" fmla="*/ 405834 w 700937"/>
                  <a:gd name="connsiteY96" fmla="*/ 40729 h 94479"/>
                  <a:gd name="connsiteX97" fmla="*/ 405313 w 700937"/>
                  <a:gd name="connsiteY97" fmla="*/ 30573 h 94479"/>
                  <a:gd name="connsiteX98" fmla="*/ 403021 w 700937"/>
                  <a:gd name="connsiteY98" fmla="*/ 19584 h 94479"/>
                  <a:gd name="connsiteX99" fmla="*/ 398021 w 700937"/>
                  <a:gd name="connsiteY99" fmla="*/ 10834 h 94479"/>
                  <a:gd name="connsiteX100" fmla="*/ 389063 w 700937"/>
                  <a:gd name="connsiteY100" fmla="*/ 7188 h 94479"/>
                  <a:gd name="connsiteX101" fmla="*/ 544271 w 700937"/>
                  <a:gd name="connsiteY101" fmla="*/ 3125 h 94479"/>
                  <a:gd name="connsiteX102" fmla="*/ 550208 w 700937"/>
                  <a:gd name="connsiteY102" fmla="*/ 3125 h 94479"/>
                  <a:gd name="connsiteX103" fmla="*/ 551771 w 700937"/>
                  <a:gd name="connsiteY103" fmla="*/ 3542 h 94479"/>
                  <a:gd name="connsiteX104" fmla="*/ 552188 w 700937"/>
                  <a:gd name="connsiteY104" fmla="*/ 5105 h 94479"/>
                  <a:gd name="connsiteX105" fmla="*/ 552188 w 700937"/>
                  <a:gd name="connsiteY105" fmla="*/ 79167 h 94479"/>
                  <a:gd name="connsiteX106" fmla="*/ 543959 w 700937"/>
                  <a:gd name="connsiteY106" fmla="*/ 79167 h 94479"/>
                  <a:gd name="connsiteX107" fmla="*/ 543959 w 700937"/>
                  <a:gd name="connsiteY107" fmla="*/ 12084 h 94479"/>
                  <a:gd name="connsiteX108" fmla="*/ 536927 w 700937"/>
                  <a:gd name="connsiteY108" fmla="*/ 17865 h 94479"/>
                  <a:gd name="connsiteX109" fmla="*/ 527708 w 700937"/>
                  <a:gd name="connsiteY109" fmla="*/ 23125 h 94479"/>
                  <a:gd name="connsiteX110" fmla="*/ 527708 w 700937"/>
                  <a:gd name="connsiteY110" fmla="*/ 15209 h 94479"/>
                  <a:gd name="connsiteX111" fmla="*/ 536354 w 700937"/>
                  <a:gd name="connsiteY111" fmla="*/ 10104 h 94479"/>
                  <a:gd name="connsiteX112" fmla="*/ 544271 w 700937"/>
                  <a:gd name="connsiteY112" fmla="*/ 3125 h 94479"/>
                  <a:gd name="connsiteX113" fmla="*/ 318125 w 700937"/>
                  <a:gd name="connsiteY113" fmla="*/ 3125 h 94479"/>
                  <a:gd name="connsiteX114" fmla="*/ 357812 w 700937"/>
                  <a:gd name="connsiteY114" fmla="*/ 3125 h 94479"/>
                  <a:gd name="connsiteX115" fmla="*/ 357812 w 700937"/>
                  <a:gd name="connsiteY115" fmla="*/ 10208 h 94479"/>
                  <a:gd name="connsiteX116" fmla="*/ 324479 w 700937"/>
                  <a:gd name="connsiteY116" fmla="*/ 10208 h 94479"/>
                  <a:gd name="connsiteX117" fmla="*/ 323021 w 700937"/>
                  <a:gd name="connsiteY117" fmla="*/ 35834 h 94479"/>
                  <a:gd name="connsiteX118" fmla="*/ 329844 w 700937"/>
                  <a:gd name="connsiteY118" fmla="*/ 30781 h 94479"/>
                  <a:gd name="connsiteX119" fmla="*/ 339896 w 700937"/>
                  <a:gd name="connsiteY119" fmla="*/ 28958 h 94479"/>
                  <a:gd name="connsiteX120" fmla="*/ 348333 w 700937"/>
                  <a:gd name="connsiteY120" fmla="*/ 30573 h 94479"/>
                  <a:gd name="connsiteX121" fmla="*/ 355313 w 700937"/>
                  <a:gd name="connsiteY121" fmla="*/ 35417 h 94479"/>
                  <a:gd name="connsiteX122" fmla="*/ 360000 w 700937"/>
                  <a:gd name="connsiteY122" fmla="*/ 43490 h 94479"/>
                  <a:gd name="connsiteX123" fmla="*/ 361771 w 700937"/>
                  <a:gd name="connsiteY123" fmla="*/ 54896 h 94479"/>
                  <a:gd name="connsiteX124" fmla="*/ 360052 w 700937"/>
                  <a:gd name="connsiteY124" fmla="*/ 65417 h 94479"/>
                  <a:gd name="connsiteX125" fmla="*/ 355209 w 700937"/>
                  <a:gd name="connsiteY125" fmla="*/ 73646 h 94479"/>
                  <a:gd name="connsiteX126" fmla="*/ 347552 w 700937"/>
                  <a:gd name="connsiteY126" fmla="*/ 79010 h 94479"/>
                  <a:gd name="connsiteX127" fmla="*/ 337709 w 700937"/>
                  <a:gd name="connsiteY127" fmla="*/ 80938 h 94479"/>
                  <a:gd name="connsiteX128" fmla="*/ 321042 w 700937"/>
                  <a:gd name="connsiteY128" fmla="*/ 75730 h 94479"/>
                  <a:gd name="connsiteX129" fmla="*/ 313750 w 700937"/>
                  <a:gd name="connsiteY129" fmla="*/ 60625 h 94479"/>
                  <a:gd name="connsiteX130" fmla="*/ 321979 w 700937"/>
                  <a:gd name="connsiteY130" fmla="*/ 60625 h 94479"/>
                  <a:gd name="connsiteX131" fmla="*/ 327292 w 700937"/>
                  <a:gd name="connsiteY131" fmla="*/ 70469 h 94479"/>
                  <a:gd name="connsiteX132" fmla="*/ 338021 w 700937"/>
                  <a:gd name="connsiteY132" fmla="*/ 73958 h 94479"/>
                  <a:gd name="connsiteX133" fmla="*/ 349010 w 700937"/>
                  <a:gd name="connsiteY133" fmla="*/ 68855 h 94479"/>
                  <a:gd name="connsiteX134" fmla="*/ 353437 w 700937"/>
                  <a:gd name="connsiteY134" fmla="*/ 55000 h 94479"/>
                  <a:gd name="connsiteX135" fmla="*/ 349062 w 700937"/>
                  <a:gd name="connsiteY135" fmla="*/ 40625 h 94479"/>
                  <a:gd name="connsiteX136" fmla="*/ 338125 w 700937"/>
                  <a:gd name="connsiteY136" fmla="*/ 35834 h 94479"/>
                  <a:gd name="connsiteX137" fmla="*/ 328958 w 700937"/>
                  <a:gd name="connsiteY137" fmla="*/ 38490 h 94479"/>
                  <a:gd name="connsiteX138" fmla="*/ 323750 w 700937"/>
                  <a:gd name="connsiteY138" fmla="*/ 45729 h 94479"/>
                  <a:gd name="connsiteX139" fmla="*/ 323438 w 700937"/>
                  <a:gd name="connsiteY139" fmla="*/ 46562 h 94479"/>
                  <a:gd name="connsiteX140" fmla="*/ 323125 w 700937"/>
                  <a:gd name="connsiteY140" fmla="*/ 47084 h 94479"/>
                  <a:gd name="connsiteX141" fmla="*/ 322552 w 700937"/>
                  <a:gd name="connsiteY141" fmla="*/ 47396 h 94479"/>
                  <a:gd name="connsiteX142" fmla="*/ 321667 w 700937"/>
                  <a:gd name="connsiteY142" fmla="*/ 47500 h 94479"/>
                  <a:gd name="connsiteX143" fmla="*/ 316667 w 700937"/>
                  <a:gd name="connsiteY143" fmla="*/ 47500 h 94479"/>
                  <a:gd name="connsiteX144" fmla="*/ 315521 w 700937"/>
                  <a:gd name="connsiteY144" fmla="*/ 47239 h 94479"/>
                  <a:gd name="connsiteX145" fmla="*/ 315313 w 700937"/>
                  <a:gd name="connsiteY145" fmla="*/ 45938 h 94479"/>
                  <a:gd name="connsiteX146" fmla="*/ 316458 w 700937"/>
                  <a:gd name="connsiteY146" fmla="*/ 5105 h 94479"/>
                  <a:gd name="connsiteX147" fmla="*/ 316823 w 700937"/>
                  <a:gd name="connsiteY147" fmla="*/ 3542 h 94479"/>
                  <a:gd name="connsiteX148" fmla="*/ 318125 w 700937"/>
                  <a:gd name="connsiteY148" fmla="*/ 3125 h 94479"/>
                  <a:gd name="connsiteX149" fmla="*/ 179687 w 700937"/>
                  <a:gd name="connsiteY149" fmla="*/ 3125 h 94479"/>
                  <a:gd name="connsiteX150" fmla="*/ 185625 w 700937"/>
                  <a:gd name="connsiteY150" fmla="*/ 3125 h 94479"/>
                  <a:gd name="connsiteX151" fmla="*/ 187187 w 700937"/>
                  <a:gd name="connsiteY151" fmla="*/ 3542 h 94479"/>
                  <a:gd name="connsiteX152" fmla="*/ 187604 w 700937"/>
                  <a:gd name="connsiteY152" fmla="*/ 5105 h 94479"/>
                  <a:gd name="connsiteX153" fmla="*/ 187604 w 700937"/>
                  <a:gd name="connsiteY153" fmla="*/ 79167 h 94479"/>
                  <a:gd name="connsiteX154" fmla="*/ 179375 w 700937"/>
                  <a:gd name="connsiteY154" fmla="*/ 79167 h 94479"/>
                  <a:gd name="connsiteX155" fmla="*/ 179375 w 700937"/>
                  <a:gd name="connsiteY155" fmla="*/ 12084 h 94479"/>
                  <a:gd name="connsiteX156" fmla="*/ 172344 w 700937"/>
                  <a:gd name="connsiteY156" fmla="*/ 17865 h 94479"/>
                  <a:gd name="connsiteX157" fmla="*/ 163125 w 700937"/>
                  <a:gd name="connsiteY157" fmla="*/ 23125 h 94479"/>
                  <a:gd name="connsiteX158" fmla="*/ 163125 w 700937"/>
                  <a:gd name="connsiteY158" fmla="*/ 15209 h 94479"/>
                  <a:gd name="connsiteX159" fmla="*/ 171771 w 700937"/>
                  <a:gd name="connsiteY159" fmla="*/ 10104 h 94479"/>
                  <a:gd name="connsiteX160" fmla="*/ 179687 w 700937"/>
                  <a:gd name="connsiteY160" fmla="*/ 3125 h 94479"/>
                  <a:gd name="connsiteX161" fmla="*/ 460209 w 700937"/>
                  <a:gd name="connsiteY161" fmla="*/ 1980 h 94479"/>
                  <a:gd name="connsiteX162" fmla="*/ 467292 w 700937"/>
                  <a:gd name="connsiteY162" fmla="*/ 1980 h 94479"/>
                  <a:gd name="connsiteX163" fmla="*/ 468854 w 700937"/>
                  <a:gd name="connsiteY163" fmla="*/ 2396 h 94479"/>
                  <a:gd name="connsiteX164" fmla="*/ 469271 w 700937"/>
                  <a:gd name="connsiteY164" fmla="*/ 3959 h 94479"/>
                  <a:gd name="connsiteX165" fmla="*/ 469271 w 700937"/>
                  <a:gd name="connsiteY165" fmla="*/ 55313 h 94479"/>
                  <a:gd name="connsiteX166" fmla="*/ 480625 w 700937"/>
                  <a:gd name="connsiteY166" fmla="*/ 55313 h 94479"/>
                  <a:gd name="connsiteX167" fmla="*/ 480625 w 700937"/>
                  <a:gd name="connsiteY167" fmla="*/ 62500 h 94479"/>
                  <a:gd name="connsiteX168" fmla="*/ 469271 w 700937"/>
                  <a:gd name="connsiteY168" fmla="*/ 62500 h 94479"/>
                  <a:gd name="connsiteX169" fmla="*/ 469271 w 700937"/>
                  <a:gd name="connsiteY169" fmla="*/ 79167 h 94479"/>
                  <a:gd name="connsiteX170" fmla="*/ 461146 w 700937"/>
                  <a:gd name="connsiteY170" fmla="*/ 79167 h 94479"/>
                  <a:gd name="connsiteX171" fmla="*/ 461146 w 700937"/>
                  <a:gd name="connsiteY171" fmla="*/ 62500 h 94479"/>
                  <a:gd name="connsiteX172" fmla="*/ 428750 w 700937"/>
                  <a:gd name="connsiteY172" fmla="*/ 62500 h 94479"/>
                  <a:gd name="connsiteX173" fmla="*/ 427188 w 700937"/>
                  <a:gd name="connsiteY173" fmla="*/ 62083 h 94479"/>
                  <a:gd name="connsiteX174" fmla="*/ 426771 w 700937"/>
                  <a:gd name="connsiteY174" fmla="*/ 60521 h 94479"/>
                  <a:gd name="connsiteX175" fmla="*/ 426771 w 700937"/>
                  <a:gd name="connsiteY175" fmla="*/ 56146 h 94479"/>
                  <a:gd name="connsiteX176" fmla="*/ 427031 w 700937"/>
                  <a:gd name="connsiteY176" fmla="*/ 54636 h 94479"/>
                  <a:gd name="connsiteX177" fmla="*/ 427708 w 700937"/>
                  <a:gd name="connsiteY177" fmla="*/ 53229 h 94479"/>
                  <a:gd name="connsiteX178" fmla="*/ 458125 w 700937"/>
                  <a:gd name="connsiteY178" fmla="*/ 3334 h 94479"/>
                  <a:gd name="connsiteX179" fmla="*/ 458958 w 700937"/>
                  <a:gd name="connsiteY179" fmla="*/ 2344 h 94479"/>
                  <a:gd name="connsiteX180" fmla="*/ 460209 w 700937"/>
                  <a:gd name="connsiteY180" fmla="*/ 1980 h 94479"/>
                  <a:gd name="connsiteX181" fmla="*/ 611459 w 700937"/>
                  <a:gd name="connsiteY181" fmla="*/ 1458 h 94479"/>
                  <a:gd name="connsiteX182" fmla="*/ 626875 w 700937"/>
                  <a:gd name="connsiteY182" fmla="*/ 6824 h 94479"/>
                  <a:gd name="connsiteX183" fmla="*/ 633854 w 700937"/>
                  <a:gd name="connsiteY183" fmla="*/ 21250 h 94479"/>
                  <a:gd name="connsiteX184" fmla="*/ 625625 w 700937"/>
                  <a:gd name="connsiteY184" fmla="*/ 21250 h 94479"/>
                  <a:gd name="connsiteX185" fmla="*/ 621250 w 700937"/>
                  <a:gd name="connsiteY185" fmla="*/ 11927 h 94479"/>
                  <a:gd name="connsiteX186" fmla="*/ 611563 w 700937"/>
                  <a:gd name="connsiteY186" fmla="*/ 8438 h 94479"/>
                  <a:gd name="connsiteX187" fmla="*/ 602396 w 700937"/>
                  <a:gd name="connsiteY187" fmla="*/ 11876 h 94479"/>
                  <a:gd name="connsiteX188" fmla="*/ 596563 w 700937"/>
                  <a:gd name="connsiteY188" fmla="*/ 20521 h 94479"/>
                  <a:gd name="connsiteX189" fmla="*/ 593490 w 700937"/>
                  <a:gd name="connsiteY189" fmla="*/ 31667 h 94479"/>
                  <a:gd name="connsiteX190" fmla="*/ 592604 w 700937"/>
                  <a:gd name="connsiteY190" fmla="*/ 42917 h 94479"/>
                  <a:gd name="connsiteX191" fmla="*/ 600313 w 700937"/>
                  <a:gd name="connsiteY191" fmla="*/ 32969 h 94479"/>
                  <a:gd name="connsiteX192" fmla="*/ 612709 w 700937"/>
                  <a:gd name="connsiteY192" fmla="*/ 29688 h 94479"/>
                  <a:gd name="connsiteX193" fmla="*/ 629011 w 700937"/>
                  <a:gd name="connsiteY193" fmla="*/ 36667 h 94479"/>
                  <a:gd name="connsiteX194" fmla="*/ 635000 w 700937"/>
                  <a:gd name="connsiteY194" fmla="*/ 55208 h 94479"/>
                  <a:gd name="connsiteX195" fmla="*/ 633386 w 700937"/>
                  <a:gd name="connsiteY195" fmla="*/ 65312 h 94479"/>
                  <a:gd name="connsiteX196" fmla="*/ 628646 w 700937"/>
                  <a:gd name="connsiteY196" fmla="*/ 73542 h 94479"/>
                  <a:gd name="connsiteX197" fmla="*/ 621250 w 700937"/>
                  <a:gd name="connsiteY197" fmla="*/ 78959 h 94479"/>
                  <a:gd name="connsiteX198" fmla="*/ 611354 w 700937"/>
                  <a:gd name="connsiteY198" fmla="*/ 80938 h 94479"/>
                  <a:gd name="connsiteX199" fmla="*/ 596719 w 700937"/>
                  <a:gd name="connsiteY199" fmla="*/ 76407 h 94479"/>
                  <a:gd name="connsiteX200" fmla="*/ 588334 w 700937"/>
                  <a:gd name="connsiteY200" fmla="*/ 64896 h 94479"/>
                  <a:gd name="connsiteX201" fmla="*/ 586094 w 700937"/>
                  <a:gd name="connsiteY201" fmla="*/ 55677 h 94479"/>
                  <a:gd name="connsiteX202" fmla="*/ 585417 w 700937"/>
                  <a:gd name="connsiteY202" fmla="*/ 43542 h 94479"/>
                  <a:gd name="connsiteX203" fmla="*/ 587344 w 700937"/>
                  <a:gd name="connsiteY203" fmla="*/ 25260 h 94479"/>
                  <a:gd name="connsiteX204" fmla="*/ 592813 w 700937"/>
                  <a:gd name="connsiteY204" fmla="*/ 12084 h 94479"/>
                  <a:gd name="connsiteX205" fmla="*/ 601042 w 700937"/>
                  <a:gd name="connsiteY205" fmla="*/ 4167 h 94479"/>
                  <a:gd name="connsiteX206" fmla="*/ 611459 w 700937"/>
                  <a:gd name="connsiteY206" fmla="*/ 1458 h 94479"/>
                  <a:gd name="connsiteX207" fmla="*/ 244375 w 700937"/>
                  <a:gd name="connsiteY207" fmla="*/ 1354 h 94479"/>
                  <a:gd name="connsiteX208" fmla="*/ 260417 w 700937"/>
                  <a:gd name="connsiteY208" fmla="*/ 6459 h 94479"/>
                  <a:gd name="connsiteX209" fmla="*/ 266875 w 700937"/>
                  <a:gd name="connsiteY209" fmla="*/ 21458 h 94479"/>
                  <a:gd name="connsiteX210" fmla="*/ 262760 w 700937"/>
                  <a:gd name="connsiteY210" fmla="*/ 35313 h 94479"/>
                  <a:gd name="connsiteX211" fmla="*/ 252917 w 700937"/>
                  <a:gd name="connsiteY211" fmla="*/ 49271 h 94479"/>
                  <a:gd name="connsiteX212" fmla="*/ 241042 w 700937"/>
                  <a:gd name="connsiteY212" fmla="*/ 61979 h 94479"/>
                  <a:gd name="connsiteX213" fmla="*/ 230833 w 700937"/>
                  <a:gd name="connsiteY213" fmla="*/ 71979 h 94479"/>
                  <a:gd name="connsiteX214" fmla="*/ 268542 w 700937"/>
                  <a:gd name="connsiteY214" fmla="*/ 71979 h 94479"/>
                  <a:gd name="connsiteX215" fmla="*/ 268542 w 700937"/>
                  <a:gd name="connsiteY215" fmla="*/ 79167 h 94479"/>
                  <a:gd name="connsiteX216" fmla="*/ 222813 w 700937"/>
                  <a:gd name="connsiteY216" fmla="*/ 79167 h 94479"/>
                  <a:gd name="connsiteX217" fmla="*/ 221615 w 700937"/>
                  <a:gd name="connsiteY217" fmla="*/ 78855 h 94479"/>
                  <a:gd name="connsiteX218" fmla="*/ 221354 w 700937"/>
                  <a:gd name="connsiteY218" fmla="*/ 77604 h 94479"/>
                  <a:gd name="connsiteX219" fmla="*/ 221354 w 700937"/>
                  <a:gd name="connsiteY219" fmla="*/ 71355 h 94479"/>
                  <a:gd name="connsiteX220" fmla="*/ 225677 w 700937"/>
                  <a:gd name="connsiteY220" fmla="*/ 67188 h 94479"/>
                  <a:gd name="connsiteX221" fmla="*/ 231250 w 700937"/>
                  <a:gd name="connsiteY221" fmla="*/ 61667 h 94479"/>
                  <a:gd name="connsiteX222" fmla="*/ 237292 w 700937"/>
                  <a:gd name="connsiteY222" fmla="*/ 55208 h 94479"/>
                  <a:gd name="connsiteX223" fmla="*/ 243437 w 700937"/>
                  <a:gd name="connsiteY223" fmla="*/ 48126 h 94479"/>
                  <a:gd name="connsiteX224" fmla="*/ 249167 w 700937"/>
                  <a:gd name="connsiteY224" fmla="*/ 40990 h 94479"/>
                  <a:gd name="connsiteX225" fmla="*/ 253854 w 700937"/>
                  <a:gd name="connsiteY225" fmla="*/ 34063 h 94479"/>
                  <a:gd name="connsiteX226" fmla="*/ 257135 w 700937"/>
                  <a:gd name="connsiteY226" fmla="*/ 27604 h 94479"/>
                  <a:gd name="connsiteX227" fmla="*/ 258333 w 700937"/>
                  <a:gd name="connsiteY227" fmla="*/ 22084 h 94479"/>
                  <a:gd name="connsiteX228" fmla="*/ 254375 w 700937"/>
                  <a:gd name="connsiteY228" fmla="*/ 11927 h 94479"/>
                  <a:gd name="connsiteX229" fmla="*/ 244167 w 700937"/>
                  <a:gd name="connsiteY229" fmla="*/ 8542 h 94479"/>
                  <a:gd name="connsiteX230" fmla="*/ 234323 w 700937"/>
                  <a:gd name="connsiteY230" fmla="*/ 12709 h 94479"/>
                  <a:gd name="connsiteX231" fmla="*/ 230521 w 700937"/>
                  <a:gd name="connsiteY231" fmla="*/ 23542 h 94479"/>
                  <a:gd name="connsiteX232" fmla="*/ 221979 w 700937"/>
                  <a:gd name="connsiteY232" fmla="*/ 23542 h 94479"/>
                  <a:gd name="connsiteX233" fmla="*/ 223646 w 700937"/>
                  <a:gd name="connsiteY233" fmla="*/ 14428 h 94479"/>
                  <a:gd name="connsiteX234" fmla="*/ 228333 w 700937"/>
                  <a:gd name="connsiteY234" fmla="*/ 7396 h 94479"/>
                  <a:gd name="connsiteX235" fmla="*/ 235469 w 700937"/>
                  <a:gd name="connsiteY235" fmla="*/ 2917 h 94479"/>
                  <a:gd name="connsiteX236" fmla="*/ 244375 w 700937"/>
                  <a:gd name="connsiteY236" fmla="*/ 1354 h 94479"/>
                  <a:gd name="connsiteX237" fmla="*/ 114896 w 700937"/>
                  <a:gd name="connsiteY237" fmla="*/ 1354 h 94479"/>
                  <a:gd name="connsiteX238" fmla="*/ 124479 w 700937"/>
                  <a:gd name="connsiteY238" fmla="*/ 2917 h 94479"/>
                  <a:gd name="connsiteX239" fmla="*/ 132708 w 700937"/>
                  <a:gd name="connsiteY239" fmla="*/ 8646 h 94479"/>
                  <a:gd name="connsiteX240" fmla="*/ 138385 w 700937"/>
                  <a:gd name="connsiteY240" fmla="*/ 20157 h 94479"/>
                  <a:gd name="connsiteX241" fmla="*/ 140521 w 700937"/>
                  <a:gd name="connsiteY241" fmla="*/ 38958 h 94479"/>
                  <a:gd name="connsiteX242" fmla="*/ 133542 w 700937"/>
                  <a:gd name="connsiteY242" fmla="*/ 70365 h 94479"/>
                  <a:gd name="connsiteX243" fmla="*/ 114583 w 700937"/>
                  <a:gd name="connsiteY243" fmla="*/ 80833 h 94479"/>
                  <a:gd name="connsiteX244" fmla="*/ 99115 w 700937"/>
                  <a:gd name="connsiteY244" fmla="*/ 75521 h 94479"/>
                  <a:gd name="connsiteX245" fmla="*/ 92291 w 700937"/>
                  <a:gd name="connsiteY245" fmla="*/ 61042 h 94479"/>
                  <a:gd name="connsiteX246" fmla="*/ 100521 w 700937"/>
                  <a:gd name="connsiteY246" fmla="*/ 61042 h 94479"/>
                  <a:gd name="connsiteX247" fmla="*/ 105052 w 700937"/>
                  <a:gd name="connsiteY247" fmla="*/ 70417 h 94479"/>
                  <a:gd name="connsiteX248" fmla="*/ 115000 w 700937"/>
                  <a:gd name="connsiteY248" fmla="*/ 73854 h 94479"/>
                  <a:gd name="connsiteX249" fmla="*/ 124010 w 700937"/>
                  <a:gd name="connsiteY249" fmla="*/ 70729 h 94479"/>
                  <a:gd name="connsiteX250" fmla="*/ 129687 w 700937"/>
                  <a:gd name="connsiteY250" fmla="*/ 62605 h 94479"/>
                  <a:gd name="connsiteX251" fmla="*/ 132552 w 700937"/>
                  <a:gd name="connsiteY251" fmla="*/ 51563 h 94479"/>
                  <a:gd name="connsiteX252" fmla="*/ 133333 w 700937"/>
                  <a:gd name="connsiteY252" fmla="*/ 39376 h 94479"/>
                  <a:gd name="connsiteX253" fmla="*/ 125729 w 700937"/>
                  <a:gd name="connsiteY253" fmla="*/ 49375 h 94479"/>
                  <a:gd name="connsiteX254" fmla="*/ 113646 w 700937"/>
                  <a:gd name="connsiteY254" fmla="*/ 52605 h 94479"/>
                  <a:gd name="connsiteX255" fmla="*/ 97135 w 700937"/>
                  <a:gd name="connsiteY255" fmla="*/ 45625 h 94479"/>
                  <a:gd name="connsiteX256" fmla="*/ 90937 w 700937"/>
                  <a:gd name="connsiteY256" fmla="*/ 27084 h 94479"/>
                  <a:gd name="connsiteX257" fmla="*/ 92552 w 700937"/>
                  <a:gd name="connsiteY257" fmla="*/ 17083 h 94479"/>
                  <a:gd name="connsiteX258" fmla="*/ 97292 w 700937"/>
                  <a:gd name="connsiteY258" fmla="*/ 8854 h 94479"/>
                  <a:gd name="connsiteX259" fmla="*/ 104844 w 700937"/>
                  <a:gd name="connsiteY259" fmla="*/ 3386 h 94479"/>
                  <a:gd name="connsiteX260" fmla="*/ 114896 w 700937"/>
                  <a:gd name="connsiteY260" fmla="*/ 1354 h 94479"/>
                  <a:gd name="connsiteX261" fmla="*/ 23021 w 700937"/>
                  <a:gd name="connsiteY261" fmla="*/ 1354 h 94479"/>
                  <a:gd name="connsiteX262" fmla="*/ 39063 w 700937"/>
                  <a:gd name="connsiteY262" fmla="*/ 6459 h 94479"/>
                  <a:gd name="connsiteX263" fmla="*/ 45521 w 700937"/>
                  <a:gd name="connsiteY263" fmla="*/ 21458 h 94479"/>
                  <a:gd name="connsiteX264" fmla="*/ 41406 w 700937"/>
                  <a:gd name="connsiteY264" fmla="*/ 35313 h 94479"/>
                  <a:gd name="connsiteX265" fmla="*/ 31562 w 700937"/>
                  <a:gd name="connsiteY265" fmla="*/ 49271 h 94479"/>
                  <a:gd name="connsiteX266" fmla="*/ 19687 w 700937"/>
                  <a:gd name="connsiteY266" fmla="*/ 61979 h 94479"/>
                  <a:gd name="connsiteX267" fmla="*/ 9479 w 700937"/>
                  <a:gd name="connsiteY267" fmla="*/ 71979 h 94479"/>
                  <a:gd name="connsiteX268" fmla="*/ 47187 w 700937"/>
                  <a:gd name="connsiteY268" fmla="*/ 71979 h 94479"/>
                  <a:gd name="connsiteX269" fmla="*/ 47187 w 700937"/>
                  <a:gd name="connsiteY269" fmla="*/ 79167 h 94479"/>
                  <a:gd name="connsiteX270" fmla="*/ 1458 w 700937"/>
                  <a:gd name="connsiteY270" fmla="*/ 79167 h 94479"/>
                  <a:gd name="connsiteX271" fmla="*/ 260 w 700937"/>
                  <a:gd name="connsiteY271" fmla="*/ 78855 h 94479"/>
                  <a:gd name="connsiteX272" fmla="*/ 0 w 700937"/>
                  <a:gd name="connsiteY272" fmla="*/ 77604 h 94479"/>
                  <a:gd name="connsiteX273" fmla="*/ 0 w 700937"/>
                  <a:gd name="connsiteY273" fmla="*/ 71355 h 94479"/>
                  <a:gd name="connsiteX274" fmla="*/ 4323 w 700937"/>
                  <a:gd name="connsiteY274" fmla="*/ 67188 h 94479"/>
                  <a:gd name="connsiteX275" fmla="*/ 9896 w 700937"/>
                  <a:gd name="connsiteY275" fmla="*/ 61667 h 94479"/>
                  <a:gd name="connsiteX276" fmla="*/ 15937 w 700937"/>
                  <a:gd name="connsiteY276" fmla="*/ 55208 h 94479"/>
                  <a:gd name="connsiteX277" fmla="*/ 22083 w 700937"/>
                  <a:gd name="connsiteY277" fmla="*/ 48126 h 94479"/>
                  <a:gd name="connsiteX278" fmla="*/ 27812 w 700937"/>
                  <a:gd name="connsiteY278" fmla="*/ 40990 h 94479"/>
                  <a:gd name="connsiteX279" fmla="*/ 32500 w 700937"/>
                  <a:gd name="connsiteY279" fmla="*/ 34063 h 94479"/>
                  <a:gd name="connsiteX280" fmla="*/ 35781 w 700937"/>
                  <a:gd name="connsiteY280" fmla="*/ 27604 h 94479"/>
                  <a:gd name="connsiteX281" fmla="*/ 36979 w 700937"/>
                  <a:gd name="connsiteY281" fmla="*/ 22084 h 94479"/>
                  <a:gd name="connsiteX282" fmla="*/ 33021 w 700937"/>
                  <a:gd name="connsiteY282" fmla="*/ 11927 h 94479"/>
                  <a:gd name="connsiteX283" fmla="*/ 22812 w 700937"/>
                  <a:gd name="connsiteY283" fmla="*/ 8542 h 94479"/>
                  <a:gd name="connsiteX284" fmla="*/ 12969 w 700937"/>
                  <a:gd name="connsiteY284" fmla="*/ 12709 h 94479"/>
                  <a:gd name="connsiteX285" fmla="*/ 9166 w 700937"/>
                  <a:gd name="connsiteY285" fmla="*/ 23542 h 94479"/>
                  <a:gd name="connsiteX286" fmla="*/ 625 w 700937"/>
                  <a:gd name="connsiteY286" fmla="*/ 23542 h 94479"/>
                  <a:gd name="connsiteX287" fmla="*/ 2292 w 700937"/>
                  <a:gd name="connsiteY287" fmla="*/ 14428 h 94479"/>
                  <a:gd name="connsiteX288" fmla="*/ 6979 w 700937"/>
                  <a:gd name="connsiteY288" fmla="*/ 7396 h 94479"/>
                  <a:gd name="connsiteX289" fmla="*/ 14114 w 700937"/>
                  <a:gd name="connsiteY289" fmla="*/ 2917 h 94479"/>
                  <a:gd name="connsiteX290" fmla="*/ 23021 w 700937"/>
                  <a:gd name="connsiteY290" fmla="*/ 1354 h 94479"/>
                  <a:gd name="connsiteX291" fmla="*/ 675521 w 700937"/>
                  <a:gd name="connsiteY291" fmla="*/ 0 h 94479"/>
                  <a:gd name="connsiteX292" fmla="*/ 688281 w 700937"/>
                  <a:gd name="connsiteY292" fmla="*/ 3646 h 94479"/>
                  <a:gd name="connsiteX293" fmla="*/ 696042 w 700937"/>
                  <a:gd name="connsiteY293" fmla="*/ 13021 h 94479"/>
                  <a:gd name="connsiteX294" fmla="*/ 699896 w 700937"/>
                  <a:gd name="connsiteY294" fmla="*/ 26146 h 94479"/>
                  <a:gd name="connsiteX295" fmla="*/ 700938 w 700937"/>
                  <a:gd name="connsiteY295" fmla="*/ 40729 h 94479"/>
                  <a:gd name="connsiteX296" fmla="*/ 699896 w 700937"/>
                  <a:gd name="connsiteY296" fmla="*/ 55313 h 94479"/>
                  <a:gd name="connsiteX297" fmla="*/ 696042 w 700937"/>
                  <a:gd name="connsiteY297" fmla="*/ 68334 h 94479"/>
                  <a:gd name="connsiteX298" fmla="*/ 688281 w 700937"/>
                  <a:gd name="connsiteY298" fmla="*/ 77604 h 94479"/>
                  <a:gd name="connsiteX299" fmla="*/ 675521 w 700937"/>
                  <a:gd name="connsiteY299" fmla="*/ 81146 h 94479"/>
                  <a:gd name="connsiteX300" fmla="*/ 662969 w 700937"/>
                  <a:gd name="connsiteY300" fmla="*/ 77604 h 94479"/>
                  <a:gd name="connsiteX301" fmla="*/ 655521 w 700937"/>
                  <a:gd name="connsiteY301" fmla="*/ 68334 h 94479"/>
                  <a:gd name="connsiteX302" fmla="*/ 651875 w 700937"/>
                  <a:gd name="connsiteY302" fmla="*/ 55313 h 94479"/>
                  <a:gd name="connsiteX303" fmla="*/ 650938 w 700937"/>
                  <a:gd name="connsiteY303" fmla="*/ 40729 h 94479"/>
                  <a:gd name="connsiteX304" fmla="*/ 651875 w 700937"/>
                  <a:gd name="connsiteY304" fmla="*/ 26146 h 94479"/>
                  <a:gd name="connsiteX305" fmla="*/ 655521 w 700937"/>
                  <a:gd name="connsiteY305" fmla="*/ 13021 h 94479"/>
                  <a:gd name="connsiteX306" fmla="*/ 662969 w 700937"/>
                  <a:gd name="connsiteY306" fmla="*/ 3646 h 94479"/>
                  <a:gd name="connsiteX307" fmla="*/ 675521 w 700937"/>
                  <a:gd name="connsiteY307" fmla="*/ 0 h 94479"/>
                  <a:gd name="connsiteX308" fmla="*/ 389063 w 700937"/>
                  <a:gd name="connsiteY308" fmla="*/ 0 h 94479"/>
                  <a:gd name="connsiteX309" fmla="*/ 401823 w 700937"/>
                  <a:gd name="connsiteY309" fmla="*/ 3646 h 94479"/>
                  <a:gd name="connsiteX310" fmla="*/ 409583 w 700937"/>
                  <a:gd name="connsiteY310" fmla="*/ 13021 h 94479"/>
                  <a:gd name="connsiteX311" fmla="*/ 413438 w 700937"/>
                  <a:gd name="connsiteY311" fmla="*/ 26146 h 94479"/>
                  <a:gd name="connsiteX312" fmla="*/ 414479 w 700937"/>
                  <a:gd name="connsiteY312" fmla="*/ 40729 h 94479"/>
                  <a:gd name="connsiteX313" fmla="*/ 413438 w 700937"/>
                  <a:gd name="connsiteY313" fmla="*/ 55313 h 94479"/>
                  <a:gd name="connsiteX314" fmla="*/ 409583 w 700937"/>
                  <a:gd name="connsiteY314" fmla="*/ 68334 h 94479"/>
                  <a:gd name="connsiteX315" fmla="*/ 401823 w 700937"/>
                  <a:gd name="connsiteY315" fmla="*/ 77604 h 94479"/>
                  <a:gd name="connsiteX316" fmla="*/ 389063 w 700937"/>
                  <a:gd name="connsiteY316" fmla="*/ 81146 h 94479"/>
                  <a:gd name="connsiteX317" fmla="*/ 376510 w 700937"/>
                  <a:gd name="connsiteY317" fmla="*/ 77604 h 94479"/>
                  <a:gd name="connsiteX318" fmla="*/ 369063 w 700937"/>
                  <a:gd name="connsiteY318" fmla="*/ 68334 h 94479"/>
                  <a:gd name="connsiteX319" fmla="*/ 365417 w 700937"/>
                  <a:gd name="connsiteY319" fmla="*/ 55313 h 94479"/>
                  <a:gd name="connsiteX320" fmla="*/ 364479 w 700937"/>
                  <a:gd name="connsiteY320" fmla="*/ 40729 h 94479"/>
                  <a:gd name="connsiteX321" fmla="*/ 365417 w 700937"/>
                  <a:gd name="connsiteY321" fmla="*/ 26146 h 94479"/>
                  <a:gd name="connsiteX322" fmla="*/ 369063 w 700937"/>
                  <a:gd name="connsiteY322" fmla="*/ 13021 h 94479"/>
                  <a:gd name="connsiteX323" fmla="*/ 376510 w 700937"/>
                  <a:gd name="connsiteY323" fmla="*/ 3646 h 94479"/>
                  <a:gd name="connsiteX324" fmla="*/ 389063 w 700937"/>
                  <a:gd name="connsiteY324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</a:cxnLst>
                <a:rect l="l" t="t" r="r" b="b"/>
                <a:pathLst>
                  <a:path w="700937" h="94479">
                    <a:moveTo>
                      <a:pt x="499271" y="70833"/>
                    </a:moveTo>
                    <a:lnTo>
                      <a:pt x="510000" y="70833"/>
                    </a:lnTo>
                    <a:cubicBezTo>
                      <a:pt x="510417" y="70833"/>
                      <a:pt x="510716" y="70938"/>
                      <a:pt x="510886" y="71146"/>
                    </a:cubicBezTo>
                    <a:cubicBezTo>
                      <a:pt x="511068" y="71355"/>
                      <a:pt x="511146" y="71667"/>
                      <a:pt x="511146" y="72084"/>
                    </a:cubicBezTo>
                    <a:lnTo>
                      <a:pt x="511146" y="78750"/>
                    </a:lnTo>
                    <a:cubicBezTo>
                      <a:pt x="511146" y="83672"/>
                      <a:pt x="510104" y="87422"/>
                      <a:pt x="508021" y="90001"/>
                    </a:cubicBezTo>
                    <a:cubicBezTo>
                      <a:pt x="505938" y="92565"/>
                      <a:pt x="503412" y="94063"/>
                      <a:pt x="500417" y="94480"/>
                    </a:cubicBezTo>
                    <a:lnTo>
                      <a:pt x="500417" y="90834"/>
                    </a:lnTo>
                    <a:cubicBezTo>
                      <a:pt x="502018" y="90417"/>
                      <a:pt x="503177" y="89245"/>
                      <a:pt x="503906" y="87344"/>
                    </a:cubicBezTo>
                    <a:cubicBezTo>
                      <a:pt x="504635" y="85430"/>
                      <a:pt x="504896" y="83503"/>
                      <a:pt x="504688" y="81563"/>
                    </a:cubicBezTo>
                    <a:lnTo>
                      <a:pt x="499271" y="81563"/>
                    </a:lnTo>
                    <a:close/>
                    <a:moveTo>
                      <a:pt x="277917" y="70833"/>
                    </a:moveTo>
                    <a:lnTo>
                      <a:pt x="288646" y="70833"/>
                    </a:lnTo>
                    <a:cubicBezTo>
                      <a:pt x="289062" y="70833"/>
                      <a:pt x="289362" y="70938"/>
                      <a:pt x="289531" y="71146"/>
                    </a:cubicBezTo>
                    <a:cubicBezTo>
                      <a:pt x="289714" y="71355"/>
                      <a:pt x="289792" y="71667"/>
                      <a:pt x="289792" y="72084"/>
                    </a:cubicBezTo>
                    <a:lnTo>
                      <a:pt x="289792" y="78750"/>
                    </a:lnTo>
                    <a:cubicBezTo>
                      <a:pt x="289792" y="83672"/>
                      <a:pt x="288750" y="87422"/>
                      <a:pt x="286667" y="90001"/>
                    </a:cubicBezTo>
                    <a:cubicBezTo>
                      <a:pt x="284583" y="92565"/>
                      <a:pt x="282057" y="94063"/>
                      <a:pt x="279062" y="94480"/>
                    </a:cubicBezTo>
                    <a:lnTo>
                      <a:pt x="279062" y="90834"/>
                    </a:lnTo>
                    <a:cubicBezTo>
                      <a:pt x="280664" y="90417"/>
                      <a:pt x="281823" y="89245"/>
                      <a:pt x="282552" y="87344"/>
                    </a:cubicBezTo>
                    <a:cubicBezTo>
                      <a:pt x="283281" y="85430"/>
                      <a:pt x="283542" y="83503"/>
                      <a:pt x="283333" y="81563"/>
                    </a:cubicBezTo>
                    <a:lnTo>
                      <a:pt x="277917" y="81563"/>
                    </a:lnTo>
                    <a:close/>
                    <a:moveTo>
                      <a:pt x="69583" y="70833"/>
                    </a:moveTo>
                    <a:lnTo>
                      <a:pt x="80313" y="70833"/>
                    </a:lnTo>
                    <a:cubicBezTo>
                      <a:pt x="80729" y="70833"/>
                      <a:pt x="81029" y="70938"/>
                      <a:pt x="81198" y="71146"/>
                    </a:cubicBezTo>
                    <a:cubicBezTo>
                      <a:pt x="81380" y="71355"/>
                      <a:pt x="81458" y="71667"/>
                      <a:pt x="81458" y="72084"/>
                    </a:cubicBezTo>
                    <a:lnTo>
                      <a:pt x="81458" y="78750"/>
                    </a:lnTo>
                    <a:cubicBezTo>
                      <a:pt x="81458" y="83672"/>
                      <a:pt x="80417" y="87422"/>
                      <a:pt x="78333" y="90001"/>
                    </a:cubicBezTo>
                    <a:cubicBezTo>
                      <a:pt x="76250" y="92565"/>
                      <a:pt x="73724" y="94063"/>
                      <a:pt x="70729" y="94480"/>
                    </a:cubicBezTo>
                    <a:lnTo>
                      <a:pt x="70729" y="90834"/>
                    </a:lnTo>
                    <a:cubicBezTo>
                      <a:pt x="72331" y="90417"/>
                      <a:pt x="73489" y="89245"/>
                      <a:pt x="74219" y="87344"/>
                    </a:cubicBezTo>
                    <a:cubicBezTo>
                      <a:pt x="74948" y="85430"/>
                      <a:pt x="75208" y="83503"/>
                      <a:pt x="75000" y="81563"/>
                    </a:cubicBezTo>
                    <a:lnTo>
                      <a:pt x="69583" y="81563"/>
                    </a:lnTo>
                    <a:close/>
                    <a:moveTo>
                      <a:pt x="610625" y="36146"/>
                    </a:moveTo>
                    <a:cubicBezTo>
                      <a:pt x="608269" y="36146"/>
                      <a:pt x="606094" y="36641"/>
                      <a:pt x="604115" y="37657"/>
                    </a:cubicBezTo>
                    <a:cubicBezTo>
                      <a:pt x="602136" y="38659"/>
                      <a:pt x="600456" y="39961"/>
                      <a:pt x="599063" y="41563"/>
                    </a:cubicBezTo>
                    <a:cubicBezTo>
                      <a:pt x="597604" y="43229"/>
                      <a:pt x="596498" y="45130"/>
                      <a:pt x="595729" y="47292"/>
                    </a:cubicBezTo>
                    <a:cubicBezTo>
                      <a:pt x="594974" y="49440"/>
                      <a:pt x="594584" y="51693"/>
                      <a:pt x="594584" y="54063"/>
                    </a:cubicBezTo>
                    <a:cubicBezTo>
                      <a:pt x="594584" y="56901"/>
                      <a:pt x="594948" y="59544"/>
                      <a:pt x="595677" y="61979"/>
                    </a:cubicBezTo>
                    <a:cubicBezTo>
                      <a:pt x="596406" y="64402"/>
                      <a:pt x="597474" y="66485"/>
                      <a:pt x="598855" y="68229"/>
                    </a:cubicBezTo>
                    <a:cubicBezTo>
                      <a:pt x="600248" y="70026"/>
                      <a:pt x="601914" y="71433"/>
                      <a:pt x="603854" y="72448"/>
                    </a:cubicBezTo>
                    <a:cubicBezTo>
                      <a:pt x="605808" y="73450"/>
                      <a:pt x="607995" y="73958"/>
                      <a:pt x="610417" y="73958"/>
                    </a:cubicBezTo>
                    <a:cubicBezTo>
                      <a:pt x="615625" y="73958"/>
                      <a:pt x="619662" y="72136"/>
                      <a:pt x="622500" y="68490"/>
                    </a:cubicBezTo>
                    <a:cubicBezTo>
                      <a:pt x="625352" y="64844"/>
                      <a:pt x="626771" y="60339"/>
                      <a:pt x="626771" y="55000"/>
                    </a:cubicBezTo>
                    <a:cubicBezTo>
                      <a:pt x="626771" y="52501"/>
                      <a:pt x="626432" y="50104"/>
                      <a:pt x="625730" y="47812"/>
                    </a:cubicBezTo>
                    <a:cubicBezTo>
                      <a:pt x="625039" y="45521"/>
                      <a:pt x="623998" y="43542"/>
                      <a:pt x="622604" y="41875"/>
                    </a:cubicBezTo>
                    <a:cubicBezTo>
                      <a:pt x="621289" y="40131"/>
                      <a:pt x="619623" y="38750"/>
                      <a:pt x="617604" y="37708"/>
                    </a:cubicBezTo>
                    <a:cubicBezTo>
                      <a:pt x="615599" y="36667"/>
                      <a:pt x="613269" y="36146"/>
                      <a:pt x="610625" y="36146"/>
                    </a:cubicBezTo>
                    <a:close/>
                    <a:moveTo>
                      <a:pt x="461563" y="11250"/>
                    </a:moveTo>
                    <a:lnTo>
                      <a:pt x="434688" y="55313"/>
                    </a:lnTo>
                    <a:lnTo>
                      <a:pt x="461354" y="55313"/>
                    </a:lnTo>
                    <a:lnTo>
                      <a:pt x="461354" y="20834"/>
                    </a:lnTo>
                    <a:close/>
                    <a:moveTo>
                      <a:pt x="115417" y="8334"/>
                    </a:moveTo>
                    <a:cubicBezTo>
                      <a:pt x="110208" y="8334"/>
                      <a:pt x="106198" y="10169"/>
                      <a:pt x="103386" y="13855"/>
                    </a:cubicBezTo>
                    <a:cubicBezTo>
                      <a:pt x="100573" y="17526"/>
                      <a:pt x="99167" y="22005"/>
                      <a:pt x="99167" y="27292"/>
                    </a:cubicBezTo>
                    <a:cubicBezTo>
                      <a:pt x="99167" y="29857"/>
                      <a:pt x="99505" y="32292"/>
                      <a:pt x="100156" y="34583"/>
                    </a:cubicBezTo>
                    <a:cubicBezTo>
                      <a:pt x="100820" y="36875"/>
                      <a:pt x="101849" y="38854"/>
                      <a:pt x="103229" y="40521"/>
                    </a:cubicBezTo>
                    <a:cubicBezTo>
                      <a:pt x="104557" y="42253"/>
                      <a:pt x="106224" y="43620"/>
                      <a:pt x="108229" y="44636"/>
                    </a:cubicBezTo>
                    <a:cubicBezTo>
                      <a:pt x="110247" y="45638"/>
                      <a:pt x="112604" y="46146"/>
                      <a:pt x="115312" y="46146"/>
                    </a:cubicBezTo>
                    <a:cubicBezTo>
                      <a:pt x="117604" y="46146"/>
                      <a:pt x="119739" y="45652"/>
                      <a:pt x="121719" y="44688"/>
                    </a:cubicBezTo>
                    <a:cubicBezTo>
                      <a:pt x="123698" y="43711"/>
                      <a:pt x="125391" y="42422"/>
                      <a:pt x="126771" y="40834"/>
                    </a:cubicBezTo>
                    <a:cubicBezTo>
                      <a:pt x="128229" y="39167"/>
                      <a:pt x="129362" y="37253"/>
                      <a:pt x="130156" y="35105"/>
                    </a:cubicBezTo>
                    <a:cubicBezTo>
                      <a:pt x="130963" y="32943"/>
                      <a:pt x="131354" y="30651"/>
                      <a:pt x="131354" y="28230"/>
                    </a:cubicBezTo>
                    <a:cubicBezTo>
                      <a:pt x="131354" y="25443"/>
                      <a:pt x="130963" y="22839"/>
                      <a:pt x="130156" y="20417"/>
                    </a:cubicBezTo>
                    <a:cubicBezTo>
                      <a:pt x="129362" y="17982"/>
                      <a:pt x="128268" y="15860"/>
                      <a:pt x="126875" y="14063"/>
                    </a:cubicBezTo>
                    <a:cubicBezTo>
                      <a:pt x="125495" y="12318"/>
                      <a:pt x="123828" y="10938"/>
                      <a:pt x="121875" y="9896"/>
                    </a:cubicBezTo>
                    <a:cubicBezTo>
                      <a:pt x="119935" y="8854"/>
                      <a:pt x="117786" y="8334"/>
                      <a:pt x="115417" y="8334"/>
                    </a:cubicBezTo>
                    <a:close/>
                    <a:moveTo>
                      <a:pt x="675521" y="7188"/>
                    </a:moveTo>
                    <a:cubicBezTo>
                      <a:pt x="671771" y="7188"/>
                      <a:pt x="668842" y="8399"/>
                      <a:pt x="666719" y="10834"/>
                    </a:cubicBezTo>
                    <a:cubicBezTo>
                      <a:pt x="664610" y="13255"/>
                      <a:pt x="663021" y="16172"/>
                      <a:pt x="661979" y="19584"/>
                    </a:cubicBezTo>
                    <a:cubicBezTo>
                      <a:pt x="660873" y="23047"/>
                      <a:pt x="660196" y="26719"/>
                      <a:pt x="659948" y="30573"/>
                    </a:cubicBezTo>
                    <a:cubicBezTo>
                      <a:pt x="659714" y="34428"/>
                      <a:pt x="659584" y="37812"/>
                      <a:pt x="659584" y="40729"/>
                    </a:cubicBezTo>
                    <a:cubicBezTo>
                      <a:pt x="659584" y="43646"/>
                      <a:pt x="659714" y="46992"/>
                      <a:pt x="659948" y="50782"/>
                    </a:cubicBezTo>
                    <a:cubicBezTo>
                      <a:pt x="660196" y="54557"/>
                      <a:pt x="660873" y="58190"/>
                      <a:pt x="661979" y="61667"/>
                    </a:cubicBezTo>
                    <a:cubicBezTo>
                      <a:pt x="663021" y="65065"/>
                      <a:pt x="664610" y="67943"/>
                      <a:pt x="666719" y="70313"/>
                    </a:cubicBezTo>
                    <a:cubicBezTo>
                      <a:pt x="668842" y="72669"/>
                      <a:pt x="671771" y="73854"/>
                      <a:pt x="675521" y="73854"/>
                    </a:cubicBezTo>
                    <a:cubicBezTo>
                      <a:pt x="679271" y="73854"/>
                      <a:pt x="682266" y="72669"/>
                      <a:pt x="684479" y="70313"/>
                    </a:cubicBezTo>
                    <a:cubicBezTo>
                      <a:pt x="686706" y="67943"/>
                      <a:pt x="688373" y="65065"/>
                      <a:pt x="689479" y="61667"/>
                    </a:cubicBezTo>
                    <a:cubicBezTo>
                      <a:pt x="690664" y="58190"/>
                      <a:pt x="691433" y="54557"/>
                      <a:pt x="691771" y="50782"/>
                    </a:cubicBezTo>
                    <a:cubicBezTo>
                      <a:pt x="692123" y="46992"/>
                      <a:pt x="692292" y="43646"/>
                      <a:pt x="692292" y="40729"/>
                    </a:cubicBezTo>
                    <a:cubicBezTo>
                      <a:pt x="692292" y="37812"/>
                      <a:pt x="692123" y="34428"/>
                      <a:pt x="691771" y="30573"/>
                    </a:cubicBezTo>
                    <a:cubicBezTo>
                      <a:pt x="691433" y="26719"/>
                      <a:pt x="690664" y="23047"/>
                      <a:pt x="689479" y="19584"/>
                    </a:cubicBezTo>
                    <a:cubicBezTo>
                      <a:pt x="688373" y="16172"/>
                      <a:pt x="686706" y="13255"/>
                      <a:pt x="684479" y="10834"/>
                    </a:cubicBezTo>
                    <a:cubicBezTo>
                      <a:pt x="682266" y="8399"/>
                      <a:pt x="679271" y="7188"/>
                      <a:pt x="675521" y="7188"/>
                    </a:cubicBezTo>
                    <a:close/>
                    <a:moveTo>
                      <a:pt x="389063" y="7188"/>
                    </a:moveTo>
                    <a:cubicBezTo>
                      <a:pt x="385312" y="7188"/>
                      <a:pt x="382383" y="8399"/>
                      <a:pt x="380260" y="10834"/>
                    </a:cubicBezTo>
                    <a:cubicBezTo>
                      <a:pt x="378151" y="13255"/>
                      <a:pt x="376562" y="16172"/>
                      <a:pt x="375521" y="19584"/>
                    </a:cubicBezTo>
                    <a:cubicBezTo>
                      <a:pt x="374414" y="23047"/>
                      <a:pt x="373737" y="26719"/>
                      <a:pt x="373490" y="30573"/>
                    </a:cubicBezTo>
                    <a:cubicBezTo>
                      <a:pt x="373255" y="34428"/>
                      <a:pt x="373125" y="37812"/>
                      <a:pt x="373125" y="40729"/>
                    </a:cubicBezTo>
                    <a:cubicBezTo>
                      <a:pt x="373125" y="43646"/>
                      <a:pt x="373255" y="46992"/>
                      <a:pt x="373490" y="50782"/>
                    </a:cubicBezTo>
                    <a:cubicBezTo>
                      <a:pt x="373737" y="54557"/>
                      <a:pt x="374414" y="58190"/>
                      <a:pt x="375521" y="61667"/>
                    </a:cubicBezTo>
                    <a:cubicBezTo>
                      <a:pt x="376562" y="65065"/>
                      <a:pt x="378151" y="67943"/>
                      <a:pt x="380260" y="70313"/>
                    </a:cubicBezTo>
                    <a:cubicBezTo>
                      <a:pt x="382383" y="72669"/>
                      <a:pt x="385312" y="73854"/>
                      <a:pt x="389063" y="73854"/>
                    </a:cubicBezTo>
                    <a:cubicBezTo>
                      <a:pt x="392813" y="73854"/>
                      <a:pt x="395807" y="72669"/>
                      <a:pt x="398021" y="70313"/>
                    </a:cubicBezTo>
                    <a:cubicBezTo>
                      <a:pt x="400247" y="67943"/>
                      <a:pt x="401914" y="65065"/>
                      <a:pt x="403021" y="61667"/>
                    </a:cubicBezTo>
                    <a:cubicBezTo>
                      <a:pt x="404206" y="58190"/>
                      <a:pt x="404974" y="54557"/>
                      <a:pt x="405313" y="50782"/>
                    </a:cubicBezTo>
                    <a:cubicBezTo>
                      <a:pt x="405664" y="46992"/>
                      <a:pt x="405834" y="43646"/>
                      <a:pt x="405834" y="40729"/>
                    </a:cubicBezTo>
                    <a:cubicBezTo>
                      <a:pt x="405834" y="37812"/>
                      <a:pt x="405664" y="34428"/>
                      <a:pt x="405313" y="30573"/>
                    </a:cubicBezTo>
                    <a:cubicBezTo>
                      <a:pt x="404974" y="26719"/>
                      <a:pt x="404206" y="23047"/>
                      <a:pt x="403021" y="19584"/>
                    </a:cubicBezTo>
                    <a:cubicBezTo>
                      <a:pt x="401914" y="16172"/>
                      <a:pt x="400247" y="13255"/>
                      <a:pt x="398021" y="10834"/>
                    </a:cubicBezTo>
                    <a:cubicBezTo>
                      <a:pt x="395807" y="8399"/>
                      <a:pt x="392813" y="7188"/>
                      <a:pt x="389063" y="7188"/>
                    </a:cubicBezTo>
                    <a:close/>
                    <a:moveTo>
                      <a:pt x="544271" y="3125"/>
                    </a:moveTo>
                    <a:lnTo>
                      <a:pt x="550208" y="3125"/>
                    </a:lnTo>
                    <a:cubicBezTo>
                      <a:pt x="550977" y="3125"/>
                      <a:pt x="551497" y="3255"/>
                      <a:pt x="551771" y="3542"/>
                    </a:cubicBezTo>
                    <a:cubicBezTo>
                      <a:pt x="552057" y="3815"/>
                      <a:pt x="552188" y="4336"/>
                      <a:pt x="552188" y="5105"/>
                    </a:cubicBezTo>
                    <a:lnTo>
                      <a:pt x="552188" y="79167"/>
                    </a:lnTo>
                    <a:lnTo>
                      <a:pt x="543959" y="79167"/>
                    </a:lnTo>
                    <a:lnTo>
                      <a:pt x="543959" y="12084"/>
                    </a:lnTo>
                    <a:cubicBezTo>
                      <a:pt x="542083" y="14089"/>
                      <a:pt x="539740" y="16016"/>
                      <a:pt x="536927" y="17865"/>
                    </a:cubicBezTo>
                    <a:cubicBezTo>
                      <a:pt x="534115" y="19701"/>
                      <a:pt x="531042" y="21458"/>
                      <a:pt x="527708" y="23125"/>
                    </a:cubicBezTo>
                    <a:lnTo>
                      <a:pt x="527708" y="15209"/>
                    </a:lnTo>
                    <a:cubicBezTo>
                      <a:pt x="530703" y="13881"/>
                      <a:pt x="533581" y="12188"/>
                      <a:pt x="536354" y="10104"/>
                    </a:cubicBezTo>
                    <a:cubicBezTo>
                      <a:pt x="539141" y="8021"/>
                      <a:pt x="541771" y="5690"/>
                      <a:pt x="544271" y="3125"/>
                    </a:cubicBezTo>
                    <a:close/>
                    <a:moveTo>
                      <a:pt x="318125" y="3125"/>
                    </a:moveTo>
                    <a:lnTo>
                      <a:pt x="357812" y="3125"/>
                    </a:lnTo>
                    <a:lnTo>
                      <a:pt x="357812" y="10208"/>
                    </a:lnTo>
                    <a:lnTo>
                      <a:pt x="324479" y="10208"/>
                    </a:lnTo>
                    <a:lnTo>
                      <a:pt x="323021" y="35834"/>
                    </a:lnTo>
                    <a:cubicBezTo>
                      <a:pt x="324623" y="33672"/>
                      <a:pt x="326901" y="31993"/>
                      <a:pt x="329844" y="30781"/>
                    </a:cubicBezTo>
                    <a:cubicBezTo>
                      <a:pt x="332800" y="29558"/>
                      <a:pt x="336146" y="28958"/>
                      <a:pt x="339896" y="28958"/>
                    </a:cubicBezTo>
                    <a:cubicBezTo>
                      <a:pt x="342891" y="28958"/>
                      <a:pt x="345703" y="29492"/>
                      <a:pt x="348333" y="30573"/>
                    </a:cubicBezTo>
                    <a:cubicBezTo>
                      <a:pt x="350977" y="31641"/>
                      <a:pt x="353308" y="33255"/>
                      <a:pt x="355313" y="35417"/>
                    </a:cubicBezTo>
                    <a:cubicBezTo>
                      <a:pt x="357266" y="37565"/>
                      <a:pt x="358828" y="40261"/>
                      <a:pt x="360000" y="43490"/>
                    </a:cubicBezTo>
                    <a:cubicBezTo>
                      <a:pt x="361185" y="46719"/>
                      <a:pt x="361771" y="50521"/>
                      <a:pt x="361771" y="54896"/>
                    </a:cubicBezTo>
                    <a:cubicBezTo>
                      <a:pt x="361771" y="58711"/>
                      <a:pt x="361198" y="62214"/>
                      <a:pt x="360052" y="65417"/>
                    </a:cubicBezTo>
                    <a:cubicBezTo>
                      <a:pt x="358906" y="68607"/>
                      <a:pt x="357292" y="71355"/>
                      <a:pt x="355209" y="73646"/>
                    </a:cubicBezTo>
                    <a:cubicBezTo>
                      <a:pt x="353060" y="75938"/>
                      <a:pt x="350508" y="77721"/>
                      <a:pt x="347552" y="79010"/>
                    </a:cubicBezTo>
                    <a:cubicBezTo>
                      <a:pt x="344610" y="80287"/>
                      <a:pt x="341328" y="80938"/>
                      <a:pt x="337709" y="80938"/>
                    </a:cubicBezTo>
                    <a:cubicBezTo>
                      <a:pt x="331120" y="80938"/>
                      <a:pt x="325560" y="79193"/>
                      <a:pt x="321042" y="75730"/>
                    </a:cubicBezTo>
                    <a:cubicBezTo>
                      <a:pt x="316537" y="72253"/>
                      <a:pt x="314102" y="67214"/>
                      <a:pt x="313750" y="60625"/>
                    </a:cubicBezTo>
                    <a:lnTo>
                      <a:pt x="321979" y="60625"/>
                    </a:lnTo>
                    <a:cubicBezTo>
                      <a:pt x="322604" y="64857"/>
                      <a:pt x="324375" y="68138"/>
                      <a:pt x="327292" y="70469"/>
                    </a:cubicBezTo>
                    <a:cubicBezTo>
                      <a:pt x="330208" y="72787"/>
                      <a:pt x="333789" y="73958"/>
                      <a:pt x="338021" y="73958"/>
                    </a:cubicBezTo>
                    <a:cubicBezTo>
                      <a:pt x="342396" y="73958"/>
                      <a:pt x="346068" y="72253"/>
                      <a:pt x="349010" y="68855"/>
                    </a:cubicBezTo>
                    <a:cubicBezTo>
                      <a:pt x="351966" y="65443"/>
                      <a:pt x="353437" y="60833"/>
                      <a:pt x="353437" y="55000"/>
                    </a:cubicBezTo>
                    <a:cubicBezTo>
                      <a:pt x="353437" y="48607"/>
                      <a:pt x="351979" y="43815"/>
                      <a:pt x="349062" y="40625"/>
                    </a:cubicBezTo>
                    <a:cubicBezTo>
                      <a:pt x="346146" y="37422"/>
                      <a:pt x="342500" y="35834"/>
                      <a:pt x="338125" y="35834"/>
                    </a:cubicBezTo>
                    <a:cubicBezTo>
                      <a:pt x="334662" y="35834"/>
                      <a:pt x="331601" y="36719"/>
                      <a:pt x="328958" y="38490"/>
                    </a:cubicBezTo>
                    <a:cubicBezTo>
                      <a:pt x="326328" y="40261"/>
                      <a:pt x="324583" y="42670"/>
                      <a:pt x="323750" y="45729"/>
                    </a:cubicBezTo>
                    <a:cubicBezTo>
                      <a:pt x="323620" y="46068"/>
                      <a:pt x="323516" y="46354"/>
                      <a:pt x="323438" y="46562"/>
                    </a:cubicBezTo>
                    <a:cubicBezTo>
                      <a:pt x="323372" y="46771"/>
                      <a:pt x="323268" y="46941"/>
                      <a:pt x="323125" y="47084"/>
                    </a:cubicBezTo>
                    <a:cubicBezTo>
                      <a:pt x="322995" y="47214"/>
                      <a:pt x="322799" y="47318"/>
                      <a:pt x="322552" y="47396"/>
                    </a:cubicBezTo>
                    <a:cubicBezTo>
                      <a:pt x="322318" y="47461"/>
                      <a:pt x="322018" y="47500"/>
                      <a:pt x="321667" y="47500"/>
                    </a:cubicBezTo>
                    <a:lnTo>
                      <a:pt x="316667" y="47500"/>
                    </a:lnTo>
                    <a:cubicBezTo>
                      <a:pt x="316042" y="47500"/>
                      <a:pt x="315664" y="47409"/>
                      <a:pt x="315521" y="47239"/>
                    </a:cubicBezTo>
                    <a:cubicBezTo>
                      <a:pt x="315391" y="47057"/>
                      <a:pt x="315313" y="46628"/>
                      <a:pt x="315313" y="45938"/>
                    </a:cubicBezTo>
                    <a:lnTo>
                      <a:pt x="316458" y="5105"/>
                    </a:lnTo>
                    <a:cubicBezTo>
                      <a:pt x="316458" y="4336"/>
                      <a:pt x="316589" y="3815"/>
                      <a:pt x="316823" y="3542"/>
                    </a:cubicBezTo>
                    <a:cubicBezTo>
                      <a:pt x="317070" y="3255"/>
                      <a:pt x="317500" y="3125"/>
                      <a:pt x="318125" y="3125"/>
                    </a:cubicBezTo>
                    <a:close/>
                    <a:moveTo>
                      <a:pt x="179687" y="3125"/>
                    </a:moveTo>
                    <a:lnTo>
                      <a:pt x="185625" y="3125"/>
                    </a:lnTo>
                    <a:cubicBezTo>
                      <a:pt x="186393" y="3125"/>
                      <a:pt x="186914" y="3255"/>
                      <a:pt x="187187" y="3542"/>
                    </a:cubicBezTo>
                    <a:cubicBezTo>
                      <a:pt x="187474" y="3815"/>
                      <a:pt x="187604" y="4336"/>
                      <a:pt x="187604" y="5105"/>
                    </a:cubicBezTo>
                    <a:lnTo>
                      <a:pt x="187604" y="79167"/>
                    </a:lnTo>
                    <a:lnTo>
                      <a:pt x="179375" y="79167"/>
                    </a:lnTo>
                    <a:lnTo>
                      <a:pt x="179375" y="12084"/>
                    </a:lnTo>
                    <a:cubicBezTo>
                      <a:pt x="177500" y="14089"/>
                      <a:pt x="175156" y="16016"/>
                      <a:pt x="172344" y="17865"/>
                    </a:cubicBezTo>
                    <a:cubicBezTo>
                      <a:pt x="169531" y="19701"/>
                      <a:pt x="166458" y="21458"/>
                      <a:pt x="163125" y="23125"/>
                    </a:cubicBezTo>
                    <a:lnTo>
                      <a:pt x="163125" y="15209"/>
                    </a:lnTo>
                    <a:cubicBezTo>
                      <a:pt x="166120" y="13881"/>
                      <a:pt x="168998" y="12188"/>
                      <a:pt x="171771" y="10104"/>
                    </a:cubicBezTo>
                    <a:cubicBezTo>
                      <a:pt x="174557" y="8021"/>
                      <a:pt x="177188" y="5690"/>
                      <a:pt x="179687" y="3125"/>
                    </a:cubicBezTo>
                    <a:close/>
                    <a:moveTo>
                      <a:pt x="460209" y="1980"/>
                    </a:moveTo>
                    <a:lnTo>
                      <a:pt x="467292" y="1980"/>
                    </a:lnTo>
                    <a:cubicBezTo>
                      <a:pt x="468060" y="1980"/>
                      <a:pt x="468581" y="2110"/>
                      <a:pt x="468854" y="2396"/>
                    </a:cubicBezTo>
                    <a:cubicBezTo>
                      <a:pt x="469141" y="2669"/>
                      <a:pt x="469271" y="3190"/>
                      <a:pt x="469271" y="3959"/>
                    </a:cubicBezTo>
                    <a:lnTo>
                      <a:pt x="469271" y="55313"/>
                    </a:lnTo>
                    <a:lnTo>
                      <a:pt x="480625" y="55313"/>
                    </a:lnTo>
                    <a:lnTo>
                      <a:pt x="480625" y="62500"/>
                    </a:lnTo>
                    <a:lnTo>
                      <a:pt x="469271" y="62500"/>
                    </a:lnTo>
                    <a:lnTo>
                      <a:pt x="469271" y="79167"/>
                    </a:lnTo>
                    <a:lnTo>
                      <a:pt x="461146" y="79167"/>
                    </a:lnTo>
                    <a:lnTo>
                      <a:pt x="461146" y="62500"/>
                    </a:lnTo>
                    <a:lnTo>
                      <a:pt x="428750" y="62500"/>
                    </a:lnTo>
                    <a:cubicBezTo>
                      <a:pt x="427995" y="62500"/>
                      <a:pt x="427474" y="62357"/>
                      <a:pt x="427188" y="62083"/>
                    </a:cubicBezTo>
                    <a:cubicBezTo>
                      <a:pt x="426914" y="61797"/>
                      <a:pt x="426771" y="61276"/>
                      <a:pt x="426771" y="60521"/>
                    </a:cubicBezTo>
                    <a:lnTo>
                      <a:pt x="426771" y="56146"/>
                    </a:lnTo>
                    <a:cubicBezTo>
                      <a:pt x="426771" y="55652"/>
                      <a:pt x="426862" y="55157"/>
                      <a:pt x="427031" y="54636"/>
                    </a:cubicBezTo>
                    <a:cubicBezTo>
                      <a:pt x="427214" y="54115"/>
                      <a:pt x="427435" y="53646"/>
                      <a:pt x="427708" y="53229"/>
                    </a:cubicBezTo>
                    <a:lnTo>
                      <a:pt x="458125" y="3334"/>
                    </a:lnTo>
                    <a:cubicBezTo>
                      <a:pt x="458333" y="2917"/>
                      <a:pt x="458620" y="2578"/>
                      <a:pt x="458958" y="2344"/>
                    </a:cubicBezTo>
                    <a:cubicBezTo>
                      <a:pt x="459310" y="2096"/>
                      <a:pt x="459727" y="1980"/>
                      <a:pt x="460209" y="1980"/>
                    </a:cubicBezTo>
                    <a:close/>
                    <a:moveTo>
                      <a:pt x="611459" y="1458"/>
                    </a:moveTo>
                    <a:cubicBezTo>
                      <a:pt x="617787" y="1458"/>
                      <a:pt x="622917" y="3242"/>
                      <a:pt x="626875" y="6824"/>
                    </a:cubicBezTo>
                    <a:cubicBezTo>
                      <a:pt x="630834" y="10391"/>
                      <a:pt x="633164" y="15209"/>
                      <a:pt x="633854" y="21250"/>
                    </a:cubicBezTo>
                    <a:lnTo>
                      <a:pt x="625625" y="21250"/>
                    </a:lnTo>
                    <a:cubicBezTo>
                      <a:pt x="625417" y="17357"/>
                      <a:pt x="623958" y="14245"/>
                      <a:pt x="621250" y="11927"/>
                    </a:cubicBezTo>
                    <a:cubicBezTo>
                      <a:pt x="618542" y="9596"/>
                      <a:pt x="615313" y="8438"/>
                      <a:pt x="611563" y="8438"/>
                    </a:cubicBezTo>
                    <a:cubicBezTo>
                      <a:pt x="607891" y="8438"/>
                      <a:pt x="604831" y="9584"/>
                      <a:pt x="602396" y="11876"/>
                    </a:cubicBezTo>
                    <a:cubicBezTo>
                      <a:pt x="599974" y="14167"/>
                      <a:pt x="598021" y="17045"/>
                      <a:pt x="596563" y="20521"/>
                    </a:cubicBezTo>
                    <a:cubicBezTo>
                      <a:pt x="595104" y="23920"/>
                      <a:pt x="594089" y="27630"/>
                      <a:pt x="593490" y="31667"/>
                    </a:cubicBezTo>
                    <a:cubicBezTo>
                      <a:pt x="592904" y="35690"/>
                      <a:pt x="592604" y="39440"/>
                      <a:pt x="592604" y="42917"/>
                    </a:cubicBezTo>
                    <a:cubicBezTo>
                      <a:pt x="594141" y="38464"/>
                      <a:pt x="596706" y="35156"/>
                      <a:pt x="600313" y="32969"/>
                    </a:cubicBezTo>
                    <a:cubicBezTo>
                      <a:pt x="603932" y="30781"/>
                      <a:pt x="608060" y="29688"/>
                      <a:pt x="612709" y="29688"/>
                    </a:cubicBezTo>
                    <a:cubicBezTo>
                      <a:pt x="619583" y="29688"/>
                      <a:pt x="625026" y="32005"/>
                      <a:pt x="629011" y="36667"/>
                    </a:cubicBezTo>
                    <a:cubicBezTo>
                      <a:pt x="633008" y="41316"/>
                      <a:pt x="635000" y="47500"/>
                      <a:pt x="635000" y="55208"/>
                    </a:cubicBezTo>
                    <a:cubicBezTo>
                      <a:pt x="635000" y="58816"/>
                      <a:pt x="634466" y="62188"/>
                      <a:pt x="633386" y="65312"/>
                    </a:cubicBezTo>
                    <a:cubicBezTo>
                      <a:pt x="632318" y="68438"/>
                      <a:pt x="630730" y="71172"/>
                      <a:pt x="628646" y="73542"/>
                    </a:cubicBezTo>
                    <a:cubicBezTo>
                      <a:pt x="626641" y="75834"/>
                      <a:pt x="624167" y="77631"/>
                      <a:pt x="621250" y="78959"/>
                    </a:cubicBezTo>
                    <a:cubicBezTo>
                      <a:pt x="618333" y="80274"/>
                      <a:pt x="615039" y="80938"/>
                      <a:pt x="611354" y="80938"/>
                    </a:cubicBezTo>
                    <a:cubicBezTo>
                      <a:pt x="605599" y="80938"/>
                      <a:pt x="600716" y="79428"/>
                      <a:pt x="596719" y="76407"/>
                    </a:cubicBezTo>
                    <a:cubicBezTo>
                      <a:pt x="592735" y="73386"/>
                      <a:pt x="589935" y="69544"/>
                      <a:pt x="588334" y="64896"/>
                    </a:cubicBezTo>
                    <a:cubicBezTo>
                      <a:pt x="587292" y="62044"/>
                      <a:pt x="586550" y="58971"/>
                      <a:pt x="586094" y="55677"/>
                    </a:cubicBezTo>
                    <a:cubicBezTo>
                      <a:pt x="585651" y="52370"/>
                      <a:pt x="585417" y="48334"/>
                      <a:pt x="585417" y="43542"/>
                    </a:cubicBezTo>
                    <a:cubicBezTo>
                      <a:pt x="585417" y="36589"/>
                      <a:pt x="586068" y="30495"/>
                      <a:pt x="587344" y="25260"/>
                    </a:cubicBezTo>
                    <a:cubicBezTo>
                      <a:pt x="588633" y="20014"/>
                      <a:pt x="590456" y="15625"/>
                      <a:pt x="592813" y="12084"/>
                    </a:cubicBezTo>
                    <a:cubicBezTo>
                      <a:pt x="595104" y="8607"/>
                      <a:pt x="597852" y="5964"/>
                      <a:pt x="601042" y="4167"/>
                    </a:cubicBezTo>
                    <a:cubicBezTo>
                      <a:pt x="604245" y="2357"/>
                      <a:pt x="607709" y="1458"/>
                      <a:pt x="611459" y="1458"/>
                    </a:cubicBezTo>
                    <a:close/>
                    <a:moveTo>
                      <a:pt x="244375" y="1354"/>
                    </a:moveTo>
                    <a:cubicBezTo>
                      <a:pt x="250768" y="1354"/>
                      <a:pt x="256120" y="3047"/>
                      <a:pt x="260417" y="6459"/>
                    </a:cubicBezTo>
                    <a:cubicBezTo>
                      <a:pt x="264727" y="9857"/>
                      <a:pt x="266875" y="14857"/>
                      <a:pt x="266875" y="21458"/>
                    </a:cubicBezTo>
                    <a:cubicBezTo>
                      <a:pt x="266875" y="25899"/>
                      <a:pt x="265508" y="30521"/>
                      <a:pt x="262760" y="35313"/>
                    </a:cubicBezTo>
                    <a:cubicBezTo>
                      <a:pt x="260026" y="40104"/>
                      <a:pt x="256745" y="44753"/>
                      <a:pt x="252917" y="49271"/>
                    </a:cubicBezTo>
                    <a:cubicBezTo>
                      <a:pt x="249101" y="53776"/>
                      <a:pt x="245143" y="58021"/>
                      <a:pt x="241042" y="61979"/>
                    </a:cubicBezTo>
                    <a:cubicBezTo>
                      <a:pt x="236953" y="65938"/>
                      <a:pt x="233542" y="69271"/>
                      <a:pt x="230833" y="71979"/>
                    </a:cubicBezTo>
                    <a:lnTo>
                      <a:pt x="268542" y="71979"/>
                    </a:lnTo>
                    <a:lnTo>
                      <a:pt x="268542" y="79167"/>
                    </a:lnTo>
                    <a:lnTo>
                      <a:pt x="222813" y="79167"/>
                    </a:lnTo>
                    <a:cubicBezTo>
                      <a:pt x="222188" y="79167"/>
                      <a:pt x="221797" y="79063"/>
                      <a:pt x="221615" y="78855"/>
                    </a:cubicBezTo>
                    <a:cubicBezTo>
                      <a:pt x="221445" y="78646"/>
                      <a:pt x="221354" y="78229"/>
                      <a:pt x="221354" y="77604"/>
                    </a:cubicBezTo>
                    <a:lnTo>
                      <a:pt x="221354" y="71355"/>
                    </a:lnTo>
                    <a:cubicBezTo>
                      <a:pt x="222539" y="70235"/>
                      <a:pt x="223984" y="68855"/>
                      <a:pt x="225677" y="67188"/>
                    </a:cubicBezTo>
                    <a:cubicBezTo>
                      <a:pt x="227383" y="65521"/>
                      <a:pt x="229245" y="63672"/>
                      <a:pt x="231250" y="61667"/>
                    </a:cubicBezTo>
                    <a:cubicBezTo>
                      <a:pt x="233203" y="59648"/>
                      <a:pt x="235208" y="57500"/>
                      <a:pt x="237292" y="55208"/>
                    </a:cubicBezTo>
                    <a:cubicBezTo>
                      <a:pt x="239375" y="52917"/>
                      <a:pt x="241432" y="50547"/>
                      <a:pt x="243437" y="48126"/>
                    </a:cubicBezTo>
                    <a:cubicBezTo>
                      <a:pt x="245456" y="45756"/>
                      <a:pt x="247370" y="43386"/>
                      <a:pt x="249167" y="40990"/>
                    </a:cubicBezTo>
                    <a:cubicBezTo>
                      <a:pt x="250977" y="38594"/>
                      <a:pt x="252539" y="36276"/>
                      <a:pt x="253854" y="34063"/>
                    </a:cubicBezTo>
                    <a:cubicBezTo>
                      <a:pt x="255247" y="31771"/>
                      <a:pt x="256341" y="29610"/>
                      <a:pt x="257135" y="27604"/>
                    </a:cubicBezTo>
                    <a:cubicBezTo>
                      <a:pt x="257943" y="25586"/>
                      <a:pt x="258333" y="23750"/>
                      <a:pt x="258333" y="22084"/>
                    </a:cubicBezTo>
                    <a:cubicBezTo>
                      <a:pt x="258333" y="17565"/>
                      <a:pt x="257018" y="14180"/>
                      <a:pt x="254375" y="11927"/>
                    </a:cubicBezTo>
                    <a:cubicBezTo>
                      <a:pt x="251745" y="9662"/>
                      <a:pt x="248333" y="8542"/>
                      <a:pt x="244167" y="8542"/>
                    </a:cubicBezTo>
                    <a:cubicBezTo>
                      <a:pt x="240143" y="8542"/>
                      <a:pt x="236862" y="9922"/>
                      <a:pt x="234323" y="12709"/>
                    </a:cubicBezTo>
                    <a:cubicBezTo>
                      <a:pt x="231797" y="15482"/>
                      <a:pt x="230521" y="19089"/>
                      <a:pt x="230521" y="23542"/>
                    </a:cubicBezTo>
                    <a:lnTo>
                      <a:pt x="221979" y="23542"/>
                    </a:lnTo>
                    <a:cubicBezTo>
                      <a:pt x="221979" y="20208"/>
                      <a:pt x="222539" y="17161"/>
                      <a:pt x="223646" y="14428"/>
                    </a:cubicBezTo>
                    <a:cubicBezTo>
                      <a:pt x="224766" y="11680"/>
                      <a:pt x="226328" y="9336"/>
                      <a:pt x="228333" y="7396"/>
                    </a:cubicBezTo>
                    <a:cubicBezTo>
                      <a:pt x="230351" y="5443"/>
                      <a:pt x="232734" y="3959"/>
                      <a:pt x="235469" y="2917"/>
                    </a:cubicBezTo>
                    <a:cubicBezTo>
                      <a:pt x="238216" y="1876"/>
                      <a:pt x="241185" y="1354"/>
                      <a:pt x="244375" y="1354"/>
                    </a:cubicBezTo>
                    <a:close/>
                    <a:moveTo>
                      <a:pt x="114896" y="1354"/>
                    </a:moveTo>
                    <a:cubicBezTo>
                      <a:pt x="118229" y="1354"/>
                      <a:pt x="121432" y="1876"/>
                      <a:pt x="124479" y="2917"/>
                    </a:cubicBezTo>
                    <a:cubicBezTo>
                      <a:pt x="127539" y="3959"/>
                      <a:pt x="130286" y="5860"/>
                      <a:pt x="132708" y="8646"/>
                    </a:cubicBezTo>
                    <a:cubicBezTo>
                      <a:pt x="135078" y="11419"/>
                      <a:pt x="136966" y="15260"/>
                      <a:pt x="138385" y="20157"/>
                    </a:cubicBezTo>
                    <a:cubicBezTo>
                      <a:pt x="139817" y="25052"/>
                      <a:pt x="140521" y="31315"/>
                      <a:pt x="140521" y="38958"/>
                    </a:cubicBezTo>
                    <a:cubicBezTo>
                      <a:pt x="140521" y="52917"/>
                      <a:pt x="138203" y="63386"/>
                      <a:pt x="133542" y="70365"/>
                    </a:cubicBezTo>
                    <a:cubicBezTo>
                      <a:pt x="128893" y="77344"/>
                      <a:pt x="122578" y="80833"/>
                      <a:pt x="114583" y="80833"/>
                    </a:cubicBezTo>
                    <a:cubicBezTo>
                      <a:pt x="108203" y="80833"/>
                      <a:pt x="103047" y="79063"/>
                      <a:pt x="99115" y="75521"/>
                    </a:cubicBezTo>
                    <a:cubicBezTo>
                      <a:pt x="95195" y="71979"/>
                      <a:pt x="92917" y="67149"/>
                      <a:pt x="92291" y="61042"/>
                    </a:cubicBezTo>
                    <a:lnTo>
                      <a:pt x="100521" y="61042"/>
                    </a:lnTo>
                    <a:cubicBezTo>
                      <a:pt x="100664" y="65000"/>
                      <a:pt x="102174" y="68125"/>
                      <a:pt x="105052" y="70417"/>
                    </a:cubicBezTo>
                    <a:cubicBezTo>
                      <a:pt x="107942" y="72709"/>
                      <a:pt x="111250" y="73854"/>
                      <a:pt x="115000" y="73854"/>
                    </a:cubicBezTo>
                    <a:cubicBezTo>
                      <a:pt x="118620" y="73854"/>
                      <a:pt x="121615" y="72813"/>
                      <a:pt x="124010" y="70729"/>
                    </a:cubicBezTo>
                    <a:cubicBezTo>
                      <a:pt x="126406" y="68646"/>
                      <a:pt x="128307" y="65938"/>
                      <a:pt x="129687" y="62605"/>
                    </a:cubicBezTo>
                    <a:cubicBezTo>
                      <a:pt x="131081" y="59336"/>
                      <a:pt x="132031" y="55652"/>
                      <a:pt x="132552" y="51563"/>
                    </a:cubicBezTo>
                    <a:cubicBezTo>
                      <a:pt x="133073" y="47461"/>
                      <a:pt x="133333" y="43399"/>
                      <a:pt x="133333" y="39376"/>
                    </a:cubicBezTo>
                    <a:cubicBezTo>
                      <a:pt x="131745" y="43880"/>
                      <a:pt x="129206" y="47214"/>
                      <a:pt x="125729" y="49375"/>
                    </a:cubicBezTo>
                    <a:cubicBezTo>
                      <a:pt x="122265" y="51524"/>
                      <a:pt x="118229" y="52605"/>
                      <a:pt x="113646" y="52605"/>
                    </a:cubicBezTo>
                    <a:cubicBezTo>
                      <a:pt x="106771" y="52605"/>
                      <a:pt x="101276" y="50274"/>
                      <a:pt x="97135" y="45625"/>
                    </a:cubicBezTo>
                    <a:cubicBezTo>
                      <a:pt x="93008" y="40964"/>
                      <a:pt x="90937" y="34792"/>
                      <a:pt x="90937" y="27084"/>
                    </a:cubicBezTo>
                    <a:cubicBezTo>
                      <a:pt x="90937" y="23542"/>
                      <a:pt x="91484" y="20208"/>
                      <a:pt x="92552" y="17083"/>
                    </a:cubicBezTo>
                    <a:cubicBezTo>
                      <a:pt x="93633" y="13959"/>
                      <a:pt x="95208" y="11211"/>
                      <a:pt x="97292" y="8854"/>
                    </a:cubicBezTo>
                    <a:cubicBezTo>
                      <a:pt x="99375" y="6563"/>
                      <a:pt x="101901" y="4740"/>
                      <a:pt x="104844" y="3386"/>
                    </a:cubicBezTo>
                    <a:cubicBezTo>
                      <a:pt x="107799" y="2031"/>
                      <a:pt x="111146" y="1354"/>
                      <a:pt x="114896" y="1354"/>
                    </a:cubicBezTo>
                    <a:close/>
                    <a:moveTo>
                      <a:pt x="23021" y="1354"/>
                    </a:moveTo>
                    <a:cubicBezTo>
                      <a:pt x="29414" y="1354"/>
                      <a:pt x="34765" y="3047"/>
                      <a:pt x="39063" y="6459"/>
                    </a:cubicBezTo>
                    <a:cubicBezTo>
                      <a:pt x="43372" y="9857"/>
                      <a:pt x="45521" y="14857"/>
                      <a:pt x="45521" y="21458"/>
                    </a:cubicBezTo>
                    <a:cubicBezTo>
                      <a:pt x="45521" y="25899"/>
                      <a:pt x="44154" y="30521"/>
                      <a:pt x="41406" y="35313"/>
                    </a:cubicBezTo>
                    <a:cubicBezTo>
                      <a:pt x="38672" y="40104"/>
                      <a:pt x="35390" y="44753"/>
                      <a:pt x="31562" y="49271"/>
                    </a:cubicBezTo>
                    <a:cubicBezTo>
                      <a:pt x="27747" y="53776"/>
                      <a:pt x="23789" y="58021"/>
                      <a:pt x="19687" y="61979"/>
                    </a:cubicBezTo>
                    <a:cubicBezTo>
                      <a:pt x="15599" y="65938"/>
                      <a:pt x="12188" y="69271"/>
                      <a:pt x="9479" y="71979"/>
                    </a:cubicBezTo>
                    <a:lnTo>
                      <a:pt x="47187" y="71979"/>
                    </a:lnTo>
                    <a:lnTo>
                      <a:pt x="47187" y="79167"/>
                    </a:lnTo>
                    <a:lnTo>
                      <a:pt x="1458" y="79167"/>
                    </a:lnTo>
                    <a:cubicBezTo>
                      <a:pt x="833" y="79167"/>
                      <a:pt x="443" y="79063"/>
                      <a:pt x="260" y="78855"/>
                    </a:cubicBezTo>
                    <a:cubicBezTo>
                      <a:pt x="91" y="78646"/>
                      <a:pt x="0" y="78229"/>
                      <a:pt x="0" y="77604"/>
                    </a:cubicBezTo>
                    <a:lnTo>
                      <a:pt x="0" y="71355"/>
                    </a:lnTo>
                    <a:cubicBezTo>
                      <a:pt x="1185" y="70235"/>
                      <a:pt x="2630" y="68855"/>
                      <a:pt x="4323" y="67188"/>
                    </a:cubicBezTo>
                    <a:cubicBezTo>
                      <a:pt x="6028" y="65521"/>
                      <a:pt x="7890" y="63672"/>
                      <a:pt x="9896" y="61667"/>
                    </a:cubicBezTo>
                    <a:cubicBezTo>
                      <a:pt x="11849" y="59648"/>
                      <a:pt x="13854" y="57500"/>
                      <a:pt x="15937" y="55208"/>
                    </a:cubicBezTo>
                    <a:cubicBezTo>
                      <a:pt x="18021" y="52917"/>
                      <a:pt x="20078" y="50547"/>
                      <a:pt x="22083" y="48126"/>
                    </a:cubicBezTo>
                    <a:cubicBezTo>
                      <a:pt x="24101" y="45756"/>
                      <a:pt x="26015" y="43386"/>
                      <a:pt x="27812" y="40990"/>
                    </a:cubicBezTo>
                    <a:cubicBezTo>
                      <a:pt x="29622" y="38594"/>
                      <a:pt x="31185" y="36276"/>
                      <a:pt x="32500" y="34063"/>
                    </a:cubicBezTo>
                    <a:cubicBezTo>
                      <a:pt x="33893" y="31771"/>
                      <a:pt x="34987" y="29610"/>
                      <a:pt x="35781" y="27604"/>
                    </a:cubicBezTo>
                    <a:cubicBezTo>
                      <a:pt x="36589" y="25586"/>
                      <a:pt x="36979" y="23750"/>
                      <a:pt x="36979" y="22084"/>
                    </a:cubicBezTo>
                    <a:cubicBezTo>
                      <a:pt x="36979" y="17565"/>
                      <a:pt x="35664" y="14180"/>
                      <a:pt x="33021" y="11927"/>
                    </a:cubicBezTo>
                    <a:cubicBezTo>
                      <a:pt x="30390" y="9662"/>
                      <a:pt x="26979" y="8542"/>
                      <a:pt x="22812" y="8542"/>
                    </a:cubicBezTo>
                    <a:cubicBezTo>
                      <a:pt x="18789" y="8542"/>
                      <a:pt x="15508" y="9922"/>
                      <a:pt x="12969" y="12709"/>
                    </a:cubicBezTo>
                    <a:cubicBezTo>
                      <a:pt x="10443" y="15482"/>
                      <a:pt x="9166" y="19089"/>
                      <a:pt x="9166" y="23542"/>
                    </a:cubicBezTo>
                    <a:lnTo>
                      <a:pt x="625" y="23542"/>
                    </a:lnTo>
                    <a:cubicBezTo>
                      <a:pt x="625" y="20208"/>
                      <a:pt x="1185" y="17161"/>
                      <a:pt x="2292" y="14428"/>
                    </a:cubicBezTo>
                    <a:cubicBezTo>
                      <a:pt x="3411" y="11680"/>
                      <a:pt x="4974" y="9336"/>
                      <a:pt x="6979" y="7396"/>
                    </a:cubicBezTo>
                    <a:cubicBezTo>
                      <a:pt x="8997" y="5443"/>
                      <a:pt x="11380" y="3959"/>
                      <a:pt x="14114" y="2917"/>
                    </a:cubicBezTo>
                    <a:cubicBezTo>
                      <a:pt x="16862" y="1876"/>
                      <a:pt x="19830" y="1354"/>
                      <a:pt x="23021" y="1354"/>
                    </a:cubicBezTo>
                    <a:close/>
                    <a:moveTo>
                      <a:pt x="675521" y="0"/>
                    </a:moveTo>
                    <a:cubicBezTo>
                      <a:pt x="680730" y="0"/>
                      <a:pt x="684987" y="1211"/>
                      <a:pt x="688281" y="3646"/>
                    </a:cubicBezTo>
                    <a:cubicBezTo>
                      <a:pt x="691589" y="6068"/>
                      <a:pt x="694167" y="9193"/>
                      <a:pt x="696042" y="13021"/>
                    </a:cubicBezTo>
                    <a:cubicBezTo>
                      <a:pt x="697917" y="16902"/>
                      <a:pt x="699206" y="21276"/>
                      <a:pt x="699896" y="26146"/>
                    </a:cubicBezTo>
                    <a:cubicBezTo>
                      <a:pt x="700599" y="31003"/>
                      <a:pt x="700938" y="35860"/>
                      <a:pt x="700938" y="40729"/>
                    </a:cubicBezTo>
                    <a:cubicBezTo>
                      <a:pt x="700938" y="45652"/>
                      <a:pt x="700599" y="50521"/>
                      <a:pt x="699896" y="55313"/>
                    </a:cubicBezTo>
                    <a:cubicBezTo>
                      <a:pt x="699206" y="60105"/>
                      <a:pt x="697917" y="64441"/>
                      <a:pt x="696042" y="68334"/>
                    </a:cubicBezTo>
                    <a:cubicBezTo>
                      <a:pt x="694167" y="72149"/>
                      <a:pt x="691589" y="75235"/>
                      <a:pt x="688281" y="77604"/>
                    </a:cubicBezTo>
                    <a:cubicBezTo>
                      <a:pt x="684987" y="79961"/>
                      <a:pt x="680730" y="81146"/>
                      <a:pt x="675521" y="81146"/>
                    </a:cubicBezTo>
                    <a:cubicBezTo>
                      <a:pt x="670391" y="81146"/>
                      <a:pt x="666198" y="79961"/>
                      <a:pt x="662969" y="77604"/>
                    </a:cubicBezTo>
                    <a:cubicBezTo>
                      <a:pt x="659740" y="75235"/>
                      <a:pt x="657266" y="72149"/>
                      <a:pt x="655521" y="68334"/>
                    </a:cubicBezTo>
                    <a:cubicBezTo>
                      <a:pt x="653724" y="64441"/>
                      <a:pt x="652500" y="60105"/>
                      <a:pt x="651875" y="55313"/>
                    </a:cubicBezTo>
                    <a:cubicBezTo>
                      <a:pt x="651250" y="50521"/>
                      <a:pt x="650938" y="45652"/>
                      <a:pt x="650938" y="40729"/>
                    </a:cubicBezTo>
                    <a:cubicBezTo>
                      <a:pt x="650938" y="35860"/>
                      <a:pt x="651250" y="31003"/>
                      <a:pt x="651875" y="26146"/>
                    </a:cubicBezTo>
                    <a:cubicBezTo>
                      <a:pt x="652500" y="21276"/>
                      <a:pt x="653724" y="16902"/>
                      <a:pt x="655521" y="13021"/>
                    </a:cubicBezTo>
                    <a:cubicBezTo>
                      <a:pt x="657266" y="9193"/>
                      <a:pt x="659740" y="6068"/>
                      <a:pt x="662969" y="3646"/>
                    </a:cubicBezTo>
                    <a:cubicBezTo>
                      <a:pt x="666198" y="1211"/>
                      <a:pt x="670391" y="0"/>
                      <a:pt x="675521" y="0"/>
                    </a:cubicBezTo>
                    <a:close/>
                    <a:moveTo>
                      <a:pt x="389063" y="0"/>
                    </a:moveTo>
                    <a:cubicBezTo>
                      <a:pt x="394271" y="0"/>
                      <a:pt x="398529" y="1211"/>
                      <a:pt x="401823" y="3646"/>
                    </a:cubicBezTo>
                    <a:cubicBezTo>
                      <a:pt x="405130" y="6068"/>
                      <a:pt x="407708" y="9193"/>
                      <a:pt x="409583" y="13021"/>
                    </a:cubicBezTo>
                    <a:cubicBezTo>
                      <a:pt x="411459" y="16902"/>
                      <a:pt x="412748" y="21276"/>
                      <a:pt x="413438" y="26146"/>
                    </a:cubicBezTo>
                    <a:cubicBezTo>
                      <a:pt x="414141" y="31003"/>
                      <a:pt x="414479" y="35860"/>
                      <a:pt x="414479" y="40729"/>
                    </a:cubicBezTo>
                    <a:cubicBezTo>
                      <a:pt x="414479" y="45652"/>
                      <a:pt x="414141" y="50521"/>
                      <a:pt x="413438" y="55313"/>
                    </a:cubicBezTo>
                    <a:cubicBezTo>
                      <a:pt x="412748" y="60105"/>
                      <a:pt x="411459" y="64441"/>
                      <a:pt x="409583" y="68334"/>
                    </a:cubicBezTo>
                    <a:cubicBezTo>
                      <a:pt x="407708" y="72149"/>
                      <a:pt x="405130" y="75235"/>
                      <a:pt x="401823" y="77604"/>
                    </a:cubicBezTo>
                    <a:cubicBezTo>
                      <a:pt x="398529" y="79961"/>
                      <a:pt x="394271" y="81146"/>
                      <a:pt x="389063" y="81146"/>
                    </a:cubicBezTo>
                    <a:cubicBezTo>
                      <a:pt x="383932" y="81146"/>
                      <a:pt x="379740" y="79961"/>
                      <a:pt x="376510" y="77604"/>
                    </a:cubicBezTo>
                    <a:cubicBezTo>
                      <a:pt x="373281" y="75235"/>
                      <a:pt x="370807" y="72149"/>
                      <a:pt x="369063" y="68334"/>
                    </a:cubicBezTo>
                    <a:cubicBezTo>
                      <a:pt x="367266" y="64441"/>
                      <a:pt x="366042" y="60105"/>
                      <a:pt x="365417" y="55313"/>
                    </a:cubicBezTo>
                    <a:cubicBezTo>
                      <a:pt x="364792" y="50521"/>
                      <a:pt x="364479" y="45652"/>
                      <a:pt x="364479" y="40729"/>
                    </a:cubicBezTo>
                    <a:cubicBezTo>
                      <a:pt x="364479" y="35860"/>
                      <a:pt x="364792" y="31003"/>
                      <a:pt x="365417" y="26146"/>
                    </a:cubicBezTo>
                    <a:cubicBezTo>
                      <a:pt x="366042" y="21276"/>
                      <a:pt x="367266" y="16902"/>
                      <a:pt x="369063" y="13021"/>
                    </a:cubicBezTo>
                    <a:cubicBezTo>
                      <a:pt x="370807" y="9193"/>
                      <a:pt x="373281" y="6068"/>
                      <a:pt x="376510" y="3646"/>
                    </a:cubicBezTo>
                    <a:cubicBezTo>
                      <a:pt x="379740" y="1211"/>
                      <a:pt x="383932" y="0"/>
                      <a:pt x="38906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90" name="TextBox 789">
                <a:extLst>
                  <a:ext uri="{FF2B5EF4-FFF2-40B4-BE49-F238E27FC236}">
                    <a16:creationId xmlns:a16="http://schemas.microsoft.com/office/drawing/2014/main" id="{7A82369F-6D8D-4E49-8498-CF3EFD702868}"/>
                  </a:ext>
                </a:extLst>
              </p:cNvPr>
              <p:cNvSpPr txBox="1"/>
              <p:nvPr/>
            </p:nvSpPr>
            <p:spPr>
              <a:xfrm>
                <a:off x="3780113" y="7876297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2,912,504,160</a:t>
                </a:r>
              </a:p>
            </p:txBody>
          </p:sp>
        </p:grpSp>
        <p:sp>
          <p:nvSpPr>
            <p:cNvPr id="791" name="자유형: 도형 790">
              <a:extLst>
                <a:ext uri="{FF2B5EF4-FFF2-40B4-BE49-F238E27FC236}">
                  <a16:creationId xmlns:a16="http://schemas.microsoft.com/office/drawing/2014/main" id="{50231E97-41EF-4FDB-8442-EA643A01EA21}"/>
                </a:ext>
              </a:extLst>
            </p:cNvPr>
            <p:cNvSpPr/>
            <p:nvPr/>
          </p:nvSpPr>
          <p:spPr>
            <a:xfrm>
              <a:off x="4698467" y="7914556"/>
              <a:ext cx="753125" cy="94062"/>
            </a:xfrm>
            <a:custGeom>
              <a:avLst/>
              <a:gdLst>
                <a:gd name="connsiteX0" fmla="*/ 118959 w 753125"/>
                <a:gd name="connsiteY0" fmla="*/ 71667 h 94062"/>
                <a:gd name="connsiteX1" fmla="*/ 118959 w 753125"/>
                <a:gd name="connsiteY1" fmla="*/ 84584 h 94062"/>
                <a:gd name="connsiteX2" fmla="*/ 162604 w 753125"/>
                <a:gd name="connsiteY2" fmla="*/ 84584 h 94062"/>
                <a:gd name="connsiteX3" fmla="*/ 162604 w 753125"/>
                <a:gd name="connsiteY3" fmla="*/ 71667 h 94062"/>
                <a:gd name="connsiteX4" fmla="*/ 617917 w 753125"/>
                <a:gd name="connsiteY4" fmla="*/ 63646 h 94062"/>
                <a:gd name="connsiteX5" fmla="*/ 600365 w 753125"/>
                <a:gd name="connsiteY5" fmla="*/ 66719 h 94062"/>
                <a:gd name="connsiteX6" fmla="*/ 593750 w 753125"/>
                <a:gd name="connsiteY6" fmla="*/ 75417 h 94062"/>
                <a:gd name="connsiteX7" fmla="*/ 600365 w 753125"/>
                <a:gd name="connsiteY7" fmla="*/ 84427 h 94062"/>
                <a:gd name="connsiteX8" fmla="*/ 617917 w 753125"/>
                <a:gd name="connsiteY8" fmla="*/ 87500 h 94062"/>
                <a:gd name="connsiteX9" fmla="*/ 635365 w 753125"/>
                <a:gd name="connsiteY9" fmla="*/ 84427 h 94062"/>
                <a:gd name="connsiteX10" fmla="*/ 642188 w 753125"/>
                <a:gd name="connsiteY10" fmla="*/ 75417 h 94062"/>
                <a:gd name="connsiteX11" fmla="*/ 635365 w 753125"/>
                <a:gd name="connsiteY11" fmla="*/ 66719 h 94062"/>
                <a:gd name="connsiteX12" fmla="*/ 617917 w 753125"/>
                <a:gd name="connsiteY12" fmla="*/ 63646 h 94062"/>
                <a:gd name="connsiteX13" fmla="*/ 18021 w 753125"/>
                <a:gd name="connsiteY13" fmla="*/ 60937 h 94062"/>
                <a:gd name="connsiteX14" fmla="*/ 26250 w 753125"/>
                <a:gd name="connsiteY14" fmla="*/ 60937 h 94062"/>
                <a:gd name="connsiteX15" fmla="*/ 26250 w 753125"/>
                <a:gd name="connsiteY15" fmla="*/ 83334 h 94062"/>
                <a:gd name="connsiteX16" fmla="*/ 78750 w 753125"/>
                <a:gd name="connsiteY16" fmla="*/ 83334 h 94062"/>
                <a:gd name="connsiteX17" fmla="*/ 78750 w 753125"/>
                <a:gd name="connsiteY17" fmla="*/ 90417 h 94062"/>
                <a:gd name="connsiteX18" fmla="*/ 20208 w 753125"/>
                <a:gd name="connsiteY18" fmla="*/ 90417 h 94062"/>
                <a:gd name="connsiteX19" fmla="*/ 18490 w 753125"/>
                <a:gd name="connsiteY19" fmla="*/ 89948 h 94062"/>
                <a:gd name="connsiteX20" fmla="*/ 18021 w 753125"/>
                <a:gd name="connsiteY20" fmla="*/ 88229 h 94062"/>
                <a:gd name="connsiteX21" fmla="*/ 307917 w 753125"/>
                <a:gd name="connsiteY21" fmla="*/ 60833 h 94062"/>
                <a:gd name="connsiteX22" fmla="*/ 316354 w 753125"/>
                <a:gd name="connsiteY22" fmla="*/ 60833 h 94062"/>
                <a:gd name="connsiteX23" fmla="*/ 316354 w 753125"/>
                <a:gd name="connsiteY23" fmla="*/ 83334 h 94062"/>
                <a:gd name="connsiteX24" fmla="*/ 370209 w 753125"/>
                <a:gd name="connsiteY24" fmla="*/ 83334 h 94062"/>
                <a:gd name="connsiteX25" fmla="*/ 370209 w 753125"/>
                <a:gd name="connsiteY25" fmla="*/ 90417 h 94062"/>
                <a:gd name="connsiteX26" fmla="*/ 310104 w 753125"/>
                <a:gd name="connsiteY26" fmla="*/ 90417 h 94062"/>
                <a:gd name="connsiteX27" fmla="*/ 308385 w 753125"/>
                <a:gd name="connsiteY27" fmla="*/ 89948 h 94062"/>
                <a:gd name="connsiteX28" fmla="*/ 307917 w 753125"/>
                <a:gd name="connsiteY28" fmla="*/ 88229 h 94062"/>
                <a:gd name="connsiteX29" fmla="*/ 489063 w 753125"/>
                <a:gd name="connsiteY29" fmla="*/ 60729 h 94062"/>
                <a:gd name="connsiteX30" fmla="*/ 497500 w 753125"/>
                <a:gd name="connsiteY30" fmla="*/ 60729 h 94062"/>
                <a:gd name="connsiteX31" fmla="*/ 497500 w 753125"/>
                <a:gd name="connsiteY31" fmla="*/ 83334 h 94062"/>
                <a:gd name="connsiteX32" fmla="*/ 551459 w 753125"/>
                <a:gd name="connsiteY32" fmla="*/ 83334 h 94062"/>
                <a:gd name="connsiteX33" fmla="*/ 551459 w 753125"/>
                <a:gd name="connsiteY33" fmla="*/ 90417 h 94062"/>
                <a:gd name="connsiteX34" fmla="*/ 491250 w 753125"/>
                <a:gd name="connsiteY34" fmla="*/ 90417 h 94062"/>
                <a:gd name="connsiteX35" fmla="*/ 489532 w 753125"/>
                <a:gd name="connsiteY35" fmla="*/ 89948 h 94062"/>
                <a:gd name="connsiteX36" fmla="*/ 489063 w 753125"/>
                <a:gd name="connsiteY36" fmla="*/ 88229 h 94062"/>
                <a:gd name="connsiteX37" fmla="*/ 213750 w 753125"/>
                <a:gd name="connsiteY37" fmla="*/ 60417 h 94062"/>
                <a:gd name="connsiteX38" fmla="*/ 222083 w 753125"/>
                <a:gd name="connsiteY38" fmla="*/ 60417 h 94062"/>
                <a:gd name="connsiteX39" fmla="*/ 222083 w 753125"/>
                <a:gd name="connsiteY39" fmla="*/ 83334 h 94062"/>
                <a:gd name="connsiteX40" fmla="*/ 274792 w 753125"/>
                <a:gd name="connsiteY40" fmla="*/ 83334 h 94062"/>
                <a:gd name="connsiteX41" fmla="*/ 274792 w 753125"/>
                <a:gd name="connsiteY41" fmla="*/ 90417 h 94062"/>
                <a:gd name="connsiteX42" fmla="*/ 215938 w 753125"/>
                <a:gd name="connsiteY42" fmla="*/ 90417 h 94062"/>
                <a:gd name="connsiteX43" fmla="*/ 214219 w 753125"/>
                <a:gd name="connsiteY43" fmla="*/ 89948 h 94062"/>
                <a:gd name="connsiteX44" fmla="*/ 213750 w 753125"/>
                <a:gd name="connsiteY44" fmla="*/ 88229 h 94062"/>
                <a:gd name="connsiteX45" fmla="*/ 682501 w 753125"/>
                <a:gd name="connsiteY45" fmla="*/ 60105 h 94062"/>
                <a:gd name="connsiteX46" fmla="*/ 690834 w 753125"/>
                <a:gd name="connsiteY46" fmla="*/ 60105 h 94062"/>
                <a:gd name="connsiteX47" fmla="*/ 690834 w 753125"/>
                <a:gd name="connsiteY47" fmla="*/ 83334 h 94062"/>
                <a:gd name="connsiteX48" fmla="*/ 743854 w 753125"/>
                <a:gd name="connsiteY48" fmla="*/ 83334 h 94062"/>
                <a:gd name="connsiteX49" fmla="*/ 743854 w 753125"/>
                <a:gd name="connsiteY49" fmla="*/ 90417 h 94062"/>
                <a:gd name="connsiteX50" fmla="*/ 684688 w 753125"/>
                <a:gd name="connsiteY50" fmla="*/ 90417 h 94062"/>
                <a:gd name="connsiteX51" fmla="*/ 682969 w 753125"/>
                <a:gd name="connsiteY51" fmla="*/ 89948 h 94062"/>
                <a:gd name="connsiteX52" fmla="*/ 682501 w 753125"/>
                <a:gd name="connsiteY52" fmla="*/ 88229 h 94062"/>
                <a:gd name="connsiteX53" fmla="*/ 617917 w 753125"/>
                <a:gd name="connsiteY53" fmla="*/ 56980 h 94062"/>
                <a:gd name="connsiteX54" fmla="*/ 642500 w 753125"/>
                <a:gd name="connsiteY54" fmla="*/ 62292 h 94062"/>
                <a:gd name="connsiteX55" fmla="*/ 651146 w 753125"/>
                <a:gd name="connsiteY55" fmla="*/ 75521 h 94062"/>
                <a:gd name="connsiteX56" fmla="*/ 642552 w 753125"/>
                <a:gd name="connsiteY56" fmla="*/ 88802 h 94062"/>
                <a:gd name="connsiteX57" fmla="*/ 617917 w 753125"/>
                <a:gd name="connsiteY57" fmla="*/ 94063 h 94062"/>
                <a:gd name="connsiteX58" fmla="*/ 593229 w 753125"/>
                <a:gd name="connsiteY58" fmla="*/ 88802 h 94062"/>
                <a:gd name="connsiteX59" fmla="*/ 584584 w 753125"/>
                <a:gd name="connsiteY59" fmla="*/ 75521 h 94062"/>
                <a:gd name="connsiteX60" fmla="*/ 593229 w 753125"/>
                <a:gd name="connsiteY60" fmla="*/ 62292 h 94062"/>
                <a:gd name="connsiteX61" fmla="*/ 617917 w 753125"/>
                <a:gd name="connsiteY61" fmla="*/ 56980 h 94062"/>
                <a:gd name="connsiteX62" fmla="*/ 110833 w 753125"/>
                <a:gd name="connsiteY62" fmla="*/ 53438 h 94062"/>
                <a:gd name="connsiteX63" fmla="*/ 118959 w 753125"/>
                <a:gd name="connsiteY63" fmla="*/ 53438 h 94062"/>
                <a:gd name="connsiteX64" fmla="*/ 118959 w 753125"/>
                <a:gd name="connsiteY64" fmla="*/ 64896 h 94062"/>
                <a:gd name="connsiteX65" fmla="*/ 162604 w 753125"/>
                <a:gd name="connsiteY65" fmla="*/ 64896 h 94062"/>
                <a:gd name="connsiteX66" fmla="*/ 162604 w 753125"/>
                <a:gd name="connsiteY66" fmla="*/ 53438 h 94062"/>
                <a:gd name="connsiteX67" fmla="*/ 170625 w 753125"/>
                <a:gd name="connsiteY67" fmla="*/ 53438 h 94062"/>
                <a:gd name="connsiteX68" fmla="*/ 170625 w 753125"/>
                <a:gd name="connsiteY68" fmla="*/ 89167 h 94062"/>
                <a:gd name="connsiteX69" fmla="*/ 170156 w 753125"/>
                <a:gd name="connsiteY69" fmla="*/ 90886 h 94062"/>
                <a:gd name="connsiteX70" fmla="*/ 168438 w 753125"/>
                <a:gd name="connsiteY70" fmla="*/ 91354 h 94062"/>
                <a:gd name="connsiteX71" fmla="*/ 113021 w 753125"/>
                <a:gd name="connsiteY71" fmla="*/ 91354 h 94062"/>
                <a:gd name="connsiteX72" fmla="*/ 111302 w 753125"/>
                <a:gd name="connsiteY72" fmla="*/ 90886 h 94062"/>
                <a:gd name="connsiteX73" fmla="*/ 110833 w 753125"/>
                <a:gd name="connsiteY73" fmla="*/ 89167 h 94062"/>
                <a:gd name="connsiteX74" fmla="*/ 400000 w 753125"/>
                <a:gd name="connsiteY74" fmla="*/ 26875 h 94062"/>
                <a:gd name="connsiteX75" fmla="*/ 400000 w 753125"/>
                <a:gd name="connsiteY75" fmla="*/ 45938 h 94062"/>
                <a:gd name="connsiteX76" fmla="*/ 445209 w 753125"/>
                <a:gd name="connsiteY76" fmla="*/ 45938 h 94062"/>
                <a:gd name="connsiteX77" fmla="*/ 445209 w 753125"/>
                <a:gd name="connsiteY77" fmla="*/ 26875 h 94062"/>
                <a:gd name="connsiteX78" fmla="*/ 609375 w 753125"/>
                <a:gd name="connsiteY78" fmla="*/ 21875 h 94062"/>
                <a:gd name="connsiteX79" fmla="*/ 617709 w 753125"/>
                <a:gd name="connsiteY79" fmla="*/ 21875 h 94062"/>
                <a:gd name="connsiteX80" fmla="*/ 617709 w 753125"/>
                <a:gd name="connsiteY80" fmla="*/ 41355 h 94062"/>
                <a:gd name="connsiteX81" fmla="*/ 660209 w 753125"/>
                <a:gd name="connsiteY81" fmla="*/ 41355 h 94062"/>
                <a:gd name="connsiteX82" fmla="*/ 660209 w 753125"/>
                <a:gd name="connsiteY82" fmla="*/ 48542 h 94062"/>
                <a:gd name="connsiteX83" fmla="*/ 575625 w 753125"/>
                <a:gd name="connsiteY83" fmla="*/ 48542 h 94062"/>
                <a:gd name="connsiteX84" fmla="*/ 575625 w 753125"/>
                <a:gd name="connsiteY84" fmla="*/ 41355 h 94062"/>
                <a:gd name="connsiteX85" fmla="*/ 609375 w 753125"/>
                <a:gd name="connsiteY85" fmla="*/ 41355 h 94062"/>
                <a:gd name="connsiteX86" fmla="*/ 225000 w 753125"/>
                <a:gd name="connsiteY86" fmla="*/ 8542 h 94062"/>
                <a:gd name="connsiteX87" fmla="*/ 213333 w 753125"/>
                <a:gd name="connsiteY87" fmla="*/ 13646 h 94062"/>
                <a:gd name="connsiteX88" fmla="*/ 209167 w 753125"/>
                <a:gd name="connsiteY88" fmla="*/ 25938 h 94062"/>
                <a:gd name="connsiteX89" fmla="*/ 213333 w 753125"/>
                <a:gd name="connsiteY89" fmla="*/ 38126 h 94062"/>
                <a:gd name="connsiteX90" fmla="*/ 225000 w 753125"/>
                <a:gd name="connsiteY90" fmla="*/ 43125 h 94062"/>
                <a:gd name="connsiteX91" fmla="*/ 236615 w 753125"/>
                <a:gd name="connsiteY91" fmla="*/ 38126 h 94062"/>
                <a:gd name="connsiteX92" fmla="*/ 240729 w 753125"/>
                <a:gd name="connsiteY92" fmla="*/ 25938 h 94062"/>
                <a:gd name="connsiteX93" fmla="*/ 236615 w 753125"/>
                <a:gd name="connsiteY93" fmla="*/ 13646 h 94062"/>
                <a:gd name="connsiteX94" fmla="*/ 225000 w 753125"/>
                <a:gd name="connsiteY94" fmla="*/ 8542 h 94062"/>
                <a:gd name="connsiteX95" fmla="*/ 121042 w 753125"/>
                <a:gd name="connsiteY95" fmla="*/ 8438 h 94062"/>
                <a:gd name="connsiteX96" fmla="*/ 114896 w 753125"/>
                <a:gd name="connsiteY96" fmla="*/ 9688 h 94062"/>
                <a:gd name="connsiteX97" fmla="*/ 110000 w 753125"/>
                <a:gd name="connsiteY97" fmla="*/ 12917 h 94062"/>
                <a:gd name="connsiteX98" fmla="*/ 106667 w 753125"/>
                <a:gd name="connsiteY98" fmla="*/ 17761 h 94062"/>
                <a:gd name="connsiteX99" fmla="*/ 105521 w 753125"/>
                <a:gd name="connsiteY99" fmla="*/ 23646 h 94062"/>
                <a:gd name="connsiteX100" fmla="*/ 106667 w 753125"/>
                <a:gd name="connsiteY100" fmla="*/ 29531 h 94062"/>
                <a:gd name="connsiteX101" fmla="*/ 110000 w 753125"/>
                <a:gd name="connsiteY101" fmla="*/ 34271 h 94062"/>
                <a:gd name="connsiteX102" fmla="*/ 114896 w 753125"/>
                <a:gd name="connsiteY102" fmla="*/ 37500 h 94062"/>
                <a:gd name="connsiteX103" fmla="*/ 121042 w 753125"/>
                <a:gd name="connsiteY103" fmla="*/ 38646 h 94062"/>
                <a:gd name="connsiteX104" fmla="*/ 132240 w 753125"/>
                <a:gd name="connsiteY104" fmla="*/ 34271 h 94062"/>
                <a:gd name="connsiteX105" fmla="*/ 136563 w 753125"/>
                <a:gd name="connsiteY105" fmla="*/ 23646 h 94062"/>
                <a:gd name="connsiteX106" fmla="*/ 132136 w 753125"/>
                <a:gd name="connsiteY106" fmla="*/ 12865 h 94062"/>
                <a:gd name="connsiteX107" fmla="*/ 121042 w 753125"/>
                <a:gd name="connsiteY107" fmla="*/ 8438 h 94062"/>
                <a:gd name="connsiteX108" fmla="*/ 675313 w 753125"/>
                <a:gd name="connsiteY108" fmla="*/ 4271 h 94062"/>
                <a:gd name="connsiteX109" fmla="*/ 715417 w 753125"/>
                <a:gd name="connsiteY109" fmla="*/ 4271 h 94062"/>
                <a:gd name="connsiteX110" fmla="*/ 715417 w 753125"/>
                <a:gd name="connsiteY110" fmla="*/ 11458 h 94062"/>
                <a:gd name="connsiteX111" fmla="*/ 681250 w 753125"/>
                <a:gd name="connsiteY111" fmla="*/ 11458 h 94062"/>
                <a:gd name="connsiteX112" fmla="*/ 681250 w 753125"/>
                <a:gd name="connsiteY112" fmla="*/ 41042 h 94062"/>
                <a:gd name="connsiteX113" fmla="*/ 686355 w 753125"/>
                <a:gd name="connsiteY113" fmla="*/ 41042 h 94062"/>
                <a:gd name="connsiteX114" fmla="*/ 707709 w 753125"/>
                <a:gd name="connsiteY114" fmla="*/ 40261 h 94062"/>
                <a:gd name="connsiteX115" fmla="*/ 728126 w 753125"/>
                <a:gd name="connsiteY115" fmla="*/ 37604 h 94062"/>
                <a:gd name="connsiteX116" fmla="*/ 728126 w 753125"/>
                <a:gd name="connsiteY116" fmla="*/ 44792 h 94062"/>
                <a:gd name="connsiteX117" fmla="*/ 718126 w 753125"/>
                <a:gd name="connsiteY117" fmla="*/ 46407 h 94062"/>
                <a:gd name="connsiteX118" fmla="*/ 706771 w 753125"/>
                <a:gd name="connsiteY118" fmla="*/ 47604 h 94062"/>
                <a:gd name="connsiteX119" fmla="*/ 694636 w 753125"/>
                <a:gd name="connsiteY119" fmla="*/ 48230 h 94062"/>
                <a:gd name="connsiteX120" fmla="*/ 682501 w 753125"/>
                <a:gd name="connsiteY120" fmla="*/ 48438 h 94062"/>
                <a:gd name="connsiteX121" fmla="*/ 675313 w 753125"/>
                <a:gd name="connsiteY121" fmla="*/ 48438 h 94062"/>
                <a:gd name="connsiteX122" fmla="*/ 673542 w 753125"/>
                <a:gd name="connsiteY122" fmla="*/ 48021 h 94062"/>
                <a:gd name="connsiteX123" fmla="*/ 673126 w 753125"/>
                <a:gd name="connsiteY123" fmla="*/ 46354 h 94062"/>
                <a:gd name="connsiteX124" fmla="*/ 673126 w 753125"/>
                <a:gd name="connsiteY124" fmla="*/ 6459 h 94062"/>
                <a:gd name="connsiteX125" fmla="*/ 673594 w 753125"/>
                <a:gd name="connsiteY125" fmla="*/ 4740 h 94062"/>
                <a:gd name="connsiteX126" fmla="*/ 675313 w 753125"/>
                <a:gd name="connsiteY126" fmla="*/ 4271 h 94062"/>
                <a:gd name="connsiteX127" fmla="*/ 479271 w 753125"/>
                <a:gd name="connsiteY127" fmla="*/ 4271 h 94062"/>
                <a:gd name="connsiteX128" fmla="*/ 518646 w 753125"/>
                <a:gd name="connsiteY128" fmla="*/ 4271 h 94062"/>
                <a:gd name="connsiteX129" fmla="*/ 520365 w 753125"/>
                <a:gd name="connsiteY129" fmla="*/ 4740 h 94062"/>
                <a:gd name="connsiteX130" fmla="*/ 520834 w 753125"/>
                <a:gd name="connsiteY130" fmla="*/ 6459 h 94062"/>
                <a:gd name="connsiteX131" fmla="*/ 516615 w 753125"/>
                <a:gd name="connsiteY131" fmla="*/ 23542 h 94062"/>
                <a:gd name="connsiteX132" fmla="*/ 507709 w 753125"/>
                <a:gd name="connsiteY132" fmla="*/ 37708 h 94062"/>
                <a:gd name="connsiteX133" fmla="*/ 494740 w 753125"/>
                <a:gd name="connsiteY133" fmla="*/ 48907 h 94062"/>
                <a:gd name="connsiteX134" fmla="*/ 478438 w 753125"/>
                <a:gd name="connsiteY134" fmla="*/ 56876 h 94062"/>
                <a:gd name="connsiteX135" fmla="*/ 472917 w 753125"/>
                <a:gd name="connsiteY135" fmla="*/ 50729 h 94062"/>
                <a:gd name="connsiteX136" fmla="*/ 499480 w 753125"/>
                <a:gd name="connsiteY136" fmla="*/ 35105 h 94062"/>
                <a:gd name="connsiteX137" fmla="*/ 511771 w 753125"/>
                <a:gd name="connsiteY137" fmla="*/ 11458 h 94062"/>
                <a:gd name="connsiteX138" fmla="*/ 479271 w 753125"/>
                <a:gd name="connsiteY138" fmla="*/ 11458 h 94062"/>
                <a:gd name="connsiteX139" fmla="*/ 296250 w 753125"/>
                <a:gd name="connsiteY139" fmla="*/ 4271 h 94062"/>
                <a:gd name="connsiteX140" fmla="*/ 341250 w 753125"/>
                <a:gd name="connsiteY140" fmla="*/ 4271 h 94062"/>
                <a:gd name="connsiteX141" fmla="*/ 341250 w 753125"/>
                <a:gd name="connsiteY141" fmla="*/ 11250 h 94062"/>
                <a:gd name="connsiteX142" fmla="*/ 323021 w 753125"/>
                <a:gd name="connsiteY142" fmla="*/ 11250 h 94062"/>
                <a:gd name="connsiteX143" fmla="*/ 323021 w 753125"/>
                <a:gd name="connsiteY143" fmla="*/ 16979 h 94062"/>
                <a:gd name="connsiteX144" fmla="*/ 324740 w 753125"/>
                <a:gd name="connsiteY144" fmla="*/ 26615 h 94062"/>
                <a:gd name="connsiteX145" fmla="*/ 329271 w 753125"/>
                <a:gd name="connsiteY145" fmla="*/ 34583 h 94062"/>
                <a:gd name="connsiteX146" fmla="*/ 337500 w 753125"/>
                <a:gd name="connsiteY146" fmla="*/ 42501 h 94062"/>
                <a:gd name="connsiteX147" fmla="*/ 346979 w 753125"/>
                <a:gd name="connsiteY147" fmla="*/ 47292 h 94062"/>
                <a:gd name="connsiteX148" fmla="*/ 343959 w 753125"/>
                <a:gd name="connsiteY148" fmla="*/ 50521 h 94062"/>
                <a:gd name="connsiteX149" fmla="*/ 341563 w 753125"/>
                <a:gd name="connsiteY149" fmla="*/ 53542 h 94062"/>
                <a:gd name="connsiteX150" fmla="*/ 335469 w 753125"/>
                <a:gd name="connsiteY150" fmla="*/ 50156 h 94062"/>
                <a:gd name="connsiteX151" fmla="*/ 329063 w 753125"/>
                <a:gd name="connsiteY151" fmla="*/ 45209 h 94062"/>
                <a:gd name="connsiteX152" fmla="*/ 323386 w 753125"/>
                <a:gd name="connsiteY152" fmla="*/ 39531 h 94062"/>
                <a:gd name="connsiteX153" fmla="*/ 318854 w 753125"/>
                <a:gd name="connsiteY153" fmla="*/ 32605 h 94062"/>
                <a:gd name="connsiteX154" fmla="*/ 315157 w 753125"/>
                <a:gd name="connsiteY154" fmla="*/ 39948 h 94062"/>
                <a:gd name="connsiteX155" fmla="*/ 310104 w 753125"/>
                <a:gd name="connsiteY155" fmla="*/ 46250 h 94062"/>
                <a:gd name="connsiteX156" fmla="*/ 303385 w 753125"/>
                <a:gd name="connsiteY156" fmla="*/ 51823 h 94062"/>
                <a:gd name="connsiteX157" fmla="*/ 296042 w 753125"/>
                <a:gd name="connsiteY157" fmla="*/ 56250 h 94062"/>
                <a:gd name="connsiteX158" fmla="*/ 293073 w 753125"/>
                <a:gd name="connsiteY158" fmla="*/ 53438 h 94062"/>
                <a:gd name="connsiteX159" fmla="*/ 289688 w 753125"/>
                <a:gd name="connsiteY159" fmla="*/ 50521 h 94062"/>
                <a:gd name="connsiteX160" fmla="*/ 300261 w 753125"/>
                <a:gd name="connsiteY160" fmla="*/ 44375 h 94062"/>
                <a:gd name="connsiteX161" fmla="*/ 308750 w 753125"/>
                <a:gd name="connsiteY161" fmla="*/ 35625 h 94062"/>
                <a:gd name="connsiteX162" fmla="*/ 313073 w 753125"/>
                <a:gd name="connsiteY162" fmla="*/ 27084 h 94062"/>
                <a:gd name="connsiteX163" fmla="*/ 314688 w 753125"/>
                <a:gd name="connsiteY163" fmla="*/ 16875 h 94062"/>
                <a:gd name="connsiteX164" fmla="*/ 314688 w 753125"/>
                <a:gd name="connsiteY164" fmla="*/ 11250 h 94062"/>
                <a:gd name="connsiteX165" fmla="*/ 296250 w 753125"/>
                <a:gd name="connsiteY165" fmla="*/ 11250 h 94062"/>
                <a:gd name="connsiteX166" fmla="*/ 391771 w 753125"/>
                <a:gd name="connsiteY166" fmla="*/ 3750 h 94062"/>
                <a:gd name="connsiteX167" fmla="*/ 400000 w 753125"/>
                <a:gd name="connsiteY167" fmla="*/ 3750 h 94062"/>
                <a:gd name="connsiteX168" fmla="*/ 400000 w 753125"/>
                <a:gd name="connsiteY168" fmla="*/ 19896 h 94062"/>
                <a:gd name="connsiteX169" fmla="*/ 445209 w 753125"/>
                <a:gd name="connsiteY169" fmla="*/ 19896 h 94062"/>
                <a:gd name="connsiteX170" fmla="*/ 445209 w 753125"/>
                <a:gd name="connsiteY170" fmla="*/ 3750 h 94062"/>
                <a:gd name="connsiteX171" fmla="*/ 453438 w 753125"/>
                <a:gd name="connsiteY171" fmla="*/ 3750 h 94062"/>
                <a:gd name="connsiteX172" fmla="*/ 453438 w 753125"/>
                <a:gd name="connsiteY172" fmla="*/ 50937 h 94062"/>
                <a:gd name="connsiteX173" fmla="*/ 452969 w 753125"/>
                <a:gd name="connsiteY173" fmla="*/ 52656 h 94062"/>
                <a:gd name="connsiteX174" fmla="*/ 451250 w 753125"/>
                <a:gd name="connsiteY174" fmla="*/ 53125 h 94062"/>
                <a:gd name="connsiteX175" fmla="*/ 426771 w 753125"/>
                <a:gd name="connsiteY175" fmla="*/ 53125 h 94062"/>
                <a:gd name="connsiteX176" fmla="*/ 426771 w 753125"/>
                <a:gd name="connsiteY176" fmla="*/ 73542 h 94062"/>
                <a:gd name="connsiteX177" fmla="*/ 465000 w 753125"/>
                <a:gd name="connsiteY177" fmla="*/ 73542 h 94062"/>
                <a:gd name="connsiteX178" fmla="*/ 465000 w 753125"/>
                <a:gd name="connsiteY178" fmla="*/ 80729 h 94062"/>
                <a:gd name="connsiteX179" fmla="*/ 380209 w 753125"/>
                <a:gd name="connsiteY179" fmla="*/ 80729 h 94062"/>
                <a:gd name="connsiteX180" fmla="*/ 380209 w 753125"/>
                <a:gd name="connsiteY180" fmla="*/ 73542 h 94062"/>
                <a:gd name="connsiteX181" fmla="*/ 418229 w 753125"/>
                <a:gd name="connsiteY181" fmla="*/ 73542 h 94062"/>
                <a:gd name="connsiteX182" fmla="*/ 418229 w 753125"/>
                <a:gd name="connsiteY182" fmla="*/ 53125 h 94062"/>
                <a:gd name="connsiteX183" fmla="*/ 393959 w 753125"/>
                <a:gd name="connsiteY183" fmla="*/ 53125 h 94062"/>
                <a:gd name="connsiteX184" fmla="*/ 392240 w 753125"/>
                <a:gd name="connsiteY184" fmla="*/ 52656 h 94062"/>
                <a:gd name="connsiteX185" fmla="*/ 391771 w 753125"/>
                <a:gd name="connsiteY185" fmla="*/ 50937 h 94062"/>
                <a:gd name="connsiteX186" fmla="*/ 585417 w 753125"/>
                <a:gd name="connsiteY186" fmla="*/ 2708 h 94062"/>
                <a:gd name="connsiteX187" fmla="*/ 648334 w 753125"/>
                <a:gd name="connsiteY187" fmla="*/ 2708 h 94062"/>
                <a:gd name="connsiteX188" fmla="*/ 650053 w 753125"/>
                <a:gd name="connsiteY188" fmla="*/ 3177 h 94062"/>
                <a:gd name="connsiteX189" fmla="*/ 650521 w 753125"/>
                <a:gd name="connsiteY189" fmla="*/ 4896 h 94062"/>
                <a:gd name="connsiteX190" fmla="*/ 649167 w 753125"/>
                <a:gd name="connsiteY190" fmla="*/ 21094 h 94062"/>
                <a:gd name="connsiteX191" fmla="*/ 646979 w 753125"/>
                <a:gd name="connsiteY191" fmla="*/ 34375 h 94062"/>
                <a:gd name="connsiteX192" fmla="*/ 639063 w 753125"/>
                <a:gd name="connsiteY192" fmla="*/ 34375 h 94062"/>
                <a:gd name="connsiteX193" fmla="*/ 641042 w 753125"/>
                <a:gd name="connsiteY193" fmla="*/ 22292 h 94062"/>
                <a:gd name="connsiteX194" fmla="*/ 642084 w 753125"/>
                <a:gd name="connsiteY194" fmla="*/ 9792 h 94062"/>
                <a:gd name="connsiteX195" fmla="*/ 585417 w 753125"/>
                <a:gd name="connsiteY195" fmla="*/ 9792 h 94062"/>
                <a:gd name="connsiteX196" fmla="*/ 25000 w 753125"/>
                <a:gd name="connsiteY196" fmla="*/ 2292 h 94062"/>
                <a:gd name="connsiteX197" fmla="*/ 33646 w 753125"/>
                <a:gd name="connsiteY197" fmla="*/ 2292 h 94062"/>
                <a:gd name="connsiteX198" fmla="*/ 33646 w 753125"/>
                <a:gd name="connsiteY198" fmla="*/ 13021 h 94062"/>
                <a:gd name="connsiteX199" fmla="*/ 35625 w 753125"/>
                <a:gd name="connsiteY199" fmla="*/ 23906 h 94062"/>
                <a:gd name="connsiteX200" fmla="*/ 41042 w 753125"/>
                <a:gd name="connsiteY200" fmla="*/ 33021 h 94062"/>
                <a:gd name="connsiteX201" fmla="*/ 48750 w 753125"/>
                <a:gd name="connsiteY201" fmla="*/ 40104 h 94062"/>
                <a:gd name="connsiteX202" fmla="*/ 57813 w 753125"/>
                <a:gd name="connsiteY202" fmla="*/ 44792 h 94062"/>
                <a:gd name="connsiteX203" fmla="*/ 52396 w 753125"/>
                <a:gd name="connsiteY203" fmla="*/ 51250 h 94062"/>
                <a:gd name="connsiteX204" fmla="*/ 46198 w 753125"/>
                <a:gd name="connsiteY204" fmla="*/ 47761 h 94062"/>
                <a:gd name="connsiteX205" fmla="*/ 39792 w 753125"/>
                <a:gd name="connsiteY205" fmla="*/ 42917 h 94062"/>
                <a:gd name="connsiteX206" fmla="*/ 33906 w 753125"/>
                <a:gd name="connsiteY206" fmla="*/ 36823 h 94062"/>
                <a:gd name="connsiteX207" fmla="*/ 29479 w 753125"/>
                <a:gd name="connsiteY207" fmla="*/ 29792 h 94062"/>
                <a:gd name="connsiteX208" fmla="*/ 25521 w 753125"/>
                <a:gd name="connsiteY208" fmla="*/ 37396 h 94062"/>
                <a:gd name="connsiteX209" fmla="*/ 19896 w 753125"/>
                <a:gd name="connsiteY209" fmla="*/ 44063 h 94062"/>
                <a:gd name="connsiteX210" fmla="*/ 13281 w 753125"/>
                <a:gd name="connsiteY210" fmla="*/ 49584 h 94062"/>
                <a:gd name="connsiteX211" fmla="*/ 6354 w 753125"/>
                <a:gd name="connsiteY211" fmla="*/ 53959 h 94062"/>
                <a:gd name="connsiteX212" fmla="*/ 0 w 753125"/>
                <a:gd name="connsiteY212" fmla="*/ 48230 h 94062"/>
                <a:gd name="connsiteX213" fmla="*/ 9635 w 753125"/>
                <a:gd name="connsiteY213" fmla="*/ 42448 h 94062"/>
                <a:gd name="connsiteX214" fmla="*/ 17604 w 753125"/>
                <a:gd name="connsiteY214" fmla="*/ 34792 h 94062"/>
                <a:gd name="connsiteX215" fmla="*/ 23021 w 753125"/>
                <a:gd name="connsiteY215" fmla="*/ 25260 h 94062"/>
                <a:gd name="connsiteX216" fmla="*/ 25000 w 753125"/>
                <a:gd name="connsiteY216" fmla="*/ 13750 h 94062"/>
                <a:gd name="connsiteX217" fmla="*/ 225000 w 753125"/>
                <a:gd name="connsiteY217" fmla="*/ 1146 h 94062"/>
                <a:gd name="connsiteX218" fmla="*/ 234740 w 753125"/>
                <a:gd name="connsiteY218" fmla="*/ 3125 h 94062"/>
                <a:gd name="connsiteX219" fmla="*/ 242396 w 753125"/>
                <a:gd name="connsiteY219" fmla="*/ 8438 h 94062"/>
                <a:gd name="connsiteX220" fmla="*/ 247448 w 753125"/>
                <a:gd name="connsiteY220" fmla="*/ 16355 h 94062"/>
                <a:gd name="connsiteX221" fmla="*/ 249271 w 753125"/>
                <a:gd name="connsiteY221" fmla="*/ 25938 h 94062"/>
                <a:gd name="connsiteX222" fmla="*/ 247448 w 753125"/>
                <a:gd name="connsiteY222" fmla="*/ 35521 h 94062"/>
                <a:gd name="connsiteX223" fmla="*/ 242396 w 753125"/>
                <a:gd name="connsiteY223" fmla="*/ 43333 h 94062"/>
                <a:gd name="connsiteX224" fmla="*/ 234740 w 753125"/>
                <a:gd name="connsiteY224" fmla="*/ 48698 h 94062"/>
                <a:gd name="connsiteX225" fmla="*/ 225000 w 753125"/>
                <a:gd name="connsiteY225" fmla="*/ 50625 h 94062"/>
                <a:gd name="connsiteX226" fmla="*/ 215104 w 753125"/>
                <a:gd name="connsiteY226" fmla="*/ 48698 h 94062"/>
                <a:gd name="connsiteX227" fmla="*/ 207396 w 753125"/>
                <a:gd name="connsiteY227" fmla="*/ 43333 h 94062"/>
                <a:gd name="connsiteX228" fmla="*/ 202396 w 753125"/>
                <a:gd name="connsiteY228" fmla="*/ 35521 h 94062"/>
                <a:gd name="connsiteX229" fmla="*/ 200625 w 753125"/>
                <a:gd name="connsiteY229" fmla="*/ 25938 h 94062"/>
                <a:gd name="connsiteX230" fmla="*/ 202396 w 753125"/>
                <a:gd name="connsiteY230" fmla="*/ 16355 h 94062"/>
                <a:gd name="connsiteX231" fmla="*/ 207396 w 753125"/>
                <a:gd name="connsiteY231" fmla="*/ 8438 h 94062"/>
                <a:gd name="connsiteX232" fmla="*/ 215104 w 753125"/>
                <a:gd name="connsiteY232" fmla="*/ 3125 h 94062"/>
                <a:gd name="connsiteX233" fmla="*/ 225000 w 753125"/>
                <a:gd name="connsiteY233" fmla="*/ 1146 h 94062"/>
                <a:gd name="connsiteX234" fmla="*/ 732396 w 753125"/>
                <a:gd name="connsiteY234" fmla="*/ 0 h 94062"/>
                <a:gd name="connsiteX235" fmla="*/ 740625 w 753125"/>
                <a:gd name="connsiteY235" fmla="*/ 0 h 94062"/>
                <a:gd name="connsiteX236" fmla="*/ 740625 w 753125"/>
                <a:gd name="connsiteY236" fmla="*/ 22813 h 94062"/>
                <a:gd name="connsiteX237" fmla="*/ 753125 w 753125"/>
                <a:gd name="connsiteY237" fmla="*/ 22813 h 94062"/>
                <a:gd name="connsiteX238" fmla="*/ 753125 w 753125"/>
                <a:gd name="connsiteY238" fmla="*/ 30104 h 94062"/>
                <a:gd name="connsiteX239" fmla="*/ 740625 w 753125"/>
                <a:gd name="connsiteY239" fmla="*/ 30104 h 94062"/>
                <a:gd name="connsiteX240" fmla="*/ 740625 w 753125"/>
                <a:gd name="connsiteY240" fmla="*/ 67709 h 94062"/>
                <a:gd name="connsiteX241" fmla="*/ 732396 w 753125"/>
                <a:gd name="connsiteY241" fmla="*/ 67709 h 94062"/>
                <a:gd name="connsiteX242" fmla="*/ 540730 w 753125"/>
                <a:gd name="connsiteY242" fmla="*/ 0 h 94062"/>
                <a:gd name="connsiteX243" fmla="*/ 548959 w 753125"/>
                <a:gd name="connsiteY243" fmla="*/ 0 h 94062"/>
                <a:gd name="connsiteX244" fmla="*/ 548959 w 753125"/>
                <a:gd name="connsiteY244" fmla="*/ 67500 h 94062"/>
                <a:gd name="connsiteX245" fmla="*/ 540730 w 753125"/>
                <a:gd name="connsiteY245" fmla="*/ 67500 h 94062"/>
                <a:gd name="connsiteX246" fmla="*/ 540730 w 753125"/>
                <a:gd name="connsiteY246" fmla="*/ 34583 h 94062"/>
                <a:gd name="connsiteX247" fmla="*/ 521355 w 753125"/>
                <a:gd name="connsiteY247" fmla="*/ 34583 h 94062"/>
                <a:gd name="connsiteX248" fmla="*/ 521355 w 753125"/>
                <a:gd name="connsiteY248" fmla="*/ 27396 h 94062"/>
                <a:gd name="connsiteX249" fmla="*/ 540730 w 753125"/>
                <a:gd name="connsiteY249" fmla="*/ 27396 h 94062"/>
                <a:gd name="connsiteX250" fmla="*/ 359479 w 753125"/>
                <a:gd name="connsiteY250" fmla="*/ 0 h 94062"/>
                <a:gd name="connsiteX251" fmla="*/ 367604 w 753125"/>
                <a:gd name="connsiteY251" fmla="*/ 0 h 94062"/>
                <a:gd name="connsiteX252" fmla="*/ 367604 w 753125"/>
                <a:gd name="connsiteY252" fmla="*/ 67709 h 94062"/>
                <a:gd name="connsiteX253" fmla="*/ 359479 w 753125"/>
                <a:gd name="connsiteY253" fmla="*/ 67709 h 94062"/>
                <a:gd name="connsiteX254" fmla="*/ 359479 w 753125"/>
                <a:gd name="connsiteY254" fmla="*/ 29062 h 94062"/>
                <a:gd name="connsiteX255" fmla="*/ 340208 w 753125"/>
                <a:gd name="connsiteY255" fmla="*/ 29062 h 94062"/>
                <a:gd name="connsiteX256" fmla="*/ 340208 w 753125"/>
                <a:gd name="connsiteY256" fmla="*/ 21771 h 94062"/>
                <a:gd name="connsiteX257" fmla="*/ 359479 w 753125"/>
                <a:gd name="connsiteY257" fmla="*/ 21771 h 94062"/>
                <a:gd name="connsiteX258" fmla="*/ 263750 w 753125"/>
                <a:gd name="connsiteY258" fmla="*/ 0 h 94062"/>
                <a:gd name="connsiteX259" fmla="*/ 271771 w 753125"/>
                <a:gd name="connsiteY259" fmla="*/ 0 h 94062"/>
                <a:gd name="connsiteX260" fmla="*/ 271771 w 753125"/>
                <a:gd name="connsiteY260" fmla="*/ 22813 h 94062"/>
                <a:gd name="connsiteX261" fmla="*/ 284479 w 753125"/>
                <a:gd name="connsiteY261" fmla="*/ 22813 h 94062"/>
                <a:gd name="connsiteX262" fmla="*/ 284479 w 753125"/>
                <a:gd name="connsiteY262" fmla="*/ 30104 h 94062"/>
                <a:gd name="connsiteX263" fmla="*/ 271771 w 753125"/>
                <a:gd name="connsiteY263" fmla="*/ 30104 h 94062"/>
                <a:gd name="connsiteX264" fmla="*/ 271771 w 753125"/>
                <a:gd name="connsiteY264" fmla="*/ 67917 h 94062"/>
                <a:gd name="connsiteX265" fmla="*/ 263750 w 753125"/>
                <a:gd name="connsiteY265" fmla="*/ 67917 h 94062"/>
                <a:gd name="connsiteX266" fmla="*/ 162604 w 753125"/>
                <a:gd name="connsiteY266" fmla="*/ 0 h 94062"/>
                <a:gd name="connsiteX267" fmla="*/ 170729 w 753125"/>
                <a:gd name="connsiteY267" fmla="*/ 0 h 94062"/>
                <a:gd name="connsiteX268" fmla="*/ 170729 w 753125"/>
                <a:gd name="connsiteY268" fmla="*/ 48542 h 94062"/>
                <a:gd name="connsiteX269" fmla="*/ 162604 w 753125"/>
                <a:gd name="connsiteY269" fmla="*/ 48542 h 94062"/>
                <a:gd name="connsiteX270" fmla="*/ 162604 w 753125"/>
                <a:gd name="connsiteY270" fmla="*/ 27604 h 94062"/>
                <a:gd name="connsiteX271" fmla="*/ 144479 w 753125"/>
                <a:gd name="connsiteY271" fmla="*/ 27604 h 94062"/>
                <a:gd name="connsiteX272" fmla="*/ 141563 w 753125"/>
                <a:gd name="connsiteY272" fmla="*/ 35105 h 94062"/>
                <a:gd name="connsiteX273" fmla="*/ 136354 w 753125"/>
                <a:gd name="connsiteY273" fmla="*/ 40938 h 94062"/>
                <a:gd name="connsiteX274" fmla="*/ 129271 w 753125"/>
                <a:gd name="connsiteY274" fmla="*/ 44688 h 94062"/>
                <a:gd name="connsiteX275" fmla="*/ 121042 w 753125"/>
                <a:gd name="connsiteY275" fmla="*/ 46042 h 94062"/>
                <a:gd name="connsiteX276" fmla="*/ 111927 w 753125"/>
                <a:gd name="connsiteY276" fmla="*/ 44375 h 94062"/>
                <a:gd name="connsiteX277" fmla="*/ 104375 w 753125"/>
                <a:gd name="connsiteY277" fmla="*/ 39688 h 94062"/>
                <a:gd name="connsiteX278" fmla="*/ 99271 w 753125"/>
                <a:gd name="connsiteY278" fmla="*/ 32605 h 94062"/>
                <a:gd name="connsiteX279" fmla="*/ 97396 w 753125"/>
                <a:gd name="connsiteY279" fmla="*/ 23542 h 94062"/>
                <a:gd name="connsiteX280" fmla="*/ 99219 w 753125"/>
                <a:gd name="connsiteY280" fmla="*/ 14532 h 94062"/>
                <a:gd name="connsiteX281" fmla="*/ 104271 w 753125"/>
                <a:gd name="connsiteY281" fmla="*/ 7500 h 94062"/>
                <a:gd name="connsiteX282" fmla="*/ 111823 w 753125"/>
                <a:gd name="connsiteY282" fmla="*/ 2813 h 94062"/>
                <a:gd name="connsiteX283" fmla="*/ 121042 w 753125"/>
                <a:gd name="connsiteY283" fmla="*/ 1146 h 94062"/>
                <a:gd name="connsiteX284" fmla="*/ 129479 w 753125"/>
                <a:gd name="connsiteY284" fmla="*/ 2604 h 94062"/>
                <a:gd name="connsiteX285" fmla="*/ 136667 w 753125"/>
                <a:gd name="connsiteY285" fmla="*/ 6563 h 94062"/>
                <a:gd name="connsiteX286" fmla="*/ 141979 w 753125"/>
                <a:gd name="connsiteY286" fmla="*/ 12709 h 94062"/>
                <a:gd name="connsiteX287" fmla="*/ 144688 w 753125"/>
                <a:gd name="connsiteY287" fmla="*/ 20417 h 94062"/>
                <a:gd name="connsiteX288" fmla="*/ 162604 w 753125"/>
                <a:gd name="connsiteY288" fmla="*/ 20417 h 94062"/>
                <a:gd name="connsiteX289" fmla="*/ 67709 w 753125"/>
                <a:gd name="connsiteY289" fmla="*/ 0 h 94062"/>
                <a:gd name="connsiteX290" fmla="*/ 75833 w 753125"/>
                <a:gd name="connsiteY290" fmla="*/ 0 h 94062"/>
                <a:gd name="connsiteX291" fmla="*/ 75833 w 753125"/>
                <a:gd name="connsiteY291" fmla="*/ 27500 h 94062"/>
                <a:gd name="connsiteX292" fmla="*/ 88542 w 753125"/>
                <a:gd name="connsiteY292" fmla="*/ 27500 h 94062"/>
                <a:gd name="connsiteX293" fmla="*/ 88542 w 753125"/>
                <a:gd name="connsiteY293" fmla="*/ 34792 h 94062"/>
                <a:gd name="connsiteX294" fmla="*/ 75833 w 753125"/>
                <a:gd name="connsiteY294" fmla="*/ 34792 h 94062"/>
                <a:gd name="connsiteX295" fmla="*/ 75833 w 753125"/>
                <a:gd name="connsiteY295" fmla="*/ 67709 h 94062"/>
                <a:gd name="connsiteX296" fmla="*/ 67709 w 753125"/>
                <a:gd name="connsiteY296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753125" h="94062">
                  <a:moveTo>
                    <a:pt x="118959" y="71667"/>
                  </a:moveTo>
                  <a:lnTo>
                    <a:pt x="118959" y="84584"/>
                  </a:lnTo>
                  <a:lnTo>
                    <a:pt x="162604" y="84584"/>
                  </a:lnTo>
                  <a:lnTo>
                    <a:pt x="162604" y="71667"/>
                  </a:lnTo>
                  <a:close/>
                  <a:moveTo>
                    <a:pt x="617917" y="63646"/>
                  </a:moveTo>
                  <a:cubicBezTo>
                    <a:pt x="610625" y="63646"/>
                    <a:pt x="604779" y="64662"/>
                    <a:pt x="600365" y="66719"/>
                  </a:cubicBezTo>
                  <a:cubicBezTo>
                    <a:pt x="595951" y="68763"/>
                    <a:pt x="593750" y="71667"/>
                    <a:pt x="593750" y="75417"/>
                  </a:cubicBezTo>
                  <a:cubicBezTo>
                    <a:pt x="593750" y="79375"/>
                    <a:pt x="595951" y="82370"/>
                    <a:pt x="600365" y="84427"/>
                  </a:cubicBezTo>
                  <a:cubicBezTo>
                    <a:pt x="604779" y="86471"/>
                    <a:pt x="610625" y="87500"/>
                    <a:pt x="617917" y="87500"/>
                  </a:cubicBezTo>
                  <a:cubicBezTo>
                    <a:pt x="625000" y="87500"/>
                    <a:pt x="630821" y="86471"/>
                    <a:pt x="635365" y="84427"/>
                  </a:cubicBezTo>
                  <a:cubicBezTo>
                    <a:pt x="639909" y="82370"/>
                    <a:pt x="642188" y="79375"/>
                    <a:pt x="642188" y="75417"/>
                  </a:cubicBezTo>
                  <a:cubicBezTo>
                    <a:pt x="642188" y="71667"/>
                    <a:pt x="639909" y="68763"/>
                    <a:pt x="635365" y="66719"/>
                  </a:cubicBezTo>
                  <a:cubicBezTo>
                    <a:pt x="630821" y="64662"/>
                    <a:pt x="625000" y="63646"/>
                    <a:pt x="617917" y="63646"/>
                  </a:cubicBezTo>
                  <a:close/>
                  <a:moveTo>
                    <a:pt x="18021" y="60937"/>
                  </a:moveTo>
                  <a:lnTo>
                    <a:pt x="26250" y="60937"/>
                  </a:lnTo>
                  <a:lnTo>
                    <a:pt x="26250" y="83334"/>
                  </a:lnTo>
                  <a:lnTo>
                    <a:pt x="78750" y="83334"/>
                  </a:lnTo>
                  <a:lnTo>
                    <a:pt x="78750" y="90417"/>
                  </a:lnTo>
                  <a:lnTo>
                    <a:pt x="20208" y="90417"/>
                  </a:lnTo>
                  <a:cubicBezTo>
                    <a:pt x="19375" y="90417"/>
                    <a:pt x="18802" y="90261"/>
                    <a:pt x="18490" y="89948"/>
                  </a:cubicBezTo>
                  <a:cubicBezTo>
                    <a:pt x="18177" y="89636"/>
                    <a:pt x="18021" y="89063"/>
                    <a:pt x="18021" y="88229"/>
                  </a:cubicBezTo>
                  <a:close/>
                  <a:moveTo>
                    <a:pt x="307917" y="60833"/>
                  </a:moveTo>
                  <a:lnTo>
                    <a:pt x="316354" y="60833"/>
                  </a:lnTo>
                  <a:lnTo>
                    <a:pt x="316354" y="83334"/>
                  </a:lnTo>
                  <a:lnTo>
                    <a:pt x="370209" y="83334"/>
                  </a:lnTo>
                  <a:lnTo>
                    <a:pt x="370209" y="90417"/>
                  </a:lnTo>
                  <a:lnTo>
                    <a:pt x="310104" y="90417"/>
                  </a:lnTo>
                  <a:cubicBezTo>
                    <a:pt x="309271" y="90417"/>
                    <a:pt x="308698" y="90261"/>
                    <a:pt x="308385" y="89948"/>
                  </a:cubicBezTo>
                  <a:cubicBezTo>
                    <a:pt x="308073" y="89636"/>
                    <a:pt x="307917" y="89063"/>
                    <a:pt x="307917" y="88229"/>
                  </a:cubicBezTo>
                  <a:close/>
                  <a:moveTo>
                    <a:pt x="489063" y="60729"/>
                  </a:moveTo>
                  <a:lnTo>
                    <a:pt x="497500" y="60729"/>
                  </a:lnTo>
                  <a:lnTo>
                    <a:pt x="497500" y="83334"/>
                  </a:lnTo>
                  <a:lnTo>
                    <a:pt x="551459" y="83334"/>
                  </a:lnTo>
                  <a:lnTo>
                    <a:pt x="551459" y="90417"/>
                  </a:lnTo>
                  <a:lnTo>
                    <a:pt x="491250" y="90417"/>
                  </a:lnTo>
                  <a:cubicBezTo>
                    <a:pt x="490417" y="90417"/>
                    <a:pt x="489844" y="90261"/>
                    <a:pt x="489532" y="89948"/>
                  </a:cubicBezTo>
                  <a:cubicBezTo>
                    <a:pt x="489219" y="89636"/>
                    <a:pt x="489063" y="89063"/>
                    <a:pt x="489063" y="88229"/>
                  </a:cubicBezTo>
                  <a:close/>
                  <a:moveTo>
                    <a:pt x="213750" y="60417"/>
                  </a:moveTo>
                  <a:lnTo>
                    <a:pt x="222083" y="60417"/>
                  </a:lnTo>
                  <a:lnTo>
                    <a:pt x="222083" y="83334"/>
                  </a:lnTo>
                  <a:lnTo>
                    <a:pt x="274792" y="83334"/>
                  </a:lnTo>
                  <a:lnTo>
                    <a:pt x="274792" y="90417"/>
                  </a:lnTo>
                  <a:lnTo>
                    <a:pt x="215938" y="90417"/>
                  </a:lnTo>
                  <a:cubicBezTo>
                    <a:pt x="215104" y="90417"/>
                    <a:pt x="214532" y="90261"/>
                    <a:pt x="214219" y="89948"/>
                  </a:cubicBezTo>
                  <a:cubicBezTo>
                    <a:pt x="213906" y="89636"/>
                    <a:pt x="213750" y="89063"/>
                    <a:pt x="213750" y="88229"/>
                  </a:cubicBezTo>
                  <a:close/>
                  <a:moveTo>
                    <a:pt x="682501" y="60105"/>
                  </a:moveTo>
                  <a:lnTo>
                    <a:pt x="690834" y="60105"/>
                  </a:lnTo>
                  <a:lnTo>
                    <a:pt x="690834" y="83334"/>
                  </a:lnTo>
                  <a:lnTo>
                    <a:pt x="743854" y="83334"/>
                  </a:lnTo>
                  <a:lnTo>
                    <a:pt x="743854" y="90417"/>
                  </a:lnTo>
                  <a:lnTo>
                    <a:pt x="684688" y="90417"/>
                  </a:lnTo>
                  <a:cubicBezTo>
                    <a:pt x="683854" y="90417"/>
                    <a:pt x="683282" y="90261"/>
                    <a:pt x="682969" y="89948"/>
                  </a:cubicBezTo>
                  <a:cubicBezTo>
                    <a:pt x="682657" y="89636"/>
                    <a:pt x="682501" y="89063"/>
                    <a:pt x="682501" y="88229"/>
                  </a:cubicBezTo>
                  <a:close/>
                  <a:moveTo>
                    <a:pt x="617917" y="56980"/>
                  </a:moveTo>
                  <a:cubicBezTo>
                    <a:pt x="628542" y="56980"/>
                    <a:pt x="636732" y="58750"/>
                    <a:pt x="642500" y="62292"/>
                  </a:cubicBezTo>
                  <a:cubicBezTo>
                    <a:pt x="648256" y="65834"/>
                    <a:pt x="651146" y="70235"/>
                    <a:pt x="651146" y="75521"/>
                  </a:cubicBezTo>
                  <a:cubicBezTo>
                    <a:pt x="651146" y="80860"/>
                    <a:pt x="648282" y="85286"/>
                    <a:pt x="642552" y="88802"/>
                  </a:cubicBezTo>
                  <a:cubicBezTo>
                    <a:pt x="636823" y="92305"/>
                    <a:pt x="628607" y="94063"/>
                    <a:pt x="617917" y="94063"/>
                  </a:cubicBezTo>
                  <a:cubicBezTo>
                    <a:pt x="607214" y="94063"/>
                    <a:pt x="598998" y="92305"/>
                    <a:pt x="593229" y="88802"/>
                  </a:cubicBezTo>
                  <a:cubicBezTo>
                    <a:pt x="587461" y="85286"/>
                    <a:pt x="584584" y="80860"/>
                    <a:pt x="584584" y="75521"/>
                  </a:cubicBezTo>
                  <a:cubicBezTo>
                    <a:pt x="584584" y="70235"/>
                    <a:pt x="587461" y="65834"/>
                    <a:pt x="593229" y="62292"/>
                  </a:cubicBezTo>
                  <a:cubicBezTo>
                    <a:pt x="598998" y="58750"/>
                    <a:pt x="607214" y="56980"/>
                    <a:pt x="617917" y="56980"/>
                  </a:cubicBezTo>
                  <a:close/>
                  <a:moveTo>
                    <a:pt x="110833" y="53438"/>
                  </a:moveTo>
                  <a:lnTo>
                    <a:pt x="118959" y="53438"/>
                  </a:lnTo>
                  <a:lnTo>
                    <a:pt x="118959" y="64896"/>
                  </a:lnTo>
                  <a:lnTo>
                    <a:pt x="162604" y="64896"/>
                  </a:lnTo>
                  <a:lnTo>
                    <a:pt x="162604" y="53438"/>
                  </a:lnTo>
                  <a:lnTo>
                    <a:pt x="170625" y="53438"/>
                  </a:lnTo>
                  <a:lnTo>
                    <a:pt x="170625" y="89167"/>
                  </a:lnTo>
                  <a:cubicBezTo>
                    <a:pt x="170625" y="90000"/>
                    <a:pt x="170469" y="90573"/>
                    <a:pt x="170156" y="90886"/>
                  </a:cubicBezTo>
                  <a:cubicBezTo>
                    <a:pt x="169844" y="91198"/>
                    <a:pt x="169271" y="91354"/>
                    <a:pt x="168438" y="91354"/>
                  </a:cubicBezTo>
                  <a:lnTo>
                    <a:pt x="113021" y="91354"/>
                  </a:lnTo>
                  <a:cubicBezTo>
                    <a:pt x="112188" y="91354"/>
                    <a:pt x="111615" y="91198"/>
                    <a:pt x="111302" y="90886"/>
                  </a:cubicBezTo>
                  <a:cubicBezTo>
                    <a:pt x="110990" y="90573"/>
                    <a:pt x="110833" y="90000"/>
                    <a:pt x="110833" y="89167"/>
                  </a:cubicBezTo>
                  <a:close/>
                  <a:moveTo>
                    <a:pt x="400000" y="26875"/>
                  </a:moveTo>
                  <a:lnTo>
                    <a:pt x="400000" y="45938"/>
                  </a:lnTo>
                  <a:lnTo>
                    <a:pt x="445209" y="45938"/>
                  </a:lnTo>
                  <a:lnTo>
                    <a:pt x="445209" y="26875"/>
                  </a:lnTo>
                  <a:close/>
                  <a:moveTo>
                    <a:pt x="609375" y="21875"/>
                  </a:moveTo>
                  <a:lnTo>
                    <a:pt x="617709" y="21875"/>
                  </a:lnTo>
                  <a:lnTo>
                    <a:pt x="617709" y="41355"/>
                  </a:lnTo>
                  <a:lnTo>
                    <a:pt x="660209" y="41355"/>
                  </a:lnTo>
                  <a:lnTo>
                    <a:pt x="660209" y="48542"/>
                  </a:lnTo>
                  <a:lnTo>
                    <a:pt x="575625" y="48542"/>
                  </a:lnTo>
                  <a:lnTo>
                    <a:pt x="575625" y="41355"/>
                  </a:lnTo>
                  <a:lnTo>
                    <a:pt x="609375" y="41355"/>
                  </a:lnTo>
                  <a:close/>
                  <a:moveTo>
                    <a:pt x="225000" y="8542"/>
                  </a:moveTo>
                  <a:cubicBezTo>
                    <a:pt x="220000" y="8542"/>
                    <a:pt x="216107" y="10235"/>
                    <a:pt x="213333" y="13646"/>
                  </a:cubicBezTo>
                  <a:cubicBezTo>
                    <a:pt x="210547" y="17045"/>
                    <a:pt x="209167" y="21146"/>
                    <a:pt x="209167" y="25938"/>
                  </a:cubicBezTo>
                  <a:cubicBezTo>
                    <a:pt x="209167" y="30730"/>
                    <a:pt x="210547" y="34792"/>
                    <a:pt x="213333" y="38126"/>
                  </a:cubicBezTo>
                  <a:cubicBezTo>
                    <a:pt x="216107" y="41459"/>
                    <a:pt x="220000" y="43125"/>
                    <a:pt x="225000" y="43125"/>
                  </a:cubicBezTo>
                  <a:cubicBezTo>
                    <a:pt x="230000" y="43125"/>
                    <a:pt x="233867" y="41459"/>
                    <a:pt x="236615" y="38126"/>
                  </a:cubicBezTo>
                  <a:cubicBezTo>
                    <a:pt x="239362" y="34792"/>
                    <a:pt x="240729" y="30730"/>
                    <a:pt x="240729" y="25938"/>
                  </a:cubicBezTo>
                  <a:cubicBezTo>
                    <a:pt x="240729" y="21146"/>
                    <a:pt x="239362" y="17045"/>
                    <a:pt x="236615" y="13646"/>
                  </a:cubicBezTo>
                  <a:cubicBezTo>
                    <a:pt x="233867" y="10235"/>
                    <a:pt x="230000" y="8542"/>
                    <a:pt x="225000" y="8542"/>
                  </a:cubicBezTo>
                  <a:close/>
                  <a:moveTo>
                    <a:pt x="121042" y="8438"/>
                  </a:moveTo>
                  <a:cubicBezTo>
                    <a:pt x="118815" y="8438"/>
                    <a:pt x="116771" y="8854"/>
                    <a:pt x="114896" y="9688"/>
                  </a:cubicBezTo>
                  <a:cubicBezTo>
                    <a:pt x="113021" y="10521"/>
                    <a:pt x="111393" y="11589"/>
                    <a:pt x="110000" y="12917"/>
                  </a:cubicBezTo>
                  <a:cubicBezTo>
                    <a:pt x="108542" y="14297"/>
                    <a:pt x="107422" y="15912"/>
                    <a:pt x="106667" y="17761"/>
                  </a:cubicBezTo>
                  <a:cubicBezTo>
                    <a:pt x="105898" y="19596"/>
                    <a:pt x="105521" y="21563"/>
                    <a:pt x="105521" y="23646"/>
                  </a:cubicBezTo>
                  <a:cubicBezTo>
                    <a:pt x="105521" y="25729"/>
                    <a:pt x="105898" y="27683"/>
                    <a:pt x="106667" y="29531"/>
                  </a:cubicBezTo>
                  <a:cubicBezTo>
                    <a:pt x="107422" y="31367"/>
                    <a:pt x="108542" y="32943"/>
                    <a:pt x="110000" y="34271"/>
                  </a:cubicBezTo>
                  <a:cubicBezTo>
                    <a:pt x="111393" y="35652"/>
                    <a:pt x="113021" y="36732"/>
                    <a:pt x="114896" y="37500"/>
                  </a:cubicBezTo>
                  <a:cubicBezTo>
                    <a:pt x="116771" y="38255"/>
                    <a:pt x="118815" y="38646"/>
                    <a:pt x="121042" y="38646"/>
                  </a:cubicBezTo>
                  <a:cubicBezTo>
                    <a:pt x="125625" y="38646"/>
                    <a:pt x="129362" y="37188"/>
                    <a:pt x="132240" y="34271"/>
                  </a:cubicBezTo>
                  <a:cubicBezTo>
                    <a:pt x="135117" y="31354"/>
                    <a:pt x="136563" y="27813"/>
                    <a:pt x="136563" y="23646"/>
                  </a:cubicBezTo>
                  <a:cubicBezTo>
                    <a:pt x="136563" y="19401"/>
                    <a:pt x="135078" y="15807"/>
                    <a:pt x="132136" y="12865"/>
                  </a:cubicBezTo>
                  <a:cubicBezTo>
                    <a:pt x="129180" y="9909"/>
                    <a:pt x="125482" y="8438"/>
                    <a:pt x="121042" y="8438"/>
                  </a:cubicBezTo>
                  <a:close/>
                  <a:moveTo>
                    <a:pt x="675313" y="4271"/>
                  </a:moveTo>
                  <a:lnTo>
                    <a:pt x="715417" y="4271"/>
                  </a:lnTo>
                  <a:lnTo>
                    <a:pt x="715417" y="11458"/>
                  </a:lnTo>
                  <a:lnTo>
                    <a:pt x="681250" y="11458"/>
                  </a:lnTo>
                  <a:lnTo>
                    <a:pt x="681250" y="41042"/>
                  </a:lnTo>
                  <a:lnTo>
                    <a:pt x="686355" y="41042"/>
                  </a:lnTo>
                  <a:cubicBezTo>
                    <a:pt x="693229" y="41042"/>
                    <a:pt x="700339" y="40782"/>
                    <a:pt x="707709" y="40261"/>
                  </a:cubicBezTo>
                  <a:cubicBezTo>
                    <a:pt x="715065" y="39740"/>
                    <a:pt x="721875" y="38854"/>
                    <a:pt x="728126" y="37604"/>
                  </a:cubicBezTo>
                  <a:lnTo>
                    <a:pt x="728126" y="44792"/>
                  </a:lnTo>
                  <a:cubicBezTo>
                    <a:pt x="725065" y="45417"/>
                    <a:pt x="721732" y="45950"/>
                    <a:pt x="718126" y="46407"/>
                  </a:cubicBezTo>
                  <a:cubicBezTo>
                    <a:pt x="714519" y="46849"/>
                    <a:pt x="710730" y="47253"/>
                    <a:pt x="706771" y="47604"/>
                  </a:cubicBezTo>
                  <a:cubicBezTo>
                    <a:pt x="702813" y="47878"/>
                    <a:pt x="698764" y="48086"/>
                    <a:pt x="694636" y="48230"/>
                  </a:cubicBezTo>
                  <a:cubicBezTo>
                    <a:pt x="690508" y="48359"/>
                    <a:pt x="686459" y="48438"/>
                    <a:pt x="682501" y="48438"/>
                  </a:cubicBezTo>
                  <a:lnTo>
                    <a:pt x="675313" y="48438"/>
                  </a:lnTo>
                  <a:cubicBezTo>
                    <a:pt x="674402" y="48438"/>
                    <a:pt x="673815" y="48295"/>
                    <a:pt x="673542" y="48021"/>
                  </a:cubicBezTo>
                  <a:cubicBezTo>
                    <a:pt x="673269" y="47735"/>
                    <a:pt x="673126" y="47188"/>
                    <a:pt x="673126" y="46354"/>
                  </a:cubicBezTo>
                  <a:lnTo>
                    <a:pt x="673126" y="6459"/>
                  </a:lnTo>
                  <a:cubicBezTo>
                    <a:pt x="673126" y="5625"/>
                    <a:pt x="673282" y="5052"/>
                    <a:pt x="673594" y="4740"/>
                  </a:cubicBezTo>
                  <a:cubicBezTo>
                    <a:pt x="673907" y="4427"/>
                    <a:pt x="674479" y="4271"/>
                    <a:pt x="675313" y="4271"/>
                  </a:cubicBezTo>
                  <a:close/>
                  <a:moveTo>
                    <a:pt x="479271" y="4271"/>
                  </a:moveTo>
                  <a:lnTo>
                    <a:pt x="518646" y="4271"/>
                  </a:lnTo>
                  <a:cubicBezTo>
                    <a:pt x="519479" y="4271"/>
                    <a:pt x="520052" y="4427"/>
                    <a:pt x="520365" y="4740"/>
                  </a:cubicBezTo>
                  <a:cubicBezTo>
                    <a:pt x="520677" y="5052"/>
                    <a:pt x="520834" y="5625"/>
                    <a:pt x="520834" y="6459"/>
                  </a:cubicBezTo>
                  <a:cubicBezTo>
                    <a:pt x="520274" y="12631"/>
                    <a:pt x="518867" y="18334"/>
                    <a:pt x="516615" y="23542"/>
                  </a:cubicBezTo>
                  <a:cubicBezTo>
                    <a:pt x="514362" y="28750"/>
                    <a:pt x="511393" y="33464"/>
                    <a:pt x="507709" y="37708"/>
                  </a:cubicBezTo>
                  <a:cubicBezTo>
                    <a:pt x="504024" y="41940"/>
                    <a:pt x="499701" y="45677"/>
                    <a:pt x="494740" y="48907"/>
                  </a:cubicBezTo>
                  <a:cubicBezTo>
                    <a:pt x="489766" y="52136"/>
                    <a:pt x="484336" y="54792"/>
                    <a:pt x="478438" y="56876"/>
                  </a:cubicBezTo>
                  <a:lnTo>
                    <a:pt x="472917" y="50729"/>
                  </a:lnTo>
                  <a:cubicBezTo>
                    <a:pt x="483750" y="47110"/>
                    <a:pt x="492604" y="41901"/>
                    <a:pt x="499480" y="35105"/>
                  </a:cubicBezTo>
                  <a:cubicBezTo>
                    <a:pt x="506354" y="28295"/>
                    <a:pt x="510443" y="20417"/>
                    <a:pt x="511771" y="11458"/>
                  </a:cubicBezTo>
                  <a:lnTo>
                    <a:pt x="479271" y="11458"/>
                  </a:lnTo>
                  <a:close/>
                  <a:moveTo>
                    <a:pt x="296250" y="4271"/>
                  </a:moveTo>
                  <a:lnTo>
                    <a:pt x="341250" y="4271"/>
                  </a:lnTo>
                  <a:lnTo>
                    <a:pt x="341250" y="11250"/>
                  </a:lnTo>
                  <a:lnTo>
                    <a:pt x="323021" y="11250"/>
                  </a:lnTo>
                  <a:lnTo>
                    <a:pt x="323021" y="16979"/>
                  </a:lnTo>
                  <a:cubicBezTo>
                    <a:pt x="323021" y="20443"/>
                    <a:pt x="323594" y="23659"/>
                    <a:pt x="324740" y="26615"/>
                  </a:cubicBezTo>
                  <a:cubicBezTo>
                    <a:pt x="325886" y="29558"/>
                    <a:pt x="327396" y="32214"/>
                    <a:pt x="329271" y="34583"/>
                  </a:cubicBezTo>
                  <a:cubicBezTo>
                    <a:pt x="331563" y="37708"/>
                    <a:pt x="334297" y="40339"/>
                    <a:pt x="337500" y="42501"/>
                  </a:cubicBezTo>
                  <a:cubicBezTo>
                    <a:pt x="340690" y="44649"/>
                    <a:pt x="343854" y="46250"/>
                    <a:pt x="346979" y="47292"/>
                  </a:cubicBezTo>
                  <a:cubicBezTo>
                    <a:pt x="346003" y="48255"/>
                    <a:pt x="345000" y="49336"/>
                    <a:pt x="343959" y="50521"/>
                  </a:cubicBezTo>
                  <a:cubicBezTo>
                    <a:pt x="342917" y="51693"/>
                    <a:pt x="342123" y="52709"/>
                    <a:pt x="341563" y="53542"/>
                  </a:cubicBezTo>
                  <a:cubicBezTo>
                    <a:pt x="339688" y="52709"/>
                    <a:pt x="337657" y="51576"/>
                    <a:pt x="335469" y="50156"/>
                  </a:cubicBezTo>
                  <a:cubicBezTo>
                    <a:pt x="333282" y="48724"/>
                    <a:pt x="331146" y="47084"/>
                    <a:pt x="329063" y="45209"/>
                  </a:cubicBezTo>
                  <a:cubicBezTo>
                    <a:pt x="327045" y="43542"/>
                    <a:pt x="325157" y="41641"/>
                    <a:pt x="323386" y="39531"/>
                  </a:cubicBezTo>
                  <a:cubicBezTo>
                    <a:pt x="321615" y="37409"/>
                    <a:pt x="320105" y="35105"/>
                    <a:pt x="318854" y="32605"/>
                  </a:cubicBezTo>
                  <a:cubicBezTo>
                    <a:pt x="317878" y="35234"/>
                    <a:pt x="316641" y="37683"/>
                    <a:pt x="315157" y="39948"/>
                  </a:cubicBezTo>
                  <a:cubicBezTo>
                    <a:pt x="313659" y="42201"/>
                    <a:pt x="311979" y="44297"/>
                    <a:pt x="310104" y="46250"/>
                  </a:cubicBezTo>
                  <a:cubicBezTo>
                    <a:pt x="308021" y="48255"/>
                    <a:pt x="305782" y="50117"/>
                    <a:pt x="303385" y="51823"/>
                  </a:cubicBezTo>
                  <a:cubicBezTo>
                    <a:pt x="300990" y="53516"/>
                    <a:pt x="298542" y="55000"/>
                    <a:pt x="296042" y="56250"/>
                  </a:cubicBezTo>
                  <a:cubicBezTo>
                    <a:pt x="295417" y="55547"/>
                    <a:pt x="294427" y="54610"/>
                    <a:pt x="293073" y="53438"/>
                  </a:cubicBezTo>
                  <a:cubicBezTo>
                    <a:pt x="291719" y="52253"/>
                    <a:pt x="290586" y="51276"/>
                    <a:pt x="289688" y="50521"/>
                  </a:cubicBezTo>
                  <a:cubicBezTo>
                    <a:pt x="293360" y="48920"/>
                    <a:pt x="296888" y="46875"/>
                    <a:pt x="300261" y="44375"/>
                  </a:cubicBezTo>
                  <a:cubicBezTo>
                    <a:pt x="303620" y="41875"/>
                    <a:pt x="306459" y="38958"/>
                    <a:pt x="308750" y="35625"/>
                  </a:cubicBezTo>
                  <a:cubicBezTo>
                    <a:pt x="310547" y="33047"/>
                    <a:pt x="311992" y="30208"/>
                    <a:pt x="313073" y="27084"/>
                  </a:cubicBezTo>
                  <a:cubicBezTo>
                    <a:pt x="314141" y="23959"/>
                    <a:pt x="314688" y="20547"/>
                    <a:pt x="314688" y="16875"/>
                  </a:cubicBezTo>
                  <a:lnTo>
                    <a:pt x="314688" y="11250"/>
                  </a:lnTo>
                  <a:lnTo>
                    <a:pt x="296250" y="11250"/>
                  </a:lnTo>
                  <a:close/>
                  <a:moveTo>
                    <a:pt x="391771" y="3750"/>
                  </a:moveTo>
                  <a:lnTo>
                    <a:pt x="400000" y="3750"/>
                  </a:lnTo>
                  <a:lnTo>
                    <a:pt x="400000" y="19896"/>
                  </a:lnTo>
                  <a:lnTo>
                    <a:pt x="445209" y="19896"/>
                  </a:lnTo>
                  <a:lnTo>
                    <a:pt x="445209" y="3750"/>
                  </a:lnTo>
                  <a:lnTo>
                    <a:pt x="453438" y="3750"/>
                  </a:lnTo>
                  <a:lnTo>
                    <a:pt x="453438" y="50937"/>
                  </a:lnTo>
                  <a:cubicBezTo>
                    <a:pt x="453438" y="51771"/>
                    <a:pt x="453282" y="52344"/>
                    <a:pt x="452969" y="52656"/>
                  </a:cubicBezTo>
                  <a:cubicBezTo>
                    <a:pt x="452657" y="52969"/>
                    <a:pt x="452084" y="53125"/>
                    <a:pt x="451250" y="53125"/>
                  </a:cubicBezTo>
                  <a:lnTo>
                    <a:pt x="426771" y="53125"/>
                  </a:lnTo>
                  <a:lnTo>
                    <a:pt x="426771" y="73542"/>
                  </a:lnTo>
                  <a:lnTo>
                    <a:pt x="465000" y="73542"/>
                  </a:lnTo>
                  <a:lnTo>
                    <a:pt x="465000" y="80729"/>
                  </a:lnTo>
                  <a:lnTo>
                    <a:pt x="380209" y="80729"/>
                  </a:lnTo>
                  <a:lnTo>
                    <a:pt x="380209" y="73542"/>
                  </a:lnTo>
                  <a:lnTo>
                    <a:pt x="418229" y="73542"/>
                  </a:lnTo>
                  <a:lnTo>
                    <a:pt x="418229" y="53125"/>
                  </a:lnTo>
                  <a:lnTo>
                    <a:pt x="393959" y="53125"/>
                  </a:lnTo>
                  <a:cubicBezTo>
                    <a:pt x="393125" y="53125"/>
                    <a:pt x="392552" y="52969"/>
                    <a:pt x="392240" y="52656"/>
                  </a:cubicBezTo>
                  <a:cubicBezTo>
                    <a:pt x="391927" y="52344"/>
                    <a:pt x="391771" y="51771"/>
                    <a:pt x="391771" y="50937"/>
                  </a:cubicBezTo>
                  <a:close/>
                  <a:moveTo>
                    <a:pt x="585417" y="2708"/>
                  </a:moveTo>
                  <a:lnTo>
                    <a:pt x="648334" y="2708"/>
                  </a:lnTo>
                  <a:cubicBezTo>
                    <a:pt x="649167" y="2708"/>
                    <a:pt x="649740" y="2865"/>
                    <a:pt x="650053" y="3177"/>
                  </a:cubicBezTo>
                  <a:cubicBezTo>
                    <a:pt x="650365" y="3490"/>
                    <a:pt x="650521" y="4063"/>
                    <a:pt x="650521" y="4896"/>
                  </a:cubicBezTo>
                  <a:cubicBezTo>
                    <a:pt x="650313" y="10938"/>
                    <a:pt x="649857" y="16329"/>
                    <a:pt x="649167" y="21094"/>
                  </a:cubicBezTo>
                  <a:cubicBezTo>
                    <a:pt x="648464" y="25847"/>
                    <a:pt x="647735" y="30274"/>
                    <a:pt x="646979" y="34375"/>
                  </a:cubicBezTo>
                  <a:lnTo>
                    <a:pt x="639063" y="34375"/>
                  </a:lnTo>
                  <a:cubicBezTo>
                    <a:pt x="639896" y="30208"/>
                    <a:pt x="640547" y="26172"/>
                    <a:pt x="641042" y="22292"/>
                  </a:cubicBezTo>
                  <a:cubicBezTo>
                    <a:pt x="641524" y="18399"/>
                    <a:pt x="641875" y="14232"/>
                    <a:pt x="642084" y="9792"/>
                  </a:cubicBezTo>
                  <a:lnTo>
                    <a:pt x="585417" y="9792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021"/>
                  </a:lnTo>
                  <a:cubicBezTo>
                    <a:pt x="33646" y="16902"/>
                    <a:pt x="34297" y="20534"/>
                    <a:pt x="35625" y="23906"/>
                  </a:cubicBezTo>
                  <a:cubicBezTo>
                    <a:pt x="36940" y="27266"/>
                    <a:pt x="38750" y="30313"/>
                    <a:pt x="41042" y="33021"/>
                  </a:cubicBezTo>
                  <a:cubicBezTo>
                    <a:pt x="43255" y="35729"/>
                    <a:pt x="45833" y="38086"/>
                    <a:pt x="48750" y="40104"/>
                  </a:cubicBezTo>
                  <a:cubicBezTo>
                    <a:pt x="51667" y="42110"/>
                    <a:pt x="54688" y="43672"/>
                    <a:pt x="57813" y="44792"/>
                  </a:cubicBezTo>
                  <a:lnTo>
                    <a:pt x="52396" y="51250"/>
                  </a:lnTo>
                  <a:cubicBezTo>
                    <a:pt x="50443" y="50339"/>
                    <a:pt x="48385" y="49180"/>
                    <a:pt x="46198" y="47761"/>
                  </a:cubicBezTo>
                  <a:cubicBezTo>
                    <a:pt x="44011" y="46329"/>
                    <a:pt x="41875" y="44714"/>
                    <a:pt x="39792" y="42917"/>
                  </a:cubicBezTo>
                  <a:cubicBezTo>
                    <a:pt x="37708" y="41042"/>
                    <a:pt x="35742" y="39011"/>
                    <a:pt x="33906" y="36823"/>
                  </a:cubicBezTo>
                  <a:cubicBezTo>
                    <a:pt x="32057" y="34636"/>
                    <a:pt x="30586" y="32292"/>
                    <a:pt x="29479" y="29792"/>
                  </a:cubicBezTo>
                  <a:cubicBezTo>
                    <a:pt x="28503" y="32500"/>
                    <a:pt x="27188" y="35026"/>
                    <a:pt x="25521" y="37396"/>
                  </a:cubicBezTo>
                  <a:cubicBezTo>
                    <a:pt x="23854" y="39753"/>
                    <a:pt x="21979" y="41979"/>
                    <a:pt x="19896" y="44063"/>
                  </a:cubicBezTo>
                  <a:cubicBezTo>
                    <a:pt x="17813" y="46068"/>
                    <a:pt x="15599" y="47917"/>
                    <a:pt x="13281" y="49584"/>
                  </a:cubicBezTo>
                  <a:cubicBezTo>
                    <a:pt x="10951" y="51250"/>
                    <a:pt x="8646" y="52709"/>
                    <a:pt x="6354" y="53959"/>
                  </a:cubicBezTo>
                  <a:lnTo>
                    <a:pt x="0" y="48230"/>
                  </a:lnTo>
                  <a:cubicBezTo>
                    <a:pt x="3399" y="46628"/>
                    <a:pt x="6615" y="44701"/>
                    <a:pt x="9635" y="42448"/>
                  </a:cubicBezTo>
                  <a:cubicBezTo>
                    <a:pt x="12656" y="40182"/>
                    <a:pt x="15312" y="37630"/>
                    <a:pt x="17604" y="34792"/>
                  </a:cubicBezTo>
                  <a:cubicBezTo>
                    <a:pt x="19896" y="31940"/>
                    <a:pt x="21706" y="28764"/>
                    <a:pt x="23021" y="25260"/>
                  </a:cubicBezTo>
                  <a:cubicBezTo>
                    <a:pt x="24336" y="21745"/>
                    <a:pt x="25000" y="17917"/>
                    <a:pt x="25000" y="13750"/>
                  </a:cubicBezTo>
                  <a:close/>
                  <a:moveTo>
                    <a:pt x="225000" y="1146"/>
                  </a:moveTo>
                  <a:cubicBezTo>
                    <a:pt x="228542" y="1146"/>
                    <a:pt x="231784" y="1797"/>
                    <a:pt x="234740" y="3125"/>
                  </a:cubicBezTo>
                  <a:cubicBezTo>
                    <a:pt x="237682" y="4440"/>
                    <a:pt x="240235" y="6211"/>
                    <a:pt x="242396" y="8438"/>
                  </a:cubicBezTo>
                  <a:cubicBezTo>
                    <a:pt x="244544" y="10730"/>
                    <a:pt x="246224" y="13359"/>
                    <a:pt x="247448" y="16355"/>
                  </a:cubicBezTo>
                  <a:cubicBezTo>
                    <a:pt x="248659" y="19337"/>
                    <a:pt x="249271" y="22527"/>
                    <a:pt x="249271" y="25938"/>
                  </a:cubicBezTo>
                  <a:cubicBezTo>
                    <a:pt x="249271" y="29336"/>
                    <a:pt x="248659" y="32527"/>
                    <a:pt x="247448" y="35521"/>
                  </a:cubicBezTo>
                  <a:cubicBezTo>
                    <a:pt x="246224" y="38503"/>
                    <a:pt x="244544" y="41107"/>
                    <a:pt x="242396" y="43333"/>
                  </a:cubicBezTo>
                  <a:cubicBezTo>
                    <a:pt x="240235" y="45625"/>
                    <a:pt x="237682" y="47409"/>
                    <a:pt x="234740" y="48698"/>
                  </a:cubicBezTo>
                  <a:cubicBezTo>
                    <a:pt x="231784" y="49974"/>
                    <a:pt x="228542" y="50625"/>
                    <a:pt x="225000" y="50625"/>
                  </a:cubicBezTo>
                  <a:cubicBezTo>
                    <a:pt x="221393" y="50625"/>
                    <a:pt x="218086" y="49974"/>
                    <a:pt x="215104" y="48698"/>
                  </a:cubicBezTo>
                  <a:cubicBezTo>
                    <a:pt x="212110" y="47409"/>
                    <a:pt x="209545" y="45625"/>
                    <a:pt x="207396" y="43333"/>
                  </a:cubicBezTo>
                  <a:cubicBezTo>
                    <a:pt x="205234" y="41107"/>
                    <a:pt x="203568" y="38503"/>
                    <a:pt x="202396" y="35521"/>
                  </a:cubicBezTo>
                  <a:cubicBezTo>
                    <a:pt x="201211" y="32527"/>
                    <a:pt x="200625" y="29336"/>
                    <a:pt x="200625" y="25938"/>
                  </a:cubicBezTo>
                  <a:cubicBezTo>
                    <a:pt x="200625" y="22527"/>
                    <a:pt x="201211" y="19337"/>
                    <a:pt x="202396" y="16355"/>
                  </a:cubicBezTo>
                  <a:cubicBezTo>
                    <a:pt x="203568" y="13359"/>
                    <a:pt x="205234" y="10730"/>
                    <a:pt x="207396" y="8438"/>
                  </a:cubicBezTo>
                  <a:cubicBezTo>
                    <a:pt x="209545" y="6211"/>
                    <a:pt x="212110" y="4440"/>
                    <a:pt x="215104" y="3125"/>
                  </a:cubicBezTo>
                  <a:cubicBezTo>
                    <a:pt x="218086" y="1797"/>
                    <a:pt x="221393" y="1146"/>
                    <a:pt x="225000" y="1146"/>
                  </a:cubicBezTo>
                  <a:close/>
                  <a:moveTo>
                    <a:pt x="732396" y="0"/>
                  </a:moveTo>
                  <a:lnTo>
                    <a:pt x="740625" y="0"/>
                  </a:lnTo>
                  <a:lnTo>
                    <a:pt x="740625" y="22813"/>
                  </a:lnTo>
                  <a:lnTo>
                    <a:pt x="753125" y="22813"/>
                  </a:lnTo>
                  <a:lnTo>
                    <a:pt x="753125" y="30104"/>
                  </a:lnTo>
                  <a:lnTo>
                    <a:pt x="740625" y="30104"/>
                  </a:lnTo>
                  <a:lnTo>
                    <a:pt x="740625" y="67709"/>
                  </a:lnTo>
                  <a:lnTo>
                    <a:pt x="732396" y="67709"/>
                  </a:lnTo>
                  <a:close/>
                  <a:moveTo>
                    <a:pt x="540730" y="0"/>
                  </a:moveTo>
                  <a:lnTo>
                    <a:pt x="548959" y="0"/>
                  </a:lnTo>
                  <a:lnTo>
                    <a:pt x="548959" y="67500"/>
                  </a:lnTo>
                  <a:lnTo>
                    <a:pt x="540730" y="67500"/>
                  </a:lnTo>
                  <a:lnTo>
                    <a:pt x="540730" y="34583"/>
                  </a:lnTo>
                  <a:lnTo>
                    <a:pt x="521355" y="34583"/>
                  </a:lnTo>
                  <a:lnTo>
                    <a:pt x="521355" y="27396"/>
                  </a:lnTo>
                  <a:lnTo>
                    <a:pt x="540730" y="27396"/>
                  </a:lnTo>
                  <a:close/>
                  <a:moveTo>
                    <a:pt x="359479" y="0"/>
                  </a:moveTo>
                  <a:lnTo>
                    <a:pt x="367604" y="0"/>
                  </a:lnTo>
                  <a:lnTo>
                    <a:pt x="367604" y="67709"/>
                  </a:lnTo>
                  <a:lnTo>
                    <a:pt x="359479" y="67709"/>
                  </a:lnTo>
                  <a:lnTo>
                    <a:pt x="359479" y="29062"/>
                  </a:lnTo>
                  <a:lnTo>
                    <a:pt x="340208" y="29062"/>
                  </a:lnTo>
                  <a:lnTo>
                    <a:pt x="340208" y="21771"/>
                  </a:lnTo>
                  <a:lnTo>
                    <a:pt x="359479" y="21771"/>
                  </a:lnTo>
                  <a:close/>
                  <a:moveTo>
                    <a:pt x="263750" y="0"/>
                  </a:moveTo>
                  <a:lnTo>
                    <a:pt x="271771" y="0"/>
                  </a:lnTo>
                  <a:lnTo>
                    <a:pt x="271771" y="22813"/>
                  </a:lnTo>
                  <a:lnTo>
                    <a:pt x="284479" y="22813"/>
                  </a:lnTo>
                  <a:lnTo>
                    <a:pt x="284479" y="30104"/>
                  </a:lnTo>
                  <a:lnTo>
                    <a:pt x="271771" y="30104"/>
                  </a:lnTo>
                  <a:lnTo>
                    <a:pt x="271771" y="67917"/>
                  </a:lnTo>
                  <a:lnTo>
                    <a:pt x="263750" y="67917"/>
                  </a:lnTo>
                  <a:close/>
                  <a:moveTo>
                    <a:pt x="162604" y="0"/>
                  </a:moveTo>
                  <a:lnTo>
                    <a:pt x="170729" y="0"/>
                  </a:lnTo>
                  <a:lnTo>
                    <a:pt x="170729" y="48542"/>
                  </a:lnTo>
                  <a:lnTo>
                    <a:pt x="162604" y="48542"/>
                  </a:lnTo>
                  <a:lnTo>
                    <a:pt x="162604" y="27604"/>
                  </a:lnTo>
                  <a:lnTo>
                    <a:pt x="144479" y="27604"/>
                  </a:lnTo>
                  <a:cubicBezTo>
                    <a:pt x="143919" y="30313"/>
                    <a:pt x="142943" y="32813"/>
                    <a:pt x="141563" y="35105"/>
                  </a:cubicBezTo>
                  <a:cubicBezTo>
                    <a:pt x="140170" y="37396"/>
                    <a:pt x="138437" y="39336"/>
                    <a:pt x="136354" y="40938"/>
                  </a:cubicBezTo>
                  <a:cubicBezTo>
                    <a:pt x="134271" y="42526"/>
                    <a:pt x="131901" y="43776"/>
                    <a:pt x="129271" y="44688"/>
                  </a:cubicBezTo>
                  <a:cubicBezTo>
                    <a:pt x="126628" y="45586"/>
                    <a:pt x="123880" y="46042"/>
                    <a:pt x="121042" y="46042"/>
                  </a:cubicBezTo>
                  <a:cubicBezTo>
                    <a:pt x="117852" y="46042"/>
                    <a:pt x="114805" y="45482"/>
                    <a:pt x="111927" y="44375"/>
                  </a:cubicBezTo>
                  <a:cubicBezTo>
                    <a:pt x="109036" y="43256"/>
                    <a:pt x="106523" y="41693"/>
                    <a:pt x="104375" y="39688"/>
                  </a:cubicBezTo>
                  <a:cubicBezTo>
                    <a:pt x="102214" y="37735"/>
                    <a:pt x="100521" y="35378"/>
                    <a:pt x="99271" y="32605"/>
                  </a:cubicBezTo>
                  <a:cubicBezTo>
                    <a:pt x="98021" y="29818"/>
                    <a:pt x="97396" y="26797"/>
                    <a:pt x="97396" y="23542"/>
                  </a:cubicBezTo>
                  <a:cubicBezTo>
                    <a:pt x="97396" y="20274"/>
                    <a:pt x="97995" y="17265"/>
                    <a:pt x="99219" y="14532"/>
                  </a:cubicBezTo>
                  <a:cubicBezTo>
                    <a:pt x="100430" y="11784"/>
                    <a:pt x="102110" y="9441"/>
                    <a:pt x="104271" y="7500"/>
                  </a:cubicBezTo>
                  <a:cubicBezTo>
                    <a:pt x="106419" y="5482"/>
                    <a:pt x="108932" y="3920"/>
                    <a:pt x="111823" y="2813"/>
                  </a:cubicBezTo>
                  <a:cubicBezTo>
                    <a:pt x="114700" y="1693"/>
                    <a:pt x="117774" y="1146"/>
                    <a:pt x="121042" y="1146"/>
                  </a:cubicBezTo>
                  <a:cubicBezTo>
                    <a:pt x="123958" y="1146"/>
                    <a:pt x="126771" y="1628"/>
                    <a:pt x="129479" y="2604"/>
                  </a:cubicBezTo>
                  <a:cubicBezTo>
                    <a:pt x="132188" y="3568"/>
                    <a:pt x="134583" y="4896"/>
                    <a:pt x="136667" y="6563"/>
                  </a:cubicBezTo>
                  <a:cubicBezTo>
                    <a:pt x="138815" y="8295"/>
                    <a:pt x="140586" y="10339"/>
                    <a:pt x="141979" y="12709"/>
                  </a:cubicBezTo>
                  <a:cubicBezTo>
                    <a:pt x="143360" y="15066"/>
                    <a:pt x="144271" y="17630"/>
                    <a:pt x="144688" y="20417"/>
                  </a:cubicBezTo>
                  <a:lnTo>
                    <a:pt x="162604" y="20417"/>
                  </a:lnTo>
                  <a:close/>
                  <a:moveTo>
                    <a:pt x="67709" y="0"/>
                  </a:moveTo>
                  <a:lnTo>
                    <a:pt x="75833" y="0"/>
                  </a:lnTo>
                  <a:lnTo>
                    <a:pt x="75833" y="27500"/>
                  </a:lnTo>
                  <a:lnTo>
                    <a:pt x="88542" y="27500"/>
                  </a:lnTo>
                  <a:lnTo>
                    <a:pt x="88542" y="34792"/>
                  </a:lnTo>
                  <a:lnTo>
                    <a:pt x="75833" y="34792"/>
                  </a:lnTo>
                  <a:lnTo>
                    <a:pt x="75833" y="67709"/>
                  </a:lnTo>
                  <a:lnTo>
                    <a:pt x="67709" y="6770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2" name="TextBox 791">
              <a:extLst>
                <a:ext uri="{FF2B5EF4-FFF2-40B4-BE49-F238E27FC236}">
                  <a16:creationId xmlns:a16="http://schemas.microsoft.com/office/drawing/2014/main" id="{C563FBED-9036-403B-A2E8-8192DA4281A5}"/>
                </a:ext>
              </a:extLst>
            </p:cNvPr>
            <p:cNvSpPr txBox="1"/>
            <p:nvPr/>
          </p:nvSpPr>
          <p:spPr>
            <a:xfrm>
              <a:off x="4607027" y="7846974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산업안전보건공단</a:t>
              </a:r>
            </a:p>
          </p:txBody>
        </p:sp>
        <p:sp>
          <p:nvSpPr>
            <p:cNvPr id="793" name="자유형: 도형 792">
              <a:extLst>
                <a:ext uri="{FF2B5EF4-FFF2-40B4-BE49-F238E27FC236}">
                  <a16:creationId xmlns:a16="http://schemas.microsoft.com/office/drawing/2014/main" id="{7D3BCB99-6702-4268-A186-EE955F394079}"/>
                </a:ext>
              </a:extLst>
            </p:cNvPr>
            <p:cNvSpPr/>
            <p:nvPr/>
          </p:nvSpPr>
          <p:spPr>
            <a:xfrm>
              <a:off x="951896" y="8179243"/>
              <a:ext cx="107708" cy="79479"/>
            </a:xfrm>
            <a:custGeom>
              <a:avLst/>
              <a:gdLst>
                <a:gd name="connsiteX0" fmla="*/ 82708 w 107708"/>
                <a:gd name="connsiteY0" fmla="*/ 42083 h 79479"/>
                <a:gd name="connsiteX1" fmla="*/ 76563 w 107708"/>
                <a:gd name="connsiteY1" fmla="*/ 43074 h 79479"/>
                <a:gd name="connsiteX2" fmla="*/ 71250 w 107708"/>
                <a:gd name="connsiteY2" fmla="*/ 45938 h 79479"/>
                <a:gd name="connsiteX3" fmla="*/ 67448 w 107708"/>
                <a:gd name="connsiteY3" fmla="*/ 50677 h 79479"/>
                <a:gd name="connsiteX4" fmla="*/ 66042 w 107708"/>
                <a:gd name="connsiteY4" fmla="*/ 57292 h 79479"/>
                <a:gd name="connsiteX5" fmla="*/ 70469 w 107708"/>
                <a:gd name="connsiteY5" fmla="*/ 68333 h 79479"/>
                <a:gd name="connsiteX6" fmla="*/ 82708 w 107708"/>
                <a:gd name="connsiteY6" fmla="*/ 72500 h 79479"/>
                <a:gd name="connsiteX7" fmla="*/ 94844 w 107708"/>
                <a:gd name="connsiteY7" fmla="*/ 68333 h 79479"/>
                <a:gd name="connsiteX8" fmla="*/ 99375 w 107708"/>
                <a:gd name="connsiteY8" fmla="*/ 57292 h 79479"/>
                <a:gd name="connsiteX9" fmla="*/ 97917 w 107708"/>
                <a:gd name="connsiteY9" fmla="*/ 50677 h 79479"/>
                <a:gd name="connsiteX10" fmla="*/ 94063 w 107708"/>
                <a:gd name="connsiteY10" fmla="*/ 45938 h 79479"/>
                <a:gd name="connsiteX11" fmla="*/ 88750 w 107708"/>
                <a:gd name="connsiteY11" fmla="*/ 43074 h 79479"/>
                <a:gd name="connsiteX12" fmla="*/ 82708 w 107708"/>
                <a:gd name="connsiteY12" fmla="*/ 42083 h 79479"/>
                <a:gd name="connsiteX13" fmla="*/ 82708 w 107708"/>
                <a:gd name="connsiteY13" fmla="*/ 6979 h 79479"/>
                <a:gd name="connsiteX14" fmla="*/ 71563 w 107708"/>
                <a:gd name="connsiteY14" fmla="*/ 10730 h 79479"/>
                <a:gd name="connsiteX15" fmla="*/ 66979 w 107708"/>
                <a:gd name="connsiteY15" fmla="*/ 20730 h 79479"/>
                <a:gd name="connsiteX16" fmla="*/ 71458 w 107708"/>
                <a:gd name="connsiteY16" fmla="*/ 30886 h 79479"/>
                <a:gd name="connsiteX17" fmla="*/ 82708 w 107708"/>
                <a:gd name="connsiteY17" fmla="*/ 34479 h 79479"/>
                <a:gd name="connsiteX18" fmla="*/ 93854 w 107708"/>
                <a:gd name="connsiteY18" fmla="*/ 30886 h 79479"/>
                <a:gd name="connsiteX19" fmla="*/ 98438 w 107708"/>
                <a:gd name="connsiteY19" fmla="*/ 20730 h 79479"/>
                <a:gd name="connsiteX20" fmla="*/ 93854 w 107708"/>
                <a:gd name="connsiteY20" fmla="*/ 10730 h 79479"/>
                <a:gd name="connsiteX21" fmla="*/ 82708 w 107708"/>
                <a:gd name="connsiteY21" fmla="*/ 6979 h 79479"/>
                <a:gd name="connsiteX22" fmla="*/ 16563 w 107708"/>
                <a:gd name="connsiteY22" fmla="*/ 1771 h 79479"/>
                <a:gd name="connsiteX23" fmla="*/ 22500 w 107708"/>
                <a:gd name="connsiteY23" fmla="*/ 1771 h 79479"/>
                <a:gd name="connsiteX24" fmla="*/ 24063 w 107708"/>
                <a:gd name="connsiteY24" fmla="*/ 2188 h 79479"/>
                <a:gd name="connsiteX25" fmla="*/ 24479 w 107708"/>
                <a:gd name="connsiteY25" fmla="*/ 3750 h 79479"/>
                <a:gd name="connsiteX26" fmla="*/ 24479 w 107708"/>
                <a:gd name="connsiteY26" fmla="*/ 77813 h 79479"/>
                <a:gd name="connsiteX27" fmla="*/ 16250 w 107708"/>
                <a:gd name="connsiteY27" fmla="*/ 77813 h 79479"/>
                <a:gd name="connsiteX28" fmla="*/ 16250 w 107708"/>
                <a:gd name="connsiteY28" fmla="*/ 10730 h 79479"/>
                <a:gd name="connsiteX29" fmla="*/ 9219 w 107708"/>
                <a:gd name="connsiteY29" fmla="*/ 16510 h 79479"/>
                <a:gd name="connsiteX30" fmla="*/ 0 w 107708"/>
                <a:gd name="connsiteY30" fmla="*/ 21771 h 79479"/>
                <a:gd name="connsiteX31" fmla="*/ 0 w 107708"/>
                <a:gd name="connsiteY31" fmla="*/ 13855 h 79479"/>
                <a:gd name="connsiteX32" fmla="*/ 8646 w 107708"/>
                <a:gd name="connsiteY32" fmla="*/ 8750 h 79479"/>
                <a:gd name="connsiteX33" fmla="*/ 16563 w 107708"/>
                <a:gd name="connsiteY33" fmla="*/ 1771 h 79479"/>
                <a:gd name="connsiteX34" fmla="*/ 82708 w 107708"/>
                <a:gd name="connsiteY34" fmla="*/ 0 h 79479"/>
                <a:gd name="connsiteX35" fmla="*/ 100052 w 107708"/>
                <a:gd name="connsiteY35" fmla="*/ 5417 h 79479"/>
                <a:gd name="connsiteX36" fmla="*/ 106771 w 107708"/>
                <a:gd name="connsiteY36" fmla="*/ 20625 h 79479"/>
                <a:gd name="connsiteX37" fmla="*/ 105781 w 107708"/>
                <a:gd name="connsiteY37" fmla="*/ 26250 h 79479"/>
                <a:gd name="connsiteX38" fmla="*/ 103021 w 107708"/>
                <a:gd name="connsiteY38" fmla="*/ 31563 h 79479"/>
                <a:gd name="connsiteX39" fmla="*/ 98646 w 107708"/>
                <a:gd name="connsiteY39" fmla="*/ 35990 h 79479"/>
                <a:gd name="connsiteX40" fmla="*/ 93125 w 107708"/>
                <a:gd name="connsiteY40" fmla="*/ 38750 h 79479"/>
                <a:gd name="connsiteX41" fmla="*/ 103854 w 107708"/>
                <a:gd name="connsiteY41" fmla="*/ 45573 h 79479"/>
                <a:gd name="connsiteX42" fmla="*/ 107708 w 107708"/>
                <a:gd name="connsiteY42" fmla="*/ 57188 h 79479"/>
                <a:gd name="connsiteX43" fmla="*/ 100677 w 107708"/>
                <a:gd name="connsiteY43" fmla="*/ 73698 h 79479"/>
                <a:gd name="connsiteX44" fmla="*/ 82604 w 107708"/>
                <a:gd name="connsiteY44" fmla="*/ 79479 h 79479"/>
                <a:gd name="connsiteX45" fmla="*/ 64531 w 107708"/>
                <a:gd name="connsiteY45" fmla="*/ 73698 h 79479"/>
                <a:gd name="connsiteX46" fmla="*/ 57708 w 107708"/>
                <a:gd name="connsiteY46" fmla="*/ 57188 h 79479"/>
                <a:gd name="connsiteX47" fmla="*/ 61458 w 107708"/>
                <a:gd name="connsiteY47" fmla="*/ 46094 h 79479"/>
                <a:gd name="connsiteX48" fmla="*/ 72396 w 107708"/>
                <a:gd name="connsiteY48" fmla="*/ 38334 h 79479"/>
                <a:gd name="connsiteX49" fmla="*/ 62240 w 107708"/>
                <a:gd name="connsiteY49" fmla="*/ 31979 h 79479"/>
                <a:gd name="connsiteX50" fmla="*/ 58646 w 107708"/>
                <a:gd name="connsiteY50" fmla="*/ 20625 h 79479"/>
                <a:gd name="connsiteX51" fmla="*/ 65313 w 107708"/>
                <a:gd name="connsiteY51" fmla="*/ 5417 h 79479"/>
                <a:gd name="connsiteX52" fmla="*/ 82708 w 107708"/>
                <a:gd name="connsiteY52" fmla="*/ 0 h 7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07708" h="79479">
                  <a:moveTo>
                    <a:pt x="82708" y="42083"/>
                  </a:moveTo>
                  <a:cubicBezTo>
                    <a:pt x="80625" y="42083"/>
                    <a:pt x="78576" y="42409"/>
                    <a:pt x="76563" y="43074"/>
                  </a:cubicBezTo>
                  <a:cubicBezTo>
                    <a:pt x="74548" y="43724"/>
                    <a:pt x="72777" y="44688"/>
                    <a:pt x="71250" y="45938"/>
                  </a:cubicBezTo>
                  <a:cubicBezTo>
                    <a:pt x="69652" y="47188"/>
                    <a:pt x="68385" y="48763"/>
                    <a:pt x="67448" y="50677"/>
                  </a:cubicBezTo>
                  <a:cubicBezTo>
                    <a:pt x="66510" y="52578"/>
                    <a:pt x="66042" y="54792"/>
                    <a:pt x="66042" y="57292"/>
                  </a:cubicBezTo>
                  <a:cubicBezTo>
                    <a:pt x="66042" y="61875"/>
                    <a:pt x="67517" y="65547"/>
                    <a:pt x="70469" y="68333"/>
                  </a:cubicBezTo>
                  <a:cubicBezTo>
                    <a:pt x="73419" y="71107"/>
                    <a:pt x="77500" y="72500"/>
                    <a:pt x="82708" y="72500"/>
                  </a:cubicBezTo>
                  <a:cubicBezTo>
                    <a:pt x="87777" y="72500"/>
                    <a:pt x="91823" y="71107"/>
                    <a:pt x="94844" y="68333"/>
                  </a:cubicBezTo>
                  <a:cubicBezTo>
                    <a:pt x="97865" y="65547"/>
                    <a:pt x="99375" y="61875"/>
                    <a:pt x="99375" y="57292"/>
                  </a:cubicBezTo>
                  <a:cubicBezTo>
                    <a:pt x="99375" y="54792"/>
                    <a:pt x="98888" y="52578"/>
                    <a:pt x="97917" y="50677"/>
                  </a:cubicBezTo>
                  <a:cubicBezTo>
                    <a:pt x="96944" y="48763"/>
                    <a:pt x="95659" y="47188"/>
                    <a:pt x="94063" y="45938"/>
                  </a:cubicBezTo>
                  <a:cubicBezTo>
                    <a:pt x="92534" y="44688"/>
                    <a:pt x="90763" y="43724"/>
                    <a:pt x="88750" y="43074"/>
                  </a:cubicBezTo>
                  <a:cubicBezTo>
                    <a:pt x="86736" y="42409"/>
                    <a:pt x="84721" y="42083"/>
                    <a:pt x="82708" y="42083"/>
                  </a:cubicBezTo>
                  <a:close/>
                  <a:moveTo>
                    <a:pt x="82708" y="6979"/>
                  </a:moveTo>
                  <a:cubicBezTo>
                    <a:pt x="78333" y="6979"/>
                    <a:pt x="74617" y="8229"/>
                    <a:pt x="71563" y="10730"/>
                  </a:cubicBezTo>
                  <a:cubicBezTo>
                    <a:pt x="68507" y="13229"/>
                    <a:pt x="66979" y="16563"/>
                    <a:pt x="66979" y="20730"/>
                  </a:cubicBezTo>
                  <a:cubicBezTo>
                    <a:pt x="66979" y="25105"/>
                    <a:pt x="68471" y="28489"/>
                    <a:pt x="71458" y="30886"/>
                  </a:cubicBezTo>
                  <a:cubicBezTo>
                    <a:pt x="74444" y="33282"/>
                    <a:pt x="78194" y="34479"/>
                    <a:pt x="82708" y="34479"/>
                  </a:cubicBezTo>
                  <a:cubicBezTo>
                    <a:pt x="87083" y="34479"/>
                    <a:pt x="90798" y="33282"/>
                    <a:pt x="93854" y="30886"/>
                  </a:cubicBezTo>
                  <a:cubicBezTo>
                    <a:pt x="96909" y="28489"/>
                    <a:pt x="98438" y="25105"/>
                    <a:pt x="98438" y="20730"/>
                  </a:cubicBezTo>
                  <a:cubicBezTo>
                    <a:pt x="98438" y="16563"/>
                    <a:pt x="96909" y="13229"/>
                    <a:pt x="93854" y="10730"/>
                  </a:cubicBezTo>
                  <a:cubicBezTo>
                    <a:pt x="90798" y="8229"/>
                    <a:pt x="87083" y="6979"/>
                    <a:pt x="82708" y="6979"/>
                  </a:cubicBezTo>
                  <a:close/>
                  <a:moveTo>
                    <a:pt x="16563" y="1771"/>
                  </a:moveTo>
                  <a:lnTo>
                    <a:pt x="22500" y="1771"/>
                  </a:lnTo>
                  <a:cubicBezTo>
                    <a:pt x="23263" y="1771"/>
                    <a:pt x="23784" y="1901"/>
                    <a:pt x="24063" y="2188"/>
                  </a:cubicBezTo>
                  <a:cubicBezTo>
                    <a:pt x="24340" y="2461"/>
                    <a:pt x="24479" y="2982"/>
                    <a:pt x="24479" y="3750"/>
                  </a:cubicBezTo>
                  <a:lnTo>
                    <a:pt x="24479" y="77813"/>
                  </a:lnTo>
                  <a:lnTo>
                    <a:pt x="16250" y="77813"/>
                  </a:lnTo>
                  <a:lnTo>
                    <a:pt x="16250" y="10730"/>
                  </a:lnTo>
                  <a:cubicBezTo>
                    <a:pt x="14375" y="12735"/>
                    <a:pt x="12031" y="14662"/>
                    <a:pt x="9219" y="16510"/>
                  </a:cubicBezTo>
                  <a:cubicBezTo>
                    <a:pt x="6406" y="18346"/>
                    <a:pt x="3333" y="20104"/>
                    <a:pt x="0" y="21771"/>
                  </a:cubicBezTo>
                  <a:lnTo>
                    <a:pt x="0" y="13855"/>
                  </a:lnTo>
                  <a:cubicBezTo>
                    <a:pt x="2986" y="12527"/>
                    <a:pt x="5867" y="10834"/>
                    <a:pt x="8646" y="8750"/>
                  </a:cubicBezTo>
                  <a:cubicBezTo>
                    <a:pt x="11423" y="6667"/>
                    <a:pt x="14062" y="4336"/>
                    <a:pt x="16563" y="1771"/>
                  </a:cubicBezTo>
                  <a:close/>
                  <a:moveTo>
                    <a:pt x="82708" y="0"/>
                  </a:moveTo>
                  <a:cubicBezTo>
                    <a:pt x="89792" y="0"/>
                    <a:pt x="95573" y="1797"/>
                    <a:pt x="100052" y="5417"/>
                  </a:cubicBezTo>
                  <a:cubicBezTo>
                    <a:pt x="104531" y="9023"/>
                    <a:pt x="106771" y="14089"/>
                    <a:pt x="106771" y="20625"/>
                  </a:cubicBezTo>
                  <a:cubicBezTo>
                    <a:pt x="106771" y="22500"/>
                    <a:pt x="106440" y="24375"/>
                    <a:pt x="105781" y="26250"/>
                  </a:cubicBezTo>
                  <a:cubicBezTo>
                    <a:pt x="105121" y="28125"/>
                    <a:pt x="104201" y="29896"/>
                    <a:pt x="103021" y="31563"/>
                  </a:cubicBezTo>
                  <a:cubicBezTo>
                    <a:pt x="101771" y="33229"/>
                    <a:pt x="100313" y="34701"/>
                    <a:pt x="98646" y="35990"/>
                  </a:cubicBezTo>
                  <a:cubicBezTo>
                    <a:pt x="96979" y="37266"/>
                    <a:pt x="95138" y="38191"/>
                    <a:pt x="93125" y="38750"/>
                  </a:cubicBezTo>
                  <a:cubicBezTo>
                    <a:pt x="97708" y="40000"/>
                    <a:pt x="101284" y="42266"/>
                    <a:pt x="103854" y="45573"/>
                  </a:cubicBezTo>
                  <a:cubicBezTo>
                    <a:pt x="106423" y="48867"/>
                    <a:pt x="107708" y="52734"/>
                    <a:pt x="107708" y="57188"/>
                  </a:cubicBezTo>
                  <a:cubicBezTo>
                    <a:pt x="107638" y="64336"/>
                    <a:pt x="105294" y="69844"/>
                    <a:pt x="100677" y="73698"/>
                  </a:cubicBezTo>
                  <a:cubicBezTo>
                    <a:pt x="96059" y="77552"/>
                    <a:pt x="90034" y="79479"/>
                    <a:pt x="82604" y="79479"/>
                  </a:cubicBezTo>
                  <a:cubicBezTo>
                    <a:pt x="75104" y="79479"/>
                    <a:pt x="69079" y="77552"/>
                    <a:pt x="64531" y="73698"/>
                  </a:cubicBezTo>
                  <a:cubicBezTo>
                    <a:pt x="59982" y="69844"/>
                    <a:pt x="57708" y="64336"/>
                    <a:pt x="57708" y="57188"/>
                  </a:cubicBezTo>
                  <a:cubicBezTo>
                    <a:pt x="57708" y="53295"/>
                    <a:pt x="58958" y="49597"/>
                    <a:pt x="61458" y="46094"/>
                  </a:cubicBezTo>
                  <a:cubicBezTo>
                    <a:pt x="63958" y="42578"/>
                    <a:pt x="67604" y="40000"/>
                    <a:pt x="72396" y="38334"/>
                  </a:cubicBezTo>
                  <a:cubicBezTo>
                    <a:pt x="68021" y="37500"/>
                    <a:pt x="64635" y="35378"/>
                    <a:pt x="62240" y="31979"/>
                  </a:cubicBezTo>
                  <a:cubicBezTo>
                    <a:pt x="59844" y="28568"/>
                    <a:pt x="58646" y="24792"/>
                    <a:pt x="58646" y="20625"/>
                  </a:cubicBezTo>
                  <a:cubicBezTo>
                    <a:pt x="58646" y="14089"/>
                    <a:pt x="60867" y="9023"/>
                    <a:pt x="65313" y="5417"/>
                  </a:cubicBezTo>
                  <a:cubicBezTo>
                    <a:pt x="69757" y="1797"/>
                    <a:pt x="75555" y="0"/>
                    <a:pt x="82708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4" name="TextBox 793">
              <a:extLst>
                <a:ext uri="{FF2B5EF4-FFF2-40B4-BE49-F238E27FC236}">
                  <a16:creationId xmlns:a16="http://schemas.microsoft.com/office/drawing/2014/main" id="{9FF2D024-25C7-4861-A79A-29B945EAD4FD}"/>
                </a:ext>
              </a:extLst>
            </p:cNvPr>
            <p:cNvSpPr txBox="1"/>
            <p:nvPr/>
          </p:nvSpPr>
          <p:spPr>
            <a:xfrm>
              <a:off x="860456" y="8137964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18</a:t>
              </a:r>
            </a:p>
          </p:txBody>
        </p:sp>
        <p:grpSp>
          <p:nvGrpSpPr>
            <p:cNvPr id="795" name="그래픽 5">
              <a:extLst>
                <a:ext uri="{FF2B5EF4-FFF2-40B4-BE49-F238E27FC236}">
                  <a16:creationId xmlns:a16="http://schemas.microsoft.com/office/drawing/2014/main" id="{1949B3AD-DF43-41B2-8298-CC7CB8EB52D4}"/>
                </a:ext>
              </a:extLst>
            </p:cNvPr>
            <p:cNvGrpSpPr/>
            <p:nvPr/>
          </p:nvGrpSpPr>
          <p:grpSpPr>
            <a:xfrm>
              <a:off x="1211113" y="8086457"/>
              <a:ext cx="282916" cy="130208"/>
              <a:chOff x="1211113" y="8086457"/>
              <a:chExt cx="282916" cy="130208"/>
            </a:xfrm>
          </p:grpSpPr>
          <p:sp>
            <p:nvSpPr>
              <p:cNvPr id="796" name="자유형: 도형 795">
                <a:extLst>
                  <a:ext uri="{FF2B5EF4-FFF2-40B4-BE49-F238E27FC236}">
                    <a16:creationId xmlns:a16="http://schemas.microsoft.com/office/drawing/2014/main" id="{51AECD29-C2CF-4B0D-9D4A-3CFAF9FECC2A}"/>
                  </a:ext>
                </a:extLst>
              </p:cNvPr>
              <p:cNvSpPr/>
              <p:nvPr/>
            </p:nvSpPr>
            <p:spPr>
              <a:xfrm>
                <a:off x="1211113" y="8109868"/>
                <a:ext cx="282916" cy="92291"/>
              </a:xfrm>
              <a:custGeom>
                <a:avLst/>
                <a:gdLst>
                  <a:gd name="connsiteX0" fmla="*/ 212396 w 282916"/>
                  <a:gd name="connsiteY0" fmla="*/ 60729 h 92291"/>
                  <a:gd name="connsiteX1" fmla="*/ 220625 w 282916"/>
                  <a:gd name="connsiteY1" fmla="*/ 60729 h 92291"/>
                  <a:gd name="connsiteX2" fmla="*/ 220625 w 282916"/>
                  <a:gd name="connsiteY2" fmla="*/ 83334 h 92291"/>
                  <a:gd name="connsiteX3" fmla="*/ 273125 w 282916"/>
                  <a:gd name="connsiteY3" fmla="*/ 83334 h 92291"/>
                  <a:gd name="connsiteX4" fmla="*/ 273125 w 282916"/>
                  <a:gd name="connsiteY4" fmla="*/ 90417 h 92291"/>
                  <a:gd name="connsiteX5" fmla="*/ 214583 w 282916"/>
                  <a:gd name="connsiteY5" fmla="*/ 90417 h 92291"/>
                  <a:gd name="connsiteX6" fmla="*/ 212865 w 282916"/>
                  <a:gd name="connsiteY6" fmla="*/ 89948 h 92291"/>
                  <a:gd name="connsiteX7" fmla="*/ 212396 w 282916"/>
                  <a:gd name="connsiteY7" fmla="*/ 88229 h 92291"/>
                  <a:gd name="connsiteX8" fmla="*/ 17917 w 282916"/>
                  <a:gd name="connsiteY8" fmla="*/ 52917 h 92291"/>
                  <a:gd name="connsiteX9" fmla="*/ 75729 w 282916"/>
                  <a:gd name="connsiteY9" fmla="*/ 52917 h 92291"/>
                  <a:gd name="connsiteX10" fmla="*/ 77448 w 282916"/>
                  <a:gd name="connsiteY10" fmla="*/ 53386 h 92291"/>
                  <a:gd name="connsiteX11" fmla="*/ 77917 w 282916"/>
                  <a:gd name="connsiteY11" fmla="*/ 55104 h 92291"/>
                  <a:gd name="connsiteX12" fmla="*/ 77917 w 282916"/>
                  <a:gd name="connsiteY12" fmla="*/ 73021 h 92291"/>
                  <a:gd name="connsiteX13" fmla="*/ 77448 w 282916"/>
                  <a:gd name="connsiteY13" fmla="*/ 74739 h 92291"/>
                  <a:gd name="connsiteX14" fmla="*/ 75729 w 282916"/>
                  <a:gd name="connsiteY14" fmla="*/ 75208 h 92291"/>
                  <a:gd name="connsiteX15" fmla="*/ 26771 w 282916"/>
                  <a:gd name="connsiteY15" fmla="*/ 75208 h 92291"/>
                  <a:gd name="connsiteX16" fmla="*/ 26771 w 282916"/>
                  <a:gd name="connsiteY16" fmla="*/ 84792 h 92291"/>
                  <a:gd name="connsiteX17" fmla="*/ 80000 w 282916"/>
                  <a:gd name="connsiteY17" fmla="*/ 84792 h 92291"/>
                  <a:gd name="connsiteX18" fmla="*/ 80000 w 282916"/>
                  <a:gd name="connsiteY18" fmla="*/ 91458 h 92291"/>
                  <a:gd name="connsiteX19" fmla="*/ 20104 w 282916"/>
                  <a:gd name="connsiteY19" fmla="*/ 91458 h 92291"/>
                  <a:gd name="connsiteX20" fmla="*/ 18385 w 282916"/>
                  <a:gd name="connsiteY20" fmla="*/ 90990 h 92291"/>
                  <a:gd name="connsiteX21" fmla="*/ 17917 w 282916"/>
                  <a:gd name="connsiteY21" fmla="*/ 89271 h 92291"/>
                  <a:gd name="connsiteX22" fmla="*/ 17917 w 282916"/>
                  <a:gd name="connsiteY22" fmla="*/ 71042 h 92291"/>
                  <a:gd name="connsiteX23" fmla="*/ 18385 w 282916"/>
                  <a:gd name="connsiteY23" fmla="*/ 69323 h 92291"/>
                  <a:gd name="connsiteX24" fmla="*/ 20104 w 282916"/>
                  <a:gd name="connsiteY24" fmla="*/ 68855 h 92291"/>
                  <a:gd name="connsiteX25" fmla="*/ 69063 w 282916"/>
                  <a:gd name="connsiteY25" fmla="*/ 68855 h 92291"/>
                  <a:gd name="connsiteX26" fmla="*/ 69063 w 282916"/>
                  <a:gd name="connsiteY26" fmla="*/ 59688 h 92291"/>
                  <a:gd name="connsiteX27" fmla="*/ 17917 w 282916"/>
                  <a:gd name="connsiteY27" fmla="*/ 59688 h 92291"/>
                  <a:gd name="connsiteX28" fmla="*/ 202813 w 282916"/>
                  <a:gd name="connsiteY28" fmla="*/ 4271 h 92291"/>
                  <a:gd name="connsiteX29" fmla="*/ 242604 w 282916"/>
                  <a:gd name="connsiteY29" fmla="*/ 4271 h 92291"/>
                  <a:gd name="connsiteX30" fmla="*/ 244323 w 282916"/>
                  <a:gd name="connsiteY30" fmla="*/ 4740 h 92291"/>
                  <a:gd name="connsiteX31" fmla="*/ 244792 w 282916"/>
                  <a:gd name="connsiteY31" fmla="*/ 6459 h 92291"/>
                  <a:gd name="connsiteX32" fmla="*/ 240521 w 282916"/>
                  <a:gd name="connsiteY32" fmla="*/ 23542 h 92291"/>
                  <a:gd name="connsiteX33" fmla="*/ 231563 w 282916"/>
                  <a:gd name="connsiteY33" fmla="*/ 37604 h 92291"/>
                  <a:gd name="connsiteX34" fmla="*/ 218646 w 282916"/>
                  <a:gd name="connsiteY34" fmla="*/ 48803 h 92291"/>
                  <a:gd name="connsiteX35" fmla="*/ 202396 w 282916"/>
                  <a:gd name="connsiteY35" fmla="*/ 56876 h 92291"/>
                  <a:gd name="connsiteX36" fmla="*/ 196771 w 282916"/>
                  <a:gd name="connsiteY36" fmla="*/ 50729 h 92291"/>
                  <a:gd name="connsiteX37" fmla="*/ 223386 w 282916"/>
                  <a:gd name="connsiteY37" fmla="*/ 35105 h 92291"/>
                  <a:gd name="connsiteX38" fmla="*/ 235625 w 282916"/>
                  <a:gd name="connsiteY38" fmla="*/ 11458 h 92291"/>
                  <a:gd name="connsiteX39" fmla="*/ 202813 w 282916"/>
                  <a:gd name="connsiteY39" fmla="*/ 11458 h 92291"/>
                  <a:gd name="connsiteX40" fmla="*/ 116354 w 282916"/>
                  <a:gd name="connsiteY40" fmla="*/ 3750 h 92291"/>
                  <a:gd name="connsiteX41" fmla="*/ 124896 w 282916"/>
                  <a:gd name="connsiteY41" fmla="*/ 3750 h 92291"/>
                  <a:gd name="connsiteX42" fmla="*/ 124896 w 282916"/>
                  <a:gd name="connsiteY42" fmla="*/ 21875 h 92291"/>
                  <a:gd name="connsiteX43" fmla="*/ 130990 w 282916"/>
                  <a:gd name="connsiteY43" fmla="*/ 46980 h 92291"/>
                  <a:gd name="connsiteX44" fmla="*/ 150208 w 282916"/>
                  <a:gd name="connsiteY44" fmla="*/ 65626 h 92291"/>
                  <a:gd name="connsiteX45" fmla="*/ 144167 w 282916"/>
                  <a:gd name="connsiteY45" fmla="*/ 71563 h 92291"/>
                  <a:gd name="connsiteX46" fmla="*/ 130313 w 282916"/>
                  <a:gd name="connsiteY46" fmla="*/ 59323 h 92291"/>
                  <a:gd name="connsiteX47" fmla="*/ 120417 w 282916"/>
                  <a:gd name="connsiteY47" fmla="*/ 42813 h 92291"/>
                  <a:gd name="connsiteX48" fmla="*/ 110938 w 282916"/>
                  <a:gd name="connsiteY48" fmla="*/ 60417 h 92291"/>
                  <a:gd name="connsiteX49" fmla="*/ 96771 w 282916"/>
                  <a:gd name="connsiteY49" fmla="*/ 73958 h 92291"/>
                  <a:gd name="connsiteX50" fmla="*/ 89896 w 282916"/>
                  <a:gd name="connsiteY50" fmla="*/ 68438 h 92291"/>
                  <a:gd name="connsiteX51" fmla="*/ 109531 w 282916"/>
                  <a:gd name="connsiteY51" fmla="*/ 48230 h 92291"/>
                  <a:gd name="connsiteX52" fmla="*/ 116354 w 282916"/>
                  <a:gd name="connsiteY52" fmla="*/ 20834 h 92291"/>
                  <a:gd name="connsiteX53" fmla="*/ 24896 w 282916"/>
                  <a:gd name="connsiteY53" fmla="*/ 1876 h 92291"/>
                  <a:gd name="connsiteX54" fmla="*/ 33542 w 282916"/>
                  <a:gd name="connsiteY54" fmla="*/ 1876 h 92291"/>
                  <a:gd name="connsiteX55" fmla="*/ 33542 w 282916"/>
                  <a:gd name="connsiteY55" fmla="*/ 10417 h 92291"/>
                  <a:gd name="connsiteX56" fmla="*/ 35365 w 282916"/>
                  <a:gd name="connsiteY56" fmla="*/ 19375 h 92291"/>
                  <a:gd name="connsiteX57" fmla="*/ 40521 w 282916"/>
                  <a:gd name="connsiteY57" fmla="*/ 27188 h 92291"/>
                  <a:gd name="connsiteX58" fmla="*/ 48125 w 282916"/>
                  <a:gd name="connsiteY58" fmla="*/ 33437 h 92291"/>
                  <a:gd name="connsiteX59" fmla="*/ 57604 w 282916"/>
                  <a:gd name="connsiteY59" fmla="*/ 37708 h 92291"/>
                  <a:gd name="connsiteX60" fmla="*/ 52396 w 282916"/>
                  <a:gd name="connsiteY60" fmla="*/ 43959 h 92291"/>
                  <a:gd name="connsiteX61" fmla="*/ 39531 w 282916"/>
                  <a:gd name="connsiteY61" fmla="*/ 36563 h 92291"/>
                  <a:gd name="connsiteX62" fmla="*/ 29271 w 282916"/>
                  <a:gd name="connsiteY62" fmla="*/ 24792 h 92291"/>
                  <a:gd name="connsiteX63" fmla="*/ 20000 w 282916"/>
                  <a:gd name="connsiteY63" fmla="*/ 37553 h 92291"/>
                  <a:gd name="connsiteX64" fmla="*/ 6562 w 282916"/>
                  <a:gd name="connsiteY64" fmla="*/ 46562 h 92291"/>
                  <a:gd name="connsiteX65" fmla="*/ 0 w 282916"/>
                  <a:gd name="connsiteY65" fmla="*/ 41042 h 92291"/>
                  <a:gd name="connsiteX66" fmla="*/ 9740 w 282916"/>
                  <a:gd name="connsiteY66" fmla="*/ 35834 h 92291"/>
                  <a:gd name="connsiteX67" fmla="*/ 17604 w 282916"/>
                  <a:gd name="connsiteY67" fmla="*/ 29062 h 92291"/>
                  <a:gd name="connsiteX68" fmla="*/ 22969 w 282916"/>
                  <a:gd name="connsiteY68" fmla="*/ 20677 h 92291"/>
                  <a:gd name="connsiteX69" fmla="*/ 24896 w 282916"/>
                  <a:gd name="connsiteY69" fmla="*/ 10417 h 92291"/>
                  <a:gd name="connsiteX70" fmla="*/ 262083 w 282916"/>
                  <a:gd name="connsiteY70" fmla="*/ 0 h 92291"/>
                  <a:gd name="connsiteX71" fmla="*/ 270104 w 282916"/>
                  <a:gd name="connsiteY71" fmla="*/ 0 h 92291"/>
                  <a:gd name="connsiteX72" fmla="*/ 270104 w 282916"/>
                  <a:gd name="connsiteY72" fmla="*/ 27813 h 92291"/>
                  <a:gd name="connsiteX73" fmla="*/ 282917 w 282916"/>
                  <a:gd name="connsiteY73" fmla="*/ 27813 h 92291"/>
                  <a:gd name="connsiteX74" fmla="*/ 282917 w 282916"/>
                  <a:gd name="connsiteY74" fmla="*/ 35105 h 92291"/>
                  <a:gd name="connsiteX75" fmla="*/ 270104 w 282916"/>
                  <a:gd name="connsiteY75" fmla="*/ 35105 h 92291"/>
                  <a:gd name="connsiteX76" fmla="*/ 270104 w 282916"/>
                  <a:gd name="connsiteY76" fmla="*/ 67500 h 92291"/>
                  <a:gd name="connsiteX77" fmla="*/ 262083 w 282916"/>
                  <a:gd name="connsiteY77" fmla="*/ 67500 h 92291"/>
                  <a:gd name="connsiteX78" fmla="*/ 160833 w 282916"/>
                  <a:gd name="connsiteY78" fmla="*/ 0 h 92291"/>
                  <a:gd name="connsiteX79" fmla="*/ 169167 w 282916"/>
                  <a:gd name="connsiteY79" fmla="*/ 0 h 92291"/>
                  <a:gd name="connsiteX80" fmla="*/ 169167 w 282916"/>
                  <a:gd name="connsiteY80" fmla="*/ 92292 h 92291"/>
                  <a:gd name="connsiteX81" fmla="*/ 160833 w 282916"/>
                  <a:gd name="connsiteY81" fmla="*/ 92292 h 92291"/>
                  <a:gd name="connsiteX82" fmla="*/ 69688 w 282916"/>
                  <a:gd name="connsiteY82" fmla="*/ 0 h 92291"/>
                  <a:gd name="connsiteX83" fmla="*/ 78021 w 282916"/>
                  <a:gd name="connsiteY83" fmla="*/ 0 h 92291"/>
                  <a:gd name="connsiteX84" fmla="*/ 78021 w 282916"/>
                  <a:gd name="connsiteY84" fmla="*/ 48230 h 92291"/>
                  <a:gd name="connsiteX85" fmla="*/ 69688 w 282916"/>
                  <a:gd name="connsiteY85" fmla="*/ 48230 h 92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282916" h="92291">
                    <a:moveTo>
                      <a:pt x="212396" y="60729"/>
                    </a:moveTo>
                    <a:lnTo>
                      <a:pt x="220625" y="60729"/>
                    </a:lnTo>
                    <a:lnTo>
                      <a:pt x="220625" y="83334"/>
                    </a:lnTo>
                    <a:lnTo>
                      <a:pt x="273125" y="83334"/>
                    </a:lnTo>
                    <a:lnTo>
                      <a:pt x="273125" y="90417"/>
                    </a:lnTo>
                    <a:lnTo>
                      <a:pt x="214583" y="90417"/>
                    </a:lnTo>
                    <a:cubicBezTo>
                      <a:pt x="213750" y="90417"/>
                      <a:pt x="213177" y="90261"/>
                      <a:pt x="212865" y="89948"/>
                    </a:cubicBezTo>
                    <a:cubicBezTo>
                      <a:pt x="212552" y="89636"/>
                      <a:pt x="212396" y="89063"/>
                      <a:pt x="212396" y="88229"/>
                    </a:cubicBezTo>
                    <a:close/>
                    <a:moveTo>
                      <a:pt x="17917" y="52917"/>
                    </a:moveTo>
                    <a:lnTo>
                      <a:pt x="75729" y="52917"/>
                    </a:lnTo>
                    <a:cubicBezTo>
                      <a:pt x="76563" y="52917"/>
                      <a:pt x="77135" y="53073"/>
                      <a:pt x="77448" y="53386"/>
                    </a:cubicBezTo>
                    <a:cubicBezTo>
                      <a:pt x="77760" y="53698"/>
                      <a:pt x="77917" y="54271"/>
                      <a:pt x="77917" y="55104"/>
                    </a:cubicBezTo>
                    <a:lnTo>
                      <a:pt x="77917" y="73021"/>
                    </a:lnTo>
                    <a:cubicBezTo>
                      <a:pt x="77917" y="73854"/>
                      <a:pt x="77760" y="74427"/>
                      <a:pt x="77448" y="74739"/>
                    </a:cubicBezTo>
                    <a:cubicBezTo>
                      <a:pt x="77135" y="75053"/>
                      <a:pt x="76563" y="75208"/>
                      <a:pt x="75729" y="75208"/>
                    </a:cubicBezTo>
                    <a:lnTo>
                      <a:pt x="26771" y="75208"/>
                    </a:lnTo>
                    <a:lnTo>
                      <a:pt x="26771" y="84792"/>
                    </a:lnTo>
                    <a:lnTo>
                      <a:pt x="80000" y="84792"/>
                    </a:lnTo>
                    <a:lnTo>
                      <a:pt x="80000" y="91458"/>
                    </a:lnTo>
                    <a:lnTo>
                      <a:pt x="20104" y="91458"/>
                    </a:lnTo>
                    <a:cubicBezTo>
                      <a:pt x="19271" y="91458"/>
                      <a:pt x="18698" y="91302"/>
                      <a:pt x="18385" y="90990"/>
                    </a:cubicBezTo>
                    <a:cubicBezTo>
                      <a:pt x="18073" y="90677"/>
                      <a:pt x="17917" y="90105"/>
                      <a:pt x="17917" y="89271"/>
                    </a:cubicBezTo>
                    <a:lnTo>
                      <a:pt x="17917" y="71042"/>
                    </a:lnTo>
                    <a:cubicBezTo>
                      <a:pt x="17917" y="70209"/>
                      <a:pt x="18073" y="69636"/>
                      <a:pt x="18385" y="69323"/>
                    </a:cubicBezTo>
                    <a:cubicBezTo>
                      <a:pt x="18698" y="69010"/>
                      <a:pt x="19271" y="68855"/>
                      <a:pt x="20104" y="68855"/>
                    </a:cubicBezTo>
                    <a:lnTo>
                      <a:pt x="69063" y="68855"/>
                    </a:lnTo>
                    <a:lnTo>
                      <a:pt x="69063" y="59688"/>
                    </a:lnTo>
                    <a:lnTo>
                      <a:pt x="17917" y="59688"/>
                    </a:lnTo>
                    <a:close/>
                    <a:moveTo>
                      <a:pt x="202813" y="4271"/>
                    </a:moveTo>
                    <a:lnTo>
                      <a:pt x="242604" y="4271"/>
                    </a:lnTo>
                    <a:cubicBezTo>
                      <a:pt x="243438" y="4271"/>
                      <a:pt x="244011" y="4427"/>
                      <a:pt x="244323" y="4740"/>
                    </a:cubicBezTo>
                    <a:cubicBezTo>
                      <a:pt x="244636" y="5052"/>
                      <a:pt x="244792" y="5625"/>
                      <a:pt x="244792" y="6459"/>
                    </a:cubicBezTo>
                    <a:cubicBezTo>
                      <a:pt x="244237" y="12631"/>
                      <a:pt x="242813" y="18334"/>
                      <a:pt x="240521" y="23542"/>
                    </a:cubicBezTo>
                    <a:cubicBezTo>
                      <a:pt x="238229" y="28750"/>
                      <a:pt x="235244" y="33437"/>
                      <a:pt x="231563" y="37604"/>
                    </a:cubicBezTo>
                    <a:cubicBezTo>
                      <a:pt x="227883" y="41836"/>
                      <a:pt x="223577" y="45573"/>
                      <a:pt x="218646" y="48803"/>
                    </a:cubicBezTo>
                    <a:cubicBezTo>
                      <a:pt x="213716" y="52032"/>
                      <a:pt x="208300" y="54714"/>
                      <a:pt x="202396" y="56876"/>
                    </a:cubicBezTo>
                    <a:lnTo>
                      <a:pt x="196771" y="50729"/>
                    </a:lnTo>
                    <a:cubicBezTo>
                      <a:pt x="207604" y="47110"/>
                      <a:pt x="216477" y="41901"/>
                      <a:pt x="223386" y="35105"/>
                    </a:cubicBezTo>
                    <a:cubicBezTo>
                      <a:pt x="230296" y="28295"/>
                      <a:pt x="234375" y="20417"/>
                      <a:pt x="235625" y="11458"/>
                    </a:cubicBezTo>
                    <a:lnTo>
                      <a:pt x="202813" y="11458"/>
                    </a:lnTo>
                    <a:close/>
                    <a:moveTo>
                      <a:pt x="116354" y="3750"/>
                    </a:moveTo>
                    <a:lnTo>
                      <a:pt x="124896" y="3750"/>
                    </a:lnTo>
                    <a:lnTo>
                      <a:pt x="124896" y="21875"/>
                    </a:lnTo>
                    <a:cubicBezTo>
                      <a:pt x="124896" y="31667"/>
                      <a:pt x="126927" y="40027"/>
                      <a:pt x="130990" y="46980"/>
                    </a:cubicBezTo>
                    <a:cubicBezTo>
                      <a:pt x="135052" y="53919"/>
                      <a:pt x="141458" y="60131"/>
                      <a:pt x="150208" y="65626"/>
                    </a:cubicBezTo>
                    <a:lnTo>
                      <a:pt x="144167" y="71563"/>
                    </a:lnTo>
                    <a:cubicBezTo>
                      <a:pt x="139237" y="68229"/>
                      <a:pt x="134619" y="64141"/>
                      <a:pt x="130313" y="59323"/>
                    </a:cubicBezTo>
                    <a:cubicBezTo>
                      <a:pt x="126008" y="54492"/>
                      <a:pt x="122708" y="48985"/>
                      <a:pt x="120417" y="42813"/>
                    </a:cubicBezTo>
                    <a:cubicBezTo>
                      <a:pt x="118542" y="49271"/>
                      <a:pt x="115383" y="55130"/>
                      <a:pt x="110938" y="60417"/>
                    </a:cubicBezTo>
                    <a:cubicBezTo>
                      <a:pt x="106494" y="65691"/>
                      <a:pt x="101771" y="70209"/>
                      <a:pt x="96771" y="73958"/>
                    </a:cubicBezTo>
                    <a:lnTo>
                      <a:pt x="89896" y="68438"/>
                    </a:lnTo>
                    <a:cubicBezTo>
                      <a:pt x="98438" y="63229"/>
                      <a:pt x="104983" y="56485"/>
                      <a:pt x="109531" y="48230"/>
                    </a:cubicBezTo>
                    <a:cubicBezTo>
                      <a:pt x="114081" y="39961"/>
                      <a:pt x="116354" y="30834"/>
                      <a:pt x="116354" y="20834"/>
                    </a:cubicBezTo>
                    <a:close/>
                    <a:moveTo>
                      <a:pt x="24896" y="1876"/>
                    </a:moveTo>
                    <a:lnTo>
                      <a:pt x="33542" y="1876"/>
                    </a:lnTo>
                    <a:lnTo>
                      <a:pt x="33542" y="10417"/>
                    </a:lnTo>
                    <a:cubicBezTo>
                      <a:pt x="33542" y="13542"/>
                      <a:pt x="34150" y="16524"/>
                      <a:pt x="35365" y="19375"/>
                    </a:cubicBezTo>
                    <a:cubicBezTo>
                      <a:pt x="36581" y="22213"/>
                      <a:pt x="38299" y="24818"/>
                      <a:pt x="40521" y="27188"/>
                    </a:cubicBezTo>
                    <a:cubicBezTo>
                      <a:pt x="42675" y="29545"/>
                      <a:pt x="45208" y="31628"/>
                      <a:pt x="48125" y="33437"/>
                    </a:cubicBezTo>
                    <a:cubicBezTo>
                      <a:pt x="51042" y="35234"/>
                      <a:pt x="54202" y="36667"/>
                      <a:pt x="57604" y="37708"/>
                    </a:cubicBezTo>
                    <a:lnTo>
                      <a:pt x="52396" y="43959"/>
                    </a:lnTo>
                    <a:cubicBezTo>
                      <a:pt x="48021" y="42083"/>
                      <a:pt x="43733" y="39609"/>
                      <a:pt x="39531" y="36563"/>
                    </a:cubicBezTo>
                    <a:cubicBezTo>
                      <a:pt x="35331" y="33503"/>
                      <a:pt x="31910" y="29584"/>
                      <a:pt x="29271" y="24792"/>
                    </a:cubicBezTo>
                    <a:cubicBezTo>
                      <a:pt x="27258" y="29584"/>
                      <a:pt x="24167" y="33828"/>
                      <a:pt x="20000" y="37553"/>
                    </a:cubicBezTo>
                    <a:cubicBezTo>
                      <a:pt x="15833" y="41263"/>
                      <a:pt x="11354" y="44271"/>
                      <a:pt x="6562" y="46562"/>
                    </a:cubicBezTo>
                    <a:lnTo>
                      <a:pt x="0" y="41042"/>
                    </a:lnTo>
                    <a:cubicBezTo>
                      <a:pt x="3473" y="39584"/>
                      <a:pt x="6719" y="37839"/>
                      <a:pt x="9740" y="35834"/>
                    </a:cubicBezTo>
                    <a:cubicBezTo>
                      <a:pt x="12760" y="33816"/>
                      <a:pt x="15383" y="31563"/>
                      <a:pt x="17604" y="29062"/>
                    </a:cubicBezTo>
                    <a:cubicBezTo>
                      <a:pt x="19896" y="26563"/>
                      <a:pt x="21685" y="23763"/>
                      <a:pt x="22969" y="20677"/>
                    </a:cubicBezTo>
                    <a:cubicBezTo>
                      <a:pt x="24254" y="17579"/>
                      <a:pt x="24896" y="14167"/>
                      <a:pt x="24896" y="10417"/>
                    </a:cubicBezTo>
                    <a:close/>
                    <a:moveTo>
                      <a:pt x="262083" y="0"/>
                    </a:moveTo>
                    <a:lnTo>
                      <a:pt x="270104" y="0"/>
                    </a:lnTo>
                    <a:lnTo>
                      <a:pt x="270104" y="27813"/>
                    </a:lnTo>
                    <a:lnTo>
                      <a:pt x="282917" y="27813"/>
                    </a:lnTo>
                    <a:lnTo>
                      <a:pt x="282917" y="35105"/>
                    </a:lnTo>
                    <a:lnTo>
                      <a:pt x="270104" y="35105"/>
                    </a:lnTo>
                    <a:lnTo>
                      <a:pt x="270104" y="67500"/>
                    </a:lnTo>
                    <a:lnTo>
                      <a:pt x="262083" y="67500"/>
                    </a:lnTo>
                    <a:close/>
                    <a:moveTo>
                      <a:pt x="160833" y="0"/>
                    </a:moveTo>
                    <a:lnTo>
                      <a:pt x="169167" y="0"/>
                    </a:lnTo>
                    <a:lnTo>
                      <a:pt x="169167" y="92292"/>
                    </a:lnTo>
                    <a:lnTo>
                      <a:pt x="160833" y="92292"/>
                    </a:lnTo>
                    <a:close/>
                    <a:moveTo>
                      <a:pt x="69688" y="0"/>
                    </a:moveTo>
                    <a:lnTo>
                      <a:pt x="78021" y="0"/>
                    </a:lnTo>
                    <a:lnTo>
                      <a:pt x="78021" y="48230"/>
                    </a:lnTo>
                    <a:lnTo>
                      <a:pt x="69688" y="48230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97" name="TextBox 796">
                <a:extLst>
                  <a:ext uri="{FF2B5EF4-FFF2-40B4-BE49-F238E27FC236}">
                    <a16:creationId xmlns:a16="http://schemas.microsoft.com/office/drawing/2014/main" id="{ED4F2ABD-829D-4528-A2B5-EF849E414512}"/>
                  </a:ext>
                </a:extLst>
              </p:cNvPr>
              <p:cNvSpPr txBox="1"/>
              <p:nvPr/>
            </p:nvSpPr>
            <p:spPr>
              <a:xfrm>
                <a:off x="1119673" y="8040737"/>
                <a:ext cx="456317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실시간</a:t>
                </a:r>
              </a:p>
            </p:txBody>
          </p:sp>
        </p:grpSp>
        <p:sp>
          <p:nvSpPr>
            <p:cNvPr id="798" name="자유형: 도형 797">
              <a:extLst>
                <a:ext uri="{FF2B5EF4-FFF2-40B4-BE49-F238E27FC236}">
                  <a16:creationId xmlns:a16="http://schemas.microsoft.com/office/drawing/2014/main" id="{F340BFD9-0A0D-4F31-9E49-5582AD6619D1}"/>
                </a:ext>
              </a:extLst>
            </p:cNvPr>
            <p:cNvSpPr/>
            <p:nvPr/>
          </p:nvSpPr>
          <p:spPr>
            <a:xfrm>
              <a:off x="1527869" y="8109035"/>
              <a:ext cx="651351" cy="94687"/>
            </a:xfrm>
            <a:custGeom>
              <a:avLst/>
              <a:gdLst>
                <a:gd name="connsiteX0" fmla="*/ 468644 w 651351"/>
                <a:gd name="connsiteY0" fmla="*/ 73333 h 94687"/>
                <a:gd name="connsiteX1" fmla="*/ 553435 w 651351"/>
                <a:gd name="connsiteY1" fmla="*/ 73333 h 94687"/>
                <a:gd name="connsiteX2" fmla="*/ 553435 w 651351"/>
                <a:gd name="connsiteY2" fmla="*/ 80416 h 94687"/>
                <a:gd name="connsiteX3" fmla="*/ 468644 w 651351"/>
                <a:gd name="connsiteY3" fmla="*/ 80416 h 94687"/>
                <a:gd name="connsiteX4" fmla="*/ 598019 w 651351"/>
                <a:gd name="connsiteY4" fmla="*/ 66041 h 94687"/>
                <a:gd name="connsiteX5" fmla="*/ 598019 w 651351"/>
                <a:gd name="connsiteY5" fmla="*/ 85313 h 94687"/>
                <a:gd name="connsiteX6" fmla="*/ 643227 w 651351"/>
                <a:gd name="connsiteY6" fmla="*/ 85313 h 94687"/>
                <a:gd name="connsiteX7" fmla="*/ 643227 w 651351"/>
                <a:gd name="connsiteY7" fmla="*/ 66041 h 94687"/>
                <a:gd name="connsiteX8" fmla="*/ 11354 w 651351"/>
                <a:gd name="connsiteY8" fmla="*/ 65000 h 94687"/>
                <a:gd name="connsiteX9" fmla="*/ 19375 w 651351"/>
                <a:gd name="connsiteY9" fmla="*/ 65000 h 94687"/>
                <a:gd name="connsiteX10" fmla="*/ 19375 w 651351"/>
                <a:gd name="connsiteY10" fmla="*/ 84167 h 94687"/>
                <a:gd name="connsiteX11" fmla="*/ 76667 w 651351"/>
                <a:gd name="connsiteY11" fmla="*/ 84167 h 94687"/>
                <a:gd name="connsiteX12" fmla="*/ 76667 w 651351"/>
                <a:gd name="connsiteY12" fmla="*/ 91250 h 94687"/>
                <a:gd name="connsiteX13" fmla="*/ 13542 w 651351"/>
                <a:gd name="connsiteY13" fmla="*/ 91250 h 94687"/>
                <a:gd name="connsiteX14" fmla="*/ 11823 w 651351"/>
                <a:gd name="connsiteY14" fmla="*/ 90781 h 94687"/>
                <a:gd name="connsiteX15" fmla="*/ 11354 w 651351"/>
                <a:gd name="connsiteY15" fmla="*/ 89062 h 94687"/>
                <a:gd name="connsiteX16" fmla="*/ 243854 w 651351"/>
                <a:gd name="connsiteY16" fmla="*/ 64062 h 94687"/>
                <a:gd name="connsiteX17" fmla="*/ 234948 w 651351"/>
                <a:gd name="connsiteY17" fmla="*/ 64896 h 94687"/>
                <a:gd name="connsiteX18" fmla="*/ 227709 w 651351"/>
                <a:gd name="connsiteY18" fmla="*/ 67291 h 94687"/>
                <a:gd name="connsiteX19" fmla="*/ 222969 w 651351"/>
                <a:gd name="connsiteY19" fmla="*/ 70989 h 94687"/>
                <a:gd name="connsiteX20" fmla="*/ 221250 w 651351"/>
                <a:gd name="connsiteY20" fmla="*/ 76041 h 94687"/>
                <a:gd name="connsiteX21" fmla="*/ 222969 w 651351"/>
                <a:gd name="connsiteY21" fmla="*/ 81146 h 94687"/>
                <a:gd name="connsiteX22" fmla="*/ 227813 w 651351"/>
                <a:gd name="connsiteY22" fmla="*/ 84999 h 94687"/>
                <a:gd name="connsiteX23" fmla="*/ 234948 w 651351"/>
                <a:gd name="connsiteY23" fmla="*/ 87396 h 94687"/>
                <a:gd name="connsiteX24" fmla="*/ 243854 w 651351"/>
                <a:gd name="connsiteY24" fmla="*/ 88229 h 94687"/>
                <a:gd name="connsiteX25" fmla="*/ 252917 w 651351"/>
                <a:gd name="connsiteY25" fmla="*/ 87396 h 94687"/>
                <a:gd name="connsiteX26" fmla="*/ 260208 w 651351"/>
                <a:gd name="connsiteY26" fmla="*/ 84999 h 94687"/>
                <a:gd name="connsiteX27" fmla="*/ 265000 w 651351"/>
                <a:gd name="connsiteY27" fmla="*/ 81197 h 94687"/>
                <a:gd name="connsiteX28" fmla="*/ 266771 w 651351"/>
                <a:gd name="connsiteY28" fmla="*/ 76145 h 94687"/>
                <a:gd name="connsiteX29" fmla="*/ 260261 w 651351"/>
                <a:gd name="connsiteY29" fmla="*/ 67291 h 94687"/>
                <a:gd name="connsiteX30" fmla="*/ 243854 w 651351"/>
                <a:gd name="connsiteY30" fmla="*/ 64062 h 94687"/>
                <a:gd name="connsiteX31" fmla="*/ 139688 w 651351"/>
                <a:gd name="connsiteY31" fmla="*/ 64062 h 94687"/>
                <a:gd name="connsiteX32" fmla="*/ 130781 w 651351"/>
                <a:gd name="connsiteY32" fmla="*/ 64896 h 94687"/>
                <a:gd name="connsiteX33" fmla="*/ 123542 w 651351"/>
                <a:gd name="connsiteY33" fmla="*/ 67291 h 94687"/>
                <a:gd name="connsiteX34" fmla="*/ 118802 w 651351"/>
                <a:gd name="connsiteY34" fmla="*/ 70989 h 94687"/>
                <a:gd name="connsiteX35" fmla="*/ 117083 w 651351"/>
                <a:gd name="connsiteY35" fmla="*/ 76041 h 94687"/>
                <a:gd name="connsiteX36" fmla="*/ 118802 w 651351"/>
                <a:gd name="connsiteY36" fmla="*/ 81146 h 94687"/>
                <a:gd name="connsiteX37" fmla="*/ 123646 w 651351"/>
                <a:gd name="connsiteY37" fmla="*/ 84999 h 94687"/>
                <a:gd name="connsiteX38" fmla="*/ 130781 w 651351"/>
                <a:gd name="connsiteY38" fmla="*/ 87396 h 94687"/>
                <a:gd name="connsiteX39" fmla="*/ 139688 w 651351"/>
                <a:gd name="connsiteY39" fmla="*/ 88229 h 94687"/>
                <a:gd name="connsiteX40" fmla="*/ 148750 w 651351"/>
                <a:gd name="connsiteY40" fmla="*/ 87396 h 94687"/>
                <a:gd name="connsiteX41" fmla="*/ 156042 w 651351"/>
                <a:gd name="connsiteY41" fmla="*/ 84999 h 94687"/>
                <a:gd name="connsiteX42" fmla="*/ 160833 w 651351"/>
                <a:gd name="connsiteY42" fmla="*/ 81197 h 94687"/>
                <a:gd name="connsiteX43" fmla="*/ 162604 w 651351"/>
                <a:gd name="connsiteY43" fmla="*/ 76145 h 94687"/>
                <a:gd name="connsiteX44" fmla="*/ 156094 w 651351"/>
                <a:gd name="connsiteY44" fmla="*/ 67291 h 94687"/>
                <a:gd name="connsiteX45" fmla="*/ 139688 w 651351"/>
                <a:gd name="connsiteY45" fmla="*/ 64062 h 94687"/>
                <a:gd name="connsiteX46" fmla="*/ 592081 w 651351"/>
                <a:gd name="connsiteY46" fmla="*/ 59167 h 94687"/>
                <a:gd name="connsiteX47" fmla="*/ 649164 w 651351"/>
                <a:gd name="connsiteY47" fmla="*/ 59167 h 94687"/>
                <a:gd name="connsiteX48" fmla="*/ 650883 w 651351"/>
                <a:gd name="connsiteY48" fmla="*/ 59635 h 94687"/>
                <a:gd name="connsiteX49" fmla="*/ 651352 w 651351"/>
                <a:gd name="connsiteY49" fmla="*/ 61354 h 94687"/>
                <a:gd name="connsiteX50" fmla="*/ 651352 w 651351"/>
                <a:gd name="connsiteY50" fmla="*/ 89896 h 94687"/>
                <a:gd name="connsiteX51" fmla="*/ 650883 w 651351"/>
                <a:gd name="connsiteY51" fmla="*/ 91615 h 94687"/>
                <a:gd name="connsiteX52" fmla="*/ 649164 w 651351"/>
                <a:gd name="connsiteY52" fmla="*/ 92083 h 94687"/>
                <a:gd name="connsiteX53" fmla="*/ 592081 w 651351"/>
                <a:gd name="connsiteY53" fmla="*/ 92083 h 94687"/>
                <a:gd name="connsiteX54" fmla="*/ 590362 w 651351"/>
                <a:gd name="connsiteY54" fmla="*/ 91615 h 94687"/>
                <a:gd name="connsiteX55" fmla="*/ 589894 w 651351"/>
                <a:gd name="connsiteY55" fmla="*/ 89896 h 94687"/>
                <a:gd name="connsiteX56" fmla="*/ 589894 w 651351"/>
                <a:gd name="connsiteY56" fmla="*/ 61354 h 94687"/>
                <a:gd name="connsiteX57" fmla="*/ 590362 w 651351"/>
                <a:gd name="connsiteY57" fmla="*/ 59635 h 94687"/>
                <a:gd name="connsiteX58" fmla="*/ 592081 w 651351"/>
                <a:gd name="connsiteY58" fmla="*/ 59167 h 94687"/>
                <a:gd name="connsiteX59" fmla="*/ 243854 w 651351"/>
                <a:gd name="connsiteY59" fmla="*/ 57291 h 94687"/>
                <a:gd name="connsiteX60" fmla="*/ 266823 w 651351"/>
                <a:gd name="connsiteY60" fmla="*/ 62447 h 94687"/>
                <a:gd name="connsiteX61" fmla="*/ 275417 w 651351"/>
                <a:gd name="connsiteY61" fmla="*/ 76041 h 94687"/>
                <a:gd name="connsiteX62" fmla="*/ 266823 w 651351"/>
                <a:gd name="connsiteY62" fmla="*/ 89688 h 94687"/>
                <a:gd name="connsiteX63" fmla="*/ 243854 w 651351"/>
                <a:gd name="connsiteY63" fmla="*/ 94687 h 94687"/>
                <a:gd name="connsiteX64" fmla="*/ 230886 w 651351"/>
                <a:gd name="connsiteY64" fmla="*/ 93385 h 94687"/>
                <a:gd name="connsiteX65" fmla="*/ 221042 w 651351"/>
                <a:gd name="connsiteY65" fmla="*/ 89688 h 94687"/>
                <a:gd name="connsiteX66" fmla="*/ 214688 w 651351"/>
                <a:gd name="connsiteY66" fmla="*/ 83802 h 94687"/>
                <a:gd name="connsiteX67" fmla="*/ 212500 w 651351"/>
                <a:gd name="connsiteY67" fmla="*/ 76041 h 94687"/>
                <a:gd name="connsiteX68" fmla="*/ 214740 w 651351"/>
                <a:gd name="connsiteY68" fmla="*/ 68385 h 94687"/>
                <a:gd name="connsiteX69" fmla="*/ 221146 w 651351"/>
                <a:gd name="connsiteY69" fmla="*/ 62500 h 94687"/>
                <a:gd name="connsiteX70" fmla="*/ 231042 w 651351"/>
                <a:gd name="connsiteY70" fmla="*/ 58645 h 94687"/>
                <a:gd name="connsiteX71" fmla="*/ 243854 w 651351"/>
                <a:gd name="connsiteY71" fmla="*/ 57291 h 94687"/>
                <a:gd name="connsiteX72" fmla="*/ 139688 w 651351"/>
                <a:gd name="connsiteY72" fmla="*/ 57291 h 94687"/>
                <a:gd name="connsiteX73" fmla="*/ 162656 w 651351"/>
                <a:gd name="connsiteY73" fmla="*/ 62447 h 94687"/>
                <a:gd name="connsiteX74" fmla="*/ 171250 w 651351"/>
                <a:gd name="connsiteY74" fmla="*/ 76041 h 94687"/>
                <a:gd name="connsiteX75" fmla="*/ 162656 w 651351"/>
                <a:gd name="connsiteY75" fmla="*/ 89688 h 94687"/>
                <a:gd name="connsiteX76" fmla="*/ 139688 w 651351"/>
                <a:gd name="connsiteY76" fmla="*/ 94687 h 94687"/>
                <a:gd name="connsiteX77" fmla="*/ 126719 w 651351"/>
                <a:gd name="connsiteY77" fmla="*/ 93385 h 94687"/>
                <a:gd name="connsiteX78" fmla="*/ 116875 w 651351"/>
                <a:gd name="connsiteY78" fmla="*/ 89688 h 94687"/>
                <a:gd name="connsiteX79" fmla="*/ 110521 w 651351"/>
                <a:gd name="connsiteY79" fmla="*/ 83802 h 94687"/>
                <a:gd name="connsiteX80" fmla="*/ 108333 w 651351"/>
                <a:gd name="connsiteY80" fmla="*/ 76041 h 94687"/>
                <a:gd name="connsiteX81" fmla="*/ 110573 w 651351"/>
                <a:gd name="connsiteY81" fmla="*/ 68385 h 94687"/>
                <a:gd name="connsiteX82" fmla="*/ 116979 w 651351"/>
                <a:gd name="connsiteY82" fmla="*/ 62500 h 94687"/>
                <a:gd name="connsiteX83" fmla="*/ 126875 w 651351"/>
                <a:gd name="connsiteY83" fmla="*/ 58645 h 94687"/>
                <a:gd name="connsiteX84" fmla="*/ 139688 w 651351"/>
                <a:gd name="connsiteY84" fmla="*/ 57291 h 94687"/>
                <a:gd name="connsiteX85" fmla="*/ 0 w 651351"/>
                <a:gd name="connsiteY85" fmla="*/ 47500 h 94687"/>
                <a:gd name="connsiteX86" fmla="*/ 84583 w 651351"/>
                <a:gd name="connsiteY86" fmla="*/ 47500 h 94687"/>
                <a:gd name="connsiteX87" fmla="*/ 84583 w 651351"/>
                <a:gd name="connsiteY87" fmla="*/ 54583 h 94687"/>
                <a:gd name="connsiteX88" fmla="*/ 47708 w 651351"/>
                <a:gd name="connsiteY88" fmla="*/ 54583 h 94687"/>
                <a:gd name="connsiteX89" fmla="*/ 47708 w 651351"/>
                <a:gd name="connsiteY89" fmla="*/ 74479 h 94687"/>
                <a:gd name="connsiteX90" fmla="*/ 39479 w 651351"/>
                <a:gd name="connsiteY90" fmla="*/ 74479 h 94687"/>
                <a:gd name="connsiteX91" fmla="*/ 39479 w 651351"/>
                <a:gd name="connsiteY91" fmla="*/ 54583 h 94687"/>
                <a:gd name="connsiteX92" fmla="*/ 0 w 651351"/>
                <a:gd name="connsiteY92" fmla="*/ 54583 h 94687"/>
                <a:gd name="connsiteX93" fmla="*/ 306143 w 651351"/>
                <a:gd name="connsiteY93" fmla="*/ 27708 h 94687"/>
                <a:gd name="connsiteX94" fmla="*/ 306143 w 651351"/>
                <a:gd name="connsiteY94" fmla="*/ 46771 h 94687"/>
                <a:gd name="connsiteX95" fmla="*/ 351352 w 651351"/>
                <a:gd name="connsiteY95" fmla="*/ 46771 h 94687"/>
                <a:gd name="connsiteX96" fmla="*/ 351352 w 651351"/>
                <a:gd name="connsiteY96" fmla="*/ 27708 h 94687"/>
                <a:gd name="connsiteX97" fmla="*/ 42396 w 651351"/>
                <a:gd name="connsiteY97" fmla="*/ 6562 h 94687"/>
                <a:gd name="connsiteX98" fmla="*/ 25208 w 651351"/>
                <a:gd name="connsiteY98" fmla="*/ 9896 h 94687"/>
                <a:gd name="connsiteX99" fmla="*/ 18750 w 651351"/>
                <a:gd name="connsiteY99" fmla="*/ 19687 h 94687"/>
                <a:gd name="connsiteX100" fmla="*/ 25104 w 651351"/>
                <a:gd name="connsiteY100" fmla="*/ 29010 h 94687"/>
                <a:gd name="connsiteX101" fmla="*/ 42396 w 651351"/>
                <a:gd name="connsiteY101" fmla="*/ 32083 h 94687"/>
                <a:gd name="connsiteX102" fmla="*/ 59479 w 651351"/>
                <a:gd name="connsiteY102" fmla="*/ 29010 h 94687"/>
                <a:gd name="connsiteX103" fmla="*/ 65938 w 651351"/>
                <a:gd name="connsiteY103" fmla="*/ 19687 h 94687"/>
                <a:gd name="connsiteX104" fmla="*/ 59427 w 651351"/>
                <a:gd name="connsiteY104" fmla="*/ 9948 h 94687"/>
                <a:gd name="connsiteX105" fmla="*/ 42396 w 651351"/>
                <a:gd name="connsiteY105" fmla="*/ 6562 h 94687"/>
                <a:gd name="connsiteX106" fmla="*/ 202292 w 651351"/>
                <a:gd name="connsiteY106" fmla="*/ 5104 h 94687"/>
                <a:gd name="connsiteX107" fmla="*/ 247396 w 651351"/>
                <a:gd name="connsiteY107" fmla="*/ 5104 h 94687"/>
                <a:gd name="connsiteX108" fmla="*/ 247396 w 651351"/>
                <a:gd name="connsiteY108" fmla="*/ 12083 h 94687"/>
                <a:gd name="connsiteX109" fmla="*/ 229271 w 651351"/>
                <a:gd name="connsiteY109" fmla="*/ 12083 h 94687"/>
                <a:gd name="connsiteX110" fmla="*/ 229271 w 651351"/>
                <a:gd name="connsiteY110" fmla="*/ 15833 h 94687"/>
                <a:gd name="connsiteX111" fmla="*/ 231250 w 651351"/>
                <a:gd name="connsiteY111" fmla="*/ 26250 h 94687"/>
                <a:gd name="connsiteX112" fmla="*/ 236563 w 651351"/>
                <a:gd name="connsiteY112" fmla="*/ 34688 h 94687"/>
                <a:gd name="connsiteX113" fmla="*/ 244167 w 651351"/>
                <a:gd name="connsiteY113" fmla="*/ 40990 h 94687"/>
                <a:gd name="connsiteX114" fmla="*/ 253125 w 651351"/>
                <a:gd name="connsiteY114" fmla="*/ 45104 h 94687"/>
                <a:gd name="connsiteX115" fmla="*/ 247917 w 651351"/>
                <a:gd name="connsiteY115" fmla="*/ 51146 h 94687"/>
                <a:gd name="connsiteX116" fmla="*/ 241979 w 651351"/>
                <a:gd name="connsiteY116" fmla="*/ 48072 h 94687"/>
                <a:gd name="connsiteX117" fmla="*/ 235625 w 651351"/>
                <a:gd name="connsiteY117" fmla="*/ 43646 h 94687"/>
                <a:gd name="connsiteX118" fmla="*/ 229688 w 651351"/>
                <a:gd name="connsiteY118" fmla="*/ 38021 h 94687"/>
                <a:gd name="connsiteX119" fmla="*/ 225000 w 651351"/>
                <a:gd name="connsiteY119" fmla="*/ 31145 h 94687"/>
                <a:gd name="connsiteX120" fmla="*/ 216146 w 651351"/>
                <a:gd name="connsiteY120" fmla="*/ 44323 h 94687"/>
                <a:gd name="connsiteX121" fmla="*/ 202084 w 651351"/>
                <a:gd name="connsiteY121" fmla="*/ 53958 h 94687"/>
                <a:gd name="connsiteX122" fmla="*/ 195938 w 651351"/>
                <a:gd name="connsiteY122" fmla="*/ 48437 h 94687"/>
                <a:gd name="connsiteX123" fmla="*/ 205417 w 651351"/>
                <a:gd name="connsiteY123" fmla="*/ 43385 h 94687"/>
                <a:gd name="connsiteX124" fmla="*/ 213229 w 651351"/>
                <a:gd name="connsiteY124" fmla="*/ 36146 h 94687"/>
                <a:gd name="connsiteX125" fmla="*/ 218594 w 651351"/>
                <a:gd name="connsiteY125" fmla="*/ 26979 h 94687"/>
                <a:gd name="connsiteX126" fmla="*/ 220625 w 651351"/>
                <a:gd name="connsiteY126" fmla="*/ 15625 h 94687"/>
                <a:gd name="connsiteX127" fmla="*/ 220625 w 651351"/>
                <a:gd name="connsiteY127" fmla="*/ 12083 h 94687"/>
                <a:gd name="connsiteX128" fmla="*/ 202292 w 651351"/>
                <a:gd name="connsiteY128" fmla="*/ 12083 h 94687"/>
                <a:gd name="connsiteX129" fmla="*/ 98125 w 651351"/>
                <a:gd name="connsiteY129" fmla="*/ 5104 h 94687"/>
                <a:gd name="connsiteX130" fmla="*/ 143229 w 651351"/>
                <a:gd name="connsiteY130" fmla="*/ 5104 h 94687"/>
                <a:gd name="connsiteX131" fmla="*/ 143229 w 651351"/>
                <a:gd name="connsiteY131" fmla="*/ 12083 h 94687"/>
                <a:gd name="connsiteX132" fmla="*/ 125104 w 651351"/>
                <a:gd name="connsiteY132" fmla="*/ 12083 h 94687"/>
                <a:gd name="connsiteX133" fmla="*/ 125104 w 651351"/>
                <a:gd name="connsiteY133" fmla="*/ 15833 h 94687"/>
                <a:gd name="connsiteX134" fmla="*/ 127083 w 651351"/>
                <a:gd name="connsiteY134" fmla="*/ 26250 h 94687"/>
                <a:gd name="connsiteX135" fmla="*/ 132396 w 651351"/>
                <a:gd name="connsiteY135" fmla="*/ 34688 h 94687"/>
                <a:gd name="connsiteX136" fmla="*/ 140000 w 651351"/>
                <a:gd name="connsiteY136" fmla="*/ 40990 h 94687"/>
                <a:gd name="connsiteX137" fmla="*/ 148958 w 651351"/>
                <a:gd name="connsiteY137" fmla="*/ 45104 h 94687"/>
                <a:gd name="connsiteX138" fmla="*/ 143750 w 651351"/>
                <a:gd name="connsiteY138" fmla="*/ 51146 h 94687"/>
                <a:gd name="connsiteX139" fmla="*/ 137813 w 651351"/>
                <a:gd name="connsiteY139" fmla="*/ 48072 h 94687"/>
                <a:gd name="connsiteX140" fmla="*/ 131458 w 651351"/>
                <a:gd name="connsiteY140" fmla="*/ 43646 h 94687"/>
                <a:gd name="connsiteX141" fmla="*/ 125521 w 651351"/>
                <a:gd name="connsiteY141" fmla="*/ 38021 h 94687"/>
                <a:gd name="connsiteX142" fmla="*/ 120833 w 651351"/>
                <a:gd name="connsiteY142" fmla="*/ 31145 h 94687"/>
                <a:gd name="connsiteX143" fmla="*/ 111979 w 651351"/>
                <a:gd name="connsiteY143" fmla="*/ 44323 h 94687"/>
                <a:gd name="connsiteX144" fmla="*/ 97917 w 651351"/>
                <a:gd name="connsiteY144" fmla="*/ 53958 h 94687"/>
                <a:gd name="connsiteX145" fmla="*/ 91771 w 651351"/>
                <a:gd name="connsiteY145" fmla="*/ 48437 h 94687"/>
                <a:gd name="connsiteX146" fmla="*/ 101250 w 651351"/>
                <a:gd name="connsiteY146" fmla="*/ 43385 h 94687"/>
                <a:gd name="connsiteX147" fmla="*/ 109063 w 651351"/>
                <a:gd name="connsiteY147" fmla="*/ 36146 h 94687"/>
                <a:gd name="connsiteX148" fmla="*/ 114427 w 651351"/>
                <a:gd name="connsiteY148" fmla="*/ 26979 h 94687"/>
                <a:gd name="connsiteX149" fmla="*/ 116458 w 651351"/>
                <a:gd name="connsiteY149" fmla="*/ 15625 h 94687"/>
                <a:gd name="connsiteX150" fmla="*/ 116458 w 651351"/>
                <a:gd name="connsiteY150" fmla="*/ 12083 h 94687"/>
                <a:gd name="connsiteX151" fmla="*/ 98125 w 651351"/>
                <a:gd name="connsiteY151" fmla="*/ 12083 h 94687"/>
                <a:gd name="connsiteX152" fmla="*/ 581560 w 651351"/>
                <a:gd name="connsiteY152" fmla="*/ 4791 h 94687"/>
                <a:gd name="connsiteX153" fmla="*/ 612498 w 651351"/>
                <a:gd name="connsiteY153" fmla="*/ 4791 h 94687"/>
                <a:gd name="connsiteX154" fmla="*/ 612498 w 651351"/>
                <a:gd name="connsiteY154" fmla="*/ 11771 h 94687"/>
                <a:gd name="connsiteX155" fmla="*/ 587394 w 651351"/>
                <a:gd name="connsiteY155" fmla="*/ 11771 h 94687"/>
                <a:gd name="connsiteX156" fmla="*/ 587394 w 651351"/>
                <a:gd name="connsiteY156" fmla="*/ 23646 h 94687"/>
                <a:gd name="connsiteX157" fmla="*/ 610310 w 651351"/>
                <a:gd name="connsiteY157" fmla="*/ 23646 h 94687"/>
                <a:gd name="connsiteX158" fmla="*/ 610310 w 651351"/>
                <a:gd name="connsiteY158" fmla="*/ 30104 h 94687"/>
                <a:gd name="connsiteX159" fmla="*/ 587394 w 651351"/>
                <a:gd name="connsiteY159" fmla="*/ 30104 h 94687"/>
                <a:gd name="connsiteX160" fmla="*/ 587394 w 651351"/>
                <a:gd name="connsiteY160" fmla="*/ 42916 h 94687"/>
                <a:gd name="connsiteX161" fmla="*/ 592289 w 651351"/>
                <a:gd name="connsiteY161" fmla="*/ 42916 h 94687"/>
                <a:gd name="connsiteX162" fmla="*/ 598227 w 651351"/>
                <a:gd name="connsiteY162" fmla="*/ 42812 h 94687"/>
                <a:gd name="connsiteX163" fmla="*/ 605831 w 651351"/>
                <a:gd name="connsiteY163" fmla="*/ 42396 h 94687"/>
                <a:gd name="connsiteX164" fmla="*/ 613175 w 651351"/>
                <a:gd name="connsiteY164" fmla="*/ 41823 h 94687"/>
                <a:gd name="connsiteX165" fmla="*/ 618748 w 651351"/>
                <a:gd name="connsiteY165" fmla="*/ 41041 h 94687"/>
                <a:gd name="connsiteX166" fmla="*/ 618748 w 651351"/>
                <a:gd name="connsiteY166" fmla="*/ 47917 h 94687"/>
                <a:gd name="connsiteX167" fmla="*/ 614217 w 651351"/>
                <a:gd name="connsiteY167" fmla="*/ 48594 h 94687"/>
                <a:gd name="connsiteX168" fmla="*/ 606769 w 651351"/>
                <a:gd name="connsiteY168" fmla="*/ 49271 h 94687"/>
                <a:gd name="connsiteX169" fmla="*/ 598123 w 651351"/>
                <a:gd name="connsiteY169" fmla="*/ 49791 h 94687"/>
                <a:gd name="connsiteX170" fmla="*/ 589998 w 651351"/>
                <a:gd name="connsiteY170" fmla="*/ 50000 h 94687"/>
                <a:gd name="connsiteX171" fmla="*/ 581560 w 651351"/>
                <a:gd name="connsiteY171" fmla="*/ 50000 h 94687"/>
                <a:gd name="connsiteX172" fmla="*/ 579841 w 651351"/>
                <a:gd name="connsiteY172" fmla="*/ 49531 h 94687"/>
                <a:gd name="connsiteX173" fmla="*/ 579373 w 651351"/>
                <a:gd name="connsiteY173" fmla="*/ 47812 h 94687"/>
                <a:gd name="connsiteX174" fmla="*/ 579373 w 651351"/>
                <a:gd name="connsiteY174" fmla="*/ 6979 h 94687"/>
                <a:gd name="connsiteX175" fmla="*/ 579841 w 651351"/>
                <a:gd name="connsiteY175" fmla="*/ 5260 h 94687"/>
                <a:gd name="connsiteX176" fmla="*/ 581560 w 651351"/>
                <a:gd name="connsiteY176" fmla="*/ 4791 h 94687"/>
                <a:gd name="connsiteX177" fmla="*/ 402081 w 651351"/>
                <a:gd name="connsiteY177" fmla="*/ 4583 h 94687"/>
                <a:gd name="connsiteX178" fmla="*/ 410623 w 651351"/>
                <a:gd name="connsiteY178" fmla="*/ 4583 h 94687"/>
                <a:gd name="connsiteX179" fmla="*/ 410623 w 651351"/>
                <a:gd name="connsiteY179" fmla="*/ 22708 h 94687"/>
                <a:gd name="connsiteX180" fmla="*/ 416716 w 651351"/>
                <a:gd name="connsiteY180" fmla="*/ 47812 h 94687"/>
                <a:gd name="connsiteX181" fmla="*/ 435935 w 651351"/>
                <a:gd name="connsiteY181" fmla="*/ 66458 h 94687"/>
                <a:gd name="connsiteX182" fmla="*/ 429893 w 651351"/>
                <a:gd name="connsiteY182" fmla="*/ 72396 h 94687"/>
                <a:gd name="connsiteX183" fmla="*/ 416039 w 651351"/>
                <a:gd name="connsiteY183" fmla="*/ 60156 h 94687"/>
                <a:gd name="connsiteX184" fmla="*/ 406143 w 651351"/>
                <a:gd name="connsiteY184" fmla="*/ 43646 h 94687"/>
                <a:gd name="connsiteX185" fmla="*/ 396664 w 651351"/>
                <a:gd name="connsiteY185" fmla="*/ 61250 h 94687"/>
                <a:gd name="connsiteX186" fmla="*/ 382498 w 651351"/>
                <a:gd name="connsiteY186" fmla="*/ 74791 h 94687"/>
                <a:gd name="connsiteX187" fmla="*/ 375623 w 651351"/>
                <a:gd name="connsiteY187" fmla="*/ 69271 h 94687"/>
                <a:gd name="connsiteX188" fmla="*/ 395258 w 651351"/>
                <a:gd name="connsiteY188" fmla="*/ 49063 h 94687"/>
                <a:gd name="connsiteX189" fmla="*/ 402081 w 651351"/>
                <a:gd name="connsiteY189" fmla="*/ 21667 h 94687"/>
                <a:gd name="connsiteX190" fmla="*/ 297917 w 651351"/>
                <a:gd name="connsiteY190" fmla="*/ 4583 h 94687"/>
                <a:gd name="connsiteX191" fmla="*/ 306143 w 651351"/>
                <a:gd name="connsiteY191" fmla="*/ 4583 h 94687"/>
                <a:gd name="connsiteX192" fmla="*/ 306143 w 651351"/>
                <a:gd name="connsiteY192" fmla="*/ 20729 h 94687"/>
                <a:gd name="connsiteX193" fmla="*/ 351352 w 651351"/>
                <a:gd name="connsiteY193" fmla="*/ 20729 h 94687"/>
                <a:gd name="connsiteX194" fmla="*/ 351352 w 651351"/>
                <a:gd name="connsiteY194" fmla="*/ 4583 h 94687"/>
                <a:gd name="connsiteX195" fmla="*/ 359581 w 651351"/>
                <a:gd name="connsiteY195" fmla="*/ 4583 h 94687"/>
                <a:gd name="connsiteX196" fmla="*/ 359581 w 651351"/>
                <a:gd name="connsiteY196" fmla="*/ 51770 h 94687"/>
                <a:gd name="connsiteX197" fmla="*/ 359112 w 651351"/>
                <a:gd name="connsiteY197" fmla="*/ 53489 h 94687"/>
                <a:gd name="connsiteX198" fmla="*/ 357393 w 651351"/>
                <a:gd name="connsiteY198" fmla="*/ 53958 h 94687"/>
                <a:gd name="connsiteX199" fmla="*/ 332914 w 651351"/>
                <a:gd name="connsiteY199" fmla="*/ 53958 h 94687"/>
                <a:gd name="connsiteX200" fmla="*/ 332914 w 651351"/>
                <a:gd name="connsiteY200" fmla="*/ 74375 h 94687"/>
                <a:gd name="connsiteX201" fmla="*/ 371143 w 651351"/>
                <a:gd name="connsiteY201" fmla="*/ 74375 h 94687"/>
                <a:gd name="connsiteX202" fmla="*/ 371143 w 651351"/>
                <a:gd name="connsiteY202" fmla="*/ 81562 h 94687"/>
                <a:gd name="connsiteX203" fmla="*/ 286354 w 651351"/>
                <a:gd name="connsiteY203" fmla="*/ 81562 h 94687"/>
                <a:gd name="connsiteX204" fmla="*/ 286354 w 651351"/>
                <a:gd name="connsiteY204" fmla="*/ 74375 h 94687"/>
                <a:gd name="connsiteX205" fmla="*/ 324373 w 651351"/>
                <a:gd name="connsiteY205" fmla="*/ 74375 h 94687"/>
                <a:gd name="connsiteX206" fmla="*/ 324373 w 651351"/>
                <a:gd name="connsiteY206" fmla="*/ 53958 h 94687"/>
                <a:gd name="connsiteX207" fmla="*/ 300104 w 651351"/>
                <a:gd name="connsiteY207" fmla="*/ 53958 h 94687"/>
                <a:gd name="connsiteX208" fmla="*/ 298386 w 651351"/>
                <a:gd name="connsiteY208" fmla="*/ 53489 h 94687"/>
                <a:gd name="connsiteX209" fmla="*/ 297917 w 651351"/>
                <a:gd name="connsiteY209" fmla="*/ 51770 h 94687"/>
                <a:gd name="connsiteX210" fmla="*/ 506664 w 651351"/>
                <a:gd name="connsiteY210" fmla="*/ 4479 h 94687"/>
                <a:gd name="connsiteX211" fmla="*/ 515519 w 651351"/>
                <a:gd name="connsiteY211" fmla="*/ 4479 h 94687"/>
                <a:gd name="connsiteX212" fmla="*/ 515519 w 651351"/>
                <a:gd name="connsiteY212" fmla="*/ 12395 h 94687"/>
                <a:gd name="connsiteX213" fmla="*/ 518383 w 651351"/>
                <a:gd name="connsiteY213" fmla="*/ 24010 h 94687"/>
                <a:gd name="connsiteX214" fmla="*/ 526039 w 651351"/>
                <a:gd name="connsiteY214" fmla="*/ 34583 h 94687"/>
                <a:gd name="connsiteX215" fmla="*/ 536977 w 651351"/>
                <a:gd name="connsiteY215" fmla="*/ 43073 h 94687"/>
                <a:gd name="connsiteX216" fmla="*/ 549685 w 651351"/>
                <a:gd name="connsiteY216" fmla="*/ 48749 h 94687"/>
                <a:gd name="connsiteX217" fmla="*/ 543852 w 651351"/>
                <a:gd name="connsiteY217" fmla="*/ 54896 h 94687"/>
                <a:gd name="connsiteX218" fmla="*/ 534321 w 651351"/>
                <a:gd name="connsiteY218" fmla="*/ 50573 h 94687"/>
                <a:gd name="connsiteX219" fmla="*/ 524894 w 651351"/>
                <a:gd name="connsiteY219" fmla="*/ 44062 h 94687"/>
                <a:gd name="connsiteX220" fmla="*/ 516769 w 651351"/>
                <a:gd name="connsiteY220" fmla="*/ 35989 h 94687"/>
                <a:gd name="connsiteX221" fmla="*/ 511248 w 651351"/>
                <a:gd name="connsiteY221" fmla="*/ 26562 h 94687"/>
                <a:gd name="connsiteX222" fmla="*/ 505623 w 651351"/>
                <a:gd name="connsiteY222" fmla="*/ 35833 h 94687"/>
                <a:gd name="connsiteX223" fmla="*/ 497602 w 651351"/>
                <a:gd name="connsiteY223" fmla="*/ 43854 h 94687"/>
                <a:gd name="connsiteX224" fmla="*/ 488175 w 651351"/>
                <a:gd name="connsiteY224" fmla="*/ 50364 h 94687"/>
                <a:gd name="connsiteX225" fmla="*/ 478539 w 651351"/>
                <a:gd name="connsiteY225" fmla="*/ 55000 h 94687"/>
                <a:gd name="connsiteX226" fmla="*/ 472289 w 651351"/>
                <a:gd name="connsiteY226" fmla="*/ 48645 h 94687"/>
                <a:gd name="connsiteX227" fmla="*/ 484737 w 651351"/>
                <a:gd name="connsiteY227" fmla="*/ 43281 h 94687"/>
                <a:gd name="connsiteX228" fmla="*/ 495727 w 651351"/>
                <a:gd name="connsiteY228" fmla="*/ 35104 h 94687"/>
                <a:gd name="connsiteX229" fmla="*/ 503644 w 651351"/>
                <a:gd name="connsiteY229" fmla="*/ 24635 h 94687"/>
                <a:gd name="connsiteX230" fmla="*/ 506664 w 651351"/>
                <a:gd name="connsiteY230" fmla="*/ 12395 h 94687"/>
                <a:gd name="connsiteX231" fmla="*/ 625310 w 651351"/>
                <a:gd name="connsiteY231" fmla="*/ 2499 h 94687"/>
                <a:gd name="connsiteX232" fmla="*/ 633435 w 651351"/>
                <a:gd name="connsiteY232" fmla="*/ 2499 h 94687"/>
                <a:gd name="connsiteX233" fmla="*/ 633435 w 651351"/>
                <a:gd name="connsiteY233" fmla="*/ 54166 h 94687"/>
                <a:gd name="connsiteX234" fmla="*/ 625310 w 651351"/>
                <a:gd name="connsiteY234" fmla="*/ 54166 h 94687"/>
                <a:gd name="connsiteX235" fmla="*/ 625310 w 651351"/>
                <a:gd name="connsiteY235" fmla="*/ 28646 h 94687"/>
                <a:gd name="connsiteX236" fmla="*/ 613852 w 651351"/>
                <a:gd name="connsiteY236" fmla="*/ 28646 h 94687"/>
                <a:gd name="connsiteX237" fmla="*/ 613852 w 651351"/>
                <a:gd name="connsiteY237" fmla="*/ 21458 h 94687"/>
                <a:gd name="connsiteX238" fmla="*/ 625310 w 651351"/>
                <a:gd name="connsiteY238" fmla="*/ 21458 h 94687"/>
                <a:gd name="connsiteX239" fmla="*/ 643227 w 651351"/>
                <a:gd name="connsiteY239" fmla="*/ 833 h 94687"/>
                <a:gd name="connsiteX240" fmla="*/ 651248 w 651351"/>
                <a:gd name="connsiteY240" fmla="*/ 833 h 94687"/>
                <a:gd name="connsiteX241" fmla="*/ 651248 w 651351"/>
                <a:gd name="connsiteY241" fmla="*/ 54166 h 94687"/>
                <a:gd name="connsiteX242" fmla="*/ 643227 w 651351"/>
                <a:gd name="connsiteY242" fmla="*/ 54166 h 94687"/>
                <a:gd name="connsiteX243" fmla="*/ 446560 w 651351"/>
                <a:gd name="connsiteY243" fmla="*/ 833 h 94687"/>
                <a:gd name="connsiteX244" fmla="*/ 454894 w 651351"/>
                <a:gd name="connsiteY244" fmla="*/ 833 h 94687"/>
                <a:gd name="connsiteX245" fmla="*/ 454894 w 651351"/>
                <a:gd name="connsiteY245" fmla="*/ 93125 h 94687"/>
                <a:gd name="connsiteX246" fmla="*/ 446560 w 651351"/>
                <a:gd name="connsiteY246" fmla="*/ 93125 h 94687"/>
                <a:gd name="connsiteX247" fmla="*/ 265625 w 651351"/>
                <a:gd name="connsiteY247" fmla="*/ 833 h 94687"/>
                <a:gd name="connsiteX248" fmla="*/ 273750 w 651351"/>
                <a:gd name="connsiteY248" fmla="*/ 833 h 94687"/>
                <a:gd name="connsiteX249" fmla="*/ 273750 w 651351"/>
                <a:gd name="connsiteY249" fmla="*/ 56771 h 94687"/>
                <a:gd name="connsiteX250" fmla="*/ 265625 w 651351"/>
                <a:gd name="connsiteY250" fmla="*/ 56771 h 94687"/>
                <a:gd name="connsiteX251" fmla="*/ 265625 w 651351"/>
                <a:gd name="connsiteY251" fmla="*/ 28750 h 94687"/>
                <a:gd name="connsiteX252" fmla="*/ 246458 w 651351"/>
                <a:gd name="connsiteY252" fmla="*/ 28750 h 94687"/>
                <a:gd name="connsiteX253" fmla="*/ 246458 w 651351"/>
                <a:gd name="connsiteY253" fmla="*/ 21875 h 94687"/>
                <a:gd name="connsiteX254" fmla="*/ 265625 w 651351"/>
                <a:gd name="connsiteY254" fmla="*/ 21875 h 94687"/>
                <a:gd name="connsiteX255" fmla="*/ 161458 w 651351"/>
                <a:gd name="connsiteY255" fmla="*/ 833 h 94687"/>
                <a:gd name="connsiteX256" fmla="*/ 169583 w 651351"/>
                <a:gd name="connsiteY256" fmla="*/ 833 h 94687"/>
                <a:gd name="connsiteX257" fmla="*/ 169583 w 651351"/>
                <a:gd name="connsiteY257" fmla="*/ 56771 h 94687"/>
                <a:gd name="connsiteX258" fmla="*/ 161458 w 651351"/>
                <a:gd name="connsiteY258" fmla="*/ 56771 h 94687"/>
                <a:gd name="connsiteX259" fmla="*/ 161458 w 651351"/>
                <a:gd name="connsiteY259" fmla="*/ 28750 h 94687"/>
                <a:gd name="connsiteX260" fmla="*/ 142292 w 651351"/>
                <a:gd name="connsiteY260" fmla="*/ 28750 h 94687"/>
                <a:gd name="connsiteX261" fmla="*/ 142292 w 651351"/>
                <a:gd name="connsiteY261" fmla="*/ 21875 h 94687"/>
                <a:gd name="connsiteX262" fmla="*/ 161458 w 651351"/>
                <a:gd name="connsiteY262" fmla="*/ 21875 h 94687"/>
                <a:gd name="connsiteX263" fmla="*/ 42396 w 651351"/>
                <a:gd name="connsiteY263" fmla="*/ 0 h 94687"/>
                <a:gd name="connsiteX264" fmla="*/ 66563 w 651351"/>
                <a:gd name="connsiteY264" fmla="*/ 5469 h 94687"/>
                <a:gd name="connsiteX265" fmla="*/ 74792 w 651351"/>
                <a:gd name="connsiteY265" fmla="*/ 19687 h 94687"/>
                <a:gd name="connsiteX266" fmla="*/ 66615 w 651351"/>
                <a:gd name="connsiteY266" fmla="*/ 33593 h 94687"/>
                <a:gd name="connsiteX267" fmla="*/ 42396 w 651351"/>
                <a:gd name="connsiteY267" fmla="*/ 38749 h 94687"/>
                <a:gd name="connsiteX268" fmla="*/ 18177 w 651351"/>
                <a:gd name="connsiteY268" fmla="*/ 33593 h 94687"/>
                <a:gd name="connsiteX269" fmla="*/ 9896 w 651351"/>
                <a:gd name="connsiteY269" fmla="*/ 19687 h 94687"/>
                <a:gd name="connsiteX270" fmla="*/ 18177 w 651351"/>
                <a:gd name="connsiteY270" fmla="*/ 5469 h 94687"/>
                <a:gd name="connsiteX271" fmla="*/ 42396 w 651351"/>
                <a:gd name="connsiteY271" fmla="*/ 0 h 9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</a:cxnLst>
              <a:rect l="l" t="t" r="r" b="b"/>
              <a:pathLst>
                <a:path w="651351" h="94687">
                  <a:moveTo>
                    <a:pt x="468644" y="73333"/>
                  </a:moveTo>
                  <a:lnTo>
                    <a:pt x="553435" y="73333"/>
                  </a:lnTo>
                  <a:lnTo>
                    <a:pt x="553435" y="80416"/>
                  </a:lnTo>
                  <a:lnTo>
                    <a:pt x="468644" y="80416"/>
                  </a:lnTo>
                  <a:close/>
                  <a:moveTo>
                    <a:pt x="598019" y="66041"/>
                  </a:moveTo>
                  <a:lnTo>
                    <a:pt x="598019" y="85313"/>
                  </a:lnTo>
                  <a:lnTo>
                    <a:pt x="643227" y="85313"/>
                  </a:lnTo>
                  <a:lnTo>
                    <a:pt x="643227" y="66041"/>
                  </a:lnTo>
                  <a:close/>
                  <a:moveTo>
                    <a:pt x="11354" y="65000"/>
                  </a:moveTo>
                  <a:lnTo>
                    <a:pt x="19375" y="65000"/>
                  </a:lnTo>
                  <a:lnTo>
                    <a:pt x="19375" y="84167"/>
                  </a:lnTo>
                  <a:lnTo>
                    <a:pt x="76667" y="84167"/>
                  </a:lnTo>
                  <a:lnTo>
                    <a:pt x="76667" y="91250"/>
                  </a:lnTo>
                  <a:lnTo>
                    <a:pt x="13542" y="91250"/>
                  </a:lnTo>
                  <a:cubicBezTo>
                    <a:pt x="12708" y="91250"/>
                    <a:pt x="12135" y="91093"/>
                    <a:pt x="11823" y="90781"/>
                  </a:cubicBezTo>
                  <a:cubicBezTo>
                    <a:pt x="11510" y="90469"/>
                    <a:pt x="11354" y="89896"/>
                    <a:pt x="11354" y="89062"/>
                  </a:cubicBezTo>
                  <a:close/>
                  <a:moveTo>
                    <a:pt x="243854" y="64062"/>
                  </a:moveTo>
                  <a:cubicBezTo>
                    <a:pt x="240659" y="64062"/>
                    <a:pt x="237690" y="64336"/>
                    <a:pt x="234948" y="64896"/>
                  </a:cubicBezTo>
                  <a:cubicBezTo>
                    <a:pt x="232205" y="65443"/>
                    <a:pt x="229792" y="66249"/>
                    <a:pt x="227709" y="67291"/>
                  </a:cubicBezTo>
                  <a:cubicBezTo>
                    <a:pt x="225694" y="68255"/>
                    <a:pt x="224115" y="69492"/>
                    <a:pt x="222969" y="70989"/>
                  </a:cubicBezTo>
                  <a:cubicBezTo>
                    <a:pt x="221823" y="72474"/>
                    <a:pt x="221250" y="74166"/>
                    <a:pt x="221250" y="76041"/>
                  </a:cubicBezTo>
                  <a:cubicBezTo>
                    <a:pt x="221250" y="77917"/>
                    <a:pt x="221823" y="79609"/>
                    <a:pt x="222969" y="81146"/>
                  </a:cubicBezTo>
                  <a:cubicBezTo>
                    <a:pt x="224115" y="82669"/>
                    <a:pt x="225729" y="83958"/>
                    <a:pt x="227813" y="84999"/>
                  </a:cubicBezTo>
                  <a:cubicBezTo>
                    <a:pt x="229826" y="86041"/>
                    <a:pt x="232205" y="86836"/>
                    <a:pt x="234948" y="87396"/>
                  </a:cubicBezTo>
                  <a:cubicBezTo>
                    <a:pt x="237690" y="87942"/>
                    <a:pt x="240659" y="88229"/>
                    <a:pt x="243854" y="88229"/>
                  </a:cubicBezTo>
                  <a:cubicBezTo>
                    <a:pt x="247117" y="88229"/>
                    <a:pt x="250138" y="87942"/>
                    <a:pt x="252917" y="87396"/>
                  </a:cubicBezTo>
                  <a:cubicBezTo>
                    <a:pt x="255694" y="86836"/>
                    <a:pt x="258125" y="86041"/>
                    <a:pt x="260208" y="84999"/>
                  </a:cubicBezTo>
                  <a:cubicBezTo>
                    <a:pt x="262222" y="83958"/>
                    <a:pt x="263819" y="82682"/>
                    <a:pt x="265000" y="81197"/>
                  </a:cubicBezTo>
                  <a:cubicBezTo>
                    <a:pt x="266180" y="79700"/>
                    <a:pt x="266771" y="78021"/>
                    <a:pt x="266771" y="76145"/>
                  </a:cubicBezTo>
                  <a:cubicBezTo>
                    <a:pt x="266771" y="72396"/>
                    <a:pt x="264600" y="69440"/>
                    <a:pt x="260261" y="67291"/>
                  </a:cubicBezTo>
                  <a:cubicBezTo>
                    <a:pt x="255919" y="65130"/>
                    <a:pt x="250451" y="64062"/>
                    <a:pt x="243854" y="64062"/>
                  </a:cubicBezTo>
                  <a:close/>
                  <a:moveTo>
                    <a:pt x="139688" y="64062"/>
                  </a:moveTo>
                  <a:cubicBezTo>
                    <a:pt x="136492" y="64062"/>
                    <a:pt x="133524" y="64336"/>
                    <a:pt x="130781" y="64896"/>
                  </a:cubicBezTo>
                  <a:cubicBezTo>
                    <a:pt x="128038" y="65443"/>
                    <a:pt x="125625" y="66249"/>
                    <a:pt x="123542" y="67291"/>
                  </a:cubicBezTo>
                  <a:cubicBezTo>
                    <a:pt x="121527" y="68255"/>
                    <a:pt x="119948" y="69492"/>
                    <a:pt x="118802" y="70989"/>
                  </a:cubicBezTo>
                  <a:cubicBezTo>
                    <a:pt x="117656" y="72474"/>
                    <a:pt x="117083" y="74166"/>
                    <a:pt x="117083" y="76041"/>
                  </a:cubicBezTo>
                  <a:cubicBezTo>
                    <a:pt x="117083" y="77917"/>
                    <a:pt x="117656" y="79609"/>
                    <a:pt x="118802" y="81146"/>
                  </a:cubicBezTo>
                  <a:cubicBezTo>
                    <a:pt x="119948" y="82669"/>
                    <a:pt x="121563" y="83958"/>
                    <a:pt x="123646" y="84999"/>
                  </a:cubicBezTo>
                  <a:cubicBezTo>
                    <a:pt x="125659" y="86041"/>
                    <a:pt x="128038" y="86836"/>
                    <a:pt x="130781" y="87396"/>
                  </a:cubicBezTo>
                  <a:cubicBezTo>
                    <a:pt x="133524" y="87942"/>
                    <a:pt x="136492" y="88229"/>
                    <a:pt x="139688" y="88229"/>
                  </a:cubicBezTo>
                  <a:cubicBezTo>
                    <a:pt x="142951" y="88229"/>
                    <a:pt x="145971" y="87942"/>
                    <a:pt x="148750" y="87396"/>
                  </a:cubicBezTo>
                  <a:cubicBezTo>
                    <a:pt x="151528" y="86836"/>
                    <a:pt x="153958" y="86041"/>
                    <a:pt x="156042" y="84999"/>
                  </a:cubicBezTo>
                  <a:cubicBezTo>
                    <a:pt x="158055" y="83958"/>
                    <a:pt x="159653" y="82682"/>
                    <a:pt x="160833" y="81197"/>
                  </a:cubicBezTo>
                  <a:cubicBezTo>
                    <a:pt x="162013" y="79700"/>
                    <a:pt x="162604" y="78021"/>
                    <a:pt x="162604" y="76145"/>
                  </a:cubicBezTo>
                  <a:cubicBezTo>
                    <a:pt x="162604" y="72396"/>
                    <a:pt x="160434" y="69440"/>
                    <a:pt x="156094" y="67291"/>
                  </a:cubicBezTo>
                  <a:cubicBezTo>
                    <a:pt x="151753" y="65130"/>
                    <a:pt x="146284" y="64062"/>
                    <a:pt x="139688" y="64062"/>
                  </a:cubicBezTo>
                  <a:close/>
                  <a:moveTo>
                    <a:pt x="592081" y="59167"/>
                  </a:moveTo>
                  <a:lnTo>
                    <a:pt x="649164" y="59167"/>
                  </a:lnTo>
                  <a:cubicBezTo>
                    <a:pt x="649998" y="59167"/>
                    <a:pt x="650571" y="59323"/>
                    <a:pt x="650883" y="59635"/>
                  </a:cubicBezTo>
                  <a:cubicBezTo>
                    <a:pt x="651196" y="59948"/>
                    <a:pt x="651352" y="60521"/>
                    <a:pt x="651352" y="61354"/>
                  </a:cubicBezTo>
                  <a:lnTo>
                    <a:pt x="651352" y="89896"/>
                  </a:lnTo>
                  <a:cubicBezTo>
                    <a:pt x="651352" y="90729"/>
                    <a:pt x="651196" y="91302"/>
                    <a:pt x="650883" y="91615"/>
                  </a:cubicBezTo>
                  <a:cubicBezTo>
                    <a:pt x="650571" y="91927"/>
                    <a:pt x="649998" y="92083"/>
                    <a:pt x="649164" y="92083"/>
                  </a:cubicBezTo>
                  <a:lnTo>
                    <a:pt x="592081" y="92083"/>
                  </a:lnTo>
                  <a:cubicBezTo>
                    <a:pt x="591248" y="92083"/>
                    <a:pt x="590675" y="91927"/>
                    <a:pt x="590362" y="91615"/>
                  </a:cubicBezTo>
                  <a:cubicBezTo>
                    <a:pt x="590050" y="91302"/>
                    <a:pt x="589894" y="90729"/>
                    <a:pt x="589894" y="89896"/>
                  </a:cubicBezTo>
                  <a:lnTo>
                    <a:pt x="589894" y="61354"/>
                  </a:lnTo>
                  <a:cubicBezTo>
                    <a:pt x="589894" y="60521"/>
                    <a:pt x="590050" y="59948"/>
                    <a:pt x="590362" y="59635"/>
                  </a:cubicBezTo>
                  <a:cubicBezTo>
                    <a:pt x="590675" y="59323"/>
                    <a:pt x="591248" y="59167"/>
                    <a:pt x="592081" y="59167"/>
                  </a:cubicBezTo>
                  <a:close/>
                  <a:moveTo>
                    <a:pt x="243854" y="57291"/>
                  </a:moveTo>
                  <a:cubicBezTo>
                    <a:pt x="253438" y="57291"/>
                    <a:pt x="261094" y="59010"/>
                    <a:pt x="266823" y="62447"/>
                  </a:cubicBezTo>
                  <a:cubicBezTo>
                    <a:pt x="272552" y="65885"/>
                    <a:pt x="275417" y="70416"/>
                    <a:pt x="275417" y="76041"/>
                  </a:cubicBezTo>
                  <a:cubicBezTo>
                    <a:pt x="275417" y="81797"/>
                    <a:pt x="272552" y="86354"/>
                    <a:pt x="266823" y="89688"/>
                  </a:cubicBezTo>
                  <a:cubicBezTo>
                    <a:pt x="261094" y="93021"/>
                    <a:pt x="253438" y="94687"/>
                    <a:pt x="243854" y="94687"/>
                  </a:cubicBezTo>
                  <a:cubicBezTo>
                    <a:pt x="239063" y="94687"/>
                    <a:pt x="234740" y="94245"/>
                    <a:pt x="230886" y="93385"/>
                  </a:cubicBezTo>
                  <a:cubicBezTo>
                    <a:pt x="227031" y="92513"/>
                    <a:pt x="223750" y="91276"/>
                    <a:pt x="221042" y="89688"/>
                  </a:cubicBezTo>
                  <a:cubicBezTo>
                    <a:pt x="218263" y="88085"/>
                    <a:pt x="216146" y="86119"/>
                    <a:pt x="214688" y="83802"/>
                  </a:cubicBezTo>
                  <a:cubicBezTo>
                    <a:pt x="213229" y="81471"/>
                    <a:pt x="212500" y="78880"/>
                    <a:pt x="212500" y="76041"/>
                  </a:cubicBezTo>
                  <a:cubicBezTo>
                    <a:pt x="212500" y="73255"/>
                    <a:pt x="213246" y="70703"/>
                    <a:pt x="214740" y="68385"/>
                  </a:cubicBezTo>
                  <a:cubicBezTo>
                    <a:pt x="216232" y="66055"/>
                    <a:pt x="218367" y="64089"/>
                    <a:pt x="221146" y="62500"/>
                  </a:cubicBezTo>
                  <a:cubicBezTo>
                    <a:pt x="223923" y="60833"/>
                    <a:pt x="227221" y="59544"/>
                    <a:pt x="231042" y="58645"/>
                  </a:cubicBezTo>
                  <a:cubicBezTo>
                    <a:pt x="234861" y="57734"/>
                    <a:pt x="239132" y="57291"/>
                    <a:pt x="243854" y="57291"/>
                  </a:cubicBezTo>
                  <a:close/>
                  <a:moveTo>
                    <a:pt x="139688" y="57291"/>
                  </a:moveTo>
                  <a:cubicBezTo>
                    <a:pt x="149271" y="57291"/>
                    <a:pt x="156927" y="59010"/>
                    <a:pt x="162656" y="62447"/>
                  </a:cubicBezTo>
                  <a:cubicBezTo>
                    <a:pt x="168386" y="65885"/>
                    <a:pt x="171250" y="70416"/>
                    <a:pt x="171250" y="76041"/>
                  </a:cubicBezTo>
                  <a:cubicBezTo>
                    <a:pt x="171250" y="81797"/>
                    <a:pt x="168386" y="86354"/>
                    <a:pt x="162656" y="89688"/>
                  </a:cubicBezTo>
                  <a:cubicBezTo>
                    <a:pt x="156927" y="93021"/>
                    <a:pt x="149271" y="94687"/>
                    <a:pt x="139688" y="94687"/>
                  </a:cubicBezTo>
                  <a:cubicBezTo>
                    <a:pt x="134896" y="94687"/>
                    <a:pt x="130573" y="94245"/>
                    <a:pt x="126719" y="93385"/>
                  </a:cubicBezTo>
                  <a:cubicBezTo>
                    <a:pt x="122865" y="92513"/>
                    <a:pt x="119583" y="91276"/>
                    <a:pt x="116875" y="89688"/>
                  </a:cubicBezTo>
                  <a:cubicBezTo>
                    <a:pt x="114096" y="88085"/>
                    <a:pt x="111979" y="86119"/>
                    <a:pt x="110521" y="83802"/>
                  </a:cubicBezTo>
                  <a:cubicBezTo>
                    <a:pt x="109063" y="81471"/>
                    <a:pt x="108333" y="78880"/>
                    <a:pt x="108333" y="76041"/>
                  </a:cubicBezTo>
                  <a:cubicBezTo>
                    <a:pt x="108333" y="73255"/>
                    <a:pt x="109080" y="70703"/>
                    <a:pt x="110573" y="68385"/>
                  </a:cubicBezTo>
                  <a:cubicBezTo>
                    <a:pt x="112065" y="66055"/>
                    <a:pt x="114201" y="64089"/>
                    <a:pt x="116979" y="62500"/>
                  </a:cubicBezTo>
                  <a:cubicBezTo>
                    <a:pt x="119757" y="60833"/>
                    <a:pt x="123055" y="59544"/>
                    <a:pt x="126875" y="58645"/>
                  </a:cubicBezTo>
                  <a:cubicBezTo>
                    <a:pt x="130694" y="57734"/>
                    <a:pt x="134965" y="57291"/>
                    <a:pt x="139688" y="57291"/>
                  </a:cubicBezTo>
                  <a:close/>
                  <a:moveTo>
                    <a:pt x="0" y="47500"/>
                  </a:moveTo>
                  <a:lnTo>
                    <a:pt x="84583" y="47500"/>
                  </a:lnTo>
                  <a:lnTo>
                    <a:pt x="84583" y="54583"/>
                  </a:lnTo>
                  <a:lnTo>
                    <a:pt x="47708" y="54583"/>
                  </a:lnTo>
                  <a:lnTo>
                    <a:pt x="47708" y="74479"/>
                  </a:lnTo>
                  <a:lnTo>
                    <a:pt x="39479" y="74479"/>
                  </a:lnTo>
                  <a:lnTo>
                    <a:pt x="39479" y="54583"/>
                  </a:lnTo>
                  <a:lnTo>
                    <a:pt x="0" y="54583"/>
                  </a:lnTo>
                  <a:close/>
                  <a:moveTo>
                    <a:pt x="306143" y="27708"/>
                  </a:moveTo>
                  <a:lnTo>
                    <a:pt x="306143" y="46771"/>
                  </a:lnTo>
                  <a:lnTo>
                    <a:pt x="351352" y="46771"/>
                  </a:lnTo>
                  <a:lnTo>
                    <a:pt x="351352" y="27708"/>
                  </a:lnTo>
                  <a:close/>
                  <a:moveTo>
                    <a:pt x="42396" y="6562"/>
                  </a:moveTo>
                  <a:cubicBezTo>
                    <a:pt x="35242" y="6562"/>
                    <a:pt x="29513" y="7669"/>
                    <a:pt x="25208" y="9896"/>
                  </a:cubicBezTo>
                  <a:cubicBezTo>
                    <a:pt x="20902" y="12109"/>
                    <a:pt x="18750" y="15377"/>
                    <a:pt x="18750" y="19687"/>
                  </a:cubicBezTo>
                  <a:cubicBezTo>
                    <a:pt x="18750" y="23854"/>
                    <a:pt x="20867" y="26953"/>
                    <a:pt x="25104" y="29010"/>
                  </a:cubicBezTo>
                  <a:cubicBezTo>
                    <a:pt x="29340" y="31055"/>
                    <a:pt x="35104" y="32083"/>
                    <a:pt x="42396" y="32083"/>
                  </a:cubicBezTo>
                  <a:cubicBezTo>
                    <a:pt x="49479" y="32083"/>
                    <a:pt x="55173" y="31055"/>
                    <a:pt x="59479" y="29010"/>
                  </a:cubicBezTo>
                  <a:cubicBezTo>
                    <a:pt x="63784" y="26953"/>
                    <a:pt x="65938" y="23854"/>
                    <a:pt x="65938" y="19687"/>
                  </a:cubicBezTo>
                  <a:cubicBezTo>
                    <a:pt x="65938" y="15442"/>
                    <a:pt x="63767" y="12201"/>
                    <a:pt x="59427" y="9948"/>
                  </a:cubicBezTo>
                  <a:cubicBezTo>
                    <a:pt x="55086" y="7682"/>
                    <a:pt x="49409" y="6562"/>
                    <a:pt x="42396" y="6562"/>
                  </a:cubicBezTo>
                  <a:close/>
                  <a:moveTo>
                    <a:pt x="202292" y="5104"/>
                  </a:moveTo>
                  <a:lnTo>
                    <a:pt x="247396" y="5104"/>
                  </a:lnTo>
                  <a:lnTo>
                    <a:pt x="247396" y="12083"/>
                  </a:lnTo>
                  <a:lnTo>
                    <a:pt x="229271" y="12083"/>
                  </a:lnTo>
                  <a:lnTo>
                    <a:pt x="229271" y="15833"/>
                  </a:lnTo>
                  <a:cubicBezTo>
                    <a:pt x="229271" y="19648"/>
                    <a:pt x="229930" y="23125"/>
                    <a:pt x="231250" y="26250"/>
                  </a:cubicBezTo>
                  <a:cubicBezTo>
                    <a:pt x="232569" y="29375"/>
                    <a:pt x="234340" y="32187"/>
                    <a:pt x="236563" y="34688"/>
                  </a:cubicBezTo>
                  <a:cubicBezTo>
                    <a:pt x="238784" y="37109"/>
                    <a:pt x="241319" y="39218"/>
                    <a:pt x="244167" y="40990"/>
                  </a:cubicBezTo>
                  <a:cubicBezTo>
                    <a:pt x="247013" y="42760"/>
                    <a:pt x="250000" y="44127"/>
                    <a:pt x="253125" y="45104"/>
                  </a:cubicBezTo>
                  <a:lnTo>
                    <a:pt x="247917" y="51146"/>
                  </a:lnTo>
                  <a:cubicBezTo>
                    <a:pt x="246111" y="50377"/>
                    <a:pt x="244132" y="49349"/>
                    <a:pt x="241979" y="48072"/>
                  </a:cubicBezTo>
                  <a:cubicBezTo>
                    <a:pt x="239826" y="46783"/>
                    <a:pt x="237709" y="45312"/>
                    <a:pt x="235625" y="43646"/>
                  </a:cubicBezTo>
                  <a:cubicBezTo>
                    <a:pt x="233542" y="41979"/>
                    <a:pt x="231563" y="40104"/>
                    <a:pt x="229688" y="38021"/>
                  </a:cubicBezTo>
                  <a:cubicBezTo>
                    <a:pt x="227813" y="35938"/>
                    <a:pt x="226250" y="33646"/>
                    <a:pt x="225000" y="31145"/>
                  </a:cubicBezTo>
                  <a:cubicBezTo>
                    <a:pt x="223263" y="35938"/>
                    <a:pt x="220313" y="40325"/>
                    <a:pt x="216146" y="44323"/>
                  </a:cubicBezTo>
                  <a:cubicBezTo>
                    <a:pt x="211979" y="48307"/>
                    <a:pt x="207292" y="51523"/>
                    <a:pt x="202084" y="53958"/>
                  </a:cubicBezTo>
                  <a:lnTo>
                    <a:pt x="195938" y="48437"/>
                  </a:lnTo>
                  <a:cubicBezTo>
                    <a:pt x="199271" y="47109"/>
                    <a:pt x="202430" y="45429"/>
                    <a:pt x="205417" y="43385"/>
                  </a:cubicBezTo>
                  <a:cubicBezTo>
                    <a:pt x="208402" y="41328"/>
                    <a:pt x="211007" y="38919"/>
                    <a:pt x="213229" y="36146"/>
                  </a:cubicBezTo>
                  <a:cubicBezTo>
                    <a:pt x="215451" y="33437"/>
                    <a:pt x="217240" y="30378"/>
                    <a:pt x="218594" y="26979"/>
                  </a:cubicBezTo>
                  <a:cubicBezTo>
                    <a:pt x="219948" y="23568"/>
                    <a:pt x="220625" y="19791"/>
                    <a:pt x="220625" y="15625"/>
                  </a:cubicBezTo>
                  <a:lnTo>
                    <a:pt x="220625" y="12083"/>
                  </a:lnTo>
                  <a:lnTo>
                    <a:pt x="202292" y="12083"/>
                  </a:lnTo>
                  <a:close/>
                  <a:moveTo>
                    <a:pt x="98125" y="5104"/>
                  </a:moveTo>
                  <a:lnTo>
                    <a:pt x="143229" y="5104"/>
                  </a:lnTo>
                  <a:lnTo>
                    <a:pt x="143229" y="12083"/>
                  </a:lnTo>
                  <a:lnTo>
                    <a:pt x="125104" y="12083"/>
                  </a:lnTo>
                  <a:lnTo>
                    <a:pt x="125104" y="15833"/>
                  </a:lnTo>
                  <a:cubicBezTo>
                    <a:pt x="125104" y="19648"/>
                    <a:pt x="125763" y="23125"/>
                    <a:pt x="127083" y="26250"/>
                  </a:cubicBezTo>
                  <a:cubicBezTo>
                    <a:pt x="128402" y="29375"/>
                    <a:pt x="130173" y="32187"/>
                    <a:pt x="132396" y="34688"/>
                  </a:cubicBezTo>
                  <a:cubicBezTo>
                    <a:pt x="134617" y="37109"/>
                    <a:pt x="137152" y="39218"/>
                    <a:pt x="140000" y="40990"/>
                  </a:cubicBezTo>
                  <a:cubicBezTo>
                    <a:pt x="142846" y="42760"/>
                    <a:pt x="145833" y="44127"/>
                    <a:pt x="148958" y="45104"/>
                  </a:cubicBezTo>
                  <a:lnTo>
                    <a:pt x="143750" y="51146"/>
                  </a:lnTo>
                  <a:cubicBezTo>
                    <a:pt x="141944" y="50377"/>
                    <a:pt x="139965" y="49349"/>
                    <a:pt x="137813" y="48072"/>
                  </a:cubicBezTo>
                  <a:cubicBezTo>
                    <a:pt x="135659" y="46783"/>
                    <a:pt x="133542" y="45312"/>
                    <a:pt x="131458" y="43646"/>
                  </a:cubicBezTo>
                  <a:cubicBezTo>
                    <a:pt x="129375" y="41979"/>
                    <a:pt x="127396" y="40104"/>
                    <a:pt x="125521" y="38021"/>
                  </a:cubicBezTo>
                  <a:cubicBezTo>
                    <a:pt x="123646" y="35938"/>
                    <a:pt x="122083" y="33646"/>
                    <a:pt x="120833" y="31145"/>
                  </a:cubicBezTo>
                  <a:cubicBezTo>
                    <a:pt x="119097" y="35938"/>
                    <a:pt x="116146" y="40325"/>
                    <a:pt x="111979" y="44323"/>
                  </a:cubicBezTo>
                  <a:cubicBezTo>
                    <a:pt x="107813" y="48307"/>
                    <a:pt x="103125" y="51523"/>
                    <a:pt x="97917" y="53958"/>
                  </a:cubicBezTo>
                  <a:lnTo>
                    <a:pt x="91771" y="48437"/>
                  </a:lnTo>
                  <a:cubicBezTo>
                    <a:pt x="95104" y="47109"/>
                    <a:pt x="98263" y="45429"/>
                    <a:pt x="101250" y="43385"/>
                  </a:cubicBezTo>
                  <a:cubicBezTo>
                    <a:pt x="104236" y="41328"/>
                    <a:pt x="106840" y="38919"/>
                    <a:pt x="109063" y="36146"/>
                  </a:cubicBezTo>
                  <a:cubicBezTo>
                    <a:pt x="111284" y="33437"/>
                    <a:pt x="113073" y="30378"/>
                    <a:pt x="114427" y="26979"/>
                  </a:cubicBezTo>
                  <a:cubicBezTo>
                    <a:pt x="115781" y="23568"/>
                    <a:pt x="116458" y="19791"/>
                    <a:pt x="116458" y="15625"/>
                  </a:cubicBezTo>
                  <a:lnTo>
                    <a:pt x="116458" y="12083"/>
                  </a:lnTo>
                  <a:lnTo>
                    <a:pt x="98125" y="12083"/>
                  </a:lnTo>
                  <a:close/>
                  <a:moveTo>
                    <a:pt x="581560" y="4791"/>
                  </a:moveTo>
                  <a:lnTo>
                    <a:pt x="612498" y="4791"/>
                  </a:lnTo>
                  <a:lnTo>
                    <a:pt x="612498" y="11771"/>
                  </a:lnTo>
                  <a:lnTo>
                    <a:pt x="587394" y="11771"/>
                  </a:lnTo>
                  <a:lnTo>
                    <a:pt x="587394" y="23646"/>
                  </a:lnTo>
                  <a:lnTo>
                    <a:pt x="610310" y="23646"/>
                  </a:lnTo>
                  <a:lnTo>
                    <a:pt x="610310" y="30104"/>
                  </a:lnTo>
                  <a:lnTo>
                    <a:pt x="587394" y="30104"/>
                  </a:lnTo>
                  <a:lnTo>
                    <a:pt x="587394" y="42916"/>
                  </a:lnTo>
                  <a:lnTo>
                    <a:pt x="592289" y="42916"/>
                  </a:lnTo>
                  <a:cubicBezTo>
                    <a:pt x="593813" y="42916"/>
                    <a:pt x="595792" y="42877"/>
                    <a:pt x="598227" y="42812"/>
                  </a:cubicBezTo>
                  <a:cubicBezTo>
                    <a:pt x="600662" y="42734"/>
                    <a:pt x="603188" y="42604"/>
                    <a:pt x="605831" y="42396"/>
                  </a:cubicBezTo>
                  <a:cubicBezTo>
                    <a:pt x="608396" y="42253"/>
                    <a:pt x="610844" y="42057"/>
                    <a:pt x="613175" y="41823"/>
                  </a:cubicBezTo>
                  <a:cubicBezTo>
                    <a:pt x="615506" y="41575"/>
                    <a:pt x="617355" y="41315"/>
                    <a:pt x="618748" y="41041"/>
                  </a:cubicBezTo>
                  <a:lnTo>
                    <a:pt x="618748" y="47917"/>
                  </a:lnTo>
                  <a:cubicBezTo>
                    <a:pt x="617914" y="48125"/>
                    <a:pt x="616404" y="48346"/>
                    <a:pt x="614217" y="48594"/>
                  </a:cubicBezTo>
                  <a:cubicBezTo>
                    <a:pt x="612029" y="48828"/>
                    <a:pt x="609542" y="49063"/>
                    <a:pt x="606769" y="49271"/>
                  </a:cubicBezTo>
                  <a:cubicBezTo>
                    <a:pt x="603995" y="49479"/>
                    <a:pt x="601105" y="49648"/>
                    <a:pt x="598123" y="49791"/>
                  </a:cubicBezTo>
                  <a:cubicBezTo>
                    <a:pt x="595141" y="49922"/>
                    <a:pt x="592433" y="50000"/>
                    <a:pt x="589998" y="50000"/>
                  </a:cubicBezTo>
                  <a:lnTo>
                    <a:pt x="581560" y="50000"/>
                  </a:lnTo>
                  <a:cubicBezTo>
                    <a:pt x="580727" y="50000"/>
                    <a:pt x="580154" y="49844"/>
                    <a:pt x="579841" y="49531"/>
                  </a:cubicBezTo>
                  <a:cubicBezTo>
                    <a:pt x="579529" y="49218"/>
                    <a:pt x="579373" y="48645"/>
                    <a:pt x="579373" y="47812"/>
                  </a:cubicBezTo>
                  <a:lnTo>
                    <a:pt x="579373" y="6979"/>
                  </a:lnTo>
                  <a:cubicBezTo>
                    <a:pt x="579373" y="6146"/>
                    <a:pt x="579529" y="5573"/>
                    <a:pt x="579841" y="5260"/>
                  </a:cubicBezTo>
                  <a:cubicBezTo>
                    <a:pt x="580154" y="4948"/>
                    <a:pt x="580727" y="4791"/>
                    <a:pt x="581560" y="4791"/>
                  </a:cubicBezTo>
                  <a:close/>
                  <a:moveTo>
                    <a:pt x="402081" y="4583"/>
                  </a:moveTo>
                  <a:lnTo>
                    <a:pt x="410623" y="4583"/>
                  </a:lnTo>
                  <a:lnTo>
                    <a:pt x="410623" y="22708"/>
                  </a:lnTo>
                  <a:cubicBezTo>
                    <a:pt x="410623" y="32500"/>
                    <a:pt x="412654" y="40859"/>
                    <a:pt x="416716" y="47812"/>
                  </a:cubicBezTo>
                  <a:cubicBezTo>
                    <a:pt x="420779" y="54752"/>
                    <a:pt x="427185" y="60964"/>
                    <a:pt x="435935" y="66458"/>
                  </a:cubicBezTo>
                  <a:lnTo>
                    <a:pt x="429893" y="72396"/>
                  </a:lnTo>
                  <a:cubicBezTo>
                    <a:pt x="424959" y="69062"/>
                    <a:pt x="420349" y="64974"/>
                    <a:pt x="416039" y="60156"/>
                  </a:cubicBezTo>
                  <a:cubicBezTo>
                    <a:pt x="411729" y="55325"/>
                    <a:pt x="408435" y="49818"/>
                    <a:pt x="406143" y="43646"/>
                  </a:cubicBezTo>
                  <a:cubicBezTo>
                    <a:pt x="404269" y="50104"/>
                    <a:pt x="401104" y="55963"/>
                    <a:pt x="396664" y="61250"/>
                  </a:cubicBezTo>
                  <a:cubicBezTo>
                    <a:pt x="392224" y="66524"/>
                    <a:pt x="387498" y="71042"/>
                    <a:pt x="382498" y="74791"/>
                  </a:cubicBezTo>
                  <a:lnTo>
                    <a:pt x="375623" y="69271"/>
                  </a:lnTo>
                  <a:cubicBezTo>
                    <a:pt x="384164" y="64062"/>
                    <a:pt x="390714" y="57317"/>
                    <a:pt x="395258" y="49063"/>
                  </a:cubicBezTo>
                  <a:cubicBezTo>
                    <a:pt x="399802" y="40794"/>
                    <a:pt x="402081" y="31667"/>
                    <a:pt x="402081" y="21667"/>
                  </a:cubicBezTo>
                  <a:close/>
                  <a:moveTo>
                    <a:pt x="297917" y="4583"/>
                  </a:moveTo>
                  <a:lnTo>
                    <a:pt x="306143" y="4583"/>
                  </a:lnTo>
                  <a:lnTo>
                    <a:pt x="306143" y="20729"/>
                  </a:lnTo>
                  <a:lnTo>
                    <a:pt x="351352" y="20729"/>
                  </a:lnTo>
                  <a:lnTo>
                    <a:pt x="351352" y="4583"/>
                  </a:lnTo>
                  <a:lnTo>
                    <a:pt x="359581" y="4583"/>
                  </a:lnTo>
                  <a:lnTo>
                    <a:pt x="359581" y="51770"/>
                  </a:lnTo>
                  <a:cubicBezTo>
                    <a:pt x="359581" y="52604"/>
                    <a:pt x="359425" y="53177"/>
                    <a:pt x="359112" y="53489"/>
                  </a:cubicBezTo>
                  <a:cubicBezTo>
                    <a:pt x="358800" y="53802"/>
                    <a:pt x="358227" y="53958"/>
                    <a:pt x="357393" y="53958"/>
                  </a:cubicBezTo>
                  <a:lnTo>
                    <a:pt x="332914" y="53958"/>
                  </a:lnTo>
                  <a:lnTo>
                    <a:pt x="332914" y="74375"/>
                  </a:lnTo>
                  <a:lnTo>
                    <a:pt x="371143" y="74375"/>
                  </a:lnTo>
                  <a:lnTo>
                    <a:pt x="371143" y="81562"/>
                  </a:lnTo>
                  <a:lnTo>
                    <a:pt x="286354" y="81562"/>
                  </a:lnTo>
                  <a:lnTo>
                    <a:pt x="286354" y="74375"/>
                  </a:lnTo>
                  <a:lnTo>
                    <a:pt x="324373" y="74375"/>
                  </a:lnTo>
                  <a:lnTo>
                    <a:pt x="324373" y="53958"/>
                  </a:lnTo>
                  <a:lnTo>
                    <a:pt x="300104" y="53958"/>
                  </a:lnTo>
                  <a:cubicBezTo>
                    <a:pt x="299271" y="53958"/>
                    <a:pt x="298698" y="53802"/>
                    <a:pt x="298386" y="53489"/>
                  </a:cubicBezTo>
                  <a:cubicBezTo>
                    <a:pt x="298073" y="53177"/>
                    <a:pt x="297917" y="52604"/>
                    <a:pt x="297917" y="51770"/>
                  </a:cubicBezTo>
                  <a:close/>
                  <a:moveTo>
                    <a:pt x="506664" y="4479"/>
                  </a:moveTo>
                  <a:lnTo>
                    <a:pt x="515519" y="4479"/>
                  </a:lnTo>
                  <a:lnTo>
                    <a:pt x="515519" y="12395"/>
                  </a:lnTo>
                  <a:cubicBezTo>
                    <a:pt x="515519" y="16354"/>
                    <a:pt x="516469" y="20221"/>
                    <a:pt x="518383" y="24010"/>
                  </a:cubicBezTo>
                  <a:cubicBezTo>
                    <a:pt x="520297" y="27786"/>
                    <a:pt x="522849" y="31315"/>
                    <a:pt x="526039" y="34583"/>
                  </a:cubicBezTo>
                  <a:cubicBezTo>
                    <a:pt x="529230" y="37773"/>
                    <a:pt x="532875" y="40599"/>
                    <a:pt x="536977" y="43073"/>
                  </a:cubicBezTo>
                  <a:cubicBezTo>
                    <a:pt x="541078" y="45534"/>
                    <a:pt x="545310" y="47421"/>
                    <a:pt x="549685" y="48749"/>
                  </a:cubicBezTo>
                  <a:lnTo>
                    <a:pt x="543852" y="54896"/>
                  </a:lnTo>
                  <a:cubicBezTo>
                    <a:pt x="540792" y="53854"/>
                    <a:pt x="537615" y="52408"/>
                    <a:pt x="534321" y="50573"/>
                  </a:cubicBezTo>
                  <a:cubicBezTo>
                    <a:pt x="531026" y="48724"/>
                    <a:pt x="527875" y="46562"/>
                    <a:pt x="524894" y="44062"/>
                  </a:cubicBezTo>
                  <a:cubicBezTo>
                    <a:pt x="521912" y="41627"/>
                    <a:pt x="519203" y="38932"/>
                    <a:pt x="516769" y="35989"/>
                  </a:cubicBezTo>
                  <a:cubicBezTo>
                    <a:pt x="514334" y="33034"/>
                    <a:pt x="512498" y="29895"/>
                    <a:pt x="511248" y="26562"/>
                  </a:cubicBezTo>
                  <a:cubicBezTo>
                    <a:pt x="509854" y="29817"/>
                    <a:pt x="507979" y="32916"/>
                    <a:pt x="505623" y="35833"/>
                  </a:cubicBezTo>
                  <a:cubicBezTo>
                    <a:pt x="503266" y="38749"/>
                    <a:pt x="500584" y="41419"/>
                    <a:pt x="497602" y="43854"/>
                  </a:cubicBezTo>
                  <a:cubicBezTo>
                    <a:pt x="494620" y="46275"/>
                    <a:pt x="491469" y="48451"/>
                    <a:pt x="488175" y="50364"/>
                  </a:cubicBezTo>
                  <a:cubicBezTo>
                    <a:pt x="484880" y="52265"/>
                    <a:pt x="481664" y="53815"/>
                    <a:pt x="478539" y="55000"/>
                  </a:cubicBezTo>
                  <a:lnTo>
                    <a:pt x="472289" y="48645"/>
                  </a:lnTo>
                  <a:cubicBezTo>
                    <a:pt x="476456" y="47395"/>
                    <a:pt x="480610" y="45598"/>
                    <a:pt x="484737" y="43281"/>
                  </a:cubicBezTo>
                  <a:cubicBezTo>
                    <a:pt x="488878" y="40950"/>
                    <a:pt x="492537" y="38229"/>
                    <a:pt x="495727" y="35104"/>
                  </a:cubicBezTo>
                  <a:cubicBezTo>
                    <a:pt x="498995" y="31979"/>
                    <a:pt x="501625" y="28489"/>
                    <a:pt x="503644" y="24635"/>
                  </a:cubicBezTo>
                  <a:cubicBezTo>
                    <a:pt x="505662" y="20781"/>
                    <a:pt x="506664" y="16692"/>
                    <a:pt x="506664" y="12395"/>
                  </a:cubicBezTo>
                  <a:close/>
                  <a:moveTo>
                    <a:pt x="625310" y="2499"/>
                  </a:moveTo>
                  <a:lnTo>
                    <a:pt x="633435" y="2499"/>
                  </a:lnTo>
                  <a:lnTo>
                    <a:pt x="633435" y="54166"/>
                  </a:lnTo>
                  <a:lnTo>
                    <a:pt x="625310" y="54166"/>
                  </a:lnTo>
                  <a:lnTo>
                    <a:pt x="625310" y="28646"/>
                  </a:lnTo>
                  <a:lnTo>
                    <a:pt x="613852" y="28646"/>
                  </a:lnTo>
                  <a:lnTo>
                    <a:pt x="613852" y="21458"/>
                  </a:lnTo>
                  <a:lnTo>
                    <a:pt x="625310" y="21458"/>
                  </a:lnTo>
                  <a:close/>
                  <a:moveTo>
                    <a:pt x="643227" y="833"/>
                  </a:moveTo>
                  <a:lnTo>
                    <a:pt x="651248" y="833"/>
                  </a:lnTo>
                  <a:lnTo>
                    <a:pt x="651248" y="54166"/>
                  </a:lnTo>
                  <a:lnTo>
                    <a:pt x="643227" y="54166"/>
                  </a:lnTo>
                  <a:close/>
                  <a:moveTo>
                    <a:pt x="446560" y="833"/>
                  </a:moveTo>
                  <a:lnTo>
                    <a:pt x="454894" y="833"/>
                  </a:lnTo>
                  <a:lnTo>
                    <a:pt x="454894" y="93125"/>
                  </a:lnTo>
                  <a:lnTo>
                    <a:pt x="446560" y="93125"/>
                  </a:lnTo>
                  <a:close/>
                  <a:moveTo>
                    <a:pt x="265625" y="833"/>
                  </a:moveTo>
                  <a:lnTo>
                    <a:pt x="273750" y="833"/>
                  </a:lnTo>
                  <a:lnTo>
                    <a:pt x="273750" y="56771"/>
                  </a:lnTo>
                  <a:lnTo>
                    <a:pt x="265625" y="56771"/>
                  </a:lnTo>
                  <a:lnTo>
                    <a:pt x="265625" y="28750"/>
                  </a:lnTo>
                  <a:lnTo>
                    <a:pt x="246458" y="28750"/>
                  </a:lnTo>
                  <a:lnTo>
                    <a:pt x="246458" y="21875"/>
                  </a:lnTo>
                  <a:lnTo>
                    <a:pt x="265625" y="21875"/>
                  </a:lnTo>
                  <a:close/>
                  <a:moveTo>
                    <a:pt x="161458" y="833"/>
                  </a:moveTo>
                  <a:lnTo>
                    <a:pt x="169583" y="833"/>
                  </a:lnTo>
                  <a:lnTo>
                    <a:pt x="169583" y="56771"/>
                  </a:lnTo>
                  <a:lnTo>
                    <a:pt x="161458" y="56771"/>
                  </a:lnTo>
                  <a:lnTo>
                    <a:pt x="161458" y="28750"/>
                  </a:lnTo>
                  <a:lnTo>
                    <a:pt x="142292" y="28750"/>
                  </a:lnTo>
                  <a:lnTo>
                    <a:pt x="142292" y="21875"/>
                  </a:lnTo>
                  <a:lnTo>
                    <a:pt x="161458" y="21875"/>
                  </a:lnTo>
                  <a:close/>
                  <a:moveTo>
                    <a:pt x="42396" y="0"/>
                  </a:moveTo>
                  <a:cubicBezTo>
                    <a:pt x="53021" y="0"/>
                    <a:pt x="61076" y="1822"/>
                    <a:pt x="66563" y="5469"/>
                  </a:cubicBezTo>
                  <a:cubicBezTo>
                    <a:pt x="72048" y="9115"/>
                    <a:pt x="74792" y="13854"/>
                    <a:pt x="74792" y="19687"/>
                  </a:cubicBezTo>
                  <a:cubicBezTo>
                    <a:pt x="74792" y="25520"/>
                    <a:pt x="72065" y="30156"/>
                    <a:pt x="66615" y="33593"/>
                  </a:cubicBezTo>
                  <a:cubicBezTo>
                    <a:pt x="61163" y="37031"/>
                    <a:pt x="53090" y="38749"/>
                    <a:pt x="42396" y="38749"/>
                  </a:cubicBezTo>
                  <a:cubicBezTo>
                    <a:pt x="31771" y="38749"/>
                    <a:pt x="23698" y="37031"/>
                    <a:pt x="18177" y="33593"/>
                  </a:cubicBezTo>
                  <a:cubicBezTo>
                    <a:pt x="12656" y="30156"/>
                    <a:pt x="9896" y="25520"/>
                    <a:pt x="9896" y="19687"/>
                  </a:cubicBezTo>
                  <a:cubicBezTo>
                    <a:pt x="9896" y="13854"/>
                    <a:pt x="12656" y="9115"/>
                    <a:pt x="18177" y="5469"/>
                  </a:cubicBezTo>
                  <a:cubicBezTo>
                    <a:pt x="23698" y="1822"/>
                    <a:pt x="31771" y="0"/>
                    <a:pt x="4239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99" name="TextBox 798">
              <a:extLst>
                <a:ext uri="{FF2B5EF4-FFF2-40B4-BE49-F238E27FC236}">
                  <a16:creationId xmlns:a16="http://schemas.microsoft.com/office/drawing/2014/main" id="{265047E0-439A-457C-A1DD-0F09AC092C42}"/>
                </a:ext>
              </a:extLst>
            </p:cNvPr>
            <p:cNvSpPr txBox="1"/>
            <p:nvPr/>
          </p:nvSpPr>
          <p:spPr>
            <a:xfrm>
              <a:off x="1436429" y="8042000"/>
              <a:ext cx="82090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운정정보시스템</a:t>
              </a:r>
            </a:p>
          </p:txBody>
        </p:sp>
        <p:sp>
          <p:nvSpPr>
            <p:cNvPr id="800" name="자유형: 도형 799">
              <a:extLst>
                <a:ext uri="{FF2B5EF4-FFF2-40B4-BE49-F238E27FC236}">
                  <a16:creationId xmlns:a16="http://schemas.microsoft.com/office/drawing/2014/main" id="{2D71FF4F-799A-41D8-B879-D0DA5F4BBC63}"/>
                </a:ext>
              </a:extLst>
            </p:cNvPr>
            <p:cNvSpPr/>
            <p:nvPr/>
          </p:nvSpPr>
          <p:spPr>
            <a:xfrm>
              <a:off x="2195705" y="8105493"/>
              <a:ext cx="384375" cy="99999"/>
            </a:xfrm>
            <a:custGeom>
              <a:avLst/>
              <a:gdLst>
                <a:gd name="connsiteX0" fmla="*/ 288750 w 384375"/>
                <a:gd name="connsiteY0" fmla="*/ 16563 h 99999"/>
                <a:gd name="connsiteX1" fmla="*/ 285313 w 384375"/>
                <a:gd name="connsiteY1" fmla="*/ 27292 h 99999"/>
                <a:gd name="connsiteX2" fmla="*/ 273959 w 384375"/>
                <a:gd name="connsiteY2" fmla="*/ 59063 h 99999"/>
                <a:gd name="connsiteX3" fmla="*/ 303542 w 384375"/>
                <a:gd name="connsiteY3" fmla="*/ 59063 h 99999"/>
                <a:gd name="connsiteX4" fmla="*/ 292188 w 384375"/>
                <a:gd name="connsiteY4" fmla="*/ 27292 h 99999"/>
                <a:gd name="connsiteX5" fmla="*/ 50937 w 384375"/>
                <a:gd name="connsiteY5" fmla="*/ 16355 h 99999"/>
                <a:gd name="connsiteX6" fmla="*/ 50937 w 384375"/>
                <a:gd name="connsiteY6" fmla="*/ 46667 h 99999"/>
                <a:gd name="connsiteX7" fmla="*/ 65938 w 384375"/>
                <a:gd name="connsiteY7" fmla="*/ 46667 h 99999"/>
                <a:gd name="connsiteX8" fmla="*/ 79583 w 384375"/>
                <a:gd name="connsiteY8" fmla="*/ 43178 h 99999"/>
                <a:gd name="connsiteX9" fmla="*/ 84583 w 384375"/>
                <a:gd name="connsiteY9" fmla="*/ 31563 h 99999"/>
                <a:gd name="connsiteX10" fmla="*/ 79583 w 384375"/>
                <a:gd name="connsiteY10" fmla="*/ 19948 h 99999"/>
                <a:gd name="connsiteX11" fmla="*/ 65938 w 384375"/>
                <a:gd name="connsiteY11" fmla="*/ 16355 h 99999"/>
                <a:gd name="connsiteX12" fmla="*/ 285521 w 384375"/>
                <a:gd name="connsiteY12" fmla="*/ 9167 h 99999"/>
                <a:gd name="connsiteX13" fmla="*/ 291875 w 384375"/>
                <a:gd name="connsiteY13" fmla="*/ 9167 h 99999"/>
                <a:gd name="connsiteX14" fmla="*/ 293073 w 384375"/>
                <a:gd name="connsiteY14" fmla="*/ 9427 h 99999"/>
                <a:gd name="connsiteX15" fmla="*/ 293750 w 384375"/>
                <a:gd name="connsiteY15" fmla="*/ 10208 h 99999"/>
                <a:gd name="connsiteX16" fmla="*/ 322188 w 384375"/>
                <a:gd name="connsiteY16" fmla="*/ 86979 h 99999"/>
                <a:gd name="connsiteX17" fmla="*/ 313646 w 384375"/>
                <a:gd name="connsiteY17" fmla="*/ 86979 h 99999"/>
                <a:gd name="connsiteX18" fmla="*/ 306146 w 384375"/>
                <a:gd name="connsiteY18" fmla="*/ 66250 h 99999"/>
                <a:gd name="connsiteX19" fmla="*/ 271354 w 384375"/>
                <a:gd name="connsiteY19" fmla="*/ 66250 h 99999"/>
                <a:gd name="connsiteX20" fmla="*/ 263854 w 384375"/>
                <a:gd name="connsiteY20" fmla="*/ 86979 h 99999"/>
                <a:gd name="connsiteX21" fmla="*/ 255313 w 384375"/>
                <a:gd name="connsiteY21" fmla="*/ 86979 h 99999"/>
                <a:gd name="connsiteX22" fmla="*/ 283750 w 384375"/>
                <a:gd name="connsiteY22" fmla="*/ 10208 h 99999"/>
                <a:gd name="connsiteX23" fmla="*/ 284323 w 384375"/>
                <a:gd name="connsiteY23" fmla="*/ 9427 h 99999"/>
                <a:gd name="connsiteX24" fmla="*/ 285521 w 384375"/>
                <a:gd name="connsiteY24" fmla="*/ 9167 h 99999"/>
                <a:gd name="connsiteX25" fmla="*/ 190208 w 384375"/>
                <a:gd name="connsiteY25" fmla="*/ 9167 h 99999"/>
                <a:gd name="connsiteX26" fmla="*/ 245729 w 384375"/>
                <a:gd name="connsiteY26" fmla="*/ 9167 h 99999"/>
                <a:gd name="connsiteX27" fmla="*/ 245729 w 384375"/>
                <a:gd name="connsiteY27" fmla="*/ 16355 h 99999"/>
                <a:gd name="connsiteX28" fmla="*/ 222292 w 384375"/>
                <a:gd name="connsiteY28" fmla="*/ 16355 h 99999"/>
                <a:gd name="connsiteX29" fmla="*/ 222292 w 384375"/>
                <a:gd name="connsiteY29" fmla="*/ 86979 h 99999"/>
                <a:gd name="connsiteX30" fmla="*/ 214063 w 384375"/>
                <a:gd name="connsiteY30" fmla="*/ 86979 h 99999"/>
                <a:gd name="connsiteX31" fmla="*/ 214063 w 384375"/>
                <a:gd name="connsiteY31" fmla="*/ 16355 h 99999"/>
                <a:gd name="connsiteX32" fmla="*/ 190208 w 384375"/>
                <a:gd name="connsiteY32" fmla="*/ 16355 h 99999"/>
                <a:gd name="connsiteX33" fmla="*/ 44792 w 384375"/>
                <a:gd name="connsiteY33" fmla="*/ 9167 h 99999"/>
                <a:gd name="connsiteX34" fmla="*/ 67396 w 384375"/>
                <a:gd name="connsiteY34" fmla="*/ 9167 h 99999"/>
                <a:gd name="connsiteX35" fmla="*/ 77500 w 384375"/>
                <a:gd name="connsiteY35" fmla="*/ 10573 h 99999"/>
                <a:gd name="connsiteX36" fmla="*/ 85625 w 384375"/>
                <a:gd name="connsiteY36" fmla="*/ 14687 h 99999"/>
                <a:gd name="connsiteX37" fmla="*/ 91042 w 384375"/>
                <a:gd name="connsiteY37" fmla="*/ 21719 h 99999"/>
                <a:gd name="connsiteX38" fmla="*/ 93021 w 384375"/>
                <a:gd name="connsiteY38" fmla="*/ 31563 h 99999"/>
                <a:gd name="connsiteX39" fmla="*/ 91042 w 384375"/>
                <a:gd name="connsiteY39" fmla="*/ 41510 h 99999"/>
                <a:gd name="connsiteX40" fmla="*/ 85625 w 384375"/>
                <a:gd name="connsiteY40" fmla="*/ 48542 h 99999"/>
                <a:gd name="connsiteX41" fmla="*/ 77500 w 384375"/>
                <a:gd name="connsiteY41" fmla="*/ 52605 h 99999"/>
                <a:gd name="connsiteX42" fmla="*/ 67396 w 384375"/>
                <a:gd name="connsiteY42" fmla="*/ 53959 h 99999"/>
                <a:gd name="connsiteX43" fmla="*/ 51042 w 384375"/>
                <a:gd name="connsiteY43" fmla="*/ 53959 h 99999"/>
                <a:gd name="connsiteX44" fmla="*/ 51042 w 384375"/>
                <a:gd name="connsiteY44" fmla="*/ 86979 h 99999"/>
                <a:gd name="connsiteX45" fmla="*/ 42917 w 384375"/>
                <a:gd name="connsiteY45" fmla="*/ 86979 h 99999"/>
                <a:gd name="connsiteX46" fmla="*/ 42917 w 384375"/>
                <a:gd name="connsiteY46" fmla="*/ 11146 h 99999"/>
                <a:gd name="connsiteX47" fmla="*/ 43281 w 384375"/>
                <a:gd name="connsiteY47" fmla="*/ 9635 h 99999"/>
                <a:gd name="connsiteX48" fmla="*/ 44792 w 384375"/>
                <a:gd name="connsiteY48" fmla="*/ 9167 h 99999"/>
                <a:gd name="connsiteX49" fmla="*/ 108646 w 384375"/>
                <a:gd name="connsiteY49" fmla="*/ 8854 h 99999"/>
                <a:gd name="connsiteX50" fmla="*/ 116875 w 384375"/>
                <a:gd name="connsiteY50" fmla="*/ 8854 h 99999"/>
                <a:gd name="connsiteX51" fmla="*/ 116875 w 384375"/>
                <a:gd name="connsiteY51" fmla="*/ 86979 h 99999"/>
                <a:gd name="connsiteX52" fmla="*/ 108646 w 384375"/>
                <a:gd name="connsiteY52" fmla="*/ 86979 h 99999"/>
                <a:gd name="connsiteX53" fmla="*/ 357604 w 384375"/>
                <a:gd name="connsiteY53" fmla="*/ 7500 h 99999"/>
                <a:gd name="connsiteX54" fmla="*/ 367396 w 384375"/>
                <a:gd name="connsiteY54" fmla="*/ 8854 h 99999"/>
                <a:gd name="connsiteX55" fmla="*/ 375729 w 384375"/>
                <a:gd name="connsiteY55" fmla="*/ 12917 h 99999"/>
                <a:gd name="connsiteX56" fmla="*/ 381667 w 384375"/>
                <a:gd name="connsiteY56" fmla="*/ 19688 h 99999"/>
                <a:gd name="connsiteX57" fmla="*/ 384375 w 384375"/>
                <a:gd name="connsiteY57" fmla="*/ 29062 h 99999"/>
                <a:gd name="connsiteX58" fmla="*/ 375938 w 384375"/>
                <a:gd name="connsiteY58" fmla="*/ 29062 h 99999"/>
                <a:gd name="connsiteX59" fmla="*/ 373646 w 384375"/>
                <a:gd name="connsiteY59" fmla="*/ 22604 h 99999"/>
                <a:gd name="connsiteX60" fmla="*/ 369375 w 384375"/>
                <a:gd name="connsiteY60" fmla="*/ 18229 h 99999"/>
                <a:gd name="connsiteX61" fmla="*/ 363802 w 384375"/>
                <a:gd name="connsiteY61" fmla="*/ 15625 h 99999"/>
                <a:gd name="connsiteX62" fmla="*/ 357604 w 384375"/>
                <a:gd name="connsiteY62" fmla="*/ 14791 h 99999"/>
                <a:gd name="connsiteX63" fmla="*/ 346667 w 384375"/>
                <a:gd name="connsiteY63" fmla="*/ 17552 h 99999"/>
                <a:gd name="connsiteX64" fmla="*/ 339375 w 384375"/>
                <a:gd name="connsiteY64" fmla="*/ 24896 h 99999"/>
                <a:gd name="connsiteX65" fmla="*/ 335313 w 384375"/>
                <a:gd name="connsiteY65" fmla="*/ 35521 h 99999"/>
                <a:gd name="connsiteX66" fmla="*/ 334063 w 384375"/>
                <a:gd name="connsiteY66" fmla="*/ 48126 h 99999"/>
                <a:gd name="connsiteX67" fmla="*/ 340209 w 384375"/>
                <a:gd name="connsiteY67" fmla="*/ 72500 h 99999"/>
                <a:gd name="connsiteX68" fmla="*/ 360729 w 384375"/>
                <a:gd name="connsiteY68" fmla="*/ 81354 h 99999"/>
                <a:gd name="connsiteX69" fmla="*/ 369375 w 384375"/>
                <a:gd name="connsiteY69" fmla="*/ 80625 h 99999"/>
                <a:gd name="connsiteX70" fmla="*/ 375521 w 384375"/>
                <a:gd name="connsiteY70" fmla="*/ 78437 h 99999"/>
                <a:gd name="connsiteX71" fmla="*/ 376094 w 384375"/>
                <a:gd name="connsiteY71" fmla="*/ 77917 h 99999"/>
                <a:gd name="connsiteX72" fmla="*/ 376354 w 384375"/>
                <a:gd name="connsiteY72" fmla="*/ 76875 h 99999"/>
                <a:gd name="connsiteX73" fmla="*/ 376354 w 384375"/>
                <a:gd name="connsiteY73" fmla="*/ 54063 h 99999"/>
                <a:gd name="connsiteX74" fmla="*/ 359167 w 384375"/>
                <a:gd name="connsiteY74" fmla="*/ 54063 h 99999"/>
                <a:gd name="connsiteX75" fmla="*/ 359167 w 384375"/>
                <a:gd name="connsiteY75" fmla="*/ 46875 h 99999"/>
                <a:gd name="connsiteX76" fmla="*/ 382396 w 384375"/>
                <a:gd name="connsiteY76" fmla="*/ 46875 h 99999"/>
                <a:gd name="connsiteX77" fmla="*/ 383906 w 384375"/>
                <a:gd name="connsiteY77" fmla="*/ 47344 h 99999"/>
                <a:gd name="connsiteX78" fmla="*/ 384375 w 384375"/>
                <a:gd name="connsiteY78" fmla="*/ 48854 h 99999"/>
                <a:gd name="connsiteX79" fmla="*/ 384375 w 384375"/>
                <a:gd name="connsiteY79" fmla="*/ 80001 h 99999"/>
                <a:gd name="connsiteX80" fmla="*/ 384063 w 384375"/>
                <a:gd name="connsiteY80" fmla="*/ 81927 h 99999"/>
                <a:gd name="connsiteX81" fmla="*/ 383021 w 384375"/>
                <a:gd name="connsiteY81" fmla="*/ 83021 h 99999"/>
                <a:gd name="connsiteX82" fmla="*/ 372240 w 384375"/>
                <a:gd name="connsiteY82" fmla="*/ 87396 h 99999"/>
                <a:gd name="connsiteX83" fmla="*/ 359584 w 384375"/>
                <a:gd name="connsiteY83" fmla="*/ 88646 h 99999"/>
                <a:gd name="connsiteX84" fmla="*/ 344740 w 384375"/>
                <a:gd name="connsiteY84" fmla="*/ 85834 h 99999"/>
                <a:gd name="connsiteX85" fmla="*/ 334063 w 384375"/>
                <a:gd name="connsiteY85" fmla="*/ 77709 h 99999"/>
                <a:gd name="connsiteX86" fmla="*/ 327500 w 384375"/>
                <a:gd name="connsiteY86" fmla="*/ 65000 h 99999"/>
                <a:gd name="connsiteX87" fmla="*/ 325313 w 384375"/>
                <a:gd name="connsiteY87" fmla="*/ 48126 h 99999"/>
                <a:gd name="connsiteX88" fmla="*/ 327240 w 384375"/>
                <a:gd name="connsiteY88" fmla="*/ 32396 h 99999"/>
                <a:gd name="connsiteX89" fmla="*/ 333229 w 384375"/>
                <a:gd name="connsiteY89" fmla="*/ 19480 h 99999"/>
                <a:gd name="connsiteX90" fmla="*/ 343282 w 384375"/>
                <a:gd name="connsiteY90" fmla="*/ 10730 h 99999"/>
                <a:gd name="connsiteX91" fmla="*/ 357604 w 384375"/>
                <a:gd name="connsiteY91" fmla="*/ 7500 h 99999"/>
                <a:gd name="connsiteX92" fmla="*/ 123958 w 384375"/>
                <a:gd name="connsiteY92" fmla="*/ 0 h 99999"/>
                <a:gd name="connsiteX93" fmla="*/ 130209 w 384375"/>
                <a:gd name="connsiteY93" fmla="*/ 0 h 99999"/>
                <a:gd name="connsiteX94" fmla="*/ 139011 w 384375"/>
                <a:gd name="connsiteY94" fmla="*/ 11250 h 99999"/>
                <a:gd name="connsiteX95" fmla="*/ 145729 w 384375"/>
                <a:gd name="connsiteY95" fmla="*/ 23750 h 99999"/>
                <a:gd name="connsiteX96" fmla="*/ 149896 w 384375"/>
                <a:gd name="connsiteY96" fmla="*/ 36980 h 99999"/>
                <a:gd name="connsiteX97" fmla="*/ 151354 w 384375"/>
                <a:gd name="connsiteY97" fmla="*/ 50000 h 99999"/>
                <a:gd name="connsiteX98" fmla="*/ 149896 w 384375"/>
                <a:gd name="connsiteY98" fmla="*/ 63125 h 99999"/>
                <a:gd name="connsiteX99" fmla="*/ 145729 w 384375"/>
                <a:gd name="connsiteY99" fmla="*/ 76250 h 99999"/>
                <a:gd name="connsiteX100" fmla="*/ 139011 w 384375"/>
                <a:gd name="connsiteY100" fmla="*/ 88855 h 99999"/>
                <a:gd name="connsiteX101" fmla="*/ 130209 w 384375"/>
                <a:gd name="connsiteY101" fmla="*/ 100000 h 99999"/>
                <a:gd name="connsiteX102" fmla="*/ 123958 w 384375"/>
                <a:gd name="connsiteY102" fmla="*/ 100000 h 99999"/>
                <a:gd name="connsiteX103" fmla="*/ 137604 w 384375"/>
                <a:gd name="connsiteY103" fmla="*/ 75053 h 99999"/>
                <a:gd name="connsiteX104" fmla="*/ 142083 w 384375"/>
                <a:gd name="connsiteY104" fmla="*/ 50000 h 99999"/>
                <a:gd name="connsiteX105" fmla="*/ 137604 w 384375"/>
                <a:gd name="connsiteY105" fmla="*/ 25052 h 99999"/>
                <a:gd name="connsiteX106" fmla="*/ 123958 w 384375"/>
                <a:gd name="connsiteY106" fmla="*/ 0 h 99999"/>
                <a:gd name="connsiteX107" fmla="*/ 21146 w 384375"/>
                <a:gd name="connsiteY107" fmla="*/ 0 h 99999"/>
                <a:gd name="connsiteX108" fmla="*/ 27396 w 384375"/>
                <a:gd name="connsiteY108" fmla="*/ 0 h 99999"/>
                <a:gd name="connsiteX109" fmla="*/ 13698 w 384375"/>
                <a:gd name="connsiteY109" fmla="*/ 25052 h 99999"/>
                <a:gd name="connsiteX110" fmla="*/ 9271 w 384375"/>
                <a:gd name="connsiteY110" fmla="*/ 50000 h 99999"/>
                <a:gd name="connsiteX111" fmla="*/ 13698 w 384375"/>
                <a:gd name="connsiteY111" fmla="*/ 75053 h 99999"/>
                <a:gd name="connsiteX112" fmla="*/ 27396 w 384375"/>
                <a:gd name="connsiteY112" fmla="*/ 100000 h 99999"/>
                <a:gd name="connsiteX113" fmla="*/ 21146 w 384375"/>
                <a:gd name="connsiteY113" fmla="*/ 100000 h 99999"/>
                <a:gd name="connsiteX114" fmla="*/ 12240 w 384375"/>
                <a:gd name="connsiteY114" fmla="*/ 88855 h 99999"/>
                <a:gd name="connsiteX115" fmla="*/ 5521 w 384375"/>
                <a:gd name="connsiteY115" fmla="*/ 76250 h 99999"/>
                <a:gd name="connsiteX116" fmla="*/ 1406 w 384375"/>
                <a:gd name="connsiteY116" fmla="*/ 63125 h 99999"/>
                <a:gd name="connsiteX117" fmla="*/ 0 w 384375"/>
                <a:gd name="connsiteY117" fmla="*/ 50000 h 99999"/>
                <a:gd name="connsiteX118" fmla="*/ 1406 w 384375"/>
                <a:gd name="connsiteY118" fmla="*/ 36980 h 99999"/>
                <a:gd name="connsiteX119" fmla="*/ 5521 w 384375"/>
                <a:gd name="connsiteY119" fmla="*/ 23750 h 99999"/>
                <a:gd name="connsiteX120" fmla="*/ 12240 w 384375"/>
                <a:gd name="connsiteY120" fmla="*/ 11250 h 99999"/>
                <a:gd name="connsiteX121" fmla="*/ 21146 w 384375"/>
                <a:gd name="connsiteY121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384375" h="99999">
                  <a:moveTo>
                    <a:pt x="288750" y="16563"/>
                  </a:moveTo>
                  <a:lnTo>
                    <a:pt x="285313" y="27292"/>
                  </a:lnTo>
                  <a:lnTo>
                    <a:pt x="273959" y="59063"/>
                  </a:lnTo>
                  <a:lnTo>
                    <a:pt x="303542" y="59063"/>
                  </a:lnTo>
                  <a:lnTo>
                    <a:pt x="292188" y="27292"/>
                  </a:lnTo>
                  <a:close/>
                  <a:moveTo>
                    <a:pt x="50937" y="16355"/>
                  </a:moveTo>
                  <a:lnTo>
                    <a:pt x="50937" y="46667"/>
                  </a:lnTo>
                  <a:lnTo>
                    <a:pt x="65938" y="46667"/>
                  </a:lnTo>
                  <a:cubicBezTo>
                    <a:pt x="71693" y="46667"/>
                    <a:pt x="76250" y="45495"/>
                    <a:pt x="79583" y="43178"/>
                  </a:cubicBezTo>
                  <a:cubicBezTo>
                    <a:pt x="82917" y="40847"/>
                    <a:pt x="84583" y="36980"/>
                    <a:pt x="84583" y="31563"/>
                  </a:cubicBezTo>
                  <a:cubicBezTo>
                    <a:pt x="84583" y="26211"/>
                    <a:pt x="82917" y="22344"/>
                    <a:pt x="79583" y="19948"/>
                  </a:cubicBezTo>
                  <a:cubicBezTo>
                    <a:pt x="76250" y="17552"/>
                    <a:pt x="71693" y="16355"/>
                    <a:pt x="65938" y="16355"/>
                  </a:cubicBezTo>
                  <a:close/>
                  <a:moveTo>
                    <a:pt x="285521" y="9167"/>
                  </a:moveTo>
                  <a:lnTo>
                    <a:pt x="291875" y="9167"/>
                  </a:lnTo>
                  <a:cubicBezTo>
                    <a:pt x="292357" y="9167"/>
                    <a:pt x="292761" y="9245"/>
                    <a:pt x="293073" y="9427"/>
                  </a:cubicBezTo>
                  <a:cubicBezTo>
                    <a:pt x="293386" y="9596"/>
                    <a:pt x="293607" y="9857"/>
                    <a:pt x="293750" y="10208"/>
                  </a:cubicBezTo>
                  <a:lnTo>
                    <a:pt x="322188" y="86979"/>
                  </a:lnTo>
                  <a:lnTo>
                    <a:pt x="313646" y="86979"/>
                  </a:lnTo>
                  <a:lnTo>
                    <a:pt x="306146" y="66250"/>
                  </a:lnTo>
                  <a:lnTo>
                    <a:pt x="271354" y="66250"/>
                  </a:lnTo>
                  <a:lnTo>
                    <a:pt x="263854" y="86979"/>
                  </a:lnTo>
                  <a:lnTo>
                    <a:pt x="255313" y="86979"/>
                  </a:lnTo>
                  <a:lnTo>
                    <a:pt x="283750" y="10208"/>
                  </a:lnTo>
                  <a:cubicBezTo>
                    <a:pt x="283815" y="9857"/>
                    <a:pt x="284011" y="9596"/>
                    <a:pt x="284323" y="9427"/>
                  </a:cubicBezTo>
                  <a:cubicBezTo>
                    <a:pt x="284635" y="9245"/>
                    <a:pt x="285026" y="9167"/>
                    <a:pt x="285521" y="9167"/>
                  </a:cubicBezTo>
                  <a:close/>
                  <a:moveTo>
                    <a:pt x="190208" y="9167"/>
                  </a:moveTo>
                  <a:lnTo>
                    <a:pt x="245729" y="9167"/>
                  </a:lnTo>
                  <a:lnTo>
                    <a:pt x="245729" y="16355"/>
                  </a:lnTo>
                  <a:lnTo>
                    <a:pt x="222292" y="16355"/>
                  </a:lnTo>
                  <a:lnTo>
                    <a:pt x="222292" y="86979"/>
                  </a:lnTo>
                  <a:lnTo>
                    <a:pt x="214063" y="86979"/>
                  </a:lnTo>
                  <a:lnTo>
                    <a:pt x="214063" y="16355"/>
                  </a:lnTo>
                  <a:lnTo>
                    <a:pt x="190208" y="16355"/>
                  </a:lnTo>
                  <a:close/>
                  <a:moveTo>
                    <a:pt x="44792" y="9167"/>
                  </a:moveTo>
                  <a:lnTo>
                    <a:pt x="67396" y="9167"/>
                  </a:lnTo>
                  <a:cubicBezTo>
                    <a:pt x="71003" y="9167"/>
                    <a:pt x="74375" y="9635"/>
                    <a:pt x="77500" y="10573"/>
                  </a:cubicBezTo>
                  <a:cubicBezTo>
                    <a:pt x="80625" y="11511"/>
                    <a:pt x="83333" y="12878"/>
                    <a:pt x="85625" y="14687"/>
                  </a:cubicBezTo>
                  <a:cubicBezTo>
                    <a:pt x="87917" y="16563"/>
                    <a:pt x="89714" y="18907"/>
                    <a:pt x="91042" y="21719"/>
                  </a:cubicBezTo>
                  <a:cubicBezTo>
                    <a:pt x="92357" y="24532"/>
                    <a:pt x="93021" y="27812"/>
                    <a:pt x="93021" y="31563"/>
                  </a:cubicBezTo>
                  <a:cubicBezTo>
                    <a:pt x="93021" y="35378"/>
                    <a:pt x="92357" y="38699"/>
                    <a:pt x="91042" y="41510"/>
                  </a:cubicBezTo>
                  <a:cubicBezTo>
                    <a:pt x="89714" y="44323"/>
                    <a:pt x="87917" y="46667"/>
                    <a:pt x="85625" y="48542"/>
                  </a:cubicBezTo>
                  <a:cubicBezTo>
                    <a:pt x="83333" y="50339"/>
                    <a:pt x="80625" y="51693"/>
                    <a:pt x="77500" y="52605"/>
                  </a:cubicBezTo>
                  <a:cubicBezTo>
                    <a:pt x="74375" y="53503"/>
                    <a:pt x="71003" y="53959"/>
                    <a:pt x="67396" y="53959"/>
                  </a:cubicBezTo>
                  <a:lnTo>
                    <a:pt x="51042" y="53959"/>
                  </a:lnTo>
                  <a:lnTo>
                    <a:pt x="51042" y="86979"/>
                  </a:lnTo>
                  <a:lnTo>
                    <a:pt x="42917" y="86979"/>
                  </a:lnTo>
                  <a:lnTo>
                    <a:pt x="42917" y="11146"/>
                  </a:lnTo>
                  <a:cubicBezTo>
                    <a:pt x="42917" y="10443"/>
                    <a:pt x="43034" y="9948"/>
                    <a:pt x="43281" y="9635"/>
                  </a:cubicBezTo>
                  <a:cubicBezTo>
                    <a:pt x="43529" y="9323"/>
                    <a:pt x="44024" y="9167"/>
                    <a:pt x="44792" y="9167"/>
                  </a:cubicBezTo>
                  <a:close/>
                  <a:moveTo>
                    <a:pt x="108646" y="8854"/>
                  </a:moveTo>
                  <a:lnTo>
                    <a:pt x="116875" y="8854"/>
                  </a:lnTo>
                  <a:lnTo>
                    <a:pt x="116875" y="86979"/>
                  </a:lnTo>
                  <a:lnTo>
                    <a:pt x="108646" y="86979"/>
                  </a:lnTo>
                  <a:close/>
                  <a:moveTo>
                    <a:pt x="357604" y="7500"/>
                  </a:moveTo>
                  <a:cubicBezTo>
                    <a:pt x="361003" y="7500"/>
                    <a:pt x="364271" y="7943"/>
                    <a:pt x="367396" y="8854"/>
                  </a:cubicBezTo>
                  <a:cubicBezTo>
                    <a:pt x="370521" y="9753"/>
                    <a:pt x="373294" y="11107"/>
                    <a:pt x="375729" y="12917"/>
                  </a:cubicBezTo>
                  <a:cubicBezTo>
                    <a:pt x="378164" y="14714"/>
                    <a:pt x="380131" y="16979"/>
                    <a:pt x="381667" y="19688"/>
                  </a:cubicBezTo>
                  <a:cubicBezTo>
                    <a:pt x="383190" y="22396"/>
                    <a:pt x="384089" y="25521"/>
                    <a:pt x="384375" y="29062"/>
                  </a:cubicBezTo>
                  <a:lnTo>
                    <a:pt x="375938" y="29062"/>
                  </a:lnTo>
                  <a:cubicBezTo>
                    <a:pt x="375586" y="26563"/>
                    <a:pt x="374831" y="24401"/>
                    <a:pt x="373646" y="22604"/>
                  </a:cubicBezTo>
                  <a:cubicBezTo>
                    <a:pt x="372461" y="20795"/>
                    <a:pt x="371042" y="19336"/>
                    <a:pt x="369375" y="18229"/>
                  </a:cubicBezTo>
                  <a:cubicBezTo>
                    <a:pt x="367709" y="17045"/>
                    <a:pt x="365847" y="16172"/>
                    <a:pt x="363802" y="15625"/>
                  </a:cubicBezTo>
                  <a:cubicBezTo>
                    <a:pt x="361745" y="15066"/>
                    <a:pt x="359688" y="14791"/>
                    <a:pt x="357604" y="14791"/>
                  </a:cubicBezTo>
                  <a:cubicBezTo>
                    <a:pt x="353295" y="14791"/>
                    <a:pt x="349649" y="15703"/>
                    <a:pt x="346667" y="17552"/>
                  </a:cubicBezTo>
                  <a:cubicBezTo>
                    <a:pt x="343685" y="19388"/>
                    <a:pt x="341250" y="21836"/>
                    <a:pt x="339375" y="24896"/>
                  </a:cubicBezTo>
                  <a:cubicBezTo>
                    <a:pt x="337500" y="27943"/>
                    <a:pt x="336146" y="31485"/>
                    <a:pt x="335313" y="35521"/>
                  </a:cubicBezTo>
                  <a:cubicBezTo>
                    <a:pt x="334479" y="39544"/>
                    <a:pt x="334063" y="43750"/>
                    <a:pt x="334063" y="48126"/>
                  </a:cubicBezTo>
                  <a:cubicBezTo>
                    <a:pt x="334063" y="58463"/>
                    <a:pt x="336107" y="66589"/>
                    <a:pt x="340209" y="72500"/>
                  </a:cubicBezTo>
                  <a:cubicBezTo>
                    <a:pt x="344297" y="78398"/>
                    <a:pt x="351146" y="81354"/>
                    <a:pt x="360729" y="81354"/>
                  </a:cubicBezTo>
                  <a:cubicBezTo>
                    <a:pt x="363854" y="81354"/>
                    <a:pt x="366732" y="81107"/>
                    <a:pt x="369375" y="80625"/>
                  </a:cubicBezTo>
                  <a:cubicBezTo>
                    <a:pt x="372019" y="80130"/>
                    <a:pt x="374063" y="79401"/>
                    <a:pt x="375521" y="78437"/>
                  </a:cubicBezTo>
                  <a:cubicBezTo>
                    <a:pt x="375729" y="78294"/>
                    <a:pt x="375925" y="78125"/>
                    <a:pt x="376094" y="77917"/>
                  </a:cubicBezTo>
                  <a:cubicBezTo>
                    <a:pt x="376263" y="77709"/>
                    <a:pt x="376354" y="77357"/>
                    <a:pt x="376354" y="76875"/>
                  </a:cubicBezTo>
                  <a:lnTo>
                    <a:pt x="376354" y="54063"/>
                  </a:lnTo>
                  <a:lnTo>
                    <a:pt x="359167" y="54063"/>
                  </a:lnTo>
                  <a:lnTo>
                    <a:pt x="359167" y="46875"/>
                  </a:lnTo>
                  <a:lnTo>
                    <a:pt x="382396" y="46875"/>
                  </a:lnTo>
                  <a:cubicBezTo>
                    <a:pt x="383086" y="46875"/>
                    <a:pt x="383594" y="47031"/>
                    <a:pt x="383906" y="47344"/>
                  </a:cubicBezTo>
                  <a:cubicBezTo>
                    <a:pt x="384219" y="47657"/>
                    <a:pt x="384375" y="48151"/>
                    <a:pt x="384375" y="48854"/>
                  </a:cubicBezTo>
                  <a:lnTo>
                    <a:pt x="384375" y="80001"/>
                  </a:lnTo>
                  <a:cubicBezTo>
                    <a:pt x="384375" y="80833"/>
                    <a:pt x="384271" y="81472"/>
                    <a:pt x="384063" y="81927"/>
                  </a:cubicBezTo>
                  <a:cubicBezTo>
                    <a:pt x="383854" y="82370"/>
                    <a:pt x="383503" y="82734"/>
                    <a:pt x="383021" y="83021"/>
                  </a:cubicBezTo>
                  <a:cubicBezTo>
                    <a:pt x="379688" y="85104"/>
                    <a:pt x="376094" y="86563"/>
                    <a:pt x="372240" y="87396"/>
                  </a:cubicBezTo>
                  <a:cubicBezTo>
                    <a:pt x="368386" y="88229"/>
                    <a:pt x="364167" y="88646"/>
                    <a:pt x="359584" y="88646"/>
                  </a:cubicBezTo>
                  <a:cubicBezTo>
                    <a:pt x="353959" y="88646"/>
                    <a:pt x="349011" y="87709"/>
                    <a:pt x="344740" y="85834"/>
                  </a:cubicBezTo>
                  <a:cubicBezTo>
                    <a:pt x="340469" y="83958"/>
                    <a:pt x="336914" y="81250"/>
                    <a:pt x="334063" y="77709"/>
                  </a:cubicBezTo>
                  <a:cubicBezTo>
                    <a:pt x="331146" y="74232"/>
                    <a:pt x="328959" y="70001"/>
                    <a:pt x="327500" y="65000"/>
                  </a:cubicBezTo>
                  <a:cubicBezTo>
                    <a:pt x="326042" y="60000"/>
                    <a:pt x="325313" y="54375"/>
                    <a:pt x="325313" y="48126"/>
                  </a:cubicBezTo>
                  <a:cubicBezTo>
                    <a:pt x="325313" y="42566"/>
                    <a:pt x="325951" y="37318"/>
                    <a:pt x="327240" y="32396"/>
                  </a:cubicBezTo>
                  <a:cubicBezTo>
                    <a:pt x="328529" y="27461"/>
                    <a:pt x="330521" y="23151"/>
                    <a:pt x="333229" y="19480"/>
                  </a:cubicBezTo>
                  <a:cubicBezTo>
                    <a:pt x="335873" y="15794"/>
                    <a:pt x="339219" y="12878"/>
                    <a:pt x="343282" y="10730"/>
                  </a:cubicBezTo>
                  <a:cubicBezTo>
                    <a:pt x="347344" y="8568"/>
                    <a:pt x="352123" y="7500"/>
                    <a:pt x="357604" y="7500"/>
                  </a:cubicBezTo>
                  <a:close/>
                  <a:moveTo>
                    <a:pt x="123958" y="0"/>
                  </a:moveTo>
                  <a:lnTo>
                    <a:pt x="130209" y="0"/>
                  </a:lnTo>
                  <a:cubicBezTo>
                    <a:pt x="133464" y="3463"/>
                    <a:pt x="136406" y="7214"/>
                    <a:pt x="139011" y="11250"/>
                  </a:cubicBezTo>
                  <a:cubicBezTo>
                    <a:pt x="141615" y="15274"/>
                    <a:pt x="143854" y="19441"/>
                    <a:pt x="145729" y="23750"/>
                  </a:cubicBezTo>
                  <a:cubicBezTo>
                    <a:pt x="147526" y="28125"/>
                    <a:pt x="148919" y="32526"/>
                    <a:pt x="149896" y="36980"/>
                  </a:cubicBezTo>
                  <a:cubicBezTo>
                    <a:pt x="150872" y="41420"/>
                    <a:pt x="151354" y="45756"/>
                    <a:pt x="151354" y="50000"/>
                  </a:cubicBezTo>
                  <a:cubicBezTo>
                    <a:pt x="151354" y="54297"/>
                    <a:pt x="150872" y="58672"/>
                    <a:pt x="149896" y="63125"/>
                  </a:cubicBezTo>
                  <a:cubicBezTo>
                    <a:pt x="148919" y="67565"/>
                    <a:pt x="147526" y="71940"/>
                    <a:pt x="145729" y="76250"/>
                  </a:cubicBezTo>
                  <a:cubicBezTo>
                    <a:pt x="143854" y="80625"/>
                    <a:pt x="141615" y="84818"/>
                    <a:pt x="139011" y="88855"/>
                  </a:cubicBezTo>
                  <a:cubicBezTo>
                    <a:pt x="136406" y="92878"/>
                    <a:pt x="133464" y="96589"/>
                    <a:pt x="130209" y="100000"/>
                  </a:cubicBezTo>
                  <a:lnTo>
                    <a:pt x="123958" y="100000"/>
                  </a:lnTo>
                  <a:cubicBezTo>
                    <a:pt x="130065" y="91941"/>
                    <a:pt x="134610" y="83620"/>
                    <a:pt x="137604" y="75053"/>
                  </a:cubicBezTo>
                  <a:cubicBezTo>
                    <a:pt x="140586" y="66472"/>
                    <a:pt x="142083" y="58125"/>
                    <a:pt x="142083" y="50000"/>
                  </a:cubicBezTo>
                  <a:cubicBezTo>
                    <a:pt x="142083" y="41940"/>
                    <a:pt x="140586" y="33620"/>
                    <a:pt x="137604" y="25052"/>
                  </a:cubicBezTo>
                  <a:cubicBezTo>
                    <a:pt x="134610" y="16472"/>
                    <a:pt x="130065" y="8125"/>
                    <a:pt x="123958" y="0"/>
                  </a:cubicBezTo>
                  <a:close/>
                  <a:moveTo>
                    <a:pt x="21146" y="0"/>
                  </a:moveTo>
                  <a:lnTo>
                    <a:pt x="27396" y="0"/>
                  </a:lnTo>
                  <a:cubicBezTo>
                    <a:pt x="21211" y="8125"/>
                    <a:pt x="16641" y="16472"/>
                    <a:pt x="13698" y="25052"/>
                  </a:cubicBezTo>
                  <a:cubicBezTo>
                    <a:pt x="10742" y="33620"/>
                    <a:pt x="9271" y="41940"/>
                    <a:pt x="9271" y="50000"/>
                  </a:cubicBezTo>
                  <a:cubicBezTo>
                    <a:pt x="9271" y="58125"/>
                    <a:pt x="10742" y="66472"/>
                    <a:pt x="13698" y="75053"/>
                  </a:cubicBezTo>
                  <a:cubicBezTo>
                    <a:pt x="16641" y="83620"/>
                    <a:pt x="21211" y="91941"/>
                    <a:pt x="27396" y="100000"/>
                  </a:cubicBezTo>
                  <a:lnTo>
                    <a:pt x="21146" y="100000"/>
                  </a:lnTo>
                  <a:cubicBezTo>
                    <a:pt x="17813" y="96589"/>
                    <a:pt x="14844" y="92878"/>
                    <a:pt x="12240" y="88855"/>
                  </a:cubicBezTo>
                  <a:cubicBezTo>
                    <a:pt x="9635" y="84818"/>
                    <a:pt x="7396" y="80625"/>
                    <a:pt x="5521" y="76250"/>
                  </a:cubicBezTo>
                  <a:cubicBezTo>
                    <a:pt x="3711" y="71940"/>
                    <a:pt x="2344" y="67565"/>
                    <a:pt x="1406" y="63125"/>
                  </a:cubicBezTo>
                  <a:cubicBezTo>
                    <a:pt x="469" y="58672"/>
                    <a:pt x="0" y="54297"/>
                    <a:pt x="0" y="50000"/>
                  </a:cubicBezTo>
                  <a:cubicBezTo>
                    <a:pt x="0" y="45756"/>
                    <a:pt x="469" y="41420"/>
                    <a:pt x="1406" y="36980"/>
                  </a:cubicBezTo>
                  <a:cubicBezTo>
                    <a:pt x="2344" y="32526"/>
                    <a:pt x="3711" y="28125"/>
                    <a:pt x="5521" y="23750"/>
                  </a:cubicBezTo>
                  <a:cubicBezTo>
                    <a:pt x="7396" y="19441"/>
                    <a:pt x="9635" y="15274"/>
                    <a:pt x="12240" y="11250"/>
                  </a:cubicBezTo>
                  <a:cubicBezTo>
                    <a:pt x="14844" y="7214"/>
                    <a:pt x="17813" y="3463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1" name="TextBox 800">
              <a:extLst>
                <a:ext uri="{FF2B5EF4-FFF2-40B4-BE49-F238E27FC236}">
                  <a16:creationId xmlns:a16="http://schemas.microsoft.com/office/drawing/2014/main" id="{910621F9-CAB7-4694-9819-0B3253185FA2}"/>
                </a:ext>
              </a:extLst>
            </p:cNvPr>
            <p:cNvSpPr txBox="1"/>
            <p:nvPr/>
          </p:nvSpPr>
          <p:spPr>
            <a:xfrm>
              <a:off x="2104265" y="8056128"/>
              <a:ext cx="573505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(PI) TAG</a:t>
              </a:r>
            </a:p>
          </p:txBody>
        </p:sp>
        <p:grpSp>
          <p:nvGrpSpPr>
            <p:cNvPr id="802" name="그래픽 5">
              <a:extLst>
                <a:ext uri="{FF2B5EF4-FFF2-40B4-BE49-F238E27FC236}">
                  <a16:creationId xmlns:a16="http://schemas.microsoft.com/office/drawing/2014/main" id="{B0BFEFBA-9B9D-40FB-855A-64C893AD37AB}"/>
                </a:ext>
              </a:extLst>
            </p:cNvPr>
            <p:cNvGrpSpPr/>
            <p:nvPr/>
          </p:nvGrpSpPr>
          <p:grpSpPr>
            <a:xfrm>
              <a:off x="1217467" y="8216939"/>
              <a:ext cx="365521" cy="130208"/>
              <a:chOff x="1217467" y="8216939"/>
              <a:chExt cx="365521" cy="130208"/>
            </a:xfrm>
          </p:grpSpPr>
          <p:sp>
            <p:nvSpPr>
              <p:cNvPr id="803" name="자유형: 도형 802">
                <a:extLst>
                  <a:ext uri="{FF2B5EF4-FFF2-40B4-BE49-F238E27FC236}">
                    <a16:creationId xmlns:a16="http://schemas.microsoft.com/office/drawing/2014/main" id="{81B97CD7-D9B7-4A53-AFFE-AECB272F9386}"/>
                  </a:ext>
                </a:extLst>
              </p:cNvPr>
              <p:cNvSpPr/>
              <p:nvPr/>
            </p:nvSpPr>
            <p:spPr>
              <a:xfrm>
                <a:off x="1217467" y="8240077"/>
                <a:ext cx="365521" cy="92604"/>
              </a:xfrm>
              <a:custGeom>
                <a:avLst/>
                <a:gdLst>
                  <a:gd name="connsiteX0" fmla="*/ 280729 w 365521"/>
                  <a:gd name="connsiteY0" fmla="*/ 72500 h 92604"/>
                  <a:gd name="connsiteX1" fmla="*/ 365521 w 365521"/>
                  <a:gd name="connsiteY1" fmla="*/ 72500 h 92604"/>
                  <a:gd name="connsiteX2" fmla="*/ 365521 w 365521"/>
                  <a:gd name="connsiteY2" fmla="*/ 79583 h 92604"/>
                  <a:gd name="connsiteX3" fmla="*/ 280729 w 365521"/>
                  <a:gd name="connsiteY3" fmla="*/ 79583 h 92604"/>
                  <a:gd name="connsiteX4" fmla="*/ 207188 w 365521"/>
                  <a:gd name="connsiteY4" fmla="*/ 60937 h 92604"/>
                  <a:gd name="connsiteX5" fmla="*/ 215625 w 365521"/>
                  <a:gd name="connsiteY5" fmla="*/ 60937 h 92604"/>
                  <a:gd name="connsiteX6" fmla="*/ 215625 w 365521"/>
                  <a:gd name="connsiteY6" fmla="*/ 83334 h 92604"/>
                  <a:gd name="connsiteX7" fmla="*/ 269688 w 365521"/>
                  <a:gd name="connsiteY7" fmla="*/ 83334 h 92604"/>
                  <a:gd name="connsiteX8" fmla="*/ 269688 w 365521"/>
                  <a:gd name="connsiteY8" fmla="*/ 90417 h 92604"/>
                  <a:gd name="connsiteX9" fmla="*/ 209375 w 365521"/>
                  <a:gd name="connsiteY9" fmla="*/ 90417 h 92604"/>
                  <a:gd name="connsiteX10" fmla="*/ 207656 w 365521"/>
                  <a:gd name="connsiteY10" fmla="*/ 89948 h 92604"/>
                  <a:gd name="connsiteX11" fmla="*/ 207188 w 365521"/>
                  <a:gd name="connsiteY11" fmla="*/ 88229 h 92604"/>
                  <a:gd name="connsiteX12" fmla="*/ 113333 w 365521"/>
                  <a:gd name="connsiteY12" fmla="*/ 9584 h 92604"/>
                  <a:gd name="connsiteX13" fmla="*/ 106667 w 365521"/>
                  <a:gd name="connsiteY13" fmla="*/ 11875 h 92604"/>
                  <a:gd name="connsiteX14" fmla="*/ 102083 w 365521"/>
                  <a:gd name="connsiteY14" fmla="*/ 18021 h 92604"/>
                  <a:gd name="connsiteX15" fmla="*/ 99375 w 365521"/>
                  <a:gd name="connsiteY15" fmla="*/ 26875 h 92604"/>
                  <a:gd name="connsiteX16" fmla="*/ 98542 w 365521"/>
                  <a:gd name="connsiteY16" fmla="*/ 37292 h 92604"/>
                  <a:gd name="connsiteX17" fmla="*/ 99427 w 365521"/>
                  <a:gd name="connsiteY17" fmla="*/ 47969 h 92604"/>
                  <a:gd name="connsiteX18" fmla="*/ 102083 w 365521"/>
                  <a:gd name="connsiteY18" fmla="*/ 56771 h 92604"/>
                  <a:gd name="connsiteX19" fmla="*/ 106719 w 365521"/>
                  <a:gd name="connsiteY19" fmla="*/ 62813 h 92604"/>
                  <a:gd name="connsiteX20" fmla="*/ 113333 w 365521"/>
                  <a:gd name="connsiteY20" fmla="*/ 65000 h 92604"/>
                  <a:gd name="connsiteX21" fmla="*/ 119792 w 365521"/>
                  <a:gd name="connsiteY21" fmla="*/ 62813 h 92604"/>
                  <a:gd name="connsiteX22" fmla="*/ 124375 w 365521"/>
                  <a:gd name="connsiteY22" fmla="*/ 56771 h 92604"/>
                  <a:gd name="connsiteX23" fmla="*/ 127031 w 365521"/>
                  <a:gd name="connsiteY23" fmla="*/ 47969 h 92604"/>
                  <a:gd name="connsiteX24" fmla="*/ 127917 w 365521"/>
                  <a:gd name="connsiteY24" fmla="*/ 37292 h 92604"/>
                  <a:gd name="connsiteX25" fmla="*/ 127031 w 365521"/>
                  <a:gd name="connsiteY25" fmla="*/ 26771 h 92604"/>
                  <a:gd name="connsiteX26" fmla="*/ 124375 w 365521"/>
                  <a:gd name="connsiteY26" fmla="*/ 17917 h 92604"/>
                  <a:gd name="connsiteX27" fmla="*/ 119844 w 365521"/>
                  <a:gd name="connsiteY27" fmla="*/ 11875 h 92604"/>
                  <a:gd name="connsiteX28" fmla="*/ 113333 w 365521"/>
                  <a:gd name="connsiteY28" fmla="*/ 9584 h 92604"/>
                  <a:gd name="connsiteX29" fmla="*/ 208 w 365521"/>
                  <a:gd name="connsiteY29" fmla="*/ 4479 h 92604"/>
                  <a:gd name="connsiteX30" fmla="*/ 38542 w 365521"/>
                  <a:gd name="connsiteY30" fmla="*/ 4479 h 92604"/>
                  <a:gd name="connsiteX31" fmla="*/ 40260 w 365521"/>
                  <a:gd name="connsiteY31" fmla="*/ 4948 h 92604"/>
                  <a:gd name="connsiteX32" fmla="*/ 40729 w 365521"/>
                  <a:gd name="connsiteY32" fmla="*/ 6667 h 92604"/>
                  <a:gd name="connsiteX33" fmla="*/ 40729 w 365521"/>
                  <a:gd name="connsiteY33" fmla="*/ 38126 h 92604"/>
                  <a:gd name="connsiteX34" fmla="*/ 40260 w 365521"/>
                  <a:gd name="connsiteY34" fmla="*/ 39844 h 92604"/>
                  <a:gd name="connsiteX35" fmla="*/ 38542 w 365521"/>
                  <a:gd name="connsiteY35" fmla="*/ 40313 h 92604"/>
                  <a:gd name="connsiteX36" fmla="*/ 8021 w 365521"/>
                  <a:gd name="connsiteY36" fmla="*/ 40417 h 92604"/>
                  <a:gd name="connsiteX37" fmla="*/ 8021 w 365521"/>
                  <a:gd name="connsiteY37" fmla="*/ 62292 h 92604"/>
                  <a:gd name="connsiteX38" fmla="*/ 16875 w 365521"/>
                  <a:gd name="connsiteY38" fmla="*/ 62292 h 92604"/>
                  <a:gd name="connsiteX39" fmla="*/ 28021 w 365521"/>
                  <a:gd name="connsiteY39" fmla="*/ 61979 h 92604"/>
                  <a:gd name="connsiteX40" fmla="*/ 38438 w 365521"/>
                  <a:gd name="connsiteY40" fmla="*/ 61251 h 92604"/>
                  <a:gd name="connsiteX41" fmla="*/ 47344 w 365521"/>
                  <a:gd name="connsiteY41" fmla="*/ 60156 h 92604"/>
                  <a:gd name="connsiteX42" fmla="*/ 54167 w 365521"/>
                  <a:gd name="connsiteY42" fmla="*/ 58959 h 92604"/>
                  <a:gd name="connsiteX43" fmla="*/ 54167 w 365521"/>
                  <a:gd name="connsiteY43" fmla="*/ 66146 h 92604"/>
                  <a:gd name="connsiteX44" fmla="*/ 46771 w 365521"/>
                  <a:gd name="connsiteY44" fmla="*/ 67396 h 92604"/>
                  <a:gd name="connsiteX45" fmla="*/ 37188 w 365521"/>
                  <a:gd name="connsiteY45" fmla="*/ 68542 h 92604"/>
                  <a:gd name="connsiteX46" fmla="*/ 26042 w 365521"/>
                  <a:gd name="connsiteY46" fmla="*/ 69375 h 92604"/>
                  <a:gd name="connsiteX47" fmla="*/ 14063 w 365521"/>
                  <a:gd name="connsiteY47" fmla="*/ 69687 h 92604"/>
                  <a:gd name="connsiteX48" fmla="*/ 2187 w 365521"/>
                  <a:gd name="connsiteY48" fmla="*/ 69687 h 92604"/>
                  <a:gd name="connsiteX49" fmla="*/ 469 w 365521"/>
                  <a:gd name="connsiteY49" fmla="*/ 69219 h 92604"/>
                  <a:gd name="connsiteX50" fmla="*/ 0 w 365521"/>
                  <a:gd name="connsiteY50" fmla="*/ 67500 h 92604"/>
                  <a:gd name="connsiteX51" fmla="*/ 0 w 365521"/>
                  <a:gd name="connsiteY51" fmla="*/ 35521 h 92604"/>
                  <a:gd name="connsiteX52" fmla="*/ 469 w 365521"/>
                  <a:gd name="connsiteY52" fmla="*/ 33802 h 92604"/>
                  <a:gd name="connsiteX53" fmla="*/ 2187 w 365521"/>
                  <a:gd name="connsiteY53" fmla="*/ 33333 h 92604"/>
                  <a:gd name="connsiteX54" fmla="*/ 32500 w 365521"/>
                  <a:gd name="connsiteY54" fmla="*/ 33333 h 92604"/>
                  <a:gd name="connsiteX55" fmla="*/ 32500 w 365521"/>
                  <a:gd name="connsiteY55" fmla="*/ 11667 h 92604"/>
                  <a:gd name="connsiteX56" fmla="*/ 208 w 365521"/>
                  <a:gd name="connsiteY56" fmla="*/ 11667 h 92604"/>
                  <a:gd name="connsiteX57" fmla="*/ 318750 w 365521"/>
                  <a:gd name="connsiteY57" fmla="*/ 3646 h 92604"/>
                  <a:gd name="connsiteX58" fmla="*/ 327604 w 365521"/>
                  <a:gd name="connsiteY58" fmla="*/ 3646 h 92604"/>
                  <a:gd name="connsiteX59" fmla="*/ 327604 w 365521"/>
                  <a:gd name="connsiteY59" fmla="*/ 11563 h 92604"/>
                  <a:gd name="connsiteX60" fmla="*/ 330469 w 365521"/>
                  <a:gd name="connsiteY60" fmla="*/ 23177 h 92604"/>
                  <a:gd name="connsiteX61" fmla="*/ 338125 w 365521"/>
                  <a:gd name="connsiteY61" fmla="*/ 33751 h 92604"/>
                  <a:gd name="connsiteX62" fmla="*/ 349063 w 365521"/>
                  <a:gd name="connsiteY62" fmla="*/ 42240 h 92604"/>
                  <a:gd name="connsiteX63" fmla="*/ 361771 w 365521"/>
                  <a:gd name="connsiteY63" fmla="*/ 47917 h 92604"/>
                  <a:gd name="connsiteX64" fmla="*/ 355938 w 365521"/>
                  <a:gd name="connsiteY64" fmla="*/ 54063 h 92604"/>
                  <a:gd name="connsiteX65" fmla="*/ 346406 w 365521"/>
                  <a:gd name="connsiteY65" fmla="*/ 49740 h 92604"/>
                  <a:gd name="connsiteX66" fmla="*/ 336979 w 365521"/>
                  <a:gd name="connsiteY66" fmla="*/ 43229 h 92604"/>
                  <a:gd name="connsiteX67" fmla="*/ 328854 w 365521"/>
                  <a:gd name="connsiteY67" fmla="*/ 35156 h 92604"/>
                  <a:gd name="connsiteX68" fmla="*/ 323334 w 365521"/>
                  <a:gd name="connsiteY68" fmla="*/ 25729 h 92604"/>
                  <a:gd name="connsiteX69" fmla="*/ 317709 w 365521"/>
                  <a:gd name="connsiteY69" fmla="*/ 35000 h 92604"/>
                  <a:gd name="connsiteX70" fmla="*/ 309688 w 365521"/>
                  <a:gd name="connsiteY70" fmla="*/ 43021 h 92604"/>
                  <a:gd name="connsiteX71" fmla="*/ 300261 w 365521"/>
                  <a:gd name="connsiteY71" fmla="*/ 49531 h 92604"/>
                  <a:gd name="connsiteX72" fmla="*/ 290625 w 365521"/>
                  <a:gd name="connsiteY72" fmla="*/ 54167 h 92604"/>
                  <a:gd name="connsiteX73" fmla="*/ 284375 w 365521"/>
                  <a:gd name="connsiteY73" fmla="*/ 47812 h 92604"/>
                  <a:gd name="connsiteX74" fmla="*/ 296823 w 365521"/>
                  <a:gd name="connsiteY74" fmla="*/ 42448 h 92604"/>
                  <a:gd name="connsiteX75" fmla="*/ 307813 w 365521"/>
                  <a:gd name="connsiteY75" fmla="*/ 34271 h 92604"/>
                  <a:gd name="connsiteX76" fmla="*/ 315729 w 365521"/>
                  <a:gd name="connsiteY76" fmla="*/ 23802 h 92604"/>
                  <a:gd name="connsiteX77" fmla="*/ 318750 w 365521"/>
                  <a:gd name="connsiteY77" fmla="*/ 11563 h 92604"/>
                  <a:gd name="connsiteX78" fmla="*/ 214063 w 365521"/>
                  <a:gd name="connsiteY78" fmla="*/ 2292 h 92604"/>
                  <a:gd name="connsiteX79" fmla="*/ 222604 w 365521"/>
                  <a:gd name="connsiteY79" fmla="*/ 2292 h 92604"/>
                  <a:gd name="connsiteX80" fmla="*/ 222604 w 365521"/>
                  <a:gd name="connsiteY80" fmla="*/ 13855 h 92604"/>
                  <a:gd name="connsiteX81" fmla="*/ 224636 w 365521"/>
                  <a:gd name="connsiteY81" fmla="*/ 24636 h 92604"/>
                  <a:gd name="connsiteX82" fmla="*/ 230000 w 365521"/>
                  <a:gd name="connsiteY82" fmla="*/ 33542 h 92604"/>
                  <a:gd name="connsiteX83" fmla="*/ 237761 w 365521"/>
                  <a:gd name="connsiteY83" fmla="*/ 40417 h 92604"/>
                  <a:gd name="connsiteX84" fmla="*/ 246875 w 365521"/>
                  <a:gd name="connsiteY84" fmla="*/ 45000 h 92604"/>
                  <a:gd name="connsiteX85" fmla="*/ 241458 w 365521"/>
                  <a:gd name="connsiteY85" fmla="*/ 51459 h 92604"/>
                  <a:gd name="connsiteX86" fmla="*/ 235156 w 365521"/>
                  <a:gd name="connsiteY86" fmla="*/ 48073 h 92604"/>
                  <a:gd name="connsiteX87" fmla="*/ 228750 w 365521"/>
                  <a:gd name="connsiteY87" fmla="*/ 43437 h 92604"/>
                  <a:gd name="connsiteX88" fmla="*/ 222865 w 365521"/>
                  <a:gd name="connsiteY88" fmla="*/ 37604 h 92604"/>
                  <a:gd name="connsiteX89" fmla="*/ 218438 w 365521"/>
                  <a:gd name="connsiteY89" fmla="*/ 30625 h 92604"/>
                  <a:gd name="connsiteX90" fmla="*/ 214531 w 365521"/>
                  <a:gd name="connsiteY90" fmla="*/ 38126 h 92604"/>
                  <a:gd name="connsiteX91" fmla="*/ 208959 w 365521"/>
                  <a:gd name="connsiteY91" fmla="*/ 44583 h 92604"/>
                  <a:gd name="connsiteX92" fmla="*/ 202344 w 365521"/>
                  <a:gd name="connsiteY92" fmla="*/ 49896 h 92604"/>
                  <a:gd name="connsiteX93" fmla="*/ 195417 w 365521"/>
                  <a:gd name="connsiteY93" fmla="*/ 54167 h 92604"/>
                  <a:gd name="connsiteX94" fmla="*/ 189063 w 365521"/>
                  <a:gd name="connsiteY94" fmla="*/ 48438 h 92604"/>
                  <a:gd name="connsiteX95" fmla="*/ 198698 w 365521"/>
                  <a:gd name="connsiteY95" fmla="*/ 42760 h 92604"/>
                  <a:gd name="connsiteX96" fmla="*/ 206667 w 365521"/>
                  <a:gd name="connsiteY96" fmla="*/ 35313 h 92604"/>
                  <a:gd name="connsiteX97" fmla="*/ 212031 w 365521"/>
                  <a:gd name="connsiteY97" fmla="*/ 25990 h 92604"/>
                  <a:gd name="connsiteX98" fmla="*/ 214063 w 365521"/>
                  <a:gd name="connsiteY98" fmla="*/ 14583 h 92604"/>
                  <a:gd name="connsiteX99" fmla="*/ 113333 w 365521"/>
                  <a:gd name="connsiteY99" fmla="*/ 2188 h 92604"/>
                  <a:gd name="connsiteX100" fmla="*/ 122083 w 365521"/>
                  <a:gd name="connsiteY100" fmla="*/ 4323 h 92604"/>
                  <a:gd name="connsiteX101" fmla="*/ 129375 w 365521"/>
                  <a:gd name="connsiteY101" fmla="*/ 10834 h 92604"/>
                  <a:gd name="connsiteX102" fmla="*/ 134323 w 365521"/>
                  <a:gd name="connsiteY102" fmla="*/ 21719 h 92604"/>
                  <a:gd name="connsiteX103" fmla="*/ 136146 w 365521"/>
                  <a:gd name="connsiteY103" fmla="*/ 37292 h 92604"/>
                  <a:gd name="connsiteX104" fmla="*/ 134323 w 365521"/>
                  <a:gd name="connsiteY104" fmla="*/ 52813 h 92604"/>
                  <a:gd name="connsiteX105" fmla="*/ 129375 w 365521"/>
                  <a:gd name="connsiteY105" fmla="*/ 63750 h 92604"/>
                  <a:gd name="connsiteX106" fmla="*/ 122135 w 365521"/>
                  <a:gd name="connsiteY106" fmla="*/ 70260 h 92604"/>
                  <a:gd name="connsiteX107" fmla="*/ 113333 w 365521"/>
                  <a:gd name="connsiteY107" fmla="*/ 72396 h 92604"/>
                  <a:gd name="connsiteX108" fmla="*/ 104375 w 365521"/>
                  <a:gd name="connsiteY108" fmla="*/ 70313 h 92604"/>
                  <a:gd name="connsiteX109" fmla="*/ 97083 w 365521"/>
                  <a:gd name="connsiteY109" fmla="*/ 63854 h 92604"/>
                  <a:gd name="connsiteX110" fmla="*/ 92188 w 365521"/>
                  <a:gd name="connsiteY110" fmla="*/ 52865 h 92604"/>
                  <a:gd name="connsiteX111" fmla="*/ 90417 w 365521"/>
                  <a:gd name="connsiteY111" fmla="*/ 37292 h 92604"/>
                  <a:gd name="connsiteX112" fmla="*/ 92188 w 365521"/>
                  <a:gd name="connsiteY112" fmla="*/ 21563 h 92604"/>
                  <a:gd name="connsiteX113" fmla="*/ 96979 w 365521"/>
                  <a:gd name="connsiteY113" fmla="*/ 10626 h 92604"/>
                  <a:gd name="connsiteX114" fmla="*/ 104271 w 365521"/>
                  <a:gd name="connsiteY114" fmla="*/ 4271 h 92604"/>
                  <a:gd name="connsiteX115" fmla="*/ 113333 w 365521"/>
                  <a:gd name="connsiteY115" fmla="*/ 2188 h 92604"/>
                  <a:gd name="connsiteX116" fmla="*/ 258854 w 365521"/>
                  <a:gd name="connsiteY116" fmla="*/ 0 h 92604"/>
                  <a:gd name="connsiteX117" fmla="*/ 266979 w 365521"/>
                  <a:gd name="connsiteY117" fmla="*/ 0 h 92604"/>
                  <a:gd name="connsiteX118" fmla="*/ 266979 w 365521"/>
                  <a:gd name="connsiteY118" fmla="*/ 67604 h 92604"/>
                  <a:gd name="connsiteX119" fmla="*/ 258854 w 365521"/>
                  <a:gd name="connsiteY119" fmla="*/ 67604 h 92604"/>
                  <a:gd name="connsiteX120" fmla="*/ 258854 w 365521"/>
                  <a:gd name="connsiteY120" fmla="*/ 25625 h 92604"/>
                  <a:gd name="connsiteX121" fmla="*/ 238542 w 365521"/>
                  <a:gd name="connsiteY121" fmla="*/ 25625 h 92604"/>
                  <a:gd name="connsiteX122" fmla="*/ 238542 w 365521"/>
                  <a:gd name="connsiteY122" fmla="*/ 18334 h 92604"/>
                  <a:gd name="connsiteX123" fmla="*/ 258854 w 365521"/>
                  <a:gd name="connsiteY123" fmla="*/ 18334 h 92604"/>
                  <a:gd name="connsiteX124" fmla="*/ 154167 w 365521"/>
                  <a:gd name="connsiteY124" fmla="*/ 0 h 92604"/>
                  <a:gd name="connsiteX125" fmla="*/ 162396 w 365521"/>
                  <a:gd name="connsiteY125" fmla="*/ 0 h 92604"/>
                  <a:gd name="connsiteX126" fmla="*/ 162396 w 365521"/>
                  <a:gd name="connsiteY126" fmla="*/ 92500 h 92604"/>
                  <a:gd name="connsiteX127" fmla="*/ 154167 w 365521"/>
                  <a:gd name="connsiteY127" fmla="*/ 92500 h 92604"/>
                  <a:gd name="connsiteX128" fmla="*/ 58750 w 365521"/>
                  <a:gd name="connsiteY128" fmla="*/ 0 h 92604"/>
                  <a:gd name="connsiteX129" fmla="*/ 67083 w 365521"/>
                  <a:gd name="connsiteY129" fmla="*/ 0 h 92604"/>
                  <a:gd name="connsiteX130" fmla="*/ 67083 w 365521"/>
                  <a:gd name="connsiteY130" fmla="*/ 33959 h 92604"/>
                  <a:gd name="connsiteX131" fmla="*/ 80729 w 365521"/>
                  <a:gd name="connsiteY131" fmla="*/ 33959 h 92604"/>
                  <a:gd name="connsiteX132" fmla="*/ 80729 w 365521"/>
                  <a:gd name="connsiteY132" fmla="*/ 41563 h 92604"/>
                  <a:gd name="connsiteX133" fmla="*/ 67083 w 365521"/>
                  <a:gd name="connsiteY133" fmla="*/ 41563 h 92604"/>
                  <a:gd name="connsiteX134" fmla="*/ 67083 w 365521"/>
                  <a:gd name="connsiteY134" fmla="*/ 92604 h 92604"/>
                  <a:gd name="connsiteX135" fmla="*/ 58750 w 365521"/>
                  <a:gd name="connsiteY135" fmla="*/ 92604 h 92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</a:cxnLst>
                <a:rect l="l" t="t" r="r" b="b"/>
                <a:pathLst>
                  <a:path w="365521" h="92604">
                    <a:moveTo>
                      <a:pt x="280729" y="72500"/>
                    </a:moveTo>
                    <a:lnTo>
                      <a:pt x="365521" y="72500"/>
                    </a:lnTo>
                    <a:lnTo>
                      <a:pt x="365521" y="79583"/>
                    </a:lnTo>
                    <a:lnTo>
                      <a:pt x="280729" y="79583"/>
                    </a:lnTo>
                    <a:close/>
                    <a:moveTo>
                      <a:pt x="207188" y="60937"/>
                    </a:moveTo>
                    <a:lnTo>
                      <a:pt x="215625" y="60937"/>
                    </a:lnTo>
                    <a:lnTo>
                      <a:pt x="215625" y="83334"/>
                    </a:lnTo>
                    <a:lnTo>
                      <a:pt x="269688" y="83334"/>
                    </a:lnTo>
                    <a:lnTo>
                      <a:pt x="269688" y="90417"/>
                    </a:lnTo>
                    <a:lnTo>
                      <a:pt x="209375" y="90417"/>
                    </a:lnTo>
                    <a:cubicBezTo>
                      <a:pt x="208542" y="90417"/>
                      <a:pt x="207969" y="90261"/>
                      <a:pt x="207656" y="89948"/>
                    </a:cubicBezTo>
                    <a:cubicBezTo>
                      <a:pt x="207344" y="89636"/>
                      <a:pt x="207188" y="89063"/>
                      <a:pt x="207188" y="88229"/>
                    </a:cubicBezTo>
                    <a:close/>
                    <a:moveTo>
                      <a:pt x="113333" y="9584"/>
                    </a:moveTo>
                    <a:cubicBezTo>
                      <a:pt x="110764" y="9584"/>
                      <a:pt x="108542" y="10339"/>
                      <a:pt x="106667" y="11875"/>
                    </a:cubicBezTo>
                    <a:cubicBezTo>
                      <a:pt x="104792" y="13398"/>
                      <a:pt x="103264" y="15443"/>
                      <a:pt x="102083" y="18021"/>
                    </a:cubicBezTo>
                    <a:cubicBezTo>
                      <a:pt x="100833" y="20586"/>
                      <a:pt x="99931" y="23542"/>
                      <a:pt x="99375" y="26875"/>
                    </a:cubicBezTo>
                    <a:cubicBezTo>
                      <a:pt x="98820" y="30208"/>
                      <a:pt x="98542" y="33672"/>
                      <a:pt x="98542" y="37292"/>
                    </a:cubicBezTo>
                    <a:cubicBezTo>
                      <a:pt x="98542" y="41042"/>
                      <a:pt x="98837" y="44596"/>
                      <a:pt x="99427" y="47969"/>
                    </a:cubicBezTo>
                    <a:cubicBezTo>
                      <a:pt x="100018" y="51328"/>
                      <a:pt x="100904" y="54271"/>
                      <a:pt x="102083" y="56771"/>
                    </a:cubicBezTo>
                    <a:cubicBezTo>
                      <a:pt x="103333" y="59336"/>
                      <a:pt x="104879" y="61355"/>
                      <a:pt x="106719" y="62813"/>
                    </a:cubicBezTo>
                    <a:cubicBezTo>
                      <a:pt x="108560" y="64271"/>
                      <a:pt x="110764" y="65000"/>
                      <a:pt x="113333" y="65000"/>
                    </a:cubicBezTo>
                    <a:cubicBezTo>
                      <a:pt x="115833" y="65000"/>
                      <a:pt x="117987" y="64271"/>
                      <a:pt x="119792" y="62813"/>
                    </a:cubicBezTo>
                    <a:cubicBezTo>
                      <a:pt x="121598" y="61355"/>
                      <a:pt x="123125" y="59336"/>
                      <a:pt x="124375" y="56771"/>
                    </a:cubicBezTo>
                    <a:cubicBezTo>
                      <a:pt x="125556" y="54271"/>
                      <a:pt x="126441" y="51328"/>
                      <a:pt x="127031" y="47969"/>
                    </a:cubicBezTo>
                    <a:cubicBezTo>
                      <a:pt x="127622" y="44596"/>
                      <a:pt x="127917" y="41042"/>
                      <a:pt x="127917" y="37292"/>
                    </a:cubicBezTo>
                    <a:cubicBezTo>
                      <a:pt x="127917" y="33607"/>
                      <a:pt x="127622" y="30104"/>
                      <a:pt x="127031" y="26771"/>
                    </a:cubicBezTo>
                    <a:cubicBezTo>
                      <a:pt x="126441" y="23437"/>
                      <a:pt x="125556" y="20482"/>
                      <a:pt x="124375" y="17917"/>
                    </a:cubicBezTo>
                    <a:cubicBezTo>
                      <a:pt x="123195" y="15417"/>
                      <a:pt x="121685" y="13398"/>
                      <a:pt x="119844" y="11875"/>
                    </a:cubicBezTo>
                    <a:cubicBezTo>
                      <a:pt x="118004" y="10339"/>
                      <a:pt x="115833" y="9584"/>
                      <a:pt x="113333" y="9584"/>
                    </a:cubicBezTo>
                    <a:close/>
                    <a:moveTo>
                      <a:pt x="208" y="4479"/>
                    </a:moveTo>
                    <a:lnTo>
                      <a:pt x="38542" y="4479"/>
                    </a:lnTo>
                    <a:cubicBezTo>
                      <a:pt x="39375" y="4479"/>
                      <a:pt x="39948" y="4636"/>
                      <a:pt x="40260" y="4948"/>
                    </a:cubicBezTo>
                    <a:cubicBezTo>
                      <a:pt x="40573" y="5260"/>
                      <a:pt x="40729" y="5833"/>
                      <a:pt x="40729" y="6667"/>
                    </a:cubicBezTo>
                    <a:lnTo>
                      <a:pt x="40729" y="38126"/>
                    </a:lnTo>
                    <a:cubicBezTo>
                      <a:pt x="40729" y="38958"/>
                      <a:pt x="40573" y="39531"/>
                      <a:pt x="40260" y="39844"/>
                    </a:cubicBezTo>
                    <a:cubicBezTo>
                      <a:pt x="39948" y="40157"/>
                      <a:pt x="39375" y="40313"/>
                      <a:pt x="38542" y="40313"/>
                    </a:cubicBezTo>
                    <a:lnTo>
                      <a:pt x="8021" y="40417"/>
                    </a:lnTo>
                    <a:lnTo>
                      <a:pt x="8021" y="62292"/>
                    </a:lnTo>
                    <a:lnTo>
                      <a:pt x="16875" y="62292"/>
                    </a:lnTo>
                    <a:cubicBezTo>
                      <a:pt x="20625" y="62292"/>
                      <a:pt x="24341" y="62188"/>
                      <a:pt x="28021" y="61979"/>
                    </a:cubicBezTo>
                    <a:cubicBezTo>
                      <a:pt x="31702" y="61771"/>
                      <a:pt x="35175" y="61524"/>
                      <a:pt x="38438" y="61251"/>
                    </a:cubicBezTo>
                    <a:cubicBezTo>
                      <a:pt x="41702" y="60898"/>
                      <a:pt x="44671" y="60534"/>
                      <a:pt x="47344" y="60156"/>
                    </a:cubicBezTo>
                    <a:cubicBezTo>
                      <a:pt x="50018" y="59766"/>
                      <a:pt x="52292" y="59375"/>
                      <a:pt x="54167" y="58959"/>
                    </a:cubicBezTo>
                    <a:lnTo>
                      <a:pt x="54167" y="66146"/>
                    </a:lnTo>
                    <a:cubicBezTo>
                      <a:pt x="52154" y="66563"/>
                      <a:pt x="49688" y="66980"/>
                      <a:pt x="46771" y="67396"/>
                    </a:cubicBezTo>
                    <a:cubicBezTo>
                      <a:pt x="43854" y="67813"/>
                      <a:pt x="40660" y="68190"/>
                      <a:pt x="37188" y="68542"/>
                    </a:cubicBezTo>
                    <a:cubicBezTo>
                      <a:pt x="33716" y="68881"/>
                      <a:pt x="30000" y="69167"/>
                      <a:pt x="26042" y="69375"/>
                    </a:cubicBezTo>
                    <a:cubicBezTo>
                      <a:pt x="22083" y="69583"/>
                      <a:pt x="18091" y="69687"/>
                      <a:pt x="14063" y="69687"/>
                    </a:cubicBezTo>
                    <a:lnTo>
                      <a:pt x="2187" y="69687"/>
                    </a:lnTo>
                    <a:cubicBezTo>
                      <a:pt x="1354" y="69687"/>
                      <a:pt x="781" y="69532"/>
                      <a:pt x="469" y="69219"/>
                    </a:cubicBezTo>
                    <a:cubicBezTo>
                      <a:pt x="156" y="68906"/>
                      <a:pt x="0" y="68334"/>
                      <a:pt x="0" y="67500"/>
                    </a:cubicBezTo>
                    <a:lnTo>
                      <a:pt x="0" y="35521"/>
                    </a:lnTo>
                    <a:cubicBezTo>
                      <a:pt x="0" y="34688"/>
                      <a:pt x="156" y="34115"/>
                      <a:pt x="469" y="33802"/>
                    </a:cubicBezTo>
                    <a:cubicBezTo>
                      <a:pt x="781" y="33490"/>
                      <a:pt x="1354" y="33333"/>
                      <a:pt x="2187" y="33333"/>
                    </a:cubicBezTo>
                    <a:lnTo>
                      <a:pt x="32500" y="33333"/>
                    </a:lnTo>
                    <a:lnTo>
                      <a:pt x="32500" y="11667"/>
                    </a:lnTo>
                    <a:lnTo>
                      <a:pt x="208" y="11667"/>
                    </a:lnTo>
                    <a:close/>
                    <a:moveTo>
                      <a:pt x="318750" y="3646"/>
                    </a:moveTo>
                    <a:lnTo>
                      <a:pt x="327604" y="3646"/>
                    </a:lnTo>
                    <a:lnTo>
                      <a:pt x="327604" y="11563"/>
                    </a:lnTo>
                    <a:cubicBezTo>
                      <a:pt x="327604" y="15521"/>
                      <a:pt x="328560" y="19388"/>
                      <a:pt x="330469" y="23177"/>
                    </a:cubicBezTo>
                    <a:cubicBezTo>
                      <a:pt x="332379" y="26953"/>
                      <a:pt x="334931" y="30482"/>
                      <a:pt x="338125" y="33751"/>
                    </a:cubicBezTo>
                    <a:cubicBezTo>
                      <a:pt x="341321" y="36941"/>
                      <a:pt x="344966" y="39766"/>
                      <a:pt x="349063" y="42240"/>
                    </a:cubicBezTo>
                    <a:cubicBezTo>
                      <a:pt x="353160" y="44701"/>
                      <a:pt x="357396" y="46589"/>
                      <a:pt x="361771" y="47917"/>
                    </a:cubicBezTo>
                    <a:lnTo>
                      <a:pt x="355938" y="54063"/>
                    </a:lnTo>
                    <a:cubicBezTo>
                      <a:pt x="352883" y="53021"/>
                      <a:pt x="349706" y="51576"/>
                      <a:pt x="346406" y="49740"/>
                    </a:cubicBezTo>
                    <a:cubicBezTo>
                      <a:pt x="343108" y="47891"/>
                      <a:pt x="339966" y="45729"/>
                      <a:pt x="336979" y="43229"/>
                    </a:cubicBezTo>
                    <a:cubicBezTo>
                      <a:pt x="333994" y="40794"/>
                      <a:pt x="331285" y="38099"/>
                      <a:pt x="328854" y="35156"/>
                    </a:cubicBezTo>
                    <a:cubicBezTo>
                      <a:pt x="326425" y="32201"/>
                      <a:pt x="324584" y="29062"/>
                      <a:pt x="323334" y="25729"/>
                    </a:cubicBezTo>
                    <a:cubicBezTo>
                      <a:pt x="321946" y="28985"/>
                      <a:pt x="320070" y="32083"/>
                      <a:pt x="317709" y="35000"/>
                    </a:cubicBezTo>
                    <a:cubicBezTo>
                      <a:pt x="315348" y="37917"/>
                      <a:pt x="312675" y="40586"/>
                      <a:pt x="309688" y="43021"/>
                    </a:cubicBezTo>
                    <a:cubicBezTo>
                      <a:pt x="306702" y="45443"/>
                      <a:pt x="303560" y="47618"/>
                      <a:pt x="300261" y="49531"/>
                    </a:cubicBezTo>
                    <a:cubicBezTo>
                      <a:pt x="296962" y="51432"/>
                      <a:pt x="293750" y="52982"/>
                      <a:pt x="290625" y="54167"/>
                    </a:cubicBezTo>
                    <a:lnTo>
                      <a:pt x="284375" y="47812"/>
                    </a:lnTo>
                    <a:cubicBezTo>
                      <a:pt x="288542" y="46562"/>
                      <a:pt x="292692" y="44765"/>
                      <a:pt x="296823" y="42448"/>
                    </a:cubicBezTo>
                    <a:cubicBezTo>
                      <a:pt x="300956" y="40117"/>
                      <a:pt x="304619" y="37396"/>
                      <a:pt x="307813" y="34271"/>
                    </a:cubicBezTo>
                    <a:cubicBezTo>
                      <a:pt x="311077" y="31146"/>
                      <a:pt x="313716" y="27657"/>
                      <a:pt x="315729" y="23802"/>
                    </a:cubicBezTo>
                    <a:cubicBezTo>
                      <a:pt x="317744" y="19948"/>
                      <a:pt x="318750" y="15860"/>
                      <a:pt x="318750" y="11563"/>
                    </a:cubicBezTo>
                    <a:close/>
                    <a:moveTo>
                      <a:pt x="214063" y="2292"/>
                    </a:moveTo>
                    <a:lnTo>
                      <a:pt x="222604" y="2292"/>
                    </a:lnTo>
                    <a:lnTo>
                      <a:pt x="222604" y="13855"/>
                    </a:lnTo>
                    <a:cubicBezTo>
                      <a:pt x="222604" y="17734"/>
                      <a:pt x="223281" y="21328"/>
                      <a:pt x="224636" y="24636"/>
                    </a:cubicBezTo>
                    <a:cubicBezTo>
                      <a:pt x="225990" y="27930"/>
                      <a:pt x="227779" y="30899"/>
                      <a:pt x="230000" y="33542"/>
                    </a:cubicBezTo>
                    <a:cubicBezTo>
                      <a:pt x="232223" y="36172"/>
                      <a:pt x="234810" y="38464"/>
                      <a:pt x="237761" y="40417"/>
                    </a:cubicBezTo>
                    <a:cubicBezTo>
                      <a:pt x="240712" y="42357"/>
                      <a:pt x="243750" y="43880"/>
                      <a:pt x="246875" y="45000"/>
                    </a:cubicBezTo>
                    <a:lnTo>
                      <a:pt x="241458" y="51459"/>
                    </a:lnTo>
                    <a:cubicBezTo>
                      <a:pt x="239445" y="50547"/>
                      <a:pt x="237344" y="49427"/>
                      <a:pt x="235156" y="48073"/>
                    </a:cubicBezTo>
                    <a:cubicBezTo>
                      <a:pt x="232969" y="46719"/>
                      <a:pt x="230834" y="45169"/>
                      <a:pt x="228750" y="43437"/>
                    </a:cubicBezTo>
                    <a:cubicBezTo>
                      <a:pt x="226667" y="41693"/>
                      <a:pt x="224706" y="39753"/>
                      <a:pt x="222865" y="37604"/>
                    </a:cubicBezTo>
                    <a:cubicBezTo>
                      <a:pt x="221025" y="35443"/>
                      <a:pt x="219550" y="33125"/>
                      <a:pt x="218438" y="30625"/>
                    </a:cubicBezTo>
                    <a:cubicBezTo>
                      <a:pt x="217466" y="33333"/>
                      <a:pt x="216164" y="35834"/>
                      <a:pt x="214531" y="38126"/>
                    </a:cubicBezTo>
                    <a:cubicBezTo>
                      <a:pt x="212900" y="40417"/>
                      <a:pt x="211042" y="42566"/>
                      <a:pt x="208959" y="44583"/>
                    </a:cubicBezTo>
                    <a:cubicBezTo>
                      <a:pt x="206875" y="46523"/>
                      <a:pt x="204671" y="48295"/>
                      <a:pt x="202344" y="49896"/>
                    </a:cubicBezTo>
                    <a:cubicBezTo>
                      <a:pt x="200018" y="51485"/>
                      <a:pt x="197708" y="52917"/>
                      <a:pt x="195417" y="54167"/>
                    </a:cubicBezTo>
                    <a:lnTo>
                      <a:pt x="189063" y="48438"/>
                    </a:lnTo>
                    <a:cubicBezTo>
                      <a:pt x="192466" y="46837"/>
                      <a:pt x="195677" y="44948"/>
                      <a:pt x="198698" y="42760"/>
                    </a:cubicBezTo>
                    <a:cubicBezTo>
                      <a:pt x="201719" y="40573"/>
                      <a:pt x="204375" y="38086"/>
                      <a:pt x="206667" y="35313"/>
                    </a:cubicBezTo>
                    <a:cubicBezTo>
                      <a:pt x="208889" y="32527"/>
                      <a:pt x="210677" y="29427"/>
                      <a:pt x="212031" y="25990"/>
                    </a:cubicBezTo>
                    <a:cubicBezTo>
                      <a:pt x="213386" y="22552"/>
                      <a:pt x="214063" y="18750"/>
                      <a:pt x="214063" y="14583"/>
                    </a:cubicBezTo>
                    <a:close/>
                    <a:moveTo>
                      <a:pt x="113333" y="2188"/>
                    </a:moveTo>
                    <a:cubicBezTo>
                      <a:pt x="116389" y="2188"/>
                      <a:pt x="119306" y="2891"/>
                      <a:pt x="122083" y="4323"/>
                    </a:cubicBezTo>
                    <a:cubicBezTo>
                      <a:pt x="124862" y="5743"/>
                      <a:pt x="127292" y="7917"/>
                      <a:pt x="129375" y="10834"/>
                    </a:cubicBezTo>
                    <a:cubicBezTo>
                      <a:pt x="131458" y="13672"/>
                      <a:pt x="133108" y="17305"/>
                      <a:pt x="134323" y="21719"/>
                    </a:cubicBezTo>
                    <a:cubicBezTo>
                      <a:pt x="135539" y="26120"/>
                      <a:pt x="136146" y="31315"/>
                      <a:pt x="136146" y="37292"/>
                    </a:cubicBezTo>
                    <a:cubicBezTo>
                      <a:pt x="136146" y="43256"/>
                      <a:pt x="135539" y="48438"/>
                      <a:pt x="134323" y="52813"/>
                    </a:cubicBezTo>
                    <a:cubicBezTo>
                      <a:pt x="133108" y="57188"/>
                      <a:pt x="131458" y="60833"/>
                      <a:pt x="129375" y="63750"/>
                    </a:cubicBezTo>
                    <a:cubicBezTo>
                      <a:pt x="127292" y="66667"/>
                      <a:pt x="124879" y="68828"/>
                      <a:pt x="122135" y="70260"/>
                    </a:cubicBezTo>
                    <a:cubicBezTo>
                      <a:pt x="119393" y="71680"/>
                      <a:pt x="116458" y="72396"/>
                      <a:pt x="113333" y="72396"/>
                    </a:cubicBezTo>
                    <a:cubicBezTo>
                      <a:pt x="110139" y="72396"/>
                      <a:pt x="107154" y="71693"/>
                      <a:pt x="104375" y="70313"/>
                    </a:cubicBezTo>
                    <a:cubicBezTo>
                      <a:pt x="101598" y="68920"/>
                      <a:pt x="99167" y="66771"/>
                      <a:pt x="97083" y="63854"/>
                    </a:cubicBezTo>
                    <a:cubicBezTo>
                      <a:pt x="95000" y="60937"/>
                      <a:pt x="93369" y="57266"/>
                      <a:pt x="92188" y="52865"/>
                    </a:cubicBezTo>
                    <a:cubicBezTo>
                      <a:pt x="91008" y="48451"/>
                      <a:pt x="90417" y="43256"/>
                      <a:pt x="90417" y="37292"/>
                    </a:cubicBezTo>
                    <a:cubicBezTo>
                      <a:pt x="90417" y="31250"/>
                      <a:pt x="91008" y="26003"/>
                      <a:pt x="92188" y="21563"/>
                    </a:cubicBezTo>
                    <a:cubicBezTo>
                      <a:pt x="93369" y="17110"/>
                      <a:pt x="94966" y="13464"/>
                      <a:pt x="96979" y="10626"/>
                    </a:cubicBezTo>
                    <a:cubicBezTo>
                      <a:pt x="99063" y="7774"/>
                      <a:pt x="101494" y="5651"/>
                      <a:pt x="104271" y="4271"/>
                    </a:cubicBezTo>
                    <a:cubicBezTo>
                      <a:pt x="107050" y="2878"/>
                      <a:pt x="110070" y="2188"/>
                      <a:pt x="113333" y="2188"/>
                    </a:cubicBezTo>
                    <a:close/>
                    <a:moveTo>
                      <a:pt x="258854" y="0"/>
                    </a:moveTo>
                    <a:lnTo>
                      <a:pt x="266979" y="0"/>
                    </a:lnTo>
                    <a:lnTo>
                      <a:pt x="266979" y="67604"/>
                    </a:lnTo>
                    <a:lnTo>
                      <a:pt x="258854" y="67604"/>
                    </a:lnTo>
                    <a:lnTo>
                      <a:pt x="258854" y="25625"/>
                    </a:lnTo>
                    <a:lnTo>
                      <a:pt x="238542" y="25625"/>
                    </a:lnTo>
                    <a:lnTo>
                      <a:pt x="238542" y="18334"/>
                    </a:lnTo>
                    <a:lnTo>
                      <a:pt x="258854" y="18334"/>
                    </a:lnTo>
                    <a:close/>
                    <a:moveTo>
                      <a:pt x="154167" y="0"/>
                    </a:moveTo>
                    <a:lnTo>
                      <a:pt x="162396" y="0"/>
                    </a:lnTo>
                    <a:lnTo>
                      <a:pt x="162396" y="92500"/>
                    </a:lnTo>
                    <a:lnTo>
                      <a:pt x="154167" y="92500"/>
                    </a:lnTo>
                    <a:close/>
                    <a:moveTo>
                      <a:pt x="58750" y="0"/>
                    </a:moveTo>
                    <a:lnTo>
                      <a:pt x="67083" y="0"/>
                    </a:lnTo>
                    <a:lnTo>
                      <a:pt x="67083" y="33959"/>
                    </a:lnTo>
                    <a:lnTo>
                      <a:pt x="80729" y="33959"/>
                    </a:lnTo>
                    <a:lnTo>
                      <a:pt x="80729" y="41563"/>
                    </a:lnTo>
                    <a:lnTo>
                      <a:pt x="67083" y="41563"/>
                    </a:lnTo>
                    <a:lnTo>
                      <a:pt x="67083" y="92604"/>
                    </a:lnTo>
                    <a:lnTo>
                      <a:pt x="58750" y="92604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04" name="TextBox 803">
                <a:extLst>
                  <a:ext uri="{FF2B5EF4-FFF2-40B4-BE49-F238E27FC236}">
                    <a16:creationId xmlns:a16="http://schemas.microsoft.com/office/drawing/2014/main" id="{5EE1B1AA-2F42-4ADD-8E79-1143DF19565A}"/>
                  </a:ext>
                </a:extLst>
              </p:cNvPr>
              <p:cNvSpPr txBox="1"/>
              <p:nvPr/>
            </p:nvSpPr>
            <p:spPr>
              <a:xfrm>
                <a:off x="1126027" y="8171219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라이선스</a:t>
                </a:r>
              </a:p>
            </p:txBody>
          </p:sp>
        </p:grpSp>
        <p:sp>
          <p:nvSpPr>
            <p:cNvPr id="805" name="자유형: 도형 804">
              <a:extLst>
                <a:ext uri="{FF2B5EF4-FFF2-40B4-BE49-F238E27FC236}">
                  <a16:creationId xmlns:a16="http://schemas.microsoft.com/office/drawing/2014/main" id="{BDA7EA1D-0E99-4090-BF51-1C67B3D390E0}"/>
                </a:ext>
              </a:extLst>
            </p:cNvPr>
            <p:cNvSpPr/>
            <p:nvPr/>
          </p:nvSpPr>
          <p:spPr>
            <a:xfrm>
              <a:off x="1622708" y="8240077"/>
              <a:ext cx="169479" cy="92395"/>
            </a:xfrm>
            <a:custGeom>
              <a:avLst/>
              <a:gdLst>
                <a:gd name="connsiteX0" fmla="*/ 106146 w 169479"/>
                <a:gd name="connsiteY0" fmla="*/ 13021 h 92395"/>
                <a:gd name="connsiteX1" fmla="*/ 106146 w 169479"/>
                <a:gd name="connsiteY1" fmla="*/ 61563 h 92395"/>
                <a:gd name="connsiteX2" fmla="*/ 123438 w 169479"/>
                <a:gd name="connsiteY2" fmla="*/ 61563 h 92395"/>
                <a:gd name="connsiteX3" fmla="*/ 123438 w 169479"/>
                <a:gd name="connsiteY3" fmla="*/ 13021 h 92395"/>
                <a:gd name="connsiteX4" fmla="*/ 100417 w 169479"/>
                <a:gd name="connsiteY4" fmla="*/ 6042 h 92395"/>
                <a:gd name="connsiteX5" fmla="*/ 129063 w 169479"/>
                <a:gd name="connsiteY5" fmla="*/ 6042 h 92395"/>
                <a:gd name="connsiteX6" fmla="*/ 130781 w 169479"/>
                <a:gd name="connsiteY6" fmla="*/ 6510 h 92395"/>
                <a:gd name="connsiteX7" fmla="*/ 131250 w 169479"/>
                <a:gd name="connsiteY7" fmla="*/ 8229 h 92395"/>
                <a:gd name="connsiteX8" fmla="*/ 131250 w 169479"/>
                <a:gd name="connsiteY8" fmla="*/ 66458 h 92395"/>
                <a:gd name="connsiteX9" fmla="*/ 130781 w 169479"/>
                <a:gd name="connsiteY9" fmla="*/ 68177 h 92395"/>
                <a:gd name="connsiteX10" fmla="*/ 129063 w 169479"/>
                <a:gd name="connsiteY10" fmla="*/ 68646 h 92395"/>
                <a:gd name="connsiteX11" fmla="*/ 100417 w 169479"/>
                <a:gd name="connsiteY11" fmla="*/ 68646 h 92395"/>
                <a:gd name="connsiteX12" fmla="*/ 98698 w 169479"/>
                <a:gd name="connsiteY12" fmla="*/ 68177 h 92395"/>
                <a:gd name="connsiteX13" fmla="*/ 98229 w 169479"/>
                <a:gd name="connsiteY13" fmla="*/ 66458 h 92395"/>
                <a:gd name="connsiteX14" fmla="*/ 98229 w 169479"/>
                <a:gd name="connsiteY14" fmla="*/ 8229 h 92395"/>
                <a:gd name="connsiteX15" fmla="*/ 98698 w 169479"/>
                <a:gd name="connsiteY15" fmla="*/ 6510 h 92395"/>
                <a:gd name="connsiteX16" fmla="*/ 100417 w 169479"/>
                <a:gd name="connsiteY16" fmla="*/ 6042 h 92395"/>
                <a:gd name="connsiteX17" fmla="*/ 9896 w 169479"/>
                <a:gd name="connsiteY17" fmla="*/ 3334 h 92395"/>
                <a:gd name="connsiteX18" fmla="*/ 72500 w 169479"/>
                <a:gd name="connsiteY18" fmla="*/ 3334 h 92395"/>
                <a:gd name="connsiteX19" fmla="*/ 74219 w 169479"/>
                <a:gd name="connsiteY19" fmla="*/ 3802 h 92395"/>
                <a:gd name="connsiteX20" fmla="*/ 74688 w 169479"/>
                <a:gd name="connsiteY20" fmla="*/ 5521 h 92395"/>
                <a:gd name="connsiteX21" fmla="*/ 73854 w 169479"/>
                <a:gd name="connsiteY21" fmla="*/ 15052 h 92395"/>
                <a:gd name="connsiteX22" fmla="*/ 72708 w 169479"/>
                <a:gd name="connsiteY22" fmla="*/ 25521 h 92395"/>
                <a:gd name="connsiteX23" fmla="*/ 71302 w 169479"/>
                <a:gd name="connsiteY23" fmla="*/ 35677 h 92395"/>
                <a:gd name="connsiteX24" fmla="*/ 69792 w 169479"/>
                <a:gd name="connsiteY24" fmla="*/ 44375 h 92395"/>
                <a:gd name="connsiteX25" fmla="*/ 84792 w 169479"/>
                <a:gd name="connsiteY25" fmla="*/ 44375 h 92395"/>
                <a:gd name="connsiteX26" fmla="*/ 84792 w 169479"/>
                <a:gd name="connsiteY26" fmla="*/ 51459 h 92395"/>
                <a:gd name="connsiteX27" fmla="*/ 45729 w 169479"/>
                <a:gd name="connsiteY27" fmla="*/ 51459 h 92395"/>
                <a:gd name="connsiteX28" fmla="*/ 45729 w 169479"/>
                <a:gd name="connsiteY28" fmla="*/ 92396 h 92395"/>
                <a:gd name="connsiteX29" fmla="*/ 37396 w 169479"/>
                <a:gd name="connsiteY29" fmla="*/ 92396 h 92395"/>
                <a:gd name="connsiteX30" fmla="*/ 37396 w 169479"/>
                <a:gd name="connsiteY30" fmla="*/ 51459 h 92395"/>
                <a:gd name="connsiteX31" fmla="*/ 0 w 169479"/>
                <a:gd name="connsiteY31" fmla="*/ 51459 h 92395"/>
                <a:gd name="connsiteX32" fmla="*/ 0 w 169479"/>
                <a:gd name="connsiteY32" fmla="*/ 44375 h 92395"/>
                <a:gd name="connsiteX33" fmla="*/ 61563 w 169479"/>
                <a:gd name="connsiteY33" fmla="*/ 44375 h 92395"/>
                <a:gd name="connsiteX34" fmla="*/ 63021 w 169479"/>
                <a:gd name="connsiteY34" fmla="*/ 36302 h 92395"/>
                <a:gd name="connsiteX35" fmla="*/ 64375 w 169479"/>
                <a:gd name="connsiteY35" fmla="*/ 27500 h 92395"/>
                <a:gd name="connsiteX36" fmla="*/ 65365 w 169479"/>
                <a:gd name="connsiteY36" fmla="*/ 18646 h 92395"/>
                <a:gd name="connsiteX37" fmla="*/ 66042 w 169479"/>
                <a:gd name="connsiteY37" fmla="*/ 10417 h 92395"/>
                <a:gd name="connsiteX38" fmla="*/ 9896 w 169479"/>
                <a:gd name="connsiteY38" fmla="*/ 10417 h 92395"/>
                <a:gd name="connsiteX39" fmla="*/ 161458 w 169479"/>
                <a:gd name="connsiteY39" fmla="*/ 0 h 92395"/>
                <a:gd name="connsiteX40" fmla="*/ 169479 w 169479"/>
                <a:gd name="connsiteY40" fmla="*/ 0 h 92395"/>
                <a:gd name="connsiteX41" fmla="*/ 169479 w 169479"/>
                <a:gd name="connsiteY41" fmla="*/ 92396 h 92395"/>
                <a:gd name="connsiteX42" fmla="*/ 161458 w 169479"/>
                <a:gd name="connsiteY42" fmla="*/ 92396 h 92395"/>
                <a:gd name="connsiteX43" fmla="*/ 161458 w 169479"/>
                <a:gd name="connsiteY43" fmla="*/ 39480 h 92395"/>
                <a:gd name="connsiteX44" fmla="*/ 149375 w 169479"/>
                <a:gd name="connsiteY44" fmla="*/ 39480 h 92395"/>
                <a:gd name="connsiteX45" fmla="*/ 149375 w 169479"/>
                <a:gd name="connsiteY45" fmla="*/ 87917 h 92395"/>
                <a:gd name="connsiteX46" fmla="*/ 141458 w 169479"/>
                <a:gd name="connsiteY46" fmla="*/ 87917 h 92395"/>
                <a:gd name="connsiteX47" fmla="*/ 141458 w 169479"/>
                <a:gd name="connsiteY47" fmla="*/ 1562 h 92395"/>
                <a:gd name="connsiteX48" fmla="*/ 149375 w 169479"/>
                <a:gd name="connsiteY48" fmla="*/ 1562 h 92395"/>
                <a:gd name="connsiteX49" fmla="*/ 149375 w 169479"/>
                <a:gd name="connsiteY49" fmla="*/ 31563 h 92395"/>
                <a:gd name="connsiteX50" fmla="*/ 161458 w 169479"/>
                <a:gd name="connsiteY50" fmla="*/ 31563 h 9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69479" h="92395">
                  <a:moveTo>
                    <a:pt x="106146" y="13021"/>
                  </a:moveTo>
                  <a:lnTo>
                    <a:pt x="106146" y="61563"/>
                  </a:lnTo>
                  <a:lnTo>
                    <a:pt x="123438" y="61563"/>
                  </a:lnTo>
                  <a:lnTo>
                    <a:pt x="123438" y="13021"/>
                  </a:lnTo>
                  <a:close/>
                  <a:moveTo>
                    <a:pt x="100417" y="6042"/>
                  </a:moveTo>
                  <a:lnTo>
                    <a:pt x="129063" y="6042"/>
                  </a:lnTo>
                  <a:cubicBezTo>
                    <a:pt x="129896" y="6042"/>
                    <a:pt x="130469" y="6198"/>
                    <a:pt x="130781" y="6510"/>
                  </a:cubicBezTo>
                  <a:cubicBezTo>
                    <a:pt x="131094" y="6823"/>
                    <a:pt x="131250" y="7396"/>
                    <a:pt x="131250" y="8229"/>
                  </a:cubicBezTo>
                  <a:lnTo>
                    <a:pt x="131250" y="66458"/>
                  </a:lnTo>
                  <a:cubicBezTo>
                    <a:pt x="131250" y="67292"/>
                    <a:pt x="131094" y="67865"/>
                    <a:pt x="130781" y="68177"/>
                  </a:cubicBezTo>
                  <a:cubicBezTo>
                    <a:pt x="130469" y="68490"/>
                    <a:pt x="129896" y="68646"/>
                    <a:pt x="129063" y="68646"/>
                  </a:cubicBezTo>
                  <a:lnTo>
                    <a:pt x="100417" y="68646"/>
                  </a:lnTo>
                  <a:cubicBezTo>
                    <a:pt x="99583" y="68646"/>
                    <a:pt x="99011" y="68490"/>
                    <a:pt x="98698" y="68177"/>
                  </a:cubicBezTo>
                  <a:cubicBezTo>
                    <a:pt x="98385" y="67865"/>
                    <a:pt x="98229" y="67292"/>
                    <a:pt x="98229" y="66458"/>
                  </a:cubicBezTo>
                  <a:lnTo>
                    <a:pt x="98229" y="8229"/>
                  </a:lnTo>
                  <a:cubicBezTo>
                    <a:pt x="98229" y="7396"/>
                    <a:pt x="98385" y="6823"/>
                    <a:pt x="98698" y="6510"/>
                  </a:cubicBezTo>
                  <a:cubicBezTo>
                    <a:pt x="99011" y="6198"/>
                    <a:pt x="99583" y="6042"/>
                    <a:pt x="100417" y="6042"/>
                  </a:cubicBezTo>
                  <a:close/>
                  <a:moveTo>
                    <a:pt x="9896" y="3334"/>
                  </a:moveTo>
                  <a:lnTo>
                    <a:pt x="72500" y="3334"/>
                  </a:lnTo>
                  <a:cubicBezTo>
                    <a:pt x="73333" y="3334"/>
                    <a:pt x="73906" y="3490"/>
                    <a:pt x="74219" y="3802"/>
                  </a:cubicBezTo>
                  <a:cubicBezTo>
                    <a:pt x="74531" y="4115"/>
                    <a:pt x="74688" y="4688"/>
                    <a:pt x="74688" y="5521"/>
                  </a:cubicBezTo>
                  <a:cubicBezTo>
                    <a:pt x="74479" y="8438"/>
                    <a:pt x="74202" y="11615"/>
                    <a:pt x="73854" y="15052"/>
                  </a:cubicBezTo>
                  <a:cubicBezTo>
                    <a:pt x="73508" y="18490"/>
                    <a:pt x="73125" y="21979"/>
                    <a:pt x="72708" y="25521"/>
                  </a:cubicBezTo>
                  <a:cubicBezTo>
                    <a:pt x="72292" y="28985"/>
                    <a:pt x="71823" y="32370"/>
                    <a:pt x="71302" y="35677"/>
                  </a:cubicBezTo>
                  <a:cubicBezTo>
                    <a:pt x="70781" y="38972"/>
                    <a:pt x="70279" y="41875"/>
                    <a:pt x="69792" y="44375"/>
                  </a:cubicBezTo>
                  <a:lnTo>
                    <a:pt x="84792" y="44375"/>
                  </a:lnTo>
                  <a:lnTo>
                    <a:pt x="84792" y="51459"/>
                  </a:lnTo>
                  <a:lnTo>
                    <a:pt x="45729" y="51459"/>
                  </a:lnTo>
                  <a:lnTo>
                    <a:pt x="45729" y="92396"/>
                  </a:lnTo>
                  <a:lnTo>
                    <a:pt x="37396" y="92396"/>
                  </a:lnTo>
                  <a:lnTo>
                    <a:pt x="37396" y="51459"/>
                  </a:lnTo>
                  <a:lnTo>
                    <a:pt x="0" y="51459"/>
                  </a:lnTo>
                  <a:lnTo>
                    <a:pt x="0" y="44375"/>
                  </a:lnTo>
                  <a:lnTo>
                    <a:pt x="61563" y="44375"/>
                  </a:lnTo>
                  <a:cubicBezTo>
                    <a:pt x="62050" y="41875"/>
                    <a:pt x="62535" y="39180"/>
                    <a:pt x="63021" y="36302"/>
                  </a:cubicBezTo>
                  <a:cubicBezTo>
                    <a:pt x="63508" y="33412"/>
                    <a:pt x="63958" y="30482"/>
                    <a:pt x="64375" y="27500"/>
                  </a:cubicBezTo>
                  <a:cubicBezTo>
                    <a:pt x="64723" y="24505"/>
                    <a:pt x="65052" y="21563"/>
                    <a:pt x="65365" y="18646"/>
                  </a:cubicBezTo>
                  <a:cubicBezTo>
                    <a:pt x="65677" y="15729"/>
                    <a:pt x="65904" y="12982"/>
                    <a:pt x="66042" y="10417"/>
                  </a:cubicBezTo>
                  <a:lnTo>
                    <a:pt x="9896" y="10417"/>
                  </a:lnTo>
                  <a:close/>
                  <a:moveTo>
                    <a:pt x="161458" y="0"/>
                  </a:moveTo>
                  <a:lnTo>
                    <a:pt x="169479" y="0"/>
                  </a:lnTo>
                  <a:lnTo>
                    <a:pt x="169479" y="92396"/>
                  </a:lnTo>
                  <a:lnTo>
                    <a:pt x="161458" y="92396"/>
                  </a:lnTo>
                  <a:lnTo>
                    <a:pt x="161458" y="39480"/>
                  </a:lnTo>
                  <a:lnTo>
                    <a:pt x="149375" y="39480"/>
                  </a:lnTo>
                  <a:lnTo>
                    <a:pt x="149375" y="87917"/>
                  </a:lnTo>
                  <a:lnTo>
                    <a:pt x="141458" y="87917"/>
                  </a:lnTo>
                  <a:lnTo>
                    <a:pt x="141458" y="1562"/>
                  </a:lnTo>
                  <a:lnTo>
                    <a:pt x="149375" y="1562"/>
                  </a:lnTo>
                  <a:lnTo>
                    <a:pt x="149375" y="31563"/>
                  </a:lnTo>
                  <a:lnTo>
                    <a:pt x="161458" y="31563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6" name="TextBox 805">
              <a:extLst>
                <a:ext uri="{FF2B5EF4-FFF2-40B4-BE49-F238E27FC236}">
                  <a16:creationId xmlns:a16="http://schemas.microsoft.com/office/drawing/2014/main" id="{73CA60AD-DE4C-4B46-8169-5D5C4D01EA49}"/>
                </a:ext>
              </a:extLst>
            </p:cNvPr>
            <p:cNvSpPr txBox="1"/>
            <p:nvPr/>
          </p:nvSpPr>
          <p:spPr>
            <a:xfrm>
              <a:off x="1531268" y="8171037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구매</a:t>
              </a:r>
            </a:p>
          </p:txBody>
        </p:sp>
        <p:sp>
          <p:nvSpPr>
            <p:cNvPr id="807" name="자유형: 도형 806">
              <a:extLst>
                <a:ext uri="{FF2B5EF4-FFF2-40B4-BE49-F238E27FC236}">
                  <a16:creationId xmlns:a16="http://schemas.microsoft.com/office/drawing/2014/main" id="{B7F55C21-6BA1-4F40-A883-D69C000B68A6}"/>
                </a:ext>
              </a:extLst>
            </p:cNvPr>
            <p:cNvSpPr/>
            <p:nvPr/>
          </p:nvSpPr>
          <p:spPr>
            <a:xfrm>
              <a:off x="3018050" y="8112785"/>
              <a:ext cx="631667" cy="81563"/>
            </a:xfrm>
            <a:custGeom>
              <a:avLst/>
              <a:gdLst>
                <a:gd name="connsiteX0" fmla="*/ 408021 w 631667"/>
                <a:gd name="connsiteY0" fmla="*/ 70833 h 81563"/>
                <a:gd name="connsiteX1" fmla="*/ 418750 w 631667"/>
                <a:gd name="connsiteY1" fmla="*/ 70833 h 81563"/>
                <a:gd name="connsiteX2" fmla="*/ 418750 w 631667"/>
                <a:gd name="connsiteY2" fmla="*/ 81563 h 81563"/>
                <a:gd name="connsiteX3" fmla="*/ 408021 w 631667"/>
                <a:gd name="connsiteY3" fmla="*/ 81563 h 81563"/>
                <a:gd name="connsiteX4" fmla="*/ 251771 w 631667"/>
                <a:gd name="connsiteY4" fmla="*/ 70833 h 81563"/>
                <a:gd name="connsiteX5" fmla="*/ 262500 w 631667"/>
                <a:gd name="connsiteY5" fmla="*/ 70833 h 81563"/>
                <a:gd name="connsiteX6" fmla="*/ 262500 w 631667"/>
                <a:gd name="connsiteY6" fmla="*/ 81563 h 81563"/>
                <a:gd name="connsiteX7" fmla="*/ 251771 w 631667"/>
                <a:gd name="connsiteY7" fmla="*/ 81563 h 81563"/>
                <a:gd name="connsiteX8" fmla="*/ 598855 w 631667"/>
                <a:gd name="connsiteY8" fmla="*/ 33959 h 81563"/>
                <a:gd name="connsiteX9" fmla="*/ 604219 w 631667"/>
                <a:gd name="connsiteY9" fmla="*/ 34948 h 81563"/>
                <a:gd name="connsiteX10" fmla="*/ 609063 w 631667"/>
                <a:gd name="connsiteY10" fmla="*/ 37917 h 81563"/>
                <a:gd name="connsiteX11" fmla="*/ 613854 w 631667"/>
                <a:gd name="connsiteY11" fmla="*/ 41406 h 81563"/>
                <a:gd name="connsiteX12" fmla="*/ 618125 w 631667"/>
                <a:gd name="connsiteY12" fmla="*/ 42605 h 81563"/>
                <a:gd name="connsiteX13" fmla="*/ 623386 w 631667"/>
                <a:gd name="connsiteY13" fmla="*/ 40313 h 81563"/>
                <a:gd name="connsiteX14" fmla="*/ 626980 w 631667"/>
                <a:gd name="connsiteY14" fmla="*/ 33959 h 81563"/>
                <a:gd name="connsiteX15" fmla="*/ 631667 w 631667"/>
                <a:gd name="connsiteY15" fmla="*/ 36771 h 81563"/>
                <a:gd name="connsiteX16" fmla="*/ 626719 w 631667"/>
                <a:gd name="connsiteY16" fmla="*/ 45834 h 81563"/>
                <a:gd name="connsiteX17" fmla="*/ 618021 w 631667"/>
                <a:gd name="connsiteY17" fmla="*/ 49271 h 81563"/>
                <a:gd name="connsiteX18" fmla="*/ 612605 w 631667"/>
                <a:gd name="connsiteY18" fmla="*/ 48334 h 81563"/>
                <a:gd name="connsiteX19" fmla="*/ 607813 w 631667"/>
                <a:gd name="connsiteY19" fmla="*/ 45313 h 81563"/>
                <a:gd name="connsiteX20" fmla="*/ 602969 w 631667"/>
                <a:gd name="connsiteY20" fmla="*/ 41875 h 81563"/>
                <a:gd name="connsiteX21" fmla="*/ 598750 w 631667"/>
                <a:gd name="connsiteY21" fmla="*/ 40625 h 81563"/>
                <a:gd name="connsiteX22" fmla="*/ 593646 w 631667"/>
                <a:gd name="connsiteY22" fmla="*/ 42656 h 81563"/>
                <a:gd name="connsiteX23" fmla="*/ 590105 w 631667"/>
                <a:gd name="connsiteY23" fmla="*/ 48438 h 81563"/>
                <a:gd name="connsiteX24" fmla="*/ 585417 w 631667"/>
                <a:gd name="connsiteY24" fmla="*/ 45625 h 81563"/>
                <a:gd name="connsiteX25" fmla="*/ 590313 w 631667"/>
                <a:gd name="connsiteY25" fmla="*/ 37396 h 81563"/>
                <a:gd name="connsiteX26" fmla="*/ 598855 w 631667"/>
                <a:gd name="connsiteY26" fmla="*/ 33959 h 81563"/>
                <a:gd name="connsiteX27" fmla="*/ 519063 w 631667"/>
                <a:gd name="connsiteY27" fmla="*/ 8334 h 81563"/>
                <a:gd name="connsiteX28" fmla="*/ 507032 w 631667"/>
                <a:gd name="connsiteY28" fmla="*/ 13855 h 81563"/>
                <a:gd name="connsiteX29" fmla="*/ 502813 w 631667"/>
                <a:gd name="connsiteY29" fmla="*/ 27292 h 81563"/>
                <a:gd name="connsiteX30" fmla="*/ 503802 w 631667"/>
                <a:gd name="connsiteY30" fmla="*/ 34583 h 81563"/>
                <a:gd name="connsiteX31" fmla="*/ 506875 w 631667"/>
                <a:gd name="connsiteY31" fmla="*/ 40521 h 81563"/>
                <a:gd name="connsiteX32" fmla="*/ 511875 w 631667"/>
                <a:gd name="connsiteY32" fmla="*/ 44636 h 81563"/>
                <a:gd name="connsiteX33" fmla="*/ 518959 w 631667"/>
                <a:gd name="connsiteY33" fmla="*/ 46146 h 81563"/>
                <a:gd name="connsiteX34" fmla="*/ 525365 w 631667"/>
                <a:gd name="connsiteY34" fmla="*/ 44688 h 81563"/>
                <a:gd name="connsiteX35" fmla="*/ 530417 w 631667"/>
                <a:gd name="connsiteY35" fmla="*/ 40834 h 81563"/>
                <a:gd name="connsiteX36" fmla="*/ 533802 w 631667"/>
                <a:gd name="connsiteY36" fmla="*/ 35105 h 81563"/>
                <a:gd name="connsiteX37" fmla="*/ 535000 w 631667"/>
                <a:gd name="connsiteY37" fmla="*/ 28230 h 81563"/>
                <a:gd name="connsiteX38" fmla="*/ 533802 w 631667"/>
                <a:gd name="connsiteY38" fmla="*/ 20417 h 81563"/>
                <a:gd name="connsiteX39" fmla="*/ 530521 w 631667"/>
                <a:gd name="connsiteY39" fmla="*/ 14063 h 81563"/>
                <a:gd name="connsiteX40" fmla="*/ 525521 w 631667"/>
                <a:gd name="connsiteY40" fmla="*/ 9896 h 81563"/>
                <a:gd name="connsiteX41" fmla="*/ 519063 w 631667"/>
                <a:gd name="connsiteY41" fmla="*/ 8334 h 81563"/>
                <a:gd name="connsiteX42" fmla="*/ 89583 w 631667"/>
                <a:gd name="connsiteY42" fmla="*/ 7188 h 81563"/>
                <a:gd name="connsiteX43" fmla="*/ 80781 w 631667"/>
                <a:gd name="connsiteY43" fmla="*/ 10834 h 81563"/>
                <a:gd name="connsiteX44" fmla="*/ 76042 w 631667"/>
                <a:gd name="connsiteY44" fmla="*/ 19584 h 81563"/>
                <a:gd name="connsiteX45" fmla="*/ 74011 w 631667"/>
                <a:gd name="connsiteY45" fmla="*/ 30573 h 81563"/>
                <a:gd name="connsiteX46" fmla="*/ 73646 w 631667"/>
                <a:gd name="connsiteY46" fmla="*/ 40729 h 81563"/>
                <a:gd name="connsiteX47" fmla="*/ 74011 w 631667"/>
                <a:gd name="connsiteY47" fmla="*/ 50782 h 81563"/>
                <a:gd name="connsiteX48" fmla="*/ 76042 w 631667"/>
                <a:gd name="connsiteY48" fmla="*/ 61667 h 81563"/>
                <a:gd name="connsiteX49" fmla="*/ 80781 w 631667"/>
                <a:gd name="connsiteY49" fmla="*/ 70313 h 81563"/>
                <a:gd name="connsiteX50" fmla="*/ 89583 w 631667"/>
                <a:gd name="connsiteY50" fmla="*/ 73854 h 81563"/>
                <a:gd name="connsiteX51" fmla="*/ 98542 w 631667"/>
                <a:gd name="connsiteY51" fmla="*/ 70313 h 81563"/>
                <a:gd name="connsiteX52" fmla="*/ 103542 w 631667"/>
                <a:gd name="connsiteY52" fmla="*/ 61667 h 81563"/>
                <a:gd name="connsiteX53" fmla="*/ 105833 w 631667"/>
                <a:gd name="connsiteY53" fmla="*/ 50782 h 81563"/>
                <a:gd name="connsiteX54" fmla="*/ 106354 w 631667"/>
                <a:gd name="connsiteY54" fmla="*/ 40729 h 81563"/>
                <a:gd name="connsiteX55" fmla="*/ 105833 w 631667"/>
                <a:gd name="connsiteY55" fmla="*/ 30573 h 81563"/>
                <a:gd name="connsiteX56" fmla="*/ 103542 w 631667"/>
                <a:gd name="connsiteY56" fmla="*/ 19584 h 81563"/>
                <a:gd name="connsiteX57" fmla="*/ 98542 w 631667"/>
                <a:gd name="connsiteY57" fmla="*/ 10834 h 81563"/>
                <a:gd name="connsiteX58" fmla="*/ 89583 w 631667"/>
                <a:gd name="connsiteY58" fmla="*/ 7188 h 81563"/>
                <a:gd name="connsiteX59" fmla="*/ 296875 w 631667"/>
                <a:gd name="connsiteY59" fmla="*/ 3125 h 81563"/>
                <a:gd name="connsiteX60" fmla="*/ 302813 w 631667"/>
                <a:gd name="connsiteY60" fmla="*/ 3125 h 81563"/>
                <a:gd name="connsiteX61" fmla="*/ 304375 w 631667"/>
                <a:gd name="connsiteY61" fmla="*/ 3542 h 81563"/>
                <a:gd name="connsiteX62" fmla="*/ 304792 w 631667"/>
                <a:gd name="connsiteY62" fmla="*/ 5105 h 81563"/>
                <a:gd name="connsiteX63" fmla="*/ 304792 w 631667"/>
                <a:gd name="connsiteY63" fmla="*/ 79167 h 81563"/>
                <a:gd name="connsiteX64" fmla="*/ 296563 w 631667"/>
                <a:gd name="connsiteY64" fmla="*/ 79167 h 81563"/>
                <a:gd name="connsiteX65" fmla="*/ 296563 w 631667"/>
                <a:gd name="connsiteY65" fmla="*/ 12084 h 81563"/>
                <a:gd name="connsiteX66" fmla="*/ 289532 w 631667"/>
                <a:gd name="connsiteY66" fmla="*/ 17865 h 81563"/>
                <a:gd name="connsiteX67" fmla="*/ 280313 w 631667"/>
                <a:gd name="connsiteY67" fmla="*/ 23125 h 81563"/>
                <a:gd name="connsiteX68" fmla="*/ 280313 w 631667"/>
                <a:gd name="connsiteY68" fmla="*/ 15209 h 81563"/>
                <a:gd name="connsiteX69" fmla="*/ 288959 w 631667"/>
                <a:gd name="connsiteY69" fmla="*/ 10104 h 81563"/>
                <a:gd name="connsiteX70" fmla="*/ 296875 w 631667"/>
                <a:gd name="connsiteY70" fmla="*/ 3125 h 81563"/>
                <a:gd name="connsiteX71" fmla="*/ 518542 w 631667"/>
                <a:gd name="connsiteY71" fmla="*/ 1354 h 81563"/>
                <a:gd name="connsiteX72" fmla="*/ 528125 w 631667"/>
                <a:gd name="connsiteY72" fmla="*/ 2917 h 81563"/>
                <a:gd name="connsiteX73" fmla="*/ 536354 w 631667"/>
                <a:gd name="connsiteY73" fmla="*/ 8646 h 81563"/>
                <a:gd name="connsiteX74" fmla="*/ 542032 w 631667"/>
                <a:gd name="connsiteY74" fmla="*/ 20157 h 81563"/>
                <a:gd name="connsiteX75" fmla="*/ 544167 w 631667"/>
                <a:gd name="connsiteY75" fmla="*/ 38958 h 81563"/>
                <a:gd name="connsiteX76" fmla="*/ 537188 w 631667"/>
                <a:gd name="connsiteY76" fmla="*/ 70365 h 81563"/>
                <a:gd name="connsiteX77" fmla="*/ 518229 w 631667"/>
                <a:gd name="connsiteY77" fmla="*/ 80833 h 81563"/>
                <a:gd name="connsiteX78" fmla="*/ 502761 w 631667"/>
                <a:gd name="connsiteY78" fmla="*/ 75521 h 81563"/>
                <a:gd name="connsiteX79" fmla="*/ 495938 w 631667"/>
                <a:gd name="connsiteY79" fmla="*/ 61042 h 81563"/>
                <a:gd name="connsiteX80" fmla="*/ 504167 w 631667"/>
                <a:gd name="connsiteY80" fmla="*/ 61042 h 81563"/>
                <a:gd name="connsiteX81" fmla="*/ 508698 w 631667"/>
                <a:gd name="connsiteY81" fmla="*/ 70417 h 81563"/>
                <a:gd name="connsiteX82" fmla="*/ 518646 w 631667"/>
                <a:gd name="connsiteY82" fmla="*/ 73854 h 81563"/>
                <a:gd name="connsiteX83" fmla="*/ 527657 w 631667"/>
                <a:gd name="connsiteY83" fmla="*/ 70729 h 81563"/>
                <a:gd name="connsiteX84" fmla="*/ 533334 w 631667"/>
                <a:gd name="connsiteY84" fmla="*/ 62605 h 81563"/>
                <a:gd name="connsiteX85" fmla="*/ 536198 w 631667"/>
                <a:gd name="connsiteY85" fmla="*/ 51563 h 81563"/>
                <a:gd name="connsiteX86" fmla="*/ 536980 w 631667"/>
                <a:gd name="connsiteY86" fmla="*/ 39376 h 81563"/>
                <a:gd name="connsiteX87" fmla="*/ 529375 w 631667"/>
                <a:gd name="connsiteY87" fmla="*/ 49375 h 81563"/>
                <a:gd name="connsiteX88" fmla="*/ 517292 w 631667"/>
                <a:gd name="connsiteY88" fmla="*/ 52605 h 81563"/>
                <a:gd name="connsiteX89" fmla="*/ 500782 w 631667"/>
                <a:gd name="connsiteY89" fmla="*/ 45625 h 81563"/>
                <a:gd name="connsiteX90" fmla="*/ 494584 w 631667"/>
                <a:gd name="connsiteY90" fmla="*/ 27084 h 81563"/>
                <a:gd name="connsiteX91" fmla="*/ 496198 w 631667"/>
                <a:gd name="connsiteY91" fmla="*/ 17083 h 81563"/>
                <a:gd name="connsiteX92" fmla="*/ 500938 w 631667"/>
                <a:gd name="connsiteY92" fmla="*/ 8854 h 81563"/>
                <a:gd name="connsiteX93" fmla="*/ 508490 w 631667"/>
                <a:gd name="connsiteY93" fmla="*/ 3386 h 81563"/>
                <a:gd name="connsiteX94" fmla="*/ 518542 w 631667"/>
                <a:gd name="connsiteY94" fmla="*/ 1354 h 81563"/>
                <a:gd name="connsiteX95" fmla="*/ 452709 w 631667"/>
                <a:gd name="connsiteY95" fmla="*/ 1354 h 81563"/>
                <a:gd name="connsiteX96" fmla="*/ 468750 w 631667"/>
                <a:gd name="connsiteY96" fmla="*/ 6459 h 81563"/>
                <a:gd name="connsiteX97" fmla="*/ 475209 w 631667"/>
                <a:gd name="connsiteY97" fmla="*/ 21458 h 81563"/>
                <a:gd name="connsiteX98" fmla="*/ 471094 w 631667"/>
                <a:gd name="connsiteY98" fmla="*/ 35313 h 81563"/>
                <a:gd name="connsiteX99" fmla="*/ 461250 w 631667"/>
                <a:gd name="connsiteY99" fmla="*/ 49271 h 81563"/>
                <a:gd name="connsiteX100" fmla="*/ 449375 w 631667"/>
                <a:gd name="connsiteY100" fmla="*/ 61979 h 81563"/>
                <a:gd name="connsiteX101" fmla="*/ 439167 w 631667"/>
                <a:gd name="connsiteY101" fmla="*/ 71979 h 81563"/>
                <a:gd name="connsiteX102" fmla="*/ 476875 w 631667"/>
                <a:gd name="connsiteY102" fmla="*/ 71979 h 81563"/>
                <a:gd name="connsiteX103" fmla="*/ 476875 w 631667"/>
                <a:gd name="connsiteY103" fmla="*/ 79167 h 81563"/>
                <a:gd name="connsiteX104" fmla="*/ 431146 w 631667"/>
                <a:gd name="connsiteY104" fmla="*/ 79167 h 81563"/>
                <a:gd name="connsiteX105" fmla="*/ 429948 w 631667"/>
                <a:gd name="connsiteY105" fmla="*/ 78855 h 81563"/>
                <a:gd name="connsiteX106" fmla="*/ 429688 w 631667"/>
                <a:gd name="connsiteY106" fmla="*/ 77604 h 81563"/>
                <a:gd name="connsiteX107" fmla="*/ 429688 w 631667"/>
                <a:gd name="connsiteY107" fmla="*/ 71355 h 81563"/>
                <a:gd name="connsiteX108" fmla="*/ 434011 w 631667"/>
                <a:gd name="connsiteY108" fmla="*/ 67188 h 81563"/>
                <a:gd name="connsiteX109" fmla="*/ 439584 w 631667"/>
                <a:gd name="connsiteY109" fmla="*/ 61667 h 81563"/>
                <a:gd name="connsiteX110" fmla="*/ 445625 w 631667"/>
                <a:gd name="connsiteY110" fmla="*/ 55208 h 81563"/>
                <a:gd name="connsiteX111" fmla="*/ 451771 w 631667"/>
                <a:gd name="connsiteY111" fmla="*/ 48126 h 81563"/>
                <a:gd name="connsiteX112" fmla="*/ 457500 w 631667"/>
                <a:gd name="connsiteY112" fmla="*/ 40990 h 81563"/>
                <a:gd name="connsiteX113" fmla="*/ 462188 w 631667"/>
                <a:gd name="connsiteY113" fmla="*/ 34063 h 81563"/>
                <a:gd name="connsiteX114" fmla="*/ 465469 w 631667"/>
                <a:gd name="connsiteY114" fmla="*/ 27604 h 81563"/>
                <a:gd name="connsiteX115" fmla="*/ 466667 w 631667"/>
                <a:gd name="connsiteY115" fmla="*/ 22084 h 81563"/>
                <a:gd name="connsiteX116" fmla="*/ 462709 w 631667"/>
                <a:gd name="connsiteY116" fmla="*/ 11927 h 81563"/>
                <a:gd name="connsiteX117" fmla="*/ 452500 w 631667"/>
                <a:gd name="connsiteY117" fmla="*/ 8542 h 81563"/>
                <a:gd name="connsiteX118" fmla="*/ 442657 w 631667"/>
                <a:gd name="connsiteY118" fmla="*/ 12709 h 81563"/>
                <a:gd name="connsiteX119" fmla="*/ 438854 w 631667"/>
                <a:gd name="connsiteY119" fmla="*/ 23542 h 81563"/>
                <a:gd name="connsiteX120" fmla="*/ 430313 w 631667"/>
                <a:gd name="connsiteY120" fmla="*/ 23542 h 81563"/>
                <a:gd name="connsiteX121" fmla="*/ 431979 w 631667"/>
                <a:gd name="connsiteY121" fmla="*/ 14428 h 81563"/>
                <a:gd name="connsiteX122" fmla="*/ 436667 w 631667"/>
                <a:gd name="connsiteY122" fmla="*/ 7396 h 81563"/>
                <a:gd name="connsiteX123" fmla="*/ 443802 w 631667"/>
                <a:gd name="connsiteY123" fmla="*/ 2917 h 81563"/>
                <a:gd name="connsiteX124" fmla="*/ 452709 w 631667"/>
                <a:gd name="connsiteY124" fmla="*/ 1354 h 81563"/>
                <a:gd name="connsiteX125" fmla="*/ 361563 w 631667"/>
                <a:gd name="connsiteY125" fmla="*/ 1354 h 81563"/>
                <a:gd name="connsiteX126" fmla="*/ 377604 w 631667"/>
                <a:gd name="connsiteY126" fmla="*/ 6459 h 81563"/>
                <a:gd name="connsiteX127" fmla="*/ 384063 w 631667"/>
                <a:gd name="connsiteY127" fmla="*/ 21458 h 81563"/>
                <a:gd name="connsiteX128" fmla="*/ 379948 w 631667"/>
                <a:gd name="connsiteY128" fmla="*/ 35313 h 81563"/>
                <a:gd name="connsiteX129" fmla="*/ 370104 w 631667"/>
                <a:gd name="connsiteY129" fmla="*/ 49271 h 81563"/>
                <a:gd name="connsiteX130" fmla="*/ 358229 w 631667"/>
                <a:gd name="connsiteY130" fmla="*/ 61979 h 81563"/>
                <a:gd name="connsiteX131" fmla="*/ 348021 w 631667"/>
                <a:gd name="connsiteY131" fmla="*/ 71979 h 81563"/>
                <a:gd name="connsiteX132" fmla="*/ 385729 w 631667"/>
                <a:gd name="connsiteY132" fmla="*/ 71979 h 81563"/>
                <a:gd name="connsiteX133" fmla="*/ 385729 w 631667"/>
                <a:gd name="connsiteY133" fmla="*/ 79167 h 81563"/>
                <a:gd name="connsiteX134" fmla="*/ 340000 w 631667"/>
                <a:gd name="connsiteY134" fmla="*/ 79167 h 81563"/>
                <a:gd name="connsiteX135" fmla="*/ 338802 w 631667"/>
                <a:gd name="connsiteY135" fmla="*/ 78855 h 81563"/>
                <a:gd name="connsiteX136" fmla="*/ 338542 w 631667"/>
                <a:gd name="connsiteY136" fmla="*/ 77604 h 81563"/>
                <a:gd name="connsiteX137" fmla="*/ 338542 w 631667"/>
                <a:gd name="connsiteY137" fmla="*/ 71355 h 81563"/>
                <a:gd name="connsiteX138" fmla="*/ 342865 w 631667"/>
                <a:gd name="connsiteY138" fmla="*/ 67188 h 81563"/>
                <a:gd name="connsiteX139" fmla="*/ 348438 w 631667"/>
                <a:gd name="connsiteY139" fmla="*/ 61667 h 81563"/>
                <a:gd name="connsiteX140" fmla="*/ 354479 w 631667"/>
                <a:gd name="connsiteY140" fmla="*/ 55208 h 81563"/>
                <a:gd name="connsiteX141" fmla="*/ 360625 w 631667"/>
                <a:gd name="connsiteY141" fmla="*/ 48126 h 81563"/>
                <a:gd name="connsiteX142" fmla="*/ 366354 w 631667"/>
                <a:gd name="connsiteY142" fmla="*/ 40990 h 81563"/>
                <a:gd name="connsiteX143" fmla="*/ 371042 w 631667"/>
                <a:gd name="connsiteY143" fmla="*/ 34063 h 81563"/>
                <a:gd name="connsiteX144" fmla="*/ 374323 w 631667"/>
                <a:gd name="connsiteY144" fmla="*/ 27604 h 81563"/>
                <a:gd name="connsiteX145" fmla="*/ 375521 w 631667"/>
                <a:gd name="connsiteY145" fmla="*/ 22084 h 81563"/>
                <a:gd name="connsiteX146" fmla="*/ 371563 w 631667"/>
                <a:gd name="connsiteY146" fmla="*/ 11927 h 81563"/>
                <a:gd name="connsiteX147" fmla="*/ 361354 w 631667"/>
                <a:gd name="connsiteY147" fmla="*/ 8542 h 81563"/>
                <a:gd name="connsiteX148" fmla="*/ 351511 w 631667"/>
                <a:gd name="connsiteY148" fmla="*/ 12709 h 81563"/>
                <a:gd name="connsiteX149" fmla="*/ 347708 w 631667"/>
                <a:gd name="connsiteY149" fmla="*/ 23542 h 81563"/>
                <a:gd name="connsiteX150" fmla="*/ 339167 w 631667"/>
                <a:gd name="connsiteY150" fmla="*/ 23542 h 81563"/>
                <a:gd name="connsiteX151" fmla="*/ 340833 w 631667"/>
                <a:gd name="connsiteY151" fmla="*/ 14428 h 81563"/>
                <a:gd name="connsiteX152" fmla="*/ 345521 w 631667"/>
                <a:gd name="connsiteY152" fmla="*/ 7396 h 81563"/>
                <a:gd name="connsiteX153" fmla="*/ 352656 w 631667"/>
                <a:gd name="connsiteY153" fmla="*/ 2917 h 81563"/>
                <a:gd name="connsiteX154" fmla="*/ 361563 w 631667"/>
                <a:gd name="connsiteY154" fmla="*/ 1354 h 81563"/>
                <a:gd name="connsiteX155" fmla="*/ 205313 w 631667"/>
                <a:gd name="connsiteY155" fmla="*/ 1354 h 81563"/>
                <a:gd name="connsiteX156" fmla="*/ 221354 w 631667"/>
                <a:gd name="connsiteY156" fmla="*/ 6459 h 81563"/>
                <a:gd name="connsiteX157" fmla="*/ 227813 w 631667"/>
                <a:gd name="connsiteY157" fmla="*/ 21458 h 81563"/>
                <a:gd name="connsiteX158" fmla="*/ 223698 w 631667"/>
                <a:gd name="connsiteY158" fmla="*/ 35313 h 81563"/>
                <a:gd name="connsiteX159" fmla="*/ 213854 w 631667"/>
                <a:gd name="connsiteY159" fmla="*/ 49271 h 81563"/>
                <a:gd name="connsiteX160" fmla="*/ 201979 w 631667"/>
                <a:gd name="connsiteY160" fmla="*/ 61979 h 81563"/>
                <a:gd name="connsiteX161" fmla="*/ 191771 w 631667"/>
                <a:gd name="connsiteY161" fmla="*/ 71979 h 81563"/>
                <a:gd name="connsiteX162" fmla="*/ 229479 w 631667"/>
                <a:gd name="connsiteY162" fmla="*/ 71979 h 81563"/>
                <a:gd name="connsiteX163" fmla="*/ 229479 w 631667"/>
                <a:gd name="connsiteY163" fmla="*/ 79167 h 81563"/>
                <a:gd name="connsiteX164" fmla="*/ 183750 w 631667"/>
                <a:gd name="connsiteY164" fmla="*/ 79167 h 81563"/>
                <a:gd name="connsiteX165" fmla="*/ 182552 w 631667"/>
                <a:gd name="connsiteY165" fmla="*/ 78855 h 81563"/>
                <a:gd name="connsiteX166" fmla="*/ 182292 w 631667"/>
                <a:gd name="connsiteY166" fmla="*/ 77604 h 81563"/>
                <a:gd name="connsiteX167" fmla="*/ 182292 w 631667"/>
                <a:gd name="connsiteY167" fmla="*/ 71355 h 81563"/>
                <a:gd name="connsiteX168" fmla="*/ 186615 w 631667"/>
                <a:gd name="connsiteY168" fmla="*/ 67188 h 81563"/>
                <a:gd name="connsiteX169" fmla="*/ 192188 w 631667"/>
                <a:gd name="connsiteY169" fmla="*/ 61667 h 81563"/>
                <a:gd name="connsiteX170" fmla="*/ 198229 w 631667"/>
                <a:gd name="connsiteY170" fmla="*/ 55208 h 81563"/>
                <a:gd name="connsiteX171" fmla="*/ 204375 w 631667"/>
                <a:gd name="connsiteY171" fmla="*/ 48126 h 81563"/>
                <a:gd name="connsiteX172" fmla="*/ 210104 w 631667"/>
                <a:gd name="connsiteY172" fmla="*/ 40990 h 81563"/>
                <a:gd name="connsiteX173" fmla="*/ 214792 w 631667"/>
                <a:gd name="connsiteY173" fmla="*/ 34063 h 81563"/>
                <a:gd name="connsiteX174" fmla="*/ 218073 w 631667"/>
                <a:gd name="connsiteY174" fmla="*/ 27604 h 81563"/>
                <a:gd name="connsiteX175" fmla="*/ 219271 w 631667"/>
                <a:gd name="connsiteY175" fmla="*/ 22084 h 81563"/>
                <a:gd name="connsiteX176" fmla="*/ 215313 w 631667"/>
                <a:gd name="connsiteY176" fmla="*/ 11927 h 81563"/>
                <a:gd name="connsiteX177" fmla="*/ 205104 w 631667"/>
                <a:gd name="connsiteY177" fmla="*/ 8542 h 81563"/>
                <a:gd name="connsiteX178" fmla="*/ 195261 w 631667"/>
                <a:gd name="connsiteY178" fmla="*/ 12709 h 81563"/>
                <a:gd name="connsiteX179" fmla="*/ 191458 w 631667"/>
                <a:gd name="connsiteY179" fmla="*/ 23542 h 81563"/>
                <a:gd name="connsiteX180" fmla="*/ 182917 w 631667"/>
                <a:gd name="connsiteY180" fmla="*/ 23542 h 81563"/>
                <a:gd name="connsiteX181" fmla="*/ 184583 w 631667"/>
                <a:gd name="connsiteY181" fmla="*/ 14428 h 81563"/>
                <a:gd name="connsiteX182" fmla="*/ 189271 w 631667"/>
                <a:gd name="connsiteY182" fmla="*/ 7396 h 81563"/>
                <a:gd name="connsiteX183" fmla="*/ 196406 w 631667"/>
                <a:gd name="connsiteY183" fmla="*/ 2917 h 81563"/>
                <a:gd name="connsiteX184" fmla="*/ 205313 w 631667"/>
                <a:gd name="connsiteY184" fmla="*/ 1354 h 81563"/>
                <a:gd name="connsiteX185" fmla="*/ 140208 w 631667"/>
                <a:gd name="connsiteY185" fmla="*/ 1354 h 81563"/>
                <a:gd name="connsiteX186" fmla="*/ 156250 w 631667"/>
                <a:gd name="connsiteY186" fmla="*/ 6459 h 81563"/>
                <a:gd name="connsiteX187" fmla="*/ 162708 w 631667"/>
                <a:gd name="connsiteY187" fmla="*/ 21458 h 81563"/>
                <a:gd name="connsiteX188" fmla="*/ 158594 w 631667"/>
                <a:gd name="connsiteY188" fmla="*/ 35313 h 81563"/>
                <a:gd name="connsiteX189" fmla="*/ 148750 w 631667"/>
                <a:gd name="connsiteY189" fmla="*/ 49271 h 81563"/>
                <a:gd name="connsiteX190" fmla="*/ 136875 w 631667"/>
                <a:gd name="connsiteY190" fmla="*/ 61979 h 81563"/>
                <a:gd name="connsiteX191" fmla="*/ 126667 w 631667"/>
                <a:gd name="connsiteY191" fmla="*/ 71979 h 81563"/>
                <a:gd name="connsiteX192" fmla="*/ 164375 w 631667"/>
                <a:gd name="connsiteY192" fmla="*/ 71979 h 81563"/>
                <a:gd name="connsiteX193" fmla="*/ 164375 w 631667"/>
                <a:gd name="connsiteY193" fmla="*/ 79167 h 81563"/>
                <a:gd name="connsiteX194" fmla="*/ 118646 w 631667"/>
                <a:gd name="connsiteY194" fmla="*/ 79167 h 81563"/>
                <a:gd name="connsiteX195" fmla="*/ 117448 w 631667"/>
                <a:gd name="connsiteY195" fmla="*/ 78855 h 81563"/>
                <a:gd name="connsiteX196" fmla="*/ 117188 w 631667"/>
                <a:gd name="connsiteY196" fmla="*/ 77604 h 81563"/>
                <a:gd name="connsiteX197" fmla="*/ 117188 w 631667"/>
                <a:gd name="connsiteY197" fmla="*/ 71355 h 81563"/>
                <a:gd name="connsiteX198" fmla="*/ 121510 w 631667"/>
                <a:gd name="connsiteY198" fmla="*/ 67188 h 81563"/>
                <a:gd name="connsiteX199" fmla="*/ 127084 w 631667"/>
                <a:gd name="connsiteY199" fmla="*/ 61667 h 81563"/>
                <a:gd name="connsiteX200" fmla="*/ 133125 w 631667"/>
                <a:gd name="connsiteY200" fmla="*/ 55208 h 81563"/>
                <a:gd name="connsiteX201" fmla="*/ 139271 w 631667"/>
                <a:gd name="connsiteY201" fmla="*/ 48126 h 81563"/>
                <a:gd name="connsiteX202" fmla="*/ 145000 w 631667"/>
                <a:gd name="connsiteY202" fmla="*/ 40990 h 81563"/>
                <a:gd name="connsiteX203" fmla="*/ 149688 w 631667"/>
                <a:gd name="connsiteY203" fmla="*/ 34063 h 81563"/>
                <a:gd name="connsiteX204" fmla="*/ 152969 w 631667"/>
                <a:gd name="connsiteY204" fmla="*/ 27604 h 81563"/>
                <a:gd name="connsiteX205" fmla="*/ 154167 w 631667"/>
                <a:gd name="connsiteY205" fmla="*/ 22084 h 81563"/>
                <a:gd name="connsiteX206" fmla="*/ 150208 w 631667"/>
                <a:gd name="connsiteY206" fmla="*/ 11927 h 81563"/>
                <a:gd name="connsiteX207" fmla="*/ 140000 w 631667"/>
                <a:gd name="connsiteY207" fmla="*/ 8542 h 81563"/>
                <a:gd name="connsiteX208" fmla="*/ 130156 w 631667"/>
                <a:gd name="connsiteY208" fmla="*/ 12709 h 81563"/>
                <a:gd name="connsiteX209" fmla="*/ 126354 w 631667"/>
                <a:gd name="connsiteY209" fmla="*/ 23542 h 81563"/>
                <a:gd name="connsiteX210" fmla="*/ 117813 w 631667"/>
                <a:gd name="connsiteY210" fmla="*/ 23542 h 81563"/>
                <a:gd name="connsiteX211" fmla="*/ 119479 w 631667"/>
                <a:gd name="connsiteY211" fmla="*/ 14428 h 81563"/>
                <a:gd name="connsiteX212" fmla="*/ 124167 w 631667"/>
                <a:gd name="connsiteY212" fmla="*/ 7396 h 81563"/>
                <a:gd name="connsiteX213" fmla="*/ 131302 w 631667"/>
                <a:gd name="connsiteY213" fmla="*/ 2917 h 81563"/>
                <a:gd name="connsiteX214" fmla="*/ 140208 w 631667"/>
                <a:gd name="connsiteY214" fmla="*/ 1354 h 81563"/>
                <a:gd name="connsiteX215" fmla="*/ 23021 w 631667"/>
                <a:gd name="connsiteY215" fmla="*/ 1354 h 81563"/>
                <a:gd name="connsiteX216" fmla="*/ 39063 w 631667"/>
                <a:gd name="connsiteY216" fmla="*/ 6459 h 81563"/>
                <a:gd name="connsiteX217" fmla="*/ 45521 w 631667"/>
                <a:gd name="connsiteY217" fmla="*/ 21458 h 81563"/>
                <a:gd name="connsiteX218" fmla="*/ 41406 w 631667"/>
                <a:gd name="connsiteY218" fmla="*/ 35313 h 81563"/>
                <a:gd name="connsiteX219" fmla="*/ 31562 w 631667"/>
                <a:gd name="connsiteY219" fmla="*/ 49271 h 81563"/>
                <a:gd name="connsiteX220" fmla="*/ 19688 w 631667"/>
                <a:gd name="connsiteY220" fmla="*/ 61979 h 81563"/>
                <a:gd name="connsiteX221" fmla="*/ 9479 w 631667"/>
                <a:gd name="connsiteY221" fmla="*/ 71979 h 81563"/>
                <a:gd name="connsiteX222" fmla="*/ 47188 w 631667"/>
                <a:gd name="connsiteY222" fmla="*/ 71979 h 81563"/>
                <a:gd name="connsiteX223" fmla="*/ 47188 w 631667"/>
                <a:gd name="connsiteY223" fmla="*/ 79167 h 81563"/>
                <a:gd name="connsiteX224" fmla="*/ 1458 w 631667"/>
                <a:gd name="connsiteY224" fmla="*/ 79167 h 81563"/>
                <a:gd name="connsiteX225" fmla="*/ 260 w 631667"/>
                <a:gd name="connsiteY225" fmla="*/ 78855 h 81563"/>
                <a:gd name="connsiteX226" fmla="*/ 0 w 631667"/>
                <a:gd name="connsiteY226" fmla="*/ 77604 h 81563"/>
                <a:gd name="connsiteX227" fmla="*/ 0 w 631667"/>
                <a:gd name="connsiteY227" fmla="*/ 71355 h 81563"/>
                <a:gd name="connsiteX228" fmla="*/ 4323 w 631667"/>
                <a:gd name="connsiteY228" fmla="*/ 67188 h 81563"/>
                <a:gd name="connsiteX229" fmla="*/ 9896 w 631667"/>
                <a:gd name="connsiteY229" fmla="*/ 61667 h 81563"/>
                <a:gd name="connsiteX230" fmla="*/ 15937 w 631667"/>
                <a:gd name="connsiteY230" fmla="*/ 55208 h 81563"/>
                <a:gd name="connsiteX231" fmla="*/ 22083 w 631667"/>
                <a:gd name="connsiteY231" fmla="*/ 48126 h 81563"/>
                <a:gd name="connsiteX232" fmla="*/ 27813 w 631667"/>
                <a:gd name="connsiteY232" fmla="*/ 40990 h 81563"/>
                <a:gd name="connsiteX233" fmla="*/ 32500 w 631667"/>
                <a:gd name="connsiteY233" fmla="*/ 34063 h 81563"/>
                <a:gd name="connsiteX234" fmla="*/ 35781 w 631667"/>
                <a:gd name="connsiteY234" fmla="*/ 27604 h 81563"/>
                <a:gd name="connsiteX235" fmla="*/ 36979 w 631667"/>
                <a:gd name="connsiteY235" fmla="*/ 22084 h 81563"/>
                <a:gd name="connsiteX236" fmla="*/ 33021 w 631667"/>
                <a:gd name="connsiteY236" fmla="*/ 11927 h 81563"/>
                <a:gd name="connsiteX237" fmla="*/ 22812 w 631667"/>
                <a:gd name="connsiteY237" fmla="*/ 8542 h 81563"/>
                <a:gd name="connsiteX238" fmla="*/ 12969 w 631667"/>
                <a:gd name="connsiteY238" fmla="*/ 12709 h 81563"/>
                <a:gd name="connsiteX239" fmla="*/ 9167 w 631667"/>
                <a:gd name="connsiteY239" fmla="*/ 23542 h 81563"/>
                <a:gd name="connsiteX240" fmla="*/ 625 w 631667"/>
                <a:gd name="connsiteY240" fmla="*/ 23542 h 81563"/>
                <a:gd name="connsiteX241" fmla="*/ 2292 w 631667"/>
                <a:gd name="connsiteY241" fmla="*/ 14428 h 81563"/>
                <a:gd name="connsiteX242" fmla="*/ 6979 w 631667"/>
                <a:gd name="connsiteY242" fmla="*/ 7396 h 81563"/>
                <a:gd name="connsiteX243" fmla="*/ 14115 w 631667"/>
                <a:gd name="connsiteY243" fmla="*/ 2917 h 81563"/>
                <a:gd name="connsiteX244" fmla="*/ 23021 w 631667"/>
                <a:gd name="connsiteY244" fmla="*/ 1354 h 81563"/>
                <a:gd name="connsiteX245" fmla="*/ 89583 w 631667"/>
                <a:gd name="connsiteY245" fmla="*/ 0 h 81563"/>
                <a:gd name="connsiteX246" fmla="*/ 102344 w 631667"/>
                <a:gd name="connsiteY246" fmla="*/ 3646 h 81563"/>
                <a:gd name="connsiteX247" fmla="*/ 110104 w 631667"/>
                <a:gd name="connsiteY247" fmla="*/ 13021 h 81563"/>
                <a:gd name="connsiteX248" fmla="*/ 113958 w 631667"/>
                <a:gd name="connsiteY248" fmla="*/ 26146 h 81563"/>
                <a:gd name="connsiteX249" fmla="*/ 115000 w 631667"/>
                <a:gd name="connsiteY249" fmla="*/ 40729 h 81563"/>
                <a:gd name="connsiteX250" fmla="*/ 113958 w 631667"/>
                <a:gd name="connsiteY250" fmla="*/ 55313 h 81563"/>
                <a:gd name="connsiteX251" fmla="*/ 110104 w 631667"/>
                <a:gd name="connsiteY251" fmla="*/ 68334 h 81563"/>
                <a:gd name="connsiteX252" fmla="*/ 102344 w 631667"/>
                <a:gd name="connsiteY252" fmla="*/ 77604 h 81563"/>
                <a:gd name="connsiteX253" fmla="*/ 89583 w 631667"/>
                <a:gd name="connsiteY253" fmla="*/ 81146 h 81563"/>
                <a:gd name="connsiteX254" fmla="*/ 77031 w 631667"/>
                <a:gd name="connsiteY254" fmla="*/ 77604 h 81563"/>
                <a:gd name="connsiteX255" fmla="*/ 69583 w 631667"/>
                <a:gd name="connsiteY255" fmla="*/ 68334 h 81563"/>
                <a:gd name="connsiteX256" fmla="*/ 65937 w 631667"/>
                <a:gd name="connsiteY256" fmla="*/ 55313 h 81563"/>
                <a:gd name="connsiteX257" fmla="*/ 65000 w 631667"/>
                <a:gd name="connsiteY257" fmla="*/ 40729 h 81563"/>
                <a:gd name="connsiteX258" fmla="*/ 65937 w 631667"/>
                <a:gd name="connsiteY258" fmla="*/ 26146 h 81563"/>
                <a:gd name="connsiteX259" fmla="*/ 69583 w 631667"/>
                <a:gd name="connsiteY259" fmla="*/ 13021 h 81563"/>
                <a:gd name="connsiteX260" fmla="*/ 77031 w 631667"/>
                <a:gd name="connsiteY260" fmla="*/ 3646 h 81563"/>
                <a:gd name="connsiteX261" fmla="*/ 89583 w 631667"/>
                <a:gd name="connsiteY261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</a:cxnLst>
              <a:rect l="l" t="t" r="r" b="b"/>
              <a:pathLst>
                <a:path w="63166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98855" y="33959"/>
                  </a:moveTo>
                  <a:cubicBezTo>
                    <a:pt x="600873" y="33959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600"/>
                    <a:pt x="613854" y="41406"/>
                  </a:cubicBezTo>
                  <a:cubicBezTo>
                    <a:pt x="615170" y="42201"/>
                    <a:pt x="616602" y="42605"/>
                    <a:pt x="618125" y="42605"/>
                  </a:cubicBezTo>
                  <a:cubicBezTo>
                    <a:pt x="620352" y="42605"/>
                    <a:pt x="622097" y="41836"/>
                    <a:pt x="623386" y="40313"/>
                  </a:cubicBezTo>
                  <a:cubicBezTo>
                    <a:pt x="624675" y="38776"/>
                    <a:pt x="625873" y="36667"/>
                    <a:pt x="626980" y="33959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6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4"/>
                  </a:cubicBezTo>
                  <a:cubicBezTo>
                    <a:pt x="611081" y="47708"/>
                    <a:pt x="609479" y="46693"/>
                    <a:pt x="607813" y="45313"/>
                  </a:cubicBezTo>
                  <a:cubicBezTo>
                    <a:pt x="605938" y="43855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8"/>
                    <a:pt x="590313" y="37396"/>
                  </a:cubicBezTo>
                  <a:cubicBezTo>
                    <a:pt x="592670" y="35105"/>
                    <a:pt x="595521" y="33959"/>
                    <a:pt x="598855" y="33959"/>
                  </a:cubicBezTo>
                  <a:close/>
                  <a:moveTo>
                    <a:pt x="519063" y="8334"/>
                  </a:moveTo>
                  <a:cubicBezTo>
                    <a:pt x="513855" y="8334"/>
                    <a:pt x="509844" y="10169"/>
                    <a:pt x="507032" y="13855"/>
                  </a:cubicBezTo>
                  <a:cubicBezTo>
                    <a:pt x="504219" y="17526"/>
                    <a:pt x="502813" y="22005"/>
                    <a:pt x="502813" y="27292"/>
                  </a:cubicBezTo>
                  <a:cubicBezTo>
                    <a:pt x="502813" y="29857"/>
                    <a:pt x="503138" y="32292"/>
                    <a:pt x="503802" y="34583"/>
                  </a:cubicBezTo>
                  <a:cubicBezTo>
                    <a:pt x="504466" y="36875"/>
                    <a:pt x="505482" y="38854"/>
                    <a:pt x="506875" y="40521"/>
                  </a:cubicBezTo>
                  <a:cubicBezTo>
                    <a:pt x="508190" y="42253"/>
                    <a:pt x="509857" y="43620"/>
                    <a:pt x="511875" y="44636"/>
                  </a:cubicBezTo>
                  <a:cubicBezTo>
                    <a:pt x="513893" y="45638"/>
                    <a:pt x="516250" y="46146"/>
                    <a:pt x="518959" y="46146"/>
                  </a:cubicBezTo>
                  <a:cubicBezTo>
                    <a:pt x="521250" y="46146"/>
                    <a:pt x="523386" y="45652"/>
                    <a:pt x="525365" y="44688"/>
                  </a:cubicBezTo>
                  <a:cubicBezTo>
                    <a:pt x="527344" y="43711"/>
                    <a:pt x="529024" y="42422"/>
                    <a:pt x="530417" y="40834"/>
                  </a:cubicBezTo>
                  <a:cubicBezTo>
                    <a:pt x="531875" y="39167"/>
                    <a:pt x="533008" y="37253"/>
                    <a:pt x="533802" y="35105"/>
                  </a:cubicBezTo>
                  <a:cubicBezTo>
                    <a:pt x="534597" y="32943"/>
                    <a:pt x="535000" y="30651"/>
                    <a:pt x="535000" y="28230"/>
                  </a:cubicBezTo>
                  <a:cubicBezTo>
                    <a:pt x="535000" y="25443"/>
                    <a:pt x="534597" y="22839"/>
                    <a:pt x="533802" y="20417"/>
                  </a:cubicBezTo>
                  <a:cubicBezTo>
                    <a:pt x="533008" y="17982"/>
                    <a:pt x="531914" y="15860"/>
                    <a:pt x="530521" y="14063"/>
                  </a:cubicBezTo>
                  <a:cubicBezTo>
                    <a:pt x="529128" y="12318"/>
                    <a:pt x="527461" y="10938"/>
                    <a:pt x="525521" y="9896"/>
                  </a:cubicBezTo>
                  <a:cubicBezTo>
                    <a:pt x="523581" y="8854"/>
                    <a:pt x="521420" y="8334"/>
                    <a:pt x="519063" y="8334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4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8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82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296875" y="3125"/>
                  </a:moveTo>
                  <a:lnTo>
                    <a:pt x="302813" y="3125"/>
                  </a:lnTo>
                  <a:cubicBezTo>
                    <a:pt x="303581" y="3125"/>
                    <a:pt x="304102" y="3255"/>
                    <a:pt x="304375" y="3542"/>
                  </a:cubicBezTo>
                  <a:cubicBezTo>
                    <a:pt x="304649" y="3815"/>
                    <a:pt x="304792" y="4336"/>
                    <a:pt x="304792" y="5105"/>
                  </a:cubicBezTo>
                  <a:lnTo>
                    <a:pt x="304792" y="79167"/>
                  </a:lnTo>
                  <a:lnTo>
                    <a:pt x="296563" y="79167"/>
                  </a:lnTo>
                  <a:lnTo>
                    <a:pt x="296563" y="12084"/>
                  </a:lnTo>
                  <a:cubicBezTo>
                    <a:pt x="294688" y="14089"/>
                    <a:pt x="292344" y="16016"/>
                    <a:pt x="289532" y="17865"/>
                  </a:cubicBezTo>
                  <a:cubicBezTo>
                    <a:pt x="286719" y="19701"/>
                    <a:pt x="283646" y="21458"/>
                    <a:pt x="280313" y="23125"/>
                  </a:cubicBezTo>
                  <a:lnTo>
                    <a:pt x="280313" y="15209"/>
                  </a:lnTo>
                  <a:cubicBezTo>
                    <a:pt x="283294" y="13881"/>
                    <a:pt x="286185" y="12188"/>
                    <a:pt x="288959" y="10104"/>
                  </a:cubicBezTo>
                  <a:cubicBezTo>
                    <a:pt x="291732" y="8021"/>
                    <a:pt x="294375" y="5690"/>
                    <a:pt x="296875" y="3125"/>
                  </a:cubicBezTo>
                  <a:close/>
                  <a:moveTo>
                    <a:pt x="518542" y="1354"/>
                  </a:moveTo>
                  <a:cubicBezTo>
                    <a:pt x="521875" y="1354"/>
                    <a:pt x="525065" y="1876"/>
                    <a:pt x="528125" y="2917"/>
                  </a:cubicBezTo>
                  <a:cubicBezTo>
                    <a:pt x="531185" y="3959"/>
                    <a:pt x="533920" y="5860"/>
                    <a:pt x="536354" y="8646"/>
                  </a:cubicBezTo>
                  <a:cubicBezTo>
                    <a:pt x="538711" y="11419"/>
                    <a:pt x="540612" y="15260"/>
                    <a:pt x="542032" y="20157"/>
                  </a:cubicBezTo>
                  <a:cubicBezTo>
                    <a:pt x="543451" y="25052"/>
                    <a:pt x="544167" y="31315"/>
                    <a:pt x="544167" y="38958"/>
                  </a:cubicBezTo>
                  <a:cubicBezTo>
                    <a:pt x="544167" y="52917"/>
                    <a:pt x="541836" y="63386"/>
                    <a:pt x="537188" y="70365"/>
                  </a:cubicBezTo>
                  <a:cubicBezTo>
                    <a:pt x="532539" y="77344"/>
                    <a:pt x="526211" y="80833"/>
                    <a:pt x="518229" y="80833"/>
                  </a:cubicBezTo>
                  <a:cubicBezTo>
                    <a:pt x="511836" y="80833"/>
                    <a:pt x="506680" y="79063"/>
                    <a:pt x="502761" y="75521"/>
                  </a:cubicBezTo>
                  <a:cubicBezTo>
                    <a:pt x="498841" y="71979"/>
                    <a:pt x="496563" y="67149"/>
                    <a:pt x="495938" y="61042"/>
                  </a:cubicBezTo>
                  <a:lnTo>
                    <a:pt x="504167" y="61042"/>
                  </a:lnTo>
                  <a:cubicBezTo>
                    <a:pt x="504310" y="65000"/>
                    <a:pt x="505821" y="68125"/>
                    <a:pt x="508698" y="70417"/>
                  </a:cubicBezTo>
                  <a:cubicBezTo>
                    <a:pt x="511576" y="72709"/>
                    <a:pt x="514896" y="73854"/>
                    <a:pt x="518646" y="73854"/>
                  </a:cubicBezTo>
                  <a:cubicBezTo>
                    <a:pt x="522253" y="73854"/>
                    <a:pt x="525261" y="72813"/>
                    <a:pt x="527657" y="70729"/>
                  </a:cubicBezTo>
                  <a:cubicBezTo>
                    <a:pt x="530052" y="68646"/>
                    <a:pt x="531940" y="65938"/>
                    <a:pt x="533334" y="62605"/>
                  </a:cubicBezTo>
                  <a:cubicBezTo>
                    <a:pt x="534727" y="59336"/>
                    <a:pt x="535677" y="55652"/>
                    <a:pt x="536198" y="51563"/>
                  </a:cubicBezTo>
                  <a:cubicBezTo>
                    <a:pt x="536719" y="47461"/>
                    <a:pt x="536980" y="43399"/>
                    <a:pt x="536980" y="39376"/>
                  </a:cubicBezTo>
                  <a:cubicBezTo>
                    <a:pt x="535378" y="43880"/>
                    <a:pt x="532852" y="47214"/>
                    <a:pt x="529375" y="49375"/>
                  </a:cubicBezTo>
                  <a:cubicBezTo>
                    <a:pt x="525899" y="51524"/>
                    <a:pt x="521875" y="52605"/>
                    <a:pt x="517292" y="52605"/>
                  </a:cubicBezTo>
                  <a:cubicBezTo>
                    <a:pt x="510417" y="52605"/>
                    <a:pt x="504909" y="50274"/>
                    <a:pt x="500782" y="45625"/>
                  </a:cubicBezTo>
                  <a:cubicBezTo>
                    <a:pt x="496654" y="40964"/>
                    <a:pt x="494584" y="34792"/>
                    <a:pt x="494584" y="27084"/>
                  </a:cubicBezTo>
                  <a:cubicBezTo>
                    <a:pt x="494584" y="23542"/>
                    <a:pt x="495118" y="20208"/>
                    <a:pt x="496198" y="17083"/>
                  </a:cubicBezTo>
                  <a:cubicBezTo>
                    <a:pt x="497279" y="13959"/>
                    <a:pt x="498854" y="11211"/>
                    <a:pt x="500938" y="8854"/>
                  </a:cubicBezTo>
                  <a:cubicBezTo>
                    <a:pt x="503021" y="6563"/>
                    <a:pt x="505534" y="4740"/>
                    <a:pt x="508490" y="3386"/>
                  </a:cubicBezTo>
                  <a:cubicBezTo>
                    <a:pt x="511446" y="2031"/>
                    <a:pt x="514792" y="1354"/>
                    <a:pt x="518542" y="1354"/>
                  </a:cubicBezTo>
                  <a:close/>
                  <a:moveTo>
                    <a:pt x="452709" y="1354"/>
                  </a:moveTo>
                  <a:cubicBezTo>
                    <a:pt x="459102" y="1354"/>
                    <a:pt x="464440" y="3047"/>
                    <a:pt x="468750" y="6459"/>
                  </a:cubicBezTo>
                  <a:cubicBezTo>
                    <a:pt x="473060" y="9857"/>
                    <a:pt x="475209" y="14857"/>
                    <a:pt x="475209" y="21458"/>
                  </a:cubicBezTo>
                  <a:cubicBezTo>
                    <a:pt x="475209" y="25899"/>
                    <a:pt x="473841" y="30521"/>
                    <a:pt x="471094" y="35313"/>
                  </a:cubicBezTo>
                  <a:cubicBezTo>
                    <a:pt x="468347" y="40104"/>
                    <a:pt x="465065" y="44753"/>
                    <a:pt x="461250" y="49271"/>
                  </a:cubicBezTo>
                  <a:cubicBezTo>
                    <a:pt x="457435" y="53776"/>
                    <a:pt x="453477" y="58021"/>
                    <a:pt x="449375" y="61979"/>
                  </a:cubicBezTo>
                  <a:cubicBezTo>
                    <a:pt x="445274" y="65938"/>
                    <a:pt x="441875" y="69271"/>
                    <a:pt x="439167" y="71979"/>
                  </a:cubicBezTo>
                  <a:lnTo>
                    <a:pt x="476875" y="71979"/>
                  </a:lnTo>
                  <a:lnTo>
                    <a:pt x="476875" y="79167"/>
                  </a:lnTo>
                  <a:lnTo>
                    <a:pt x="431146" y="79167"/>
                  </a:lnTo>
                  <a:cubicBezTo>
                    <a:pt x="430521" y="79167"/>
                    <a:pt x="430117" y="79063"/>
                    <a:pt x="429948" y="78855"/>
                  </a:cubicBezTo>
                  <a:cubicBezTo>
                    <a:pt x="429779" y="78646"/>
                    <a:pt x="429688" y="78229"/>
                    <a:pt x="429688" y="77604"/>
                  </a:cubicBezTo>
                  <a:lnTo>
                    <a:pt x="429688" y="71355"/>
                  </a:lnTo>
                  <a:cubicBezTo>
                    <a:pt x="430873" y="70235"/>
                    <a:pt x="432305" y="68855"/>
                    <a:pt x="434011" y="67188"/>
                  </a:cubicBezTo>
                  <a:cubicBezTo>
                    <a:pt x="435716" y="65521"/>
                    <a:pt x="437565" y="63672"/>
                    <a:pt x="439584" y="61667"/>
                  </a:cubicBezTo>
                  <a:cubicBezTo>
                    <a:pt x="441524" y="59648"/>
                    <a:pt x="443542" y="57500"/>
                    <a:pt x="445625" y="55208"/>
                  </a:cubicBezTo>
                  <a:cubicBezTo>
                    <a:pt x="447709" y="52917"/>
                    <a:pt x="449753" y="50547"/>
                    <a:pt x="451771" y="48126"/>
                  </a:cubicBezTo>
                  <a:cubicBezTo>
                    <a:pt x="453789" y="45756"/>
                    <a:pt x="455690" y="43386"/>
                    <a:pt x="457500" y="40990"/>
                  </a:cubicBezTo>
                  <a:cubicBezTo>
                    <a:pt x="459310" y="38594"/>
                    <a:pt x="460873" y="36276"/>
                    <a:pt x="462188" y="34063"/>
                  </a:cubicBezTo>
                  <a:cubicBezTo>
                    <a:pt x="463581" y="31771"/>
                    <a:pt x="464675" y="29610"/>
                    <a:pt x="465469" y="27604"/>
                  </a:cubicBezTo>
                  <a:cubicBezTo>
                    <a:pt x="466263" y="25586"/>
                    <a:pt x="466667" y="23750"/>
                    <a:pt x="466667" y="22084"/>
                  </a:cubicBezTo>
                  <a:cubicBezTo>
                    <a:pt x="466667" y="17565"/>
                    <a:pt x="465352" y="14180"/>
                    <a:pt x="462709" y="11927"/>
                  </a:cubicBezTo>
                  <a:cubicBezTo>
                    <a:pt x="460065" y="9662"/>
                    <a:pt x="456667" y="8542"/>
                    <a:pt x="452500" y="8542"/>
                  </a:cubicBezTo>
                  <a:cubicBezTo>
                    <a:pt x="448477" y="8542"/>
                    <a:pt x="445196" y="9922"/>
                    <a:pt x="442657" y="12709"/>
                  </a:cubicBezTo>
                  <a:cubicBezTo>
                    <a:pt x="440117" y="15482"/>
                    <a:pt x="438854" y="19089"/>
                    <a:pt x="438854" y="23542"/>
                  </a:cubicBezTo>
                  <a:lnTo>
                    <a:pt x="430313" y="23542"/>
                  </a:lnTo>
                  <a:cubicBezTo>
                    <a:pt x="430313" y="20208"/>
                    <a:pt x="430873" y="17161"/>
                    <a:pt x="431979" y="14428"/>
                  </a:cubicBezTo>
                  <a:cubicBezTo>
                    <a:pt x="433086" y="11680"/>
                    <a:pt x="434649" y="9336"/>
                    <a:pt x="436667" y="7396"/>
                  </a:cubicBezTo>
                  <a:cubicBezTo>
                    <a:pt x="438685" y="5443"/>
                    <a:pt x="441055" y="3959"/>
                    <a:pt x="443802" y="2917"/>
                  </a:cubicBezTo>
                  <a:cubicBezTo>
                    <a:pt x="446550" y="1876"/>
                    <a:pt x="449518" y="1354"/>
                    <a:pt x="452709" y="1354"/>
                  </a:cubicBezTo>
                  <a:close/>
                  <a:moveTo>
                    <a:pt x="361563" y="1354"/>
                  </a:moveTo>
                  <a:cubicBezTo>
                    <a:pt x="367956" y="1354"/>
                    <a:pt x="373295" y="3047"/>
                    <a:pt x="377604" y="6459"/>
                  </a:cubicBezTo>
                  <a:cubicBezTo>
                    <a:pt x="381914" y="9857"/>
                    <a:pt x="384063" y="14857"/>
                    <a:pt x="384063" y="21458"/>
                  </a:cubicBezTo>
                  <a:cubicBezTo>
                    <a:pt x="384063" y="25899"/>
                    <a:pt x="382696" y="30521"/>
                    <a:pt x="379948" y="35313"/>
                  </a:cubicBezTo>
                  <a:cubicBezTo>
                    <a:pt x="377201" y="40104"/>
                    <a:pt x="373919" y="44753"/>
                    <a:pt x="370104" y="49271"/>
                  </a:cubicBezTo>
                  <a:cubicBezTo>
                    <a:pt x="366289" y="53776"/>
                    <a:pt x="362331" y="58021"/>
                    <a:pt x="358229" y="61979"/>
                  </a:cubicBezTo>
                  <a:cubicBezTo>
                    <a:pt x="354128" y="65938"/>
                    <a:pt x="350729" y="69271"/>
                    <a:pt x="348021" y="71979"/>
                  </a:cubicBezTo>
                  <a:lnTo>
                    <a:pt x="385729" y="71979"/>
                  </a:lnTo>
                  <a:lnTo>
                    <a:pt x="385729" y="79167"/>
                  </a:lnTo>
                  <a:lnTo>
                    <a:pt x="340000" y="79167"/>
                  </a:lnTo>
                  <a:cubicBezTo>
                    <a:pt x="339375" y="79167"/>
                    <a:pt x="338972" y="79063"/>
                    <a:pt x="338802" y="78855"/>
                  </a:cubicBezTo>
                  <a:cubicBezTo>
                    <a:pt x="338633" y="78646"/>
                    <a:pt x="338542" y="78229"/>
                    <a:pt x="338542" y="77604"/>
                  </a:cubicBezTo>
                  <a:lnTo>
                    <a:pt x="338542" y="71355"/>
                  </a:lnTo>
                  <a:cubicBezTo>
                    <a:pt x="339727" y="70235"/>
                    <a:pt x="341159" y="68855"/>
                    <a:pt x="342865" y="67188"/>
                  </a:cubicBezTo>
                  <a:cubicBezTo>
                    <a:pt x="344570" y="65521"/>
                    <a:pt x="346419" y="63672"/>
                    <a:pt x="348438" y="61667"/>
                  </a:cubicBezTo>
                  <a:cubicBezTo>
                    <a:pt x="350378" y="59648"/>
                    <a:pt x="352396" y="57500"/>
                    <a:pt x="354479" y="55208"/>
                  </a:cubicBezTo>
                  <a:cubicBezTo>
                    <a:pt x="356563" y="52917"/>
                    <a:pt x="358607" y="50547"/>
                    <a:pt x="360625" y="48126"/>
                  </a:cubicBezTo>
                  <a:cubicBezTo>
                    <a:pt x="362643" y="45756"/>
                    <a:pt x="364545" y="43386"/>
                    <a:pt x="366354" y="40990"/>
                  </a:cubicBezTo>
                  <a:cubicBezTo>
                    <a:pt x="368164" y="38594"/>
                    <a:pt x="369727" y="36276"/>
                    <a:pt x="371042" y="34063"/>
                  </a:cubicBezTo>
                  <a:cubicBezTo>
                    <a:pt x="372435" y="31771"/>
                    <a:pt x="373529" y="29610"/>
                    <a:pt x="374323" y="27604"/>
                  </a:cubicBezTo>
                  <a:cubicBezTo>
                    <a:pt x="375117" y="25586"/>
                    <a:pt x="375521" y="23750"/>
                    <a:pt x="375521" y="22084"/>
                  </a:cubicBezTo>
                  <a:cubicBezTo>
                    <a:pt x="375521" y="17565"/>
                    <a:pt x="374206" y="14180"/>
                    <a:pt x="371563" y="11927"/>
                  </a:cubicBezTo>
                  <a:cubicBezTo>
                    <a:pt x="368920" y="9662"/>
                    <a:pt x="365521" y="8542"/>
                    <a:pt x="361354" y="8542"/>
                  </a:cubicBezTo>
                  <a:cubicBezTo>
                    <a:pt x="357331" y="8542"/>
                    <a:pt x="354050" y="9922"/>
                    <a:pt x="351511" y="12709"/>
                  </a:cubicBezTo>
                  <a:cubicBezTo>
                    <a:pt x="348971" y="15482"/>
                    <a:pt x="347708" y="19089"/>
                    <a:pt x="347708" y="23542"/>
                  </a:cubicBezTo>
                  <a:lnTo>
                    <a:pt x="339167" y="23542"/>
                  </a:lnTo>
                  <a:cubicBezTo>
                    <a:pt x="339167" y="20208"/>
                    <a:pt x="339727" y="17161"/>
                    <a:pt x="340833" y="14428"/>
                  </a:cubicBezTo>
                  <a:cubicBezTo>
                    <a:pt x="341940" y="11680"/>
                    <a:pt x="343503" y="9336"/>
                    <a:pt x="345521" y="7396"/>
                  </a:cubicBezTo>
                  <a:cubicBezTo>
                    <a:pt x="347539" y="5443"/>
                    <a:pt x="349909" y="3959"/>
                    <a:pt x="352656" y="2917"/>
                  </a:cubicBezTo>
                  <a:cubicBezTo>
                    <a:pt x="355404" y="1876"/>
                    <a:pt x="358373" y="1354"/>
                    <a:pt x="361563" y="1354"/>
                  </a:cubicBezTo>
                  <a:close/>
                  <a:moveTo>
                    <a:pt x="205313" y="1354"/>
                  </a:moveTo>
                  <a:cubicBezTo>
                    <a:pt x="211706" y="1354"/>
                    <a:pt x="217044" y="3047"/>
                    <a:pt x="221354" y="6459"/>
                  </a:cubicBezTo>
                  <a:cubicBezTo>
                    <a:pt x="225664" y="9857"/>
                    <a:pt x="227813" y="14857"/>
                    <a:pt x="227813" y="21458"/>
                  </a:cubicBezTo>
                  <a:cubicBezTo>
                    <a:pt x="227813" y="25899"/>
                    <a:pt x="226446" y="30521"/>
                    <a:pt x="223698" y="35313"/>
                  </a:cubicBezTo>
                  <a:cubicBezTo>
                    <a:pt x="220951" y="40104"/>
                    <a:pt x="217669" y="44753"/>
                    <a:pt x="213854" y="49271"/>
                  </a:cubicBezTo>
                  <a:cubicBezTo>
                    <a:pt x="210039" y="53776"/>
                    <a:pt x="206081" y="58021"/>
                    <a:pt x="201979" y="61979"/>
                  </a:cubicBezTo>
                  <a:cubicBezTo>
                    <a:pt x="197878" y="65938"/>
                    <a:pt x="194479" y="69271"/>
                    <a:pt x="191771" y="71979"/>
                  </a:cubicBezTo>
                  <a:lnTo>
                    <a:pt x="229479" y="71979"/>
                  </a:lnTo>
                  <a:lnTo>
                    <a:pt x="229479" y="79167"/>
                  </a:lnTo>
                  <a:lnTo>
                    <a:pt x="183750" y="79167"/>
                  </a:lnTo>
                  <a:cubicBezTo>
                    <a:pt x="183125" y="79167"/>
                    <a:pt x="182722" y="79063"/>
                    <a:pt x="182552" y="78855"/>
                  </a:cubicBezTo>
                  <a:cubicBezTo>
                    <a:pt x="182383" y="78646"/>
                    <a:pt x="182292" y="78229"/>
                    <a:pt x="182292" y="77604"/>
                  </a:cubicBezTo>
                  <a:lnTo>
                    <a:pt x="182292" y="71355"/>
                  </a:lnTo>
                  <a:cubicBezTo>
                    <a:pt x="183477" y="70235"/>
                    <a:pt x="184909" y="68855"/>
                    <a:pt x="186615" y="67188"/>
                  </a:cubicBezTo>
                  <a:cubicBezTo>
                    <a:pt x="188320" y="65521"/>
                    <a:pt x="190169" y="63672"/>
                    <a:pt x="192188" y="61667"/>
                  </a:cubicBezTo>
                  <a:cubicBezTo>
                    <a:pt x="194128" y="59648"/>
                    <a:pt x="196146" y="57500"/>
                    <a:pt x="198229" y="55208"/>
                  </a:cubicBezTo>
                  <a:cubicBezTo>
                    <a:pt x="200313" y="52917"/>
                    <a:pt x="202357" y="50547"/>
                    <a:pt x="204375" y="48126"/>
                  </a:cubicBezTo>
                  <a:cubicBezTo>
                    <a:pt x="206393" y="45756"/>
                    <a:pt x="208295" y="43386"/>
                    <a:pt x="210104" y="40990"/>
                  </a:cubicBezTo>
                  <a:cubicBezTo>
                    <a:pt x="211914" y="38594"/>
                    <a:pt x="213477" y="36276"/>
                    <a:pt x="214792" y="34063"/>
                  </a:cubicBezTo>
                  <a:cubicBezTo>
                    <a:pt x="216185" y="31771"/>
                    <a:pt x="217279" y="29610"/>
                    <a:pt x="218073" y="27604"/>
                  </a:cubicBezTo>
                  <a:cubicBezTo>
                    <a:pt x="218867" y="25586"/>
                    <a:pt x="219271" y="23750"/>
                    <a:pt x="219271" y="22084"/>
                  </a:cubicBezTo>
                  <a:cubicBezTo>
                    <a:pt x="219271" y="17565"/>
                    <a:pt x="217956" y="14180"/>
                    <a:pt x="215313" y="11927"/>
                  </a:cubicBezTo>
                  <a:cubicBezTo>
                    <a:pt x="212669" y="9662"/>
                    <a:pt x="209271" y="8542"/>
                    <a:pt x="205104" y="8542"/>
                  </a:cubicBezTo>
                  <a:cubicBezTo>
                    <a:pt x="201081" y="8542"/>
                    <a:pt x="197800" y="9922"/>
                    <a:pt x="195261" y="12709"/>
                  </a:cubicBezTo>
                  <a:cubicBezTo>
                    <a:pt x="192721" y="15482"/>
                    <a:pt x="191458" y="19089"/>
                    <a:pt x="191458" y="23542"/>
                  </a:cubicBezTo>
                  <a:lnTo>
                    <a:pt x="182917" y="23542"/>
                  </a:lnTo>
                  <a:cubicBezTo>
                    <a:pt x="182917" y="20208"/>
                    <a:pt x="183477" y="17161"/>
                    <a:pt x="184583" y="14428"/>
                  </a:cubicBezTo>
                  <a:cubicBezTo>
                    <a:pt x="185690" y="11680"/>
                    <a:pt x="187253" y="9336"/>
                    <a:pt x="189271" y="7396"/>
                  </a:cubicBezTo>
                  <a:cubicBezTo>
                    <a:pt x="191289" y="5443"/>
                    <a:pt x="193659" y="3959"/>
                    <a:pt x="196406" y="2917"/>
                  </a:cubicBezTo>
                  <a:cubicBezTo>
                    <a:pt x="199154" y="1876"/>
                    <a:pt x="202122" y="1354"/>
                    <a:pt x="2053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05" y="68855"/>
                    <a:pt x="121510" y="67188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6"/>
                  </a:cubicBezTo>
                  <a:cubicBezTo>
                    <a:pt x="141289" y="45756"/>
                    <a:pt x="143190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43"/>
                    <a:pt x="128555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17" y="68855"/>
                    <a:pt x="4323" y="67188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6"/>
                  </a:cubicBezTo>
                  <a:cubicBezTo>
                    <a:pt x="24102" y="45756"/>
                    <a:pt x="26003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43"/>
                    <a:pt x="11367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8" y="26146"/>
                  </a:cubicBezTo>
                  <a:cubicBezTo>
                    <a:pt x="114649" y="31003"/>
                    <a:pt x="115000" y="35860"/>
                    <a:pt x="115000" y="40729"/>
                  </a:cubicBezTo>
                  <a:cubicBezTo>
                    <a:pt x="115000" y="45652"/>
                    <a:pt x="114649" y="50521"/>
                    <a:pt x="113958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1"/>
                    <a:pt x="66563" y="60105"/>
                    <a:pt x="65937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7" y="26146"/>
                  </a:cubicBezTo>
                  <a:cubicBezTo>
                    <a:pt x="66563" y="21276"/>
                    <a:pt x="67773" y="16902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08" name="TextBox 807">
              <a:extLst>
                <a:ext uri="{FF2B5EF4-FFF2-40B4-BE49-F238E27FC236}">
                  <a16:creationId xmlns:a16="http://schemas.microsoft.com/office/drawing/2014/main" id="{50D705ED-B6BD-424F-B0CD-788EC02A1647}"/>
                </a:ext>
              </a:extLst>
            </p:cNvPr>
            <p:cNvSpPr txBox="1"/>
            <p:nvPr/>
          </p:nvSpPr>
          <p:spPr>
            <a:xfrm>
              <a:off x="2926610" y="8073328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2022.12.29 ~</a:t>
              </a:r>
            </a:p>
          </p:txBody>
        </p:sp>
        <p:sp>
          <p:nvSpPr>
            <p:cNvPr id="809" name="자유형: 도형 808">
              <a:extLst>
                <a:ext uri="{FF2B5EF4-FFF2-40B4-BE49-F238E27FC236}">
                  <a16:creationId xmlns:a16="http://schemas.microsoft.com/office/drawing/2014/main" id="{DBEC2B74-19EB-48A8-803B-52C97A58ECB6}"/>
                </a:ext>
              </a:extLst>
            </p:cNvPr>
            <p:cNvSpPr/>
            <p:nvPr/>
          </p:nvSpPr>
          <p:spPr>
            <a:xfrm>
              <a:off x="3062099" y="8242993"/>
              <a:ext cx="544687" cy="81563"/>
            </a:xfrm>
            <a:custGeom>
              <a:avLst/>
              <a:gdLst>
                <a:gd name="connsiteX0" fmla="*/ 408021 w 544687"/>
                <a:gd name="connsiteY0" fmla="*/ 70833 h 81563"/>
                <a:gd name="connsiteX1" fmla="*/ 418750 w 544687"/>
                <a:gd name="connsiteY1" fmla="*/ 70833 h 81563"/>
                <a:gd name="connsiteX2" fmla="*/ 418750 w 544687"/>
                <a:gd name="connsiteY2" fmla="*/ 81563 h 81563"/>
                <a:gd name="connsiteX3" fmla="*/ 408021 w 544687"/>
                <a:gd name="connsiteY3" fmla="*/ 81563 h 81563"/>
                <a:gd name="connsiteX4" fmla="*/ 251771 w 544687"/>
                <a:gd name="connsiteY4" fmla="*/ 70833 h 81563"/>
                <a:gd name="connsiteX5" fmla="*/ 262500 w 544687"/>
                <a:gd name="connsiteY5" fmla="*/ 70833 h 81563"/>
                <a:gd name="connsiteX6" fmla="*/ 262500 w 544687"/>
                <a:gd name="connsiteY6" fmla="*/ 81563 h 81563"/>
                <a:gd name="connsiteX7" fmla="*/ 251771 w 544687"/>
                <a:gd name="connsiteY7" fmla="*/ 81563 h 81563"/>
                <a:gd name="connsiteX8" fmla="*/ 519271 w 544687"/>
                <a:gd name="connsiteY8" fmla="*/ 7188 h 81563"/>
                <a:gd name="connsiteX9" fmla="*/ 510469 w 544687"/>
                <a:gd name="connsiteY9" fmla="*/ 10834 h 81563"/>
                <a:gd name="connsiteX10" fmla="*/ 505730 w 544687"/>
                <a:gd name="connsiteY10" fmla="*/ 19584 h 81563"/>
                <a:gd name="connsiteX11" fmla="*/ 503698 w 544687"/>
                <a:gd name="connsiteY11" fmla="*/ 30573 h 81563"/>
                <a:gd name="connsiteX12" fmla="*/ 503334 w 544687"/>
                <a:gd name="connsiteY12" fmla="*/ 40729 h 81563"/>
                <a:gd name="connsiteX13" fmla="*/ 503698 w 544687"/>
                <a:gd name="connsiteY13" fmla="*/ 50782 h 81563"/>
                <a:gd name="connsiteX14" fmla="*/ 505730 w 544687"/>
                <a:gd name="connsiteY14" fmla="*/ 61667 h 81563"/>
                <a:gd name="connsiteX15" fmla="*/ 510469 w 544687"/>
                <a:gd name="connsiteY15" fmla="*/ 70313 h 81563"/>
                <a:gd name="connsiteX16" fmla="*/ 519271 w 544687"/>
                <a:gd name="connsiteY16" fmla="*/ 73854 h 81563"/>
                <a:gd name="connsiteX17" fmla="*/ 528230 w 544687"/>
                <a:gd name="connsiteY17" fmla="*/ 70313 h 81563"/>
                <a:gd name="connsiteX18" fmla="*/ 533230 w 544687"/>
                <a:gd name="connsiteY18" fmla="*/ 61667 h 81563"/>
                <a:gd name="connsiteX19" fmla="*/ 535521 w 544687"/>
                <a:gd name="connsiteY19" fmla="*/ 50782 h 81563"/>
                <a:gd name="connsiteX20" fmla="*/ 536042 w 544687"/>
                <a:gd name="connsiteY20" fmla="*/ 40729 h 81563"/>
                <a:gd name="connsiteX21" fmla="*/ 535521 w 544687"/>
                <a:gd name="connsiteY21" fmla="*/ 30573 h 81563"/>
                <a:gd name="connsiteX22" fmla="*/ 533230 w 544687"/>
                <a:gd name="connsiteY22" fmla="*/ 19584 h 81563"/>
                <a:gd name="connsiteX23" fmla="*/ 528230 w 544687"/>
                <a:gd name="connsiteY23" fmla="*/ 10834 h 81563"/>
                <a:gd name="connsiteX24" fmla="*/ 519271 w 544687"/>
                <a:gd name="connsiteY24" fmla="*/ 7188 h 81563"/>
                <a:gd name="connsiteX25" fmla="*/ 297917 w 544687"/>
                <a:gd name="connsiteY25" fmla="*/ 7188 h 81563"/>
                <a:gd name="connsiteX26" fmla="*/ 289115 w 544687"/>
                <a:gd name="connsiteY26" fmla="*/ 10834 h 81563"/>
                <a:gd name="connsiteX27" fmla="*/ 284375 w 544687"/>
                <a:gd name="connsiteY27" fmla="*/ 19584 h 81563"/>
                <a:gd name="connsiteX28" fmla="*/ 282344 w 544687"/>
                <a:gd name="connsiteY28" fmla="*/ 30573 h 81563"/>
                <a:gd name="connsiteX29" fmla="*/ 281979 w 544687"/>
                <a:gd name="connsiteY29" fmla="*/ 40729 h 81563"/>
                <a:gd name="connsiteX30" fmla="*/ 282344 w 544687"/>
                <a:gd name="connsiteY30" fmla="*/ 50782 h 81563"/>
                <a:gd name="connsiteX31" fmla="*/ 284375 w 544687"/>
                <a:gd name="connsiteY31" fmla="*/ 61667 h 81563"/>
                <a:gd name="connsiteX32" fmla="*/ 289115 w 544687"/>
                <a:gd name="connsiteY32" fmla="*/ 70313 h 81563"/>
                <a:gd name="connsiteX33" fmla="*/ 297917 w 544687"/>
                <a:gd name="connsiteY33" fmla="*/ 73854 h 81563"/>
                <a:gd name="connsiteX34" fmla="*/ 306875 w 544687"/>
                <a:gd name="connsiteY34" fmla="*/ 70313 h 81563"/>
                <a:gd name="connsiteX35" fmla="*/ 311875 w 544687"/>
                <a:gd name="connsiteY35" fmla="*/ 61667 h 81563"/>
                <a:gd name="connsiteX36" fmla="*/ 314167 w 544687"/>
                <a:gd name="connsiteY36" fmla="*/ 50782 h 81563"/>
                <a:gd name="connsiteX37" fmla="*/ 314688 w 544687"/>
                <a:gd name="connsiteY37" fmla="*/ 40729 h 81563"/>
                <a:gd name="connsiteX38" fmla="*/ 314167 w 544687"/>
                <a:gd name="connsiteY38" fmla="*/ 30573 h 81563"/>
                <a:gd name="connsiteX39" fmla="*/ 311875 w 544687"/>
                <a:gd name="connsiteY39" fmla="*/ 19584 h 81563"/>
                <a:gd name="connsiteX40" fmla="*/ 306875 w 544687"/>
                <a:gd name="connsiteY40" fmla="*/ 10834 h 81563"/>
                <a:gd name="connsiteX41" fmla="*/ 297917 w 544687"/>
                <a:gd name="connsiteY41" fmla="*/ 7188 h 81563"/>
                <a:gd name="connsiteX42" fmla="*/ 89583 w 544687"/>
                <a:gd name="connsiteY42" fmla="*/ 7188 h 81563"/>
                <a:gd name="connsiteX43" fmla="*/ 80781 w 544687"/>
                <a:gd name="connsiteY43" fmla="*/ 10834 h 81563"/>
                <a:gd name="connsiteX44" fmla="*/ 76042 w 544687"/>
                <a:gd name="connsiteY44" fmla="*/ 19584 h 81563"/>
                <a:gd name="connsiteX45" fmla="*/ 74011 w 544687"/>
                <a:gd name="connsiteY45" fmla="*/ 30573 h 81563"/>
                <a:gd name="connsiteX46" fmla="*/ 73646 w 544687"/>
                <a:gd name="connsiteY46" fmla="*/ 40729 h 81563"/>
                <a:gd name="connsiteX47" fmla="*/ 74011 w 544687"/>
                <a:gd name="connsiteY47" fmla="*/ 50782 h 81563"/>
                <a:gd name="connsiteX48" fmla="*/ 76042 w 544687"/>
                <a:gd name="connsiteY48" fmla="*/ 61667 h 81563"/>
                <a:gd name="connsiteX49" fmla="*/ 80781 w 544687"/>
                <a:gd name="connsiteY49" fmla="*/ 70313 h 81563"/>
                <a:gd name="connsiteX50" fmla="*/ 89583 w 544687"/>
                <a:gd name="connsiteY50" fmla="*/ 73854 h 81563"/>
                <a:gd name="connsiteX51" fmla="*/ 98542 w 544687"/>
                <a:gd name="connsiteY51" fmla="*/ 70313 h 81563"/>
                <a:gd name="connsiteX52" fmla="*/ 103542 w 544687"/>
                <a:gd name="connsiteY52" fmla="*/ 61667 h 81563"/>
                <a:gd name="connsiteX53" fmla="*/ 105833 w 544687"/>
                <a:gd name="connsiteY53" fmla="*/ 50782 h 81563"/>
                <a:gd name="connsiteX54" fmla="*/ 106354 w 544687"/>
                <a:gd name="connsiteY54" fmla="*/ 40729 h 81563"/>
                <a:gd name="connsiteX55" fmla="*/ 105833 w 544687"/>
                <a:gd name="connsiteY55" fmla="*/ 30573 h 81563"/>
                <a:gd name="connsiteX56" fmla="*/ 103542 w 544687"/>
                <a:gd name="connsiteY56" fmla="*/ 19584 h 81563"/>
                <a:gd name="connsiteX57" fmla="*/ 98542 w 544687"/>
                <a:gd name="connsiteY57" fmla="*/ 10834 h 81563"/>
                <a:gd name="connsiteX58" fmla="*/ 89583 w 544687"/>
                <a:gd name="connsiteY58" fmla="*/ 7188 h 81563"/>
                <a:gd name="connsiteX59" fmla="*/ 361979 w 544687"/>
                <a:gd name="connsiteY59" fmla="*/ 3125 h 81563"/>
                <a:gd name="connsiteX60" fmla="*/ 367917 w 544687"/>
                <a:gd name="connsiteY60" fmla="*/ 3125 h 81563"/>
                <a:gd name="connsiteX61" fmla="*/ 369479 w 544687"/>
                <a:gd name="connsiteY61" fmla="*/ 3542 h 81563"/>
                <a:gd name="connsiteX62" fmla="*/ 369896 w 544687"/>
                <a:gd name="connsiteY62" fmla="*/ 5105 h 81563"/>
                <a:gd name="connsiteX63" fmla="*/ 369896 w 544687"/>
                <a:gd name="connsiteY63" fmla="*/ 79167 h 81563"/>
                <a:gd name="connsiteX64" fmla="*/ 361667 w 544687"/>
                <a:gd name="connsiteY64" fmla="*/ 79167 h 81563"/>
                <a:gd name="connsiteX65" fmla="*/ 361667 w 544687"/>
                <a:gd name="connsiteY65" fmla="*/ 12084 h 81563"/>
                <a:gd name="connsiteX66" fmla="*/ 354636 w 544687"/>
                <a:gd name="connsiteY66" fmla="*/ 17865 h 81563"/>
                <a:gd name="connsiteX67" fmla="*/ 345417 w 544687"/>
                <a:gd name="connsiteY67" fmla="*/ 23125 h 81563"/>
                <a:gd name="connsiteX68" fmla="*/ 345417 w 544687"/>
                <a:gd name="connsiteY68" fmla="*/ 15209 h 81563"/>
                <a:gd name="connsiteX69" fmla="*/ 354063 w 544687"/>
                <a:gd name="connsiteY69" fmla="*/ 10104 h 81563"/>
                <a:gd name="connsiteX70" fmla="*/ 361979 w 544687"/>
                <a:gd name="connsiteY70" fmla="*/ 3125 h 81563"/>
                <a:gd name="connsiteX71" fmla="*/ 452813 w 544687"/>
                <a:gd name="connsiteY71" fmla="*/ 1354 h 81563"/>
                <a:gd name="connsiteX72" fmla="*/ 461615 w 544687"/>
                <a:gd name="connsiteY72" fmla="*/ 2553 h 81563"/>
                <a:gd name="connsiteX73" fmla="*/ 469063 w 544687"/>
                <a:gd name="connsiteY73" fmla="*/ 6251 h 81563"/>
                <a:gd name="connsiteX74" fmla="*/ 474115 w 544687"/>
                <a:gd name="connsiteY74" fmla="*/ 12604 h 81563"/>
                <a:gd name="connsiteX75" fmla="*/ 476042 w 544687"/>
                <a:gd name="connsiteY75" fmla="*/ 21771 h 81563"/>
                <a:gd name="connsiteX76" fmla="*/ 471771 w 544687"/>
                <a:gd name="connsiteY76" fmla="*/ 33437 h 81563"/>
                <a:gd name="connsiteX77" fmla="*/ 460625 w 544687"/>
                <a:gd name="connsiteY77" fmla="*/ 39792 h 81563"/>
                <a:gd name="connsiteX78" fmla="*/ 472969 w 544687"/>
                <a:gd name="connsiteY78" fmla="*/ 46198 h 81563"/>
                <a:gd name="connsiteX79" fmla="*/ 477709 w 544687"/>
                <a:gd name="connsiteY79" fmla="*/ 59063 h 81563"/>
                <a:gd name="connsiteX80" fmla="*/ 475573 w 544687"/>
                <a:gd name="connsiteY80" fmla="*/ 69010 h 81563"/>
                <a:gd name="connsiteX81" fmla="*/ 469896 w 544687"/>
                <a:gd name="connsiteY81" fmla="*/ 75834 h 81563"/>
                <a:gd name="connsiteX82" fmla="*/ 461771 w 544687"/>
                <a:gd name="connsiteY82" fmla="*/ 79687 h 81563"/>
                <a:gd name="connsiteX83" fmla="*/ 452396 w 544687"/>
                <a:gd name="connsiteY83" fmla="*/ 80938 h 81563"/>
                <a:gd name="connsiteX84" fmla="*/ 434636 w 544687"/>
                <a:gd name="connsiteY84" fmla="*/ 75000 h 81563"/>
                <a:gd name="connsiteX85" fmla="*/ 427917 w 544687"/>
                <a:gd name="connsiteY85" fmla="*/ 58542 h 81563"/>
                <a:gd name="connsiteX86" fmla="*/ 436146 w 544687"/>
                <a:gd name="connsiteY86" fmla="*/ 58542 h 81563"/>
                <a:gd name="connsiteX87" fmla="*/ 441094 w 544687"/>
                <a:gd name="connsiteY87" fmla="*/ 69896 h 81563"/>
                <a:gd name="connsiteX88" fmla="*/ 452709 w 544687"/>
                <a:gd name="connsiteY88" fmla="*/ 73750 h 81563"/>
                <a:gd name="connsiteX89" fmla="*/ 464896 w 544687"/>
                <a:gd name="connsiteY89" fmla="*/ 69687 h 81563"/>
                <a:gd name="connsiteX90" fmla="*/ 469375 w 544687"/>
                <a:gd name="connsiteY90" fmla="*/ 58125 h 81563"/>
                <a:gd name="connsiteX91" fmla="*/ 467917 w 544687"/>
                <a:gd name="connsiteY91" fmla="*/ 51510 h 81563"/>
                <a:gd name="connsiteX92" fmla="*/ 464063 w 544687"/>
                <a:gd name="connsiteY92" fmla="*/ 46980 h 81563"/>
                <a:gd name="connsiteX93" fmla="*/ 458490 w 544687"/>
                <a:gd name="connsiteY93" fmla="*/ 44375 h 81563"/>
                <a:gd name="connsiteX94" fmla="*/ 452188 w 544687"/>
                <a:gd name="connsiteY94" fmla="*/ 43333 h 81563"/>
                <a:gd name="connsiteX95" fmla="*/ 448021 w 544687"/>
                <a:gd name="connsiteY95" fmla="*/ 43333 h 81563"/>
                <a:gd name="connsiteX96" fmla="*/ 446563 w 544687"/>
                <a:gd name="connsiteY96" fmla="*/ 43074 h 81563"/>
                <a:gd name="connsiteX97" fmla="*/ 446355 w 544687"/>
                <a:gd name="connsiteY97" fmla="*/ 41667 h 81563"/>
                <a:gd name="connsiteX98" fmla="*/ 446355 w 544687"/>
                <a:gd name="connsiteY98" fmla="*/ 37812 h 81563"/>
                <a:gd name="connsiteX99" fmla="*/ 446563 w 544687"/>
                <a:gd name="connsiteY99" fmla="*/ 36146 h 81563"/>
                <a:gd name="connsiteX100" fmla="*/ 448021 w 544687"/>
                <a:gd name="connsiteY100" fmla="*/ 35729 h 81563"/>
                <a:gd name="connsiteX101" fmla="*/ 451459 w 544687"/>
                <a:gd name="connsiteY101" fmla="*/ 35729 h 81563"/>
                <a:gd name="connsiteX102" fmla="*/ 457552 w 544687"/>
                <a:gd name="connsiteY102" fmla="*/ 34948 h 81563"/>
                <a:gd name="connsiteX103" fmla="*/ 462709 w 544687"/>
                <a:gd name="connsiteY103" fmla="*/ 32500 h 81563"/>
                <a:gd name="connsiteX104" fmla="*/ 466355 w 544687"/>
                <a:gd name="connsiteY104" fmla="*/ 28385 h 81563"/>
                <a:gd name="connsiteX105" fmla="*/ 467709 w 544687"/>
                <a:gd name="connsiteY105" fmla="*/ 22188 h 81563"/>
                <a:gd name="connsiteX106" fmla="*/ 463386 w 544687"/>
                <a:gd name="connsiteY106" fmla="*/ 12084 h 81563"/>
                <a:gd name="connsiteX107" fmla="*/ 452500 w 544687"/>
                <a:gd name="connsiteY107" fmla="*/ 8542 h 81563"/>
                <a:gd name="connsiteX108" fmla="*/ 441823 w 544687"/>
                <a:gd name="connsiteY108" fmla="*/ 12084 h 81563"/>
                <a:gd name="connsiteX109" fmla="*/ 437292 w 544687"/>
                <a:gd name="connsiteY109" fmla="*/ 22292 h 81563"/>
                <a:gd name="connsiteX110" fmla="*/ 428959 w 544687"/>
                <a:gd name="connsiteY110" fmla="*/ 22292 h 81563"/>
                <a:gd name="connsiteX111" fmla="*/ 435625 w 544687"/>
                <a:gd name="connsiteY111" fmla="*/ 6979 h 81563"/>
                <a:gd name="connsiteX112" fmla="*/ 452813 w 544687"/>
                <a:gd name="connsiteY112" fmla="*/ 1354 h 81563"/>
                <a:gd name="connsiteX113" fmla="*/ 205417 w 544687"/>
                <a:gd name="connsiteY113" fmla="*/ 1354 h 81563"/>
                <a:gd name="connsiteX114" fmla="*/ 214219 w 544687"/>
                <a:gd name="connsiteY114" fmla="*/ 2553 h 81563"/>
                <a:gd name="connsiteX115" fmla="*/ 221667 w 544687"/>
                <a:gd name="connsiteY115" fmla="*/ 6251 h 81563"/>
                <a:gd name="connsiteX116" fmla="*/ 226719 w 544687"/>
                <a:gd name="connsiteY116" fmla="*/ 12604 h 81563"/>
                <a:gd name="connsiteX117" fmla="*/ 228646 w 544687"/>
                <a:gd name="connsiteY117" fmla="*/ 21771 h 81563"/>
                <a:gd name="connsiteX118" fmla="*/ 224375 w 544687"/>
                <a:gd name="connsiteY118" fmla="*/ 33437 h 81563"/>
                <a:gd name="connsiteX119" fmla="*/ 213229 w 544687"/>
                <a:gd name="connsiteY119" fmla="*/ 39792 h 81563"/>
                <a:gd name="connsiteX120" fmla="*/ 225573 w 544687"/>
                <a:gd name="connsiteY120" fmla="*/ 46198 h 81563"/>
                <a:gd name="connsiteX121" fmla="*/ 230313 w 544687"/>
                <a:gd name="connsiteY121" fmla="*/ 59063 h 81563"/>
                <a:gd name="connsiteX122" fmla="*/ 228177 w 544687"/>
                <a:gd name="connsiteY122" fmla="*/ 69010 h 81563"/>
                <a:gd name="connsiteX123" fmla="*/ 222500 w 544687"/>
                <a:gd name="connsiteY123" fmla="*/ 75834 h 81563"/>
                <a:gd name="connsiteX124" fmla="*/ 214375 w 544687"/>
                <a:gd name="connsiteY124" fmla="*/ 79687 h 81563"/>
                <a:gd name="connsiteX125" fmla="*/ 205000 w 544687"/>
                <a:gd name="connsiteY125" fmla="*/ 80938 h 81563"/>
                <a:gd name="connsiteX126" fmla="*/ 187240 w 544687"/>
                <a:gd name="connsiteY126" fmla="*/ 75000 h 81563"/>
                <a:gd name="connsiteX127" fmla="*/ 180521 w 544687"/>
                <a:gd name="connsiteY127" fmla="*/ 58542 h 81563"/>
                <a:gd name="connsiteX128" fmla="*/ 188750 w 544687"/>
                <a:gd name="connsiteY128" fmla="*/ 58542 h 81563"/>
                <a:gd name="connsiteX129" fmla="*/ 193698 w 544687"/>
                <a:gd name="connsiteY129" fmla="*/ 69896 h 81563"/>
                <a:gd name="connsiteX130" fmla="*/ 205313 w 544687"/>
                <a:gd name="connsiteY130" fmla="*/ 73750 h 81563"/>
                <a:gd name="connsiteX131" fmla="*/ 217500 w 544687"/>
                <a:gd name="connsiteY131" fmla="*/ 69687 h 81563"/>
                <a:gd name="connsiteX132" fmla="*/ 221979 w 544687"/>
                <a:gd name="connsiteY132" fmla="*/ 58125 h 81563"/>
                <a:gd name="connsiteX133" fmla="*/ 220521 w 544687"/>
                <a:gd name="connsiteY133" fmla="*/ 51510 h 81563"/>
                <a:gd name="connsiteX134" fmla="*/ 216667 w 544687"/>
                <a:gd name="connsiteY134" fmla="*/ 46980 h 81563"/>
                <a:gd name="connsiteX135" fmla="*/ 211094 w 544687"/>
                <a:gd name="connsiteY135" fmla="*/ 44375 h 81563"/>
                <a:gd name="connsiteX136" fmla="*/ 204792 w 544687"/>
                <a:gd name="connsiteY136" fmla="*/ 43333 h 81563"/>
                <a:gd name="connsiteX137" fmla="*/ 200625 w 544687"/>
                <a:gd name="connsiteY137" fmla="*/ 43333 h 81563"/>
                <a:gd name="connsiteX138" fmla="*/ 199167 w 544687"/>
                <a:gd name="connsiteY138" fmla="*/ 43074 h 81563"/>
                <a:gd name="connsiteX139" fmla="*/ 198959 w 544687"/>
                <a:gd name="connsiteY139" fmla="*/ 41667 h 81563"/>
                <a:gd name="connsiteX140" fmla="*/ 198959 w 544687"/>
                <a:gd name="connsiteY140" fmla="*/ 37812 h 81563"/>
                <a:gd name="connsiteX141" fmla="*/ 199167 w 544687"/>
                <a:gd name="connsiteY141" fmla="*/ 36146 h 81563"/>
                <a:gd name="connsiteX142" fmla="*/ 200625 w 544687"/>
                <a:gd name="connsiteY142" fmla="*/ 35729 h 81563"/>
                <a:gd name="connsiteX143" fmla="*/ 204063 w 544687"/>
                <a:gd name="connsiteY143" fmla="*/ 35729 h 81563"/>
                <a:gd name="connsiteX144" fmla="*/ 210156 w 544687"/>
                <a:gd name="connsiteY144" fmla="*/ 34948 h 81563"/>
                <a:gd name="connsiteX145" fmla="*/ 215313 w 544687"/>
                <a:gd name="connsiteY145" fmla="*/ 32500 h 81563"/>
                <a:gd name="connsiteX146" fmla="*/ 218959 w 544687"/>
                <a:gd name="connsiteY146" fmla="*/ 28385 h 81563"/>
                <a:gd name="connsiteX147" fmla="*/ 220313 w 544687"/>
                <a:gd name="connsiteY147" fmla="*/ 22188 h 81563"/>
                <a:gd name="connsiteX148" fmla="*/ 215990 w 544687"/>
                <a:gd name="connsiteY148" fmla="*/ 12084 h 81563"/>
                <a:gd name="connsiteX149" fmla="*/ 205104 w 544687"/>
                <a:gd name="connsiteY149" fmla="*/ 8542 h 81563"/>
                <a:gd name="connsiteX150" fmla="*/ 194427 w 544687"/>
                <a:gd name="connsiteY150" fmla="*/ 12084 h 81563"/>
                <a:gd name="connsiteX151" fmla="*/ 189896 w 544687"/>
                <a:gd name="connsiteY151" fmla="*/ 22292 h 81563"/>
                <a:gd name="connsiteX152" fmla="*/ 181563 w 544687"/>
                <a:gd name="connsiteY152" fmla="*/ 22292 h 81563"/>
                <a:gd name="connsiteX153" fmla="*/ 188229 w 544687"/>
                <a:gd name="connsiteY153" fmla="*/ 6979 h 81563"/>
                <a:gd name="connsiteX154" fmla="*/ 205417 w 544687"/>
                <a:gd name="connsiteY154" fmla="*/ 1354 h 81563"/>
                <a:gd name="connsiteX155" fmla="*/ 140208 w 544687"/>
                <a:gd name="connsiteY155" fmla="*/ 1354 h 81563"/>
                <a:gd name="connsiteX156" fmla="*/ 156250 w 544687"/>
                <a:gd name="connsiteY156" fmla="*/ 6459 h 81563"/>
                <a:gd name="connsiteX157" fmla="*/ 162708 w 544687"/>
                <a:gd name="connsiteY157" fmla="*/ 21458 h 81563"/>
                <a:gd name="connsiteX158" fmla="*/ 158594 w 544687"/>
                <a:gd name="connsiteY158" fmla="*/ 35313 h 81563"/>
                <a:gd name="connsiteX159" fmla="*/ 148750 w 544687"/>
                <a:gd name="connsiteY159" fmla="*/ 49271 h 81563"/>
                <a:gd name="connsiteX160" fmla="*/ 136875 w 544687"/>
                <a:gd name="connsiteY160" fmla="*/ 61979 h 81563"/>
                <a:gd name="connsiteX161" fmla="*/ 126667 w 544687"/>
                <a:gd name="connsiteY161" fmla="*/ 71979 h 81563"/>
                <a:gd name="connsiteX162" fmla="*/ 164375 w 544687"/>
                <a:gd name="connsiteY162" fmla="*/ 71979 h 81563"/>
                <a:gd name="connsiteX163" fmla="*/ 164375 w 544687"/>
                <a:gd name="connsiteY163" fmla="*/ 79167 h 81563"/>
                <a:gd name="connsiteX164" fmla="*/ 118646 w 544687"/>
                <a:gd name="connsiteY164" fmla="*/ 79167 h 81563"/>
                <a:gd name="connsiteX165" fmla="*/ 117448 w 544687"/>
                <a:gd name="connsiteY165" fmla="*/ 78855 h 81563"/>
                <a:gd name="connsiteX166" fmla="*/ 117188 w 544687"/>
                <a:gd name="connsiteY166" fmla="*/ 77604 h 81563"/>
                <a:gd name="connsiteX167" fmla="*/ 117188 w 544687"/>
                <a:gd name="connsiteY167" fmla="*/ 71355 h 81563"/>
                <a:gd name="connsiteX168" fmla="*/ 121510 w 544687"/>
                <a:gd name="connsiteY168" fmla="*/ 67188 h 81563"/>
                <a:gd name="connsiteX169" fmla="*/ 127084 w 544687"/>
                <a:gd name="connsiteY169" fmla="*/ 61667 h 81563"/>
                <a:gd name="connsiteX170" fmla="*/ 133125 w 544687"/>
                <a:gd name="connsiteY170" fmla="*/ 55208 h 81563"/>
                <a:gd name="connsiteX171" fmla="*/ 139271 w 544687"/>
                <a:gd name="connsiteY171" fmla="*/ 48126 h 81563"/>
                <a:gd name="connsiteX172" fmla="*/ 145000 w 544687"/>
                <a:gd name="connsiteY172" fmla="*/ 40990 h 81563"/>
                <a:gd name="connsiteX173" fmla="*/ 149688 w 544687"/>
                <a:gd name="connsiteY173" fmla="*/ 34063 h 81563"/>
                <a:gd name="connsiteX174" fmla="*/ 152969 w 544687"/>
                <a:gd name="connsiteY174" fmla="*/ 27604 h 81563"/>
                <a:gd name="connsiteX175" fmla="*/ 154167 w 544687"/>
                <a:gd name="connsiteY175" fmla="*/ 22084 h 81563"/>
                <a:gd name="connsiteX176" fmla="*/ 150209 w 544687"/>
                <a:gd name="connsiteY176" fmla="*/ 11927 h 81563"/>
                <a:gd name="connsiteX177" fmla="*/ 140000 w 544687"/>
                <a:gd name="connsiteY177" fmla="*/ 8542 h 81563"/>
                <a:gd name="connsiteX178" fmla="*/ 130156 w 544687"/>
                <a:gd name="connsiteY178" fmla="*/ 12709 h 81563"/>
                <a:gd name="connsiteX179" fmla="*/ 126354 w 544687"/>
                <a:gd name="connsiteY179" fmla="*/ 23542 h 81563"/>
                <a:gd name="connsiteX180" fmla="*/ 117813 w 544687"/>
                <a:gd name="connsiteY180" fmla="*/ 23542 h 81563"/>
                <a:gd name="connsiteX181" fmla="*/ 119479 w 544687"/>
                <a:gd name="connsiteY181" fmla="*/ 14428 h 81563"/>
                <a:gd name="connsiteX182" fmla="*/ 124167 w 544687"/>
                <a:gd name="connsiteY182" fmla="*/ 7396 h 81563"/>
                <a:gd name="connsiteX183" fmla="*/ 131302 w 544687"/>
                <a:gd name="connsiteY183" fmla="*/ 2917 h 81563"/>
                <a:gd name="connsiteX184" fmla="*/ 140208 w 544687"/>
                <a:gd name="connsiteY184" fmla="*/ 1354 h 81563"/>
                <a:gd name="connsiteX185" fmla="*/ 23021 w 544687"/>
                <a:gd name="connsiteY185" fmla="*/ 1354 h 81563"/>
                <a:gd name="connsiteX186" fmla="*/ 39063 w 544687"/>
                <a:gd name="connsiteY186" fmla="*/ 6459 h 81563"/>
                <a:gd name="connsiteX187" fmla="*/ 45521 w 544687"/>
                <a:gd name="connsiteY187" fmla="*/ 21458 h 81563"/>
                <a:gd name="connsiteX188" fmla="*/ 41406 w 544687"/>
                <a:gd name="connsiteY188" fmla="*/ 35313 h 81563"/>
                <a:gd name="connsiteX189" fmla="*/ 31563 w 544687"/>
                <a:gd name="connsiteY189" fmla="*/ 49271 h 81563"/>
                <a:gd name="connsiteX190" fmla="*/ 19688 w 544687"/>
                <a:gd name="connsiteY190" fmla="*/ 61979 h 81563"/>
                <a:gd name="connsiteX191" fmla="*/ 9479 w 544687"/>
                <a:gd name="connsiteY191" fmla="*/ 71979 h 81563"/>
                <a:gd name="connsiteX192" fmla="*/ 47188 w 544687"/>
                <a:gd name="connsiteY192" fmla="*/ 71979 h 81563"/>
                <a:gd name="connsiteX193" fmla="*/ 47188 w 544687"/>
                <a:gd name="connsiteY193" fmla="*/ 79167 h 81563"/>
                <a:gd name="connsiteX194" fmla="*/ 1458 w 544687"/>
                <a:gd name="connsiteY194" fmla="*/ 79167 h 81563"/>
                <a:gd name="connsiteX195" fmla="*/ 260 w 544687"/>
                <a:gd name="connsiteY195" fmla="*/ 78855 h 81563"/>
                <a:gd name="connsiteX196" fmla="*/ 0 w 544687"/>
                <a:gd name="connsiteY196" fmla="*/ 77604 h 81563"/>
                <a:gd name="connsiteX197" fmla="*/ 0 w 544687"/>
                <a:gd name="connsiteY197" fmla="*/ 71355 h 81563"/>
                <a:gd name="connsiteX198" fmla="*/ 4323 w 544687"/>
                <a:gd name="connsiteY198" fmla="*/ 67188 h 81563"/>
                <a:gd name="connsiteX199" fmla="*/ 9896 w 544687"/>
                <a:gd name="connsiteY199" fmla="*/ 61667 h 81563"/>
                <a:gd name="connsiteX200" fmla="*/ 15937 w 544687"/>
                <a:gd name="connsiteY200" fmla="*/ 55208 h 81563"/>
                <a:gd name="connsiteX201" fmla="*/ 22083 w 544687"/>
                <a:gd name="connsiteY201" fmla="*/ 48126 h 81563"/>
                <a:gd name="connsiteX202" fmla="*/ 27813 w 544687"/>
                <a:gd name="connsiteY202" fmla="*/ 40990 h 81563"/>
                <a:gd name="connsiteX203" fmla="*/ 32500 w 544687"/>
                <a:gd name="connsiteY203" fmla="*/ 34063 h 81563"/>
                <a:gd name="connsiteX204" fmla="*/ 35781 w 544687"/>
                <a:gd name="connsiteY204" fmla="*/ 27604 h 81563"/>
                <a:gd name="connsiteX205" fmla="*/ 36979 w 544687"/>
                <a:gd name="connsiteY205" fmla="*/ 22084 h 81563"/>
                <a:gd name="connsiteX206" fmla="*/ 33021 w 544687"/>
                <a:gd name="connsiteY206" fmla="*/ 11927 h 81563"/>
                <a:gd name="connsiteX207" fmla="*/ 22813 w 544687"/>
                <a:gd name="connsiteY207" fmla="*/ 8542 h 81563"/>
                <a:gd name="connsiteX208" fmla="*/ 12969 w 544687"/>
                <a:gd name="connsiteY208" fmla="*/ 12709 h 81563"/>
                <a:gd name="connsiteX209" fmla="*/ 9167 w 544687"/>
                <a:gd name="connsiteY209" fmla="*/ 23542 h 81563"/>
                <a:gd name="connsiteX210" fmla="*/ 625 w 544687"/>
                <a:gd name="connsiteY210" fmla="*/ 23542 h 81563"/>
                <a:gd name="connsiteX211" fmla="*/ 2292 w 544687"/>
                <a:gd name="connsiteY211" fmla="*/ 14428 h 81563"/>
                <a:gd name="connsiteX212" fmla="*/ 6979 w 544687"/>
                <a:gd name="connsiteY212" fmla="*/ 7396 h 81563"/>
                <a:gd name="connsiteX213" fmla="*/ 14115 w 544687"/>
                <a:gd name="connsiteY213" fmla="*/ 2917 h 81563"/>
                <a:gd name="connsiteX214" fmla="*/ 23021 w 544687"/>
                <a:gd name="connsiteY214" fmla="*/ 1354 h 81563"/>
                <a:gd name="connsiteX215" fmla="*/ 519271 w 544687"/>
                <a:gd name="connsiteY215" fmla="*/ 0 h 81563"/>
                <a:gd name="connsiteX216" fmla="*/ 532032 w 544687"/>
                <a:gd name="connsiteY216" fmla="*/ 3646 h 81563"/>
                <a:gd name="connsiteX217" fmla="*/ 539792 w 544687"/>
                <a:gd name="connsiteY217" fmla="*/ 13021 h 81563"/>
                <a:gd name="connsiteX218" fmla="*/ 543646 w 544687"/>
                <a:gd name="connsiteY218" fmla="*/ 26146 h 81563"/>
                <a:gd name="connsiteX219" fmla="*/ 544688 w 544687"/>
                <a:gd name="connsiteY219" fmla="*/ 40729 h 81563"/>
                <a:gd name="connsiteX220" fmla="*/ 543646 w 544687"/>
                <a:gd name="connsiteY220" fmla="*/ 55313 h 81563"/>
                <a:gd name="connsiteX221" fmla="*/ 539792 w 544687"/>
                <a:gd name="connsiteY221" fmla="*/ 68334 h 81563"/>
                <a:gd name="connsiteX222" fmla="*/ 532032 w 544687"/>
                <a:gd name="connsiteY222" fmla="*/ 77604 h 81563"/>
                <a:gd name="connsiteX223" fmla="*/ 519271 w 544687"/>
                <a:gd name="connsiteY223" fmla="*/ 81146 h 81563"/>
                <a:gd name="connsiteX224" fmla="*/ 506719 w 544687"/>
                <a:gd name="connsiteY224" fmla="*/ 77604 h 81563"/>
                <a:gd name="connsiteX225" fmla="*/ 499271 w 544687"/>
                <a:gd name="connsiteY225" fmla="*/ 68334 h 81563"/>
                <a:gd name="connsiteX226" fmla="*/ 495625 w 544687"/>
                <a:gd name="connsiteY226" fmla="*/ 55313 h 81563"/>
                <a:gd name="connsiteX227" fmla="*/ 494688 w 544687"/>
                <a:gd name="connsiteY227" fmla="*/ 40729 h 81563"/>
                <a:gd name="connsiteX228" fmla="*/ 495625 w 544687"/>
                <a:gd name="connsiteY228" fmla="*/ 26146 h 81563"/>
                <a:gd name="connsiteX229" fmla="*/ 499271 w 544687"/>
                <a:gd name="connsiteY229" fmla="*/ 13021 h 81563"/>
                <a:gd name="connsiteX230" fmla="*/ 506719 w 544687"/>
                <a:gd name="connsiteY230" fmla="*/ 3646 h 81563"/>
                <a:gd name="connsiteX231" fmla="*/ 519271 w 544687"/>
                <a:gd name="connsiteY231" fmla="*/ 0 h 81563"/>
                <a:gd name="connsiteX232" fmla="*/ 297917 w 544687"/>
                <a:gd name="connsiteY232" fmla="*/ 0 h 81563"/>
                <a:gd name="connsiteX233" fmla="*/ 310677 w 544687"/>
                <a:gd name="connsiteY233" fmla="*/ 3646 h 81563"/>
                <a:gd name="connsiteX234" fmla="*/ 318438 w 544687"/>
                <a:gd name="connsiteY234" fmla="*/ 13021 h 81563"/>
                <a:gd name="connsiteX235" fmla="*/ 322292 w 544687"/>
                <a:gd name="connsiteY235" fmla="*/ 26146 h 81563"/>
                <a:gd name="connsiteX236" fmla="*/ 323334 w 544687"/>
                <a:gd name="connsiteY236" fmla="*/ 40729 h 81563"/>
                <a:gd name="connsiteX237" fmla="*/ 322292 w 544687"/>
                <a:gd name="connsiteY237" fmla="*/ 55313 h 81563"/>
                <a:gd name="connsiteX238" fmla="*/ 318438 w 544687"/>
                <a:gd name="connsiteY238" fmla="*/ 68334 h 81563"/>
                <a:gd name="connsiteX239" fmla="*/ 310677 w 544687"/>
                <a:gd name="connsiteY239" fmla="*/ 77604 h 81563"/>
                <a:gd name="connsiteX240" fmla="*/ 297917 w 544687"/>
                <a:gd name="connsiteY240" fmla="*/ 81146 h 81563"/>
                <a:gd name="connsiteX241" fmla="*/ 285365 w 544687"/>
                <a:gd name="connsiteY241" fmla="*/ 77604 h 81563"/>
                <a:gd name="connsiteX242" fmla="*/ 277917 w 544687"/>
                <a:gd name="connsiteY242" fmla="*/ 68334 h 81563"/>
                <a:gd name="connsiteX243" fmla="*/ 274271 w 544687"/>
                <a:gd name="connsiteY243" fmla="*/ 55313 h 81563"/>
                <a:gd name="connsiteX244" fmla="*/ 273334 w 544687"/>
                <a:gd name="connsiteY244" fmla="*/ 40729 h 81563"/>
                <a:gd name="connsiteX245" fmla="*/ 274271 w 544687"/>
                <a:gd name="connsiteY245" fmla="*/ 26146 h 81563"/>
                <a:gd name="connsiteX246" fmla="*/ 277917 w 544687"/>
                <a:gd name="connsiteY246" fmla="*/ 13021 h 81563"/>
                <a:gd name="connsiteX247" fmla="*/ 285365 w 544687"/>
                <a:gd name="connsiteY247" fmla="*/ 3646 h 81563"/>
                <a:gd name="connsiteX248" fmla="*/ 297917 w 544687"/>
                <a:gd name="connsiteY248" fmla="*/ 0 h 81563"/>
                <a:gd name="connsiteX249" fmla="*/ 89583 w 544687"/>
                <a:gd name="connsiteY249" fmla="*/ 0 h 81563"/>
                <a:gd name="connsiteX250" fmla="*/ 102344 w 544687"/>
                <a:gd name="connsiteY250" fmla="*/ 3646 h 81563"/>
                <a:gd name="connsiteX251" fmla="*/ 110104 w 544687"/>
                <a:gd name="connsiteY251" fmla="*/ 13021 h 81563"/>
                <a:gd name="connsiteX252" fmla="*/ 113959 w 544687"/>
                <a:gd name="connsiteY252" fmla="*/ 26146 h 81563"/>
                <a:gd name="connsiteX253" fmla="*/ 115000 w 544687"/>
                <a:gd name="connsiteY253" fmla="*/ 40729 h 81563"/>
                <a:gd name="connsiteX254" fmla="*/ 113959 w 544687"/>
                <a:gd name="connsiteY254" fmla="*/ 55313 h 81563"/>
                <a:gd name="connsiteX255" fmla="*/ 110104 w 544687"/>
                <a:gd name="connsiteY255" fmla="*/ 68334 h 81563"/>
                <a:gd name="connsiteX256" fmla="*/ 102344 w 544687"/>
                <a:gd name="connsiteY256" fmla="*/ 77604 h 81563"/>
                <a:gd name="connsiteX257" fmla="*/ 89583 w 544687"/>
                <a:gd name="connsiteY257" fmla="*/ 81146 h 81563"/>
                <a:gd name="connsiteX258" fmla="*/ 77031 w 544687"/>
                <a:gd name="connsiteY258" fmla="*/ 77604 h 81563"/>
                <a:gd name="connsiteX259" fmla="*/ 69583 w 544687"/>
                <a:gd name="connsiteY259" fmla="*/ 68334 h 81563"/>
                <a:gd name="connsiteX260" fmla="*/ 65938 w 544687"/>
                <a:gd name="connsiteY260" fmla="*/ 55313 h 81563"/>
                <a:gd name="connsiteX261" fmla="*/ 65000 w 544687"/>
                <a:gd name="connsiteY261" fmla="*/ 40729 h 81563"/>
                <a:gd name="connsiteX262" fmla="*/ 65938 w 544687"/>
                <a:gd name="connsiteY262" fmla="*/ 26146 h 81563"/>
                <a:gd name="connsiteX263" fmla="*/ 69583 w 544687"/>
                <a:gd name="connsiteY263" fmla="*/ 13021 h 81563"/>
                <a:gd name="connsiteX264" fmla="*/ 77031 w 544687"/>
                <a:gd name="connsiteY264" fmla="*/ 3646 h 81563"/>
                <a:gd name="connsiteX265" fmla="*/ 89583 w 544687"/>
                <a:gd name="connsiteY265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</a:cxnLst>
              <a:rect l="l" t="t" r="r" b="b"/>
              <a:pathLst>
                <a:path w="54468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519271" y="7188"/>
                  </a:moveTo>
                  <a:cubicBezTo>
                    <a:pt x="515521" y="7188"/>
                    <a:pt x="512591" y="8399"/>
                    <a:pt x="510469" y="10834"/>
                  </a:cubicBezTo>
                  <a:cubicBezTo>
                    <a:pt x="508360" y="13255"/>
                    <a:pt x="506771" y="16172"/>
                    <a:pt x="505730" y="19584"/>
                  </a:cubicBezTo>
                  <a:cubicBezTo>
                    <a:pt x="504623" y="23047"/>
                    <a:pt x="503946" y="26719"/>
                    <a:pt x="503698" y="30573"/>
                  </a:cubicBezTo>
                  <a:cubicBezTo>
                    <a:pt x="503464" y="34428"/>
                    <a:pt x="503334" y="37812"/>
                    <a:pt x="503334" y="40729"/>
                  </a:cubicBezTo>
                  <a:cubicBezTo>
                    <a:pt x="503334" y="43646"/>
                    <a:pt x="503464" y="46992"/>
                    <a:pt x="503698" y="50782"/>
                  </a:cubicBezTo>
                  <a:cubicBezTo>
                    <a:pt x="503946" y="54557"/>
                    <a:pt x="504623" y="58190"/>
                    <a:pt x="505730" y="61667"/>
                  </a:cubicBezTo>
                  <a:cubicBezTo>
                    <a:pt x="506771" y="65065"/>
                    <a:pt x="508360" y="67943"/>
                    <a:pt x="510469" y="70313"/>
                  </a:cubicBezTo>
                  <a:cubicBezTo>
                    <a:pt x="512591" y="72669"/>
                    <a:pt x="515521" y="73854"/>
                    <a:pt x="519271" y="73854"/>
                  </a:cubicBezTo>
                  <a:cubicBezTo>
                    <a:pt x="523021" y="73854"/>
                    <a:pt x="526016" y="72669"/>
                    <a:pt x="528230" y="70313"/>
                  </a:cubicBezTo>
                  <a:cubicBezTo>
                    <a:pt x="530456" y="67943"/>
                    <a:pt x="532123" y="65065"/>
                    <a:pt x="533230" y="61667"/>
                  </a:cubicBezTo>
                  <a:cubicBezTo>
                    <a:pt x="534414" y="58190"/>
                    <a:pt x="535183" y="54557"/>
                    <a:pt x="535521" y="50782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2"/>
                    <a:pt x="535873" y="34428"/>
                    <a:pt x="535521" y="30573"/>
                  </a:cubicBezTo>
                  <a:cubicBezTo>
                    <a:pt x="535183" y="26719"/>
                    <a:pt x="534414" y="23047"/>
                    <a:pt x="533230" y="19584"/>
                  </a:cubicBezTo>
                  <a:cubicBezTo>
                    <a:pt x="532123" y="16172"/>
                    <a:pt x="530456" y="13255"/>
                    <a:pt x="528230" y="10834"/>
                  </a:cubicBezTo>
                  <a:cubicBezTo>
                    <a:pt x="526016" y="8399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4"/>
                  </a:cubicBezTo>
                  <a:cubicBezTo>
                    <a:pt x="287005" y="13255"/>
                    <a:pt x="285417" y="16172"/>
                    <a:pt x="284375" y="19584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110" y="34428"/>
                    <a:pt x="281979" y="37812"/>
                    <a:pt x="281979" y="40729"/>
                  </a:cubicBezTo>
                  <a:cubicBezTo>
                    <a:pt x="281979" y="43646"/>
                    <a:pt x="282110" y="46992"/>
                    <a:pt x="282344" y="50782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7005" y="67943"/>
                    <a:pt x="289115" y="70313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62" y="72669"/>
                    <a:pt x="306875" y="70313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28" y="54557"/>
                    <a:pt x="314167" y="50782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2"/>
                    <a:pt x="314519" y="34428"/>
                    <a:pt x="314167" y="30573"/>
                  </a:cubicBezTo>
                  <a:cubicBezTo>
                    <a:pt x="313828" y="26719"/>
                    <a:pt x="313060" y="23047"/>
                    <a:pt x="311875" y="19584"/>
                  </a:cubicBezTo>
                  <a:cubicBezTo>
                    <a:pt x="310768" y="16172"/>
                    <a:pt x="309102" y="13255"/>
                    <a:pt x="306875" y="10834"/>
                  </a:cubicBezTo>
                  <a:cubicBezTo>
                    <a:pt x="304662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4"/>
                  </a:cubicBezTo>
                  <a:cubicBezTo>
                    <a:pt x="78672" y="13255"/>
                    <a:pt x="77084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8"/>
                    <a:pt x="73646" y="37812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3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95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361979" y="3125"/>
                  </a:moveTo>
                  <a:lnTo>
                    <a:pt x="367917" y="3125"/>
                  </a:lnTo>
                  <a:cubicBezTo>
                    <a:pt x="368685" y="3125"/>
                    <a:pt x="369206" y="3255"/>
                    <a:pt x="369479" y="3542"/>
                  </a:cubicBezTo>
                  <a:cubicBezTo>
                    <a:pt x="369766" y="3815"/>
                    <a:pt x="369896" y="4336"/>
                    <a:pt x="369896" y="5105"/>
                  </a:cubicBezTo>
                  <a:lnTo>
                    <a:pt x="369896" y="79167"/>
                  </a:lnTo>
                  <a:lnTo>
                    <a:pt x="361667" y="79167"/>
                  </a:lnTo>
                  <a:lnTo>
                    <a:pt x="361667" y="12084"/>
                  </a:lnTo>
                  <a:cubicBezTo>
                    <a:pt x="359792" y="14089"/>
                    <a:pt x="357448" y="16016"/>
                    <a:pt x="354636" y="17865"/>
                  </a:cubicBezTo>
                  <a:cubicBezTo>
                    <a:pt x="351823" y="19701"/>
                    <a:pt x="348750" y="21458"/>
                    <a:pt x="345417" y="23125"/>
                  </a:cubicBezTo>
                  <a:lnTo>
                    <a:pt x="345417" y="15209"/>
                  </a:lnTo>
                  <a:cubicBezTo>
                    <a:pt x="348412" y="13881"/>
                    <a:pt x="351289" y="12188"/>
                    <a:pt x="354063" y="10104"/>
                  </a:cubicBezTo>
                  <a:cubicBezTo>
                    <a:pt x="356849" y="8021"/>
                    <a:pt x="359479" y="5690"/>
                    <a:pt x="361979" y="3125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53" y="49662"/>
                    <a:pt x="465664" y="48151"/>
                    <a:pt x="464063" y="46980"/>
                  </a:cubicBezTo>
                  <a:cubicBezTo>
                    <a:pt x="462396" y="45795"/>
                    <a:pt x="460547" y="44922"/>
                    <a:pt x="458490" y="44375"/>
                  </a:cubicBezTo>
                  <a:cubicBezTo>
                    <a:pt x="456446" y="43815"/>
                    <a:pt x="454349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33" y="42891"/>
                    <a:pt x="446355" y="42422"/>
                    <a:pt x="446355" y="41667"/>
                  </a:cubicBezTo>
                  <a:lnTo>
                    <a:pt x="446355" y="37812"/>
                  </a:lnTo>
                  <a:cubicBezTo>
                    <a:pt x="446355" y="36980"/>
                    <a:pt x="446433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45" y="31459"/>
                    <a:pt x="465456" y="30078"/>
                    <a:pt x="466355" y="28385"/>
                  </a:cubicBezTo>
                  <a:cubicBezTo>
                    <a:pt x="467266" y="26680"/>
                    <a:pt x="467709" y="24610"/>
                    <a:pt x="467709" y="22188"/>
                  </a:cubicBezTo>
                  <a:cubicBezTo>
                    <a:pt x="467709" y="17813"/>
                    <a:pt x="466276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95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30"/>
                    <a:pt x="435625" y="6979"/>
                  </a:cubicBezTo>
                  <a:cubicBezTo>
                    <a:pt x="440000" y="3230"/>
                    <a:pt x="445730" y="1354"/>
                    <a:pt x="452813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3"/>
                  </a:cubicBezTo>
                  <a:cubicBezTo>
                    <a:pt x="217031" y="3347"/>
                    <a:pt x="219518" y="4583"/>
                    <a:pt x="221667" y="6251"/>
                  </a:cubicBezTo>
                  <a:cubicBezTo>
                    <a:pt x="223750" y="7917"/>
                    <a:pt x="225443" y="10026"/>
                    <a:pt x="226719" y="12604"/>
                  </a:cubicBezTo>
                  <a:cubicBezTo>
                    <a:pt x="228008" y="15170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37" y="36836"/>
                    <a:pt x="217813" y="38958"/>
                    <a:pt x="213229" y="39792"/>
                  </a:cubicBezTo>
                  <a:cubicBezTo>
                    <a:pt x="218307" y="40482"/>
                    <a:pt x="222422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610" y="66263"/>
                    <a:pt x="228177" y="69010"/>
                  </a:cubicBezTo>
                  <a:cubicBezTo>
                    <a:pt x="226758" y="71745"/>
                    <a:pt x="224870" y="74023"/>
                    <a:pt x="222500" y="75834"/>
                  </a:cubicBezTo>
                  <a:cubicBezTo>
                    <a:pt x="220144" y="77566"/>
                    <a:pt x="217435" y="78855"/>
                    <a:pt x="214375" y="79687"/>
                  </a:cubicBezTo>
                  <a:cubicBezTo>
                    <a:pt x="211328" y="80521"/>
                    <a:pt x="208203" y="80938"/>
                    <a:pt x="205000" y="80938"/>
                  </a:cubicBezTo>
                  <a:cubicBezTo>
                    <a:pt x="197500" y="80938"/>
                    <a:pt x="191589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45" y="63542"/>
                    <a:pt x="190886" y="67318"/>
                    <a:pt x="193698" y="69896"/>
                  </a:cubicBezTo>
                  <a:cubicBezTo>
                    <a:pt x="196511" y="72461"/>
                    <a:pt x="200391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95" y="66980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0"/>
                  </a:cubicBezTo>
                  <a:cubicBezTo>
                    <a:pt x="219557" y="49662"/>
                    <a:pt x="218268" y="48151"/>
                    <a:pt x="216667" y="46980"/>
                  </a:cubicBezTo>
                  <a:cubicBezTo>
                    <a:pt x="215000" y="45795"/>
                    <a:pt x="213151" y="44922"/>
                    <a:pt x="211094" y="44375"/>
                  </a:cubicBezTo>
                  <a:cubicBezTo>
                    <a:pt x="209050" y="43815"/>
                    <a:pt x="206953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3"/>
                    <a:pt x="199167" y="43074"/>
                  </a:cubicBezTo>
                  <a:cubicBezTo>
                    <a:pt x="199037" y="42891"/>
                    <a:pt x="198959" y="42422"/>
                    <a:pt x="198959" y="41667"/>
                  </a:cubicBezTo>
                  <a:lnTo>
                    <a:pt x="198959" y="37812"/>
                  </a:lnTo>
                  <a:cubicBezTo>
                    <a:pt x="198959" y="36980"/>
                    <a:pt x="199037" y="36419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8"/>
                    <a:pt x="213854" y="33607"/>
                    <a:pt x="215313" y="32500"/>
                  </a:cubicBezTo>
                  <a:cubicBezTo>
                    <a:pt x="216849" y="31459"/>
                    <a:pt x="218060" y="30078"/>
                    <a:pt x="218959" y="28385"/>
                  </a:cubicBezTo>
                  <a:cubicBezTo>
                    <a:pt x="219870" y="26680"/>
                    <a:pt x="220313" y="24610"/>
                    <a:pt x="220313" y="22188"/>
                  </a:cubicBezTo>
                  <a:cubicBezTo>
                    <a:pt x="220313" y="17813"/>
                    <a:pt x="218880" y="14440"/>
                    <a:pt x="215990" y="12084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99" y="8542"/>
                    <a:pt x="197031" y="9714"/>
                    <a:pt x="194427" y="12084"/>
                  </a:cubicBezTo>
                  <a:cubicBezTo>
                    <a:pt x="191823" y="14440"/>
                    <a:pt x="190313" y="17838"/>
                    <a:pt x="189896" y="22292"/>
                  </a:cubicBezTo>
                  <a:lnTo>
                    <a:pt x="181563" y="22292"/>
                  </a:lnTo>
                  <a:cubicBezTo>
                    <a:pt x="181641" y="15833"/>
                    <a:pt x="183854" y="10730"/>
                    <a:pt x="188229" y="6979"/>
                  </a:cubicBezTo>
                  <a:cubicBezTo>
                    <a:pt x="192604" y="3230"/>
                    <a:pt x="198334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18" y="68855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6"/>
                  </a:cubicBezTo>
                  <a:cubicBezTo>
                    <a:pt x="141289" y="45756"/>
                    <a:pt x="143203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30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43"/>
                    <a:pt x="128568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30" y="68855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6"/>
                  </a:cubicBezTo>
                  <a:cubicBezTo>
                    <a:pt x="24102" y="45756"/>
                    <a:pt x="26016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2"/>
                    <a:pt x="26979" y="8542"/>
                    <a:pt x="22813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43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43"/>
                    <a:pt x="11380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80" y="0"/>
                    <a:pt x="528737" y="1211"/>
                    <a:pt x="532032" y="3646"/>
                  </a:cubicBezTo>
                  <a:cubicBezTo>
                    <a:pt x="535339" y="6068"/>
                    <a:pt x="537917" y="9193"/>
                    <a:pt x="539792" y="13021"/>
                  </a:cubicBezTo>
                  <a:cubicBezTo>
                    <a:pt x="541667" y="16902"/>
                    <a:pt x="542956" y="21276"/>
                    <a:pt x="543646" y="26146"/>
                  </a:cubicBezTo>
                  <a:cubicBezTo>
                    <a:pt x="544349" y="31003"/>
                    <a:pt x="544688" y="35860"/>
                    <a:pt x="544688" y="40729"/>
                  </a:cubicBezTo>
                  <a:cubicBezTo>
                    <a:pt x="544688" y="45652"/>
                    <a:pt x="544349" y="50521"/>
                    <a:pt x="543646" y="55313"/>
                  </a:cubicBezTo>
                  <a:cubicBezTo>
                    <a:pt x="542956" y="60105"/>
                    <a:pt x="541667" y="64441"/>
                    <a:pt x="539792" y="68334"/>
                  </a:cubicBezTo>
                  <a:cubicBezTo>
                    <a:pt x="537917" y="72149"/>
                    <a:pt x="535339" y="75235"/>
                    <a:pt x="532032" y="77604"/>
                  </a:cubicBezTo>
                  <a:cubicBezTo>
                    <a:pt x="528737" y="79961"/>
                    <a:pt x="524480" y="81146"/>
                    <a:pt x="519271" y="81146"/>
                  </a:cubicBezTo>
                  <a:cubicBezTo>
                    <a:pt x="514141" y="81146"/>
                    <a:pt x="509948" y="79961"/>
                    <a:pt x="506719" y="77604"/>
                  </a:cubicBezTo>
                  <a:cubicBezTo>
                    <a:pt x="503490" y="75235"/>
                    <a:pt x="501016" y="72149"/>
                    <a:pt x="499271" y="68334"/>
                  </a:cubicBezTo>
                  <a:cubicBezTo>
                    <a:pt x="497474" y="64441"/>
                    <a:pt x="496250" y="60105"/>
                    <a:pt x="495625" y="55313"/>
                  </a:cubicBezTo>
                  <a:cubicBezTo>
                    <a:pt x="495000" y="50521"/>
                    <a:pt x="494688" y="45652"/>
                    <a:pt x="494688" y="40729"/>
                  </a:cubicBezTo>
                  <a:cubicBezTo>
                    <a:pt x="494688" y="35860"/>
                    <a:pt x="495000" y="31003"/>
                    <a:pt x="495625" y="26146"/>
                  </a:cubicBezTo>
                  <a:cubicBezTo>
                    <a:pt x="496250" y="21276"/>
                    <a:pt x="497474" y="16902"/>
                    <a:pt x="499271" y="13021"/>
                  </a:cubicBezTo>
                  <a:cubicBezTo>
                    <a:pt x="501016" y="9193"/>
                    <a:pt x="503490" y="6068"/>
                    <a:pt x="506719" y="3646"/>
                  </a:cubicBezTo>
                  <a:cubicBezTo>
                    <a:pt x="509948" y="1211"/>
                    <a:pt x="514141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68"/>
                    <a:pt x="316563" y="9193"/>
                    <a:pt x="318438" y="13021"/>
                  </a:cubicBezTo>
                  <a:cubicBezTo>
                    <a:pt x="320313" y="16902"/>
                    <a:pt x="321602" y="21276"/>
                    <a:pt x="322292" y="26146"/>
                  </a:cubicBezTo>
                  <a:cubicBezTo>
                    <a:pt x="322995" y="31003"/>
                    <a:pt x="323334" y="35860"/>
                    <a:pt x="323334" y="40729"/>
                  </a:cubicBezTo>
                  <a:cubicBezTo>
                    <a:pt x="323334" y="45652"/>
                    <a:pt x="322995" y="50521"/>
                    <a:pt x="322292" y="55313"/>
                  </a:cubicBezTo>
                  <a:cubicBezTo>
                    <a:pt x="321602" y="60105"/>
                    <a:pt x="320313" y="64441"/>
                    <a:pt x="318438" y="68334"/>
                  </a:cubicBezTo>
                  <a:cubicBezTo>
                    <a:pt x="316563" y="72149"/>
                    <a:pt x="313985" y="75235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35"/>
                    <a:pt x="279662" y="72149"/>
                    <a:pt x="277917" y="68334"/>
                  </a:cubicBezTo>
                  <a:cubicBezTo>
                    <a:pt x="276120" y="64441"/>
                    <a:pt x="274896" y="60105"/>
                    <a:pt x="274271" y="55313"/>
                  </a:cubicBezTo>
                  <a:cubicBezTo>
                    <a:pt x="273646" y="50521"/>
                    <a:pt x="273334" y="45652"/>
                    <a:pt x="273334" y="40729"/>
                  </a:cubicBezTo>
                  <a:cubicBezTo>
                    <a:pt x="273334" y="35860"/>
                    <a:pt x="273646" y="31003"/>
                    <a:pt x="274271" y="26146"/>
                  </a:cubicBezTo>
                  <a:cubicBezTo>
                    <a:pt x="274896" y="21276"/>
                    <a:pt x="276120" y="16902"/>
                    <a:pt x="277917" y="13021"/>
                  </a:cubicBezTo>
                  <a:cubicBezTo>
                    <a:pt x="279662" y="9193"/>
                    <a:pt x="282136" y="6068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9" y="26146"/>
                  </a:cubicBezTo>
                  <a:cubicBezTo>
                    <a:pt x="114662" y="31003"/>
                    <a:pt x="115000" y="35860"/>
                    <a:pt x="115000" y="40729"/>
                  </a:cubicBezTo>
                  <a:cubicBezTo>
                    <a:pt x="115000" y="45652"/>
                    <a:pt x="114662" y="50521"/>
                    <a:pt x="113959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51" y="75235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5"/>
                    <a:pt x="71328" y="72149"/>
                    <a:pt x="69583" y="68334"/>
                  </a:cubicBezTo>
                  <a:cubicBezTo>
                    <a:pt x="67787" y="64441"/>
                    <a:pt x="66563" y="60105"/>
                    <a:pt x="65938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8" y="26146"/>
                  </a:cubicBezTo>
                  <a:cubicBezTo>
                    <a:pt x="66563" y="21276"/>
                    <a:pt x="67787" y="16902"/>
                    <a:pt x="69583" y="13021"/>
                  </a:cubicBezTo>
                  <a:cubicBezTo>
                    <a:pt x="71328" y="9193"/>
                    <a:pt x="73802" y="6068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0" name="TextBox 809">
              <a:extLst>
                <a:ext uri="{FF2B5EF4-FFF2-40B4-BE49-F238E27FC236}">
                  <a16:creationId xmlns:a16="http://schemas.microsoft.com/office/drawing/2014/main" id="{EB58DBE8-3A2B-428F-85C3-93DE4F357531}"/>
                </a:ext>
              </a:extLst>
            </p:cNvPr>
            <p:cNvSpPr txBox="1"/>
            <p:nvPr/>
          </p:nvSpPr>
          <p:spPr>
            <a:xfrm>
              <a:off x="2970659" y="8203537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2023.01.30</a:t>
              </a:r>
            </a:p>
          </p:txBody>
        </p:sp>
        <p:grpSp>
          <p:nvGrpSpPr>
            <p:cNvPr id="811" name="그래픽 5">
              <a:extLst>
                <a:ext uri="{FF2B5EF4-FFF2-40B4-BE49-F238E27FC236}">
                  <a16:creationId xmlns:a16="http://schemas.microsoft.com/office/drawing/2014/main" id="{A7D77879-C471-4002-B249-1F71FE6F6C51}"/>
                </a:ext>
              </a:extLst>
            </p:cNvPr>
            <p:cNvGrpSpPr/>
            <p:nvPr/>
          </p:nvGrpSpPr>
          <p:grpSpPr>
            <a:xfrm>
              <a:off x="3972022" y="8177889"/>
              <a:ext cx="602916" cy="95690"/>
              <a:chOff x="3972022" y="8177889"/>
              <a:chExt cx="602916" cy="95690"/>
            </a:xfrm>
          </p:grpSpPr>
          <p:sp>
            <p:nvSpPr>
              <p:cNvPr id="812" name="자유형: 도형 811">
                <a:extLst>
                  <a:ext uri="{FF2B5EF4-FFF2-40B4-BE49-F238E27FC236}">
                    <a16:creationId xmlns:a16="http://schemas.microsoft.com/office/drawing/2014/main" id="{DA0E9763-D74B-49F3-82F0-C04F8781443F}"/>
                  </a:ext>
                </a:extLst>
              </p:cNvPr>
              <p:cNvSpPr/>
              <p:nvPr/>
            </p:nvSpPr>
            <p:spPr>
              <a:xfrm>
                <a:off x="3972022" y="8177889"/>
                <a:ext cx="602916" cy="94479"/>
              </a:xfrm>
              <a:custGeom>
                <a:avLst/>
                <a:gdLst>
                  <a:gd name="connsiteX0" fmla="*/ 401250 w 602916"/>
                  <a:gd name="connsiteY0" fmla="*/ 70833 h 94479"/>
                  <a:gd name="connsiteX1" fmla="*/ 411979 w 602916"/>
                  <a:gd name="connsiteY1" fmla="*/ 70833 h 94479"/>
                  <a:gd name="connsiteX2" fmla="*/ 412865 w 602916"/>
                  <a:gd name="connsiteY2" fmla="*/ 71146 h 94479"/>
                  <a:gd name="connsiteX3" fmla="*/ 413125 w 602916"/>
                  <a:gd name="connsiteY3" fmla="*/ 72084 h 94479"/>
                  <a:gd name="connsiteX4" fmla="*/ 413125 w 602916"/>
                  <a:gd name="connsiteY4" fmla="*/ 78750 h 94479"/>
                  <a:gd name="connsiteX5" fmla="*/ 410000 w 602916"/>
                  <a:gd name="connsiteY5" fmla="*/ 90001 h 94479"/>
                  <a:gd name="connsiteX6" fmla="*/ 402396 w 602916"/>
                  <a:gd name="connsiteY6" fmla="*/ 94480 h 94479"/>
                  <a:gd name="connsiteX7" fmla="*/ 402396 w 602916"/>
                  <a:gd name="connsiteY7" fmla="*/ 90834 h 94479"/>
                  <a:gd name="connsiteX8" fmla="*/ 405886 w 602916"/>
                  <a:gd name="connsiteY8" fmla="*/ 87344 h 94479"/>
                  <a:gd name="connsiteX9" fmla="*/ 406667 w 602916"/>
                  <a:gd name="connsiteY9" fmla="*/ 81563 h 94479"/>
                  <a:gd name="connsiteX10" fmla="*/ 401250 w 602916"/>
                  <a:gd name="connsiteY10" fmla="*/ 81563 h 94479"/>
                  <a:gd name="connsiteX11" fmla="*/ 179896 w 602916"/>
                  <a:gd name="connsiteY11" fmla="*/ 70833 h 94479"/>
                  <a:gd name="connsiteX12" fmla="*/ 190625 w 602916"/>
                  <a:gd name="connsiteY12" fmla="*/ 70833 h 94479"/>
                  <a:gd name="connsiteX13" fmla="*/ 191510 w 602916"/>
                  <a:gd name="connsiteY13" fmla="*/ 71146 h 94479"/>
                  <a:gd name="connsiteX14" fmla="*/ 191771 w 602916"/>
                  <a:gd name="connsiteY14" fmla="*/ 72084 h 94479"/>
                  <a:gd name="connsiteX15" fmla="*/ 191771 w 602916"/>
                  <a:gd name="connsiteY15" fmla="*/ 78750 h 94479"/>
                  <a:gd name="connsiteX16" fmla="*/ 188646 w 602916"/>
                  <a:gd name="connsiteY16" fmla="*/ 90001 h 94479"/>
                  <a:gd name="connsiteX17" fmla="*/ 181042 w 602916"/>
                  <a:gd name="connsiteY17" fmla="*/ 94480 h 94479"/>
                  <a:gd name="connsiteX18" fmla="*/ 181042 w 602916"/>
                  <a:gd name="connsiteY18" fmla="*/ 90834 h 94479"/>
                  <a:gd name="connsiteX19" fmla="*/ 184531 w 602916"/>
                  <a:gd name="connsiteY19" fmla="*/ 87344 h 94479"/>
                  <a:gd name="connsiteX20" fmla="*/ 185313 w 602916"/>
                  <a:gd name="connsiteY20" fmla="*/ 81563 h 94479"/>
                  <a:gd name="connsiteX21" fmla="*/ 179896 w 602916"/>
                  <a:gd name="connsiteY21" fmla="*/ 81563 h 94479"/>
                  <a:gd name="connsiteX22" fmla="*/ 290833 w 602916"/>
                  <a:gd name="connsiteY22" fmla="*/ 8334 h 94479"/>
                  <a:gd name="connsiteX23" fmla="*/ 278802 w 602916"/>
                  <a:gd name="connsiteY23" fmla="*/ 13855 h 94479"/>
                  <a:gd name="connsiteX24" fmla="*/ 274583 w 602916"/>
                  <a:gd name="connsiteY24" fmla="*/ 27292 h 94479"/>
                  <a:gd name="connsiteX25" fmla="*/ 275573 w 602916"/>
                  <a:gd name="connsiteY25" fmla="*/ 34583 h 94479"/>
                  <a:gd name="connsiteX26" fmla="*/ 278646 w 602916"/>
                  <a:gd name="connsiteY26" fmla="*/ 40521 h 94479"/>
                  <a:gd name="connsiteX27" fmla="*/ 283646 w 602916"/>
                  <a:gd name="connsiteY27" fmla="*/ 44636 h 94479"/>
                  <a:gd name="connsiteX28" fmla="*/ 290729 w 602916"/>
                  <a:gd name="connsiteY28" fmla="*/ 46146 h 94479"/>
                  <a:gd name="connsiteX29" fmla="*/ 297135 w 602916"/>
                  <a:gd name="connsiteY29" fmla="*/ 44688 h 94479"/>
                  <a:gd name="connsiteX30" fmla="*/ 302187 w 602916"/>
                  <a:gd name="connsiteY30" fmla="*/ 40834 h 94479"/>
                  <a:gd name="connsiteX31" fmla="*/ 305573 w 602916"/>
                  <a:gd name="connsiteY31" fmla="*/ 35105 h 94479"/>
                  <a:gd name="connsiteX32" fmla="*/ 306771 w 602916"/>
                  <a:gd name="connsiteY32" fmla="*/ 28230 h 94479"/>
                  <a:gd name="connsiteX33" fmla="*/ 305573 w 602916"/>
                  <a:gd name="connsiteY33" fmla="*/ 20417 h 94479"/>
                  <a:gd name="connsiteX34" fmla="*/ 302291 w 602916"/>
                  <a:gd name="connsiteY34" fmla="*/ 14063 h 94479"/>
                  <a:gd name="connsiteX35" fmla="*/ 297292 w 602916"/>
                  <a:gd name="connsiteY35" fmla="*/ 9896 h 94479"/>
                  <a:gd name="connsiteX36" fmla="*/ 290833 w 602916"/>
                  <a:gd name="connsiteY36" fmla="*/ 8334 h 94479"/>
                  <a:gd name="connsiteX37" fmla="*/ 577500 w 602916"/>
                  <a:gd name="connsiteY37" fmla="*/ 7188 h 94479"/>
                  <a:gd name="connsiteX38" fmla="*/ 568698 w 602916"/>
                  <a:gd name="connsiteY38" fmla="*/ 10834 h 94479"/>
                  <a:gd name="connsiteX39" fmla="*/ 563958 w 602916"/>
                  <a:gd name="connsiteY39" fmla="*/ 19584 h 94479"/>
                  <a:gd name="connsiteX40" fmla="*/ 561927 w 602916"/>
                  <a:gd name="connsiteY40" fmla="*/ 30573 h 94479"/>
                  <a:gd name="connsiteX41" fmla="*/ 561563 w 602916"/>
                  <a:gd name="connsiteY41" fmla="*/ 40729 h 94479"/>
                  <a:gd name="connsiteX42" fmla="*/ 561927 w 602916"/>
                  <a:gd name="connsiteY42" fmla="*/ 50782 h 94479"/>
                  <a:gd name="connsiteX43" fmla="*/ 563958 w 602916"/>
                  <a:gd name="connsiteY43" fmla="*/ 61667 h 94479"/>
                  <a:gd name="connsiteX44" fmla="*/ 568698 w 602916"/>
                  <a:gd name="connsiteY44" fmla="*/ 70313 h 94479"/>
                  <a:gd name="connsiteX45" fmla="*/ 577500 w 602916"/>
                  <a:gd name="connsiteY45" fmla="*/ 73854 h 94479"/>
                  <a:gd name="connsiteX46" fmla="*/ 586458 w 602916"/>
                  <a:gd name="connsiteY46" fmla="*/ 70313 h 94479"/>
                  <a:gd name="connsiteX47" fmla="*/ 591458 w 602916"/>
                  <a:gd name="connsiteY47" fmla="*/ 61667 h 94479"/>
                  <a:gd name="connsiteX48" fmla="*/ 593750 w 602916"/>
                  <a:gd name="connsiteY48" fmla="*/ 50782 h 94479"/>
                  <a:gd name="connsiteX49" fmla="*/ 594271 w 602916"/>
                  <a:gd name="connsiteY49" fmla="*/ 40729 h 94479"/>
                  <a:gd name="connsiteX50" fmla="*/ 593750 w 602916"/>
                  <a:gd name="connsiteY50" fmla="*/ 30573 h 94479"/>
                  <a:gd name="connsiteX51" fmla="*/ 591458 w 602916"/>
                  <a:gd name="connsiteY51" fmla="*/ 19584 h 94479"/>
                  <a:gd name="connsiteX52" fmla="*/ 586458 w 602916"/>
                  <a:gd name="connsiteY52" fmla="*/ 10834 h 94479"/>
                  <a:gd name="connsiteX53" fmla="*/ 577500 w 602916"/>
                  <a:gd name="connsiteY53" fmla="*/ 7188 h 94479"/>
                  <a:gd name="connsiteX54" fmla="*/ 512396 w 602916"/>
                  <a:gd name="connsiteY54" fmla="*/ 7188 h 94479"/>
                  <a:gd name="connsiteX55" fmla="*/ 503594 w 602916"/>
                  <a:gd name="connsiteY55" fmla="*/ 10834 h 94479"/>
                  <a:gd name="connsiteX56" fmla="*/ 498854 w 602916"/>
                  <a:gd name="connsiteY56" fmla="*/ 19584 h 94479"/>
                  <a:gd name="connsiteX57" fmla="*/ 496823 w 602916"/>
                  <a:gd name="connsiteY57" fmla="*/ 30573 h 94479"/>
                  <a:gd name="connsiteX58" fmla="*/ 496458 w 602916"/>
                  <a:gd name="connsiteY58" fmla="*/ 40729 h 94479"/>
                  <a:gd name="connsiteX59" fmla="*/ 496823 w 602916"/>
                  <a:gd name="connsiteY59" fmla="*/ 50782 h 94479"/>
                  <a:gd name="connsiteX60" fmla="*/ 498854 w 602916"/>
                  <a:gd name="connsiteY60" fmla="*/ 61667 h 94479"/>
                  <a:gd name="connsiteX61" fmla="*/ 503594 w 602916"/>
                  <a:gd name="connsiteY61" fmla="*/ 70313 h 94479"/>
                  <a:gd name="connsiteX62" fmla="*/ 512396 w 602916"/>
                  <a:gd name="connsiteY62" fmla="*/ 73854 h 94479"/>
                  <a:gd name="connsiteX63" fmla="*/ 521354 w 602916"/>
                  <a:gd name="connsiteY63" fmla="*/ 70313 h 94479"/>
                  <a:gd name="connsiteX64" fmla="*/ 526354 w 602916"/>
                  <a:gd name="connsiteY64" fmla="*/ 61667 h 94479"/>
                  <a:gd name="connsiteX65" fmla="*/ 528646 w 602916"/>
                  <a:gd name="connsiteY65" fmla="*/ 50782 h 94479"/>
                  <a:gd name="connsiteX66" fmla="*/ 529167 w 602916"/>
                  <a:gd name="connsiteY66" fmla="*/ 40729 h 94479"/>
                  <a:gd name="connsiteX67" fmla="*/ 528646 w 602916"/>
                  <a:gd name="connsiteY67" fmla="*/ 30573 h 94479"/>
                  <a:gd name="connsiteX68" fmla="*/ 526354 w 602916"/>
                  <a:gd name="connsiteY68" fmla="*/ 19584 h 94479"/>
                  <a:gd name="connsiteX69" fmla="*/ 521354 w 602916"/>
                  <a:gd name="connsiteY69" fmla="*/ 10834 h 94479"/>
                  <a:gd name="connsiteX70" fmla="*/ 512396 w 602916"/>
                  <a:gd name="connsiteY70" fmla="*/ 7188 h 94479"/>
                  <a:gd name="connsiteX71" fmla="*/ 447292 w 602916"/>
                  <a:gd name="connsiteY71" fmla="*/ 7188 h 94479"/>
                  <a:gd name="connsiteX72" fmla="*/ 438490 w 602916"/>
                  <a:gd name="connsiteY72" fmla="*/ 10834 h 94479"/>
                  <a:gd name="connsiteX73" fmla="*/ 433750 w 602916"/>
                  <a:gd name="connsiteY73" fmla="*/ 19584 h 94479"/>
                  <a:gd name="connsiteX74" fmla="*/ 431719 w 602916"/>
                  <a:gd name="connsiteY74" fmla="*/ 30573 h 94479"/>
                  <a:gd name="connsiteX75" fmla="*/ 431354 w 602916"/>
                  <a:gd name="connsiteY75" fmla="*/ 40729 h 94479"/>
                  <a:gd name="connsiteX76" fmla="*/ 431719 w 602916"/>
                  <a:gd name="connsiteY76" fmla="*/ 50782 h 94479"/>
                  <a:gd name="connsiteX77" fmla="*/ 433750 w 602916"/>
                  <a:gd name="connsiteY77" fmla="*/ 61667 h 94479"/>
                  <a:gd name="connsiteX78" fmla="*/ 438490 w 602916"/>
                  <a:gd name="connsiteY78" fmla="*/ 70313 h 94479"/>
                  <a:gd name="connsiteX79" fmla="*/ 447292 w 602916"/>
                  <a:gd name="connsiteY79" fmla="*/ 73854 h 94479"/>
                  <a:gd name="connsiteX80" fmla="*/ 456250 w 602916"/>
                  <a:gd name="connsiteY80" fmla="*/ 70313 h 94479"/>
                  <a:gd name="connsiteX81" fmla="*/ 461250 w 602916"/>
                  <a:gd name="connsiteY81" fmla="*/ 61667 h 94479"/>
                  <a:gd name="connsiteX82" fmla="*/ 463542 w 602916"/>
                  <a:gd name="connsiteY82" fmla="*/ 50782 h 94479"/>
                  <a:gd name="connsiteX83" fmla="*/ 464063 w 602916"/>
                  <a:gd name="connsiteY83" fmla="*/ 40729 h 94479"/>
                  <a:gd name="connsiteX84" fmla="*/ 463542 w 602916"/>
                  <a:gd name="connsiteY84" fmla="*/ 30573 h 94479"/>
                  <a:gd name="connsiteX85" fmla="*/ 461250 w 602916"/>
                  <a:gd name="connsiteY85" fmla="*/ 19584 h 94479"/>
                  <a:gd name="connsiteX86" fmla="*/ 456250 w 602916"/>
                  <a:gd name="connsiteY86" fmla="*/ 10834 h 94479"/>
                  <a:gd name="connsiteX87" fmla="*/ 447292 w 602916"/>
                  <a:gd name="connsiteY87" fmla="*/ 7188 h 94479"/>
                  <a:gd name="connsiteX88" fmla="*/ 356146 w 602916"/>
                  <a:gd name="connsiteY88" fmla="*/ 7188 h 94479"/>
                  <a:gd name="connsiteX89" fmla="*/ 347344 w 602916"/>
                  <a:gd name="connsiteY89" fmla="*/ 10834 h 94479"/>
                  <a:gd name="connsiteX90" fmla="*/ 342604 w 602916"/>
                  <a:gd name="connsiteY90" fmla="*/ 19584 h 94479"/>
                  <a:gd name="connsiteX91" fmla="*/ 340573 w 602916"/>
                  <a:gd name="connsiteY91" fmla="*/ 30573 h 94479"/>
                  <a:gd name="connsiteX92" fmla="*/ 340208 w 602916"/>
                  <a:gd name="connsiteY92" fmla="*/ 40729 h 94479"/>
                  <a:gd name="connsiteX93" fmla="*/ 340573 w 602916"/>
                  <a:gd name="connsiteY93" fmla="*/ 50782 h 94479"/>
                  <a:gd name="connsiteX94" fmla="*/ 342604 w 602916"/>
                  <a:gd name="connsiteY94" fmla="*/ 61667 h 94479"/>
                  <a:gd name="connsiteX95" fmla="*/ 347344 w 602916"/>
                  <a:gd name="connsiteY95" fmla="*/ 70313 h 94479"/>
                  <a:gd name="connsiteX96" fmla="*/ 356146 w 602916"/>
                  <a:gd name="connsiteY96" fmla="*/ 73854 h 94479"/>
                  <a:gd name="connsiteX97" fmla="*/ 365104 w 602916"/>
                  <a:gd name="connsiteY97" fmla="*/ 70313 h 94479"/>
                  <a:gd name="connsiteX98" fmla="*/ 370104 w 602916"/>
                  <a:gd name="connsiteY98" fmla="*/ 61667 h 94479"/>
                  <a:gd name="connsiteX99" fmla="*/ 372396 w 602916"/>
                  <a:gd name="connsiteY99" fmla="*/ 50782 h 94479"/>
                  <a:gd name="connsiteX100" fmla="*/ 372917 w 602916"/>
                  <a:gd name="connsiteY100" fmla="*/ 40729 h 94479"/>
                  <a:gd name="connsiteX101" fmla="*/ 372396 w 602916"/>
                  <a:gd name="connsiteY101" fmla="*/ 30573 h 94479"/>
                  <a:gd name="connsiteX102" fmla="*/ 370104 w 602916"/>
                  <a:gd name="connsiteY102" fmla="*/ 19584 h 94479"/>
                  <a:gd name="connsiteX103" fmla="*/ 365104 w 602916"/>
                  <a:gd name="connsiteY103" fmla="*/ 10834 h 94479"/>
                  <a:gd name="connsiteX104" fmla="*/ 356146 w 602916"/>
                  <a:gd name="connsiteY104" fmla="*/ 7188 h 94479"/>
                  <a:gd name="connsiteX105" fmla="*/ 82708 w 602916"/>
                  <a:gd name="connsiteY105" fmla="*/ 7188 h 94479"/>
                  <a:gd name="connsiteX106" fmla="*/ 73906 w 602916"/>
                  <a:gd name="connsiteY106" fmla="*/ 10834 h 94479"/>
                  <a:gd name="connsiteX107" fmla="*/ 69166 w 602916"/>
                  <a:gd name="connsiteY107" fmla="*/ 19584 h 94479"/>
                  <a:gd name="connsiteX108" fmla="*/ 67135 w 602916"/>
                  <a:gd name="connsiteY108" fmla="*/ 30573 h 94479"/>
                  <a:gd name="connsiteX109" fmla="*/ 66771 w 602916"/>
                  <a:gd name="connsiteY109" fmla="*/ 40729 h 94479"/>
                  <a:gd name="connsiteX110" fmla="*/ 67135 w 602916"/>
                  <a:gd name="connsiteY110" fmla="*/ 50782 h 94479"/>
                  <a:gd name="connsiteX111" fmla="*/ 69166 w 602916"/>
                  <a:gd name="connsiteY111" fmla="*/ 61667 h 94479"/>
                  <a:gd name="connsiteX112" fmla="*/ 73906 w 602916"/>
                  <a:gd name="connsiteY112" fmla="*/ 70313 h 94479"/>
                  <a:gd name="connsiteX113" fmla="*/ 82708 w 602916"/>
                  <a:gd name="connsiteY113" fmla="*/ 73854 h 94479"/>
                  <a:gd name="connsiteX114" fmla="*/ 91666 w 602916"/>
                  <a:gd name="connsiteY114" fmla="*/ 70313 h 94479"/>
                  <a:gd name="connsiteX115" fmla="*/ 96666 w 602916"/>
                  <a:gd name="connsiteY115" fmla="*/ 61667 h 94479"/>
                  <a:gd name="connsiteX116" fmla="*/ 98958 w 602916"/>
                  <a:gd name="connsiteY116" fmla="*/ 50782 h 94479"/>
                  <a:gd name="connsiteX117" fmla="*/ 99479 w 602916"/>
                  <a:gd name="connsiteY117" fmla="*/ 40729 h 94479"/>
                  <a:gd name="connsiteX118" fmla="*/ 98958 w 602916"/>
                  <a:gd name="connsiteY118" fmla="*/ 30573 h 94479"/>
                  <a:gd name="connsiteX119" fmla="*/ 96666 w 602916"/>
                  <a:gd name="connsiteY119" fmla="*/ 19584 h 94479"/>
                  <a:gd name="connsiteX120" fmla="*/ 91666 w 602916"/>
                  <a:gd name="connsiteY120" fmla="*/ 10834 h 94479"/>
                  <a:gd name="connsiteX121" fmla="*/ 82708 w 602916"/>
                  <a:gd name="connsiteY121" fmla="*/ 7188 h 94479"/>
                  <a:gd name="connsiteX122" fmla="*/ 110416 w 602916"/>
                  <a:gd name="connsiteY122" fmla="*/ 3125 h 94479"/>
                  <a:gd name="connsiteX123" fmla="*/ 155416 w 602916"/>
                  <a:gd name="connsiteY123" fmla="*/ 3125 h 94479"/>
                  <a:gd name="connsiteX124" fmla="*/ 156927 w 602916"/>
                  <a:gd name="connsiteY124" fmla="*/ 3594 h 94479"/>
                  <a:gd name="connsiteX125" fmla="*/ 157396 w 602916"/>
                  <a:gd name="connsiteY125" fmla="*/ 5105 h 94479"/>
                  <a:gd name="connsiteX126" fmla="*/ 157396 w 602916"/>
                  <a:gd name="connsiteY126" fmla="*/ 9063 h 94479"/>
                  <a:gd name="connsiteX127" fmla="*/ 157135 w 602916"/>
                  <a:gd name="connsiteY127" fmla="*/ 10626 h 94479"/>
                  <a:gd name="connsiteX128" fmla="*/ 156562 w 602916"/>
                  <a:gd name="connsiteY128" fmla="*/ 11980 h 94479"/>
                  <a:gd name="connsiteX129" fmla="*/ 129375 w 602916"/>
                  <a:gd name="connsiteY129" fmla="*/ 79167 h 94479"/>
                  <a:gd name="connsiteX130" fmla="*/ 120104 w 602916"/>
                  <a:gd name="connsiteY130" fmla="*/ 79167 h 94479"/>
                  <a:gd name="connsiteX131" fmla="*/ 148646 w 602916"/>
                  <a:gd name="connsiteY131" fmla="*/ 10312 h 94479"/>
                  <a:gd name="connsiteX132" fmla="*/ 110416 w 602916"/>
                  <a:gd name="connsiteY132" fmla="*/ 10312 h 94479"/>
                  <a:gd name="connsiteX133" fmla="*/ 16562 w 602916"/>
                  <a:gd name="connsiteY133" fmla="*/ 3125 h 94479"/>
                  <a:gd name="connsiteX134" fmla="*/ 22500 w 602916"/>
                  <a:gd name="connsiteY134" fmla="*/ 3125 h 94479"/>
                  <a:gd name="connsiteX135" fmla="*/ 24062 w 602916"/>
                  <a:gd name="connsiteY135" fmla="*/ 3542 h 94479"/>
                  <a:gd name="connsiteX136" fmla="*/ 24479 w 602916"/>
                  <a:gd name="connsiteY136" fmla="*/ 5105 h 94479"/>
                  <a:gd name="connsiteX137" fmla="*/ 24479 w 602916"/>
                  <a:gd name="connsiteY137" fmla="*/ 79167 h 94479"/>
                  <a:gd name="connsiteX138" fmla="*/ 16250 w 602916"/>
                  <a:gd name="connsiteY138" fmla="*/ 79167 h 94479"/>
                  <a:gd name="connsiteX139" fmla="*/ 16250 w 602916"/>
                  <a:gd name="connsiteY139" fmla="*/ 12084 h 94479"/>
                  <a:gd name="connsiteX140" fmla="*/ 9218 w 602916"/>
                  <a:gd name="connsiteY140" fmla="*/ 17865 h 94479"/>
                  <a:gd name="connsiteX141" fmla="*/ 0 w 602916"/>
                  <a:gd name="connsiteY141" fmla="*/ 23125 h 94479"/>
                  <a:gd name="connsiteX142" fmla="*/ 0 w 602916"/>
                  <a:gd name="connsiteY142" fmla="*/ 15209 h 94479"/>
                  <a:gd name="connsiteX143" fmla="*/ 8646 w 602916"/>
                  <a:gd name="connsiteY143" fmla="*/ 10104 h 94479"/>
                  <a:gd name="connsiteX144" fmla="*/ 16562 w 602916"/>
                  <a:gd name="connsiteY144" fmla="*/ 3125 h 94479"/>
                  <a:gd name="connsiteX145" fmla="*/ 290313 w 602916"/>
                  <a:gd name="connsiteY145" fmla="*/ 1354 h 94479"/>
                  <a:gd name="connsiteX146" fmla="*/ 299896 w 602916"/>
                  <a:gd name="connsiteY146" fmla="*/ 2917 h 94479"/>
                  <a:gd name="connsiteX147" fmla="*/ 308125 w 602916"/>
                  <a:gd name="connsiteY147" fmla="*/ 8646 h 94479"/>
                  <a:gd name="connsiteX148" fmla="*/ 313802 w 602916"/>
                  <a:gd name="connsiteY148" fmla="*/ 20157 h 94479"/>
                  <a:gd name="connsiteX149" fmla="*/ 315937 w 602916"/>
                  <a:gd name="connsiteY149" fmla="*/ 38958 h 94479"/>
                  <a:gd name="connsiteX150" fmla="*/ 308958 w 602916"/>
                  <a:gd name="connsiteY150" fmla="*/ 70365 h 94479"/>
                  <a:gd name="connsiteX151" fmla="*/ 290000 w 602916"/>
                  <a:gd name="connsiteY151" fmla="*/ 80833 h 94479"/>
                  <a:gd name="connsiteX152" fmla="*/ 274531 w 602916"/>
                  <a:gd name="connsiteY152" fmla="*/ 75521 h 94479"/>
                  <a:gd name="connsiteX153" fmla="*/ 267708 w 602916"/>
                  <a:gd name="connsiteY153" fmla="*/ 61042 h 94479"/>
                  <a:gd name="connsiteX154" fmla="*/ 275937 w 602916"/>
                  <a:gd name="connsiteY154" fmla="*/ 61042 h 94479"/>
                  <a:gd name="connsiteX155" fmla="*/ 280469 w 602916"/>
                  <a:gd name="connsiteY155" fmla="*/ 70417 h 94479"/>
                  <a:gd name="connsiteX156" fmla="*/ 290417 w 602916"/>
                  <a:gd name="connsiteY156" fmla="*/ 73854 h 94479"/>
                  <a:gd name="connsiteX157" fmla="*/ 299427 w 602916"/>
                  <a:gd name="connsiteY157" fmla="*/ 70729 h 94479"/>
                  <a:gd name="connsiteX158" fmla="*/ 305104 w 602916"/>
                  <a:gd name="connsiteY158" fmla="*/ 62605 h 94479"/>
                  <a:gd name="connsiteX159" fmla="*/ 307969 w 602916"/>
                  <a:gd name="connsiteY159" fmla="*/ 51563 h 94479"/>
                  <a:gd name="connsiteX160" fmla="*/ 308750 w 602916"/>
                  <a:gd name="connsiteY160" fmla="*/ 39376 h 94479"/>
                  <a:gd name="connsiteX161" fmla="*/ 301146 w 602916"/>
                  <a:gd name="connsiteY161" fmla="*/ 49375 h 94479"/>
                  <a:gd name="connsiteX162" fmla="*/ 289062 w 602916"/>
                  <a:gd name="connsiteY162" fmla="*/ 52605 h 94479"/>
                  <a:gd name="connsiteX163" fmla="*/ 272552 w 602916"/>
                  <a:gd name="connsiteY163" fmla="*/ 45625 h 94479"/>
                  <a:gd name="connsiteX164" fmla="*/ 266354 w 602916"/>
                  <a:gd name="connsiteY164" fmla="*/ 27084 h 94479"/>
                  <a:gd name="connsiteX165" fmla="*/ 267969 w 602916"/>
                  <a:gd name="connsiteY165" fmla="*/ 17083 h 94479"/>
                  <a:gd name="connsiteX166" fmla="*/ 272708 w 602916"/>
                  <a:gd name="connsiteY166" fmla="*/ 8854 h 94479"/>
                  <a:gd name="connsiteX167" fmla="*/ 280260 w 602916"/>
                  <a:gd name="connsiteY167" fmla="*/ 3386 h 94479"/>
                  <a:gd name="connsiteX168" fmla="*/ 290313 w 602916"/>
                  <a:gd name="connsiteY168" fmla="*/ 1354 h 94479"/>
                  <a:gd name="connsiteX169" fmla="*/ 237500 w 602916"/>
                  <a:gd name="connsiteY169" fmla="*/ 1354 h 94479"/>
                  <a:gd name="connsiteX170" fmla="*/ 253542 w 602916"/>
                  <a:gd name="connsiteY170" fmla="*/ 6459 h 94479"/>
                  <a:gd name="connsiteX171" fmla="*/ 260000 w 602916"/>
                  <a:gd name="connsiteY171" fmla="*/ 21458 h 94479"/>
                  <a:gd name="connsiteX172" fmla="*/ 255885 w 602916"/>
                  <a:gd name="connsiteY172" fmla="*/ 35313 h 94479"/>
                  <a:gd name="connsiteX173" fmla="*/ 246042 w 602916"/>
                  <a:gd name="connsiteY173" fmla="*/ 49271 h 94479"/>
                  <a:gd name="connsiteX174" fmla="*/ 234167 w 602916"/>
                  <a:gd name="connsiteY174" fmla="*/ 61979 h 94479"/>
                  <a:gd name="connsiteX175" fmla="*/ 223958 w 602916"/>
                  <a:gd name="connsiteY175" fmla="*/ 71979 h 94479"/>
                  <a:gd name="connsiteX176" fmla="*/ 261667 w 602916"/>
                  <a:gd name="connsiteY176" fmla="*/ 71979 h 94479"/>
                  <a:gd name="connsiteX177" fmla="*/ 261667 w 602916"/>
                  <a:gd name="connsiteY177" fmla="*/ 79167 h 94479"/>
                  <a:gd name="connsiteX178" fmla="*/ 215937 w 602916"/>
                  <a:gd name="connsiteY178" fmla="*/ 79167 h 94479"/>
                  <a:gd name="connsiteX179" fmla="*/ 214739 w 602916"/>
                  <a:gd name="connsiteY179" fmla="*/ 78855 h 94479"/>
                  <a:gd name="connsiteX180" fmla="*/ 214479 w 602916"/>
                  <a:gd name="connsiteY180" fmla="*/ 77604 h 94479"/>
                  <a:gd name="connsiteX181" fmla="*/ 214479 w 602916"/>
                  <a:gd name="connsiteY181" fmla="*/ 71355 h 94479"/>
                  <a:gd name="connsiteX182" fmla="*/ 218802 w 602916"/>
                  <a:gd name="connsiteY182" fmla="*/ 67188 h 94479"/>
                  <a:gd name="connsiteX183" fmla="*/ 224375 w 602916"/>
                  <a:gd name="connsiteY183" fmla="*/ 61667 h 94479"/>
                  <a:gd name="connsiteX184" fmla="*/ 230417 w 602916"/>
                  <a:gd name="connsiteY184" fmla="*/ 55208 h 94479"/>
                  <a:gd name="connsiteX185" fmla="*/ 236563 w 602916"/>
                  <a:gd name="connsiteY185" fmla="*/ 48126 h 94479"/>
                  <a:gd name="connsiteX186" fmla="*/ 242292 w 602916"/>
                  <a:gd name="connsiteY186" fmla="*/ 40990 h 94479"/>
                  <a:gd name="connsiteX187" fmla="*/ 246979 w 602916"/>
                  <a:gd name="connsiteY187" fmla="*/ 34063 h 94479"/>
                  <a:gd name="connsiteX188" fmla="*/ 250261 w 602916"/>
                  <a:gd name="connsiteY188" fmla="*/ 27604 h 94479"/>
                  <a:gd name="connsiteX189" fmla="*/ 251458 w 602916"/>
                  <a:gd name="connsiteY189" fmla="*/ 22084 h 94479"/>
                  <a:gd name="connsiteX190" fmla="*/ 247500 w 602916"/>
                  <a:gd name="connsiteY190" fmla="*/ 11927 h 94479"/>
                  <a:gd name="connsiteX191" fmla="*/ 237292 w 602916"/>
                  <a:gd name="connsiteY191" fmla="*/ 8542 h 94479"/>
                  <a:gd name="connsiteX192" fmla="*/ 227448 w 602916"/>
                  <a:gd name="connsiteY192" fmla="*/ 12709 h 94479"/>
                  <a:gd name="connsiteX193" fmla="*/ 223646 w 602916"/>
                  <a:gd name="connsiteY193" fmla="*/ 23542 h 94479"/>
                  <a:gd name="connsiteX194" fmla="*/ 215104 w 602916"/>
                  <a:gd name="connsiteY194" fmla="*/ 23542 h 94479"/>
                  <a:gd name="connsiteX195" fmla="*/ 216771 w 602916"/>
                  <a:gd name="connsiteY195" fmla="*/ 14428 h 94479"/>
                  <a:gd name="connsiteX196" fmla="*/ 221458 w 602916"/>
                  <a:gd name="connsiteY196" fmla="*/ 7396 h 94479"/>
                  <a:gd name="connsiteX197" fmla="*/ 228594 w 602916"/>
                  <a:gd name="connsiteY197" fmla="*/ 2917 h 94479"/>
                  <a:gd name="connsiteX198" fmla="*/ 237500 w 602916"/>
                  <a:gd name="connsiteY198" fmla="*/ 1354 h 94479"/>
                  <a:gd name="connsiteX199" fmla="*/ 577500 w 602916"/>
                  <a:gd name="connsiteY199" fmla="*/ 0 h 94479"/>
                  <a:gd name="connsiteX200" fmla="*/ 590261 w 602916"/>
                  <a:gd name="connsiteY200" fmla="*/ 3646 h 94479"/>
                  <a:gd name="connsiteX201" fmla="*/ 598021 w 602916"/>
                  <a:gd name="connsiteY201" fmla="*/ 13021 h 94479"/>
                  <a:gd name="connsiteX202" fmla="*/ 601875 w 602916"/>
                  <a:gd name="connsiteY202" fmla="*/ 26146 h 94479"/>
                  <a:gd name="connsiteX203" fmla="*/ 602917 w 602916"/>
                  <a:gd name="connsiteY203" fmla="*/ 40729 h 94479"/>
                  <a:gd name="connsiteX204" fmla="*/ 601875 w 602916"/>
                  <a:gd name="connsiteY204" fmla="*/ 55313 h 94479"/>
                  <a:gd name="connsiteX205" fmla="*/ 598021 w 602916"/>
                  <a:gd name="connsiteY205" fmla="*/ 68334 h 94479"/>
                  <a:gd name="connsiteX206" fmla="*/ 590261 w 602916"/>
                  <a:gd name="connsiteY206" fmla="*/ 77604 h 94479"/>
                  <a:gd name="connsiteX207" fmla="*/ 577500 w 602916"/>
                  <a:gd name="connsiteY207" fmla="*/ 81146 h 94479"/>
                  <a:gd name="connsiteX208" fmla="*/ 564948 w 602916"/>
                  <a:gd name="connsiteY208" fmla="*/ 77604 h 94479"/>
                  <a:gd name="connsiteX209" fmla="*/ 557500 w 602916"/>
                  <a:gd name="connsiteY209" fmla="*/ 68334 h 94479"/>
                  <a:gd name="connsiteX210" fmla="*/ 553854 w 602916"/>
                  <a:gd name="connsiteY210" fmla="*/ 55313 h 94479"/>
                  <a:gd name="connsiteX211" fmla="*/ 552917 w 602916"/>
                  <a:gd name="connsiteY211" fmla="*/ 40729 h 94479"/>
                  <a:gd name="connsiteX212" fmla="*/ 553854 w 602916"/>
                  <a:gd name="connsiteY212" fmla="*/ 26146 h 94479"/>
                  <a:gd name="connsiteX213" fmla="*/ 557500 w 602916"/>
                  <a:gd name="connsiteY213" fmla="*/ 13021 h 94479"/>
                  <a:gd name="connsiteX214" fmla="*/ 564948 w 602916"/>
                  <a:gd name="connsiteY214" fmla="*/ 3646 h 94479"/>
                  <a:gd name="connsiteX215" fmla="*/ 577500 w 602916"/>
                  <a:gd name="connsiteY215" fmla="*/ 0 h 94479"/>
                  <a:gd name="connsiteX216" fmla="*/ 512396 w 602916"/>
                  <a:gd name="connsiteY216" fmla="*/ 0 h 94479"/>
                  <a:gd name="connsiteX217" fmla="*/ 525157 w 602916"/>
                  <a:gd name="connsiteY217" fmla="*/ 3646 h 94479"/>
                  <a:gd name="connsiteX218" fmla="*/ 532917 w 602916"/>
                  <a:gd name="connsiteY218" fmla="*/ 13021 h 94479"/>
                  <a:gd name="connsiteX219" fmla="*/ 536771 w 602916"/>
                  <a:gd name="connsiteY219" fmla="*/ 26146 h 94479"/>
                  <a:gd name="connsiteX220" fmla="*/ 537813 w 602916"/>
                  <a:gd name="connsiteY220" fmla="*/ 40729 h 94479"/>
                  <a:gd name="connsiteX221" fmla="*/ 536771 w 602916"/>
                  <a:gd name="connsiteY221" fmla="*/ 55313 h 94479"/>
                  <a:gd name="connsiteX222" fmla="*/ 532917 w 602916"/>
                  <a:gd name="connsiteY222" fmla="*/ 68334 h 94479"/>
                  <a:gd name="connsiteX223" fmla="*/ 525157 w 602916"/>
                  <a:gd name="connsiteY223" fmla="*/ 77604 h 94479"/>
                  <a:gd name="connsiteX224" fmla="*/ 512396 w 602916"/>
                  <a:gd name="connsiteY224" fmla="*/ 81146 h 94479"/>
                  <a:gd name="connsiteX225" fmla="*/ 499844 w 602916"/>
                  <a:gd name="connsiteY225" fmla="*/ 77604 h 94479"/>
                  <a:gd name="connsiteX226" fmla="*/ 492396 w 602916"/>
                  <a:gd name="connsiteY226" fmla="*/ 68334 h 94479"/>
                  <a:gd name="connsiteX227" fmla="*/ 488750 w 602916"/>
                  <a:gd name="connsiteY227" fmla="*/ 55313 h 94479"/>
                  <a:gd name="connsiteX228" fmla="*/ 487813 w 602916"/>
                  <a:gd name="connsiteY228" fmla="*/ 40729 h 94479"/>
                  <a:gd name="connsiteX229" fmla="*/ 488750 w 602916"/>
                  <a:gd name="connsiteY229" fmla="*/ 26146 h 94479"/>
                  <a:gd name="connsiteX230" fmla="*/ 492396 w 602916"/>
                  <a:gd name="connsiteY230" fmla="*/ 13021 h 94479"/>
                  <a:gd name="connsiteX231" fmla="*/ 499844 w 602916"/>
                  <a:gd name="connsiteY231" fmla="*/ 3646 h 94479"/>
                  <a:gd name="connsiteX232" fmla="*/ 512396 w 602916"/>
                  <a:gd name="connsiteY232" fmla="*/ 0 h 94479"/>
                  <a:gd name="connsiteX233" fmla="*/ 447292 w 602916"/>
                  <a:gd name="connsiteY233" fmla="*/ 0 h 94479"/>
                  <a:gd name="connsiteX234" fmla="*/ 460052 w 602916"/>
                  <a:gd name="connsiteY234" fmla="*/ 3646 h 94479"/>
                  <a:gd name="connsiteX235" fmla="*/ 467812 w 602916"/>
                  <a:gd name="connsiteY235" fmla="*/ 13021 h 94479"/>
                  <a:gd name="connsiteX236" fmla="*/ 471667 w 602916"/>
                  <a:gd name="connsiteY236" fmla="*/ 26146 h 94479"/>
                  <a:gd name="connsiteX237" fmla="*/ 472708 w 602916"/>
                  <a:gd name="connsiteY237" fmla="*/ 40729 h 94479"/>
                  <a:gd name="connsiteX238" fmla="*/ 471667 w 602916"/>
                  <a:gd name="connsiteY238" fmla="*/ 55313 h 94479"/>
                  <a:gd name="connsiteX239" fmla="*/ 467812 w 602916"/>
                  <a:gd name="connsiteY239" fmla="*/ 68334 h 94479"/>
                  <a:gd name="connsiteX240" fmla="*/ 460052 w 602916"/>
                  <a:gd name="connsiteY240" fmla="*/ 77604 h 94479"/>
                  <a:gd name="connsiteX241" fmla="*/ 447292 w 602916"/>
                  <a:gd name="connsiteY241" fmla="*/ 81146 h 94479"/>
                  <a:gd name="connsiteX242" fmla="*/ 434740 w 602916"/>
                  <a:gd name="connsiteY242" fmla="*/ 77604 h 94479"/>
                  <a:gd name="connsiteX243" fmla="*/ 427292 w 602916"/>
                  <a:gd name="connsiteY243" fmla="*/ 68334 h 94479"/>
                  <a:gd name="connsiteX244" fmla="*/ 423646 w 602916"/>
                  <a:gd name="connsiteY244" fmla="*/ 55313 h 94479"/>
                  <a:gd name="connsiteX245" fmla="*/ 422708 w 602916"/>
                  <a:gd name="connsiteY245" fmla="*/ 40729 h 94479"/>
                  <a:gd name="connsiteX246" fmla="*/ 423646 w 602916"/>
                  <a:gd name="connsiteY246" fmla="*/ 26146 h 94479"/>
                  <a:gd name="connsiteX247" fmla="*/ 427292 w 602916"/>
                  <a:gd name="connsiteY247" fmla="*/ 13021 h 94479"/>
                  <a:gd name="connsiteX248" fmla="*/ 434740 w 602916"/>
                  <a:gd name="connsiteY248" fmla="*/ 3646 h 94479"/>
                  <a:gd name="connsiteX249" fmla="*/ 447292 w 602916"/>
                  <a:gd name="connsiteY249" fmla="*/ 0 h 94479"/>
                  <a:gd name="connsiteX250" fmla="*/ 356146 w 602916"/>
                  <a:gd name="connsiteY250" fmla="*/ 0 h 94479"/>
                  <a:gd name="connsiteX251" fmla="*/ 368906 w 602916"/>
                  <a:gd name="connsiteY251" fmla="*/ 3646 h 94479"/>
                  <a:gd name="connsiteX252" fmla="*/ 376667 w 602916"/>
                  <a:gd name="connsiteY252" fmla="*/ 13021 h 94479"/>
                  <a:gd name="connsiteX253" fmla="*/ 380521 w 602916"/>
                  <a:gd name="connsiteY253" fmla="*/ 26146 h 94479"/>
                  <a:gd name="connsiteX254" fmla="*/ 381563 w 602916"/>
                  <a:gd name="connsiteY254" fmla="*/ 40729 h 94479"/>
                  <a:gd name="connsiteX255" fmla="*/ 380521 w 602916"/>
                  <a:gd name="connsiteY255" fmla="*/ 55313 h 94479"/>
                  <a:gd name="connsiteX256" fmla="*/ 376667 w 602916"/>
                  <a:gd name="connsiteY256" fmla="*/ 68334 h 94479"/>
                  <a:gd name="connsiteX257" fmla="*/ 368906 w 602916"/>
                  <a:gd name="connsiteY257" fmla="*/ 77604 h 94479"/>
                  <a:gd name="connsiteX258" fmla="*/ 356146 w 602916"/>
                  <a:gd name="connsiteY258" fmla="*/ 81146 h 94479"/>
                  <a:gd name="connsiteX259" fmla="*/ 343594 w 602916"/>
                  <a:gd name="connsiteY259" fmla="*/ 77604 h 94479"/>
                  <a:gd name="connsiteX260" fmla="*/ 336146 w 602916"/>
                  <a:gd name="connsiteY260" fmla="*/ 68334 h 94479"/>
                  <a:gd name="connsiteX261" fmla="*/ 332500 w 602916"/>
                  <a:gd name="connsiteY261" fmla="*/ 55313 h 94479"/>
                  <a:gd name="connsiteX262" fmla="*/ 331563 w 602916"/>
                  <a:gd name="connsiteY262" fmla="*/ 40729 h 94479"/>
                  <a:gd name="connsiteX263" fmla="*/ 332500 w 602916"/>
                  <a:gd name="connsiteY263" fmla="*/ 26146 h 94479"/>
                  <a:gd name="connsiteX264" fmla="*/ 336146 w 602916"/>
                  <a:gd name="connsiteY264" fmla="*/ 13021 h 94479"/>
                  <a:gd name="connsiteX265" fmla="*/ 343594 w 602916"/>
                  <a:gd name="connsiteY265" fmla="*/ 3646 h 94479"/>
                  <a:gd name="connsiteX266" fmla="*/ 356146 w 602916"/>
                  <a:gd name="connsiteY266" fmla="*/ 0 h 94479"/>
                  <a:gd name="connsiteX267" fmla="*/ 82708 w 602916"/>
                  <a:gd name="connsiteY267" fmla="*/ 0 h 94479"/>
                  <a:gd name="connsiteX268" fmla="*/ 95469 w 602916"/>
                  <a:gd name="connsiteY268" fmla="*/ 3646 h 94479"/>
                  <a:gd name="connsiteX269" fmla="*/ 103229 w 602916"/>
                  <a:gd name="connsiteY269" fmla="*/ 13021 h 94479"/>
                  <a:gd name="connsiteX270" fmla="*/ 107083 w 602916"/>
                  <a:gd name="connsiteY270" fmla="*/ 26146 h 94479"/>
                  <a:gd name="connsiteX271" fmla="*/ 108125 w 602916"/>
                  <a:gd name="connsiteY271" fmla="*/ 40729 h 94479"/>
                  <a:gd name="connsiteX272" fmla="*/ 107083 w 602916"/>
                  <a:gd name="connsiteY272" fmla="*/ 55313 h 94479"/>
                  <a:gd name="connsiteX273" fmla="*/ 103229 w 602916"/>
                  <a:gd name="connsiteY273" fmla="*/ 68334 h 94479"/>
                  <a:gd name="connsiteX274" fmla="*/ 95469 w 602916"/>
                  <a:gd name="connsiteY274" fmla="*/ 77604 h 94479"/>
                  <a:gd name="connsiteX275" fmla="*/ 82708 w 602916"/>
                  <a:gd name="connsiteY275" fmla="*/ 81146 h 94479"/>
                  <a:gd name="connsiteX276" fmla="*/ 70156 w 602916"/>
                  <a:gd name="connsiteY276" fmla="*/ 77604 h 94479"/>
                  <a:gd name="connsiteX277" fmla="*/ 62708 w 602916"/>
                  <a:gd name="connsiteY277" fmla="*/ 68334 h 94479"/>
                  <a:gd name="connsiteX278" fmla="*/ 59062 w 602916"/>
                  <a:gd name="connsiteY278" fmla="*/ 55313 h 94479"/>
                  <a:gd name="connsiteX279" fmla="*/ 58125 w 602916"/>
                  <a:gd name="connsiteY279" fmla="*/ 40729 h 94479"/>
                  <a:gd name="connsiteX280" fmla="*/ 59062 w 602916"/>
                  <a:gd name="connsiteY280" fmla="*/ 26146 h 94479"/>
                  <a:gd name="connsiteX281" fmla="*/ 62708 w 602916"/>
                  <a:gd name="connsiteY281" fmla="*/ 13021 h 94479"/>
                  <a:gd name="connsiteX282" fmla="*/ 70156 w 602916"/>
                  <a:gd name="connsiteY282" fmla="*/ 3646 h 94479"/>
                  <a:gd name="connsiteX283" fmla="*/ 82708 w 602916"/>
                  <a:gd name="connsiteY283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</a:cxnLst>
                <a:rect l="l" t="t" r="r" b="b"/>
                <a:pathLst>
                  <a:path w="602916" h="94479">
                    <a:moveTo>
                      <a:pt x="401250" y="70833"/>
                    </a:moveTo>
                    <a:lnTo>
                      <a:pt x="411979" y="70833"/>
                    </a:lnTo>
                    <a:cubicBezTo>
                      <a:pt x="412396" y="70833"/>
                      <a:pt x="412683" y="70938"/>
                      <a:pt x="412865" y="71146"/>
                    </a:cubicBezTo>
                    <a:cubicBezTo>
                      <a:pt x="413034" y="71355"/>
                      <a:pt x="413125" y="71667"/>
                      <a:pt x="413125" y="72084"/>
                    </a:cubicBezTo>
                    <a:lnTo>
                      <a:pt x="413125" y="78750"/>
                    </a:lnTo>
                    <a:cubicBezTo>
                      <a:pt x="413125" y="83672"/>
                      <a:pt x="412083" y="87422"/>
                      <a:pt x="410000" y="90001"/>
                    </a:cubicBezTo>
                    <a:cubicBezTo>
                      <a:pt x="407917" y="92565"/>
                      <a:pt x="405378" y="94063"/>
                      <a:pt x="402396" y="94480"/>
                    </a:cubicBezTo>
                    <a:lnTo>
                      <a:pt x="402396" y="90834"/>
                    </a:lnTo>
                    <a:cubicBezTo>
                      <a:pt x="403985" y="90417"/>
                      <a:pt x="405156" y="89245"/>
                      <a:pt x="405886" y="87344"/>
                    </a:cubicBezTo>
                    <a:cubicBezTo>
                      <a:pt x="406615" y="85430"/>
                      <a:pt x="406875" y="83503"/>
                      <a:pt x="406667" y="81563"/>
                    </a:cubicBezTo>
                    <a:lnTo>
                      <a:pt x="401250" y="81563"/>
                    </a:lnTo>
                    <a:close/>
                    <a:moveTo>
                      <a:pt x="179896" y="70833"/>
                    </a:moveTo>
                    <a:lnTo>
                      <a:pt x="190625" y="70833"/>
                    </a:lnTo>
                    <a:cubicBezTo>
                      <a:pt x="191042" y="70833"/>
                      <a:pt x="191328" y="70938"/>
                      <a:pt x="191510" y="71146"/>
                    </a:cubicBezTo>
                    <a:cubicBezTo>
                      <a:pt x="191680" y="71355"/>
                      <a:pt x="191771" y="71667"/>
                      <a:pt x="191771" y="72084"/>
                    </a:cubicBezTo>
                    <a:lnTo>
                      <a:pt x="191771" y="78750"/>
                    </a:lnTo>
                    <a:cubicBezTo>
                      <a:pt x="191771" y="83672"/>
                      <a:pt x="190729" y="87422"/>
                      <a:pt x="188646" y="90001"/>
                    </a:cubicBezTo>
                    <a:cubicBezTo>
                      <a:pt x="186562" y="92565"/>
                      <a:pt x="184023" y="94063"/>
                      <a:pt x="181042" y="94480"/>
                    </a:cubicBezTo>
                    <a:lnTo>
                      <a:pt x="181042" y="90834"/>
                    </a:lnTo>
                    <a:cubicBezTo>
                      <a:pt x="182630" y="90417"/>
                      <a:pt x="183802" y="89245"/>
                      <a:pt x="184531" y="87344"/>
                    </a:cubicBezTo>
                    <a:cubicBezTo>
                      <a:pt x="185260" y="85430"/>
                      <a:pt x="185521" y="83503"/>
                      <a:pt x="185313" y="81563"/>
                    </a:cubicBezTo>
                    <a:lnTo>
                      <a:pt x="179896" y="81563"/>
                    </a:lnTo>
                    <a:close/>
                    <a:moveTo>
                      <a:pt x="290833" y="8334"/>
                    </a:moveTo>
                    <a:cubicBezTo>
                      <a:pt x="285625" y="8334"/>
                      <a:pt x="281615" y="10169"/>
                      <a:pt x="278802" y="13855"/>
                    </a:cubicBezTo>
                    <a:cubicBezTo>
                      <a:pt x="275990" y="17526"/>
                      <a:pt x="274583" y="22005"/>
                      <a:pt x="274583" y="27292"/>
                    </a:cubicBezTo>
                    <a:cubicBezTo>
                      <a:pt x="274583" y="29857"/>
                      <a:pt x="274909" y="32292"/>
                      <a:pt x="275573" y="34583"/>
                    </a:cubicBezTo>
                    <a:cubicBezTo>
                      <a:pt x="276224" y="36875"/>
                      <a:pt x="277253" y="38854"/>
                      <a:pt x="278646" y="40521"/>
                    </a:cubicBezTo>
                    <a:cubicBezTo>
                      <a:pt x="279961" y="42253"/>
                      <a:pt x="281628" y="43620"/>
                      <a:pt x="283646" y="44636"/>
                    </a:cubicBezTo>
                    <a:cubicBezTo>
                      <a:pt x="285651" y="45638"/>
                      <a:pt x="288021" y="46146"/>
                      <a:pt x="290729" y="46146"/>
                    </a:cubicBezTo>
                    <a:cubicBezTo>
                      <a:pt x="293021" y="46146"/>
                      <a:pt x="295156" y="45652"/>
                      <a:pt x="297135" y="44688"/>
                    </a:cubicBezTo>
                    <a:cubicBezTo>
                      <a:pt x="299115" y="43711"/>
                      <a:pt x="300794" y="42422"/>
                      <a:pt x="302187" y="40834"/>
                    </a:cubicBezTo>
                    <a:cubicBezTo>
                      <a:pt x="303646" y="39167"/>
                      <a:pt x="304765" y="37253"/>
                      <a:pt x="305573" y="35105"/>
                    </a:cubicBezTo>
                    <a:cubicBezTo>
                      <a:pt x="306367" y="32943"/>
                      <a:pt x="306771" y="30651"/>
                      <a:pt x="306771" y="28230"/>
                    </a:cubicBezTo>
                    <a:cubicBezTo>
                      <a:pt x="306771" y="25443"/>
                      <a:pt x="306367" y="22839"/>
                      <a:pt x="305573" y="20417"/>
                    </a:cubicBezTo>
                    <a:cubicBezTo>
                      <a:pt x="304765" y="17982"/>
                      <a:pt x="303672" y="15860"/>
                      <a:pt x="302291" y="14063"/>
                    </a:cubicBezTo>
                    <a:cubicBezTo>
                      <a:pt x="300898" y="12318"/>
                      <a:pt x="299232" y="10938"/>
                      <a:pt x="297292" y="9896"/>
                    </a:cubicBezTo>
                    <a:cubicBezTo>
                      <a:pt x="295338" y="8854"/>
                      <a:pt x="293190" y="8334"/>
                      <a:pt x="290833" y="8334"/>
                    </a:cubicBezTo>
                    <a:close/>
                    <a:moveTo>
                      <a:pt x="577500" y="7188"/>
                    </a:moveTo>
                    <a:cubicBezTo>
                      <a:pt x="573750" y="7188"/>
                      <a:pt x="570807" y="8399"/>
                      <a:pt x="568698" y="10834"/>
                    </a:cubicBezTo>
                    <a:cubicBezTo>
                      <a:pt x="566576" y="13255"/>
                      <a:pt x="565000" y="16172"/>
                      <a:pt x="563958" y="19584"/>
                    </a:cubicBezTo>
                    <a:cubicBezTo>
                      <a:pt x="562839" y="23047"/>
                      <a:pt x="562162" y="26719"/>
                      <a:pt x="561927" y="30573"/>
                    </a:cubicBezTo>
                    <a:cubicBezTo>
                      <a:pt x="561680" y="34428"/>
                      <a:pt x="561563" y="37812"/>
                      <a:pt x="561563" y="40729"/>
                    </a:cubicBezTo>
                    <a:cubicBezTo>
                      <a:pt x="561563" y="43646"/>
                      <a:pt x="561680" y="46992"/>
                      <a:pt x="561927" y="50782"/>
                    </a:cubicBezTo>
                    <a:cubicBezTo>
                      <a:pt x="562162" y="54557"/>
                      <a:pt x="562839" y="58190"/>
                      <a:pt x="563958" y="61667"/>
                    </a:cubicBezTo>
                    <a:cubicBezTo>
                      <a:pt x="565000" y="65065"/>
                      <a:pt x="566576" y="67943"/>
                      <a:pt x="568698" y="70313"/>
                    </a:cubicBezTo>
                    <a:cubicBezTo>
                      <a:pt x="570807" y="72669"/>
                      <a:pt x="573750" y="73854"/>
                      <a:pt x="577500" y="73854"/>
                    </a:cubicBezTo>
                    <a:cubicBezTo>
                      <a:pt x="581250" y="73854"/>
                      <a:pt x="584232" y="72669"/>
                      <a:pt x="586458" y="70313"/>
                    </a:cubicBezTo>
                    <a:cubicBezTo>
                      <a:pt x="588672" y="67943"/>
                      <a:pt x="590339" y="65065"/>
                      <a:pt x="591458" y="61667"/>
                    </a:cubicBezTo>
                    <a:cubicBezTo>
                      <a:pt x="592630" y="58190"/>
                      <a:pt x="593399" y="54557"/>
                      <a:pt x="593750" y="50782"/>
                    </a:cubicBezTo>
                    <a:cubicBezTo>
                      <a:pt x="594089" y="46992"/>
                      <a:pt x="594271" y="43646"/>
                      <a:pt x="594271" y="40729"/>
                    </a:cubicBezTo>
                    <a:cubicBezTo>
                      <a:pt x="594271" y="37812"/>
                      <a:pt x="594089" y="34428"/>
                      <a:pt x="593750" y="30573"/>
                    </a:cubicBezTo>
                    <a:cubicBezTo>
                      <a:pt x="593399" y="26719"/>
                      <a:pt x="592630" y="23047"/>
                      <a:pt x="591458" y="19584"/>
                    </a:cubicBezTo>
                    <a:cubicBezTo>
                      <a:pt x="590339" y="16172"/>
                      <a:pt x="588672" y="13255"/>
                      <a:pt x="586458" y="10834"/>
                    </a:cubicBezTo>
                    <a:cubicBezTo>
                      <a:pt x="584232" y="8399"/>
                      <a:pt x="581250" y="7188"/>
                      <a:pt x="577500" y="7188"/>
                    </a:cubicBezTo>
                    <a:close/>
                    <a:moveTo>
                      <a:pt x="512396" y="7188"/>
                    </a:moveTo>
                    <a:cubicBezTo>
                      <a:pt x="508646" y="7188"/>
                      <a:pt x="505703" y="8399"/>
                      <a:pt x="503594" y="10834"/>
                    </a:cubicBezTo>
                    <a:cubicBezTo>
                      <a:pt x="501472" y="13255"/>
                      <a:pt x="499896" y="16172"/>
                      <a:pt x="498854" y="19584"/>
                    </a:cubicBezTo>
                    <a:cubicBezTo>
                      <a:pt x="497734" y="23047"/>
                      <a:pt x="497057" y="26719"/>
                      <a:pt x="496823" y="30573"/>
                    </a:cubicBezTo>
                    <a:cubicBezTo>
                      <a:pt x="496576" y="34428"/>
                      <a:pt x="496458" y="37812"/>
                      <a:pt x="496458" y="40729"/>
                    </a:cubicBezTo>
                    <a:cubicBezTo>
                      <a:pt x="496458" y="43646"/>
                      <a:pt x="496576" y="46992"/>
                      <a:pt x="496823" y="50782"/>
                    </a:cubicBezTo>
                    <a:cubicBezTo>
                      <a:pt x="497057" y="54557"/>
                      <a:pt x="497734" y="58190"/>
                      <a:pt x="498854" y="61667"/>
                    </a:cubicBezTo>
                    <a:cubicBezTo>
                      <a:pt x="499896" y="65065"/>
                      <a:pt x="501472" y="67943"/>
                      <a:pt x="503594" y="70313"/>
                    </a:cubicBezTo>
                    <a:cubicBezTo>
                      <a:pt x="505703" y="72669"/>
                      <a:pt x="508646" y="73854"/>
                      <a:pt x="512396" y="73854"/>
                    </a:cubicBezTo>
                    <a:cubicBezTo>
                      <a:pt x="516146" y="73854"/>
                      <a:pt x="519128" y="72669"/>
                      <a:pt x="521354" y="70313"/>
                    </a:cubicBezTo>
                    <a:cubicBezTo>
                      <a:pt x="523568" y="67943"/>
                      <a:pt x="525234" y="65065"/>
                      <a:pt x="526354" y="61667"/>
                    </a:cubicBezTo>
                    <a:cubicBezTo>
                      <a:pt x="527526" y="58190"/>
                      <a:pt x="528295" y="54557"/>
                      <a:pt x="528646" y="50782"/>
                    </a:cubicBezTo>
                    <a:cubicBezTo>
                      <a:pt x="528984" y="46992"/>
                      <a:pt x="529167" y="43646"/>
                      <a:pt x="529167" y="40729"/>
                    </a:cubicBezTo>
                    <a:cubicBezTo>
                      <a:pt x="529167" y="37812"/>
                      <a:pt x="528984" y="34428"/>
                      <a:pt x="528646" y="30573"/>
                    </a:cubicBezTo>
                    <a:cubicBezTo>
                      <a:pt x="528295" y="26719"/>
                      <a:pt x="527526" y="23047"/>
                      <a:pt x="526354" y="19584"/>
                    </a:cubicBezTo>
                    <a:cubicBezTo>
                      <a:pt x="525234" y="16172"/>
                      <a:pt x="523568" y="13255"/>
                      <a:pt x="521354" y="10834"/>
                    </a:cubicBezTo>
                    <a:cubicBezTo>
                      <a:pt x="519128" y="8399"/>
                      <a:pt x="516146" y="7188"/>
                      <a:pt x="512396" y="7188"/>
                    </a:cubicBezTo>
                    <a:close/>
                    <a:moveTo>
                      <a:pt x="447292" y="7188"/>
                    </a:moveTo>
                    <a:cubicBezTo>
                      <a:pt x="443542" y="7188"/>
                      <a:pt x="440599" y="8399"/>
                      <a:pt x="438490" y="10834"/>
                    </a:cubicBezTo>
                    <a:cubicBezTo>
                      <a:pt x="436367" y="13255"/>
                      <a:pt x="434792" y="16172"/>
                      <a:pt x="433750" y="19584"/>
                    </a:cubicBezTo>
                    <a:cubicBezTo>
                      <a:pt x="432630" y="23047"/>
                      <a:pt x="431953" y="26719"/>
                      <a:pt x="431719" y="30573"/>
                    </a:cubicBezTo>
                    <a:cubicBezTo>
                      <a:pt x="431472" y="34428"/>
                      <a:pt x="431354" y="37812"/>
                      <a:pt x="431354" y="40729"/>
                    </a:cubicBezTo>
                    <a:cubicBezTo>
                      <a:pt x="431354" y="43646"/>
                      <a:pt x="431472" y="46992"/>
                      <a:pt x="431719" y="50782"/>
                    </a:cubicBezTo>
                    <a:cubicBezTo>
                      <a:pt x="431953" y="54557"/>
                      <a:pt x="432630" y="58190"/>
                      <a:pt x="433750" y="61667"/>
                    </a:cubicBezTo>
                    <a:cubicBezTo>
                      <a:pt x="434792" y="65065"/>
                      <a:pt x="436367" y="67943"/>
                      <a:pt x="438490" y="70313"/>
                    </a:cubicBezTo>
                    <a:cubicBezTo>
                      <a:pt x="440599" y="72669"/>
                      <a:pt x="443542" y="73854"/>
                      <a:pt x="447292" y="73854"/>
                    </a:cubicBezTo>
                    <a:cubicBezTo>
                      <a:pt x="451042" y="73854"/>
                      <a:pt x="454024" y="72669"/>
                      <a:pt x="456250" y="70313"/>
                    </a:cubicBezTo>
                    <a:cubicBezTo>
                      <a:pt x="458464" y="67943"/>
                      <a:pt x="460130" y="65065"/>
                      <a:pt x="461250" y="61667"/>
                    </a:cubicBezTo>
                    <a:cubicBezTo>
                      <a:pt x="462422" y="58190"/>
                      <a:pt x="463190" y="54557"/>
                      <a:pt x="463542" y="50782"/>
                    </a:cubicBezTo>
                    <a:cubicBezTo>
                      <a:pt x="463880" y="46992"/>
                      <a:pt x="464063" y="43646"/>
                      <a:pt x="464063" y="40729"/>
                    </a:cubicBezTo>
                    <a:cubicBezTo>
                      <a:pt x="464063" y="37812"/>
                      <a:pt x="463880" y="34428"/>
                      <a:pt x="463542" y="30573"/>
                    </a:cubicBezTo>
                    <a:cubicBezTo>
                      <a:pt x="463190" y="26719"/>
                      <a:pt x="462422" y="23047"/>
                      <a:pt x="461250" y="19584"/>
                    </a:cubicBezTo>
                    <a:cubicBezTo>
                      <a:pt x="460130" y="16172"/>
                      <a:pt x="458464" y="13255"/>
                      <a:pt x="456250" y="10834"/>
                    </a:cubicBezTo>
                    <a:cubicBezTo>
                      <a:pt x="454024" y="8399"/>
                      <a:pt x="451042" y="7188"/>
                      <a:pt x="447292" y="7188"/>
                    </a:cubicBezTo>
                    <a:close/>
                    <a:moveTo>
                      <a:pt x="356146" y="7188"/>
                    </a:moveTo>
                    <a:cubicBezTo>
                      <a:pt x="352396" y="7188"/>
                      <a:pt x="349453" y="8399"/>
                      <a:pt x="347344" y="10834"/>
                    </a:cubicBezTo>
                    <a:cubicBezTo>
                      <a:pt x="345222" y="13255"/>
                      <a:pt x="343646" y="16172"/>
                      <a:pt x="342604" y="19584"/>
                    </a:cubicBezTo>
                    <a:cubicBezTo>
                      <a:pt x="341484" y="23047"/>
                      <a:pt x="340807" y="26719"/>
                      <a:pt x="340573" y="30573"/>
                    </a:cubicBezTo>
                    <a:cubicBezTo>
                      <a:pt x="340326" y="34428"/>
                      <a:pt x="340208" y="37812"/>
                      <a:pt x="340208" y="40729"/>
                    </a:cubicBezTo>
                    <a:cubicBezTo>
                      <a:pt x="340208" y="43646"/>
                      <a:pt x="340326" y="46992"/>
                      <a:pt x="340573" y="50782"/>
                    </a:cubicBezTo>
                    <a:cubicBezTo>
                      <a:pt x="340807" y="54557"/>
                      <a:pt x="341484" y="58190"/>
                      <a:pt x="342604" y="61667"/>
                    </a:cubicBezTo>
                    <a:cubicBezTo>
                      <a:pt x="343646" y="65065"/>
                      <a:pt x="345222" y="67943"/>
                      <a:pt x="347344" y="70313"/>
                    </a:cubicBezTo>
                    <a:cubicBezTo>
                      <a:pt x="349453" y="72669"/>
                      <a:pt x="352396" y="73854"/>
                      <a:pt x="356146" y="73854"/>
                    </a:cubicBezTo>
                    <a:cubicBezTo>
                      <a:pt x="359896" y="73854"/>
                      <a:pt x="362878" y="72669"/>
                      <a:pt x="365104" y="70313"/>
                    </a:cubicBezTo>
                    <a:cubicBezTo>
                      <a:pt x="367318" y="67943"/>
                      <a:pt x="368984" y="65065"/>
                      <a:pt x="370104" y="61667"/>
                    </a:cubicBezTo>
                    <a:cubicBezTo>
                      <a:pt x="371276" y="58190"/>
                      <a:pt x="372044" y="54557"/>
                      <a:pt x="372396" y="50782"/>
                    </a:cubicBezTo>
                    <a:cubicBezTo>
                      <a:pt x="372734" y="46992"/>
                      <a:pt x="372917" y="43646"/>
                      <a:pt x="372917" y="40729"/>
                    </a:cubicBezTo>
                    <a:cubicBezTo>
                      <a:pt x="372917" y="37812"/>
                      <a:pt x="372734" y="34428"/>
                      <a:pt x="372396" y="30573"/>
                    </a:cubicBezTo>
                    <a:cubicBezTo>
                      <a:pt x="372044" y="26719"/>
                      <a:pt x="371276" y="23047"/>
                      <a:pt x="370104" y="19584"/>
                    </a:cubicBezTo>
                    <a:cubicBezTo>
                      <a:pt x="368984" y="16172"/>
                      <a:pt x="367318" y="13255"/>
                      <a:pt x="365104" y="10834"/>
                    </a:cubicBezTo>
                    <a:cubicBezTo>
                      <a:pt x="362878" y="8399"/>
                      <a:pt x="359896" y="7188"/>
                      <a:pt x="356146" y="7188"/>
                    </a:cubicBezTo>
                    <a:close/>
                    <a:moveTo>
                      <a:pt x="82708" y="7188"/>
                    </a:moveTo>
                    <a:cubicBezTo>
                      <a:pt x="78958" y="7188"/>
                      <a:pt x="76015" y="8399"/>
                      <a:pt x="73906" y="10834"/>
                    </a:cubicBezTo>
                    <a:cubicBezTo>
                      <a:pt x="71784" y="13255"/>
                      <a:pt x="70208" y="16172"/>
                      <a:pt x="69166" y="19584"/>
                    </a:cubicBezTo>
                    <a:cubicBezTo>
                      <a:pt x="68047" y="23047"/>
                      <a:pt x="67370" y="26719"/>
                      <a:pt x="67135" y="30573"/>
                    </a:cubicBezTo>
                    <a:cubicBezTo>
                      <a:pt x="66888" y="34428"/>
                      <a:pt x="66771" y="37812"/>
                      <a:pt x="66771" y="40729"/>
                    </a:cubicBezTo>
                    <a:cubicBezTo>
                      <a:pt x="66771" y="43646"/>
                      <a:pt x="66888" y="46992"/>
                      <a:pt x="67135" y="50782"/>
                    </a:cubicBezTo>
                    <a:cubicBezTo>
                      <a:pt x="67370" y="54557"/>
                      <a:pt x="68047" y="58190"/>
                      <a:pt x="69166" y="61667"/>
                    </a:cubicBezTo>
                    <a:cubicBezTo>
                      <a:pt x="70208" y="65065"/>
                      <a:pt x="71784" y="67943"/>
                      <a:pt x="73906" y="70313"/>
                    </a:cubicBezTo>
                    <a:cubicBezTo>
                      <a:pt x="76015" y="72669"/>
                      <a:pt x="78958" y="73854"/>
                      <a:pt x="82708" y="73854"/>
                    </a:cubicBezTo>
                    <a:cubicBezTo>
                      <a:pt x="86458" y="73854"/>
                      <a:pt x="89440" y="72669"/>
                      <a:pt x="91666" y="70313"/>
                    </a:cubicBezTo>
                    <a:cubicBezTo>
                      <a:pt x="93880" y="67943"/>
                      <a:pt x="95547" y="65065"/>
                      <a:pt x="96666" y="61667"/>
                    </a:cubicBezTo>
                    <a:cubicBezTo>
                      <a:pt x="97838" y="58190"/>
                      <a:pt x="98607" y="54557"/>
                      <a:pt x="98958" y="50782"/>
                    </a:cubicBezTo>
                    <a:cubicBezTo>
                      <a:pt x="99297" y="46992"/>
                      <a:pt x="99479" y="43646"/>
                      <a:pt x="99479" y="40729"/>
                    </a:cubicBezTo>
                    <a:cubicBezTo>
                      <a:pt x="99479" y="37812"/>
                      <a:pt x="99297" y="34428"/>
                      <a:pt x="98958" y="30573"/>
                    </a:cubicBezTo>
                    <a:cubicBezTo>
                      <a:pt x="98607" y="26719"/>
                      <a:pt x="97838" y="23047"/>
                      <a:pt x="96666" y="19584"/>
                    </a:cubicBezTo>
                    <a:cubicBezTo>
                      <a:pt x="95547" y="16172"/>
                      <a:pt x="93880" y="13255"/>
                      <a:pt x="91666" y="10834"/>
                    </a:cubicBezTo>
                    <a:cubicBezTo>
                      <a:pt x="89440" y="8399"/>
                      <a:pt x="86458" y="7188"/>
                      <a:pt x="82708" y="7188"/>
                    </a:cubicBezTo>
                    <a:close/>
                    <a:moveTo>
                      <a:pt x="110416" y="3125"/>
                    </a:moveTo>
                    <a:lnTo>
                      <a:pt x="155416" y="3125"/>
                    </a:lnTo>
                    <a:cubicBezTo>
                      <a:pt x="156107" y="3125"/>
                      <a:pt x="156614" y="3281"/>
                      <a:pt x="156927" y="3594"/>
                    </a:cubicBezTo>
                    <a:cubicBezTo>
                      <a:pt x="157240" y="3906"/>
                      <a:pt x="157396" y="4401"/>
                      <a:pt x="157396" y="5105"/>
                    </a:cubicBezTo>
                    <a:lnTo>
                      <a:pt x="157396" y="9063"/>
                    </a:lnTo>
                    <a:cubicBezTo>
                      <a:pt x="157396" y="9610"/>
                      <a:pt x="157305" y="10130"/>
                      <a:pt x="157135" y="10626"/>
                    </a:cubicBezTo>
                    <a:cubicBezTo>
                      <a:pt x="156953" y="11107"/>
                      <a:pt x="156771" y="11563"/>
                      <a:pt x="156562" y="11980"/>
                    </a:cubicBezTo>
                    <a:lnTo>
                      <a:pt x="129375" y="79167"/>
                    </a:lnTo>
                    <a:lnTo>
                      <a:pt x="120104" y="79167"/>
                    </a:lnTo>
                    <a:lnTo>
                      <a:pt x="148646" y="10312"/>
                    </a:lnTo>
                    <a:lnTo>
                      <a:pt x="110416" y="10312"/>
                    </a:lnTo>
                    <a:close/>
                    <a:moveTo>
                      <a:pt x="16562" y="3125"/>
                    </a:moveTo>
                    <a:lnTo>
                      <a:pt x="22500" y="3125"/>
                    </a:lnTo>
                    <a:cubicBezTo>
                      <a:pt x="23255" y="3125"/>
                      <a:pt x="23776" y="3255"/>
                      <a:pt x="24062" y="3542"/>
                    </a:cubicBezTo>
                    <a:cubicBezTo>
                      <a:pt x="24336" y="3815"/>
                      <a:pt x="24479" y="4336"/>
                      <a:pt x="24479" y="5105"/>
                    </a:cubicBezTo>
                    <a:lnTo>
                      <a:pt x="24479" y="79167"/>
                    </a:lnTo>
                    <a:lnTo>
                      <a:pt x="16250" y="79167"/>
                    </a:lnTo>
                    <a:lnTo>
                      <a:pt x="16250" y="12084"/>
                    </a:lnTo>
                    <a:cubicBezTo>
                      <a:pt x="14375" y="14089"/>
                      <a:pt x="12031" y="16016"/>
                      <a:pt x="9218" y="17865"/>
                    </a:cubicBezTo>
                    <a:cubicBezTo>
                      <a:pt x="6406" y="19701"/>
                      <a:pt x="3333" y="21458"/>
                      <a:pt x="0" y="23125"/>
                    </a:cubicBezTo>
                    <a:lnTo>
                      <a:pt x="0" y="15209"/>
                    </a:lnTo>
                    <a:cubicBezTo>
                      <a:pt x="2981" y="13881"/>
                      <a:pt x="5859" y="12188"/>
                      <a:pt x="8646" y="10104"/>
                    </a:cubicBezTo>
                    <a:cubicBezTo>
                      <a:pt x="11419" y="8021"/>
                      <a:pt x="14062" y="5690"/>
                      <a:pt x="16562" y="3125"/>
                    </a:cubicBezTo>
                    <a:close/>
                    <a:moveTo>
                      <a:pt x="290313" y="1354"/>
                    </a:moveTo>
                    <a:cubicBezTo>
                      <a:pt x="293646" y="1354"/>
                      <a:pt x="296836" y="1876"/>
                      <a:pt x="299896" y="2917"/>
                    </a:cubicBezTo>
                    <a:cubicBezTo>
                      <a:pt x="302943" y="3959"/>
                      <a:pt x="305690" y="5860"/>
                      <a:pt x="308125" y="8646"/>
                    </a:cubicBezTo>
                    <a:cubicBezTo>
                      <a:pt x="310482" y="11419"/>
                      <a:pt x="312370" y="15260"/>
                      <a:pt x="313802" y="20157"/>
                    </a:cubicBezTo>
                    <a:cubicBezTo>
                      <a:pt x="315221" y="25052"/>
                      <a:pt x="315937" y="31315"/>
                      <a:pt x="315937" y="38958"/>
                    </a:cubicBezTo>
                    <a:cubicBezTo>
                      <a:pt x="315937" y="52917"/>
                      <a:pt x="313607" y="63386"/>
                      <a:pt x="308958" y="70365"/>
                    </a:cubicBezTo>
                    <a:cubicBezTo>
                      <a:pt x="304297" y="77344"/>
                      <a:pt x="297982" y="80833"/>
                      <a:pt x="290000" y="80833"/>
                    </a:cubicBezTo>
                    <a:cubicBezTo>
                      <a:pt x="283607" y="80833"/>
                      <a:pt x="278450" y="79063"/>
                      <a:pt x="274531" y="75521"/>
                    </a:cubicBezTo>
                    <a:cubicBezTo>
                      <a:pt x="270599" y="71979"/>
                      <a:pt x="268334" y="67149"/>
                      <a:pt x="267708" y="61042"/>
                    </a:cubicBezTo>
                    <a:lnTo>
                      <a:pt x="275937" y="61042"/>
                    </a:lnTo>
                    <a:cubicBezTo>
                      <a:pt x="276068" y="65000"/>
                      <a:pt x="277578" y="68125"/>
                      <a:pt x="280469" y="70417"/>
                    </a:cubicBezTo>
                    <a:cubicBezTo>
                      <a:pt x="283346" y="72709"/>
                      <a:pt x="286667" y="73854"/>
                      <a:pt x="290417" y="73854"/>
                    </a:cubicBezTo>
                    <a:cubicBezTo>
                      <a:pt x="294024" y="73854"/>
                      <a:pt x="297031" y="72813"/>
                      <a:pt x="299427" y="70729"/>
                    </a:cubicBezTo>
                    <a:cubicBezTo>
                      <a:pt x="301823" y="68646"/>
                      <a:pt x="303711" y="65938"/>
                      <a:pt x="305104" y="62605"/>
                    </a:cubicBezTo>
                    <a:cubicBezTo>
                      <a:pt x="306484" y="59336"/>
                      <a:pt x="307448" y="55652"/>
                      <a:pt x="307969" y="51563"/>
                    </a:cubicBezTo>
                    <a:cubicBezTo>
                      <a:pt x="308490" y="47461"/>
                      <a:pt x="308750" y="43399"/>
                      <a:pt x="308750" y="39376"/>
                    </a:cubicBezTo>
                    <a:cubicBezTo>
                      <a:pt x="307148" y="43880"/>
                      <a:pt x="304609" y="47214"/>
                      <a:pt x="301146" y="49375"/>
                    </a:cubicBezTo>
                    <a:cubicBezTo>
                      <a:pt x="297669" y="51524"/>
                      <a:pt x="293646" y="52605"/>
                      <a:pt x="289062" y="52605"/>
                    </a:cubicBezTo>
                    <a:cubicBezTo>
                      <a:pt x="282188" y="52605"/>
                      <a:pt x="276680" y="50274"/>
                      <a:pt x="272552" y="45625"/>
                    </a:cubicBezTo>
                    <a:cubicBezTo>
                      <a:pt x="268411" y="40964"/>
                      <a:pt x="266354" y="34792"/>
                      <a:pt x="266354" y="27084"/>
                    </a:cubicBezTo>
                    <a:cubicBezTo>
                      <a:pt x="266354" y="23542"/>
                      <a:pt x="266888" y="20208"/>
                      <a:pt x="267969" y="17083"/>
                    </a:cubicBezTo>
                    <a:cubicBezTo>
                      <a:pt x="269036" y="13959"/>
                      <a:pt x="270625" y="11211"/>
                      <a:pt x="272708" y="8854"/>
                    </a:cubicBezTo>
                    <a:cubicBezTo>
                      <a:pt x="274791" y="6563"/>
                      <a:pt x="277305" y="4740"/>
                      <a:pt x="280260" y="3386"/>
                    </a:cubicBezTo>
                    <a:cubicBezTo>
                      <a:pt x="283203" y="2031"/>
                      <a:pt x="286563" y="1354"/>
                      <a:pt x="290313" y="1354"/>
                    </a:cubicBezTo>
                    <a:close/>
                    <a:moveTo>
                      <a:pt x="237500" y="1354"/>
                    </a:moveTo>
                    <a:cubicBezTo>
                      <a:pt x="243880" y="1354"/>
                      <a:pt x="249232" y="3047"/>
                      <a:pt x="253542" y="6459"/>
                    </a:cubicBezTo>
                    <a:cubicBezTo>
                      <a:pt x="257839" y="9857"/>
                      <a:pt x="260000" y="14857"/>
                      <a:pt x="260000" y="21458"/>
                    </a:cubicBezTo>
                    <a:cubicBezTo>
                      <a:pt x="260000" y="25899"/>
                      <a:pt x="258620" y="30521"/>
                      <a:pt x="255885" y="35313"/>
                    </a:cubicBezTo>
                    <a:cubicBezTo>
                      <a:pt x="253138" y="40104"/>
                      <a:pt x="249857" y="44753"/>
                      <a:pt x="246042" y="49271"/>
                    </a:cubicBezTo>
                    <a:cubicBezTo>
                      <a:pt x="242214" y="53776"/>
                      <a:pt x="238255" y="58021"/>
                      <a:pt x="234167" y="61979"/>
                    </a:cubicBezTo>
                    <a:cubicBezTo>
                      <a:pt x="230065" y="65938"/>
                      <a:pt x="226667" y="69271"/>
                      <a:pt x="223958" y="71979"/>
                    </a:cubicBezTo>
                    <a:lnTo>
                      <a:pt x="261667" y="71979"/>
                    </a:lnTo>
                    <a:lnTo>
                      <a:pt x="261667" y="79167"/>
                    </a:lnTo>
                    <a:lnTo>
                      <a:pt x="215937" y="79167"/>
                    </a:lnTo>
                    <a:cubicBezTo>
                      <a:pt x="215312" y="79167"/>
                      <a:pt x="214909" y="79063"/>
                      <a:pt x="214739" y="78855"/>
                    </a:cubicBezTo>
                    <a:cubicBezTo>
                      <a:pt x="214557" y="78646"/>
                      <a:pt x="214479" y="78229"/>
                      <a:pt x="214479" y="77604"/>
                    </a:cubicBezTo>
                    <a:lnTo>
                      <a:pt x="214479" y="71355"/>
                    </a:lnTo>
                    <a:cubicBezTo>
                      <a:pt x="215651" y="70235"/>
                      <a:pt x="217096" y="68855"/>
                      <a:pt x="218802" y="67188"/>
                    </a:cubicBezTo>
                    <a:cubicBezTo>
                      <a:pt x="220495" y="65521"/>
                      <a:pt x="222357" y="63672"/>
                      <a:pt x="224375" y="61667"/>
                    </a:cubicBezTo>
                    <a:cubicBezTo>
                      <a:pt x="226315" y="59648"/>
                      <a:pt x="228333" y="57500"/>
                      <a:pt x="230417" y="55208"/>
                    </a:cubicBezTo>
                    <a:cubicBezTo>
                      <a:pt x="232500" y="52917"/>
                      <a:pt x="234544" y="50547"/>
                      <a:pt x="236563" y="48126"/>
                    </a:cubicBezTo>
                    <a:cubicBezTo>
                      <a:pt x="238568" y="45756"/>
                      <a:pt x="240482" y="43386"/>
                      <a:pt x="242292" y="40990"/>
                    </a:cubicBezTo>
                    <a:cubicBezTo>
                      <a:pt x="244089" y="38594"/>
                      <a:pt x="245651" y="36276"/>
                      <a:pt x="246979" y="34063"/>
                    </a:cubicBezTo>
                    <a:cubicBezTo>
                      <a:pt x="248359" y="31771"/>
                      <a:pt x="249453" y="29610"/>
                      <a:pt x="250261" y="27604"/>
                    </a:cubicBezTo>
                    <a:cubicBezTo>
                      <a:pt x="251055" y="25586"/>
                      <a:pt x="251458" y="23750"/>
                      <a:pt x="251458" y="22084"/>
                    </a:cubicBezTo>
                    <a:cubicBezTo>
                      <a:pt x="251458" y="17565"/>
                      <a:pt x="250130" y="14180"/>
                      <a:pt x="247500" y="11927"/>
                    </a:cubicBezTo>
                    <a:cubicBezTo>
                      <a:pt x="244857" y="9662"/>
                      <a:pt x="241458" y="8542"/>
                      <a:pt x="237292" y="8542"/>
                    </a:cubicBezTo>
                    <a:cubicBezTo>
                      <a:pt x="233255" y="8542"/>
                      <a:pt x="229974" y="9922"/>
                      <a:pt x="227448" y="12709"/>
                    </a:cubicBezTo>
                    <a:cubicBezTo>
                      <a:pt x="224909" y="15482"/>
                      <a:pt x="223646" y="19089"/>
                      <a:pt x="223646" y="23542"/>
                    </a:cubicBezTo>
                    <a:lnTo>
                      <a:pt x="215104" y="23542"/>
                    </a:lnTo>
                    <a:cubicBezTo>
                      <a:pt x="215104" y="20208"/>
                      <a:pt x="215651" y="17161"/>
                      <a:pt x="216771" y="14428"/>
                    </a:cubicBezTo>
                    <a:cubicBezTo>
                      <a:pt x="217878" y="11680"/>
                      <a:pt x="219440" y="9336"/>
                      <a:pt x="221458" y="7396"/>
                    </a:cubicBezTo>
                    <a:cubicBezTo>
                      <a:pt x="223463" y="5443"/>
                      <a:pt x="225846" y="3959"/>
                      <a:pt x="228594" y="2917"/>
                    </a:cubicBezTo>
                    <a:cubicBezTo>
                      <a:pt x="231328" y="1876"/>
                      <a:pt x="234297" y="1354"/>
                      <a:pt x="237500" y="1354"/>
                    </a:cubicBezTo>
                    <a:close/>
                    <a:moveTo>
                      <a:pt x="577500" y="0"/>
                    </a:moveTo>
                    <a:cubicBezTo>
                      <a:pt x="582708" y="0"/>
                      <a:pt x="586953" y="1211"/>
                      <a:pt x="590261" y="3646"/>
                    </a:cubicBezTo>
                    <a:cubicBezTo>
                      <a:pt x="593555" y="6068"/>
                      <a:pt x="596146" y="9193"/>
                      <a:pt x="598021" y="13021"/>
                    </a:cubicBezTo>
                    <a:cubicBezTo>
                      <a:pt x="599896" y="16902"/>
                      <a:pt x="601172" y="21276"/>
                      <a:pt x="601875" y="26146"/>
                    </a:cubicBezTo>
                    <a:cubicBezTo>
                      <a:pt x="602565" y="31003"/>
                      <a:pt x="602917" y="35860"/>
                      <a:pt x="602917" y="40729"/>
                    </a:cubicBezTo>
                    <a:cubicBezTo>
                      <a:pt x="602917" y="45652"/>
                      <a:pt x="602565" y="50521"/>
                      <a:pt x="601875" y="55313"/>
                    </a:cubicBezTo>
                    <a:cubicBezTo>
                      <a:pt x="601172" y="60105"/>
                      <a:pt x="599896" y="64441"/>
                      <a:pt x="598021" y="68334"/>
                    </a:cubicBezTo>
                    <a:cubicBezTo>
                      <a:pt x="596146" y="72149"/>
                      <a:pt x="593555" y="75235"/>
                      <a:pt x="590261" y="77604"/>
                    </a:cubicBezTo>
                    <a:cubicBezTo>
                      <a:pt x="586953" y="79961"/>
                      <a:pt x="582708" y="81146"/>
                      <a:pt x="577500" y="81146"/>
                    </a:cubicBezTo>
                    <a:cubicBezTo>
                      <a:pt x="572357" y="81146"/>
                      <a:pt x="568177" y="79961"/>
                      <a:pt x="564948" y="77604"/>
                    </a:cubicBezTo>
                    <a:cubicBezTo>
                      <a:pt x="561719" y="75235"/>
                      <a:pt x="559232" y="72149"/>
                      <a:pt x="557500" y="68334"/>
                    </a:cubicBezTo>
                    <a:cubicBezTo>
                      <a:pt x="555690" y="64441"/>
                      <a:pt x="554479" y="60105"/>
                      <a:pt x="553854" y="55313"/>
                    </a:cubicBezTo>
                    <a:cubicBezTo>
                      <a:pt x="553229" y="50521"/>
                      <a:pt x="552917" y="45652"/>
                      <a:pt x="552917" y="40729"/>
                    </a:cubicBezTo>
                    <a:cubicBezTo>
                      <a:pt x="552917" y="35860"/>
                      <a:pt x="553229" y="31003"/>
                      <a:pt x="553854" y="26146"/>
                    </a:cubicBezTo>
                    <a:cubicBezTo>
                      <a:pt x="554479" y="21276"/>
                      <a:pt x="555690" y="16902"/>
                      <a:pt x="557500" y="13021"/>
                    </a:cubicBezTo>
                    <a:cubicBezTo>
                      <a:pt x="559232" y="9193"/>
                      <a:pt x="561719" y="6068"/>
                      <a:pt x="564948" y="3646"/>
                    </a:cubicBezTo>
                    <a:cubicBezTo>
                      <a:pt x="568177" y="1211"/>
                      <a:pt x="572357" y="0"/>
                      <a:pt x="577500" y="0"/>
                    </a:cubicBezTo>
                    <a:close/>
                    <a:moveTo>
                      <a:pt x="512396" y="0"/>
                    </a:moveTo>
                    <a:cubicBezTo>
                      <a:pt x="517604" y="0"/>
                      <a:pt x="521849" y="1211"/>
                      <a:pt x="525157" y="3646"/>
                    </a:cubicBezTo>
                    <a:cubicBezTo>
                      <a:pt x="528451" y="6068"/>
                      <a:pt x="531042" y="9193"/>
                      <a:pt x="532917" y="13021"/>
                    </a:cubicBezTo>
                    <a:cubicBezTo>
                      <a:pt x="534792" y="16902"/>
                      <a:pt x="536068" y="21276"/>
                      <a:pt x="536771" y="26146"/>
                    </a:cubicBezTo>
                    <a:cubicBezTo>
                      <a:pt x="537461" y="31003"/>
                      <a:pt x="537813" y="35860"/>
                      <a:pt x="537813" y="40729"/>
                    </a:cubicBezTo>
                    <a:cubicBezTo>
                      <a:pt x="537813" y="45652"/>
                      <a:pt x="537461" y="50521"/>
                      <a:pt x="536771" y="55313"/>
                    </a:cubicBezTo>
                    <a:cubicBezTo>
                      <a:pt x="536068" y="60105"/>
                      <a:pt x="534792" y="64441"/>
                      <a:pt x="532917" y="68334"/>
                    </a:cubicBezTo>
                    <a:cubicBezTo>
                      <a:pt x="531042" y="72149"/>
                      <a:pt x="528451" y="75235"/>
                      <a:pt x="525157" y="77604"/>
                    </a:cubicBezTo>
                    <a:cubicBezTo>
                      <a:pt x="521849" y="79961"/>
                      <a:pt x="517604" y="81146"/>
                      <a:pt x="512396" y="81146"/>
                    </a:cubicBezTo>
                    <a:cubicBezTo>
                      <a:pt x="507253" y="81146"/>
                      <a:pt x="503073" y="79961"/>
                      <a:pt x="499844" y="77604"/>
                    </a:cubicBezTo>
                    <a:cubicBezTo>
                      <a:pt x="496615" y="75235"/>
                      <a:pt x="494128" y="72149"/>
                      <a:pt x="492396" y="68334"/>
                    </a:cubicBezTo>
                    <a:cubicBezTo>
                      <a:pt x="490586" y="64441"/>
                      <a:pt x="489375" y="60105"/>
                      <a:pt x="488750" y="55313"/>
                    </a:cubicBezTo>
                    <a:cubicBezTo>
                      <a:pt x="488125" y="50521"/>
                      <a:pt x="487813" y="45652"/>
                      <a:pt x="487813" y="40729"/>
                    </a:cubicBezTo>
                    <a:cubicBezTo>
                      <a:pt x="487813" y="35860"/>
                      <a:pt x="488125" y="31003"/>
                      <a:pt x="488750" y="26146"/>
                    </a:cubicBezTo>
                    <a:cubicBezTo>
                      <a:pt x="489375" y="21276"/>
                      <a:pt x="490586" y="16902"/>
                      <a:pt x="492396" y="13021"/>
                    </a:cubicBezTo>
                    <a:cubicBezTo>
                      <a:pt x="494128" y="9193"/>
                      <a:pt x="496615" y="6068"/>
                      <a:pt x="499844" y="3646"/>
                    </a:cubicBezTo>
                    <a:cubicBezTo>
                      <a:pt x="503073" y="1211"/>
                      <a:pt x="507253" y="0"/>
                      <a:pt x="512396" y="0"/>
                    </a:cubicBezTo>
                    <a:close/>
                    <a:moveTo>
                      <a:pt x="447292" y="0"/>
                    </a:moveTo>
                    <a:cubicBezTo>
                      <a:pt x="452500" y="0"/>
                      <a:pt x="456745" y="1211"/>
                      <a:pt x="460052" y="3646"/>
                    </a:cubicBezTo>
                    <a:cubicBezTo>
                      <a:pt x="463346" y="6068"/>
                      <a:pt x="465938" y="9193"/>
                      <a:pt x="467812" y="13021"/>
                    </a:cubicBezTo>
                    <a:cubicBezTo>
                      <a:pt x="469688" y="16902"/>
                      <a:pt x="470964" y="21276"/>
                      <a:pt x="471667" y="26146"/>
                    </a:cubicBezTo>
                    <a:cubicBezTo>
                      <a:pt x="472357" y="31003"/>
                      <a:pt x="472708" y="35860"/>
                      <a:pt x="472708" y="40729"/>
                    </a:cubicBezTo>
                    <a:cubicBezTo>
                      <a:pt x="472708" y="45652"/>
                      <a:pt x="472357" y="50521"/>
                      <a:pt x="471667" y="55313"/>
                    </a:cubicBezTo>
                    <a:cubicBezTo>
                      <a:pt x="470964" y="60105"/>
                      <a:pt x="469688" y="64441"/>
                      <a:pt x="467812" y="68334"/>
                    </a:cubicBezTo>
                    <a:cubicBezTo>
                      <a:pt x="465938" y="72149"/>
                      <a:pt x="463346" y="75235"/>
                      <a:pt x="460052" y="77604"/>
                    </a:cubicBezTo>
                    <a:cubicBezTo>
                      <a:pt x="456745" y="79961"/>
                      <a:pt x="452500" y="81146"/>
                      <a:pt x="447292" y="81146"/>
                    </a:cubicBezTo>
                    <a:cubicBezTo>
                      <a:pt x="442149" y="81146"/>
                      <a:pt x="437969" y="79961"/>
                      <a:pt x="434740" y="77604"/>
                    </a:cubicBezTo>
                    <a:cubicBezTo>
                      <a:pt x="431510" y="75235"/>
                      <a:pt x="429023" y="72149"/>
                      <a:pt x="427292" y="68334"/>
                    </a:cubicBezTo>
                    <a:cubicBezTo>
                      <a:pt x="425482" y="64441"/>
                      <a:pt x="424271" y="60105"/>
                      <a:pt x="423646" y="55313"/>
                    </a:cubicBezTo>
                    <a:cubicBezTo>
                      <a:pt x="423021" y="50521"/>
                      <a:pt x="422708" y="45652"/>
                      <a:pt x="422708" y="40729"/>
                    </a:cubicBezTo>
                    <a:cubicBezTo>
                      <a:pt x="422708" y="35860"/>
                      <a:pt x="423021" y="31003"/>
                      <a:pt x="423646" y="26146"/>
                    </a:cubicBezTo>
                    <a:cubicBezTo>
                      <a:pt x="424271" y="21276"/>
                      <a:pt x="425482" y="16902"/>
                      <a:pt x="427292" y="13021"/>
                    </a:cubicBezTo>
                    <a:cubicBezTo>
                      <a:pt x="429023" y="9193"/>
                      <a:pt x="431510" y="6068"/>
                      <a:pt x="434740" y="3646"/>
                    </a:cubicBezTo>
                    <a:cubicBezTo>
                      <a:pt x="437969" y="1211"/>
                      <a:pt x="442149" y="0"/>
                      <a:pt x="447292" y="0"/>
                    </a:cubicBezTo>
                    <a:close/>
                    <a:moveTo>
                      <a:pt x="356146" y="0"/>
                    </a:moveTo>
                    <a:cubicBezTo>
                      <a:pt x="361354" y="0"/>
                      <a:pt x="365599" y="1211"/>
                      <a:pt x="368906" y="3646"/>
                    </a:cubicBezTo>
                    <a:cubicBezTo>
                      <a:pt x="372201" y="6068"/>
                      <a:pt x="374792" y="9193"/>
                      <a:pt x="376667" y="13021"/>
                    </a:cubicBezTo>
                    <a:cubicBezTo>
                      <a:pt x="378542" y="16902"/>
                      <a:pt x="379818" y="21276"/>
                      <a:pt x="380521" y="26146"/>
                    </a:cubicBezTo>
                    <a:cubicBezTo>
                      <a:pt x="381211" y="31003"/>
                      <a:pt x="381563" y="35860"/>
                      <a:pt x="381563" y="40729"/>
                    </a:cubicBezTo>
                    <a:cubicBezTo>
                      <a:pt x="381563" y="45652"/>
                      <a:pt x="381211" y="50521"/>
                      <a:pt x="380521" y="55313"/>
                    </a:cubicBezTo>
                    <a:cubicBezTo>
                      <a:pt x="379818" y="60105"/>
                      <a:pt x="378542" y="64441"/>
                      <a:pt x="376667" y="68334"/>
                    </a:cubicBezTo>
                    <a:cubicBezTo>
                      <a:pt x="374792" y="72149"/>
                      <a:pt x="372201" y="75235"/>
                      <a:pt x="368906" y="77604"/>
                    </a:cubicBezTo>
                    <a:cubicBezTo>
                      <a:pt x="365599" y="79961"/>
                      <a:pt x="361354" y="81146"/>
                      <a:pt x="356146" y="81146"/>
                    </a:cubicBezTo>
                    <a:cubicBezTo>
                      <a:pt x="351003" y="81146"/>
                      <a:pt x="346823" y="79961"/>
                      <a:pt x="343594" y="77604"/>
                    </a:cubicBezTo>
                    <a:cubicBezTo>
                      <a:pt x="340365" y="75235"/>
                      <a:pt x="337877" y="72149"/>
                      <a:pt x="336146" y="68334"/>
                    </a:cubicBezTo>
                    <a:cubicBezTo>
                      <a:pt x="334336" y="64441"/>
                      <a:pt x="333125" y="60105"/>
                      <a:pt x="332500" y="55313"/>
                    </a:cubicBezTo>
                    <a:cubicBezTo>
                      <a:pt x="331875" y="50521"/>
                      <a:pt x="331563" y="45652"/>
                      <a:pt x="331563" y="40729"/>
                    </a:cubicBezTo>
                    <a:cubicBezTo>
                      <a:pt x="331563" y="35860"/>
                      <a:pt x="331875" y="31003"/>
                      <a:pt x="332500" y="26146"/>
                    </a:cubicBezTo>
                    <a:cubicBezTo>
                      <a:pt x="333125" y="21276"/>
                      <a:pt x="334336" y="16902"/>
                      <a:pt x="336146" y="13021"/>
                    </a:cubicBezTo>
                    <a:cubicBezTo>
                      <a:pt x="337877" y="9193"/>
                      <a:pt x="340365" y="6068"/>
                      <a:pt x="343594" y="3646"/>
                    </a:cubicBezTo>
                    <a:cubicBezTo>
                      <a:pt x="346823" y="1211"/>
                      <a:pt x="351003" y="0"/>
                      <a:pt x="356146" y="0"/>
                    </a:cubicBezTo>
                    <a:close/>
                    <a:moveTo>
                      <a:pt x="82708" y="0"/>
                    </a:moveTo>
                    <a:cubicBezTo>
                      <a:pt x="87917" y="0"/>
                      <a:pt x="92161" y="1211"/>
                      <a:pt x="95469" y="3646"/>
                    </a:cubicBezTo>
                    <a:cubicBezTo>
                      <a:pt x="98763" y="6068"/>
                      <a:pt x="101354" y="9193"/>
                      <a:pt x="103229" y="13021"/>
                    </a:cubicBezTo>
                    <a:cubicBezTo>
                      <a:pt x="105104" y="16902"/>
                      <a:pt x="106380" y="21276"/>
                      <a:pt x="107083" y="26146"/>
                    </a:cubicBezTo>
                    <a:cubicBezTo>
                      <a:pt x="107773" y="31003"/>
                      <a:pt x="108125" y="35860"/>
                      <a:pt x="108125" y="40729"/>
                    </a:cubicBezTo>
                    <a:cubicBezTo>
                      <a:pt x="108125" y="45652"/>
                      <a:pt x="107773" y="50521"/>
                      <a:pt x="107083" y="55313"/>
                    </a:cubicBezTo>
                    <a:cubicBezTo>
                      <a:pt x="106380" y="60105"/>
                      <a:pt x="105104" y="64441"/>
                      <a:pt x="103229" y="68334"/>
                    </a:cubicBezTo>
                    <a:cubicBezTo>
                      <a:pt x="101354" y="72149"/>
                      <a:pt x="98763" y="75235"/>
                      <a:pt x="95469" y="77604"/>
                    </a:cubicBezTo>
                    <a:cubicBezTo>
                      <a:pt x="92161" y="79961"/>
                      <a:pt x="87917" y="81146"/>
                      <a:pt x="82708" y="81146"/>
                    </a:cubicBezTo>
                    <a:cubicBezTo>
                      <a:pt x="77565" y="81146"/>
                      <a:pt x="73385" y="79961"/>
                      <a:pt x="70156" y="77604"/>
                    </a:cubicBezTo>
                    <a:cubicBezTo>
                      <a:pt x="66927" y="75235"/>
                      <a:pt x="64440" y="72149"/>
                      <a:pt x="62708" y="68334"/>
                    </a:cubicBezTo>
                    <a:cubicBezTo>
                      <a:pt x="60898" y="64441"/>
                      <a:pt x="59687" y="60105"/>
                      <a:pt x="59062" y="55313"/>
                    </a:cubicBezTo>
                    <a:cubicBezTo>
                      <a:pt x="58437" y="50521"/>
                      <a:pt x="58125" y="45652"/>
                      <a:pt x="58125" y="40729"/>
                    </a:cubicBezTo>
                    <a:cubicBezTo>
                      <a:pt x="58125" y="35860"/>
                      <a:pt x="58437" y="31003"/>
                      <a:pt x="59062" y="26146"/>
                    </a:cubicBezTo>
                    <a:cubicBezTo>
                      <a:pt x="59687" y="21276"/>
                      <a:pt x="60898" y="16902"/>
                      <a:pt x="62708" y="13021"/>
                    </a:cubicBezTo>
                    <a:cubicBezTo>
                      <a:pt x="64440" y="9193"/>
                      <a:pt x="66927" y="6068"/>
                      <a:pt x="70156" y="3646"/>
                    </a:cubicBezTo>
                    <a:cubicBezTo>
                      <a:pt x="73385" y="1211"/>
                      <a:pt x="77565" y="0"/>
                      <a:pt x="82708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3" name="TextBox 812">
                <a:extLst>
                  <a:ext uri="{FF2B5EF4-FFF2-40B4-BE49-F238E27FC236}">
                    <a16:creationId xmlns:a16="http://schemas.microsoft.com/office/drawing/2014/main" id="{64F0617C-6C3B-4045-849F-B655BC2DDD6E}"/>
                  </a:ext>
                </a:extLst>
              </p:cNvPr>
              <p:cNvSpPr txBox="1"/>
              <p:nvPr/>
            </p:nvSpPr>
            <p:spPr>
              <a:xfrm>
                <a:off x="3880582" y="8136713"/>
                <a:ext cx="703713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107,290,000</a:t>
                </a:r>
              </a:p>
            </p:txBody>
          </p:sp>
        </p:grpSp>
        <p:sp>
          <p:nvSpPr>
            <p:cNvPr id="814" name="자유형: 도형 813">
              <a:extLst>
                <a:ext uri="{FF2B5EF4-FFF2-40B4-BE49-F238E27FC236}">
                  <a16:creationId xmlns:a16="http://schemas.microsoft.com/office/drawing/2014/main" id="{3F2FBC96-6227-43B8-8A79-B0B05ED2995D}"/>
                </a:ext>
              </a:extLst>
            </p:cNvPr>
            <p:cNvSpPr/>
            <p:nvPr/>
          </p:nvSpPr>
          <p:spPr>
            <a:xfrm>
              <a:off x="4698467" y="8174972"/>
              <a:ext cx="753125" cy="94062"/>
            </a:xfrm>
            <a:custGeom>
              <a:avLst/>
              <a:gdLst>
                <a:gd name="connsiteX0" fmla="*/ 118959 w 753125"/>
                <a:gd name="connsiteY0" fmla="*/ 71667 h 94062"/>
                <a:gd name="connsiteX1" fmla="*/ 118959 w 753125"/>
                <a:gd name="connsiteY1" fmla="*/ 84584 h 94062"/>
                <a:gd name="connsiteX2" fmla="*/ 162604 w 753125"/>
                <a:gd name="connsiteY2" fmla="*/ 84584 h 94062"/>
                <a:gd name="connsiteX3" fmla="*/ 162604 w 753125"/>
                <a:gd name="connsiteY3" fmla="*/ 71667 h 94062"/>
                <a:gd name="connsiteX4" fmla="*/ 617917 w 753125"/>
                <a:gd name="connsiteY4" fmla="*/ 63646 h 94062"/>
                <a:gd name="connsiteX5" fmla="*/ 600365 w 753125"/>
                <a:gd name="connsiteY5" fmla="*/ 66719 h 94062"/>
                <a:gd name="connsiteX6" fmla="*/ 593750 w 753125"/>
                <a:gd name="connsiteY6" fmla="*/ 75417 h 94062"/>
                <a:gd name="connsiteX7" fmla="*/ 600365 w 753125"/>
                <a:gd name="connsiteY7" fmla="*/ 84427 h 94062"/>
                <a:gd name="connsiteX8" fmla="*/ 617917 w 753125"/>
                <a:gd name="connsiteY8" fmla="*/ 87500 h 94062"/>
                <a:gd name="connsiteX9" fmla="*/ 635365 w 753125"/>
                <a:gd name="connsiteY9" fmla="*/ 84427 h 94062"/>
                <a:gd name="connsiteX10" fmla="*/ 642188 w 753125"/>
                <a:gd name="connsiteY10" fmla="*/ 75417 h 94062"/>
                <a:gd name="connsiteX11" fmla="*/ 635365 w 753125"/>
                <a:gd name="connsiteY11" fmla="*/ 66719 h 94062"/>
                <a:gd name="connsiteX12" fmla="*/ 617917 w 753125"/>
                <a:gd name="connsiteY12" fmla="*/ 63646 h 94062"/>
                <a:gd name="connsiteX13" fmla="*/ 18021 w 753125"/>
                <a:gd name="connsiteY13" fmla="*/ 60937 h 94062"/>
                <a:gd name="connsiteX14" fmla="*/ 26250 w 753125"/>
                <a:gd name="connsiteY14" fmla="*/ 60937 h 94062"/>
                <a:gd name="connsiteX15" fmla="*/ 26250 w 753125"/>
                <a:gd name="connsiteY15" fmla="*/ 83334 h 94062"/>
                <a:gd name="connsiteX16" fmla="*/ 78750 w 753125"/>
                <a:gd name="connsiteY16" fmla="*/ 83334 h 94062"/>
                <a:gd name="connsiteX17" fmla="*/ 78750 w 753125"/>
                <a:gd name="connsiteY17" fmla="*/ 90417 h 94062"/>
                <a:gd name="connsiteX18" fmla="*/ 20208 w 753125"/>
                <a:gd name="connsiteY18" fmla="*/ 90417 h 94062"/>
                <a:gd name="connsiteX19" fmla="*/ 18490 w 753125"/>
                <a:gd name="connsiteY19" fmla="*/ 89948 h 94062"/>
                <a:gd name="connsiteX20" fmla="*/ 18021 w 753125"/>
                <a:gd name="connsiteY20" fmla="*/ 88229 h 94062"/>
                <a:gd name="connsiteX21" fmla="*/ 307917 w 753125"/>
                <a:gd name="connsiteY21" fmla="*/ 60833 h 94062"/>
                <a:gd name="connsiteX22" fmla="*/ 316354 w 753125"/>
                <a:gd name="connsiteY22" fmla="*/ 60833 h 94062"/>
                <a:gd name="connsiteX23" fmla="*/ 316354 w 753125"/>
                <a:gd name="connsiteY23" fmla="*/ 83334 h 94062"/>
                <a:gd name="connsiteX24" fmla="*/ 370209 w 753125"/>
                <a:gd name="connsiteY24" fmla="*/ 83334 h 94062"/>
                <a:gd name="connsiteX25" fmla="*/ 370209 w 753125"/>
                <a:gd name="connsiteY25" fmla="*/ 90417 h 94062"/>
                <a:gd name="connsiteX26" fmla="*/ 310104 w 753125"/>
                <a:gd name="connsiteY26" fmla="*/ 90417 h 94062"/>
                <a:gd name="connsiteX27" fmla="*/ 308385 w 753125"/>
                <a:gd name="connsiteY27" fmla="*/ 89948 h 94062"/>
                <a:gd name="connsiteX28" fmla="*/ 307917 w 753125"/>
                <a:gd name="connsiteY28" fmla="*/ 88229 h 94062"/>
                <a:gd name="connsiteX29" fmla="*/ 489063 w 753125"/>
                <a:gd name="connsiteY29" fmla="*/ 60729 h 94062"/>
                <a:gd name="connsiteX30" fmla="*/ 497500 w 753125"/>
                <a:gd name="connsiteY30" fmla="*/ 60729 h 94062"/>
                <a:gd name="connsiteX31" fmla="*/ 497500 w 753125"/>
                <a:gd name="connsiteY31" fmla="*/ 83334 h 94062"/>
                <a:gd name="connsiteX32" fmla="*/ 551459 w 753125"/>
                <a:gd name="connsiteY32" fmla="*/ 83334 h 94062"/>
                <a:gd name="connsiteX33" fmla="*/ 551459 w 753125"/>
                <a:gd name="connsiteY33" fmla="*/ 90417 h 94062"/>
                <a:gd name="connsiteX34" fmla="*/ 491250 w 753125"/>
                <a:gd name="connsiteY34" fmla="*/ 90417 h 94062"/>
                <a:gd name="connsiteX35" fmla="*/ 489532 w 753125"/>
                <a:gd name="connsiteY35" fmla="*/ 89948 h 94062"/>
                <a:gd name="connsiteX36" fmla="*/ 489063 w 753125"/>
                <a:gd name="connsiteY36" fmla="*/ 88229 h 94062"/>
                <a:gd name="connsiteX37" fmla="*/ 213750 w 753125"/>
                <a:gd name="connsiteY37" fmla="*/ 60417 h 94062"/>
                <a:gd name="connsiteX38" fmla="*/ 222083 w 753125"/>
                <a:gd name="connsiteY38" fmla="*/ 60417 h 94062"/>
                <a:gd name="connsiteX39" fmla="*/ 222083 w 753125"/>
                <a:gd name="connsiteY39" fmla="*/ 83334 h 94062"/>
                <a:gd name="connsiteX40" fmla="*/ 274792 w 753125"/>
                <a:gd name="connsiteY40" fmla="*/ 83334 h 94062"/>
                <a:gd name="connsiteX41" fmla="*/ 274792 w 753125"/>
                <a:gd name="connsiteY41" fmla="*/ 90417 h 94062"/>
                <a:gd name="connsiteX42" fmla="*/ 215938 w 753125"/>
                <a:gd name="connsiteY42" fmla="*/ 90417 h 94062"/>
                <a:gd name="connsiteX43" fmla="*/ 214219 w 753125"/>
                <a:gd name="connsiteY43" fmla="*/ 89948 h 94062"/>
                <a:gd name="connsiteX44" fmla="*/ 213750 w 753125"/>
                <a:gd name="connsiteY44" fmla="*/ 88229 h 94062"/>
                <a:gd name="connsiteX45" fmla="*/ 682501 w 753125"/>
                <a:gd name="connsiteY45" fmla="*/ 60105 h 94062"/>
                <a:gd name="connsiteX46" fmla="*/ 690834 w 753125"/>
                <a:gd name="connsiteY46" fmla="*/ 60105 h 94062"/>
                <a:gd name="connsiteX47" fmla="*/ 690834 w 753125"/>
                <a:gd name="connsiteY47" fmla="*/ 83334 h 94062"/>
                <a:gd name="connsiteX48" fmla="*/ 743854 w 753125"/>
                <a:gd name="connsiteY48" fmla="*/ 83334 h 94062"/>
                <a:gd name="connsiteX49" fmla="*/ 743854 w 753125"/>
                <a:gd name="connsiteY49" fmla="*/ 90417 h 94062"/>
                <a:gd name="connsiteX50" fmla="*/ 684688 w 753125"/>
                <a:gd name="connsiteY50" fmla="*/ 90417 h 94062"/>
                <a:gd name="connsiteX51" fmla="*/ 682969 w 753125"/>
                <a:gd name="connsiteY51" fmla="*/ 89948 h 94062"/>
                <a:gd name="connsiteX52" fmla="*/ 682501 w 753125"/>
                <a:gd name="connsiteY52" fmla="*/ 88229 h 94062"/>
                <a:gd name="connsiteX53" fmla="*/ 617917 w 753125"/>
                <a:gd name="connsiteY53" fmla="*/ 56980 h 94062"/>
                <a:gd name="connsiteX54" fmla="*/ 642500 w 753125"/>
                <a:gd name="connsiteY54" fmla="*/ 62292 h 94062"/>
                <a:gd name="connsiteX55" fmla="*/ 651146 w 753125"/>
                <a:gd name="connsiteY55" fmla="*/ 75521 h 94062"/>
                <a:gd name="connsiteX56" fmla="*/ 642552 w 753125"/>
                <a:gd name="connsiteY56" fmla="*/ 88802 h 94062"/>
                <a:gd name="connsiteX57" fmla="*/ 617917 w 753125"/>
                <a:gd name="connsiteY57" fmla="*/ 94063 h 94062"/>
                <a:gd name="connsiteX58" fmla="*/ 593229 w 753125"/>
                <a:gd name="connsiteY58" fmla="*/ 88802 h 94062"/>
                <a:gd name="connsiteX59" fmla="*/ 584584 w 753125"/>
                <a:gd name="connsiteY59" fmla="*/ 75521 h 94062"/>
                <a:gd name="connsiteX60" fmla="*/ 593229 w 753125"/>
                <a:gd name="connsiteY60" fmla="*/ 62292 h 94062"/>
                <a:gd name="connsiteX61" fmla="*/ 617917 w 753125"/>
                <a:gd name="connsiteY61" fmla="*/ 56980 h 94062"/>
                <a:gd name="connsiteX62" fmla="*/ 110833 w 753125"/>
                <a:gd name="connsiteY62" fmla="*/ 53438 h 94062"/>
                <a:gd name="connsiteX63" fmla="*/ 118959 w 753125"/>
                <a:gd name="connsiteY63" fmla="*/ 53438 h 94062"/>
                <a:gd name="connsiteX64" fmla="*/ 118959 w 753125"/>
                <a:gd name="connsiteY64" fmla="*/ 64896 h 94062"/>
                <a:gd name="connsiteX65" fmla="*/ 162604 w 753125"/>
                <a:gd name="connsiteY65" fmla="*/ 64896 h 94062"/>
                <a:gd name="connsiteX66" fmla="*/ 162604 w 753125"/>
                <a:gd name="connsiteY66" fmla="*/ 53438 h 94062"/>
                <a:gd name="connsiteX67" fmla="*/ 170625 w 753125"/>
                <a:gd name="connsiteY67" fmla="*/ 53438 h 94062"/>
                <a:gd name="connsiteX68" fmla="*/ 170625 w 753125"/>
                <a:gd name="connsiteY68" fmla="*/ 89167 h 94062"/>
                <a:gd name="connsiteX69" fmla="*/ 170156 w 753125"/>
                <a:gd name="connsiteY69" fmla="*/ 90886 h 94062"/>
                <a:gd name="connsiteX70" fmla="*/ 168438 w 753125"/>
                <a:gd name="connsiteY70" fmla="*/ 91354 h 94062"/>
                <a:gd name="connsiteX71" fmla="*/ 113021 w 753125"/>
                <a:gd name="connsiteY71" fmla="*/ 91354 h 94062"/>
                <a:gd name="connsiteX72" fmla="*/ 111302 w 753125"/>
                <a:gd name="connsiteY72" fmla="*/ 90886 h 94062"/>
                <a:gd name="connsiteX73" fmla="*/ 110833 w 753125"/>
                <a:gd name="connsiteY73" fmla="*/ 89167 h 94062"/>
                <a:gd name="connsiteX74" fmla="*/ 400000 w 753125"/>
                <a:gd name="connsiteY74" fmla="*/ 26875 h 94062"/>
                <a:gd name="connsiteX75" fmla="*/ 400000 w 753125"/>
                <a:gd name="connsiteY75" fmla="*/ 45938 h 94062"/>
                <a:gd name="connsiteX76" fmla="*/ 445209 w 753125"/>
                <a:gd name="connsiteY76" fmla="*/ 45938 h 94062"/>
                <a:gd name="connsiteX77" fmla="*/ 445209 w 753125"/>
                <a:gd name="connsiteY77" fmla="*/ 26875 h 94062"/>
                <a:gd name="connsiteX78" fmla="*/ 609375 w 753125"/>
                <a:gd name="connsiteY78" fmla="*/ 21875 h 94062"/>
                <a:gd name="connsiteX79" fmla="*/ 617709 w 753125"/>
                <a:gd name="connsiteY79" fmla="*/ 21875 h 94062"/>
                <a:gd name="connsiteX80" fmla="*/ 617709 w 753125"/>
                <a:gd name="connsiteY80" fmla="*/ 41355 h 94062"/>
                <a:gd name="connsiteX81" fmla="*/ 660209 w 753125"/>
                <a:gd name="connsiteY81" fmla="*/ 41355 h 94062"/>
                <a:gd name="connsiteX82" fmla="*/ 660209 w 753125"/>
                <a:gd name="connsiteY82" fmla="*/ 48542 h 94062"/>
                <a:gd name="connsiteX83" fmla="*/ 575625 w 753125"/>
                <a:gd name="connsiteY83" fmla="*/ 48542 h 94062"/>
                <a:gd name="connsiteX84" fmla="*/ 575625 w 753125"/>
                <a:gd name="connsiteY84" fmla="*/ 41355 h 94062"/>
                <a:gd name="connsiteX85" fmla="*/ 609375 w 753125"/>
                <a:gd name="connsiteY85" fmla="*/ 41355 h 94062"/>
                <a:gd name="connsiteX86" fmla="*/ 225000 w 753125"/>
                <a:gd name="connsiteY86" fmla="*/ 8542 h 94062"/>
                <a:gd name="connsiteX87" fmla="*/ 213333 w 753125"/>
                <a:gd name="connsiteY87" fmla="*/ 13646 h 94062"/>
                <a:gd name="connsiteX88" fmla="*/ 209167 w 753125"/>
                <a:gd name="connsiteY88" fmla="*/ 25938 h 94062"/>
                <a:gd name="connsiteX89" fmla="*/ 213333 w 753125"/>
                <a:gd name="connsiteY89" fmla="*/ 38126 h 94062"/>
                <a:gd name="connsiteX90" fmla="*/ 225000 w 753125"/>
                <a:gd name="connsiteY90" fmla="*/ 43125 h 94062"/>
                <a:gd name="connsiteX91" fmla="*/ 236615 w 753125"/>
                <a:gd name="connsiteY91" fmla="*/ 38126 h 94062"/>
                <a:gd name="connsiteX92" fmla="*/ 240729 w 753125"/>
                <a:gd name="connsiteY92" fmla="*/ 25938 h 94062"/>
                <a:gd name="connsiteX93" fmla="*/ 236615 w 753125"/>
                <a:gd name="connsiteY93" fmla="*/ 13646 h 94062"/>
                <a:gd name="connsiteX94" fmla="*/ 225000 w 753125"/>
                <a:gd name="connsiteY94" fmla="*/ 8542 h 94062"/>
                <a:gd name="connsiteX95" fmla="*/ 121042 w 753125"/>
                <a:gd name="connsiteY95" fmla="*/ 8438 h 94062"/>
                <a:gd name="connsiteX96" fmla="*/ 114896 w 753125"/>
                <a:gd name="connsiteY96" fmla="*/ 9688 h 94062"/>
                <a:gd name="connsiteX97" fmla="*/ 110000 w 753125"/>
                <a:gd name="connsiteY97" fmla="*/ 12917 h 94062"/>
                <a:gd name="connsiteX98" fmla="*/ 106667 w 753125"/>
                <a:gd name="connsiteY98" fmla="*/ 17761 h 94062"/>
                <a:gd name="connsiteX99" fmla="*/ 105521 w 753125"/>
                <a:gd name="connsiteY99" fmla="*/ 23646 h 94062"/>
                <a:gd name="connsiteX100" fmla="*/ 106667 w 753125"/>
                <a:gd name="connsiteY100" fmla="*/ 29531 h 94062"/>
                <a:gd name="connsiteX101" fmla="*/ 110000 w 753125"/>
                <a:gd name="connsiteY101" fmla="*/ 34271 h 94062"/>
                <a:gd name="connsiteX102" fmla="*/ 114896 w 753125"/>
                <a:gd name="connsiteY102" fmla="*/ 37500 h 94062"/>
                <a:gd name="connsiteX103" fmla="*/ 121042 w 753125"/>
                <a:gd name="connsiteY103" fmla="*/ 38646 h 94062"/>
                <a:gd name="connsiteX104" fmla="*/ 132240 w 753125"/>
                <a:gd name="connsiteY104" fmla="*/ 34271 h 94062"/>
                <a:gd name="connsiteX105" fmla="*/ 136563 w 753125"/>
                <a:gd name="connsiteY105" fmla="*/ 23646 h 94062"/>
                <a:gd name="connsiteX106" fmla="*/ 132136 w 753125"/>
                <a:gd name="connsiteY106" fmla="*/ 12865 h 94062"/>
                <a:gd name="connsiteX107" fmla="*/ 121042 w 753125"/>
                <a:gd name="connsiteY107" fmla="*/ 8438 h 94062"/>
                <a:gd name="connsiteX108" fmla="*/ 675313 w 753125"/>
                <a:gd name="connsiteY108" fmla="*/ 4271 h 94062"/>
                <a:gd name="connsiteX109" fmla="*/ 715417 w 753125"/>
                <a:gd name="connsiteY109" fmla="*/ 4271 h 94062"/>
                <a:gd name="connsiteX110" fmla="*/ 715417 w 753125"/>
                <a:gd name="connsiteY110" fmla="*/ 11458 h 94062"/>
                <a:gd name="connsiteX111" fmla="*/ 681250 w 753125"/>
                <a:gd name="connsiteY111" fmla="*/ 11458 h 94062"/>
                <a:gd name="connsiteX112" fmla="*/ 681250 w 753125"/>
                <a:gd name="connsiteY112" fmla="*/ 41042 h 94062"/>
                <a:gd name="connsiteX113" fmla="*/ 686355 w 753125"/>
                <a:gd name="connsiteY113" fmla="*/ 41042 h 94062"/>
                <a:gd name="connsiteX114" fmla="*/ 707709 w 753125"/>
                <a:gd name="connsiteY114" fmla="*/ 40261 h 94062"/>
                <a:gd name="connsiteX115" fmla="*/ 728126 w 753125"/>
                <a:gd name="connsiteY115" fmla="*/ 37604 h 94062"/>
                <a:gd name="connsiteX116" fmla="*/ 728126 w 753125"/>
                <a:gd name="connsiteY116" fmla="*/ 44792 h 94062"/>
                <a:gd name="connsiteX117" fmla="*/ 718126 w 753125"/>
                <a:gd name="connsiteY117" fmla="*/ 46407 h 94062"/>
                <a:gd name="connsiteX118" fmla="*/ 706771 w 753125"/>
                <a:gd name="connsiteY118" fmla="*/ 47604 h 94062"/>
                <a:gd name="connsiteX119" fmla="*/ 694636 w 753125"/>
                <a:gd name="connsiteY119" fmla="*/ 48230 h 94062"/>
                <a:gd name="connsiteX120" fmla="*/ 682501 w 753125"/>
                <a:gd name="connsiteY120" fmla="*/ 48438 h 94062"/>
                <a:gd name="connsiteX121" fmla="*/ 675313 w 753125"/>
                <a:gd name="connsiteY121" fmla="*/ 48438 h 94062"/>
                <a:gd name="connsiteX122" fmla="*/ 673542 w 753125"/>
                <a:gd name="connsiteY122" fmla="*/ 48021 h 94062"/>
                <a:gd name="connsiteX123" fmla="*/ 673126 w 753125"/>
                <a:gd name="connsiteY123" fmla="*/ 46354 h 94062"/>
                <a:gd name="connsiteX124" fmla="*/ 673126 w 753125"/>
                <a:gd name="connsiteY124" fmla="*/ 6459 h 94062"/>
                <a:gd name="connsiteX125" fmla="*/ 673594 w 753125"/>
                <a:gd name="connsiteY125" fmla="*/ 4740 h 94062"/>
                <a:gd name="connsiteX126" fmla="*/ 675313 w 753125"/>
                <a:gd name="connsiteY126" fmla="*/ 4271 h 94062"/>
                <a:gd name="connsiteX127" fmla="*/ 479271 w 753125"/>
                <a:gd name="connsiteY127" fmla="*/ 4271 h 94062"/>
                <a:gd name="connsiteX128" fmla="*/ 518646 w 753125"/>
                <a:gd name="connsiteY128" fmla="*/ 4271 h 94062"/>
                <a:gd name="connsiteX129" fmla="*/ 520365 w 753125"/>
                <a:gd name="connsiteY129" fmla="*/ 4740 h 94062"/>
                <a:gd name="connsiteX130" fmla="*/ 520834 w 753125"/>
                <a:gd name="connsiteY130" fmla="*/ 6459 h 94062"/>
                <a:gd name="connsiteX131" fmla="*/ 516615 w 753125"/>
                <a:gd name="connsiteY131" fmla="*/ 23542 h 94062"/>
                <a:gd name="connsiteX132" fmla="*/ 507709 w 753125"/>
                <a:gd name="connsiteY132" fmla="*/ 37708 h 94062"/>
                <a:gd name="connsiteX133" fmla="*/ 494740 w 753125"/>
                <a:gd name="connsiteY133" fmla="*/ 48907 h 94062"/>
                <a:gd name="connsiteX134" fmla="*/ 478438 w 753125"/>
                <a:gd name="connsiteY134" fmla="*/ 56876 h 94062"/>
                <a:gd name="connsiteX135" fmla="*/ 472917 w 753125"/>
                <a:gd name="connsiteY135" fmla="*/ 50729 h 94062"/>
                <a:gd name="connsiteX136" fmla="*/ 499480 w 753125"/>
                <a:gd name="connsiteY136" fmla="*/ 35105 h 94062"/>
                <a:gd name="connsiteX137" fmla="*/ 511771 w 753125"/>
                <a:gd name="connsiteY137" fmla="*/ 11458 h 94062"/>
                <a:gd name="connsiteX138" fmla="*/ 479271 w 753125"/>
                <a:gd name="connsiteY138" fmla="*/ 11458 h 94062"/>
                <a:gd name="connsiteX139" fmla="*/ 296250 w 753125"/>
                <a:gd name="connsiteY139" fmla="*/ 4271 h 94062"/>
                <a:gd name="connsiteX140" fmla="*/ 341250 w 753125"/>
                <a:gd name="connsiteY140" fmla="*/ 4271 h 94062"/>
                <a:gd name="connsiteX141" fmla="*/ 341250 w 753125"/>
                <a:gd name="connsiteY141" fmla="*/ 11250 h 94062"/>
                <a:gd name="connsiteX142" fmla="*/ 323021 w 753125"/>
                <a:gd name="connsiteY142" fmla="*/ 11250 h 94062"/>
                <a:gd name="connsiteX143" fmla="*/ 323021 w 753125"/>
                <a:gd name="connsiteY143" fmla="*/ 16979 h 94062"/>
                <a:gd name="connsiteX144" fmla="*/ 324740 w 753125"/>
                <a:gd name="connsiteY144" fmla="*/ 26615 h 94062"/>
                <a:gd name="connsiteX145" fmla="*/ 329271 w 753125"/>
                <a:gd name="connsiteY145" fmla="*/ 34583 h 94062"/>
                <a:gd name="connsiteX146" fmla="*/ 337500 w 753125"/>
                <a:gd name="connsiteY146" fmla="*/ 42501 h 94062"/>
                <a:gd name="connsiteX147" fmla="*/ 346979 w 753125"/>
                <a:gd name="connsiteY147" fmla="*/ 47292 h 94062"/>
                <a:gd name="connsiteX148" fmla="*/ 343959 w 753125"/>
                <a:gd name="connsiteY148" fmla="*/ 50521 h 94062"/>
                <a:gd name="connsiteX149" fmla="*/ 341563 w 753125"/>
                <a:gd name="connsiteY149" fmla="*/ 53542 h 94062"/>
                <a:gd name="connsiteX150" fmla="*/ 335469 w 753125"/>
                <a:gd name="connsiteY150" fmla="*/ 50156 h 94062"/>
                <a:gd name="connsiteX151" fmla="*/ 329063 w 753125"/>
                <a:gd name="connsiteY151" fmla="*/ 45209 h 94062"/>
                <a:gd name="connsiteX152" fmla="*/ 323386 w 753125"/>
                <a:gd name="connsiteY152" fmla="*/ 39531 h 94062"/>
                <a:gd name="connsiteX153" fmla="*/ 318854 w 753125"/>
                <a:gd name="connsiteY153" fmla="*/ 32605 h 94062"/>
                <a:gd name="connsiteX154" fmla="*/ 315157 w 753125"/>
                <a:gd name="connsiteY154" fmla="*/ 39948 h 94062"/>
                <a:gd name="connsiteX155" fmla="*/ 310104 w 753125"/>
                <a:gd name="connsiteY155" fmla="*/ 46250 h 94062"/>
                <a:gd name="connsiteX156" fmla="*/ 303385 w 753125"/>
                <a:gd name="connsiteY156" fmla="*/ 51823 h 94062"/>
                <a:gd name="connsiteX157" fmla="*/ 296042 w 753125"/>
                <a:gd name="connsiteY157" fmla="*/ 56250 h 94062"/>
                <a:gd name="connsiteX158" fmla="*/ 293073 w 753125"/>
                <a:gd name="connsiteY158" fmla="*/ 53438 h 94062"/>
                <a:gd name="connsiteX159" fmla="*/ 289688 w 753125"/>
                <a:gd name="connsiteY159" fmla="*/ 50521 h 94062"/>
                <a:gd name="connsiteX160" fmla="*/ 300261 w 753125"/>
                <a:gd name="connsiteY160" fmla="*/ 44375 h 94062"/>
                <a:gd name="connsiteX161" fmla="*/ 308750 w 753125"/>
                <a:gd name="connsiteY161" fmla="*/ 35625 h 94062"/>
                <a:gd name="connsiteX162" fmla="*/ 313073 w 753125"/>
                <a:gd name="connsiteY162" fmla="*/ 27084 h 94062"/>
                <a:gd name="connsiteX163" fmla="*/ 314688 w 753125"/>
                <a:gd name="connsiteY163" fmla="*/ 16875 h 94062"/>
                <a:gd name="connsiteX164" fmla="*/ 314688 w 753125"/>
                <a:gd name="connsiteY164" fmla="*/ 11250 h 94062"/>
                <a:gd name="connsiteX165" fmla="*/ 296250 w 753125"/>
                <a:gd name="connsiteY165" fmla="*/ 11250 h 94062"/>
                <a:gd name="connsiteX166" fmla="*/ 391771 w 753125"/>
                <a:gd name="connsiteY166" fmla="*/ 3750 h 94062"/>
                <a:gd name="connsiteX167" fmla="*/ 400000 w 753125"/>
                <a:gd name="connsiteY167" fmla="*/ 3750 h 94062"/>
                <a:gd name="connsiteX168" fmla="*/ 400000 w 753125"/>
                <a:gd name="connsiteY168" fmla="*/ 19896 h 94062"/>
                <a:gd name="connsiteX169" fmla="*/ 445209 w 753125"/>
                <a:gd name="connsiteY169" fmla="*/ 19896 h 94062"/>
                <a:gd name="connsiteX170" fmla="*/ 445209 w 753125"/>
                <a:gd name="connsiteY170" fmla="*/ 3750 h 94062"/>
                <a:gd name="connsiteX171" fmla="*/ 453438 w 753125"/>
                <a:gd name="connsiteY171" fmla="*/ 3750 h 94062"/>
                <a:gd name="connsiteX172" fmla="*/ 453438 w 753125"/>
                <a:gd name="connsiteY172" fmla="*/ 50937 h 94062"/>
                <a:gd name="connsiteX173" fmla="*/ 452969 w 753125"/>
                <a:gd name="connsiteY173" fmla="*/ 52656 h 94062"/>
                <a:gd name="connsiteX174" fmla="*/ 451250 w 753125"/>
                <a:gd name="connsiteY174" fmla="*/ 53125 h 94062"/>
                <a:gd name="connsiteX175" fmla="*/ 426771 w 753125"/>
                <a:gd name="connsiteY175" fmla="*/ 53125 h 94062"/>
                <a:gd name="connsiteX176" fmla="*/ 426771 w 753125"/>
                <a:gd name="connsiteY176" fmla="*/ 73542 h 94062"/>
                <a:gd name="connsiteX177" fmla="*/ 465000 w 753125"/>
                <a:gd name="connsiteY177" fmla="*/ 73542 h 94062"/>
                <a:gd name="connsiteX178" fmla="*/ 465000 w 753125"/>
                <a:gd name="connsiteY178" fmla="*/ 80729 h 94062"/>
                <a:gd name="connsiteX179" fmla="*/ 380209 w 753125"/>
                <a:gd name="connsiteY179" fmla="*/ 80729 h 94062"/>
                <a:gd name="connsiteX180" fmla="*/ 380209 w 753125"/>
                <a:gd name="connsiteY180" fmla="*/ 73542 h 94062"/>
                <a:gd name="connsiteX181" fmla="*/ 418229 w 753125"/>
                <a:gd name="connsiteY181" fmla="*/ 73542 h 94062"/>
                <a:gd name="connsiteX182" fmla="*/ 418229 w 753125"/>
                <a:gd name="connsiteY182" fmla="*/ 53125 h 94062"/>
                <a:gd name="connsiteX183" fmla="*/ 393959 w 753125"/>
                <a:gd name="connsiteY183" fmla="*/ 53125 h 94062"/>
                <a:gd name="connsiteX184" fmla="*/ 392240 w 753125"/>
                <a:gd name="connsiteY184" fmla="*/ 52656 h 94062"/>
                <a:gd name="connsiteX185" fmla="*/ 391771 w 753125"/>
                <a:gd name="connsiteY185" fmla="*/ 50937 h 94062"/>
                <a:gd name="connsiteX186" fmla="*/ 585417 w 753125"/>
                <a:gd name="connsiteY186" fmla="*/ 2708 h 94062"/>
                <a:gd name="connsiteX187" fmla="*/ 648334 w 753125"/>
                <a:gd name="connsiteY187" fmla="*/ 2708 h 94062"/>
                <a:gd name="connsiteX188" fmla="*/ 650053 w 753125"/>
                <a:gd name="connsiteY188" fmla="*/ 3177 h 94062"/>
                <a:gd name="connsiteX189" fmla="*/ 650521 w 753125"/>
                <a:gd name="connsiteY189" fmla="*/ 4896 h 94062"/>
                <a:gd name="connsiteX190" fmla="*/ 649167 w 753125"/>
                <a:gd name="connsiteY190" fmla="*/ 21094 h 94062"/>
                <a:gd name="connsiteX191" fmla="*/ 646979 w 753125"/>
                <a:gd name="connsiteY191" fmla="*/ 34375 h 94062"/>
                <a:gd name="connsiteX192" fmla="*/ 639063 w 753125"/>
                <a:gd name="connsiteY192" fmla="*/ 34375 h 94062"/>
                <a:gd name="connsiteX193" fmla="*/ 641042 w 753125"/>
                <a:gd name="connsiteY193" fmla="*/ 22292 h 94062"/>
                <a:gd name="connsiteX194" fmla="*/ 642084 w 753125"/>
                <a:gd name="connsiteY194" fmla="*/ 9792 h 94062"/>
                <a:gd name="connsiteX195" fmla="*/ 585417 w 753125"/>
                <a:gd name="connsiteY195" fmla="*/ 9792 h 94062"/>
                <a:gd name="connsiteX196" fmla="*/ 25000 w 753125"/>
                <a:gd name="connsiteY196" fmla="*/ 2292 h 94062"/>
                <a:gd name="connsiteX197" fmla="*/ 33646 w 753125"/>
                <a:gd name="connsiteY197" fmla="*/ 2292 h 94062"/>
                <a:gd name="connsiteX198" fmla="*/ 33646 w 753125"/>
                <a:gd name="connsiteY198" fmla="*/ 13021 h 94062"/>
                <a:gd name="connsiteX199" fmla="*/ 35625 w 753125"/>
                <a:gd name="connsiteY199" fmla="*/ 23906 h 94062"/>
                <a:gd name="connsiteX200" fmla="*/ 41042 w 753125"/>
                <a:gd name="connsiteY200" fmla="*/ 33021 h 94062"/>
                <a:gd name="connsiteX201" fmla="*/ 48750 w 753125"/>
                <a:gd name="connsiteY201" fmla="*/ 40104 h 94062"/>
                <a:gd name="connsiteX202" fmla="*/ 57813 w 753125"/>
                <a:gd name="connsiteY202" fmla="*/ 44792 h 94062"/>
                <a:gd name="connsiteX203" fmla="*/ 52396 w 753125"/>
                <a:gd name="connsiteY203" fmla="*/ 51250 h 94062"/>
                <a:gd name="connsiteX204" fmla="*/ 46198 w 753125"/>
                <a:gd name="connsiteY204" fmla="*/ 47761 h 94062"/>
                <a:gd name="connsiteX205" fmla="*/ 39792 w 753125"/>
                <a:gd name="connsiteY205" fmla="*/ 42917 h 94062"/>
                <a:gd name="connsiteX206" fmla="*/ 33906 w 753125"/>
                <a:gd name="connsiteY206" fmla="*/ 36823 h 94062"/>
                <a:gd name="connsiteX207" fmla="*/ 29479 w 753125"/>
                <a:gd name="connsiteY207" fmla="*/ 29792 h 94062"/>
                <a:gd name="connsiteX208" fmla="*/ 25521 w 753125"/>
                <a:gd name="connsiteY208" fmla="*/ 37396 h 94062"/>
                <a:gd name="connsiteX209" fmla="*/ 19896 w 753125"/>
                <a:gd name="connsiteY209" fmla="*/ 44063 h 94062"/>
                <a:gd name="connsiteX210" fmla="*/ 13281 w 753125"/>
                <a:gd name="connsiteY210" fmla="*/ 49584 h 94062"/>
                <a:gd name="connsiteX211" fmla="*/ 6354 w 753125"/>
                <a:gd name="connsiteY211" fmla="*/ 53959 h 94062"/>
                <a:gd name="connsiteX212" fmla="*/ 0 w 753125"/>
                <a:gd name="connsiteY212" fmla="*/ 48230 h 94062"/>
                <a:gd name="connsiteX213" fmla="*/ 9635 w 753125"/>
                <a:gd name="connsiteY213" fmla="*/ 42448 h 94062"/>
                <a:gd name="connsiteX214" fmla="*/ 17604 w 753125"/>
                <a:gd name="connsiteY214" fmla="*/ 34792 h 94062"/>
                <a:gd name="connsiteX215" fmla="*/ 23021 w 753125"/>
                <a:gd name="connsiteY215" fmla="*/ 25260 h 94062"/>
                <a:gd name="connsiteX216" fmla="*/ 25000 w 753125"/>
                <a:gd name="connsiteY216" fmla="*/ 13750 h 94062"/>
                <a:gd name="connsiteX217" fmla="*/ 225000 w 753125"/>
                <a:gd name="connsiteY217" fmla="*/ 1146 h 94062"/>
                <a:gd name="connsiteX218" fmla="*/ 234740 w 753125"/>
                <a:gd name="connsiteY218" fmla="*/ 3125 h 94062"/>
                <a:gd name="connsiteX219" fmla="*/ 242396 w 753125"/>
                <a:gd name="connsiteY219" fmla="*/ 8438 h 94062"/>
                <a:gd name="connsiteX220" fmla="*/ 247448 w 753125"/>
                <a:gd name="connsiteY220" fmla="*/ 16355 h 94062"/>
                <a:gd name="connsiteX221" fmla="*/ 249271 w 753125"/>
                <a:gd name="connsiteY221" fmla="*/ 25938 h 94062"/>
                <a:gd name="connsiteX222" fmla="*/ 247448 w 753125"/>
                <a:gd name="connsiteY222" fmla="*/ 35521 h 94062"/>
                <a:gd name="connsiteX223" fmla="*/ 242396 w 753125"/>
                <a:gd name="connsiteY223" fmla="*/ 43333 h 94062"/>
                <a:gd name="connsiteX224" fmla="*/ 234740 w 753125"/>
                <a:gd name="connsiteY224" fmla="*/ 48698 h 94062"/>
                <a:gd name="connsiteX225" fmla="*/ 225000 w 753125"/>
                <a:gd name="connsiteY225" fmla="*/ 50625 h 94062"/>
                <a:gd name="connsiteX226" fmla="*/ 215104 w 753125"/>
                <a:gd name="connsiteY226" fmla="*/ 48698 h 94062"/>
                <a:gd name="connsiteX227" fmla="*/ 207396 w 753125"/>
                <a:gd name="connsiteY227" fmla="*/ 43333 h 94062"/>
                <a:gd name="connsiteX228" fmla="*/ 202396 w 753125"/>
                <a:gd name="connsiteY228" fmla="*/ 35521 h 94062"/>
                <a:gd name="connsiteX229" fmla="*/ 200625 w 753125"/>
                <a:gd name="connsiteY229" fmla="*/ 25938 h 94062"/>
                <a:gd name="connsiteX230" fmla="*/ 202396 w 753125"/>
                <a:gd name="connsiteY230" fmla="*/ 16355 h 94062"/>
                <a:gd name="connsiteX231" fmla="*/ 207396 w 753125"/>
                <a:gd name="connsiteY231" fmla="*/ 8438 h 94062"/>
                <a:gd name="connsiteX232" fmla="*/ 215104 w 753125"/>
                <a:gd name="connsiteY232" fmla="*/ 3125 h 94062"/>
                <a:gd name="connsiteX233" fmla="*/ 225000 w 753125"/>
                <a:gd name="connsiteY233" fmla="*/ 1146 h 94062"/>
                <a:gd name="connsiteX234" fmla="*/ 732396 w 753125"/>
                <a:gd name="connsiteY234" fmla="*/ 0 h 94062"/>
                <a:gd name="connsiteX235" fmla="*/ 740625 w 753125"/>
                <a:gd name="connsiteY235" fmla="*/ 0 h 94062"/>
                <a:gd name="connsiteX236" fmla="*/ 740625 w 753125"/>
                <a:gd name="connsiteY236" fmla="*/ 22813 h 94062"/>
                <a:gd name="connsiteX237" fmla="*/ 753125 w 753125"/>
                <a:gd name="connsiteY237" fmla="*/ 22813 h 94062"/>
                <a:gd name="connsiteX238" fmla="*/ 753125 w 753125"/>
                <a:gd name="connsiteY238" fmla="*/ 30104 h 94062"/>
                <a:gd name="connsiteX239" fmla="*/ 740625 w 753125"/>
                <a:gd name="connsiteY239" fmla="*/ 30104 h 94062"/>
                <a:gd name="connsiteX240" fmla="*/ 740625 w 753125"/>
                <a:gd name="connsiteY240" fmla="*/ 67709 h 94062"/>
                <a:gd name="connsiteX241" fmla="*/ 732396 w 753125"/>
                <a:gd name="connsiteY241" fmla="*/ 67709 h 94062"/>
                <a:gd name="connsiteX242" fmla="*/ 540730 w 753125"/>
                <a:gd name="connsiteY242" fmla="*/ 0 h 94062"/>
                <a:gd name="connsiteX243" fmla="*/ 548959 w 753125"/>
                <a:gd name="connsiteY243" fmla="*/ 0 h 94062"/>
                <a:gd name="connsiteX244" fmla="*/ 548959 w 753125"/>
                <a:gd name="connsiteY244" fmla="*/ 67500 h 94062"/>
                <a:gd name="connsiteX245" fmla="*/ 540730 w 753125"/>
                <a:gd name="connsiteY245" fmla="*/ 67500 h 94062"/>
                <a:gd name="connsiteX246" fmla="*/ 540730 w 753125"/>
                <a:gd name="connsiteY246" fmla="*/ 34583 h 94062"/>
                <a:gd name="connsiteX247" fmla="*/ 521355 w 753125"/>
                <a:gd name="connsiteY247" fmla="*/ 34583 h 94062"/>
                <a:gd name="connsiteX248" fmla="*/ 521355 w 753125"/>
                <a:gd name="connsiteY248" fmla="*/ 27396 h 94062"/>
                <a:gd name="connsiteX249" fmla="*/ 540730 w 753125"/>
                <a:gd name="connsiteY249" fmla="*/ 27396 h 94062"/>
                <a:gd name="connsiteX250" fmla="*/ 359479 w 753125"/>
                <a:gd name="connsiteY250" fmla="*/ 0 h 94062"/>
                <a:gd name="connsiteX251" fmla="*/ 367604 w 753125"/>
                <a:gd name="connsiteY251" fmla="*/ 0 h 94062"/>
                <a:gd name="connsiteX252" fmla="*/ 367604 w 753125"/>
                <a:gd name="connsiteY252" fmla="*/ 67709 h 94062"/>
                <a:gd name="connsiteX253" fmla="*/ 359479 w 753125"/>
                <a:gd name="connsiteY253" fmla="*/ 67709 h 94062"/>
                <a:gd name="connsiteX254" fmla="*/ 359479 w 753125"/>
                <a:gd name="connsiteY254" fmla="*/ 29062 h 94062"/>
                <a:gd name="connsiteX255" fmla="*/ 340208 w 753125"/>
                <a:gd name="connsiteY255" fmla="*/ 29062 h 94062"/>
                <a:gd name="connsiteX256" fmla="*/ 340208 w 753125"/>
                <a:gd name="connsiteY256" fmla="*/ 21771 h 94062"/>
                <a:gd name="connsiteX257" fmla="*/ 359479 w 753125"/>
                <a:gd name="connsiteY257" fmla="*/ 21771 h 94062"/>
                <a:gd name="connsiteX258" fmla="*/ 263750 w 753125"/>
                <a:gd name="connsiteY258" fmla="*/ 0 h 94062"/>
                <a:gd name="connsiteX259" fmla="*/ 271771 w 753125"/>
                <a:gd name="connsiteY259" fmla="*/ 0 h 94062"/>
                <a:gd name="connsiteX260" fmla="*/ 271771 w 753125"/>
                <a:gd name="connsiteY260" fmla="*/ 22813 h 94062"/>
                <a:gd name="connsiteX261" fmla="*/ 284479 w 753125"/>
                <a:gd name="connsiteY261" fmla="*/ 22813 h 94062"/>
                <a:gd name="connsiteX262" fmla="*/ 284479 w 753125"/>
                <a:gd name="connsiteY262" fmla="*/ 30104 h 94062"/>
                <a:gd name="connsiteX263" fmla="*/ 271771 w 753125"/>
                <a:gd name="connsiteY263" fmla="*/ 30104 h 94062"/>
                <a:gd name="connsiteX264" fmla="*/ 271771 w 753125"/>
                <a:gd name="connsiteY264" fmla="*/ 67917 h 94062"/>
                <a:gd name="connsiteX265" fmla="*/ 263750 w 753125"/>
                <a:gd name="connsiteY265" fmla="*/ 67917 h 94062"/>
                <a:gd name="connsiteX266" fmla="*/ 162604 w 753125"/>
                <a:gd name="connsiteY266" fmla="*/ 0 h 94062"/>
                <a:gd name="connsiteX267" fmla="*/ 170729 w 753125"/>
                <a:gd name="connsiteY267" fmla="*/ 0 h 94062"/>
                <a:gd name="connsiteX268" fmla="*/ 170729 w 753125"/>
                <a:gd name="connsiteY268" fmla="*/ 48542 h 94062"/>
                <a:gd name="connsiteX269" fmla="*/ 162604 w 753125"/>
                <a:gd name="connsiteY269" fmla="*/ 48542 h 94062"/>
                <a:gd name="connsiteX270" fmla="*/ 162604 w 753125"/>
                <a:gd name="connsiteY270" fmla="*/ 27604 h 94062"/>
                <a:gd name="connsiteX271" fmla="*/ 144479 w 753125"/>
                <a:gd name="connsiteY271" fmla="*/ 27604 h 94062"/>
                <a:gd name="connsiteX272" fmla="*/ 141563 w 753125"/>
                <a:gd name="connsiteY272" fmla="*/ 35105 h 94062"/>
                <a:gd name="connsiteX273" fmla="*/ 136354 w 753125"/>
                <a:gd name="connsiteY273" fmla="*/ 40938 h 94062"/>
                <a:gd name="connsiteX274" fmla="*/ 129271 w 753125"/>
                <a:gd name="connsiteY274" fmla="*/ 44688 h 94062"/>
                <a:gd name="connsiteX275" fmla="*/ 121042 w 753125"/>
                <a:gd name="connsiteY275" fmla="*/ 46042 h 94062"/>
                <a:gd name="connsiteX276" fmla="*/ 111927 w 753125"/>
                <a:gd name="connsiteY276" fmla="*/ 44375 h 94062"/>
                <a:gd name="connsiteX277" fmla="*/ 104375 w 753125"/>
                <a:gd name="connsiteY277" fmla="*/ 39688 h 94062"/>
                <a:gd name="connsiteX278" fmla="*/ 99271 w 753125"/>
                <a:gd name="connsiteY278" fmla="*/ 32605 h 94062"/>
                <a:gd name="connsiteX279" fmla="*/ 97396 w 753125"/>
                <a:gd name="connsiteY279" fmla="*/ 23542 h 94062"/>
                <a:gd name="connsiteX280" fmla="*/ 99219 w 753125"/>
                <a:gd name="connsiteY280" fmla="*/ 14532 h 94062"/>
                <a:gd name="connsiteX281" fmla="*/ 104271 w 753125"/>
                <a:gd name="connsiteY281" fmla="*/ 7500 h 94062"/>
                <a:gd name="connsiteX282" fmla="*/ 111823 w 753125"/>
                <a:gd name="connsiteY282" fmla="*/ 2813 h 94062"/>
                <a:gd name="connsiteX283" fmla="*/ 121042 w 753125"/>
                <a:gd name="connsiteY283" fmla="*/ 1146 h 94062"/>
                <a:gd name="connsiteX284" fmla="*/ 129479 w 753125"/>
                <a:gd name="connsiteY284" fmla="*/ 2604 h 94062"/>
                <a:gd name="connsiteX285" fmla="*/ 136667 w 753125"/>
                <a:gd name="connsiteY285" fmla="*/ 6563 h 94062"/>
                <a:gd name="connsiteX286" fmla="*/ 141979 w 753125"/>
                <a:gd name="connsiteY286" fmla="*/ 12709 h 94062"/>
                <a:gd name="connsiteX287" fmla="*/ 144688 w 753125"/>
                <a:gd name="connsiteY287" fmla="*/ 20417 h 94062"/>
                <a:gd name="connsiteX288" fmla="*/ 162604 w 753125"/>
                <a:gd name="connsiteY288" fmla="*/ 20417 h 94062"/>
                <a:gd name="connsiteX289" fmla="*/ 67709 w 753125"/>
                <a:gd name="connsiteY289" fmla="*/ 0 h 94062"/>
                <a:gd name="connsiteX290" fmla="*/ 75833 w 753125"/>
                <a:gd name="connsiteY290" fmla="*/ 0 h 94062"/>
                <a:gd name="connsiteX291" fmla="*/ 75833 w 753125"/>
                <a:gd name="connsiteY291" fmla="*/ 27500 h 94062"/>
                <a:gd name="connsiteX292" fmla="*/ 88542 w 753125"/>
                <a:gd name="connsiteY292" fmla="*/ 27500 h 94062"/>
                <a:gd name="connsiteX293" fmla="*/ 88542 w 753125"/>
                <a:gd name="connsiteY293" fmla="*/ 34792 h 94062"/>
                <a:gd name="connsiteX294" fmla="*/ 75833 w 753125"/>
                <a:gd name="connsiteY294" fmla="*/ 34792 h 94062"/>
                <a:gd name="connsiteX295" fmla="*/ 75833 w 753125"/>
                <a:gd name="connsiteY295" fmla="*/ 67709 h 94062"/>
                <a:gd name="connsiteX296" fmla="*/ 67709 w 753125"/>
                <a:gd name="connsiteY296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</a:cxnLst>
              <a:rect l="l" t="t" r="r" b="b"/>
              <a:pathLst>
                <a:path w="753125" h="94062">
                  <a:moveTo>
                    <a:pt x="118959" y="71667"/>
                  </a:moveTo>
                  <a:lnTo>
                    <a:pt x="118959" y="84584"/>
                  </a:lnTo>
                  <a:lnTo>
                    <a:pt x="162604" y="84584"/>
                  </a:lnTo>
                  <a:lnTo>
                    <a:pt x="162604" y="71667"/>
                  </a:lnTo>
                  <a:close/>
                  <a:moveTo>
                    <a:pt x="617917" y="63646"/>
                  </a:moveTo>
                  <a:cubicBezTo>
                    <a:pt x="610625" y="63646"/>
                    <a:pt x="604779" y="64662"/>
                    <a:pt x="600365" y="66719"/>
                  </a:cubicBezTo>
                  <a:cubicBezTo>
                    <a:pt x="595951" y="68763"/>
                    <a:pt x="593750" y="71667"/>
                    <a:pt x="593750" y="75417"/>
                  </a:cubicBezTo>
                  <a:cubicBezTo>
                    <a:pt x="593750" y="79375"/>
                    <a:pt x="595951" y="82370"/>
                    <a:pt x="600365" y="84427"/>
                  </a:cubicBezTo>
                  <a:cubicBezTo>
                    <a:pt x="604779" y="86471"/>
                    <a:pt x="610625" y="87500"/>
                    <a:pt x="617917" y="87500"/>
                  </a:cubicBezTo>
                  <a:cubicBezTo>
                    <a:pt x="625000" y="87500"/>
                    <a:pt x="630821" y="86471"/>
                    <a:pt x="635365" y="84427"/>
                  </a:cubicBezTo>
                  <a:cubicBezTo>
                    <a:pt x="639909" y="82370"/>
                    <a:pt x="642188" y="79375"/>
                    <a:pt x="642188" y="75417"/>
                  </a:cubicBezTo>
                  <a:cubicBezTo>
                    <a:pt x="642188" y="71667"/>
                    <a:pt x="639909" y="68763"/>
                    <a:pt x="635365" y="66719"/>
                  </a:cubicBezTo>
                  <a:cubicBezTo>
                    <a:pt x="630821" y="64662"/>
                    <a:pt x="625000" y="63646"/>
                    <a:pt x="617917" y="63646"/>
                  </a:cubicBezTo>
                  <a:close/>
                  <a:moveTo>
                    <a:pt x="18021" y="60937"/>
                  </a:moveTo>
                  <a:lnTo>
                    <a:pt x="26250" y="60937"/>
                  </a:lnTo>
                  <a:lnTo>
                    <a:pt x="26250" y="83334"/>
                  </a:lnTo>
                  <a:lnTo>
                    <a:pt x="78750" y="83334"/>
                  </a:lnTo>
                  <a:lnTo>
                    <a:pt x="78750" y="90417"/>
                  </a:lnTo>
                  <a:lnTo>
                    <a:pt x="20208" y="90417"/>
                  </a:lnTo>
                  <a:cubicBezTo>
                    <a:pt x="19375" y="90417"/>
                    <a:pt x="18802" y="90261"/>
                    <a:pt x="18490" y="89948"/>
                  </a:cubicBezTo>
                  <a:cubicBezTo>
                    <a:pt x="18177" y="89636"/>
                    <a:pt x="18021" y="89063"/>
                    <a:pt x="18021" y="88229"/>
                  </a:cubicBezTo>
                  <a:close/>
                  <a:moveTo>
                    <a:pt x="307917" y="60833"/>
                  </a:moveTo>
                  <a:lnTo>
                    <a:pt x="316354" y="60833"/>
                  </a:lnTo>
                  <a:lnTo>
                    <a:pt x="316354" y="83334"/>
                  </a:lnTo>
                  <a:lnTo>
                    <a:pt x="370209" y="83334"/>
                  </a:lnTo>
                  <a:lnTo>
                    <a:pt x="370209" y="90417"/>
                  </a:lnTo>
                  <a:lnTo>
                    <a:pt x="310104" y="90417"/>
                  </a:lnTo>
                  <a:cubicBezTo>
                    <a:pt x="309271" y="90417"/>
                    <a:pt x="308698" y="90261"/>
                    <a:pt x="308385" y="89948"/>
                  </a:cubicBezTo>
                  <a:cubicBezTo>
                    <a:pt x="308073" y="89636"/>
                    <a:pt x="307917" y="89063"/>
                    <a:pt x="307917" y="88229"/>
                  </a:cubicBezTo>
                  <a:close/>
                  <a:moveTo>
                    <a:pt x="489063" y="60729"/>
                  </a:moveTo>
                  <a:lnTo>
                    <a:pt x="497500" y="60729"/>
                  </a:lnTo>
                  <a:lnTo>
                    <a:pt x="497500" y="83334"/>
                  </a:lnTo>
                  <a:lnTo>
                    <a:pt x="551459" y="83334"/>
                  </a:lnTo>
                  <a:lnTo>
                    <a:pt x="551459" y="90417"/>
                  </a:lnTo>
                  <a:lnTo>
                    <a:pt x="491250" y="90417"/>
                  </a:lnTo>
                  <a:cubicBezTo>
                    <a:pt x="490417" y="90417"/>
                    <a:pt x="489844" y="90261"/>
                    <a:pt x="489532" y="89948"/>
                  </a:cubicBezTo>
                  <a:cubicBezTo>
                    <a:pt x="489219" y="89636"/>
                    <a:pt x="489063" y="89063"/>
                    <a:pt x="489063" y="88229"/>
                  </a:cubicBezTo>
                  <a:close/>
                  <a:moveTo>
                    <a:pt x="213750" y="60417"/>
                  </a:moveTo>
                  <a:lnTo>
                    <a:pt x="222083" y="60417"/>
                  </a:lnTo>
                  <a:lnTo>
                    <a:pt x="222083" y="83334"/>
                  </a:lnTo>
                  <a:lnTo>
                    <a:pt x="274792" y="83334"/>
                  </a:lnTo>
                  <a:lnTo>
                    <a:pt x="274792" y="90417"/>
                  </a:lnTo>
                  <a:lnTo>
                    <a:pt x="215938" y="90417"/>
                  </a:lnTo>
                  <a:cubicBezTo>
                    <a:pt x="215104" y="90417"/>
                    <a:pt x="214532" y="90261"/>
                    <a:pt x="214219" y="89948"/>
                  </a:cubicBezTo>
                  <a:cubicBezTo>
                    <a:pt x="213906" y="89636"/>
                    <a:pt x="213750" y="89063"/>
                    <a:pt x="213750" y="88229"/>
                  </a:cubicBezTo>
                  <a:close/>
                  <a:moveTo>
                    <a:pt x="682501" y="60105"/>
                  </a:moveTo>
                  <a:lnTo>
                    <a:pt x="690834" y="60105"/>
                  </a:lnTo>
                  <a:lnTo>
                    <a:pt x="690834" y="83334"/>
                  </a:lnTo>
                  <a:lnTo>
                    <a:pt x="743854" y="83334"/>
                  </a:lnTo>
                  <a:lnTo>
                    <a:pt x="743854" y="90417"/>
                  </a:lnTo>
                  <a:lnTo>
                    <a:pt x="684688" y="90417"/>
                  </a:lnTo>
                  <a:cubicBezTo>
                    <a:pt x="683854" y="90417"/>
                    <a:pt x="683282" y="90261"/>
                    <a:pt x="682969" y="89948"/>
                  </a:cubicBezTo>
                  <a:cubicBezTo>
                    <a:pt x="682657" y="89636"/>
                    <a:pt x="682501" y="89063"/>
                    <a:pt x="682501" y="88229"/>
                  </a:cubicBezTo>
                  <a:close/>
                  <a:moveTo>
                    <a:pt x="617917" y="56980"/>
                  </a:moveTo>
                  <a:cubicBezTo>
                    <a:pt x="628542" y="56980"/>
                    <a:pt x="636732" y="58750"/>
                    <a:pt x="642500" y="62292"/>
                  </a:cubicBezTo>
                  <a:cubicBezTo>
                    <a:pt x="648256" y="65834"/>
                    <a:pt x="651146" y="70235"/>
                    <a:pt x="651146" y="75521"/>
                  </a:cubicBezTo>
                  <a:cubicBezTo>
                    <a:pt x="651146" y="80860"/>
                    <a:pt x="648282" y="85286"/>
                    <a:pt x="642552" y="88802"/>
                  </a:cubicBezTo>
                  <a:cubicBezTo>
                    <a:pt x="636823" y="92305"/>
                    <a:pt x="628607" y="94063"/>
                    <a:pt x="617917" y="94063"/>
                  </a:cubicBezTo>
                  <a:cubicBezTo>
                    <a:pt x="607214" y="94063"/>
                    <a:pt x="598998" y="92305"/>
                    <a:pt x="593229" y="88802"/>
                  </a:cubicBezTo>
                  <a:cubicBezTo>
                    <a:pt x="587461" y="85286"/>
                    <a:pt x="584584" y="80860"/>
                    <a:pt x="584584" y="75521"/>
                  </a:cubicBezTo>
                  <a:cubicBezTo>
                    <a:pt x="584584" y="70235"/>
                    <a:pt x="587461" y="65834"/>
                    <a:pt x="593229" y="62292"/>
                  </a:cubicBezTo>
                  <a:cubicBezTo>
                    <a:pt x="598998" y="58750"/>
                    <a:pt x="607214" y="56980"/>
                    <a:pt x="617917" y="56980"/>
                  </a:cubicBezTo>
                  <a:close/>
                  <a:moveTo>
                    <a:pt x="110833" y="53438"/>
                  </a:moveTo>
                  <a:lnTo>
                    <a:pt x="118959" y="53438"/>
                  </a:lnTo>
                  <a:lnTo>
                    <a:pt x="118959" y="64896"/>
                  </a:lnTo>
                  <a:lnTo>
                    <a:pt x="162604" y="64896"/>
                  </a:lnTo>
                  <a:lnTo>
                    <a:pt x="162604" y="53438"/>
                  </a:lnTo>
                  <a:lnTo>
                    <a:pt x="170625" y="53438"/>
                  </a:lnTo>
                  <a:lnTo>
                    <a:pt x="170625" y="89167"/>
                  </a:lnTo>
                  <a:cubicBezTo>
                    <a:pt x="170625" y="90000"/>
                    <a:pt x="170469" y="90573"/>
                    <a:pt x="170156" y="90886"/>
                  </a:cubicBezTo>
                  <a:cubicBezTo>
                    <a:pt x="169844" y="91198"/>
                    <a:pt x="169271" y="91354"/>
                    <a:pt x="168438" y="91354"/>
                  </a:cubicBezTo>
                  <a:lnTo>
                    <a:pt x="113021" y="91354"/>
                  </a:lnTo>
                  <a:cubicBezTo>
                    <a:pt x="112188" y="91354"/>
                    <a:pt x="111615" y="91198"/>
                    <a:pt x="111302" y="90886"/>
                  </a:cubicBezTo>
                  <a:cubicBezTo>
                    <a:pt x="110990" y="90573"/>
                    <a:pt x="110833" y="90000"/>
                    <a:pt x="110833" y="89167"/>
                  </a:cubicBezTo>
                  <a:close/>
                  <a:moveTo>
                    <a:pt x="400000" y="26875"/>
                  </a:moveTo>
                  <a:lnTo>
                    <a:pt x="400000" y="45938"/>
                  </a:lnTo>
                  <a:lnTo>
                    <a:pt x="445209" y="45938"/>
                  </a:lnTo>
                  <a:lnTo>
                    <a:pt x="445209" y="26875"/>
                  </a:lnTo>
                  <a:close/>
                  <a:moveTo>
                    <a:pt x="609375" y="21875"/>
                  </a:moveTo>
                  <a:lnTo>
                    <a:pt x="617709" y="21875"/>
                  </a:lnTo>
                  <a:lnTo>
                    <a:pt x="617709" y="41355"/>
                  </a:lnTo>
                  <a:lnTo>
                    <a:pt x="660209" y="41355"/>
                  </a:lnTo>
                  <a:lnTo>
                    <a:pt x="660209" y="48542"/>
                  </a:lnTo>
                  <a:lnTo>
                    <a:pt x="575625" y="48542"/>
                  </a:lnTo>
                  <a:lnTo>
                    <a:pt x="575625" y="41355"/>
                  </a:lnTo>
                  <a:lnTo>
                    <a:pt x="609375" y="41355"/>
                  </a:lnTo>
                  <a:close/>
                  <a:moveTo>
                    <a:pt x="225000" y="8542"/>
                  </a:moveTo>
                  <a:cubicBezTo>
                    <a:pt x="220000" y="8542"/>
                    <a:pt x="216107" y="10235"/>
                    <a:pt x="213333" y="13646"/>
                  </a:cubicBezTo>
                  <a:cubicBezTo>
                    <a:pt x="210547" y="17045"/>
                    <a:pt x="209167" y="21146"/>
                    <a:pt x="209167" y="25938"/>
                  </a:cubicBezTo>
                  <a:cubicBezTo>
                    <a:pt x="209167" y="30730"/>
                    <a:pt x="210547" y="34792"/>
                    <a:pt x="213333" y="38126"/>
                  </a:cubicBezTo>
                  <a:cubicBezTo>
                    <a:pt x="216107" y="41459"/>
                    <a:pt x="220000" y="43125"/>
                    <a:pt x="225000" y="43125"/>
                  </a:cubicBezTo>
                  <a:cubicBezTo>
                    <a:pt x="230000" y="43125"/>
                    <a:pt x="233867" y="41459"/>
                    <a:pt x="236615" y="38126"/>
                  </a:cubicBezTo>
                  <a:cubicBezTo>
                    <a:pt x="239362" y="34792"/>
                    <a:pt x="240729" y="30730"/>
                    <a:pt x="240729" y="25938"/>
                  </a:cubicBezTo>
                  <a:cubicBezTo>
                    <a:pt x="240729" y="21146"/>
                    <a:pt x="239362" y="17045"/>
                    <a:pt x="236615" y="13646"/>
                  </a:cubicBezTo>
                  <a:cubicBezTo>
                    <a:pt x="233867" y="10235"/>
                    <a:pt x="230000" y="8542"/>
                    <a:pt x="225000" y="8542"/>
                  </a:cubicBezTo>
                  <a:close/>
                  <a:moveTo>
                    <a:pt x="121042" y="8438"/>
                  </a:moveTo>
                  <a:cubicBezTo>
                    <a:pt x="118815" y="8438"/>
                    <a:pt x="116771" y="8854"/>
                    <a:pt x="114896" y="9688"/>
                  </a:cubicBezTo>
                  <a:cubicBezTo>
                    <a:pt x="113021" y="10521"/>
                    <a:pt x="111393" y="11589"/>
                    <a:pt x="110000" y="12917"/>
                  </a:cubicBezTo>
                  <a:cubicBezTo>
                    <a:pt x="108542" y="14297"/>
                    <a:pt x="107422" y="15912"/>
                    <a:pt x="106667" y="17761"/>
                  </a:cubicBezTo>
                  <a:cubicBezTo>
                    <a:pt x="105898" y="19596"/>
                    <a:pt x="105521" y="21563"/>
                    <a:pt x="105521" y="23646"/>
                  </a:cubicBezTo>
                  <a:cubicBezTo>
                    <a:pt x="105521" y="25729"/>
                    <a:pt x="105898" y="27683"/>
                    <a:pt x="106667" y="29531"/>
                  </a:cubicBezTo>
                  <a:cubicBezTo>
                    <a:pt x="107422" y="31367"/>
                    <a:pt x="108542" y="32943"/>
                    <a:pt x="110000" y="34271"/>
                  </a:cubicBezTo>
                  <a:cubicBezTo>
                    <a:pt x="111393" y="35652"/>
                    <a:pt x="113021" y="36732"/>
                    <a:pt x="114896" y="37500"/>
                  </a:cubicBezTo>
                  <a:cubicBezTo>
                    <a:pt x="116771" y="38255"/>
                    <a:pt x="118815" y="38646"/>
                    <a:pt x="121042" y="38646"/>
                  </a:cubicBezTo>
                  <a:cubicBezTo>
                    <a:pt x="125625" y="38646"/>
                    <a:pt x="129362" y="37188"/>
                    <a:pt x="132240" y="34271"/>
                  </a:cubicBezTo>
                  <a:cubicBezTo>
                    <a:pt x="135117" y="31354"/>
                    <a:pt x="136563" y="27813"/>
                    <a:pt x="136563" y="23646"/>
                  </a:cubicBezTo>
                  <a:cubicBezTo>
                    <a:pt x="136563" y="19401"/>
                    <a:pt x="135078" y="15807"/>
                    <a:pt x="132136" y="12865"/>
                  </a:cubicBezTo>
                  <a:cubicBezTo>
                    <a:pt x="129180" y="9909"/>
                    <a:pt x="125482" y="8438"/>
                    <a:pt x="121042" y="8438"/>
                  </a:cubicBezTo>
                  <a:close/>
                  <a:moveTo>
                    <a:pt x="675313" y="4271"/>
                  </a:moveTo>
                  <a:lnTo>
                    <a:pt x="715417" y="4271"/>
                  </a:lnTo>
                  <a:lnTo>
                    <a:pt x="715417" y="11458"/>
                  </a:lnTo>
                  <a:lnTo>
                    <a:pt x="681250" y="11458"/>
                  </a:lnTo>
                  <a:lnTo>
                    <a:pt x="681250" y="41042"/>
                  </a:lnTo>
                  <a:lnTo>
                    <a:pt x="686355" y="41042"/>
                  </a:lnTo>
                  <a:cubicBezTo>
                    <a:pt x="693229" y="41042"/>
                    <a:pt x="700339" y="40782"/>
                    <a:pt x="707709" y="40261"/>
                  </a:cubicBezTo>
                  <a:cubicBezTo>
                    <a:pt x="715065" y="39740"/>
                    <a:pt x="721875" y="38854"/>
                    <a:pt x="728126" y="37604"/>
                  </a:cubicBezTo>
                  <a:lnTo>
                    <a:pt x="728126" y="44792"/>
                  </a:lnTo>
                  <a:cubicBezTo>
                    <a:pt x="725065" y="45417"/>
                    <a:pt x="721732" y="45950"/>
                    <a:pt x="718126" y="46407"/>
                  </a:cubicBezTo>
                  <a:cubicBezTo>
                    <a:pt x="714519" y="46849"/>
                    <a:pt x="710730" y="47253"/>
                    <a:pt x="706771" y="47604"/>
                  </a:cubicBezTo>
                  <a:cubicBezTo>
                    <a:pt x="702813" y="47878"/>
                    <a:pt x="698764" y="48086"/>
                    <a:pt x="694636" y="48230"/>
                  </a:cubicBezTo>
                  <a:cubicBezTo>
                    <a:pt x="690508" y="48359"/>
                    <a:pt x="686459" y="48438"/>
                    <a:pt x="682501" y="48438"/>
                  </a:cubicBezTo>
                  <a:lnTo>
                    <a:pt x="675313" y="48438"/>
                  </a:lnTo>
                  <a:cubicBezTo>
                    <a:pt x="674402" y="48438"/>
                    <a:pt x="673815" y="48295"/>
                    <a:pt x="673542" y="48021"/>
                  </a:cubicBezTo>
                  <a:cubicBezTo>
                    <a:pt x="673269" y="47735"/>
                    <a:pt x="673126" y="47188"/>
                    <a:pt x="673126" y="46354"/>
                  </a:cubicBezTo>
                  <a:lnTo>
                    <a:pt x="673126" y="6459"/>
                  </a:lnTo>
                  <a:cubicBezTo>
                    <a:pt x="673126" y="5625"/>
                    <a:pt x="673282" y="5052"/>
                    <a:pt x="673594" y="4740"/>
                  </a:cubicBezTo>
                  <a:cubicBezTo>
                    <a:pt x="673907" y="4427"/>
                    <a:pt x="674479" y="4271"/>
                    <a:pt x="675313" y="4271"/>
                  </a:cubicBezTo>
                  <a:close/>
                  <a:moveTo>
                    <a:pt x="479271" y="4271"/>
                  </a:moveTo>
                  <a:lnTo>
                    <a:pt x="518646" y="4271"/>
                  </a:lnTo>
                  <a:cubicBezTo>
                    <a:pt x="519479" y="4271"/>
                    <a:pt x="520052" y="4427"/>
                    <a:pt x="520365" y="4740"/>
                  </a:cubicBezTo>
                  <a:cubicBezTo>
                    <a:pt x="520677" y="5052"/>
                    <a:pt x="520834" y="5625"/>
                    <a:pt x="520834" y="6459"/>
                  </a:cubicBezTo>
                  <a:cubicBezTo>
                    <a:pt x="520274" y="12631"/>
                    <a:pt x="518867" y="18334"/>
                    <a:pt x="516615" y="23542"/>
                  </a:cubicBezTo>
                  <a:cubicBezTo>
                    <a:pt x="514362" y="28750"/>
                    <a:pt x="511393" y="33464"/>
                    <a:pt x="507709" y="37708"/>
                  </a:cubicBezTo>
                  <a:cubicBezTo>
                    <a:pt x="504024" y="41940"/>
                    <a:pt x="499701" y="45677"/>
                    <a:pt x="494740" y="48907"/>
                  </a:cubicBezTo>
                  <a:cubicBezTo>
                    <a:pt x="489766" y="52136"/>
                    <a:pt x="484336" y="54792"/>
                    <a:pt x="478438" y="56876"/>
                  </a:cubicBezTo>
                  <a:lnTo>
                    <a:pt x="472917" y="50729"/>
                  </a:lnTo>
                  <a:cubicBezTo>
                    <a:pt x="483750" y="47110"/>
                    <a:pt x="492604" y="41901"/>
                    <a:pt x="499480" y="35105"/>
                  </a:cubicBezTo>
                  <a:cubicBezTo>
                    <a:pt x="506354" y="28295"/>
                    <a:pt x="510443" y="20417"/>
                    <a:pt x="511771" y="11458"/>
                  </a:cubicBezTo>
                  <a:lnTo>
                    <a:pt x="479271" y="11458"/>
                  </a:lnTo>
                  <a:close/>
                  <a:moveTo>
                    <a:pt x="296250" y="4271"/>
                  </a:moveTo>
                  <a:lnTo>
                    <a:pt x="341250" y="4271"/>
                  </a:lnTo>
                  <a:lnTo>
                    <a:pt x="341250" y="11250"/>
                  </a:lnTo>
                  <a:lnTo>
                    <a:pt x="323021" y="11250"/>
                  </a:lnTo>
                  <a:lnTo>
                    <a:pt x="323021" y="16979"/>
                  </a:lnTo>
                  <a:cubicBezTo>
                    <a:pt x="323021" y="20443"/>
                    <a:pt x="323594" y="23659"/>
                    <a:pt x="324740" y="26615"/>
                  </a:cubicBezTo>
                  <a:cubicBezTo>
                    <a:pt x="325886" y="29558"/>
                    <a:pt x="327396" y="32214"/>
                    <a:pt x="329271" y="34583"/>
                  </a:cubicBezTo>
                  <a:cubicBezTo>
                    <a:pt x="331563" y="37708"/>
                    <a:pt x="334297" y="40339"/>
                    <a:pt x="337500" y="42501"/>
                  </a:cubicBezTo>
                  <a:cubicBezTo>
                    <a:pt x="340690" y="44649"/>
                    <a:pt x="343854" y="46250"/>
                    <a:pt x="346979" y="47292"/>
                  </a:cubicBezTo>
                  <a:cubicBezTo>
                    <a:pt x="346003" y="48255"/>
                    <a:pt x="345000" y="49336"/>
                    <a:pt x="343959" y="50521"/>
                  </a:cubicBezTo>
                  <a:cubicBezTo>
                    <a:pt x="342917" y="51693"/>
                    <a:pt x="342123" y="52709"/>
                    <a:pt x="341563" y="53542"/>
                  </a:cubicBezTo>
                  <a:cubicBezTo>
                    <a:pt x="339688" y="52709"/>
                    <a:pt x="337657" y="51576"/>
                    <a:pt x="335469" y="50156"/>
                  </a:cubicBezTo>
                  <a:cubicBezTo>
                    <a:pt x="333282" y="48724"/>
                    <a:pt x="331146" y="47084"/>
                    <a:pt x="329063" y="45209"/>
                  </a:cubicBezTo>
                  <a:cubicBezTo>
                    <a:pt x="327045" y="43542"/>
                    <a:pt x="325157" y="41641"/>
                    <a:pt x="323386" y="39531"/>
                  </a:cubicBezTo>
                  <a:cubicBezTo>
                    <a:pt x="321615" y="37409"/>
                    <a:pt x="320105" y="35105"/>
                    <a:pt x="318854" y="32605"/>
                  </a:cubicBezTo>
                  <a:cubicBezTo>
                    <a:pt x="317878" y="35234"/>
                    <a:pt x="316641" y="37683"/>
                    <a:pt x="315157" y="39948"/>
                  </a:cubicBezTo>
                  <a:cubicBezTo>
                    <a:pt x="313659" y="42201"/>
                    <a:pt x="311979" y="44297"/>
                    <a:pt x="310104" y="46250"/>
                  </a:cubicBezTo>
                  <a:cubicBezTo>
                    <a:pt x="308021" y="48255"/>
                    <a:pt x="305782" y="50117"/>
                    <a:pt x="303385" y="51823"/>
                  </a:cubicBezTo>
                  <a:cubicBezTo>
                    <a:pt x="300990" y="53516"/>
                    <a:pt x="298542" y="55000"/>
                    <a:pt x="296042" y="56250"/>
                  </a:cubicBezTo>
                  <a:cubicBezTo>
                    <a:pt x="295417" y="55547"/>
                    <a:pt x="294427" y="54610"/>
                    <a:pt x="293073" y="53438"/>
                  </a:cubicBezTo>
                  <a:cubicBezTo>
                    <a:pt x="291719" y="52253"/>
                    <a:pt x="290586" y="51276"/>
                    <a:pt x="289688" y="50521"/>
                  </a:cubicBezTo>
                  <a:cubicBezTo>
                    <a:pt x="293360" y="48920"/>
                    <a:pt x="296888" y="46875"/>
                    <a:pt x="300261" y="44375"/>
                  </a:cubicBezTo>
                  <a:cubicBezTo>
                    <a:pt x="303620" y="41875"/>
                    <a:pt x="306459" y="38958"/>
                    <a:pt x="308750" y="35625"/>
                  </a:cubicBezTo>
                  <a:cubicBezTo>
                    <a:pt x="310547" y="33047"/>
                    <a:pt x="311992" y="30208"/>
                    <a:pt x="313073" y="27084"/>
                  </a:cubicBezTo>
                  <a:cubicBezTo>
                    <a:pt x="314141" y="23959"/>
                    <a:pt x="314688" y="20547"/>
                    <a:pt x="314688" y="16875"/>
                  </a:cubicBezTo>
                  <a:lnTo>
                    <a:pt x="314688" y="11250"/>
                  </a:lnTo>
                  <a:lnTo>
                    <a:pt x="296250" y="11250"/>
                  </a:lnTo>
                  <a:close/>
                  <a:moveTo>
                    <a:pt x="391771" y="3750"/>
                  </a:moveTo>
                  <a:lnTo>
                    <a:pt x="400000" y="3750"/>
                  </a:lnTo>
                  <a:lnTo>
                    <a:pt x="400000" y="19896"/>
                  </a:lnTo>
                  <a:lnTo>
                    <a:pt x="445209" y="19896"/>
                  </a:lnTo>
                  <a:lnTo>
                    <a:pt x="445209" y="3750"/>
                  </a:lnTo>
                  <a:lnTo>
                    <a:pt x="453438" y="3750"/>
                  </a:lnTo>
                  <a:lnTo>
                    <a:pt x="453438" y="50937"/>
                  </a:lnTo>
                  <a:cubicBezTo>
                    <a:pt x="453438" y="51771"/>
                    <a:pt x="453282" y="52344"/>
                    <a:pt x="452969" y="52656"/>
                  </a:cubicBezTo>
                  <a:cubicBezTo>
                    <a:pt x="452657" y="52969"/>
                    <a:pt x="452084" y="53125"/>
                    <a:pt x="451250" y="53125"/>
                  </a:cubicBezTo>
                  <a:lnTo>
                    <a:pt x="426771" y="53125"/>
                  </a:lnTo>
                  <a:lnTo>
                    <a:pt x="426771" y="73542"/>
                  </a:lnTo>
                  <a:lnTo>
                    <a:pt x="465000" y="73542"/>
                  </a:lnTo>
                  <a:lnTo>
                    <a:pt x="465000" y="80729"/>
                  </a:lnTo>
                  <a:lnTo>
                    <a:pt x="380209" y="80729"/>
                  </a:lnTo>
                  <a:lnTo>
                    <a:pt x="380209" y="73542"/>
                  </a:lnTo>
                  <a:lnTo>
                    <a:pt x="418229" y="73542"/>
                  </a:lnTo>
                  <a:lnTo>
                    <a:pt x="418229" y="53125"/>
                  </a:lnTo>
                  <a:lnTo>
                    <a:pt x="393959" y="53125"/>
                  </a:lnTo>
                  <a:cubicBezTo>
                    <a:pt x="393125" y="53125"/>
                    <a:pt x="392552" y="52969"/>
                    <a:pt x="392240" y="52656"/>
                  </a:cubicBezTo>
                  <a:cubicBezTo>
                    <a:pt x="391927" y="52344"/>
                    <a:pt x="391771" y="51771"/>
                    <a:pt x="391771" y="50937"/>
                  </a:cubicBezTo>
                  <a:close/>
                  <a:moveTo>
                    <a:pt x="585417" y="2708"/>
                  </a:moveTo>
                  <a:lnTo>
                    <a:pt x="648334" y="2708"/>
                  </a:lnTo>
                  <a:cubicBezTo>
                    <a:pt x="649167" y="2708"/>
                    <a:pt x="649740" y="2865"/>
                    <a:pt x="650053" y="3177"/>
                  </a:cubicBezTo>
                  <a:cubicBezTo>
                    <a:pt x="650365" y="3490"/>
                    <a:pt x="650521" y="4063"/>
                    <a:pt x="650521" y="4896"/>
                  </a:cubicBezTo>
                  <a:cubicBezTo>
                    <a:pt x="650313" y="10938"/>
                    <a:pt x="649857" y="16329"/>
                    <a:pt x="649167" y="21094"/>
                  </a:cubicBezTo>
                  <a:cubicBezTo>
                    <a:pt x="648464" y="25847"/>
                    <a:pt x="647735" y="30274"/>
                    <a:pt x="646979" y="34375"/>
                  </a:cubicBezTo>
                  <a:lnTo>
                    <a:pt x="639063" y="34375"/>
                  </a:lnTo>
                  <a:cubicBezTo>
                    <a:pt x="639896" y="30208"/>
                    <a:pt x="640547" y="26172"/>
                    <a:pt x="641042" y="22292"/>
                  </a:cubicBezTo>
                  <a:cubicBezTo>
                    <a:pt x="641524" y="18399"/>
                    <a:pt x="641875" y="14232"/>
                    <a:pt x="642084" y="9792"/>
                  </a:cubicBezTo>
                  <a:lnTo>
                    <a:pt x="585417" y="9792"/>
                  </a:lnTo>
                  <a:close/>
                  <a:moveTo>
                    <a:pt x="25000" y="2292"/>
                  </a:moveTo>
                  <a:lnTo>
                    <a:pt x="33646" y="2292"/>
                  </a:lnTo>
                  <a:lnTo>
                    <a:pt x="33646" y="13021"/>
                  </a:lnTo>
                  <a:cubicBezTo>
                    <a:pt x="33646" y="16902"/>
                    <a:pt x="34297" y="20534"/>
                    <a:pt x="35625" y="23906"/>
                  </a:cubicBezTo>
                  <a:cubicBezTo>
                    <a:pt x="36940" y="27266"/>
                    <a:pt x="38750" y="30313"/>
                    <a:pt x="41042" y="33021"/>
                  </a:cubicBezTo>
                  <a:cubicBezTo>
                    <a:pt x="43255" y="35729"/>
                    <a:pt x="45833" y="38086"/>
                    <a:pt x="48750" y="40104"/>
                  </a:cubicBezTo>
                  <a:cubicBezTo>
                    <a:pt x="51667" y="42110"/>
                    <a:pt x="54688" y="43672"/>
                    <a:pt x="57813" y="44792"/>
                  </a:cubicBezTo>
                  <a:lnTo>
                    <a:pt x="52396" y="51250"/>
                  </a:lnTo>
                  <a:cubicBezTo>
                    <a:pt x="50443" y="50339"/>
                    <a:pt x="48385" y="49180"/>
                    <a:pt x="46198" y="47761"/>
                  </a:cubicBezTo>
                  <a:cubicBezTo>
                    <a:pt x="44011" y="46329"/>
                    <a:pt x="41875" y="44714"/>
                    <a:pt x="39792" y="42917"/>
                  </a:cubicBezTo>
                  <a:cubicBezTo>
                    <a:pt x="37708" y="41042"/>
                    <a:pt x="35742" y="39011"/>
                    <a:pt x="33906" y="36823"/>
                  </a:cubicBezTo>
                  <a:cubicBezTo>
                    <a:pt x="32057" y="34636"/>
                    <a:pt x="30586" y="32292"/>
                    <a:pt x="29479" y="29792"/>
                  </a:cubicBezTo>
                  <a:cubicBezTo>
                    <a:pt x="28503" y="32500"/>
                    <a:pt x="27188" y="35026"/>
                    <a:pt x="25521" y="37396"/>
                  </a:cubicBezTo>
                  <a:cubicBezTo>
                    <a:pt x="23854" y="39753"/>
                    <a:pt x="21979" y="41979"/>
                    <a:pt x="19896" y="44063"/>
                  </a:cubicBezTo>
                  <a:cubicBezTo>
                    <a:pt x="17813" y="46068"/>
                    <a:pt x="15599" y="47917"/>
                    <a:pt x="13281" y="49584"/>
                  </a:cubicBezTo>
                  <a:cubicBezTo>
                    <a:pt x="10951" y="51250"/>
                    <a:pt x="8646" y="52709"/>
                    <a:pt x="6354" y="53959"/>
                  </a:cubicBezTo>
                  <a:lnTo>
                    <a:pt x="0" y="48230"/>
                  </a:lnTo>
                  <a:cubicBezTo>
                    <a:pt x="3399" y="46628"/>
                    <a:pt x="6615" y="44701"/>
                    <a:pt x="9635" y="42448"/>
                  </a:cubicBezTo>
                  <a:cubicBezTo>
                    <a:pt x="12656" y="40182"/>
                    <a:pt x="15312" y="37630"/>
                    <a:pt x="17604" y="34792"/>
                  </a:cubicBezTo>
                  <a:cubicBezTo>
                    <a:pt x="19896" y="31940"/>
                    <a:pt x="21706" y="28764"/>
                    <a:pt x="23021" y="25260"/>
                  </a:cubicBezTo>
                  <a:cubicBezTo>
                    <a:pt x="24336" y="21745"/>
                    <a:pt x="25000" y="17917"/>
                    <a:pt x="25000" y="13750"/>
                  </a:cubicBezTo>
                  <a:close/>
                  <a:moveTo>
                    <a:pt x="225000" y="1146"/>
                  </a:moveTo>
                  <a:cubicBezTo>
                    <a:pt x="228542" y="1146"/>
                    <a:pt x="231784" y="1797"/>
                    <a:pt x="234740" y="3125"/>
                  </a:cubicBezTo>
                  <a:cubicBezTo>
                    <a:pt x="237682" y="4440"/>
                    <a:pt x="240235" y="6211"/>
                    <a:pt x="242396" y="8438"/>
                  </a:cubicBezTo>
                  <a:cubicBezTo>
                    <a:pt x="244544" y="10730"/>
                    <a:pt x="246224" y="13359"/>
                    <a:pt x="247448" y="16355"/>
                  </a:cubicBezTo>
                  <a:cubicBezTo>
                    <a:pt x="248659" y="19337"/>
                    <a:pt x="249271" y="22527"/>
                    <a:pt x="249271" y="25938"/>
                  </a:cubicBezTo>
                  <a:cubicBezTo>
                    <a:pt x="249271" y="29336"/>
                    <a:pt x="248659" y="32527"/>
                    <a:pt x="247448" y="35521"/>
                  </a:cubicBezTo>
                  <a:cubicBezTo>
                    <a:pt x="246224" y="38503"/>
                    <a:pt x="244544" y="41107"/>
                    <a:pt x="242396" y="43333"/>
                  </a:cubicBezTo>
                  <a:cubicBezTo>
                    <a:pt x="240235" y="45625"/>
                    <a:pt x="237682" y="47409"/>
                    <a:pt x="234740" y="48698"/>
                  </a:cubicBezTo>
                  <a:cubicBezTo>
                    <a:pt x="231784" y="49974"/>
                    <a:pt x="228542" y="50625"/>
                    <a:pt x="225000" y="50625"/>
                  </a:cubicBezTo>
                  <a:cubicBezTo>
                    <a:pt x="221393" y="50625"/>
                    <a:pt x="218086" y="49974"/>
                    <a:pt x="215104" y="48698"/>
                  </a:cubicBezTo>
                  <a:cubicBezTo>
                    <a:pt x="212110" y="47409"/>
                    <a:pt x="209545" y="45625"/>
                    <a:pt x="207396" y="43333"/>
                  </a:cubicBezTo>
                  <a:cubicBezTo>
                    <a:pt x="205234" y="41107"/>
                    <a:pt x="203568" y="38503"/>
                    <a:pt x="202396" y="35521"/>
                  </a:cubicBezTo>
                  <a:cubicBezTo>
                    <a:pt x="201211" y="32527"/>
                    <a:pt x="200625" y="29336"/>
                    <a:pt x="200625" y="25938"/>
                  </a:cubicBezTo>
                  <a:cubicBezTo>
                    <a:pt x="200625" y="22527"/>
                    <a:pt x="201211" y="19337"/>
                    <a:pt x="202396" y="16355"/>
                  </a:cubicBezTo>
                  <a:cubicBezTo>
                    <a:pt x="203568" y="13359"/>
                    <a:pt x="205234" y="10730"/>
                    <a:pt x="207396" y="8438"/>
                  </a:cubicBezTo>
                  <a:cubicBezTo>
                    <a:pt x="209545" y="6211"/>
                    <a:pt x="212110" y="4440"/>
                    <a:pt x="215104" y="3125"/>
                  </a:cubicBezTo>
                  <a:cubicBezTo>
                    <a:pt x="218086" y="1797"/>
                    <a:pt x="221393" y="1146"/>
                    <a:pt x="225000" y="1146"/>
                  </a:cubicBezTo>
                  <a:close/>
                  <a:moveTo>
                    <a:pt x="732396" y="0"/>
                  </a:moveTo>
                  <a:lnTo>
                    <a:pt x="740625" y="0"/>
                  </a:lnTo>
                  <a:lnTo>
                    <a:pt x="740625" y="22813"/>
                  </a:lnTo>
                  <a:lnTo>
                    <a:pt x="753125" y="22813"/>
                  </a:lnTo>
                  <a:lnTo>
                    <a:pt x="753125" y="30104"/>
                  </a:lnTo>
                  <a:lnTo>
                    <a:pt x="740625" y="30104"/>
                  </a:lnTo>
                  <a:lnTo>
                    <a:pt x="740625" y="67709"/>
                  </a:lnTo>
                  <a:lnTo>
                    <a:pt x="732396" y="67709"/>
                  </a:lnTo>
                  <a:close/>
                  <a:moveTo>
                    <a:pt x="540730" y="0"/>
                  </a:moveTo>
                  <a:lnTo>
                    <a:pt x="548959" y="0"/>
                  </a:lnTo>
                  <a:lnTo>
                    <a:pt x="548959" y="67500"/>
                  </a:lnTo>
                  <a:lnTo>
                    <a:pt x="540730" y="67500"/>
                  </a:lnTo>
                  <a:lnTo>
                    <a:pt x="540730" y="34583"/>
                  </a:lnTo>
                  <a:lnTo>
                    <a:pt x="521355" y="34583"/>
                  </a:lnTo>
                  <a:lnTo>
                    <a:pt x="521355" y="27396"/>
                  </a:lnTo>
                  <a:lnTo>
                    <a:pt x="540730" y="27396"/>
                  </a:lnTo>
                  <a:close/>
                  <a:moveTo>
                    <a:pt x="359479" y="0"/>
                  </a:moveTo>
                  <a:lnTo>
                    <a:pt x="367604" y="0"/>
                  </a:lnTo>
                  <a:lnTo>
                    <a:pt x="367604" y="67709"/>
                  </a:lnTo>
                  <a:lnTo>
                    <a:pt x="359479" y="67709"/>
                  </a:lnTo>
                  <a:lnTo>
                    <a:pt x="359479" y="29062"/>
                  </a:lnTo>
                  <a:lnTo>
                    <a:pt x="340208" y="29062"/>
                  </a:lnTo>
                  <a:lnTo>
                    <a:pt x="340208" y="21771"/>
                  </a:lnTo>
                  <a:lnTo>
                    <a:pt x="359479" y="21771"/>
                  </a:lnTo>
                  <a:close/>
                  <a:moveTo>
                    <a:pt x="263750" y="0"/>
                  </a:moveTo>
                  <a:lnTo>
                    <a:pt x="271771" y="0"/>
                  </a:lnTo>
                  <a:lnTo>
                    <a:pt x="271771" y="22813"/>
                  </a:lnTo>
                  <a:lnTo>
                    <a:pt x="284479" y="22813"/>
                  </a:lnTo>
                  <a:lnTo>
                    <a:pt x="284479" y="30104"/>
                  </a:lnTo>
                  <a:lnTo>
                    <a:pt x="271771" y="30104"/>
                  </a:lnTo>
                  <a:lnTo>
                    <a:pt x="271771" y="67917"/>
                  </a:lnTo>
                  <a:lnTo>
                    <a:pt x="263750" y="67917"/>
                  </a:lnTo>
                  <a:close/>
                  <a:moveTo>
                    <a:pt x="162604" y="0"/>
                  </a:moveTo>
                  <a:lnTo>
                    <a:pt x="170729" y="0"/>
                  </a:lnTo>
                  <a:lnTo>
                    <a:pt x="170729" y="48542"/>
                  </a:lnTo>
                  <a:lnTo>
                    <a:pt x="162604" y="48542"/>
                  </a:lnTo>
                  <a:lnTo>
                    <a:pt x="162604" y="27604"/>
                  </a:lnTo>
                  <a:lnTo>
                    <a:pt x="144479" y="27604"/>
                  </a:lnTo>
                  <a:cubicBezTo>
                    <a:pt x="143919" y="30313"/>
                    <a:pt x="142943" y="32813"/>
                    <a:pt x="141563" y="35105"/>
                  </a:cubicBezTo>
                  <a:cubicBezTo>
                    <a:pt x="140170" y="37396"/>
                    <a:pt x="138437" y="39336"/>
                    <a:pt x="136354" y="40938"/>
                  </a:cubicBezTo>
                  <a:cubicBezTo>
                    <a:pt x="134271" y="42526"/>
                    <a:pt x="131901" y="43776"/>
                    <a:pt x="129271" y="44688"/>
                  </a:cubicBezTo>
                  <a:cubicBezTo>
                    <a:pt x="126628" y="45586"/>
                    <a:pt x="123880" y="46042"/>
                    <a:pt x="121042" y="46042"/>
                  </a:cubicBezTo>
                  <a:cubicBezTo>
                    <a:pt x="117852" y="46042"/>
                    <a:pt x="114805" y="45482"/>
                    <a:pt x="111927" y="44375"/>
                  </a:cubicBezTo>
                  <a:cubicBezTo>
                    <a:pt x="109036" y="43256"/>
                    <a:pt x="106523" y="41693"/>
                    <a:pt x="104375" y="39688"/>
                  </a:cubicBezTo>
                  <a:cubicBezTo>
                    <a:pt x="102214" y="37735"/>
                    <a:pt x="100521" y="35378"/>
                    <a:pt x="99271" y="32605"/>
                  </a:cubicBezTo>
                  <a:cubicBezTo>
                    <a:pt x="98021" y="29818"/>
                    <a:pt x="97396" y="26797"/>
                    <a:pt x="97396" y="23542"/>
                  </a:cubicBezTo>
                  <a:cubicBezTo>
                    <a:pt x="97396" y="20274"/>
                    <a:pt x="97995" y="17265"/>
                    <a:pt x="99219" y="14532"/>
                  </a:cubicBezTo>
                  <a:cubicBezTo>
                    <a:pt x="100430" y="11784"/>
                    <a:pt x="102110" y="9441"/>
                    <a:pt x="104271" y="7500"/>
                  </a:cubicBezTo>
                  <a:cubicBezTo>
                    <a:pt x="106419" y="5482"/>
                    <a:pt x="108932" y="3920"/>
                    <a:pt x="111823" y="2813"/>
                  </a:cubicBezTo>
                  <a:cubicBezTo>
                    <a:pt x="114700" y="1693"/>
                    <a:pt x="117774" y="1146"/>
                    <a:pt x="121042" y="1146"/>
                  </a:cubicBezTo>
                  <a:cubicBezTo>
                    <a:pt x="123958" y="1146"/>
                    <a:pt x="126771" y="1628"/>
                    <a:pt x="129479" y="2604"/>
                  </a:cubicBezTo>
                  <a:cubicBezTo>
                    <a:pt x="132188" y="3568"/>
                    <a:pt x="134583" y="4896"/>
                    <a:pt x="136667" y="6563"/>
                  </a:cubicBezTo>
                  <a:cubicBezTo>
                    <a:pt x="138815" y="8295"/>
                    <a:pt x="140586" y="10339"/>
                    <a:pt x="141979" y="12709"/>
                  </a:cubicBezTo>
                  <a:cubicBezTo>
                    <a:pt x="143360" y="15066"/>
                    <a:pt x="144271" y="17630"/>
                    <a:pt x="144688" y="20417"/>
                  </a:cubicBezTo>
                  <a:lnTo>
                    <a:pt x="162604" y="20417"/>
                  </a:lnTo>
                  <a:close/>
                  <a:moveTo>
                    <a:pt x="67709" y="0"/>
                  </a:moveTo>
                  <a:lnTo>
                    <a:pt x="75833" y="0"/>
                  </a:lnTo>
                  <a:lnTo>
                    <a:pt x="75833" y="27500"/>
                  </a:lnTo>
                  <a:lnTo>
                    <a:pt x="88542" y="27500"/>
                  </a:lnTo>
                  <a:lnTo>
                    <a:pt x="88542" y="34792"/>
                  </a:lnTo>
                  <a:lnTo>
                    <a:pt x="75833" y="34792"/>
                  </a:lnTo>
                  <a:lnTo>
                    <a:pt x="75833" y="67709"/>
                  </a:lnTo>
                  <a:lnTo>
                    <a:pt x="67709" y="6770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5" name="TextBox 814">
              <a:extLst>
                <a:ext uri="{FF2B5EF4-FFF2-40B4-BE49-F238E27FC236}">
                  <a16:creationId xmlns:a16="http://schemas.microsoft.com/office/drawing/2014/main" id="{3845F0B3-CDCB-4A4C-B36B-A470CACEB7D4}"/>
                </a:ext>
              </a:extLst>
            </p:cNvPr>
            <p:cNvSpPr txBox="1"/>
            <p:nvPr/>
          </p:nvSpPr>
          <p:spPr>
            <a:xfrm>
              <a:off x="4607027" y="8107391"/>
              <a:ext cx="912047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산업안전보건공단</a:t>
              </a:r>
            </a:p>
          </p:txBody>
        </p:sp>
        <p:sp>
          <p:nvSpPr>
            <p:cNvPr id="816" name="자유형: 도형 815">
              <a:extLst>
                <a:ext uri="{FF2B5EF4-FFF2-40B4-BE49-F238E27FC236}">
                  <a16:creationId xmlns:a16="http://schemas.microsoft.com/office/drawing/2014/main" id="{6EADB1AA-9ECC-46E4-87B1-829071626A19}"/>
                </a:ext>
              </a:extLst>
            </p:cNvPr>
            <p:cNvSpPr/>
            <p:nvPr/>
          </p:nvSpPr>
          <p:spPr>
            <a:xfrm>
              <a:off x="951896" y="8439660"/>
              <a:ext cx="107604" cy="79479"/>
            </a:xfrm>
            <a:custGeom>
              <a:avLst/>
              <a:gdLst>
                <a:gd name="connsiteX0" fmla="*/ 82500 w 107604"/>
                <a:gd name="connsiteY0" fmla="*/ 6979 h 79479"/>
                <a:gd name="connsiteX1" fmla="*/ 70469 w 107604"/>
                <a:gd name="connsiteY1" fmla="*/ 12500 h 79479"/>
                <a:gd name="connsiteX2" fmla="*/ 66250 w 107604"/>
                <a:gd name="connsiteY2" fmla="*/ 25938 h 79479"/>
                <a:gd name="connsiteX3" fmla="*/ 67240 w 107604"/>
                <a:gd name="connsiteY3" fmla="*/ 33229 h 79479"/>
                <a:gd name="connsiteX4" fmla="*/ 70313 w 107604"/>
                <a:gd name="connsiteY4" fmla="*/ 39167 h 79479"/>
                <a:gd name="connsiteX5" fmla="*/ 75312 w 107604"/>
                <a:gd name="connsiteY5" fmla="*/ 43282 h 79479"/>
                <a:gd name="connsiteX6" fmla="*/ 82396 w 107604"/>
                <a:gd name="connsiteY6" fmla="*/ 44792 h 79479"/>
                <a:gd name="connsiteX7" fmla="*/ 88802 w 107604"/>
                <a:gd name="connsiteY7" fmla="*/ 43333 h 79479"/>
                <a:gd name="connsiteX8" fmla="*/ 93854 w 107604"/>
                <a:gd name="connsiteY8" fmla="*/ 39480 h 79479"/>
                <a:gd name="connsiteX9" fmla="*/ 97240 w 107604"/>
                <a:gd name="connsiteY9" fmla="*/ 33751 h 79479"/>
                <a:gd name="connsiteX10" fmla="*/ 98438 w 107604"/>
                <a:gd name="connsiteY10" fmla="*/ 26875 h 79479"/>
                <a:gd name="connsiteX11" fmla="*/ 97240 w 107604"/>
                <a:gd name="connsiteY11" fmla="*/ 19062 h 79479"/>
                <a:gd name="connsiteX12" fmla="*/ 93958 w 107604"/>
                <a:gd name="connsiteY12" fmla="*/ 12709 h 79479"/>
                <a:gd name="connsiteX13" fmla="*/ 88958 w 107604"/>
                <a:gd name="connsiteY13" fmla="*/ 8542 h 79479"/>
                <a:gd name="connsiteX14" fmla="*/ 82500 w 107604"/>
                <a:gd name="connsiteY14" fmla="*/ 6979 h 79479"/>
                <a:gd name="connsiteX15" fmla="*/ 16563 w 107604"/>
                <a:gd name="connsiteY15" fmla="*/ 1771 h 79479"/>
                <a:gd name="connsiteX16" fmla="*/ 22500 w 107604"/>
                <a:gd name="connsiteY16" fmla="*/ 1771 h 79479"/>
                <a:gd name="connsiteX17" fmla="*/ 24063 w 107604"/>
                <a:gd name="connsiteY17" fmla="*/ 2188 h 79479"/>
                <a:gd name="connsiteX18" fmla="*/ 24479 w 107604"/>
                <a:gd name="connsiteY18" fmla="*/ 3750 h 79479"/>
                <a:gd name="connsiteX19" fmla="*/ 24479 w 107604"/>
                <a:gd name="connsiteY19" fmla="*/ 77813 h 79479"/>
                <a:gd name="connsiteX20" fmla="*/ 16250 w 107604"/>
                <a:gd name="connsiteY20" fmla="*/ 77813 h 79479"/>
                <a:gd name="connsiteX21" fmla="*/ 16250 w 107604"/>
                <a:gd name="connsiteY21" fmla="*/ 10730 h 79479"/>
                <a:gd name="connsiteX22" fmla="*/ 9219 w 107604"/>
                <a:gd name="connsiteY22" fmla="*/ 16510 h 79479"/>
                <a:gd name="connsiteX23" fmla="*/ 0 w 107604"/>
                <a:gd name="connsiteY23" fmla="*/ 21771 h 79479"/>
                <a:gd name="connsiteX24" fmla="*/ 0 w 107604"/>
                <a:gd name="connsiteY24" fmla="*/ 13855 h 79479"/>
                <a:gd name="connsiteX25" fmla="*/ 8646 w 107604"/>
                <a:gd name="connsiteY25" fmla="*/ 8750 h 79479"/>
                <a:gd name="connsiteX26" fmla="*/ 16563 w 107604"/>
                <a:gd name="connsiteY26" fmla="*/ 1771 h 79479"/>
                <a:gd name="connsiteX27" fmla="*/ 81979 w 107604"/>
                <a:gd name="connsiteY27" fmla="*/ 0 h 79479"/>
                <a:gd name="connsiteX28" fmla="*/ 91563 w 107604"/>
                <a:gd name="connsiteY28" fmla="*/ 1562 h 79479"/>
                <a:gd name="connsiteX29" fmla="*/ 99792 w 107604"/>
                <a:gd name="connsiteY29" fmla="*/ 7292 h 79479"/>
                <a:gd name="connsiteX30" fmla="*/ 105469 w 107604"/>
                <a:gd name="connsiteY30" fmla="*/ 18802 h 79479"/>
                <a:gd name="connsiteX31" fmla="*/ 107604 w 107604"/>
                <a:gd name="connsiteY31" fmla="*/ 37604 h 79479"/>
                <a:gd name="connsiteX32" fmla="*/ 100625 w 107604"/>
                <a:gd name="connsiteY32" fmla="*/ 69010 h 79479"/>
                <a:gd name="connsiteX33" fmla="*/ 81667 w 107604"/>
                <a:gd name="connsiteY33" fmla="*/ 79479 h 79479"/>
                <a:gd name="connsiteX34" fmla="*/ 66198 w 107604"/>
                <a:gd name="connsiteY34" fmla="*/ 74166 h 79479"/>
                <a:gd name="connsiteX35" fmla="*/ 59375 w 107604"/>
                <a:gd name="connsiteY35" fmla="*/ 59687 h 79479"/>
                <a:gd name="connsiteX36" fmla="*/ 67604 w 107604"/>
                <a:gd name="connsiteY36" fmla="*/ 59687 h 79479"/>
                <a:gd name="connsiteX37" fmla="*/ 72135 w 107604"/>
                <a:gd name="connsiteY37" fmla="*/ 69063 h 79479"/>
                <a:gd name="connsiteX38" fmla="*/ 82083 w 107604"/>
                <a:gd name="connsiteY38" fmla="*/ 72500 h 79479"/>
                <a:gd name="connsiteX39" fmla="*/ 91094 w 107604"/>
                <a:gd name="connsiteY39" fmla="*/ 69375 h 79479"/>
                <a:gd name="connsiteX40" fmla="*/ 96771 w 107604"/>
                <a:gd name="connsiteY40" fmla="*/ 61251 h 79479"/>
                <a:gd name="connsiteX41" fmla="*/ 99635 w 107604"/>
                <a:gd name="connsiteY41" fmla="*/ 50209 h 79479"/>
                <a:gd name="connsiteX42" fmla="*/ 100417 w 107604"/>
                <a:gd name="connsiteY42" fmla="*/ 38021 h 79479"/>
                <a:gd name="connsiteX43" fmla="*/ 92813 w 107604"/>
                <a:gd name="connsiteY43" fmla="*/ 48021 h 79479"/>
                <a:gd name="connsiteX44" fmla="*/ 80729 w 107604"/>
                <a:gd name="connsiteY44" fmla="*/ 51250 h 79479"/>
                <a:gd name="connsiteX45" fmla="*/ 64219 w 107604"/>
                <a:gd name="connsiteY45" fmla="*/ 44271 h 79479"/>
                <a:gd name="connsiteX46" fmla="*/ 58021 w 107604"/>
                <a:gd name="connsiteY46" fmla="*/ 25729 h 79479"/>
                <a:gd name="connsiteX47" fmla="*/ 59635 w 107604"/>
                <a:gd name="connsiteY47" fmla="*/ 15729 h 79479"/>
                <a:gd name="connsiteX48" fmla="*/ 64375 w 107604"/>
                <a:gd name="connsiteY48" fmla="*/ 7500 h 79479"/>
                <a:gd name="connsiteX49" fmla="*/ 71927 w 107604"/>
                <a:gd name="connsiteY49" fmla="*/ 2031 h 79479"/>
                <a:gd name="connsiteX50" fmla="*/ 81979 w 107604"/>
                <a:gd name="connsiteY50" fmla="*/ 0 h 79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07604" h="79479">
                  <a:moveTo>
                    <a:pt x="82500" y="6979"/>
                  </a:moveTo>
                  <a:cubicBezTo>
                    <a:pt x="77292" y="6979"/>
                    <a:pt x="73281" y="8815"/>
                    <a:pt x="70469" y="12500"/>
                  </a:cubicBezTo>
                  <a:cubicBezTo>
                    <a:pt x="67656" y="16172"/>
                    <a:pt x="66250" y="20651"/>
                    <a:pt x="66250" y="25938"/>
                  </a:cubicBezTo>
                  <a:cubicBezTo>
                    <a:pt x="66250" y="28503"/>
                    <a:pt x="66579" y="30938"/>
                    <a:pt x="67240" y="33229"/>
                  </a:cubicBezTo>
                  <a:cubicBezTo>
                    <a:pt x="67898" y="35521"/>
                    <a:pt x="68923" y="37500"/>
                    <a:pt x="70313" y="39167"/>
                  </a:cubicBezTo>
                  <a:cubicBezTo>
                    <a:pt x="71632" y="40898"/>
                    <a:pt x="73298" y="42266"/>
                    <a:pt x="75312" y="43282"/>
                  </a:cubicBezTo>
                  <a:cubicBezTo>
                    <a:pt x="77326" y="44284"/>
                    <a:pt x="79688" y="44792"/>
                    <a:pt x="82396" y="44792"/>
                  </a:cubicBezTo>
                  <a:cubicBezTo>
                    <a:pt x="84688" y="44792"/>
                    <a:pt x="86823" y="44297"/>
                    <a:pt x="88802" y="43333"/>
                  </a:cubicBezTo>
                  <a:cubicBezTo>
                    <a:pt x="90781" y="42357"/>
                    <a:pt x="92465" y="41068"/>
                    <a:pt x="93854" y="39480"/>
                  </a:cubicBezTo>
                  <a:cubicBezTo>
                    <a:pt x="95313" y="37812"/>
                    <a:pt x="96440" y="35899"/>
                    <a:pt x="97240" y="33751"/>
                  </a:cubicBezTo>
                  <a:cubicBezTo>
                    <a:pt x="98038" y="31589"/>
                    <a:pt x="98438" y="29297"/>
                    <a:pt x="98438" y="26875"/>
                  </a:cubicBezTo>
                  <a:cubicBezTo>
                    <a:pt x="98438" y="24089"/>
                    <a:pt x="98038" y="21485"/>
                    <a:pt x="97240" y="19062"/>
                  </a:cubicBezTo>
                  <a:cubicBezTo>
                    <a:pt x="96440" y="16628"/>
                    <a:pt x="95346" y="14505"/>
                    <a:pt x="93958" y="12709"/>
                  </a:cubicBezTo>
                  <a:cubicBezTo>
                    <a:pt x="92569" y="10964"/>
                    <a:pt x="90902" y="9584"/>
                    <a:pt x="88958" y="8542"/>
                  </a:cubicBezTo>
                  <a:cubicBezTo>
                    <a:pt x="87013" y="7500"/>
                    <a:pt x="84861" y="6979"/>
                    <a:pt x="82500" y="6979"/>
                  </a:cubicBezTo>
                  <a:close/>
                  <a:moveTo>
                    <a:pt x="16563" y="1771"/>
                  </a:moveTo>
                  <a:lnTo>
                    <a:pt x="22500" y="1771"/>
                  </a:lnTo>
                  <a:cubicBezTo>
                    <a:pt x="23263" y="1771"/>
                    <a:pt x="23784" y="1901"/>
                    <a:pt x="24063" y="2188"/>
                  </a:cubicBezTo>
                  <a:cubicBezTo>
                    <a:pt x="24340" y="2461"/>
                    <a:pt x="24479" y="2982"/>
                    <a:pt x="24479" y="3750"/>
                  </a:cubicBezTo>
                  <a:lnTo>
                    <a:pt x="24479" y="77813"/>
                  </a:lnTo>
                  <a:lnTo>
                    <a:pt x="16250" y="77813"/>
                  </a:lnTo>
                  <a:lnTo>
                    <a:pt x="16250" y="10730"/>
                  </a:lnTo>
                  <a:cubicBezTo>
                    <a:pt x="14375" y="12735"/>
                    <a:pt x="12031" y="14662"/>
                    <a:pt x="9219" y="16510"/>
                  </a:cubicBezTo>
                  <a:cubicBezTo>
                    <a:pt x="6406" y="18346"/>
                    <a:pt x="3333" y="20104"/>
                    <a:pt x="0" y="21771"/>
                  </a:cubicBezTo>
                  <a:lnTo>
                    <a:pt x="0" y="13855"/>
                  </a:lnTo>
                  <a:cubicBezTo>
                    <a:pt x="2986" y="12527"/>
                    <a:pt x="5867" y="10834"/>
                    <a:pt x="8646" y="8750"/>
                  </a:cubicBezTo>
                  <a:cubicBezTo>
                    <a:pt x="11423" y="6667"/>
                    <a:pt x="14062" y="4336"/>
                    <a:pt x="16563" y="1771"/>
                  </a:cubicBezTo>
                  <a:close/>
                  <a:moveTo>
                    <a:pt x="81979" y="0"/>
                  </a:moveTo>
                  <a:cubicBezTo>
                    <a:pt x="85313" y="0"/>
                    <a:pt x="88507" y="521"/>
                    <a:pt x="91563" y="1562"/>
                  </a:cubicBezTo>
                  <a:cubicBezTo>
                    <a:pt x="94617" y="2604"/>
                    <a:pt x="97361" y="4505"/>
                    <a:pt x="99792" y="7292"/>
                  </a:cubicBezTo>
                  <a:cubicBezTo>
                    <a:pt x="102152" y="10065"/>
                    <a:pt x="104044" y="13906"/>
                    <a:pt x="105469" y="18802"/>
                  </a:cubicBezTo>
                  <a:cubicBezTo>
                    <a:pt x="106892" y="23698"/>
                    <a:pt x="107604" y="29961"/>
                    <a:pt x="107604" y="37604"/>
                  </a:cubicBezTo>
                  <a:cubicBezTo>
                    <a:pt x="107604" y="51563"/>
                    <a:pt x="105277" y="62032"/>
                    <a:pt x="100625" y="69010"/>
                  </a:cubicBezTo>
                  <a:cubicBezTo>
                    <a:pt x="95971" y="75990"/>
                    <a:pt x="89652" y="79479"/>
                    <a:pt x="81667" y="79479"/>
                  </a:cubicBezTo>
                  <a:cubicBezTo>
                    <a:pt x="75277" y="79479"/>
                    <a:pt x="70121" y="77709"/>
                    <a:pt x="66198" y="74166"/>
                  </a:cubicBezTo>
                  <a:cubicBezTo>
                    <a:pt x="62273" y="70625"/>
                    <a:pt x="60000" y="65795"/>
                    <a:pt x="59375" y="59687"/>
                  </a:cubicBezTo>
                  <a:lnTo>
                    <a:pt x="67604" y="59687"/>
                  </a:lnTo>
                  <a:cubicBezTo>
                    <a:pt x="67742" y="63646"/>
                    <a:pt x="69253" y="66771"/>
                    <a:pt x="72135" y="69063"/>
                  </a:cubicBezTo>
                  <a:cubicBezTo>
                    <a:pt x="75017" y="71355"/>
                    <a:pt x="78333" y="72500"/>
                    <a:pt x="82083" y="72500"/>
                  </a:cubicBezTo>
                  <a:cubicBezTo>
                    <a:pt x="85694" y="72500"/>
                    <a:pt x="88698" y="71459"/>
                    <a:pt x="91094" y="69375"/>
                  </a:cubicBezTo>
                  <a:cubicBezTo>
                    <a:pt x="93490" y="67292"/>
                    <a:pt x="95382" y="64584"/>
                    <a:pt x="96771" y="61251"/>
                  </a:cubicBezTo>
                  <a:cubicBezTo>
                    <a:pt x="98159" y="57982"/>
                    <a:pt x="99115" y="54297"/>
                    <a:pt x="99635" y="50209"/>
                  </a:cubicBezTo>
                  <a:cubicBezTo>
                    <a:pt x="100156" y="46107"/>
                    <a:pt x="100417" y="42044"/>
                    <a:pt x="100417" y="38021"/>
                  </a:cubicBezTo>
                  <a:cubicBezTo>
                    <a:pt x="98819" y="42526"/>
                    <a:pt x="96284" y="45860"/>
                    <a:pt x="92813" y="48021"/>
                  </a:cubicBezTo>
                  <a:cubicBezTo>
                    <a:pt x="89340" y="50170"/>
                    <a:pt x="85313" y="51250"/>
                    <a:pt x="80729" y="51250"/>
                  </a:cubicBezTo>
                  <a:cubicBezTo>
                    <a:pt x="73854" y="51250"/>
                    <a:pt x="68350" y="48920"/>
                    <a:pt x="64219" y="44271"/>
                  </a:cubicBezTo>
                  <a:cubicBezTo>
                    <a:pt x="60086" y="39609"/>
                    <a:pt x="58021" y="33437"/>
                    <a:pt x="58021" y="25729"/>
                  </a:cubicBezTo>
                  <a:cubicBezTo>
                    <a:pt x="58021" y="22188"/>
                    <a:pt x="58559" y="18854"/>
                    <a:pt x="59635" y="15729"/>
                  </a:cubicBezTo>
                  <a:cubicBezTo>
                    <a:pt x="60711" y="12604"/>
                    <a:pt x="62292" y="9857"/>
                    <a:pt x="64375" y="7500"/>
                  </a:cubicBezTo>
                  <a:cubicBezTo>
                    <a:pt x="66458" y="5209"/>
                    <a:pt x="68975" y="3386"/>
                    <a:pt x="71927" y="2031"/>
                  </a:cubicBezTo>
                  <a:cubicBezTo>
                    <a:pt x="74878" y="677"/>
                    <a:pt x="78229" y="0"/>
                    <a:pt x="81979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17" name="TextBox 816">
              <a:extLst>
                <a:ext uri="{FF2B5EF4-FFF2-40B4-BE49-F238E27FC236}">
                  <a16:creationId xmlns:a16="http://schemas.microsoft.com/office/drawing/2014/main" id="{B11D0EA6-9E63-44F3-8F19-A52176B44BB6}"/>
                </a:ext>
              </a:extLst>
            </p:cNvPr>
            <p:cNvSpPr txBox="1"/>
            <p:nvPr/>
          </p:nvSpPr>
          <p:spPr>
            <a:xfrm>
              <a:off x="860456" y="8398380"/>
              <a:ext cx="261005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19</a:t>
              </a:r>
            </a:p>
          </p:txBody>
        </p:sp>
        <p:grpSp>
          <p:nvGrpSpPr>
            <p:cNvPr id="818" name="그래픽 5">
              <a:extLst>
                <a:ext uri="{FF2B5EF4-FFF2-40B4-BE49-F238E27FC236}">
                  <a16:creationId xmlns:a16="http://schemas.microsoft.com/office/drawing/2014/main" id="{E8E796F1-5714-47D5-8BEB-B19D7A2DB027}"/>
                </a:ext>
              </a:extLst>
            </p:cNvPr>
            <p:cNvGrpSpPr/>
            <p:nvPr/>
          </p:nvGrpSpPr>
          <p:grpSpPr>
            <a:xfrm>
              <a:off x="1212467" y="8348241"/>
              <a:ext cx="455729" cy="130208"/>
              <a:chOff x="1212467" y="8348241"/>
              <a:chExt cx="455729" cy="130208"/>
            </a:xfrm>
          </p:grpSpPr>
          <p:sp>
            <p:nvSpPr>
              <p:cNvPr id="819" name="자유형: 도형 818">
                <a:extLst>
                  <a:ext uri="{FF2B5EF4-FFF2-40B4-BE49-F238E27FC236}">
                    <a16:creationId xmlns:a16="http://schemas.microsoft.com/office/drawing/2014/main" id="{30F6EF11-40E3-4DF2-B191-8943D2DA88D9}"/>
                  </a:ext>
                </a:extLst>
              </p:cNvPr>
              <p:cNvSpPr/>
              <p:nvPr/>
            </p:nvSpPr>
            <p:spPr>
              <a:xfrm>
                <a:off x="1212467" y="8370285"/>
                <a:ext cx="455416" cy="93854"/>
              </a:xfrm>
              <a:custGeom>
                <a:avLst/>
                <a:gdLst>
                  <a:gd name="connsiteX0" fmla="*/ 285729 w 455416"/>
                  <a:gd name="connsiteY0" fmla="*/ 72500 h 93854"/>
                  <a:gd name="connsiteX1" fmla="*/ 370521 w 455416"/>
                  <a:gd name="connsiteY1" fmla="*/ 72500 h 93854"/>
                  <a:gd name="connsiteX2" fmla="*/ 370521 w 455416"/>
                  <a:gd name="connsiteY2" fmla="*/ 79583 h 93854"/>
                  <a:gd name="connsiteX3" fmla="*/ 285729 w 455416"/>
                  <a:gd name="connsiteY3" fmla="*/ 79583 h 93854"/>
                  <a:gd name="connsiteX4" fmla="*/ 402084 w 455416"/>
                  <a:gd name="connsiteY4" fmla="*/ 65208 h 93854"/>
                  <a:gd name="connsiteX5" fmla="*/ 402084 w 455416"/>
                  <a:gd name="connsiteY5" fmla="*/ 84480 h 93854"/>
                  <a:gd name="connsiteX6" fmla="*/ 447292 w 455416"/>
                  <a:gd name="connsiteY6" fmla="*/ 84480 h 93854"/>
                  <a:gd name="connsiteX7" fmla="*/ 447292 w 455416"/>
                  <a:gd name="connsiteY7" fmla="*/ 65208 h 93854"/>
                  <a:gd name="connsiteX8" fmla="*/ 47917 w 455416"/>
                  <a:gd name="connsiteY8" fmla="*/ 63229 h 93854"/>
                  <a:gd name="connsiteX9" fmla="*/ 39010 w 455416"/>
                  <a:gd name="connsiteY9" fmla="*/ 64063 h 93854"/>
                  <a:gd name="connsiteX10" fmla="*/ 31771 w 455416"/>
                  <a:gd name="connsiteY10" fmla="*/ 66458 h 93854"/>
                  <a:gd name="connsiteX11" fmla="*/ 27031 w 455416"/>
                  <a:gd name="connsiteY11" fmla="*/ 70156 h 93854"/>
                  <a:gd name="connsiteX12" fmla="*/ 25313 w 455416"/>
                  <a:gd name="connsiteY12" fmla="*/ 75208 h 93854"/>
                  <a:gd name="connsiteX13" fmla="*/ 27031 w 455416"/>
                  <a:gd name="connsiteY13" fmla="*/ 80313 h 93854"/>
                  <a:gd name="connsiteX14" fmla="*/ 31875 w 455416"/>
                  <a:gd name="connsiteY14" fmla="*/ 84167 h 93854"/>
                  <a:gd name="connsiteX15" fmla="*/ 39010 w 455416"/>
                  <a:gd name="connsiteY15" fmla="*/ 86563 h 93854"/>
                  <a:gd name="connsiteX16" fmla="*/ 47917 w 455416"/>
                  <a:gd name="connsiteY16" fmla="*/ 87396 h 93854"/>
                  <a:gd name="connsiteX17" fmla="*/ 56979 w 455416"/>
                  <a:gd name="connsiteY17" fmla="*/ 86563 h 93854"/>
                  <a:gd name="connsiteX18" fmla="*/ 64271 w 455416"/>
                  <a:gd name="connsiteY18" fmla="*/ 84167 h 93854"/>
                  <a:gd name="connsiteX19" fmla="*/ 69063 w 455416"/>
                  <a:gd name="connsiteY19" fmla="*/ 80365 h 93854"/>
                  <a:gd name="connsiteX20" fmla="*/ 70833 w 455416"/>
                  <a:gd name="connsiteY20" fmla="*/ 75312 h 93854"/>
                  <a:gd name="connsiteX21" fmla="*/ 64323 w 455416"/>
                  <a:gd name="connsiteY21" fmla="*/ 66458 h 93854"/>
                  <a:gd name="connsiteX22" fmla="*/ 47917 w 455416"/>
                  <a:gd name="connsiteY22" fmla="*/ 63229 h 93854"/>
                  <a:gd name="connsiteX23" fmla="*/ 396146 w 455416"/>
                  <a:gd name="connsiteY23" fmla="*/ 58334 h 93854"/>
                  <a:gd name="connsiteX24" fmla="*/ 453229 w 455416"/>
                  <a:gd name="connsiteY24" fmla="*/ 58334 h 93854"/>
                  <a:gd name="connsiteX25" fmla="*/ 454948 w 455416"/>
                  <a:gd name="connsiteY25" fmla="*/ 58802 h 93854"/>
                  <a:gd name="connsiteX26" fmla="*/ 455417 w 455416"/>
                  <a:gd name="connsiteY26" fmla="*/ 60521 h 93854"/>
                  <a:gd name="connsiteX27" fmla="*/ 455417 w 455416"/>
                  <a:gd name="connsiteY27" fmla="*/ 89063 h 93854"/>
                  <a:gd name="connsiteX28" fmla="*/ 454948 w 455416"/>
                  <a:gd name="connsiteY28" fmla="*/ 90782 h 93854"/>
                  <a:gd name="connsiteX29" fmla="*/ 453229 w 455416"/>
                  <a:gd name="connsiteY29" fmla="*/ 91250 h 93854"/>
                  <a:gd name="connsiteX30" fmla="*/ 396146 w 455416"/>
                  <a:gd name="connsiteY30" fmla="*/ 91250 h 93854"/>
                  <a:gd name="connsiteX31" fmla="*/ 394427 w 455416"/>
                  <a:gd name="connsiteY31" fmla="*/ 90782 h 93854"/>
                  <a:gd name="connsiteX32" fmla="*/ 393959 w 455416"/>
                  <a:gd name="connsiteY32" fmla="*/ 89063 h 93854"/>
                  <a:gd name="connsiteX33" fmla="*/ 393959 w 455416"/>
                  <a:gd name="connsiteY33" fmla="*/ 60521 h 93854"/>
                  <a:gd name="connsiteX34" fmla="*/ 394427 w 455416"/>
                  <a:gd name="connsiteY34" fmla="*/ 58802 h 93854"/>
                  <a:gd name="connsiteX35" fmla="*/ 396146 w 455416"/>
                  <a:gd name="connsiteY35" fmla="*/ 58334 h 93854"/>
                  <a:gd name="connsiteX36" fmla="*/ 47917 w 455416"/>
                  <a:gd name="connsiteY36" fmla="*/ 56458 h 93854"/>
                  <a:gd name="connsiteX37" fmla="*/ 70885 w 455416"/>
                  <a:gd name="connsiteY37" fmla="*/ 61615 h 93854"/>
                  <a:gd name="connsiteX38" fmla="*/ 79479 w 455416"/>
                  <a:gd name="connsiteY38" fmla="*/ 75208 h 93854"/>
                  <a:gd name="connsiteX39" fmla="*/ 70885 w 455416"/>
                  <a:gd name="connsiteY39" fmla="*/ 88855 h 93854"/>
                  <a:gd name="connsiteX40" fmla="*/ 47917 w 455416"/>
                  <a:gd name="connsiteY40" fmla="*/ 93854 h 93854"/>
                  <a:gd name="connsiteX41" fmla="*/ 34948 w 455416"/>
                  <a:gd name="connsiteY41" fmla="*/ 92553 h 93854"/>
                  <a:gd name="connsiteX42" fmla="*/ 25104 w 455416"/>
                  <a:gd name="connsiteY42" fmla="*/ 88855 h 93854"/>
                  <a:gd name="connsiteX43" fmla="*/ 18750 w 455416"/>
                  <a:gd name="connsiteY43" fmla="*/ 82969 h 93854"/>
                  <a:gd name="connsiteX44" fmla="*/ 16563 w 455416"/>
                  <a:gd name="connsiteY44" fmla="*/ 75208 h 93854"/>
                  <a:gd name="connsiteX45" fmla="*/ 18802 w 455416"/>
                  <a:gd name="connsiteY45" fmla="*/ 67552 h 93854"/>
                  <a:gd name="connsiteX46" fmla="*/ 25208 w 455416"/>
                  <a:gd name="connsiteY46" fmla="*/ 61667 h 93854"/>
                  <a:gd name="connsiteX47" fmla="*/ 35104 w 455416"/>
                  <a:gd name="connsiteY47" fmla="*/ 57813 h 93854"/>
                  <a:gd name="connsiteX48" fmla="*/ 47917 w 455416"/>
                  <a:gd name="connsiteY48" fmla="*/ 56458 h 93854"/>
                  <a:gd name="connsiteX49" fmla="*/ 110208 w 455416"/>
                  <a:gd name="connsiteY49" fmla="*/ 26875 h 93854"/>
                  <a:gd name="connsiteX50" fmla="*/ 110208 w 455416"/>
                  <a:gd name="connsiteY50" fmla="*/ 45938 h 93854"/>
                  <a:gd name="connsiteX51" fmla="*/ 155417 w 455416"/>
                  <a:gd name="connsiteY51" fmla="*/ 45938 h 93854"/>
                  <a:gd name="connsiteX52" fmla="*/ 155417 w 455416"/>
                  <a:gd name="connsiteY52" fmla="*/ 26875 h 93854"/>
                  <a:gd name="connsiteX53" fmla="*/ 6354 w 455416"/>
                  <a:gd name="connsiteY53" fmla="*/ 4271 h 93854"/>
                  <a:gd name="connsiteX54" fmla="*/ 51458 w 455416"/>
                  <a:gd name="connsiteY54" fmla="*/ 4271 h 93854"/>
                  <a:gd name="connsiteX55" fmla="*/ 51458 w 455416"/>
                  <a:gd name="connsiteY55" fmla="*/ 11250 h 93854"/>
                  <a:gd name="connsiteX56" fmla="*/ 33333 w 455416"/>
                  <a:gd name="connsiteY56" fmla="*/ 11250 h 93854"/>
                  <a:gd name="connsiteX57" fmla="*/ 33333 w 455416"/>
                  <a:gd name="connsiteY57" fmla="*/ 15001 h 93854"/>
                  <a:gd name="connsiteX58" fmla="*/ 35312 w 455416"/>
                  <a:gd name="connsiteY58" fmla="*/ 25417 h 93854"/>
                  <a:gd name="connsiteX59" fmla="*/ 40625 w 455416"/>
                  <a:gd name="connsiteY59" fmla="*/ 33855 h 93854"/>
                  <a:gd name="connsiteX60" fmla="*/ 48229 w 455416"/>
                  <a:gd name="connsiteY60" fmla="*/ 40157 h 93854"/>
                  <a:gd name="connsiteX61" fmla="*/ 57188 w 455416"/>
                  <a:gd name="connsiteY61" fmla="*/ 44271 h 93854"/>
                  <a:gd name="connsiteX62" fmla="*/ 51979 w 455416"/>
                  <a:gd name="connsiteY62" fmla="*/ 50313 h 93854"/>
                  <a:gd name="connsiteX63" fmla="*/ 46042 w 455416"/>
                  <a:gd name="connsiteY63" fmla="*/ 47239 h 93854"/>
                  <a:gd name="connsiteX64" fmla="*/ 39688 w 455416"/>
                  <a:gd name="connsiteY64" fmla="*/ 42813 h 93854"/>
                  <a:gd name="connsiteX65" fmla="*/ 33750 w 455416"/>
                  <a:gd name="connsiteY65" fmla="*/ 37188 h 93854"/>
                  <a:gd name="connsiteX66" fmla="*/ 29062 w 455416"/>
                  <a:gd name="connsiteY66" fmla="*/ 30313 h 93854"/>
                  <a:gd name="connsiteX67" fmla="*/ 20208 w 455416"/>
                  <a:gd name="connsiteY67" fmla="*/ 43490 h 93854"/>
                  <a:gd name="connsiteX68" fmla="*/ 6146 w 455416"/>
                  <a:gd name="connsiteY68" fmla="*/ 53125 h 93854"/>
                  <a:gd name="connsiteX69" fmla="*/ 0 w 455416"/>
                  <a:gd name="connsiteY69" fmla="*/ 47604 h 93854"/>
                  <a:gd name="connsiteX70" fmla="*/ 9479 w 455416"/>
                  <a:gd name="connsiteY70" fmla="*/ 42552 h 93854"/>
                  <a:gd name="connsiteX71" fmla="*/ 17292 w 455416"/>
                  <a:gd name="connsiteY71" fmla="*/ 35313 h 93854"/>
                  <a:gd name="connsiteX72" fmla="*/ 22656 w 455416"/>
                  <a:gd name="connsiteY72" fmla="*/ 26146 h 93854"/>
                  <a:gd name="connsiteX73" fmla="*/ 24688 w 455416"/>
                  <a:gd name="connsiteY73" fmla="*/ 14792 h 93854"/>
                  <a:gd name="connsiteX74" fmla="*/ 24688 w 455416"/>
                  <a:gd name="connsiteY74" fmla="*/ 11250 h 93854"/>
                  <a:gd name="connsiteX75" fmla="*/ 6354 w 455416"/>
                  <a:gd name="connsiteY75" fmla="*/ 11250 h 93854"/>
                  <a:gd name="connsiteX76" fmla="*/ 385625 w 455416"/>
                  <a:gd name="connsiteY76" fmla="*/ 3959 h 93854"/>
                  <a:gd name="connsiteX77" fmla="*/ 416563 w 455416"/>
                  <a:gd name="connsiteY77" fmla="*/ 3959 h 93854"/>
                  <a:gd name="connsiteX78" fmla="*/ 416563 w 455416"/>
                  <a:gd name="connsiteY78" fmla="*/ 10938 h 93854"/>
                  <a:gd name="connsiteX79" fmla="*/ 391459 w 455416"/>
                  <a:gd name="connsiteY79" fmla="*/ 10938 h 93854"/>
                  <a:gd name="connsiteX80" fmla="*/ 391459 w 455416"/>
                  <a:gd name="connsiteY80" fmla="*/ 22813 h 93854"/>
                  <a:gd name="connsiteX81" fmla="*/ 414375 w 455416"/>
                  <a:gd name="connsiteY81" fmla="*/ 22813 h 93854"/>
                  <a:gd name="connsiteX82" fmla="*/ 414375 w 455416"/>
                  <a:gd name="connsiteY82" fmla="*/ 29271 h 93854"/>
                  <a:gd name="connsiteX83" fmla="*/ 391459 w 455416"/>
                  <a:gd name="connsiteY83" fmla="*/ 29271 h 93854"/>
                  <a:gd name="connsiteX84" fmla="*/ 391459 w 455416"/>
                  <a:gd name="connsiteY84" fmla="*/ 42083 h 93854"/>
                  <a:gd name="connsiteX85" fmla="*/ 396354 w 455416"/>
                  <a:gd name="connsiteY85" fmla="*/ 42083 h 93854"/>
                  <a:gd name="connsiteX86" fmla="*/ 402292 w 455416"/>
                  <a:gd name="connsiteY86" fmla="*/ 41979 h 93854"/>
                  <a:gd name="connsiteX87" fmla="*/ 409896 w 455416"/>
                  <a:gd name="connsiteY87" fmla="*/ 41563 h 93854"/>
                  <a:gd name="connsiteX88" fmla="*/ 417240 w 455416"/>
                  <a:gd name="connsiteY88" fmla="*/ 40990 h 93854"/>
                  <a:gd name="connsiteX89" fmla="*/ 422813 w 455416"/>
                  <a:gd name="connsiteY89" fmla="*/ 40209 h 93854"/>
                  <a:gd name="connsiteX90" fmla="*/ 422813 w 455416"/>
                  <a:gd name="connsiteY90" fmla="*/ 47084 h 93854"/>
                  <a:gd name="connsiteX91" fmla="*/ 418281 w 455416"/>
                  <a:gd name="connsiteY91" fmla="*/ 47761 h 93854"/>
                  <a:gd name="connsiteX92" fmla="*/ 410834 w 455416"/>
                  <a:gd name="connsiteY92" fmla="*/ 48438 h 93854"/>
                  <a:gd name="connsiteX93" fmla="*/ 402188 w 455416"/>
                  <a:gd name="connsiteY93" fmla="*/ 48958 h 93854"/>
                  <a:gd name="connsiteX94" fmla="*/ 394063 w 455416"/>
                  <a:gd name="connsiteY94" fmla="*/ 49167 h 93854"/>
                  <a:gd name="connsiteX95" fmla="*/ 385625 w 455416"/>
                  <a:gd name="connsiteY95" fmla="*/ 49167 h 93854"/>
                  <a:gd name="connsiteX96" fmla="*/ 383906 w 455416"/>
                  <a:gd name="connsiteY96" fmla="*/ 48698 h 93854"/>
                  <a:gd name="connsiteX97" fmla="*/ 383438 w 455416"/>
                  <a:gd name="connsiteY97" fmla="*/ 46980 h 93854"/>
                  <a:gd name="connsiteX98" fmla="*/ 383438 w 455416"/>
                  <a:gd name="connsiteY98" fmla="*/ 6146 h 93854"/>
                  <a:gd name="connsiteX99" fmla="*/ 383906 w 455416"/>
                  <a:gd name="connsiteY99" fmla="*/ 4427 h 93854"/>
                  <a:gd name="connsiteX100" fmla="*/ 385625 w 455416"/>
                  <a:gd name="connsiteY100" fmla="*/ 3959 h 93854"/>
                  <a:gd name="connsiteX101" fmla="*/ 219167 w 455416"/>
                  <a:gd name="connsiteY101" fmla="*/ 3750 h 93854"/>
                  <a:gd name="connsiteX102" fmla="*/ 227708 w 455416"/>
                  <a:gd name="connsiteY102" fmla="*/ 3750 h 93854"/>
                  <a:gd name="connsiteX103" fmla="*/ 227708 w 455416"/>
                  <a:gd name="connsiteY103" fmla="*/ 21875 h 93854"/>
                  <a:gd name="connsiteX104" fmla="*/ 233802 w 455416"/>
                  <a:gd name="connsiteY104" fmla="*/ 46980 h 93854"/>
                  <a:gd name="connsiteX105" fmla="*/ 253021 w 455416"/>
                  <a:gd name="connsiteY105" fmla="*/ 65626 h 93854"/>
                  <a:gd name="connsiteX106" fmla="*/ 246979 w 455416"/>
                  <a:gd name="connsiteY106" fmla="*/ 71563 h 93854"/>
                  <a:gd name="connsiteX107" fmla="*/ 233125 w 455416"/>
                  <a:gd name="connsiteY107" fmla="*/ 59323 h 93854"/>
                  <a:gd name="connsiteX108" fmla="*/ 223229 w 455416"/>
                  <a:gd name="connsiteY108" fmla="*/ 42813 h 93854"/>
                  <a:gd name="connsiteX109" fmla="*/ 213750 w 455416"/>
                  <a:gd name="connsiteY109" fmla="*/ 60417 h 93854"/>
                  <a:gd name="connsiteX110" fmla="*/ 199583 w 455416"/>
                  <a:gd name="connsiteY110" fmla="*/ 73958 h 93854"/>
                  <a:gd name="connsiteX111" fmla="*/ 192708 w 455416"/>
                  <a:gd name="connsiteY111" fmla="*/ 68438 h 93854"/>
                  <a:gd name="connsiteX112" fmla="*/ 212344 w 455416"/>
                  <a:gd name="connsiteY112" fmla="*/ 48230 h 93854"/>
                  <a:gd name="connsiteX113" fmla="*/ 219167 w 455416"/>
                  <a:gd name="connsiteY113" fmla="*/ 20834 h 93854"/>
                  <a:gd name="connsiteX114" fmla="*/ 101979 w 455416"/>
                  <a:gd name="connsiteY114" fmla="*/ 3750 h 93854"/>
                  <a:gd name="connsiteX115" fmla="*/ 110208 w 455416"/>
                  <a:gd name="connsiteY115" fmla="*/ 3750 h 93854"/>
                  <a:gd name="connsiteX116" fmla="*/ 110208 w 455416"/>
                  <a:gd name="connsiteY116" fmla="*/ 19896 h 93854"/>
                  <a:gd name="connsiteX117" fmla="*/ 155417 w 455416"/>
                  <a:gd name="connsiteY117" fmla="*/ 19896 h 93854"/>
                  <a:gd name="connsiteX118" fmla="*/ 155417 w 455416"/>
                  <a:gd name="connsiteY118" fmla="*/ 3750 h 93854"/>
                  <a:gd name="connsiteX119" fmla="*/ 163646 w 455416"/>
                  <a:gd name="connsiteY119" fmla="*/ 3750 h 93854"/>
                  <a:gd name="connsiteX120" fmla="*/ 163646 w 455416"/>
                  <a:gd name="connsiteY120" fmla="*/ 50937 h 93854"/>
                  <a:gd name="connsiteX121" fmla="*/ 163177 w 455416"/>
                  <a:gd name="connsiteY121" fmla="*/ 52656 h 93854"/>
                  <a:gd name="connsiteX122" fmla="*/ 161458 w 455416"/>
                  <a:gd name="connsiteY122" fmla="*/ 53125 h 93854"/>
                  <a:gd name="connsiteX123" fmla="*/ 136979 w 455416"/>
                  <a:gd name="connsiteY123" fmla="*/ 53125 h 93854"/>
                  <a:gd name="connsiteX124" fmla="*/ 136979 w 455416"/>
                  <a:gd name="connsiteY124" fmla="*/ 73542 h 93854"/>
                  <a:gd name="connsiteX125" fmla="*/ 175208 w 455416"/>
                  <a:gd name="connsiteY125" fmla="*/ 73542 h 93854"/>
                  <a:gd name="connsiteX126" fmla="*/ 175208 w 455416"/>
                  <a:gd name="connsiteY126" fmla="*/ 80729 h 93854"/>
                  <a:gd name="connsiteX127" fmla="*/ 90417 w 455416"/>
                  <a:gd name="connsiteY127" fmla="*/ 80729 h 93854"/>
                  <a:gd name="connsiteX128" fmla="*/ 90417 w 455416"/>
                  <a:gd name="connsiteY128" fmla="*/ 73542 h 93854"/>
                  <a:gd name="connsiteX129" fmla="*/ 128438 w 455416"/>
                  <a:gd name="connsiteY129" fmla="*/ 73542 h 93854"/>
                  <a:gd name="connsiteX130" fmla="*/ 128438 w 455416"/>
                  <a:gd name="connsiteY130" fmla="*/ 53125 h 93854"/>
                  <a:gd name="connsiteX131" fmla="*/ 104167 w 455416"/>
                  <a:gd name="connsiteY131" fmla="*/ 53125 h 93854"/>
                  <a:gd name="connsiteX132" fmla="*/ 102448 w 455416"/>
                  <a:gd name="connsiteY132" fmla="*/ 52656 h 93854"/>
                  <a:gd name="connsiteX133" fmla="*/ 101979 w 455416"/>
                  <a:gd name="connsiteY133" fmla="*/ 50937 h 93854"/>
                  <a:gd name="connsiteX134" fmla="*/ 323750 w 455416"/>
                  <a:gd name="connsiteY134" fmla="*/ 3646 h 93854"/>
                  <a:gd name="connsiteX135" fmla="*/ 332604 w 455416"/>
                  <a:gd name="connsiteY135" fmla="*/ 3646 h 93854"/>
                  <a:gd name="connsiteX136" fmla="*/ 332604 w 455416"/>
                  <a:gd name="connsiteY136" fmla="*/ 11563 h 93854"/>
                  <a:gd name="connsiteX137" fmla="*/ 335469 w 455416"/>
                  <a:gd name="connsiteY137" fmla="*/ 23177 h 93854"/>
                  <a:gd name="connsiteX138" fmla="*/ 343125 w 455416"/>
                  <a:gd name="connsiteY138" fmla="*/ 33751 h 93854"/>
                  <a:gd name="connsiteX139" fmla="*/ 354063 w 455416"/>
                  <a:gd name="connsiteY139" fmla="*/ 42240 h 93854"/>
                  <a:gd name="connsiteX140" fmla="*/ 366771 w 455416"/>
                  <a:gd name="connsiteY140" fmla="*/ 47917 h 93854"/>
                  <a:gd name="connsiteX141" fmla="*/ 360938 w 455416"/>
                  <a:gd name="connsiteY141" fmla="*/ 54063 h 93854"/>
                  <a:gd name="connsiteX142" fmla="*/ 351406 w 455416"/>
                  <a:gd name="connsiteY142" fmla="*/ 49740 h 93854"/>
                  <a:gd name="connsiteX143" fmla="*/ 341979 w 455416"/>
                  <a:gd name="connsiteY143" fmla="*/ 43229 h 93854"/>
                  <a:gd name="connsiteX144" fmla="*/ 333854 w 455416"/>
                  <a:gd name="connsiteY144" fmla="*/ 35156 h 93854"/>
                  <a:gd name="connsiteX145" fmla="*/ 328334 w 455416"/>
                  <a:gd name="connsiteY145" fmla="*/ 25729 h 93854"/>
                  <a:gd name="connsiteX146" fmla="*/ 322709 w 455416"/>
                  <a:gd name="connsiteY146" fmla="*/ 35000 h 93854"/>
                  <a:gd name="connsiteX147" fmla="*/ 314688 w 455416"/>
                  <a:gd name="connsiteY147" fmla="*/ 43021 h 93854"/>
                  <a:gd name="connsiteX148" fmla="*/ 305261 w 455416"/>
                  <a:gd name="connsiteY148" fmla="*/ 49531 h 93854"/>
                  <a:gd name="connsiteX149" fmla="*/ 295625 w 455416"/>
                  <a:gd name="connsiteY149" fmla="*/ 54167 h 93854"/>
                  <a:gd name="connsiteX150" fmla="*/ 289375 w 455416"/>
                  <a:gd name="connsiteY150" fmla="*/ 47812 h 93854"/>
                  <a:gd name="connsiteX151" fmla="*/ 301823 w 455416"/>
                  <a:gd name="connsiteY151" fmla="*/ 42448 h 93854"/>
                  <a:gd name="connsiteX152" fmla="*/ 312813 w 455416"/>
                  <a:gd name="connsiteY152" fmla="*/ 34271 h 93854"/>
                  <a:gd name="connsiteX153" fmla="*/ 320729 w 455416"/>
                  <a:gd name="connsiteY153" fmla="*/ 23802 h 93854"/>
                  <a:gd name="connsiteX154" fmla="*/ 323750 w 455416"/>
                  <a:gd name="connsiteY154" fmla="*/ 11563 h 93854"/>
                  <a:gd name="connsiteX155" fmla="*/ 429375 w 455416"/>
                  <a:gd name="connsiteY155" fmla="*/ 1667 h 93854"/>
                  <a:gd name="connsiteX156" fmla="*/ 437500 w 455416"/>
                  <a:gd name="connsiteY156" fmla="*/ 1667 h 93854"/>
                  <a:gd name="connsiteX157" fmla="*/ 437500 w 455416"/>
                  <a:gd name="connsiteY157" fmla="*/ 53333 h 93854"/>
                  <a:gd name="connsiteX158" fmla="*/ 429375 w 455416"/>
                  <a:gd name="connsiteY158" fmla="*/ 53333 h 93854"/>
                  <a:gd name="connsiteX159" fmla="*/ 429375 w 455416"/>
                  <a:gd name="connsiteY159" fmla="*/ 27813 h 93854"/>
                  <a:gd name="connsiteX160" fmla="*/ 417917 w 455416"/>
                  <a:gd name="connsiteY160" fmla="*/ 27813 h 93854"/>
                  <a:gd name="connsiteX161" fmla="*/ 417917 w 455416"/>
                  <a:gd name="connsiteY161" fmla="*/ 20626 h 93854"/>
                  <a:gd name="connsiteX162" fmla="*/ 429375 w 455416"/>
                  <a:gd name="connsiteY162" fmla="*/ 20626 h 93854"/>
                  <a:gd name="connsiteX163" fmla="*/ 447292 w 455416"/>
                  <a:gd name="connsiteY163" fmla="*/ 0 h 93854"/>
                  <a:gd name="connsiteX164" fmla="*/ 455313 w 455416"/>
                  <a:gd name="connsiteY164" fmla="*/ 0 h 93854"/>
                  <a:gd name="connsiteX165" fmla="*/ 455313 w 455416"/>
                  <a:gd name="connsiteY165" fmla="*/ 53333 h 93854"/>
                  <a:gd name="connsiteX166" fmla="*/ 447292 w 455416"/>
                  <a:gd name="connsiteY166" fmla="*/ 53333 h 93854"/>
                  <a:gd name="connsiteX167" fmla="*/ 263646 w 455416"/>
                  <a:gd name="connsiteY167" fmla="*/ 0 h 93854"/>
                  <a:gd name="connsiteX168" fmla="*/ 271979 w 455416"/>
                  <a:gd name="connsiteY168" fmla="*/ 0 h 93854"/>
                  <a:gd name="connsiteX169" fmla="*/ 271979 w 455416"/>
                  <a:gd name="connsiteY169" fmla="*/ 92292 h 93854"/>
                  <a:gd name="connsiteX170" fmla="*/ 263646 w 455416"/>
                  <a:gd name="connsiteY170" fmla="*/ 92292 h 93854"/>
                  <a:gd name="connsiteX171" fmla="*/ 69688 w 455416"/>
                  <a:gd name="connsiteY171" fmla="*/ 0 h 93854"/>
                  <a:gd name="connsiteX172" fmla="*/ 77813 w 455416"/>
                  <a:gd name="connsiteY172" fmla="*/ 0 h 93854"/>
                  <a:gd name="connsiteX173" fmla="*/ 77813 w 455416"/>
                  <a:gd name="connsiteY173" fmla="*/ 55938 h 93854"/>
                  <a:gd name="connsiteX174" fmla="*/ 69688 w 455416"/>
                  <a:gd name="connsiteY174" fmla="*/ 55938 h 93854"/>
                  <a:gd name="connsiteX175" fmla="*/ 69688 w 455416"/>
                  <a:gd name="connsiteY175" fmla="*/ 27917 h 93854"/>
                  <a:gd name="connsiteX176" fmla="*/ 50521 w 455416"/>
                  <a:gd name="connsiteY176" fmla="*/ 27917 h 93854"/>
                  <a:gd name="connsiteX177" fmla="*/ 50521 w 455416"/>
                  <a:gd name="connsiteY177" fmla="*/ 21042 h 93854"/>
                  <a:gd name="connsiteX178" fmla="*/ 69688 w 455416"/>
                  <a:gd name="connsiteY178" fmla="*/ 21042 h 93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455416" h="93854">
                    <a:moveTo>
                      <a:pt x="285729" y="72500"/>
                    </a:moveTo>
                    <a:lnTo>
                      <a:pt x="370521" y="72500"/>
                    </a:lnTo>
                    <a:lnTo>
                      <a:pt x="370521" y="79583"/>
                    </a:lnTo>
                    <a:lnTo>
                      <a:pt x="285729" y="79583"/>
                    </a:lnTo>
                    <a:close/>
                    <a:moveTo>
                      <a:pt x="402084" y="65208"/>
                    </a:moveTo>
                    <a:lnTo>
                      <a:pt x="402084" y="84480"/>
                    </a:lnTo>
                    <a:lnTo>
                      <a:pt x="447292" y="84480"/>
                    </a:lnTo>
                    <a:lnTo>
                      <a:pt x="447292" y="65208"/>
                    </a:lnTo>
                    <a:close/>
                    <a:moveTo>
                      <a:pt x="47917" y="63229"/>
                    </a:moveTo>
                    <a:cubicBezTo>
                      <a:pt x="44723" y="63229"/>
                      <a:pt x="41754" y="63503"/>
                      <a:pt x="39010" y="64063"/>
                    </a:cubicBezTo>
                    <a:cubicBezTo>
                      <a:pt x="36268" y="64610"/>
                      <a:pt x="33854" y="65417"/>
                      <a:pt x="31771" y="66458"/>
                    </a:cubicBezTo>
                    <a:cubicBezTo>
                      <a:pt x="29758" y="67422"/>
                      <a:pt x="28177" y="68659"/>
                      <a:pt x="27031" y="70156"/>
                    </a:cubicBezTo>
                    <a:cubicBezTo>
                      <a:pt x="25885" y="71641"/>
                      <a:pt x="25313" y="73334"/>
                      <a:pt x="25313" y="75208"/>
                    </a:cubicBezTo>
                    <a:cubicBezTo>
                      <a:pt x="25313" y="77084"/>
                      <a:pt x="25885" y="78776"/>
                      <a:pt x="27031" y="80313"/>
                    </a:cubicBezTo>
                    <a:cubicBezTo>
                      <a:pt x="28177" y="81836"/>
                      <a:pt x="29792" y="83125"/>
                      <a:pt x="31875" y="84167"/>
                    </a:cubicBezTo>
                    <a:cubicBezTo>
                      <a:pt x="33889" y="85208"/>
                      <a:pt x="36268" y="86003"/>
                      <a:pt x="39010" y="86563"/>
                    </a:cubicBezTo>
                    <a:cubicBezTo>
                      <a:pt x="41754" y="87109"/>
                      <a:pt x="44723" y="87396"/>
                      <a:pt x="47917" y="87396"/>
                    </a:cubicBezTo>
                    <a:cubicBezTo>
                      <a:pt x="51181" y="87396"/>
                      <a:pt x="54202" y="87109"/>
                      <a:pt x="56979" y="86563"/>
                    </a:cubicBezTo>
                    <a:cubicBezTo>
                      <a:pt x="59758" y="86003"/>
                      <a:pt x="62188" y="85208"/>
                      <a:pt x="64271" y="84167"/>
                    </a:cubicBezTo>
                    <a:cubicBezTo>
                      <a:pt x="66285" y="83125"/>
                      <a:pt x="67883" y="81849"/>
                      <a:pt x="69063" y="80365"/>
                    </a:cubicBezTo>
                    <a:cubicBezTo>
                      <a:pt x="70244" y="78867"/>
                      <a:pt x="70833" y="77188"/>
                      <a:pt x="70833" y="75312"/>
                    </a:cubicBezTo>
                    <a:cubicBezTo>
                      <a:pt x="70833" y="71563"/>
                      <a:pt x="68664" y="68607"/>
                      <a:pt x="64323" y="66458"/>
                    </a:cubicBezTo>
                    <a:cubicBezTo>
                      <a:pt x="59983" y="64297"/>
                      <a:pt x="54514" y="63229"/>
                      <a:pt x="47917" y="63229"/>
                    </a:cubicBezTo>
                    <a:close/>
                    <a:moveTo>
                      <a:pt x="396146" y="58334"/>
                    </a:moveTo>
                    <a:lnTo>
                      <a:pt x="453229" y="58334"/>
                    </a:lnTo>
                    <a:cubicBezTo>
                      <a:pt x="454063" y="58334"/>
                      <a:pt x="454636" y="58490"/>
                      <a:pt x="454948" y="58802"/>
                    </a:cubicBezTo>
                    <a:cubicBezTo>
                      <a:pt x="455261" y="59115"/>
                      <a:pt x="455417" y="59688"/>
                      <a:pt x="455417" y="60521"/>
                    </a:cubicBezTo>
                    <a:lnTo>
                      <a:pt x="455417" y="89063"/>
                    </a:lnTo>
                    <a:cubicBezTo>
                      <a:pt x="455417" y="89896"/>
                      <a:pt x="455261" y="90469"/>
                      <a:pt x="454948" y="90782"/>
                    </a:cubicBezTo>
                    <a:cubicBezTo>
                      <a:pt x="454636" y="91094"/>
                      <a:pt x="454063" y="91250"/>
                      <a:pt x="453229" y="91250"/>
                    </a:cubicBezTo>
                    <a:lnTo>
                      <a:pt x="396146" y="91250"/>
                    </a:lnTo>
                    <a:cubicBezTo>
                      <a:pt x="395313" y="91250"/>
                      <a:pt x="394740" y="91094"/>
                      <a:pt x="394427" y="90782"/>
                    </a:cubicBezTo>
                    <a:cubicBezTo>
                      <a:pt x="394115" y="90469"/>
                      <a:pt x="393959" y="89896"/>
                      <a:pt x="393959" y="89063"/>
                    </a:cubicBezTo>
                    <a:lnTo>
                      <a:pt x="393959" y="60521"/>
                    </a:lnTo>
                    <a:cubicBezTo>
                      <a:pt x="393959" y="59688"/>
                      <a:pt x="394115" y="59115"/>
                      <a:pt x="394427" y="58802"/>
                    </a:cubicBezTo>
                    <a:cubicBezTo>
                      <a:pt x="394740" y="58490"/>
                      <a:pt x="395313" y="58334"/>
                      <a:pt x="396146" y="58334"/>
                    </a:cubicBezTo>
                    <a:close/>
                    <a:moveTo>
                      <a:pt x="47917" y="56458"/>
                    </a:moveTo>
                    <a:cubicBezTo>
                      <a:pt x="57500" y="56458"/>
                      <a:pt x="65156" y="58177"/>
                      <a:pt x="70885" y="61615"/>
                    </a:cubicBezTo>
                    <a:cubicBezTo>
                      <a:pt x="76615" y="65053"/>
                      <a:pt x="79479" y="69583"/>
                      <a:pt x="79479" y="75208"/>
                    </a:cubicBezTo>
                    <a:cubicBezTo>
                      <a:pt x="79479" y="80964"/>
                      <a:pt x="76615" y="85521"/>
                      <a:pt x="70885" y="88855"/>
                    </a:cubicBezTo>
                    <a:cubicBezTo>
                      <a:pt x="65156" y="92188"/>
                      <a:pt x="57500" y="93854"/>
                      <a:pt x="47917" y="93854"/>
                    </a:cubicBezTo>
                    <a:cubicBezTo>
                      <a:pt x="43125" y="93854"/>
                      <a:pt x="38802" y="93412"/>
                      <a:pt x="34948" y="92553"/>
                    </a:cubicBezTo>
                    <a:cubicBezTo>
                      <a:pt x="31094" y="91680"/>
                      <a:pt x="27812" y="90443"/>
                      <a:pt x="25104" y="88855"/>
                    </a:cubicBezTo>
                    <a:cubicBezTo>
                      <a:pt x="22327" y="87252"/>
                      <a:pt x="20208" y="85286"/>
                      <a:pt x="18750" y="82969"/>
                    </a:cubicBezTo>
                    <a:cubicBezTo>
                      <a:pt x="17292" y="80638"/>
                      <a:pt x="16563" y="78047"/>
                      <a:pt x="16563" y="75208"/>
                    </a:cubicBezTo>
                    <a:cubicBezTo>
                      <a:pt x="16563" y="72422"/>
                      <a:pt x="17310" y="69870"/>
                      <a:pt x="18802" y="67552"/>
                    </a:cubicBezTo>
                    <a:cubicBezTo>
                      <a:pt x="20296" y="65222"/>
                      <a:pt x="22431" y="63256"/>
                      <a:pt x="25208" y="61667"/>
                    </a:cubicBezTo>
                    <a:cubicBezTo>
                      <a:pt x="27987" y="60000"/>
                      <a:pt x="31285" y="58711"/>
                      <a:pt x="35104" y="57813"/>
                    </a:cubicBezTo>
                    <a:cubicBezTo>
                      <a:pt x="38924" y="56901"/>
                      <a:pt x="43195" y="56458"/>
                      <a:pt x="47917" y="56458"/>
                    </a:cubicBezTo>
                    <a:close/>
                    <a:moveTo>
                      <a:pt x="110208" y="26875"/>
                    </a:moveTo>
                    <a:lnTo>
                      <a:pt x="110208" y="45938"/>
                    </a:lnTo>
                    <a:lnTo>
                      <a:pt x="155417" y="45938"/>
                    </a:lnTo>
                    <a:lnTo>
                      <a:pt x="155417" y="26875"/>
                    </a:lnTo>
                    <a:close/>
                    <a:moveTo>
                      <a:pt x="6354" y="4271"/>
                    </a:moveTo>
                    <a:lnTo>
                      <a:pt x="51458" y="4271"/>
                    </a:lnTo>
                    <a:lnTo>
                      <a:pt x="51458" y="11250"/>
                    </a:lnTo>
                    <a:lnTo>
                      <a:pt x="33333" y="11250"/>
                    </a:lnTo>
                    <a:lnTo>
                      <a:pt x="33333" y="15001"/>
                    </a:lnTo>
                    <a:cubicBezTo>
                      <a:pt x="33333" y="18815"/>
                      <a:pt x="33993" y="22292"/>
                      <a:pt x="35312" y="25417"/>
                    </a:cubicBezTo>
                    <a:cubicBezTo>
                      <a:pt x="36633" y="28542"/>
                      <a:pt x="38404" y="31354"/>
                      <a:pt x="40625" y="33855"/>
                    </a:cubicBezTo>
                    <a:cubicBezTo>
                      <a:pt x="42848" y="36276"/>
                      <a:pt x="45383" y="38385"/>
                      <a:pt x="48229" y="40157"/>
                    </a:cubicBezTo>
                    <a:cubicBezTo>
                      <a:pt x="51077" y="41928"/>
                      <a:pt x="54063" y="43294"/>
                      <a:pt x="57188" y="44271"/>
                    </a:cubicBezTo>
                    <a:lnTo>
                      <a:pt x="51979" y="50313"/>
                    </a:lnTo>
                    <a:cubicBezTo>
                      <a:pt x="50175" y="49544"/>
                      <a:pt x="48195" y="48516"/>
                      <a:pt x="46042" y="47239"/>
                    </a:cubicBezTo>
                    <a:cubicBezTo>
                      <a:pt x="43889" y="45950"/>
                      <a:pt x="41771" y="44479"/>
                      <a:pt x="39688" y="42813"/>
                    </a:cubicBezTo>
                    <a:cubicBezTo>
                      <a:pt x="37604" y="41146"/>
                      <a:pt x="35625" y="39271"/>
                      <a:pt x="33750" y="37188"/>
                    </a:cubicBezTo>
                    <a:cubicBezTo>
                      <a:pt x="31875" y="35105"/>
                      <a:pt x="30313" y="32813"/>
                      <a:pt x="29062" y="30313"/>
                    </a:cubicBezTo>
                    <a:cubicBezTo>
                      <a:pt x="27327" y="35105"/>
                      <a:pt x="24375" y="39492"/>
                      <a:pt x="20208" y="43490"/>
                    </a:cubicBezTo>
                    <a:cubicBezTo>
                      <a:pt x="16042" y="47474"/>
                      <a:pt x="11354" y="50690"/>
                      <a:pt x="6146" y="53125"/>
                    </a:cubicBezTo>
                    <a:lnTo>
                      <a:pt x="0" y="47604"/>
                    </a:lnTo>
                    <a:cubicBezTo>
                      <a:pt x="3333" y="46276"/>
                      <a:pt x="6493" y="44596"/>
                      <a:pt x="9479" y="42552"/>
                    </a:cubicBezTo>
                    <a:cubicBezTo>
                      <a:pt x="12466" y="40495"/>
                      <a:pt x="15070" y="38086"/>
                      <a:pt x="17292" y="35313"/>
                    </a:cubicBezTo>
                    <a:cubicBezTo>
                      <a:pt x="19514" y="32605"/>
                      <a:pt x="21302" y="29545"/>
                      <a:pt x="22656" y="26146"/>
                    </a:cubicBezTo>
                    <a:cubicBezTo>
                      <a:pt x="24010" y="22735"/>
                      <a:pt x="24688" y="18958"/>
                      <a:pt x="24688" y="14792"/>
                    </a:cubicBezTo>
                    <a:lnTo>
                      <a:pt x="24688" y="11250"/>
                    </a:lnTo>
                    <a:lnTo>
                      <a:pt x="6354" y="11250"/>
                    </a:lnTo>
                    <a:close/>
                    <a:moveTo>
                      <a:pt x="385625" y="3959"/>
                    </a:moveTo>
                    <a:lnTo>
                      <a:pt x="416563" y="3959"/>
                    </a:lnTo>
                    <a:lnTo>
                      <a:pt x="416563" y="10938"/>
                    </a:lnTo>
                    <a:lnTo>
                      <a:pt x="391459" y="10938"/>
                    </a:lnTo>
                    <a:lnTo>
                      <a:pt x="391459" y="22813"/>
                    </a:lnTo>
                    <a:lnTo>
                      <a:pt x="414375" y="22813"/>
                    </a:lnTo>
                    <a:lnTo>
                      <a:pt x="414375" y="29271"/>
                    </a:lnTo>
                    <a:lnTo>
                      <a:pt x="391459" y="29271"/>
                    </a:lnTo>
                    <a:lnTo>
                      <a:pt x="391459" y="42083"/>
                    </a:lnTo>
                    <a:lnTo>
                      <a:pt x="396354" y="42083"/>
                    </a:lnTo>
                    <a:cubicBezTo>
                      <a:pt x="397883" y="42083"/>
                      <a:pt x="399862" y="42044"/>
                      <a:pt x="402292" y="41979"/>
                    </a:cubicBezTo>
                    <a:cubicBezTo>
                      <a:pt x="404723" y="41901"/>
                      <a:pt x="407258" y="41771"/>
                      <a:pt x="409896" y="41563"/>
                    </a:cubicBezTo>
                    <a:cubicBezTo>
                      <a:pt x="412466" y="41420"/>
                      <a:pt x="414914" y="41224"/>
                      <a:pt x="417240" y="40990"/>
                    </a:cubicBezTo>
                    <a:cubicBezTo>
                      <a:pt x="419567" y="40743"/>
                      <a:pt x="421425" y="40482"/>
                      <a:pt x="422813" y="40209"/>
                    </a:cubicBezTo>
                    <a:lnTo>
                      <a:pt x="422813" y="47084"/>
                    </a:lnTo>
                    <a:cubicBezTo>
                      <a:pt x="421979" y="47292"/>
                      <a:pt x="420469" y="47513"/>
                      <a:pt x="418281" y="47761"/>
                    </a:cubicBezTo>
                    <a:cubicBezTo>
                      <a:pt x="416094" y="47995"/>
                      <a:pt x="413612" y="48230"/>
                      <a:pt x="410834" y="48438"/>
                    </a:cubicBezTo>
                    <a:cubicBezTo>
                      <a:pt x="408056" y="48646"/>
                      <a:pt x="405175" y="48815"/>
                      <a:pt x="402188" y="48958"/>
                    </a:cubicBezTo>
                    <a:cubicBezTo>
                      <a:pt x="399202" y="49089"/>
                      <a:pt x="396494" y="49167"/>
                      <a:pt x="394063" y="49167"/>
                    </a:cubicBezTo>
                    <a:lnTo>
                      <a:pt x="385625" y="49167"/>
                    </a:lnTo>
                    <a:cubicBezTo>
                      <a:pt x="384792" y="49167"/>
                      <a:pt x="384219" y="49011"/>
                      <a:pt x="383906" y="48698"/>
                    </a:cubicBezTo>
                    <a:cubicBezTo>
                      <a:pt x="383594" y="48385"/>
                      <a:pt x="383438" y="47812"/>
                      <a:pt x="383438" y="46980"/>
                    </a:cubicBezTo>
                    <a:lnTo>
                      <a:pt x="383438" y="6146"/>
                    </a:lnTo>
                    <a:cubicBezTo>
                      <a:pt x="383438" y="5313"/>
                      <a:pt x="383594" y="4740"/>
                      <a:pt x="383906" y="4427"/>
                    </a:cubicBezTo>
                    <a:cubicBezTo>
                      <a:pt x="384219" y="4115"/>
                      <a:pt x="384792" y="3959"/>
                      <a:pt x="385625" y="3959"/>
                    </a:cubicBezTo>
                    <a:close/>
                    <a:moveTo>
                      <a:pt x="219167" y="3750"/>
                    </a:moveTo>
                    <a:lnTo>
                      <a:pt x="227708" y="3750"/>
                    </a:lnTo>
                    <a:lnTo>
                      <a:pt x="227708" y="21875"/>
                    </a:lnTo>
                    <a:cubicBezTo>
                      <a:pt x="227708" y="31667"/>
                      <a:pt x="229740" y="40027"/>
                      <a:pt x="233802" y="46980"/>
                    </a:cubicBezTo>
                    <a:cubicBezTo>
                      <a:pt x="237865" y="53919"/>
                      <a:pt x="244271" y="60131"/>
                      <a:pt x="253021" y="65626"/>
                    </a:cubicBezTo>
                    <a:lnTo>
                      <a:pt x="246979" y="71563"/>
                    </a:lnTo>
                    <a:cubicBezTo>
                      <a:pt x="242050" y="68229"/>
                      <a:pt x="237431" y="64141"/>
                      <a:pt x="233125" y="59323"/>
                    </a:cubicBezTo>
                    <a:cubicBezTo>
                      <a:pt x="228820" y="54492"/>
                      <a:pt x="225521" y="48985"/>
                      <a:pt x="223229" y="42813"/>
                    </a:cubicBezTo>
                    <a:cubicBezTo>
                      <a:pt x="221354" y="49271"/>
                      <a:pt x="218195" y="55130"/>
                      <a:pt x="213750" y="60417"/>
                    </a:cubicBezTo>
                    <a:cubicBezTo>
                      <a:pt x="209306" y="65691"/>
                      <a:pt x="204583" y="70209"/>
                      <a:pt x="199583" y="73958"/>
                    </a:cubicBezTo>
                    <a:lnTo>
                      <a:pt x="192708" y="68438"/>
                    </a:lnTo>
                    <a:cubicBezTo>
                      <a:pt x="201250" y="63229"/>
                      <a:pt x="207796" y="56485"/>
                      <a:pt x="212344" y="48230"/>
                    </a:cubicBezTo>
                    <a:cubicBezTo>
                      <a:pt x="216893" y="39961"/>
                      <a:pt x="219167" y="30834"/>
                      <a:pt x="219167" y="20834"/>
                    </a:cubicBezTo>
                    <a:close/>
                    <a:moveTo>
                      <a:pt x="101979" y="3750"/>
                    </a:moveTo>
                    <a:lnTo>
                      <a:pt x="110208" y="3750"/>
                    </a:lnTo>
                    <a:lnTo>
                      <a:pt x="110208" y="19896"/>
                    </a:lnTo>
                    <a:lnTo>
                      <a:pt x="155417" y="19896"/>
                    </a:lnTo>
                    <a:lnTo>
                      <a:pt x="155417" y="3750"/>
                    </a:lnTo>
                    <a:lnTo>
                      <a:pt x="163646" y="3750"/>
                    </a:lnTo>
                    <a:lnTo>
                      <a:pt x="163646" y="50937"/>
                    </a:lnTo>
                    <a:cubicBezTo>
                      <a:pt x="163646" y="51771"/>
                      <a:pt x="163490" y="52344"/>
                      <a:pt x="163177" y="52656"/>
                    </a:cubicBezTo>
                    <a:cubicBezTo>
                      <a:pt x="162865" y="52969"/>
                      <a:pt x="162292" y="53125"/>
                      <a:pt x="161458" y="53125"/>
                    </a:cubicBezTo>
                    <a:lnTo>
                      <a:pt x="136979" y="53125"/>
                    </a:lnTo>
                    <a:lnTo>
                      <a:pt x="136979" y="73542"/>
                    </a:lnTo>
                    <a:lnTo>
                      <a:pt x="175208" y="73542"/>
                    </a:lnTo>
                    <a:lnTo>
                      <a:pt x="175208" y="80729"/>
                    </a:lnTo>
                    <a:lnTo>
                      <a:pt x="90417" y="80729"/>
                    </a:lnTo>
                    <a:lnTo>
                      <a:pt x="90417" y="73542"/>
                    </a:lnTo>
                    <a:lnTo>
                      <a:pt x="128438" y="73542"/>
                    </a:lnTo>
                    <a:lnTo>
                      <a:pt x="128438" y="53125"/>
                    </a:lnTo>
                    <a:lnTo>
                      <a:pt x="104167" y="53125"/>
                    </a:lnTo>
                    <a:cubicBezTo>
                      <a:pt x="103333" y="53125"/>
                      <a:pt x="102760" y="52969"/>
                      <a:pt x="102448" y="52656"/>
                    </a:cubicBezTo>
                    <a:cubicBezTo>
                      <a:pt x="102135" y="52344"/>
                      <a:pt x="101979" y="51771"/>
                      <a:pt x="101979" y="50937"/>
                    </a:cubicBezTo>
                    <a:close/>
                    <a:moveTo>
                      <a:pt x="323750" y="3646"/>
                    </a:moveTo>
                    <a:lnTo>
                      <a:pt x="332604" y="3646"/>
                    </a:lnTo>
                    <a:lnTo>
                      <a:pt x="332604" y="11563"/>
                    </a:lnTo>
                    <a:cubicBezTo>
                      <a:pt x="332604" y="15521"/>
                      <a:pt x="333560" y="19388"/>
                      <a:pt x="335469" y="23177"/>
                    </a:cubicBezTo>
                    <a:cubicBezTo>
                      <a:pt x="337379" y="26953"/>
                      <a:pt x="339931" y="30482"/>
                      <a:pt x="343125" y="33751"/>
                    </a:cubicBezTo>
                    <a:cubicBezTo>
                      <a:pt x="346321" y="36941"/>
                      <a:pt x="349966" y="39766"/>
                      <a:pt x="354063" y="42240"/>
                    </a:cubicBezTo>
                    <a:cubicBezTo>
                      <a:pt x="358160" y="44701"/>
                      <a:pt x="362396" y="46589"/>
                      <a:pt x="366771" y="47917"/>
                    </a:cubicBezTo>
                    <a:lnTo>
                      <a:pt x="360938" y="54063"/>
                    </a:lnTo>
                    <a:cubicBezTo>
                      <a:pt x="357883" y="53021"/>
                      <a:pt x="354706" y="51576"/>
                      <a:pt x="351406" y="49740"/>
                    </a:cubicBezTo>
                    <a:cubicBezTo>
                      <a:pt x="348108" y="47891"/>
                      <a:pt x="344966" y="45729"/>
                      <a:pt x="341979" y="43229"/>
                    </a:cubicBezTo>
                    <a:cubicBezTo>
                      <a:pt x="338994" y="40794"/>
                      <a:pt x="336285" y="38099"/>
                      <a:pt x="333854" y="35156"/>
                    </a:cubicBezTo>
                    <a:cubicBezTo>
                      <a:pt x="331425" y="32201"/>
                      <a:pt x="329584" y="29062"/>
                      <a:pt x="328334" y="25729"/>
                    </a:cubicBezTo>
                    <a:cubicBezTo>
                      <a:pt x="326946" y="28985"/>
                      <a:pt x="325070" y="32083"/>
                      <a:pt x="322709" y="35000"/>
                    </a:cubicBezTo>
                    <a:cubicBezTo>
                      <a:pt x="320348" y="37917"/>
                      <a:pt x="317675" y="40586"/>
                      <a:pt x="314688" y="43021"/>
                    </a:cubicBezTo>
                    <a:cubicBezTo>
                      <a:pt x="311702" y="45443"/>
                      <a:pt x="308560" y="47618"/>
                      <a:pt x="305261" y="49531"/>
                    </a:cubicBezTo>
                    <a:cubicBezTo>
                      <a:pt x="301962" y="51432"/>
                      <a:pt x="298750" y="52982"/>
                      <a:pt x="295625" y="54167"/>
                    </a:cubicBezTo>
                    <a:lnTo>
                      <a:pt x="289375" y="47812"/>
                    </a:lnTo>
                    <a:cubicBezTo>
                      <a:pt x="293542" y="46562"/>
                      <a:pt x="297692" y="44765"/>
                      <a:pt x="301823" y="42448"/>
                    </a:cubicBezTo>
                    <a:cubicBezTo>
                      <a:pt x="305956" y="40117"/>
                      <a:pt x="309619" y="37396"/>
                      <a:pt x="312813" y="34271"/>
                    </a:cubicBezTo>
                    <a:cubicBezTo>
                      <a:pt x="316077" y="31146"/>
                      <a:pt x="318716" y="27657"/>
                      <a:pt x="320729" y="23802"/>
                    </a:cubicBezTo>
                    <a:cubicBezTo>
                      <a:pt x="322744" y="19948"/>
                      <a:pt x="323750" y="15860"/>
                      <a:pt x="323750" y="11563"/>
                    </a:cubicBezTo>
                    <a:close/>
                    <a:moveTo>
                      <a:pt x="429375" y="1667"/>
                    </a:moveTo>
                    <a:lnTo>
                      <a:pt x="437500" y="1667"/>
                    </a:lnTo>
                    <a:lnTo>
                      <a:pt x="437500" y="53333"/>
                    </a:lnTo>
                    <a:lnTo>
                      <a:pt x="429375" y="53333"/>
                    </a:lnTo>
                    <a:lnTo>
                      <a:pt x="429375" y="27813"/>
                    </a:lnTo>
                    <a:lnTo>
                      <a:pt x="417917" y="27813"/>
                    </a:lnTo>
                    <a:lnTo>
                      <a:pt x="417917" y="20626"/>
                    </a:lnTo>
                    <a:lnTo>
                      <a:pt x="429375" y="20626"/>
                    </a:lnTo>
                    <a:close/>
                    <a:moveTo>
                      <a:pt x="447292" y="0"/>
                    </a:moveTo>
                    <a:lnTo>
                      <a:pt x="455313" y="0"/>
                    </a:lnTo>
                    <a:lnTo>
                      <a:pt x="455313" y="53333"/>
                    </a:lnTo>
                    <a:lnTo>
                      <a:pt x="447292" y="53333"/>
                    </a:lnTo>
                    <a:close/>
                    <a:moveTo>
                      <a:pt x="263646" y="0"/>
                    </a:moveTo>
                    <a:lnTo>
                      <a:pt x="271979" y="0"/>
                    </a:lnTo>
                    <a:lnTo>
                      <a:pt x="271979" y="92292"/>
                    </a:lnTo>
                    <a:lnTo>
                      <a:pt x="263646" y="92292"/>
                    </a:lnTo>
                    <a:close/>
                    <a:moveTo>
                      <a:pt x="69688" y="0"/>
                    </a:moveTo>
                    <a:lnTo>
                      <a:pt x="77813" y="0"/>
                    </a:lnTo>
                    <a:lnTo>
                      <a:pt x="77813" y="55938"/>
                    </a:lnTo>
                    <a:lnTo>
                      <a:pt x="69688" y="55938"/>
                    </a:lnTo>
                    <a:lnTo>
                      <a:pt x="69688" y="27917"/>
                    </a:lnTo>
                    <a:lnTo>
                      <a:pt x="50521" y="27917"/>
                    </a:lnTo>
                    <a:lnTo>
                      <a:pt x="50521" y="21042"/>
                    </a:lnTo>
                    <a:lnTo>
                      <a:pt x="69688" y="21042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20" name="TextBox 819">
                <a:extLst>
                  <a:ext uri="{FF2B5EF4-FFF2-40B4-BE49-F238E27FC236}">
                    <a16:creationId xmlns:a16="http://schemas.microsoft.com/office/drawing/2014/main" id="{9A756962-F21E-4EB8-A905-1D14D4D9E87B}"/>
                  </a:ext>
                </a:extLst>
              </p:cNvPr>
              <p:cNvSpPr txBox="1"/>
              <p:nvPr/>
            </p:nvSpPr>
            <p:spPr>
              <a:xfrm>
                <a:off x="1121027" y="8302521"/>
                <a:ext cx="638609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정보시스템</a:t>
                </a:r>
              </a:p>
            </p:txBody>
          </p:sp>
        </p:grpSp>
        <p:sp>
          <p:nvSpPr>
            <p:cNvPr id="821" name="자유형: 도형 820">
              <a:extLst>
                <a:ext uri="{FF2B5EF4-FFF2-40B4-BE49-F238E27FC236}">
                  <a16:creationId xmlns:a16="http://schemas.microsoft.com/office/drawing/2014/main" id="{50A68641-B8C7-4E86-81D2-783E65D73F83}"/>
                </a:ext>
              </a:extLst>
            </p:cNvPr>
            <p:cNvSpPr/>
            <p:nvPr/>
          </p:nvSpPr>
          <p:spPr>
            <a:xfrm>
              <a:off x="1689790" y="8365910"/>
              <a:ext cx="27395" cy="99999"/>
            </a:xfrm>
            <a:custGeom>
              <a:avLst/>
              <a:gdLst>
                <a:gd name="connsiteX0" fmla="*/ 21146 w 27395"/>
                <a:gd name="connsiteY0" fmla="*/ 0 h 99999"/>
                <a:gd name="connsiteX1" fmla="*/ 27396 w 27395"/>
                <a:gd name="connsiteY1" fmla="*/ 0 h 99999"/>
                <a:gd name="connsiteX2" fmla="*/ 13698 w 27395"/>
                <a:gd name="connsiteY2" fmla="*/ 25052 h 99999"/>
                <a:gd name="connsiteX3" fmla="*/ 9271 w 27395"/>
                <a:gd name="connsiteY3" fmla="*/ 50000 h 99999"/>
                <a:gd name="connsiteX4" fmla="*/ 13698 w 27395"/>
                <a:gd name="connsiteY4" fmla="*/ 75053 h 99999"/>
                <a:gd name="connsiteX5" fmla="*/ 27396 w 27395"/>
                <a:gd name="connsiteY5" fmla="*/ 100000 h 99999"/>
                <a:gd name="connsiteX6" fmla="*/ 21146 w 27395"/>
                <a:gd name="connsiteY6" fmla="*/ 100000 h 99999"/>
                <a:gd name="connsiteX7" fmla="*/ 12240 w 27395"/>
                <a:gd name="connsiteY7" fmla="*/ 88855 h 99999"/>
                <a:gd name="connsiteX8" fmla="*/ 5521 w 27395"/>
                <a:gd name="connsiteY8" fmla="*/ 76250 h 99999"/>
                <a:gd name="connsiteX9" fmla="*/ 1406 w 27395"/>
                <a:gd name="connsiteY9" fmla="*/ 63125 h 99999"/>
                <a:gd name="connsiteX10" fmla="*/ 0 w 27395"/>
                <a:gd name="connsiteY10" fmla="*/ 50000 h 99999"/>
                <a:gd name="connsiteX11" fmla="*/ 1406 w 27395"/>
                <a:gd name="connsiteY11" fmla="*/ 36980 h 99999"/>
                <a:gd name="connsiteX12" fmla="*/ 5521 w 27395"/>
                <a:gd name="connsiteY12" fmla="*/ 23750 h 99999"/>
                <a:gd name="connsiteX13" fmla="*/ 12240 w 27395"/>
                <a:gd name="connsiteY13" fmla="*/ 11250 h 99999"/>
                <a:gd name="connsiteX14" fmla="*/ 21146 w 27395"/>
                <a:gd name="connsiteY14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95" h="99999">
                  <a:moveTo>
                    <a:pt x="21146" y="0"/>
                  </a:moveTo>
                  <a:lnTo>
                    <a:pt x="27396" y="0"/>
                  </a:lnTo>
                  <a:cubicBezTo>
                    <a:pt x="21215" y="8125"/>
                    <a:pt x="16648" y="16472"/>
                    <a:pt x="13698" y="25052"/>
                  </a:cubicBezTo>
                  <a:cubicBezTo>
                    <a:pt x="10746" y="33620"/>
                    <a:pt x="9271" y="41940"/>
                    <a:pt x="9271" y="50000"/>
                  </a:cubicBezTo>
                  <a:cubicBezTo>
                    <a:pt x="9271" y="58125"/>
                    <a:pt x="10746" y="66472"/>
                    <a:pt x="13698" y="75053"/>
                  </a:cubicBezTo>
                  <a:cubicBezTo>
                    <a:pt x="16648" y="83620"/>
                    <a:pt x="21215" y="91941"/>
                    <a:pt x="27396" y="100000"/>
                  </a:cubicBezTo>
                  <a:lnTo>
                    <a:pt x="21146" y="100000"/>
                  </a:lnTo>
                  <a:cubicBezTo>
                    <a:pt x="17813" y="96589"/>
                    <a:pt x="14844" y="92878"/>
                    <a:pt x="12240" y="88855"/>
                  </a:cubicBezTo>
                  <a:cubicBezTo>
                    <a:pt x="9635" y="84818"/>
                    <a:pt x="7396" y="80625"/>
                    <a:pt x="5521" y="76250"/>
                  </a:cubicBezTo>
                  <a:cubicBezTo>
                    <a:pt x="3715" y="71940"/>
                    <a:pt x="2344" y="67565"/>
                    <a:pt x="1406" y="63125"/>
                  </a:cubicBezTo>
                  <a:cubicBezTo>
                    <a:pt x="469" y="58672"/>
                    <a:pt x="0" y="54297"/>
                    <a:pt x="0" y="50000"/>
                  </a:cubicBezTo>
                  <a:cubicBezTo>
                    <a:pt x="0" y="45756"/>
                    <a:pt x="469" y="41420"/>
                    <a:pt x="1406" y="36980"/>
                  </a:cubicBezTo>
                  <a:cubicBezTo>
                    <a:pt x="2344" y="32526"/>
                    <a:pt x="3715" y="28125"/>
                    <a:pt x="5521" y="23750"/>
                  </a:cubicBezTo>
                  <a:cubicBezTo>
                    <a:pt x="7396" y="19441"/>
                    <a:pt x="9635" y="15274"/>
                    <a:pt x="12240" y="11250"/>
                  </a:cubicBezTo>
                  <a:cubicBezTo>
                    <a:pt x="14844" y="7214"/>
                    <a:pt x="17813" y="3463"/>
                    <a:pt x="21146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2" name="TextBox 821">
              <a:extLst>
                <a:ext uri="{FF2B5EF4-FFF2-40B4-BE49-F238E27FC236}">
                  <a16:creationId xmlns:a16="http://schemas.microsoft.com/office/drawing/2014/main" id="{F1E92FD8-CC92-4067-8CFD-3EF8ABB4000C}"/>
                </a:ext>
              </a:extLst>
            </p:cNvPr>
            <p:cNvSpPr txBox="1"/>
            <p:nvPr/>
          </p:nvSpPr>
          <p:spPr>
            <a:xfrm>
              <a:off x="1598350" y="8316545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(</a:t>
              </a:r>
            </a:p>
          </p:txBody>
        </p:sp>
        <p:sp>
          <p:nvSpPr>
            <p:cNvPr id="823" name="자유형: 도형 822">
              <a:extLst>
                <a:ext uri="{FF2B5EF4-FFF2-40B4-BE49-F238E27FC236}">
                  <a16:creationId xmlns:a16="http://schemas.microsoft.com/office/drawing/2014/main" id="{5E29CD7D-3D6E-4AAF-8FC0-EAC5B26434C3}"/>
                </a:ext>
              </a:extLst>
            </p:cNvPr>
            <p:cNvSpPr/>
            <p:nvPr/>
          </p:nvSpPr>
          <p:spPr>
            <a:xfrm>
              <a:off x="1718489" y="8370285"/>
              <a:ext cx="365002" cy="93854"/>
            </a:xfrm>
            <a:custGeom>
              <a:avLst/>
              <a:gdLst>
                <a:gd name="connsiteX0" fmla="*/ 243336 w 365002"/>
                <a:gd name="connsiteY0" fmla="*/ 63229 h 93854"/>
                <a:gd name="connsiteX1" fmla="*/ 234430 w 365002"/>
                <a:gd name="connsiteY1" fmla="*/ 64063 h 93854"/>
                <a:gd name="connsiteX2" fmla="*/ 227190 w 365002"/>
                <a:gd name="connsiteY2" fmla="*/ 66458 h 93854"/>
                <a:gd name="connsiteX3" fmla="*/ 222451 w 365002"/>
                <a:gd name="connsiteY3" fmla="*/ 70156 h 93854"/>
                <a:gd name="connsiteX4" fmla="*/ 220732 w 365002"/>
                <a:gd name="connsiteY4" fmla="*/ 75208 h 93854"/>
                <a:gd name="connsiteX5" fmla="*/ 222451 w 365002"/>
                <a:gd name="connsiteY5" fmla="*/ 80313 h 93854"/>
                <a:gd name="connsiteX6" fmla="*/ 227294 w 365002"/>
                <a:gd name="connsiteY6" fmla="*/ 84167 h 93854"/>
                <a:gd name="connsiteX7" fmla="*/ 234430 w 365002"/>
                <a:gd name="connsiteY7" fmla="*/ 86563 h 93854"/>
                <a:gd name="connsiteX8" fmla="*/ 243336 w 365002"/>
                <a:gd name="connsiteY8" fmla="*/ 87396 h 93854"/>
                <a:gd name="connsiteX9" fmla="*/ 252399 w 365002"/>
                <a:gd name="connsiteY9" fmla="*/ 86563 h 93854"/>
                <a:gd name="connsiteX10" fmla="*/ 259690 w 365002"/>
                <a:gd name="connsiteY10" fmla="*/ 84167 h 93854"/>
                <a:gd name="connsiteX11" fmla="*/ 264482 w 365002"/>
                <a:gd name="connsiteY11" fmla="*/ 80365 h 93854"/>
                <a:gd name="connsiteX12" fmla="*/ 266253 w 365002"/>
                <a:gd name="connsiteY12" fmla="*/ 75312 h 93854"/>
                <a:gd name="connsiteX13" fmla="*/ 259742 w 365002"/>
                <a:gd name="connsiteY13" fmla="*/ 66458 h 93854"/>
                <a:gd name="connsiteX14" fmla="*/ 243336 w 365002"/>
                <a:gd name="connsiteY14" fmla="*/ 63229 h 93854"/>
                <a:gd name="connsiteX15" fmla="*/ 243336 w 365002"/>
                <a:gd name="connsiteY15" fmla="*/ 56458 h 93854"/>
                <a:gd name="connsiteX16" fmla="*/ 266305 w 365002"/>
                <a:gd name="connsiteY16" fmla="*/ 61615 h 93854"/>
                <a:gd name="connsiteX17" fmla="*/ 274899 w 365002"/>
                <a:gd name="connsiteY17" fmla="*/ 75208 h 93854"/>
                <a:gd name="connsiteX18" fmla="*/ 266305 w 365002"/>
                <a:gd name="connsiteY18" fmla="*/ 88855 h 93854"/>
                <a:gd name="connsiteX19" fmla="*/ 243336 w 365002"/>
                <a:gd name="connsiteY19" fmla="*/ 93854 h 93854"/>
                <a:gd name="connsiteX20" fmla="*/ 230367 w 365002"/>
                <a:gd name="connsiteY20" fmla="*/ 92553 h 93854"/>
                <a:gd name="connsiteX21" fmla="*/ 220524 w 365002"/>
                <a:gd name="connsiteY21" fmla="*/ 88855 h 93854"/>
                <a:gd name="connsiteX22" fmla="*/ 214169 w 365002"/>
                <a:gd name="connsiteY22" fmla="*/ 82969 h 93854"/>
                <a:gd name="connsiteX23" fmla="*/ 211982 w 365002"/>
                <a:gd name="connsiteY23" fmla="*/ 75208 h 93854"/>
                <a:gd name="connsiteX24" fmla="*/ 214221 w 365002"/>
                <a:gd name="connsiteY24" fmla="*/ 67552 h 93854"/>
                <a:gd name="connsiteX25" fmla="*/ 220628 w 365002"/>
                <a:gd name="connsiteY25" fmla="*/ 61667 h 93854"/>
                <a:gd name="connsiteX26" fmla="*/ 230524 w 365002"/>
                <a:gd name="connsiteY26" fmla="*/ 57813 h 93854"/>
                <a:gd name="connsiteX27" fmla="*/ 243336 w 365002"/>
                <a:gd name="connsiteY27" fmla="*/ 56458 h 93854"/>
                <a:gd name="connsiteX28" fmla="*/ 110313 w 365002"/>
                <a:gd name="connsiteY28" fmla="*/ 52917 h 93854"/>
                <a:gd name="connsiteX29" fmla="*/ 168128 w 365002"/>
                <a:gd name="connsiteY29" fmla="*/ 52917 h 93854"/>
                <a:gd name="connsiteX30" fmla="*/ 169846 w 365002"/>
                <a:gd name="connsiteY30" fmla="*/ 53386 h 93854"/>
                <a:gd name="connsiteX31" fmla="*/ 170315 w 365002"/>
                <a:gd name="connsiteY31" fmla="*/ 55104 h 93854"/>
                <a:gd name="connsiteX32" fmla="*/ 170315 w 365002"/>
                <a:gd name="connsiteY32" fmla="*/ 73021 h 93854"/>
                <a:gd name="connsiteX33" fmla="*/ 169846 w 365002"/>
                <a:gd name="connsiteY33" fmla="*/ 74739 h 93854"/>
                <a:gd name="connsiteX34" fmla="*/ 168128 w 365002"/>
                <a:gd name="connsiteY34" fmla="*/ 75208 h 93854"/>
                <a:gd name="connsiteX35" fmla="*/ 119169 w 365002"/>
                <a:gd name="connsiteY35" fmla="*/ 75208 h 93854"/>
                <a:gd name="connsiteX36" fmla="*/ 119169 w 365002"/>
                <a:gd name="connsiteY36" fmla="*/ 84792 h 93854"/>
                <a:gd name="connsiteX37" fmla="*/ 172399 w 365002"/>
                <a:gd name="connsiteY37" fmla="*/ 84792 h 93854"/>
                <a:gd name="connsiteX38" fmla="*/ 172399 w 365002"/>
                <a:gd name="connsiteY38" fmla="*/ 91458 h 93854"/>
                <a:gd name="connsiteX39" fmla="*/ 112500 w 365002"/>
                <a:gd name="connsiteY39" fmla="*/ 91458 h 93854"/>
                <a:gd name="connsiteX40" fmla="*/ 110781 w 365002"/>
                <a:gd name="connsiteY40" fmla="*/ 90990 h 93854"/>
                <a:gd name="connsiteX41" fmla="*/ 110313 w 365002"/>
                <a:gd name="connsiteY41" fmla="*/ 89271 h 93854"/>
                <a:gd name="connsiteX42" fmla="*/ 110313 w 365002"/>
                <a:gd name="connsiteY42" fmla="*/ 71042 h 93854"/>
                <a:gd name="connsiteX43" fmla="*/ 110781 w 365002"/>
                <a:gd name="connsiteY43" fmla="*/ 69323 h 93854"/>
                <a:gd name="connsiteX44" fmla="*/ 112500 w 365002"/>
                <a:gd name="connsiteY44" fmla="*/ 68855 h 93854"/>
                <a:gd name="connsiteX45" fmla="*/ 161461 w 365002"/>
                <a:gd name="connsiteY45" fmla="*/ 68855 h 93854"/>
                <a:gd name="connsiteX46" fmla="*/ 161461 w 365002"/>
                <a:gd name="connsiteY46" fmla="*/ 59688 h 93854"/>
                <a:gd name="connsiteX47" fmla="*/ 110313 w 365002"/>
                <a:gd name="connsiteY47" fmla="*/ 59688 h 93854"/>
                <a:gd name="connsiteX48" fmla="*/ 304274 w 365002"/>
                <a:gd name="connsiteY48" fmla="*/ 35625 h 93854"/>
                <a:gd name="connsiteX49" fmla="*/ 304274 w 365002"/>
                <a:gd name="connsiteY49" fmla="*/ 62292 h 93854"/>
                <a:gd name="connsiteX50" fmla="*/ 330419 w 365002"/>
                <a:gd name="connsiteY50" fmla="*/ 62292 h 93854"/>
                <a:gd name="connsiteX51" fmla="*/ 330419 w 365002"/>
                <a:gd name="connsiteY51" fmla="*/ 35625 h 93854"/>
                <a:gd name="connsiteX52" fmla="*/ 296044 w 365002"/>
                <a:gd name="connsiteY52" fmla="*/ 4479 h 93854"/>
                <a:gd name="connsiteX53" fmla="*/ 304274 w 365002"/>
                <a:gd name="connsiteY53" fmla="*/ 4479 h 93854"/>
                <a:gd name="connsiteX54" fmla="*/ 304274 w 365002"/>
                <a:gd name="connsiteY54" fmla="*/ 28334 h 93854"/>
                <a:gd name="connsiteX55" fmla="*/ 330419 w 365002"/>
                <a:gd name="connsiteY55" fmla="*/ 28334 h 93854"/>
                <a:gd name="connsiteX56" fmla="*/ 330419 w 365002"/>
                <a:gd name="connsiteY56" fmla="*/ 4479 h 93854"/>
                <a:gd name="connsiteX57" fmla="*/ 338440 w 365002"/>
                <a:gd name="connsiteY57" fmla="*/ 4479 h 93854"/>
                <a:gd name="connsiteX58" fmla="*/ 338440 w 365002"/>
                <a:gd name="connsiteY58" fmla="*/ 67292 h 93854"/>
                <a:gd name="connsiteX59" fmla="*/ 337972 w 365002"/>
                <a:gd name="connsiteY59" fmla="*/ 69010 h 93854"/>
                <a:gd name="connsiteX60" fmla="*/ 336253 w 365002"/>
                <a:gd name="connsiteY60" fmla="*/ 69479 h 93854"/>
                <a:gd name="connsiteX61" fmla="*/ 298232 w 365002"/>
                <a:gd name="connsiteY61" fmla="*/ 69479 h 93854"/>
                <a:gd name="connsiteX62" fmla="*/ 296513 w 365002"/>
                <a:gd name="connsiteY62" fmla="*/ 69010 h 93854"/>
                <a:gd name="connsiteX63" fmla="*/ 296044 w 365002"/>
                <a:gd name="connsiteY63" fmla="*/ 67292 h 93854"/>
                <a:gd name="connsiteX64" fmla="*/ 204065 w 365002"/>
                <a:gd name="connsiteY64" fmla="*/ 4271 h 93854"/>
                <a:gd name="connsiteX65" fmla="*/ 249274 w 365002"/>
                <a:gd name="connsiteY65" fmla="*/ 4271 h 93854"/>
                <a:gd name="connsiteX66" fmla="*/ 249274 w 365002"/>
                <a:gd name="connsiteY66" fmla="*/ 11250 h 93854"/>
                <a:gd name="connsiteX67" fmla="*/ 231044 w 365002"/>
                <a:gd name="connsiteY67" fmla="*/ 11250 h 93854"/>
                <a:gd name="connsiteX68" fmla="*/ 231044 w 365002"/>
                <a:gd name="connsiteY68" fmla="*/ 14167 h 93854"/>
                <a:gd name="connsiteX69" fmla="*/ 233024 w 365002"/>
                <a:gd name="connsiteY69" fmla="*/ 24532 h 93854"/>
                <a:gd name="connsiteX70" fmla="*/ 238336 w 365002"/>
                <a:gd name="connsiteY70" fmla="*/ 32813 h 93854"/>
                <a:gd name="connsiteX71" fmla="*/ 245940 w 365002"/>
                <a:gd name="connsiteY71" fmla="*/ 39063 h 93854"/>
                <a:gd name="connsiteX72" fmla="*/ 254899 w 365002"/>
                <a:gd name="connsiteY72" fmla="*/ 43125 h 93854"/>
                <a:gd name="connsiteX73" fmla="*/ 249690 w 365002"/>
                <a:gd name="connsiteY73" fmla="*/ 49167 h 93854"/>
                <a:gd name="connsiteX74" fmla="*/ 243753 w 365002"/>
                <a:gd name="connsiteY74" fmla="*/ 46146 h 93854"/>
                <a:gd name="connsiteX75" fmla="*/ 237399 w 365002"/>
                <a:gd name="connsiteY75" fmla="*/ 41875 h 93854"/>
                <a:gd name="connsiteX76" fmla="*/ 231461 w 365002"/>
                <a:gd name="connsiteY76" fmla="*/ 36302 h 93854"/>
                <a:gd name="connsiteX77" fmla="*/ 226774 w 365002"/>
                <a:gd name="connsiteY77" fmla="*/ 29480 h 93854"/>
                <a:gd name="connsiteX78" fmla="*/ 217815 w 365002"/>
                <a:gd name="connsiteY78" fmla="*/ 42448 h 93854"/>
                <a:gd name="connsiteX79" fmla="*/ 203649 w 365002"/>
                <a:gd name="connsiteY79" fmla="*/ 51875 h 93854"/>
                <a:gd name="connsiteX80" fmla="*/ 197503 w 365002"/>
                <a:gd name="connsiteY80" fmla="*/ 46354 h 93854"/>
                <a:gd name="connsiteX81" fmla="*/ 206982 w 365002"/>
                <a:gd name="connsiteY81" fmla="*/ 41355 h 93854"/>
                <a:gd name="connsiteX82" fmla="*/ 214899 w 365002"/>
                <a:gd name="connsiteY82" fmla="*/ 34271 h 93854"/>
                <a:gd name="connsiteX83" fmla="*/ 220367 w 365002"/>
                <a:gd name="connsiteY83" fmla="*/ 25260 h 93854"/>
                <a:gd name="connsiteX84" fmla="*/ 222399 w 365002"/>
                <a:gd name="connsiteY84" fmla="*/ 13959 h 93854"/>
                <a:gd name="connsiteX85" fmla="*/ 222399 w 365002"/>
                <a:gd name="connsiteY85" fmla="*/ 11250 h 93854"/>
                <a:gd name="connsiteX86" fmla="*/ 204065 w 365002"/>
                <a:gd name="connsiteY86" fmla="*/ 11250 h 93854"/>
                <a:gd name="connsiteX87" fmla="*/ 26458 w 365002"/>
                <a:gd name="connsiteY87" fmla="*/ 3750 h 93854"/>
                <a:gd name="connsiteX88" fmla="*/ 35000 w 365002"/>
                <a:gd name="connsiteY88" fmla="*/ 3750 h 93854"/>
                <a:gd name="connsiteX89" fmla="*/ 35000 w 365002"/>
                <a:gd name="connsiteY89" fmla="*/ 21875 h 93854"/>
                <a:gd name="connsiteX90" fmla="*/ 41094 w 365002"/>
                <a:gd name="connsiteY90" fmla="*/ 46980 h 93854"/>
                <a:gd name="connsiteX91" fmla="*/ 60313 w 365002"/>
                <a:gd name="connsiteY91" fmla="*/ 65626 h 93854"/>
                <a:gd name="connsiteX92" fmla="*/ 54271 w 365002"/>
                <a:gd name="connsiteY92" fmla="*/ 71563 h 93854"/>
                <a:gd name="connsiteX93" fmla="*/ 40417 w 365002"/>
                <a:gd name="connsiteY93" fmla="*/ 59323 h 93854"/>
                <a:gd name="connsiteX94" fmla="*/ 30521 w 365002"/>
                <a:gd name="connsiteY94" fmla="*/ 42813 h 93854"/>
                <a:gd name="connsiteX95" fmla="*/ 21042 w 365002"/>
                <a:gd name="connsiteY95" fmla="*/ 60417 h 93854"/>
                <a:gd name="connsiteX96" fmla="*/ 6875 w 365002"/>
                <a:gd name="connsiteY96" fmla="*/ 73958 h 93854"/>
                <a:gd name="connsiteX97" fmla="*/ 0 w 365002"/>
                <a:gd name="connsiteY97" fmla="*/ 68438 h 93854"/>
                <a:gd name="connsiteX98" fmla="*/ 19635 w 365002"/>
                <a:gd name="connsiteY98" fmla="*/ 48230 h 93854"/>
                <a:gd name="connsiteX99" fmla="*/ 26458 w 365002"/>
                <a:gd name="connsiteY99" fmla="*/ 20834 h 93854"/>
                <a:gd name="connsiteX100" fmla="*/ 117190 w 365002"/>
                <a:gd name="connsiteY100" fmla="*/ 1876 h 93854"/>
                <a:gd name="connsiteX101" fmla="*/ 125836 w 365002"/>
                <a:gd name="connsiteY101" fmla="*/ 1876 h 93854"/>
                <a:gd name="connsiteX102" fmla="*/ 125836 w 365002"/>
                <a:gd name="connsiteY102" fmla="*/ 10626 h 93854"/>
                <a:gd name="connsiteX103" fmla="*/ 127659 w 365002"/>
                <a:gd name="connsiteY103" fmla="*/ 19584 h 93854"/>
                <a:gd name="connsiteX104" fmla="*/ 132815 w 365002"/>
                <a:gd name="connsiteY104" fmla="*/ 27500 h 93854"/>
                <a:gd name="connsiteX105" fmla="*/ 140419 w 365002"/>
                <a:gd name="connsiteY105" fmla="*/ 33751 h 93854"/>
                <a:gd name="connsiteX106" fmla="*/ 149899 w 365002"/>
                <a:gd name="connsiteY106" fmla="*/ 38021 h 93854"/>
                <a:gd name="connsiteX107" fmla="*/ 144690 w 365002"/>
                <a:gd name="connsiteY107" fmla="*/ 44167 h 93854"/>
                <a:gd name="connsiteX108" fmla="*/ 131826 w 365002"/>
                <a:gd name="connsiteY108" fmla="*/ 36771 h 93854"/>
                <a:gd name="connsiteX109" fmla="*/ 121565 w 365002"/>
                <a:gd name="connsiteY109" fmla="*/ 25001 h 93854"/>
                <a:gd name="connsiteX110" fmla="*/ 112292 w 365002"/>
                <a:gd name="connsiteY110" fmla="*/ 37761 h 93854"/>
                <a:gd name="connsiteX111" fmla="*/ 98854 w 365002"/>
                <a:gd name="connsiteY111" fmla="*/ 46771 h 93854"/>
                <a:gd name="connsiteX112" fmla="*/ 92292 w 365002"/>
                <a:gd name="connsiteY112" fmla="*/ 41355 h 93854"/>
                <a:gd name="connsiteX113" fmla="*/ 102031 w 365002"/>
                <a:gd name="connsiteY113" fmla="*/ 36146 h 93854"/>
                <a:gd name="connsiteX114" fmla="*/ 109896 w 365002"/>
                <a:gd name="connsiteY114" fmla="*/ 29271 h 93854"/>
                <a:gd name="connsiteX115" fmla="*/ 115263 w 365002"/>
                <a:gd name="connsiteY115" fmla="*/ 20885 h 93854"/>
                <a:gd name="connsiteX116" fmla="*/ 117190 w 365002"/>
                <a:gd name="connsiteY116" fmla="*/ 10626 h 93854"/>
                <a:gd name="connsiteX117" fmla="*/ 356878 w 365002"/>
                <a:gd name="connsiteY117" fmla="*/ 0 h 93854"/>
                <a:gd name="connsiteX118" fmla="*/ 365003 w 365002"/>
                <a:gd name="connsiteY118" fmla="*/ 0 h 93854"/>
                <a:gd name="connsiteX119" fmla="*/ 365003 w 365002"/>
                <a:gd name="connsiteY119" fmla="*/ 92292 h 93854"/>
                <a:gd name="connsiteX120" fmla="*/ 356878 w 365002"/>
                <a:gd name="connsiteY120" fmla="*/ 92292 h 93854"/>
                <a:gd name="connsiteX121" fmla="*/ 264378 w 365002"/>
                <a:gd name="connsiteY121" fmla="*/ 0 h 93854"/>
                <a:gd name="connsiteX122" fmla="*/ 272399 w 365002"/>
                <a:gd name="connsiteY122" fmla="*/ 0 h 93854"/>
                <a:gd name="connsiteX123" fmla="*/ 272399 w 365002"/>
                <a:gd name="connsiteY123" fmla="*/ 20938 h 93854"/>
                <a:gd name="connsiteX124" fmla="*/ 285211 w 365002"/>
                <a:gd name="connsiteY124" fmla="*/ 20938 h 93854"/>
                <a:gd name="connsiteX125" fmla="*/ 285211 w 365002"/>
                <a:gd name="connsiteY125" fmla="*/ 28125 h 93854"/>
                <a:gd name="connsiteX126" fmla="*/ 272399 w 365002"/>
                <a:gd name="connsiteY126" fmla="*/ 28125 h 93854"/>
                <a:gd name="connsiteX127" fmla="*/ 272399 w 365002"/>
                <a:gd name="connsiteY127" fmla="*/ 56146 h 93854"/>
                <a:gd name="connsiteX128" fmla="*/ 264378 w 365002"/>
                <a:gd name="connsiteY128" fmla="*/ 56146 h 93854"/>
                <a:gd name="connsiteX129" fmla="*/ 162086 w 365002"/>
                <a:gd name="connsiteY129" fmla="*/ 0 h 93854"/>
                <a:gd name="connsiteX130" fmla="*/ 170419 w 365002"/>
                <a:gd name="connsiteY130" fmla="*/ 0 h 93854"/>
                <a:gd name="connsiteX131" fmla="*/ 170419 w 365002"/>
                <a:gd name="connsiteY131" fmla="*/ 48230 h 93854"/>
                <a:gd name="connsiteX132" fmla="*/ 162086 w 365002"/>
                <a:gd name="connsiteY132" fmla="*/ 48230 h 93854"/>
                <a:gd name="connsiteX133" fmla="*/ 162086 w 365002"/>
                <a:gd name="connsiteY133" fmla="*/ 21979 h 93854"/>
                <a:gd name="connsiteX134" fmla="*/ 141774 w 365002"/>
                <a:gd name="connsiteY134" fmla="*/ 21979 h 93854"/>
                <a:gd name="connsiteX135" fmla="*/ 141774 w 365002"/>
                <a:gd name="connsiteY135" fmla="*/ 14896 h 93854"/>
                <a:gd name="connsiteX136" fmla="*/ 162086 w 365002"/>
                <a:gd name="connsiteY136" fmla="*/ 14896 h 93854"/>
                <a:gd name="connsiteX137" fmla="*/ 70938 w 365002"/>
                <a:gd name="connsiteY137" fmla="*/ 0 h 93854"/>
                <a:gd name="connsiteX138" fmla="*/ 79271 w 365002"/>
                <a:gd name="connsiteY138" fmla="*/ 0 h 93854"/>
                <a:gd name="connsiteX139" fmla="*/ 79271 w 365002"/>
                <a:gd name="connsiteY139" fmla="*/ 92292 h 93854"/>
                <a:gd name="connsiteX140" fmla="*/ 70938 w 365002"/>
                <a:gd name="connsiteY140" fmla="*/ 92292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</a:cxnLst>
              <a:rect l="l" t="t" r="r" b="b"/>
              <a:pathLst>
                <a:path w="365002" h="93854">
                  <a:moveTo>
                    <a:pt x="243336" y="63229"/>
                  </a:moveTo>
                  <a:cubicBezTo>
                    <a:pt x="240146" y="63229"/>
                    <a:pt x="237164" y="63503"/>
                    <a:pt x="234430" y="64063"/>
                  </a:cubicBezTo>
                  <a:cubicBezTo>
                    <a:pt x="231682" y="64610"/>
                    <a:pt x="229274" y="65417"/>
                    <a:pt x="227190" y="66458"/>
                  </a:cubicBezTo>
                  <a:cubicBezTo>
                    <a:pt x="225172" y="67422"/>
                    <a:pt x="223597" y="68659"/>
                    <a:pt x="222451" y="70156"/>
                  </a:cubicBezTo>
                  <a:cubicBezTo>
                    <a:pt x="221305" y="71641"/>
                    <a:pt x="220732" y="73334"/>
                    <a:pt x="220732" y="75208"/>
                  </a:cubicBezTo>
                  <a:cubicBezTo>
                    <a:pt x="220732" y="77084"/>
                    <a:pt x="221305" y="78776"/>
                    <a:pt x="222451" y="80313"/>
                  </a:cubicBezTo>
                  <a:cubicBezTo>
                    <a:pt x="223597" y="81836"/>
                    <a:pt x="225211" y="83125"/>
                    <a:pt x="227294" y="84167"/>
                  </a:cubicBezTo>
                  <a:cubicBezTo>
                    <a:pt x="229313" y="85208"/>
                    <a:pt x="231682" y="86003"/>
                    <a:pt x="234430" y="86563"/>
                  </a:cubicBezTo>
                  <a:cubicBezTo>
                    <a:pt x="237164" y="87109"/>
                    <a:pt x="240146" y="87396"/>
                    <a:pt x="243336" y="87396"/>
                  </a:cubicBezTo>
                  <a:cubicBezTo>
                    <a:pt x="246591" y="87396"/>
                    <a:pt x="249612" y="87109"/>
                    <a:pt x="252399" y="86563"/>
                  </a:cubicBezTo>
                  <a:cubicBezTo>
                    <a:pt x="255172" y="86003"/>
                    <a:pt x="257607" y="85208"/>
                    <a:pt x="259690" y="84167"/>
                  </a:cubicBezTo>
                  <a:cubicBezTo>
                    <a:pt x="261708" y="83125"/>
                    <a:pt x="263297" y="81849"/>
                    <a:pt x="264482" y="80365"/>
                  </a:cubicBezTo>
                  <a:cubicBezTo>
                    <a:pt x="265667" y="78867"/>
                    <a:pt x="266253" y="77188"/>
                    <a:pt x="266253" y="75312"/>
                  </a:cubicBezTo>
                  <a:cubicBezTo>
                    <a:pt x="266253" y="71563"/>
                    <a:pt x="264078" y="68607"/>
                    <a:pt x="259742" y="66458"/>
                  </a:cubicBezTo>
                  <a:cubicBezTo>
                    <a:pt x="255406" y="64297"/>
                    <a:pt x="249938" y="63229"/>
                    <a:pt x="243336" y="63229"/>
                  </a:cubicBezTo>
                  <a:close/>
                  <a:moveTo>
                    <a:pt x="243336" y="56458"/>
                  </a:moveTo>
                  <a:cubicBezTo>
                    <a:pt x="252919" y="56458"/>
                    <a:pt x="260576" y="58177"/>
                    <a:pt x="266305" y="61615"/>
                  </a:cubicBezTo>
                  <a:cubicBezTo>
                    <a:pt x="272034" y="65053"/>
                    <a:pt x="274899" y="69583"/>
                    <a:pt x="274899" y="75208"/>
                  </a:cubicBezTo>
                  <a:cubicBezTo>
                    <a:pt x="274899" y="80964"/>
                    <a:pt x="272034" y="85521"/>
                    <a:pt x="266305" y="88855"/>
                  </a:cubicBezTo>
                  <a:cubicBezTo>
                    <a:pt x="260576" y="92188"/>
                    <a:pt x="252919" y="93854"/>
                    <a:pt x="243336" y="93854"/>
                  </a:cubicBezTo>
                  <a:cubicBezTo>
                    <a:pt x="238544" y="93854"/>
                    <a:pt x="234221" y="93412"/>
                    <a:pt x="230367" y="92553"/>
                  </a:cubicBezTo>
                  <a:cubicBezTo>
                    <a:pt x="226513" y="91680"/>
                    <a:pt x="223232" y="90443"/>
                    <a:pt x="220524" y="88855"/>
                  </a:cubicBezTo>
                  <a:cubicBezTo>
                    <a:pt x="217750" y="87252"/>
                    <a:pt x="215628" y="85286"/>
                    <a:pt x="214169" y="82969"/>
                  </a:cubicBezTo>
                  <a:cubicBezTo>
                    <a:pt x="212711" y="80638"/>
                    <a:pt x="211982" y="78047"/>
                    <a:pt x="211982" y="75208"/>
                  </a:cubicBezTo>
                  <a:cubicBezTo>
                    <a:pt x="211982" y="72422"/>
                    <a:pt x="212724" y="69870"/>
                    <a:pt x="214221" y="67552"/>
                  </a:cubicBezTo>
                  <a:cubicBezTo>
                    <a:pt x="215706" y="65222"/>
                    <a:pt x="217841" y="63256"/>
                    <a:pt x="220628" y="61667"/>
                  </a:cubicBezTo>
                  <a:cubicBezTo>
                    <a:pt x="223401" y="60000"/>
                    <a:pt x="226695" y="58711"/>
                    <a:pt x="230524" y="57813"/>
                  </a:cubicBezTo>
                  <a:cubicBezTo>
                    <a:pt x="234339" y="56901"/>
                    <a:pt x="238610" y="56458"/>
                    <a:pt x="243336" y="56458"/>
                  </a:cubicBezTo>
                  <a:close/>
                  <a:moveTo>
                    <a:pt x="110313" y="52917"/>
                  </a:moveTo>
                  <a:lnTo>
                    <a:pt x="168128" y="52917"/>
                  </a:lnTo>
                  <a:cubicBezTo>
                    <a:pt x="168961" y="52917"/>
                    <a:pt x="169534" y="53073"/>
                    <a:pt x="169846" y="53386"/>
                  </a:cubicBezTo>
                  <a:cubicBezTo>
                    <a:pt x="170159" y="53698"/>
                    <a:pt x="170315" y="54271"/>
                    <a:pt x="170315" y="55104"/>
                  </a:cubicBezTo>
                  <a:lnTo>
                    <a:pt x="170315" y="73021"/>
                  </a:lnTo>
                  <a:cubicBezTo>
                    <a:pt x="170315" y="73854"/>
                    <a:pt x="170159" y="74427"/>
                    <a:pt x="169846" y="74739"/>
                  </a:cubicBezTo>
                  <a:cubicBezTo>
                    <a:pt x="169534" y="75053"/>
                    <a:pt x="168961" y="75208"/>
                    <a:pt x="168128" y="75208"/>
                  </a:cubicBezTo>
                  <a:lnTo>
                    <a:pt x="119169" y="75208"/>
                  </a:lnTo>
                  <a:lnTo>
                    <a:pt x="119169" y="84792"/>
                  </a:lnTo>
                  <a:lnTo>
                    <a:pt x="172399" y="84792"/>
                  </a:lnTo>
                  <a:lnTo>
                    <a:pt x="172399" y="91458"/>
                  </a:lnTo>
                  <a:lnTo>
                    <a:pt x="112500" y="91458"/>
                  </a:lnTo>
                  <a:cubicBezTo>
                    <a:pt x="111667" y="91458"/>
                    <a:pt x="111094" y="91302"/>
                    <a:pt x="110781" y="90990"/>
                  </a:cubicBezTo>
                  <a:cubicBezTo>
                    <a:pt x="110469" y="90677"/>
                    <a:pt x="110313" y="90105"/>
                    <a:pt x="110313" y="89271"/>
                  </a:cubicBezTo>
                  <a:lnTo>
                    <a:pt x="110313" y="71042"/>
                  </a:lnTo>
                  <a:cubicBezTo>
                    <a:pt x="110313" y="70209"/>
                    <a:pt x="110469" y="69636"/>
                    <a:pt x="110781" y="69323"/>
                  </a:cubicBezTo>
                  <a:cubicBezTo>
                    <a:pt x="111094" y="69010"/>
                    <a:pt x="111667" y="68855"/>
                    <a:pt x="112500" y="68855"/>
                  </a:cubicBezTo>
                  <a:lnTo>
                    <a:pt x="161461" y="68855"/>
                  </a:lnTo>
                  <a:lnTo>
                    <a:pt x="161461" y="59688"/>
                  </a:lnTo>
                  <a:lnTo>
                    <a:pt x="110313" y="59688"/>
                  </a:lnTo>
                  <a:close/>
                  <a:moveTo>
                    <a:pt x="304274" y="35625"/>
                  </a:moveTo>
                  <a:lnTo>
                    <a:pt x="304274" y="62292"/>
                  </a:lnTo>
                  <a:lnTo>
                    <a:pt x="330419" y="62292"/>
                  </a:lnTo>
                  <a:lnTo>
                    <a:pt x="330419" y="35625"/>
                  </a:lnTo>
                  <a:close/>
                  <a:moveTo>
                    <a:pt x="296044" y="4479"/>
                  </a:moveTo>
                  <a:lnTo>
                    <a:pt x="304274" y="4479"/>
                  </a:lnTo>
                  <a:lnTo>
                    <a:pt x="304274" y="28334"/>
                  </a:lnTo>
                  <a:lnTo>
                    <a:pt x="330419" y="28334"/>
                  </a:lnTo>
                  <a:lnTo>
                    <a:pt x="330419" y="4479"/>
                  </a:lnTo>
                  <a:lnTo>
                    <a:pt x="338440" y="4479"/>
                  </a:lnTo>
                  <a:lnTo>
                    <a:pt x="338440" y="67292"/>
                  </a:lnTo>
                  <a:cubicBezTo>
                    <a:pt x="338440" y="68125"/>
                    <a:pt x="338284" y="68698"/>
                    <a:pt x="337972" y="69010"/>
                  </a:cubicBezTo>
                  <a:cubicBezTo>
                    <a:pt x="337659" y="69323"/>
                    <a:pt x="337086" y="69479"/>
                    <a:pt x="336253" y="69479"/>
                  </a:cubicBezTo>
                  <a:lnTo>
                    <a:pt x="298232" y="69479"/>
                  </a:lnTo>
                  <a:cubicBezTo>
                    <a:pt x="297399" y="69479"/>
                    <a:pt x="296826" y="69323"/>
                    <a:pt x="296513" y="69010"/>
                  </a:cubicBezTo>
                  <a:cubicBezTo>
                    <a:pt x="296201" y="68698"/>
                    <a:pt x="296044" y="68125"/>
                    <a:pt x="296044" y="67292"/>
                  </a:cubicBezTo>
                  <a:close/>
                  <a:moveTo>
                    <a:pt x="204065" y="4271"/>
                  </a:moveTo>
                  <a:lnTo>
                    <a:pt x="249274" y="4271"/>
                  </a:lnTo>
                  <a:lnTo>
                    <a:pt x="249274" y="11250"/>
                  </a:lnTo>
                  <a:lnTo>
                    <a:pt x="231044" y="11250"/>
                  </a:lnTo>
                  <a:lnTo>
                    <a:pt x="231044" y="14167"/>
                  </a:lnTo>
                  <a:cubicBezTo>
                    <a:pt x="231044" y="17982"/>
                    <a:pt x="231708" y="21432"/>
                    <a:pt x="233024" y="24532"/>
                  </a:cubicBezTo>
                  <a:cubicBezTo>
                    <a:pt x="234339" y="27618"/>
                    <a:pt x="236110" y="30378"/>
                    <a:pt x="238336" y="32813"/>
                  </a:cubicBezTo>
                  <a:cubicBezTo>
                    <a:pt x="240563" y="35234"/>
                    <a:pt x="243089" y="37318"/>
                    <a:pt x="245940" y="39063"/>
                  </a:cubicBezTo>
                  <a:cubicBezTo>
                    <a:pt x="248779" y="40794"/>
                    <a:pt x="251774" y="42148"/>
                    <a:pt x="254899" y="43125"/>
                  </a:cubicBezTo>
                  <a:lnTo>
                    <a:pt x="249690" y="49167"/>
                  </a:lnTo>
                  <a:cubicBezTo>
                    <a:pt x="247880" y="48399"/>
                    <a:pt x="245901" y="47396"/>
                    <a:pt x="243753" y="46146"/>
                  </a:cubicBezTo>
                  <a:cubicBezTo>
                    <a:pt x="241604" y="44896"/>
                    <a:pt x="239482" y="43464"/>
                    <a:pt x="237399" y="41875"/>
                  </a:cubicBezTo>
                  <a:cubicBezTo>
                    <a:pt x="235315" y="40209"/>
                    <a:pt x="233336" y="38346"/>
                    <a:pt x="231461" y="36302"/>
                  </a:cubicBezTo>
                  <a:cubicBezTo>
                    <a:pt x="229586" y="34245"/>
                    <a:pt x="228024" y="31979"/>
                    <a:pt x="226774" y="29480"/>
                  </a:cubicBezTo>
                  <a:cubicBezTo>
                    <a:pt x="225029" y="34271"/>
                    <a:pt x="222047" y="38594"/>
                    <a:pt x="217815" y="42448"/>
                  </a:cubicBezTo>
                  <a:cubicBezTo>
                    <a:pt x="213583" y="46302"/>
                    <a:pt x="208857" y="49440"/>
                    <a:pt x="203649" y="51875"/>
                  </a:cubicBezTo>
                  <a:lnTo>
                    <a:pt x="197503" y="46354"/>
                  </a:lnTo>
                  <a:cubicBezTo>
                    <a:pt x="200836" y="45026"/>
                    <a:pt x="204000" y="43360"/>
                    <a:pt x="206982" y="41355"/>
                  </a:cubicBezTo>
                  <a:cubicBezTo>
                    <a:pt x="209964" y="39336"/>
                    <a:pt x="212607" y="36980"/>
                    <a:pt x="214899" y="34271"/>
                  </a:cubicBezTo>
                  <a:cubicBezTo>
                    <a:pt x="217190" y="31628"/>
                    <a:pt x="219013" y="28620"/>
                    <a:pt x="220367" y="25260"/>
                  </a:cubicBezTo>
                  <a:cubicBezTo>
                    <a:pt x="221721" y="21888"/>
                    <a:pt x="222399" y="18125"/>
                    <a:pt x="222399" y="13959"/>
                  </a:cubicBezTo>
                  <a:lnTo>
                    <a:pt x="222399" y="11250"/>
                  </a:lnTo>
                  <a:lnTo>
                    <a:pt x="204065" y="11250"/>
                  </a:lnTo>
                  <a:close/>
                  <a:moveTo>
                    <a:pt x="26458" y="3750"/>
                  </a:moveTo>
                  <a:lnTo>
                    <a:pt x="35000" y="3750"/>
                  </a:lnTo>
                  <a:lnTo>
                    <a:pt x="35000" y="21875"/>
                  </a:lnTo>
                  <a:cubicBezTo>
                    <a:pt x="35000" y="31667"/>
                    <a:pt x="37031" y="40027"/>
                    <a:pt x="41094" y="46980"/>
                  </a:cubicBezTo>
                  <a:cubicBezTo>
                    <a:pt x="45156" y="53919"/>
                    <a:pt x="51563" y="60131"/>
                    <a:pt x="60313" y="65626"/>
                  </a:cubicBezTo>
                  <a:lnTo>
                    <a:pt x="54271" y="71563"/>
                  </a:lnTo>
                  <a:cubicBezTo>
                    <a:pt x="49341" y="68229"/>
                    <a:pt x="44723" y="64141"/>
                    <a:pt x="40417" y="59323"/>
                  </a:cubicBezTo>
                  <a:cubicBezTo>
                    <a:pt x="36112" y="54492"/>
                    <a:pt x="32812" y="48985"/>
                    <a:pt x="30521" y="42813"/>
                  </a:cubicBezTo>
                  <a:cubicBezTo>
                    <a:pt x="28646" y="49271"/>
                    <a:pt x="25487" y="55130"/>
                    <a:pt x="21042" y="60417"/>
                  </a:cubicBezTo>
                  <a:cubicBezTo>
                    <a:pt x="16598" y="65691"/>
                    <a:pt x="11875" y="70209"/>
                    <a:pt x="6875" y="73958"/>
                  </a:cubicBezTo>
                  <a:lnTo>
                    <a:pt x="0" y="68438"/>
                  </a:lnTo>
                  <a:cubicBezTo>
                    <a:pt x="8542" y="63229"/>
                    <a:pt x="15087" y="56485"/>
                    <a:pt x="19635" y="48230"/>
                  </a:cubicBezTo>
                  <a:cubicBezTo>
                    <a:pt x="24185" y="39961"/>
                    <a:pt x="26458" y="30834"/>
                    <a:pt x="26458" y="20834"/>
                  </a:cubicBezTo>
                  <a:close/>
                  <a:moveTo>
                    <a:pt x="117190" y="1876"/>
                  </a:moveTo>
                  <a:lnTo>
                    <a:pt x="125836" y="1876"/>
                  </a:lnTo>
                  <a:lnTo>
                    <a:pt x="125836" y="10626"/>
                  </a:lnTo>
                  <a:cubicBezTo>
                    <a:pt x="125836" y="13750"/>
                    <a:pt x="126448" y="16732"/>
                    <a:pt x="127659" y="19584"/>
                  </a:cubicBezTo>
                  <a:cubicBezTo>
                    <a:pt x="128870" y="22422"/>
                    <a:pt x="130589" y="25065"/>
                    <a:pt x="132815" y="27500"/>
                  </a:cubicBezTo>
                  <a:cubicBezTo>
                    <a:pt x="134964" y="29857"/>
                    <a:pt x="137503" y="31940"/>
                    <a:pt x="140419" y="33751"/>
                  </a:cubicBezTo>
                  <a:cubicBezTo>
                    <a:pt x="143336" y="35547"/>
                    <a:pt x="146500" y="36980"/>
                    <a:pt x="149899" y="38021"/>
                  </a:cubicBezTo>
                  <a:lnTo>
                    <a:pt x="144690" y="44167"/>
                  </a:lnTo>
                  <a:cubicBezTo>
                    <a:pt x="140315" y="42292"/>
                    <a:pt x="136031" y="39818"/>
                    <a:pt x="131826" y="36771"/>
                  </a:cubicBezTo>
                  <a:cubicBezTo>
                    <a:pt x="127620" y="33711"/>
                    <a:pt x="124195" y="29792"/>
                    <a:pt x="121565" y="25001"/>
                  </a:cubicBezTo>
                  <a:cubicBezTo>
                    <a:pt x="119547" y="29792"/>
                    <a:pt x="116461" y="34037"/>
                    <a:pt x="112292" y="37761"/>
                  </a:cubicBezTo>
                  <a:cubicBezTo>
                    <a:pt x="108125" y="41471"/>
                    <a:pt x="103646" y="44479"/>
                    <a:pt x="98854" y="46771"/>
                  </a:cubicBezTo>
                  <a:lnTo>
                    <a:pt x="92292" y="41355"/>
                  </a:lnTo>
                  <a:cubicBezTo>
                    <a:pt x="95764" y="39896"/>
                    <a:pt x="99011" y="38151"/>
                    <a:pt x="102031" y="36146"/>
                  </a:cubicBezTo>
                  <a:cubicBezTo>
                    <a:pt x="105052" y="34128"/>
                    <a:pt x="107675" y="31836"/>
                    <a:pt x="109896" y="29271"/>
                  </a:cubicBezTo>
                  <a:cubicBezTo>
                    <a:pt x="112188" y="26771"/>
                    <a:pt x="113974" y="23971"/>
                    <a:pt x="115263" y="20885"/>
                  </a:cubicBezTo>
                  <a:cubicBezTo>
                    <a:pt x="116539" y="17787"/>
                    <a:pt x="117190" y="14375"/>
                    <a:pt x="117190" y="10626"/>
                  </a:cubicBezTo>
                  <a:close/>
                  <a:moveTo>
                    <a:pt x="356878" y="0"/>
                  </a:moveTo>
                  <a:lnTo>
                    <a:pt x="365003" y="0"/>
                  </a:lnTo>
                  <a:lnTo>
                    <a:pt x="365003" y="92292"/>
                  </a:lnTo>
                  <a:lnTo>
                    <a:pt x="356878" y="92292"/>
                  </a:lnTo>
                  <a:close/>
                  <a:moveTo>
                    <a:pt x="264378" y="0"/>
                  </a:moveTo>
                  <a:lnTo>
                    <a:pt x="272399" y="0"/>
                  </a:lnTo>
                  <a:lnTo>
                    <a:pt x="272399" y="20938"/>
                  </a:lnTo>
                  <a:lnTo>
                    <a:pt x="285211" y="20938"/>
                  </a:lnTo>
                  <a:lnTo>
                    <a:pt x="285211" y="28125"/>
                  </a:lnTo>
                  <a:lnTo>
                    <a:pt x="272399" y="28125"/>
                  </a:lnTo>
                  <a:lnTo>
                    <a:pt x="272399" y="56146"/>
                  </a:lnTo>
                  <a:lnTo>
                    <a:pt x="264378" y="56146"/>
                  </a:lnTo>
                  <a:close/>
                  <a:moveTo>
                    <a:pt x="162086" y="0"/>
                  </a:moveTo>
                  <a:lnTo>
                    <a:pt x="170419" y="0"/>
                  </a:lnTo>
                  <a:lnTo>
                    <a:pt x="170419" y="48230"/>
                  </a:lnTo>
                  <a:lnTo>
                    <a:pt x="162086" y="48230"/>
                  </a:lnTo>
                  <a:lnTo>
                    <a:pt x="162086" y="21979"/>
                  </a:lnTo>
                  <a:lnTo>
                    <a:pt x="141774" y="21979"/>
                  </a:lnTo>
                  <a:lnTo>
                    <a:pt x="141774" y="14896"/>
                  </a:lnTo>
                  <a:lnTo>
                    <a:pt x="162086" y="14896"/>
                  </a:lnTo>
                  <a:close/>
                  <a:moveTo>
                    <a:pt x="70938" y="0"/>
                  </a:moveTo>
                  <a:lnTo>
                    <a:pt x="79271" y="0"/>
                  </a:lnTo>
                  <a:lnTo>
                    <a:pt x="79271" y="92292"/>
                  </a:lnTo>
                  <a:lnTo>
                    <a:pt x="70938" y="922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4" name="TextBox 823">
              <a:extLst>
                <a:ext uri="{FF2B5EF4-FFF2-40B4-BE49-F238E27FC236}">
                  <a16:creationId xmlns:a16="http://schemas.microsoft.com/office/drawing/2014/main" id="{D78203B3-CB0C-4D1F-830A-185C1387DD60}"/>
                </a:ext>
              </a:extLst>
            </p:cNvPr>
            <p:cNvSpPr txBox="1"/>
            <p:nvPr/>
          </p:nvSpPr>
          <p:spPr>
            <a:xfrm>
              <a:off x="1627049" y="8302521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시설장비</a:t>
              </a:r>
            </a:p>
          </p:txBody>
        </p:sp>
        <p:sp>
          <p:nvSpPr>
            <p:cNvPr id="825" name="자유형: 도형 824">
              <a:extLst>
                <a:ext uri="{FF2B5EF4-FFF2-40B4-BE49-F238E27FC236}">
                  <a16:creationId xmlns:a16="http://schemas.microsoft.com/office/drawing/2014/main" id="{342CF1BB-255A-478A-85C9-DC12BEDF6355}"/>
                </a:ext>
              </a:extLst>
            </p:cNvPr>
            <p:cNvSpPr/>
            <p:nvPr/>
          </p:nvSpPr>
          <p:spPr>
            <a:xfrm>
              <a:off x="2097216" y="8365910"/>
              <a:ext cx="27395" cy="99999"/>
            </a:xfrm>
            <a:custGeom>
              <a:avLst/>
              <a:gdLst>
                <a:gd name="connsiteX0" fmla="*/ 0 w 27395"/>
                <a:gd name="connsiteY0" fmla="*/ 0 h 99999"/>
                <a:gd name="connsiteX1" fmla="*/ 6250 w 27395"/>
                <a:gd name="connsiteY1" fmla="*/ 0 h 99999"/>
                <a:gd name="connsiteX2" fmla="*/ 15052 w 27395"/>
                <a:gd name="connsiteY2" fmla="*/ 11250 h 99999"/>
                <a:gd name="connsiteX3" fmla="*/ 21771 w 27395"/>
                <a:gd name="connsiteY3" fmla="*/ 23750 h 99999"/>
                <a:gd name="connsiteX4" fmla="*/ 25938 w 27395"/>
                <a:gd name="connsiteY4" fmla="*/ 36980 h 99999"/>
                <a:gd name="connsiteX5" fmla="*/ 27396 w 27395"/>
                <a:gd name="connsiteY5" fmla="*/ 50000 h 99999"/>
                <a:gd name="connsiteX6" fmla="*/ 25938 w 27395"/>
                <a:gd name="connsiteY6" fmla="*/ 63125 h 99999"/>
                <a:gd name="connsiteX7" fmla="*/ 21771 w 27395"/>
                <a:gd name="connsiteY7" fmla="*/ 76250 h 99999"/>
                <a:gd name="connsiteX8" fmla="*/ 15052 w 27395"/>
                <a:gd name="connsiteY8" fmla="*/ 88855 h 99999"/>
                <a:gd name="connsiteX9" fmla="*/ 6250 w 27395"/>
                <a:gd name="connsiteY9" fmla="*/ 100000 h 99999"/>
                <a:gd name="connsiteX10" fmla="*/ 0 w 27395"/>
                <a:gd name="connsiteY10" fmla="*/ 100000 h 99999"/>
                <a:gd name="connsiteX11" fmla="*/ 13646 w 27395"/>
                <a:gd name="connsiteY11" fmla="*/ 75053 h 99999"/>
                <a:gd name="connsiteX12" fmla="*/ 18125 w 27395"/>
                <a:gd name="connsiteY12" fmla="*/ 50000 h 99999"/>
                <a:gd name="connsiteX13" fmla="*/ 13646 w 27395"/>
                <a:gd name="connsiteY13" fmla="*/ 25052 h 99999"/>
                <a:gd name="connsiteX14" fmla="*/ 0 w 27395"/>
                <a:gd name="connsiteY14" fmla="*/ 0 h 9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395" h="99999">
                  <a:moveTo>
                    <a:pt x="0" y="0"/>
                  </a:moveTo>
                  <a:lnTo>
                    <a:pt x="6250" y="0"/>
                  </a:lnTo>
                  <a:cubicBezTo>
                    <a:pt x="9518" y="3463"/>
                    <a:pt x="12448" y="7214"/>
                    <a:pt x="15052" y="11250"/>
                  </a:cubicBezTo>
                  <a:cubicBezTo>
                    <a:pt x="17656" y="15274"/>
                    <a:pt x="19896" y="19441"/>
                    <a:pt x="21771" y="23750"/>
                  </a:cubicBezTo>
                  <a:cubicBezTo>
                    <a:pt x="23581" y="28125"/>
                    <a:pt x="24974" y="32526"/>
                    <a:pt x="25938" y="36980"/>
                  </a:cubicBezTo>
                  <a:cubicBezTo>
                    <a:pt x="26914" y="41420"/>
                    <a:pt x="27396" y="45756"/>
                    <a:pt x="27396" y="50000"/>
                  </a:cubicBezTo>
                  <a:cubicBezTo>
                    <a:pt x="27396" y="54297"/>
                    <a:pt x="26914" y="58672"/>
                    <a:pt x="25938" y="63125"/>
                  </a:cubicBezTo>
                  <a:cubicBezTo>
                    <a:pt x="24974" y="67565"/>
                    <a:pt x="23581" y="71940"/>
                    <a:pt x="21771" y="76250"/>
                  </a:cubicBezTo>
                  <a:cubicBezTo>
                    <a:pt x="19896" y="80625"/>
                    <a:pt x="17656" y="84818"/>
                    <a:pt x="15052" y="88855"/>
                  </a:cubicBezTo>
                  <a:cubicBezTo>
                    <a:pt x="12448" y="92878"/>
                    <a:pt x="9518" y="96589"/>
                    <a:pt x="6250" y="100000"/>
                  </a:cubicBezTo>
                  <a:lnTo>
                    <a:pt x="0" y="100000"/>
                  </a:lnTo>
                  <a:cubicBezTo>
                    <a:pt x="6120" y="91941"/>
                    <a:pt x="10664" y="83620"/>
                    <a:pt x="13646" y="75053"/>
                  </a:cubicBezTo>
                  <a:cubicBezTo>
                    <a:pt x="16641" y="66472"/>
                    <a:pt x="18125" y="58125"/>
                    <a:pt x="18125" y="50000"/>
                  </a:cubicBezTo>
                  <a:cubicBezTo>
                    <a:pt x="18125" y="41940"/>
                    <a:pt x="16641" y="33620"/>
                    <a:pt x="13646" y="25052"/>
                  </a:cubicBezTo>
                  <a:cubicBezTo>
                    <a:pt x="10664" y="16472"/>
                    <a:pt x="6120" y="8125"/>
                    <a:pt x="0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6" name="TextBox 825">
              <a:extLst>
                <a:ext uri="{FF2B5EF4-FFF2-40B4-BE49-F238E27FC236}">
                  <a16:creationId xmlns:a16="http://schemas.microsoft.com/office/drawing/2014/main" id="{31FB8A7F-D50F-4E0F-8AE6-9D7950278180}"/>
                </a:ext>
              </a:extLst>
            </p:cNvPr>
            <p:cNvSpPr txBox="1"/>
            <p:nvPr/>
          </p:nvSpPr>
          <p:spPr>
            <a:xfrm>
              <a:off x="2005776" y="8316545"/>
              <a:ext cx="221942" cy="20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820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)</a:t>
              </a:r>
            </a:p>
          </p:txBody>
        </p:sp>
        <p:sp>
          <p:nvSpPr>
            <p:cNvPr id="827" name="자유형: 도형 826">
              <a:extLst>
                <a:ext uri="{FF2B5EF4-FFF2-40B4-BE49-F238E27FC236}">
                  <a16:creationId xmlns:a16="http://schemas.microsoft.com/office/drawing/2014/main" id="{106A1B50-0EC4-4C09-8BD4-796E717621F1}"/>
                </a:ext>
              </a:extLst>
            </p:cNvPr>
            <p:cNvSpPr/>
            <p:nvPr/>
          </p:nvSpPr>
          <p:spPr>
            <a:xfrm>
              <a:off x="2165341" y="8370285"/>
              <a:ext cx="363020" cy="92500"/>
            </a:xfrm>
            <a:custGeom>
              <a:avLst/>
              <a:gdLst>
                <a:gd name="connsiteX0" fmla="*/ 211367 w 363020"/>
                <a:gd name="connsiteY0" fmla="*/ 62917 h 92500"/>
                <a:gd name="connsiteX1" fmla="*/ 219584 w 363020"/>
                <a:gd name="connsiteY1" fmla="*/ 62917 h 92500"/>
                <a:gd name="connsiteX2" fmla="*/ 219584 w 363020"/>
                <a:gd name="connsiteY2" fmla="*/ 83334 h 92500"/>
                <a:gd name="connsiteX3" fmla="*/ 272513 w 363020"/>
                <a:gd name="connsiteY3" fmla="*/ 83334 h 92500"/>
                <a:gd name="connsiteX4" fmla="*/ 272513 w 363020"/>
                <a:gd name="connsiteY4" fmla="*/ 90417 h 92500"/>
                <a:gd name="connsiteX5" fmla="*/ 213555 w 363020"/>
                <a:gd name="connsiteY5" fmla="*/ 90417 h 92500"/>
                <a:gd name="connsiteX6" fmla="*/ 211836 w 363020"/>
                <a:gd name="connsiteY6" fmla="*/ 89948 h 92500"/>
                <a:gd name="connsiteX7" fmla="*/ 211367 w 363020"/>
                <a:gd name="connsiteY7" fmla="*/ 88229 h 92500"/>
                <a:gd name="connsiteX8" fmla="*/ 0 w 363020"/>
                <a:gd name="connsiteY8" fmla="*/ 52709 h 92500"/>
                <a:gd name="connsiteX9" fmla="*/ 84492 w 363020"/>
                <a:gd name="connsiteY9" fmla="*/ 52709 h 92500"/>
                <a:gd name="connsiteX10" fmla="*/ 84492 w 363020"/>
                <a:gd name="connsiteY10" fmla="*/ 59792 h 92500"/>
                <a:gd name="connsiteX11" fmla="*/ 62409 w 363020"/>
                <a:gd name="connsiteY11" fmla="*/ 59792 h 92500"/>
                <a:gd name="connsiteX12" fmla="*/ 62409 w 363020"/>
                <a:gd name="connsiteY12" fmla="*/ 92292 h 92500"/>
                <a:gd name="connsiteX13" fmla="*/ 54167 w 363020"/>
                <a:gd name="connsiteY13" fmla="*/ 92292 h 92500"/>
                <a:gd name="connsiteX14" fmla="*/ 54167 w 363020"/>
                <a:gd name="connsiteY14" fmla="*/ 59792 h 92500"/>
                <a:gd name="connsiteX15" fmla="*/ 30625 w 363020"/>
                <a:gd name="connsiteY15" fmla="*/ 59792 h 92500"/>
                <a:gd name="connsiteX16" fmla="*/ 30625 w 363020"/>
                <a:gd name="connsiteY16" fmla="*/ 91563 h 92500"/>
                <a:gd name="connsiteX17" fmla="*/ 22292 w 363020"/>
                <a:gd name="connsiteY17" fmla="*/ 91563 h 92500"/>
                <a:gd name="connsiteX18" fmla="*/ 22292 w 363020"/>
                <a:gd name="connsiteY18" fmla="*/ 59792 h 92500"/>
                <a:gd name="connsiteX19" fmla="*/ 0 w 363020"/>
                <a:gd name="connsiteY19" fmla="*/ 59792 h 92500"/>
                <a:gd name="connsiteX20" fmla="*/ 215742 w 363020"/>
                <a:gd name="connsiteY20" fmla="*/ 25209 h 92500"/>
                <a:gd name="connsiteX21" fmla="*/ 223659 w 363020"/>
                <a:gd name="connsiteY21" fmla="*/ 25209 h 92500"/>
                <a:gd name="connsiteX22" fmla="*/ 223659 w 363020"/>
                <a:gd name="connsiteY22" fmla="*/ 47188 h 92500"/>
                <a:gd name="connsiteX23" fmla="*/ 231042 w 363020"/>
                <a:gd name="connsiteY23" fmla="*/ 46980 h 92500"/>
                <a:gd name="connsiteX24" fmla="*/ 240326 w 363020"/>
                <a:gd name="connsiteY24" fmla="*/ 46354 h 92500"/>
                <a:gd name="connsiteX25" fmla="*/ 249896 w 363020"/>
                <a:gd name="connsiteY25" fmla="*/ 45521 h 92500"/>
                <a:gd name="connsiteX26" fmla="*/ 258034 w 363020"/>
                <a:gd name="connsiteY26" fmla="*/ 44375 h 92500"/>
                <a:gd name="connsiteX27" fmla="*/ 258034 w 363020"/>
                <a:gd name="connsiteY27" fmla="*/ 51355 h 92500"/>
                <a:gd name="connsiteX28" fmla="*/ 238386 w 363020"/>
                <a:gd name="connsiteY28" fmla="*/ 53386 h 92500"/>
                <a:gd name="connsiteX29" fmla="*/ 207604 w 363020"/>
                <a:gd name="connsiteY29" fmla="*/ 54375 h 92500"/>
                <a:gd name="connsiteX30" fmla="*/ 196263 w 363020"/>
                <a:gd name="connsiteY30" fmla="*/ 54375 h 92500"/>
                <a:gd name="connsiteX31" fmla="*/ 196263 w 363020"/>
                <a:gd name="connsiteY31" fmla="*/ 47188 h 92500"/>
                <a:gd name="connsiteX32" fmla="*/ 215742 w 363020"/>
                <a:gd name="connsiteY32" fmla="*/ 47188 h 92500"/>
                <a:gd name="connsiteX33" fmla="*/ 42292 w 363020"/>
                <a:gd name="connsiteY33" fmla="*/ 7605 h 92500"/>
                <a:gd name="connsiteX34" fmla="*/ 24844 w 363020"/>
                <a:gd name="connsiteY34" fmla="*/ 11407 h 92500"/>
                <a:gd name="connsiteX35" fmla="*/ 18229 w 363020"/>
                <a:gd name="connsiteY35" fmla="*/ 22396 h 92500"/>
                <a:gd name="connsiteX36" fmla="*/ 20052 w 363020"/>
                <a:gd name="connsiteY36" fmla="*/ 28646 h 92500"/>
                <a:gd name="connsiteX37" fmla="*/ 25104 w 363020"/>
                <a:gd name="connsiteY37" fmla="*/ 33229 h 92500"/>
                <a:gd name="connsiteX38" fmla="*/ 32774 w 363020"/>
                <a:gd name="connsiteY38" fmla="*/ 36042 h 92500"/>
                <a:gd name="connsiteX39" fmla="*/ 42292 w 363020"/>
                <a:gd name="connsiteY39" fmla="*/ 36980 h 92500"/>
                <a:gd name="connsiteX40" fmla="*/ 59427 w 363020"/>
                <a:gd name="connsiteY40" fmla="*/ 33178 h 92500"/>
                <a:gd name="connsiteX41" fmla="*/ 66250 w 363020"/>
                <a:gd name="connsiteY41" fmla="*/ 22396 h 92500"/>
                <a:gd name="connsiteX42" fmla="*/ 59492 w 363020"/>
                <a:gd name="connsiteY42" fmla="*/ 11407 h 92500"/>
                <a:gd name="connsiteX43" fmla="*/ 42292 w 363020"/>
                <a:gd name="connsiteY43" fmla="*/ 7605 h 92500"/>
                <a:gd name="connsiteX44" fmla="*/ 97917 w 363020"/>
                <a:gd name="connsiteY44" fmla="*/ 5313 h 92500"/>
                <a:gd name="connsiteX45" fmla="*/ 146459 w 363020"/>
                <a:gd name="connsiteY45" fmla="*/ 5313 h 92500"/>
                <a:gd name="connsiteX46" fmla="*/ 146459 w 363020"/>
                <a:gd name="connsiteY46" fmla="*/ 12292 h 92500"/>
                <a:gd name="connsiteX47" fmla="*/ 126367 w 363020"/>
                <a:gd name="connsiteY47" fmla="*/ 12292 h 92500"/>
                <a:gd name="connsiteX48" fmla="*/ 126367 w 363020"/>
                <a:gd name="connsiteY48" fmla="*/ 21563 h 92500"/>
                <a:gd name="connsiteX49" fmla="*/ 132617 w 363020"/>
                <a:gd name="connsiteY49" fmla="*/ 47239 h 92500"/>
                <a:gd name="connsiteX50" fmla="*/ 151667 w 363020"/>
                <a:gd name="connsiteY50" fmla="*/ 65521 h 92500"/>
                <a:gd name="connsiteX51" fmla="*/ 145729 w 363020"/>
                <a:gd name="connsiteY51" fmla="*/ 71459 h 92500"/>
                <a:gd name="connsiteX52" fmla="*/ 131888 w 363020"/>
                <a:gd name="connsiteY52" fmla="*/ 59375 h 92500"/>
                <a:gd name="connsiteX53" fmla="*/ 122097 w 363020"/>
                <a:gd name="connsiteY53" fmla="*/ 42605 h 92500"/>
                <a:gd name="connsiteX54" fmla="*/ 118021 w 363020"/>
                <a:gd name="connsiteY54" fmla="*/ 51823 h 92500"/>
                <a:gd name="connsiteX55" fmla="*/ 112083 w 363020"/>
                <a:gd name="connsiteY55" fmla="*/ 60521 h 92500"/>
                <a:gd name="connsiteX56" fmla="*/ 105156 w 363020"/>
                <a:gd name="connsiteY56" fmla="*/ 68021 h 92500"/>
                <a:gd name="connsiteX57" fmla="*/ 98021 w 363020"/>
                <a:gd name="connsiteY57" fmla="*/ 73958 h 92500"/>
                <a:gd name="connsiteX58" fmla="*/ 91250 w 363020"/>
                <a:gd name="connsiteY58" fmla="*/ 68229 h 92500"/>
                <a:gd name="connsiteX59" fmla="*/ 110781 w 363020"/>
                <a:gd name="connsiteY59" fmla="*/ 48438 h 92500"/>
                <a:gd name="connsiteX60" fmla="*/ 117813 w 363020"/>
                <a:gd name="connsiteY60" fmla="*/ 20208 h 92500"/>
                <a:gd name="connsiteX61" fmla="*/ 117813 w 363020"/>
                <a:gd name="connsiteY61" fmla="*/ 12292 h 92500"/>
                <a:gd name="connsiteX62" fmla="*/ 97917 w 363020"/>
                <a:gd name="connsiteY62" fmla="*/ 12292 h 92500"/>
                <a:gd name="connsiteX63" fmla="*/ 294479 w 363020"/>
                <a:gd name="connsiteY63" fmla="*/ 4479 h 92500"/>
                <a:gd name="connsiteX64" fmla="*/ 333659 w 363020"/>
                <a:gd name="connsiteY64" fmla="*/ 4479 h 92500"/>
                <a:gd name="connsiteX65" fmla="*/ 335365 w 363020"/>
                <a:gd name="connsiteY65" fmla="*/ 4948 h 92500"/>
                <a:gd name="connsiteX66" fmla="*/ 335847 w 363020"/>
                <a:gd name="connsiteY66" fmla="*/ 6667 h 92500"/>
                <a:gd name="connsiteX67" fmla="*/ 335847 w 363020"/>
                <a:gd name="connsiteY67" fmla="*/ 38126 h 92500"/>
                <a:gd name="connsiteX68" fmla="*/ 335365 w 363020"/>
                <a:gd name="connsiteY68" fmla="*/ 39844 h 92500"/>
                <a:gd name="connsiteX69" fmla="*/ 333659 w 363020"/>
                <a:gd name="connsiteY69" fmla="*/ 40313 h 92500"/>
                <a:gd name="connsiteX70" fmla="*/ 302709 w 363020"/>
                <a:gd name="connsiteY70" fmla="*/ 40313 h 92500"/>
                <a:gd name="connsiteX71" fmla="*/ 302709 w 363020"/>
                <a:gd name="connsiteY71" fmla="*/ 62292 h 92500"/>
                <a:gd name="connsiteX72" fmla="*/ 312813 w 363020"/>
                <a:gd name="connsiteY72" fmla="*/ 62292 h 92500"/>
                <a:gd name="connsiteX73" fmla="*/ 323920 w 363020"/>
                <a:gd name="connsiteY73" fmla="*/ 61979 h 92500"/>
                <a:gd name="connsiteX74" fmla="*/ 334284 w 363020"/>
                <a:gd name="connsiteY74" fmla="*/ 61251 h 92500"/>
                <a:gd name="connsiteX75" fmla="*/ 343229 w 363020"/>
                <a:gd name="connsiteY75" fmla="*/ 60156 h 92500"/>
                <a:gd name="connsiteX76" fmla="*/ 350104 w 363020"/>
                <a:gd name="connsiteY76" fmla="*/ 58959 h 92500"/>
                <a:gd name="connsiteX77" fmla="*/ 350104 w 363020"/>
                <a:gd name="connsiteY77" fmla="*/ 66146 h 92500"/>
                <a:gd name="connsiteX78" fmla="*/ 342722 w 363020"/>
                <a:gd name="connsiteY78" fmla="*/ 67396 h 92500"/>
                <a:gd name="connsiteX79" fmla="*/ 333125 w 363020"/>
                <a:gd name="connsiteY79" fmla="*/ 68542 h 92500"/>
                <a:gd name="connsiteX80" fmla="*/ 321992 w 363020"/>
                <a:gd name="connsiteY80" fmla="*/ 69375 h 92500"/>
                <a:gd name="connsiteX81" fmla="*/ 310000 w 363020"/>
                <a:gd name="connsiteY81" fmla="*/ 69687 h 92500"/>
                <a:gd name="connsiteX82" fmla="*/ 296667 w 363020"/>
                <a:gd name="connsiteY82" fmla="*/ 69687 h 92500"/>
                <a:gd name="connsiteX83" fmla="*/ 294961 w 363020"/>
                <a:gd name="connsiteY83" fmla="*/ 69219 h 92500"/>
                <a:gd name="connsiteX84" fmla="*/ 294479 w 363020"/>
                <a:gd name="connsiteY84" fmla="*/ 67500 h 92500"/>
                <a:gd name="connsiteX85" fmla="*/ 294479 w 363020"/>
                <a:gd name="connsiteY85" fmla="*/ 35417 h 92500"/>
                <a:gd name="connsiteX86" fmla="*/ 294961 w 363020"/>
                <a:gd name="connsiteY86" fmla="*/ 33698 h 92500"/>
                <a:gd name="connsiteX87" fmla="*/ 296667 w 363020"/>
                <a:gd name="connsiteY87" fmla="*/ 33229 h 92500"/>
                <a:gd name="connsiteX88" fmla="*/ 327709 w 363020"/>
                <a:gd name="connsiteY88" fmla="*/ 33229 h 92500"/>
                <a:gd name="connsiteX89" fmla="*/ 327709 w 363020"/>
                <a:gd name="connsiteY89" fmla="*/ 11667 h 92500"/>
                <a:gd name="connsiteX90" fmla="*/ 294479 w 363020"/>
                <a:gd name="connsiteY90" fmla="*/ 11667 h 92500"/>
                <a:gd name="connsiteX91" fmla="*/ 202083 w 363020"/>
                <a:gd name="connsiteY91" fmla="*/ 3750 h 92500"/>
                <a:gd name="connsiteX92" fmla="*/ 246159 w 363020"/>
                <a:gd name="connsiteY92" fmla="*/ 3750 h 92500"/>
                <a:gd name="connsiteX93" fmla="*/ 247865 w 363020"/>
                <a:gd name="connsiteY93" fmla="*/ 4219 h 92500"/>
                <a:gd name="connsiteX94" fmla="*/ 248347 w 363020"/>
                <a:gd name="connsiteY94" fmla="*/ 5937 h 92500"/>
                <a:gd name="connsiteX95" fmla="*/ 247708 w 363020"/>
                <a:gd name="connsiteY95" fmla="*/ 14636 h 92500"/>
                <a:gd name="connsiteX96" fmla="*/ 246784 w 363020"/>
                <a:gd name="connsiteY96" fmla="*/ 23229 h 92500"/>
                <a:gd name="connsiteX97" fmla="*/ 245677 w 363020"/>
                <a:gd name="connsiteY97" fmla="*/ 31198 h 92500"/>
                <a:gd name="connsiteX98" fmla="*/ 244479 w 363020"/>
                <a:gd name="connsiteY98" fmla="*/ 37708 h 92500"/>
                <a:gd name="connsiteX99" fmla="*/ 236367 w 363020"/>
                <a:gd name="connsiteY99" fmla="*/ 37708 h 92500"/>
                <a:gd name="connsiteX100" fmla="*/ 237409 w 363020"/>
                <a:gd name="connsiteY100" fmla="*/ 31823 h 92500"/>
                <a:gd name="connsiteX101" fmla="*/ 238334 w 363020"/>
                <a:gd name="connsiteY101" fmla="*/ 24792 h 92500"/>
                <a:gd name="connsiteX102" fmla="*/ 239167 w 363020"/>
                <a:gd name="connsiteY102" fmla="*/ 17604 h 92500"/>
                <a:gd name="connsiteX103" fmla="*/ 239792 w 363020"/>
                <a:gd name="connsiteY103" fmla="*/ 10938 h 92500"/>
                <a:gd name="connsiteX104" fmla="*/ 202083 w 363020"/>
                <a:gd name="connsiteY104" fmla="*/ 10938 h 92500"/>
                <a:gd name="connsiteX105" fmla="*/ 42292 w 363020"/>
                <a:gd name="connsiteY105" fmla="*/ 730 h 92500"/>
                <a:gd name="connsiteX106" fmla="*/ 66302 w 363020"/>
                <a:gd name="connsiteY106" fmla="*/ 6563 h 92500"/>
                <a:gd name="connsiteX107" fmla="*/ 75000 w 363020"/>
                <a:gd name="connsiteY107" fmla="*/ 22396 h 92500"/>
                <a:gd name="connsiteX108" fmla="*/ 66367 w 363020"/>
                <a:gd name="connsiteY108" fmla="*/ 37969 h 92500"/>
                <a:gd name="connsiteX109" fmla="*/ 42292 w 363020"/>
                <a:gd name="connsiteY109" fmla="*/ 43855 h 92500"/>
                <a:gd name="connsiteX110" fmla="*/ 28594 w 363020"/>
                <a:gd name="connsiteY110" fmla="*/ 42344 h 92500"/>
                <a:gd name="connsiteX111" fmla="*/ 18229 w 363020"/>
                <a:gd name="connsiteY111" fmla="*/ 38021 h 92500"/>
                <a:gd name="connsiteX112" fmla="*/ 11719 w 363020"/>
                <a:gd name="connsiteY112" fmla="*/ 31250 h 92500"/>
                <a:gd name="connsiteX113" fmla="*/ 9479 w 363020"/>
                <a:gd name="connsiteY113" fmla="*/ 22396 h 92500"/>
                <a:gd name="connsiteX114" fmla="*/ 18229 w 363020"/>
                <a:gd name="connsiteY114" fmla="*/ 6719 h 92500"/>
                <a:gd name="connsiteX115" fmla="*/ 42292 w 363020"/>
                <a:gd name="connsiteY115" fmla="*/ 730 h 92500"/>
                <a:gd name="connsiteX116" fmla="*/ 161771 w 363020"/>
                <a:gd name="connsiteY116" fmla="*/ 208 h 92500"/>
                <a:gd name="connsiteX117" fmla="*/ 170000 w 363020"/>
                <a:gd name="connsiteY117" fmla="*/ 208 h 92500"/>
                <a:gd name="connsiteX118" fmla="*/ 170000 w 363020"/>
                <a:gd name="connsiteY118" fmla="*/ 92500 h 92500"/>
                <a:gd name="connsiteX119" fmla="*/ 161771 w 363020"/>
                <a:gd name="connsiteY119" fmla="*/ 92500 h 92500"/>
                <a:gd name="connsiteX120" fmla="*/ 354792 w 363020"/>
                <a:gd name="connsiteY120" fmla="*/ 0 h 92500"/>
                <a:gd name="connsiteX121" fmla="*/ 363021 w 363020"/>
                <a:gd name="connsiteY121" fmla="*/ 0 h 92500"/>
                <a:gd name="connsiteX122" fmla="*/ 363021 w 363020"/>
                <a:gd name="connsiteY122" fmla="*/ 92292 h 92500"/>
                <a:gd name="connsiteX123" fmla="*/ 354792 w 363020"/>
                <a:gd name="connsiteY123" fmla="*/ 92292 h 92500"/>
                <a:gd name="connsiteX124" fmla="*/ 261367 w 363020"/>
                <a:gd name="connsiteY124" fmla="*/ 0 h 92500"/>
                <a:gd name="connsiteX125" fmla="*/ 269479 w 363020"/>
                <a:gd name="connsiteY125" fmla="*/ 0 h 92500"/>
                <a:gd name="connsiteX126" fmla="*/ 269479 w 363020"/>
                <a:gd name="connsiteY126" fmla="*/ 29688 h 92500"/>
                <a:gd name="connsiteX127" fmla="*/ 282188 w 363020"/>
                <a:gd name="connsiteY127" fmla="*/ 29688 h 92500"/>
                <a:gd name="connsiteX128" fmla="*/ 282188 w 363020"/>
                <a:gd name="connsiteY128" fmla="*/ 36980 h 92500"/>
                <a:gd name="connsiteX129" fmla="*/ 269479 w 363020"/>
                <a:gd name="connsiteY129" fmla="*/ 36980 h 92500"/>
                <a:gd name="connsiteX130" fmla="*/ 269479 w 363020"/>
                <a:gd name="connsiteY130" fmla="*/ 69792 h 92500"/>
                <a:gd name="connsiteX131" fmla="*/ 261367 w 363020"/>
                <a:gd name="connsiteY131" fmla="*/ 69792 h 9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</a:cxnLst>
              <a:rect l="l" t="t" r="r" b="b"/>
              <a:pathLst>
                <a:path w="363020" h="92500">
                  <a:moveTo>
                    <a:pt x="211367" y="62917"/>
                  </a:moveTo>
                  <a:lnTo>
                    <a:pt x="219584" y="62917"/>
                  </a:lnTo>
                  <a:lnTo>
                    <a:pt x="219584" y="83334"/>
                  </a:lnTo>
                  <a:lnTo>
                    <a:pt x="272513" y="83334"/>
                  </a:lnTo>
                  <a:lnTo>
                    <a:pt x="272513" y="90417"/>
                  </a:lnTo>
                  <a:lnTo>
                    <a:pt x="213555" y="90417"/>
                  </a:lnTo>
                  <a:cubicBezTo>
                    <a:pt x="212709" y="90417"/>
                    <a:pt x="212149" y="90261"/>
                    <a:pt x="211836" y="89948"/>
                  </a:cubicBezTo>
                  <a:cubicBezTo>
                    <a:pt x="211510" y="89636"/>
                    <a:pt x="211367" y="89063"/>
                    <a:pt x="211367" y="88229"/>
                  </a:cubicBezTo>
                  <a:close/>
                  <a:moveTo>
                    <a:pt x="0" y="52709"/>
                  </a:moveTo>
                  <a:lnTo>
                    <a:pt x="84492" y="52709"/>
                  </a:lnTo>
                  <a:lnTo>
                    <a:pt x="84492" y="59792"/>
                  </a:lnTo>
                  <a:lnTo>
                    <a:pt x="62409" y="59792"/>
                  </a:lnTo>
                  <a:lnTo>
                    <a:pt x="62409" y="92292"/>
                  </a:lnTo>
                  <a:lnTo>
                    <a:pt x="54167" y="92292"/>
                  </a:lnTo>
                  <a:lnTo>
                    <a:pt x="54167" y="59792"/>
                  </a:lnTo>
                  <a:lnTo>
                    <a:pt x="30625" y="59792"/>
                  </a:lnTo>
                  <a:lnTo>
                    <a:pt x="30625" y="91563"/>
                  </a:lnTo>
                  <a:lnTo>
                    <a:pt x="22292" y="91563"/>
                  </a:lnTo>
                  <a:lnTo>
                    <a:pt x="22292" y="59792"/>
                  </a:lnTo>
                  <a:lnTo>
                    <a:pt x="0" y="59792"/>
                  </a:lnTo>
                  <a:close/>
                  <a:moveTo>
                    <a:pt x="215742" y="25209"/>
                  </a:moveTo>
                  <a:lnTo>
                    <a:pt x="223659" y="25209"/>
                  </a:lnTo>
                  <a:lnTo>
                    <a:pt x="223659" y="47188"/>
                  </a:lnTo>
                  <a:cubicBezTo>
                    <a:pt x="225599" y="47188"/>
                    <a:pt x="228060" y="47110"/>
                    <a:pt x="231042" y="46980"/>
                  </a:cubicBezTo>
                  <a:cubicBezTo>
                    <a:pt x="234037" y="46837"/>
                    <a:pt x="237123" y="46628"/>
                    <a:pt x="240326" y="46354"/>
                  </a:cubicBezTo>
                  <a:cubicBezTo>
                    <a:pt x="243581" y="46146"/>
                    <a:pt x="246784" y="45860"/>
                    <a:pt x="249896" y="45521"/>
                  </a:cubicBezTo>
                  <a:cubicBezTo>
                    <a:pt x="253034" y="45169"/>
                    <a:pt x="255729" y="44792"/>
                    <a:pt x="258034" y="44375"/>
                  </a:cubicBezTo>
                  <a:lnTo>
                    <a:pt x="258034" y="51355"/>
                  </a:lnTo>
                  <a:cubicBezTo>
                    <a:pt x="253581" y="52044"/>
                    <a:pt x="247031" y="52722"/>
                    <a:pt x="238386" y="53386"/>
                  </a:cubicBezTo>
                  <a:cubicBezTo>
                    <a:pt x="229740" y="54037"/>
                    <a:pt x="219479" y="54375"/>
                    <a:pt x="207604" y="54375"/>
                  </a:cubicBezTo>
                  <a:lnTo>
                    <a:pt x="196263" y="54375"/>
                  </a:lnTo>
                  <a:lnTo>
                    <a:pt x="196263" y="47188"/>
                  </a:lnTo>
                  <a:lnTo>
                    <a:pt x="215742" y="47188"/>
                  </a:lnTo>
                  <a:close/>
                  <a:moveTo>
                    <a:pt x="42292" y="7605"/>
                  </a:moveTo>
                  <a:cubicBezTo>
                    <a:pt x="35078" y="7605"/>
                    <a:pt x="29258" y="8868"/>
                    <a:pt x="24844" y="11407"/>
                  </a:cubicBezTo>
                  <a:cubicBezTo>
                    <a:pt x="20443" y="13932"/>
                    <a:pt x="18229" y="17604"/>
                    <a:pt x="18229" y="22396"/>
                  </a:cubicBezTo>
                  <a:cubicBezTo>
                    <a:pt x="18229" y="24753"/>
                    <a:pt x="18841" y="26836"/>
                    <a:pt x="20052" y="28646"/>
                  </a:cubicBezTo>
                  <a:cubicBezTo>
                    <a:pt x="21276" y="30443"/>
                    <a:pt x="22956" y="31979"/>
                    <a:pt x="25104" y="33229"/>
                  </a:cubicBezTo>
                  <a:cubicBezTo>
                    <a:pt x="27266" y="34479"/>
                    <a:pt x="29818" y="35417"/>
                    <a:pt x="32774" y="36042"/>
                  </a:cubicBezTo>
                  <a:cubicBezTo>
                    <a:pt x="35716" y="36667"/>
                    <a:pt x="38893" y="36980"/>
                    <a:pt x="42292" y="36980"/>
                  </a:cubicBezTo>
                  <a:cubicBezTo>
                    <a:pt x="49167" y="36980"/>
                    <a:pt x="54883" y="35703"/>
                    <a:pt x="59427" y="33178"/>
                  </a:cubicBezTo>
                  <a:cubicBezTo>
                    <a:pt x="63984" y="30638"/>
                    <a:pt x="66250" y="27045"/>
                    <a:pt x="66250" y="22396"/>
                  </a:cubicBezTo>
                  <a:cubicBezTo>
                    <a:pt x="66250" y="17604"/>
                    <a:pt x="63997" y="13932"/>
                    <a:pt x="59492" y="11407"/>
                  </a:cubicBezTo>
                  <a:cubicBezTo>
                    <a:pt x="54974" y="8868"/>
                    <a:pt x="49245" y="7605"/>
                    <a:pt x="42292" y="7605"/>
                  </a:cubicBezTo>
                  <a:close/>
                  <a:moveTo>
                    <a:pt x="97917" y="5313"/>
                  </a:moveTo>
                  <a:lnTo>
                    <a:pt x="146459" y="5313"/>
                  </a:lnTo>
                  <a:lnTo>
                    <a:pt x="146459" y="12292"/>
                  </a:lnTo>
                  <a:lnTo>
                    <a:pt x="126367" y="12292"/>
                  </a:lnTo>
                  <a:lnTo>
                    <a:pt x="126367" y="21563"/>
                  </a:lnTo>
                  <a:cubicBezTo>
                    <a:pt x="126367" y="31485"/>
                    <a:pt x="128438" y="40052"/>
                    <a:pt x="132617" y="47239"/>
                  </a:cubicBezTo>
                  <a:cubicBezTo>
                    <a:pt x="136771" y="54427"/>
                    <a:pt x="143125" y="60521"/>
                    <a:pt x="151667" y="65521"/>
                  </a:cubicBezTo>
                  <a:lnTo>
                    <a:pt x="145729" y="71459"/>
                  </a:lnTo>
                  <a:cubicBezTo>
                    <a:pt x="140938" y="68334"/>
                    <a:pt x="136328" y="64297"/>
                    <a:pt x="131888" y="59375"/>
                  </a:cubicBezTo>
                  <a:cubicBezTo>
                    <a:pt x="127435" y="54441"/>
                    <a:pt x="124167" y="48854"/>
                    <a:pt x="122097" y="42605"/>
                  </a:cubicBezTo>
                  <a:cubicBezTo>
                    <a:pt x="121120" y="45729"/>
                    <a:pt x="119766" y="48803"/>
                    <a:pt x="118021" y="51823"/>
                  </a:cubicBezTo>
                  <a:cubicBezTo>
                    <a:pt x="116289" y="54844"/>
                    <a:pt x="114310" y="57735"/>
                    <a:pt x="112083" y="60521"/>
                  </a:cubicBezTo>
                  <a:cubicBezTo>
                    <a:pt x="109935" y="63229"/>
                    <a:pt x="107630" y="65730"/>
                    <a:pt x="105156" y="68021"/>
                  </a:cubicBezTo>
                  <a:cubicBezTo>
                    <a:pt x="102695" y="70313"/>
                    <a:pt x="100313" y="72292"/>
                    <a:pt x="98021" y="73958"/>
                  </a:cubicBezTo>
                  <a:lnTo>
                    <a:pt x="91250" y="68229"/>
                  </a:lnTo>
                  <a:cubicBezTo>
                    <a:pt x="99583" y="63021"/>
                    <a:pt x="106094" y="56419"/>
                    <a:pt x="110781" y="48438"/>
                  </a:cubicBezTo>
                  <a:cubicBezTo>
                    <a:pt x="115469" y="40443"/>
                    <a:pt x="117813" y="31042"/>
                    <a:pt x="117813" y="20208"/>
                  </a:cubicBezTo>
                  <a:lnTo>
                    <a:pt x="117813" y="12292"/>
                  </a:lnTo>
                  <a:lnTo>
                    <a:pt x="97917" y="12292"/>
                  </a:lnTo>
                  <a:close/>
                  <a:moveTo>
                    <a:pt x="294479" y="4479"/>
                  </a:moveTo>
                  <a:lnTo>
                    <a:pt x="333659" y="4479"/>
                  </a:lnTo>
                  <a:cubicBezTo>
                    <a:pt x="334479" y="4479"/>
                    <a:pt x="335065" y="4636"/>
                    <a:pt x="335365" y="4948"/>
                  </a:cubicBezTo>
                  <a:cubicBezTo>
                    <a:pt x="335677" y="5260"/>
                    <a:pt x="335847" y="5833"/>
                    <a:pt x="335847" y="6667"/>
                  </a:cubicBezTo>
                  <a:lnTo>
                    <a:pt x="335847" y="38126"/>
                  </a:lnTo>
                  <a:cubicBezTo>
                    <a:pt x="335847" y="38958"/>
                    <a:pt x="335677" y="39531"/>
                    <a:pt x="335365" y="39844"/>
                  </a:cubicBezTo>
                  <a:cubicBezTo>
                    <a:pt x="335065" y="40157"/>
                    <a:pt x="334479" y="40313"/>
                    <a:pt x="333659" y="40313"/>
                  </a:cubicBezTo>
                  <a:lnTo>
                    <a:pt x="302709" y="40313"/>
                  </a:lnTo>
                  <a:lnTo>
                    <a:pt x="302709" y="62292"/>
                  </a:lnTo>
                  <a:lnTo>
                    <a:pt x="312813" y="62292"/>
                  </a:lnTo>
                  <a:cubicBezTo>
                    <a:pt x="316563" y="62292"/>
                    <a:pt x="320274" y="62188"/>
                    <a:pt x="323920" y="61979"/>
                  </a:cubicBezTo>
                  <a:cubicBezTo>
                    <a:pt x="327565" y="61771"/>
                    <a:pt x="331016" y="61524"/>
                    <a:pt x="334284" y="61251"/>
                  </a:cubicBezTo>
                  <a:cubicBezTo>
                    <a:pt x="337539" y="60898"/>
                    <a:pt x="340534" y="60534"/>
                    <a:pt x="343229" y="60156"/>
                  </a:cubicBezTo>
                  <a:cubicBezTo>
                    <a:pt x="345951" y="59766"/>
                    <a:pt x="348229" y="59375"/>
                    <a:pt x="350104" y="58959"/>
                  </a:cubicBezTo>
                  <a:lnTo>
                    <a:pt x="350104" y="66146"/>
                  </a:lnTo>
                  <a:cubicBezTo>
                    <a:pt x="348099" y="66563"/>
                    <a:pt x="345638" y="66980"/>
                    <a:pt x="342722" y="67396"/>
                  </a:cubicBezTo>
                  <a:cubicBezTo>
                    <a:pt x="339805" y="67813"/>
                    <a:pt x="336602" y="68190"/>
                    <a:pt x="333125" y="68542"/>
                  </a:cubicBezTo>
                  <a:cubicBezTo>
                    <a:pt x="329662" y="68881"/>
                    <a:pt x="325938" y="69167"/>
                    <a:pt x="321992" y="69375"/>
                  </a:cubicBezTo>
                  <a:cubicBezTo>
                    <a:pt x="318034" y="69583"/>
                    <a:pt x="314037" y="69687"/>
                    <a:pt x="310000" y="69687"/>
                  </a:cubicBezTo>
                  <a:lnTo>
                    <a:pt x="296667" y="69687"/>
                  </a:lnTo>
                  <a:cubicBezTo>
                    <a:pt x="295833" y="69687"/>
                    <a:pt x="295274" y="69532"/>
                    <a:pt x="294961" y="69219"/>
                  </a:cubicBezTo>
                  <a:cubicBezTo>
                    <a:pt x="294649" y="68906"/>
                    <a:pt x="294479" y="68334"/>
                    <a:pt x="294479" y="67500"/>
                  </a:cubicBezTo>
                  <a:lnTo>
                    <a:pt x="294479" y="35417"/>
                  </a:lnTo>
                  <a:cubicBezTo>
                    <a:pt x="294479" y="34583"/>
                    <a:pt x="294649" y="34010"/>
                    <a:pt x="294961" y="33698"/>
                  </a:cubicBezTo>
                  <a:cubicBezTo>
                    <a:pt x="295274" y="33386"/>
                    <a:pt x="295833" y="33229"/>
                    <a:pt x="296667" y="33229"/>
                  </a:cubicBezTo>
                  <a:lnTo>
                    <a:pt x="327709" y="33229"/>
                  </a:lnTo>
                  <a:lnTo>
                    <a:pt x="327709" y="11667"/>
                  </a:lnTo>
                  <a:lnTo>
                    <a:pt x="294479" y="11667"/>
                  </a:lnTo>
                  <a:close/>
                  <a:moveTo>
                    <a:pt x="202083" y="3750"/>
                  </a:moveTo>
                  <a:lnTo>
                    <a:pt x="246159" y="3750"/>
                  </a:lnTo>
                  <a:cubicBezTo>
                    <a:pt x="246979" y="3750"/>
                    <a:pt x="247565" y="3906"/>
                    <a:pt x="247865" y="4219"/>
                  </a:cubicBezTo>
                  <a:cubicBezTo>
                    <a:pt x="248177" y="4532"/>
                    <a:pt x="248347" y="5105"/>
                    <a:pt x="248347" y="5937"/>
                  </a:cubicBezTo>
                  <a:cubicBezTo>
                    <a:pt x="248203" y="8776"/>
                    <a:pt x="247995" y="11680"/>
                    <a:pt x="247708" y="14636"/>
                  </a:cubicBezTo>
                  <a:cubicBezTo>
                    <a:pt x="247435" y="17579"/>
                    <a:pt x="247122" y="20443"/>
                    <a:pt x="246784" y="23229"/>
                  </a:cubicBezTo>
                  <a:cubicBezTo>
                    <a:pt x="246432" y="26068"/>
                    <a:pt x="246068" y="28724"/>
                    <a:pt x="245677" y="31198"/>
                  </a:cubicBezTo>
                  <a:cubicBezTo>
                    <a:pt x="245300" y="33659"/>
                    <a:pt x="244896" y="35834"/>
                    <a:pt x="244479" y="37708"/>
                  </a:cubicBezTo>
                  <a:lnTo>
                    <a:pt x="236367" y="37708"/>
                  </a:lnTo>
                  <a:cubicBezTo>
                    <a:pt x="236706" y="36042"/>
                    <a:pt x="237057" y="34076"/>
                    <a:pt x="237409" y="31823"/>
                  </a:cubicBezTo>
                  <a:cubicBezTo>
                    <a:pt x="237747" y="29558"/>
                    <a:pt x="238060" y="27214"/>
                    <a:pt x="238334" y="24792"/>
                  </a:cubicBezTo>
                  <a:cubicBezTo>
                    <a:pt x="238685" y="22422"/>
                    <a:pt x="238958" y="20026"/>
                    <a:pt x="239167" y="17604"/>
                  </a:cubicBezTo>
                  <a:cubicBezTo>
                    <a:pt x="239375" y="15170"/>
                    <a:pt x="239597" y="12943"/>
                    <a:pt x="239792" y="10938"/>
                  </a:cubicBezTo>
                  <a:lnTo>
                    <a:pt x="202083" y="10938"/>
                  </a:lnTo>
                  <a:close/>
                  <a:moveTo>
                    <a:pt x="42292" y="730"/>
                  </a:moveTo>
                  <a:cubicBezTo>
                    <a:pt x="52500" y="730"/>
                    <a:pt x="60508" y="2669"/>
                    <a:pt x="66302" y="6563"/>
                  </a:cubicBezTo>
                  <a:cubicBezTo>
                    <a:pt x="72109" y="10443"/>
                    <a:pt x="75000" y="15729"/>
                    <a:pt x="75000" y="22396"/>
                  </a:cubicBezTo>
                  <a:cubicBezTo>
                    <a:pt x="75000" y="28854"/>
                    <a:pt x="72122" y="34037"/>
                    <a:pt x="66367" y="37969"/>
                  </a:cubicBezTo>
                  <a:cubicBezTo>
                    <a:pt x="60599" y="41889"/>
                    <a:pt x="52578" y="43855"/>
                    <a:pt x="42292" y="43855"/>
                  </a:cubicBezTo>
                  <a:cubicBezTo>
                    <a:pt x="37227" y="43855"/>
                    <a:pt x="32656" y="43347"/>
                    <a:pt x="28594" y="42344"/>
                  </a:cubicBezTo>
                  <a:cubicBezTo>
                    <a:pt x="24531" y="41328"/>
                    <a:pt x="21081" y="39896"/>
                    <a:pt x="18229" y="38021"/>
                  </a:cubicBezTo>
                  <a:cubicBezTo>
                    <a:pt x="15391" y="36146"/>
                    <a:pt x="13216" y="33880"/>
                    <a:pt x="11719" y="31250"/>
                  </a:cubicBezTo>
                  <a:cubicBezTo>
                    <a:pt x="10234" y="28607"/>
                    <a:pt x="9479" y="25651"/>
                    <a:pt x="9479" y="22396"/>
                  </a:cubicBezTo>
                  <a:cubicBezTo>
                    <a:pt x="9479" y="15937"/>
                    <a:pt x="12396" y="10703"/>
                    <a:pt x="18229" y="6719"/>
                  </a:cubicBezTo>
                  <a:cubicBezTo>
                    <a:pt x="24063" y="2722"/>
                    <a:pt x="32083" y="730"/>
                    <a:pt x="42292" y="730"/>
                  </a:cubicBezTo>
                  <a:close/>
                  <a:moveTo>
                    <a:pt x="161771" y="208"/>
                  </a:moveTo>
                  <a:lnTo>
                    <a:pt x="170000" y="208"/>
                  </a:lnTo>
                  <a:lnTo>
                    <a:pt x="170000" y="92500"/>
                  </a:lnTo>
                  <a:lnTo>
                    <a:pt x="161771" y="92500"/>
                  </a:lnTo>
                  <a:close/>
                  <a:moveTo>
                    <a:pt x="354792" y="0"/>
                  </a:moveTo>
                  <a:lnTo>
                    <a:pt x="363021" y="0"/>
                  </a:lnTo>
                  <a:lnTo>
                    <a:pt x="363021" y="92292"/>
                  </a:lnTo>
                  <a:lnTo>
                    <a:pt x="354792" y="92292"/>
                  </a:lnTo>
                  <a:close/>
                  <a:moveTo>
                    <a:pt x="261367" y="0"/>
                  </a:moveTo>
                  <a:lnTo>
                    <a:pt x="269479" y="0"/>
                  </a:lnTo>
                  <a:lnTo>
                    <a:pt x="269479" y="29688"/>
                  </a:lnTo>
                  <a:lnTo>
                    <a:pt x="282188" y="29688"/>
                  </a:lnTo>
                  <a:lnTo>
                    <a:pt x="282188" y="36980"/>
                  </a:lnTo>
                  <a:lnTo>
                    <a:pt x="269479" y="36980"/>
                  </a:lnTo>
                  <a:lnTo>
                    <a:pt x="269479" y="69792"/>
                  </a:lnTo>
                  <a:lnTo>
                    <a:pt x="261367" y="69792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28" name="TextBox 827">
              <a:extLst>
                <a:ext uri="{FF2B5EF4-FFF2-40B4-BE49-F238E27FC236}">
                  <a16:creationId xmlns:a16="http://schemas.microsoft.com/office/drawing/2014/main" id="{B788724C-CAED-4E1D-9300-9D81CA7B5B6E}"/>
                </a:ext>
              </a:extLst>
            </p:cNvPr>
            <p:cNvSpPr txBox="1"/>
            <p:nvPr/>
          </p:nvSpPr>
          <p:spPr>
            <a:xfrm>
              <a:off x="2073901" y="8301336"/>
              <a:ext cx="547463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유지관리</a:t>
              </a:r>
            </a:p>
          </p:txBody>
        </p:sp>
        <p:grpSp>
          <p:nvGrpSpPr>
            <p:cNvPr id="829" name="그래픽 5">
              <a:extLst>
                <a:ext uri="{FF2B5EF4-FFF2-40B4-BE49-F238E27FC236}">
                  <a16:creationId xmlns:a16="http://schemas.microsoft.com/office/drawing/2014/main" id="{A54C6C69-A149-47E4-81AA-D24186959918}"/>
                </a:ext>
              </a:extLst>
            </p:cNvPr>
            <p:cNvGrpSpPr/>
            <p:nvPr/>
          </p:nvGrpSpPr>
          <p:grpSpPr>
            <a:xfrm>
              <a:off x="1215071" y="8477629"/>
              <a:ext cx="364583" cy="130208"/>
              <a:chOff x="1215071" y="8477629"/>
              <a:chExt cx="364583" cy="130208"/>
            </a:xfrm>
          </p:grpSpPr>
          <p:sp>
            <p:nvSpPr>
              <p:cNvPr id="830" name="자유형: 도형 829">
                <a:extLst>
                  <a:ext uri="{FF2B5EF4-FFF2-40B4-BE49-F238E27FC236}">
                    <a16:creationId xmlns:a16="http://schemas.microsoft.com/office/drawing/2014/main" id="{46BCD872-0340-41DF-985D-0EA9847E2D4D}"/>
                  </a:ext>
                </a:extLst>
              </p:cNvPr>
              <p:cNvSpPr/>
              <p:nvPr/>
            </p:nvSpPr>
            <p:spPr>
              <a:xfrm>
                <a:off x="1215071" y="8500493"/>
                <a:ext cx="360104" cy="92917"/>
              </a:xfrm>
              <a:custGeom>
                <a:avLst/>
                <a:gdLst>
                  <a:gd name="connsiteX0" fmla="*/ 308334 w 360104"/>
                  <a:gd name="connsiteY0" fmla="*/ 71667 h 92917"/>
                  <a:gd name="connsiteX1" fmla="*/ 308334 w 360104"/>
                  <a:gd name="connsiteY1" fmla="*/ 84584 h 92917"/>
                  <a:gd name="connsiteX2" fmla="*/ 351979 w 360104"/>
                  <a:gd name="connsiteY2" fmla="*/ 84584 h 92917"/>
                  <a:gd name="connsiteX3" fmla="*/ 351979 w 360104"/>
                  <a:gd name="connsiteY3" fmla="*/ 71667 h 92917"/>
                  <a:gd name="connsiteX4" fmla="*/ 101458 w 360104"/>
                  <a:gd name="connsiteY4" fmla="*/ 61042 h 92917"/>
                  <a:gd name="connsiteX5" fmla="*/ 159583 w 360104"/>
                  <a:gd name="connsiteY5" fmla="*/ 61042 h 92917"/>
                  <a:gd name="connsiteX6" fmla="*/ 161302 w 360104"/>
                  <a:gd name="connsiteY6" fmla="*/ 61510 h 92917"/>
                  <a:gd name="connsiteX7" fmla="*/ 161771 w 360104"/>
                  <a:gd name="connsiteY7" fmla="*/ 63229 h 92917"/>
                  <a:gd name="connsiteX8" fmla="*/ 161771 w 360104"/>
                  <a:gd name="connsiteY8" fmla="*/ 92917 h 92917"/>
                  <a:gd name="connsiteX9" fmla="*/ 153438 w 360104"/>
                  <a:gd name="connsiteY9" fmla="*/ 92917 h 92917"/>
                  <a:gd name="connsiteX10" fmla="*/ 153438 w 360104"/>
                  <a:gd name="connsiteY10" fmla="*/ 68229 h 92917"/>
                  <a:gd name="connsiteX11" fmla="*/ 101458 w 360104"/>
                  <a:gd name="connsiteY11" fmla="*/ 68229 h 92917"/>
                  <a:gd name="connsiteX12" fmla="*/ 300208 w 360104"/>
                  <a:gd name="connsiteY12" fmla="*/ 53438 h 92917"/>
                  <a:gd name="connsiteX13" fmla="*/ 308334 w 360104"/>
                  <a:gd name="connsiteY13" fmla="*/ 53438 h 92917"/>
                  <a:gd name="connsiteX14" fmla="*/ 308334 w 360104"/>
                  <a:gd name="connsiteY14" fmla="*/ 64896 h 92917"/>
                  <a:gd name="connsiteX15" fmla="*/ 351979 w 360104"/>
                  <a:gd name="connsiteY15" fmla="*/ 64896 h 92917"/>
                  <a:gd name="connsiteX16" fmla="*/ 351979 w 360104"/>
                  <a:gd name="connsiteY16" fmla="*/ 53438 h 92917"/>
                  <a:gd name="connsiteX17" fmla="*/ 360000 w 360104"/>
                  <a:gd name="connsiteY17" fmla="*/ 53438 h 92917"/>
                  <a:gd name="connsiteX18" fmla="*/ 360000 w 360104"/>
                  <a:gd name="connsiteY18" fmla="*/ 89167 h 92917"/>
                  <a:gd name="connsiteX19" fmla="*/ 359531 w 360104"/>
                  <a:gd name="connsiteY19" fmla="*/ 90886 h 92917"/>
                  <a:gd name="connsiteX20" fmla="*/ 357813 w 360104"/>
                  <a:gd name="connsiteY20" fmla="*/ 91354 h 92917"/>
                  <a:gd name="connsiteX21" fmla="*/ 302396 w 360104"/>
                  <a:gd name="connsiteY21" fmla="*/ 91354 h 92917"/>
                  <a:gd name="connsiteX22" fmla="*/ 300677 w 360104"/>
                  <a:gd name="connsiteY22" fmla="*/ 90886 h 92917"/>
                  <a:gd name="connsiteX23" fmla="*/ 300208 w 360104"/>
                  <a:gd name="connsiteY23" fmla="*/ 89167 h 92917"/>
                  <a:gd name="connsiteX24" fmla="*/ 62500 w 360104"/>
                  <a:gd name="connsiteY24" fmla="*/ 48646 h 92917"/>
                  <a:gd name="connsiteX25" fmla="*/ 62500 w 360104"/>
                  <a:gd name="connsiteY25" fmla="*/ 55521 h 92917"/>
                  <a:gd name="connsiteX26" fmla="*/ 48073 w 360104"/>
                  <a:gd name="connsiteY26" fmla="*/ 57188 h 92917"/>
                  <a:gd name="connsiteX27" fmla="*/ 31667 w 360104"/>
                  <a:gd name="connsiteY27" fmla="*/ 58021 h 92917"/>
                  <a:gd name="connsiteX28" fmla="*/ 31667 w 360104"/>
                  <a:gd name="connsiteY28" fmla="*/ 90313 h 92917"/>
                  <a:gd name="connsiteX29" fmla="*/ 23854 w 360104"/>
                  <a:gd name="connsiteY29" fmla="*/ 90313 h 92917"/>
                  <a:gd name="connsiteX30" fmla="*/ 23854 w 360104"/>
                  <a:gd name="connsiteY30" fmla="*/ 58125 h 92917"/>
                  <a:gd name="connsiteX31" fmla="*/ 0 w 360104"/>
                  <a:gd name="connsiteY31" fmla="*/ 58125 h 92917"/>
                  <a:gd name="connsiteX32" fmla="*/ 0 w 360104"/>
                  <a:gd name="connsiteY32" fmla="*/ 50937 h 92917"/>
                  <a:gd name="connsiteX33" fmla="*/ 26667 w 360104"/>
                  <a:gd name="connsiteY33" fmla="*/ 50937 h 92917"/>
                  <a:gd name="connsiteX34" fmla="*/ 34115 w 360104"/>
                  <a:gd name="connsiteY34" fmla="*/ 50782 h 92917"/>
                  <a:gd name="connsiteX35" fmla="*/ 44063 w 360104"/>
                  <a:gd name="connsiteY35" fmla="*/ 50313 h 92917"/>
                  <a:gd name="connsiteX36" fmla="*/ 54323 w 360104"/>
                  <a:gd name="connsiteY36" fmla="*/ 49584 h 92917"/>
                  <a:gd name="connsiteX37" fmla="*/ 62500 w 360104"/>
                  <a:gd name="connsiteY37" fmla="*/ 48646 h 92917"/>
                  <a:gd name="connsiteX38" fmla="*/ 310417 w 360104"/>
                  <a:gd name="connsiteY38" fmla="*/ 8438 h 92917"/>
                  <a:gd name="connsiteX39" fmla="*/ 304271 w 360104"/>
                  <a:gd name="connsiteY39" fmla="*/ 9688 h 92917"/>
                  <a:gd name="connsiteX40" fmla="*/ 299375 w 360104"/>
                  <a:gd name="connsiteY40" fmla="*/ 12917 h 92917"/>
                  <a:gd name="connsiteX41" fmla="*/ 296042 w 360104"/>
                  <a:gd name="connsiteY41" fmla="*/ 17761 h 92917"/>
                  <a:gd name="connsiteX42" fmla="*/ 294896 w 360104"/>
                  <a:gd name="connsiteY42" fmla="*/ 23646 h 92917"/>
                  <a:gd name="connsiteX43" fmla="*/ 296042 w 360104"/>
                  <a:gd name="connsiteY43" fmla="*/ 29531 h 92917"/>
                  <a:gd name="connsiteX44" fmla="*/ 299375 w 360104"/>
                  <a:gd name="connsiteY44" fmla="*/ 34271 h 92917"/>
                  <a:gd name="connsiteX45" fmla="*/ 304271 w 360104"/>
                  <a:gd name="connsiteY45" fmla="*/ 37500 h 92917"/>
                  <a:gd name="connsiteX46" fmla="*/ 310417 w 360104"/>
                  <a:gd name="connsiteY46" fmla="*/ 38646 h 92917"/>
                  <a:gd name="connsiteX47" fmla="*/ 321615 w 360104"/>
                  <a:gd name="connsiteY47" fmla="*/ 34271 h 92917"/>
                  <a:gd name="connsiteX48" fmla="*/ 325938 w 360104"/>
                  <a:gd name="connsiteY48" fmla="*/ 23646 h 92917"/>
                  <a:gd name="connsiteX49" fmla="*/ 321511 w 360104"/>
                  <a:gd name="connsiteY49" fmla="*/ 12865 h 92917"/>
                  <a:gd name="connsiteX50" fmla="*/ 310417 w 360104"/>
                  <a:gd name="connsiteY50" fmla="*/ 8438 h 92917"/>
                  <a:gd name="connsiteX51" fmla="*/ 29062 w 360104"/>
                  <a:gd name="connsiteY51" fmla="*/ 7813 h 92917"/>
                  <a:gd name="connsiteX52" fmla="*/ 17500 w 360104"/>
                  <a:gd name="connsiteY52" fmla="*/ 11927 h 92917"/>
                  <a:gd name="connsiteX53" fmla="*/ 13750 w 360104"/>
                  <a:gd name="connsiteY53" fmla="*/ 21354 h 92917"/>
                  <a:gd name="connsiteX54" fmla="*/ 17448 w 360104"/>
                  <a:gd name="connsiteY54" fmla="*/ 30730 h 92917"/>
                  <a:gd name="connsiteX55" fmla="*/ 29062 w 360104"/>
                  <a:gd name="connsiteY55" fmla="*/ 34792 h 92917"/>
                  <a:gd name="connsiteX56" fmla="*/ 40677 w 360104"/>
                  <a:gd name="connsiteY56" fmla="*/ 30730 h 92917"/>
                  <a:gd name="connsiteX57" fmla="*/ 44375 w 360104"/>
                  <a:gd name="connsiteY57" fmla="*/ 21354 h 92917"/>
                  <a:gd name="connsiteX58" fmla="*/ 40677 w 360104"/>
                  <a:gd name="connsiteY58" fmla="*/ 11927 h 92917"/>
                  <a:gd name="connsiteX59" fmla="*/ 29062 w 360104"/>
                  <a:gd name="connsiteY59" fmla="*/ 7813 h 92917"/>
                  <a:gd name="connsiteX60" fmla="*/ 215417 w 360104"/>
                  <a:gd name="connsiteY60" fmla="*/ 3542 h 92917"/>
                  <a:gd name="connsiteX61" fmla="*/ 223958 w 360104"/>
                  <a:gd name="connsiteY61" fmla="*/ 3542 h 92917"/>
                  <a:gd name="connsiteX62" fmla="*/ 223958 w 360104"/>
                  <a:gd name="connsiteY62" fmla="*/ 22292 h 92917"/>
                  <a:gd name="connsiteX63" fmla="*/ 225417 w 360104"/>
                  <a:gd name="connsiteY63" fmla="*/ 35677 h 92917"/>
                  <a:gd name="connsiteX64" fmla="*/ 229896 w 360104"/>
                  <a:gd name="connsiteY64" fmla="*/ 46980 h 92917"/>
                  <a:gd name="connsiteX65" fmla="*/ 238177 w 360104"/>
                  <a:gd name="connsiteY65" fmla="*/ 57553 h 92917"/>
                  <a:gd name="connsiteX66" fmla="*/ 249271 w 360104"/>
                  <a:gd name="connsiteY66" fmla="*/ 65938 h 92917"/>
                  <a:gd name="connsiteX67" fmla="*/ 247552 w 360104"/>
                  <a:gd name="connsiteY67" fmla="*/ 67396 h 92917"/>
                  <a:gd name="connsiteX68" fmla="*/ 245833 w 360104"/>
                  <a:gd name="connsiteY68" fmla="*/ 68959 h 92917"/>
                  <a:gd name="connsiteX69" fmla="*/ 244271 w 360104"/>
                  <a:gd name="connsiteY69" fmla="*/ 70574 h 92917"/>
                  <a:gd name="connsiteX70" fmla="*/ 243021 w 360104"/>
                  <a:gd name="connsiteY70" fmla="*/ 71875 h 92917"/>
                  <a:gd name="connsiteX71" fmla="*/ 236511 w 360104"/>
                  <a:gd name="connsiteY71" fmla="*/ 66823 h 92917"/>
                  <a:gd name="connsiteX72" fmla="*/ 230208 w 360104"/>
                  <a:gd name="connsiteY72" fmla="*/ 60521 h 92917"/>
                  <a:gd name="connsiteX73" fmla="*/ 224271 w 360104"/>
                  <a:gd name="connsiteY73" fmla="*/ 52396 h 92917"/>
                  <a:gd name="connsiteX74" fmla="*/ 219688 w 360104"/>
                  <a:gd name="connsiteY74" fmla="*/ 42917 h 92917"/>
                  <a:gd name="connsiteX75" fmla="*/ 215938 w 360104"/>
                  <a:gd name="connsiteY75" fmla="*/ 51979 h 92917"/>
                  <a:gd name="connsiteX76" fmla="*/ 210313 w 360104"/>
                  <a:gd name="connsiteY76" fmla="*/ 60521 h 92917"/>
                  <a:gd name="connsiteX77" fmla="*/ 203438 w 360104"/>
                  <a:gd name="connsiteY77" fmla="*/ 68334 h 92917"/>
                  <a:gd name="connsiteX78" fmla="*/ 196354 w 360104"/>
                  <a:gd name="connsiteY78" fmla="*/ 74167 h 92917"/>
                  <a:gd name="connsiteX79" fmla="*/ 193021 w 360104"/>
                  <a:gd name="connsiteY79" fmla="*/ 71406 h 92917"/>
                  <a:gd name="connsiteX80" fmla="*/ 189167 w 360104"/>
                  <a:gd name="connsiteY80" fmla="*/ 68646 h 92917"/>
                  <a:gd name="connsiteX81" fmla="*/ 200417 w 360104"/>
                  <a:gd name="connsiteY81" fmla="*/ 59636 h 92917"/>
                  <a:gd name="connsiteX82" fmla="*/ 208854 w 360104"/>
                  <a:gd name="connsiteY82" fmla="*/ 48334 h 92917"/>
                  <a:gd name="connsiteX83" fmla="*/ 213750 w 360104"/>
                  <a:gd name="connsiteY83" fmla="*/ 35469 h 92917"/>
                  <a:gd name="connsiteX84" fmla="*/ 215417 w 360104"/>
                  <a:gd name="connsiteY84" fmla="*/ 20834 h 92917"/>
                  <a:gd name="connsiteX85" fmla="*/ 96042 w 360104"/>
                  <a:gd name="connsiteY85" fmla="*/ 3438 h 92917"/>
                  <a:gd name="connsiteX86" fmla="*/ 136563 w 360104"/>
                  <a:gd name="connsiteY86" fmla="*/ 3438 h 92917"/>
                  <a:gd name="connsiteX87" fmla="*/ 136563 w 360104"/>
                  <a:gd name="connsiteY87" fmla="*/ 10417 h 92917"/>
                  <a:gd name="connsiteX88" fmla="*/ 101771 w 360104"/>
                  <a:gd name="connsiteY88" fmla="*/ 10417 h 92917"/>
                  <a:gd name="connsiteX89" fmla="*/ 101771 w 360104"/>
                  <a:gd name="connsiteY89" fmla="*/ 22917 h 92917"/>
                  <a:gd name="connsiteX90" fmla="*/ 135625 w 360104"/>
                  <a:gd name="connsiteY90" fmla="*/ 22917 h 92917"/>
                  <a:gd name="connsiteX91" fmla="*/ 135625 w 360104"/>
                  <a:gd name="connsiteY91" fmla="*/ 29584 h 92917"/>
                  <a:gd name="connsiteX92" fmla="*/ 101771 w 360104"/>
                  <a:gd name="connsiteY92" fmla="*/ 29584 h 92917"/>
                  <a:gd name="connsiteX93" fmla="*/ 101771 w 360104"/>
                  <a:gd name="connsiteY93" fmla="*/ 43646 h 92917"/>
                  <a:gd name="connsiteX94" fmla="*/ 112396 w 360104"/>
                  <a:gd name="connsiteY94" fmla="*/ 43646 h 92917"/>
                  <a:gd name="connsiteX95" fmla="*/ 121615 w 360104"/>
                  <a:gd name="connsiteY95" fmla="*/ 43386 h 92917"/>
                  <a:gd name="connsiteX96" fmla="*/ 131667 w 360104"/>
                  <a:gd name="connsiteY96" fmla="*/ 42709 h 92917"/>
                  <a:gd name="connsiteX97" fmla="*/ 141250 w 360104"/>
                  <a:gd name="connsiteY97" fmla="*/ 41771 h 92917"/>
                  <a:gd name="connsiteX98" fmla="*/ 149063 w 360104"/>
                  <a:gd name="connsiteY98" fmla="*/ 40625 h 92917"/>
                  <a:gd name="connsiteX99" fmla="*/ 149063 w 360104"/>
                  <a:gd name="connsiteY99" fmla="*/ 47084 h 92917"/>
                  <a:gd name="connsiteX100" fmla="*/ 139375 w 360104"/>
                  <a:gd name="connsiteY100" fmla="*/ 48698 h 92917"/>
                  <a:gd name="connsiteX101" fmla="*/ 128125 w 360104"/>
                  <a:gd name="connsiteY101" fmla="*/ 49792 h 92917"/>
                  <a:gd name="connsiteX102" fmla="*/ 116406 w 360104"/>
                  <a:gd name="connsiteY102" fmla="*/ 50417 h 92917"/>
                  <a:gd name="connsiteX103" fmla="*/ 105417 w 360104"/>
                  <a:gd name="connsiteY103" fmla="*/ 50625 h 92917"/>
                  <a:gd name="connsiteX104" fmla="*/ 96042 w 360104"/>
                  <a:gd name="connsiteY104" fmla="*/ 50625 h 92917"/>
                  <a:gd name="connsiteX105" fmla="*/ 94323 w 360104"/>
                  <a:gd name="connsiteY105" fmla="*/ 50156 h 92917"/>
                  <a:gd name="connsiteX106" fmla="*/ 93854 w 360104"/>
                  <a:gd name="connsiteY106" fmla="*/ 48438 h 92917"/>
                  <a:gd name="connsiteX107" fmla="*/ 93854 w 360104"/>
                  <a:gd name="connsiteY107" fmla="*/ 5625 h 92917"/>
                  <a:gd name="connsiteX108" fmla="*/ 94323 w 360104"/>
                  <a:gd name="connsiteY108" fmla="*/ 3906 h 92917"/>
                  <a:gd name="connsiteX109" fmla="*/ 96042 w 360104"/>
                  <a:gd name="connsiteY109" fmla="*/ 3438 h 92917"/>
                  <a:gd name="connsiteX110" fmla="*/ 29062 w 360104"/>
                  <a:gd name="connsiteY110" fmla="*/ 1146 h 92917"/>
                  <a:gd name="connsiteX111" fmla="*/ 38802 w 360104"/>
                  <a:gd name="connsiteY111" fmla="*/ 2813 h 92917"/>
                  <a:gd name="connsiteX112" fmla="*/ 46042 w 360104"/>
                  <a:gd name="connsiteY112" fmla="*/ 7292 h 92917"/>
                  <a:gd name="connsiteX113" fmla="*/ 50625 w 360104"/>
                  <a:gd name="connsiteY113" fmla="*/ 13750 h 92917"/>
                  <a:gd name="connsiteX114" fmla="*/ 52188 w 360104"/>
                  <a:gd name="connsiteY114" fmla="*/ 21458 h 92917"/>
                  <a:gd name="connsiteX115" fmla="*/ 50573 w 360104"/>
                  <a:gd name="connsiteY115" fmla="*/ 29271 h 92917"/>
                  <a:gd name="connsiteX116" fmla="*/ 46042 w 360104"/>
                  <a:gd name="connsiteY116" fmla="*/ 35625 h 92917"/>
                  <a:gd name="connsiteX117" fmla="*/ 38750 w 360104"/>
                  <a:gd name="connsiteY117" fmla="*/ 39896 h 92917"/>
                  <a:gd name="connsiteX118" fmla="*/ 29062 w 360104"/>
                  <a:gd name="connsiteY118" fmla="*/ 41459 h 92917"/>
                  <a:gd name="connsiteX119" fmla="*/ 19271 w 360104"/>
                  <a:gd name="connsiteY119" fmla="*/ 39896 h 92917"/>
                  <a:gd name="connsiteX120" fmla="*/ 11979 w 360104"/>
                  <a:gd name="connsiteY120" fmla="*/ 35625 h 92917"/>
                  <a:gd name="connsiteX121" fmla="*/ 7396 w 360104"/>
                  <a:gd name="connsiteY121" fmla="*/ 29271 h 92917"/>
                  <a:gd name="connsiteX122" fmla="*/ 5833 w 360104"/>
                  <a:gd name="connsiteY122" fmla="*/ 21458 h 92917"/>
                  <a:gd name="connsiteX123" fmla="*/ 7396 w 360104"/>
                  <a:gd name="connsiteY123" fmla="*/ 13750 h 92917"/>
                  <a:gd name="connsiteX124" fmla="*/ 11875 w 360104"/>
                  <a:gd name="connsiteY124" fmla="*/ 7292 h 92917"/>
                  <a:gd name="connsiteX125" fmla="*/ 19219 w 360104"/>
                  <a:gd name="connsiteY125" fmla="*/ 2813 h 92917"/>
                  <a:gd name="connsiteX126" fmla="*/ 29062 w 360104"/>
                  <a:gd name="connsiteY126" fmla="*/ 1146 h 92917"/>
                  <a:gd name="connsiteX127" fmla="*/ 351979 w 360104"/>
                  <a:gd name="connsiteY127" fmla="*/ 0 h 92917"/>
                  <a:gd name="connsiteX128" fmla="*/ 360104 w 360104"/>
                  <a:gd name="connsiteY128" fmla="*/ 0 h 92917"/>
                  <a:gd name="connsiteX129" fmla="*/ 360104 w 360104"/>
                  <a:gd name="connsiteY129" fmla="*/ 48542 h 92917"/>
                  <a:gd name="connsiteX130" fmla="*/ 351979 w 360104"/>
                  <a:gd name="connsiteY130" fmla="*/ 48542 h 92917"/>
                  <a:gd name="connsiteX131" fmla="*/ 351979 w 360104"/>
                  <a:gd name="connsiteY131" fmla="*/ 27604 h 92917"/>
                  <a:gd name="connsiteX132" fmla="*/ 333854 w 360104"/>
                  <a:gd name="connsiteY132" fmla="*/ 27604 h 92917"/>
                  <a:gd name="connsiteX133" fmla="*/ 330938 w 360104"/>
                  <a:gd name="connsiteY133" fmla="*/ 35105 h 92917"/>
                  <a:gd name="connsiteX134" fmla="*/ 325729 w 360104"/>
                  <a:gd name="connsiteY134" fmla="*/ 40938 h 92917"/>
                  <a:gd name="connsiteX135" fmla="*/ 318646 w 360104"/>
                  <a:gd name="connsiteY135" fmla="*/ 44688 h 92917"/>
                  <a:gd name="connsiteX136" fmla="*/ 310417 w 360104"/>
                  <a:gd name="connsiteY136" fmla="*/ 46042 h 92917"/>
                  <a:gd name="connsiteX137" fmla="*/ 301302 w 360104"/>
                  <a:gd name="connsiteY137" fmla="*/ 44375 h 92917"/>
                  <a:gd name="connsiteX138" fmla="*/ 293750 w 360104"/>
                  <a:gd name="connsiteY138" fmla="*/ 39688 h 92917"/>
                  <a:gd name="connsiteX139" fmla="*/ 288646 w 360104"/>
                  <a:gd name="connsiteY139" fmla="*/ 32605 h 92917"/>
                  <a:gd name="connsiteX140" fmla="*/ 286771 w 360104"/>
                  <a:gd name="connsiteY140" fmla="*/ 23542 h 92917"/>
                  <a:gd name="connsiteX141" fmla="*/ 288594 w 360104"/>
                  <a:gd name="connsiteY141" fmla="*/ 14532 h 92917"/>
                  <a:gd name="connsiteX142" fmla="*/ 293646 w 360104"/>
                  <a:gd name="connsiteY142" fmla="*/ 7500 h 92917"/>
                  <a:gd name="connsiteX143" fmla="*/ 301198 w 360104"/>
                  <a:gd name="connsiteY143" fmla="*/ 2813 h 92917"/>
                  <a:gd name="connsiteX144" fmla="*/ 310417 w 360104"/>
                  <a:gd name="connsiteY144" fmla="*/ 1146 h 92917"/>
                  <a:gd name="connsiteX145" fmla="*/ 318854 w 360104"/>
                  <a:gd name="connsiteY145" fmla="*/ 2604 h 92917"/>
                  <a:gd name="connsiteX146" fmla="*/ 326042 w 360104"/>
                  <a:gd name="connsiteY146" fmla="*/ 6563 h 92917"/>
                  <a:gd name="connsiteX147" fmla="*/ 331354 w 360104"/>
                  <a:gd name="connsiteY147" fmla="*/ 12709 h 92917"/>
                  <a:gd name="connsiteX148" fmla="*/ 334063 w 360104"/>
                  <a:gd name="connsiteY148" fmla="*/ 20417 h 92917"/>
                  <a:gd name="connsiteX149" fmla="*/ 351979 w 360104"/>
                  <a:gd name="connsiteY149" fmla="*/ 20417 h 92917"/>
                  <a:gd name="connsiteX150" fmla="*/ 256979 w 360104"/>
                  <a:gd name="connsiteY150" fmla="*/ 0 h 92917"/>
                  <a:gd name="connsiteX151" fmla="*/ 265208 w 360104"/>
                  <a:gd name="connsiteY151" fmla="*/ 0 h 92917"/>
                  <a:gd name="connsiteX152" fmla="*/ 265208 w 360104"/>
                  <a:gd name="connsiteY152" fmla="*/ 35417 h 92917"/>
                  <a:gd name="connsiteX153" fmla="*/ 278854 w 360104"/>
                  <a:gd name="connsiteY153" fmla="*/ 35417 h 92917"/>
                  <a:gd name="connsiteX154" fmla="*/ 278854 w 360104"/>
                  <a:gd name="connsiteY154" fmla="*/ 42813 h 92917"/>
                  <a:gd name="connsiteX155" fmla="*/ 265208 w 360104"/>
                  <a:gd name="connsiteY155" fmla="*/ 42813 h 92917"/>
                  <a:gd name="connsiteX156" fmla="*/ 265208 w 360104"/>
                  <a:gd name="connsiteY156" fmla="*/ 92396 h 92917"/>
                  <a:gd name="connsiteX157" fmla="*/ 256979 w 360104"/>
                  <a:gd name="connsiteY157" fmla="*/ 92396 h 92917"/>
                  <a:gd name="connsiteX158" fmla="*/ 153542 w 360104"/>
                  <a:gd name="connsiteY158" fmla="*/ 0 h 92917"/>
                  <a:gd name="connsiteX159" fmla="*/ 161667 w 360104"/>
                  <a:gd name="connsiteY159" fmla="*/ 0 h 92917"/>
                  <a:gd name="connsiteX160" fmla="*/ 161667 w 360104"/>
                  <a:gd name="connsiteY160" fmla="*/ 22084 h 92917"/>
                  <a:gd name="connsiteX161" fmla="*/ 174375 w 360104"/>
                  <a:gd name="connsiteY161" fmla="*/ 22084 h 92917"/>
                  <a:gd name="connsiteX162" fmla="*/ 174375 w 360104"/>
                  <a:gd name="connsiteY162" fmla="*/ 29271 h 92917"/>
                  <a:gd name="connsiteX163" fmla="*/ 161667 w 360104"/>
                  <a:gd name="connsiteY163" fmla="*/ 29271 h 92917"/>
                  <a:gd name="connsiteX164" fmla="*/ 161667 w 360104"/>
                  <a:gd name="connsiteY164" fmla="*/ 56146 h 92917"/>
                  <a:gd name="connsiteX165" fmla="*/ 153542 w 360104"/>
                  <a:gd name="connsiteY165" fmla="*/ 56146 h 92917"/>
                  <a:gd name="connsiteX166" fmla="*/ 66667 w 360104"/>
                  <a:gd name="connsiteY166" fmla="*/ 0 h 92917"/>
                  <a:gd name="connsiteX167" fmla="*/ 74896 w 360104"/>
                  <a:gd name="connsiteY167" fmla="*/ 0 h 92917"/>
                  <a:gd name="connsiteX168" fmla="*/ 74896 w 360104"/>
                  <a:gd name="connsiteY168" fmla="*/ 92292 h 92917"/>
                  <a:gd name="connsiteX169" fmla="*/ 66667 w 360104"/>
                  <a:gd name="connsiteY169" fmla="*/ 92292 h 92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</a:cxnLst>
                <a:rect l="l" t="t" r="r" b="b"/>
                <a:pathLst>
                  <a:path w="360104" h="92917">
                    <a:moveTo>
                      <a:pt x="308334" y="71667"/>
                    </a:moveTo>
                    <a:lnTo>
                      <a:pt x="308334" y="84584"/>
                    </a:lnTo>
                    <a:lnTo>
                      <a:pt x="351979" y="84584"/>
                    </a:lnTo>
                    <a:lnTo>
                      <a:pt x="351979" y="71667"/>
                    </a:lnTo>
                    <a:close/>
                    <a:moveTo>
                      <a:pt x="101458" y="61042"/>
                    </a:moveTo>
                    <a:lnTo>
                      <a:pt x="159583" y="61042"/>
                    </a:lnTo>
                    <a:cubicBezTo>
                      <a:pt x="160417" y="61042"/>
                      <a:pt x="160990" y="61198"/>
                      <a:pt x="161302" y="61510"/>
                    </a:cubicBezTo>
                    <a:cubicBezTo>
                      <a:pt x="161615" y="61824"/>
                      <a:pt x="161771" y="62396"/>
                      <a:pt x="161771" y="63229"/>
                    </a:cubicBezTo>
                    <a:lnTo>
                      <a:pt x="161771" y="92917"/>
                    </a:lnTo>
                    <a:lnTo>
                      <a:pt x="153438" y="92917"/>
                    </a:lnTo>
                    <a:lnTo>
                      <a:pt x="153438" y="68229"/>
                    </a:lnTo>
                    <a:lnTo>
                      <a:pt x="101458" y="68229"/>
                    </a:lnTo>
                    <a:close/>
                    <a:moveTo>
                      <a:pt x="300208" y="53438"/>
                    </a:moveTo>
                    <a:lnTo>
                      <a:pt x="308334" y="53438"/>
                    </a:lnTo>
                    <a:lnTo>
                      <a:pt x="308334" y="64896"/>
                    </a:lnTo>
                    <a:lnTo>
                      <a:pt x="351979" y="64896"/>
                    </a:lnTo>
                    <a:lnTo>
                      <a:pt x="351979" y="53438"/>
                    </a:lnTo>
                    <a:lnTo>
                      <a:pt x="360000" y="53438"/>
                    </a:lnTo>
                    <a:lnTo>
                      <a:pt x="360000" y="89167"/>
                    </a:lnTo>
                    <a:cubicBezTo>
                      <a:pt x="360000" y="90000"/>
                      <a:pt x="359844" y="90573"/>
                      <a:pt x="359531" y="90886"/>
                    </a:cubicBezTo>
                    <a:cubicBezTo>
                      <a:pt x="359219" y="91198"/>
                      <a:pt x="358646" y="91354"/>
                      <a:pt x="357813" y="91354"/>
                    </a:cubicBezTo>
                    <a:lnTo>
                      <a:pt x="302396" y="91354"/>
                    </a:lnTo>
                    <a:cubicBezTo>
                      <a:pt x="301563" y="91354"/>
                      <a:pt x="300990" y="91198"/>
                      <a:pt x="300677" y="90886"/>
                    </a:cubicBezTo>
                    <a:cubicBezTo>
                      <a:pt x="300365" y="90573"/>
                      <a:pt x="300208" y="90000"/>
                      <a:pt x="300208" y="89167"/>
                    </a:cubicBezTo>
                    <a:close/>
                    <a:moveTo>
                      <a:pt x="62500" y="48646"/>
                    </a:moveTo>
                    <a:lnTo>
                      <a:pt x="62500" y="55521"/>
                    </a:lnTo>
                    <a:cubicBezTo>
                      <a:pt x="58125" y="56276"/>
                      <a:pt x="53316" y="56836"/>
                      <a:pt x="48073" y="57188"/>
                    </a:cubicBezTo>
                    <a:cubicBezTo>
                      <a:pt x="42831" y="57526"/>
                      <a:pt x="37362" y="57813"/>
                      <a:pt x="31667" y="58021"/>
                    </a:cubicBezTo>
                    <a:lnTo>
                      <a:pt x="31667" y="90313"/>
                    </a:lnTo>
                    <a:lnTo>
                      <a:pt x="23854" y="90313"/>
                    </a:lnTo>
                    <a:lnTo>
                      <a:pt x="23854" y="58125"/>
                    </a:lnTo>
                    <a:lnTo>
                      <a:pt x="0" y="58125"/>
                    </a:lnTo>
                    <a:lnTo>
                      <a:pt x="0" y="50937"/>
                    </a:lnTo>
                    <a:lnTo>
                      <a:pt x="26667" y="50937"/>
                    </a:lnTo>
                    <a:cubicBezTo>
                      <a:pt x="28473" y="50937"/>
                      <a:pt x="30956" y="50886"/>
                      <a:pt x="34115" y="50782"/>
                    </a:cubicBezTo>
                    <a:cubicBezTo>
                      <a:pt x="37275" y="50677"/>
                      <a:pt x="40591" y="50521"/>
                      <a:pt x="44063" y="50313"/>
                    </a:cubicBezTo>
                    <a:cubicBezTo>
                      <a:pt x="47604" y="50104"/>
                      <a:pt x="51025" y="49857"/>
                      <a:pt x="54323" y="49584"/>
                    </a:cubicBezTo>
                    <a:cubicBezTo>
                      <a:pt x="57622" y="49297"/>
                      <a:pt x="60348" y="48985"/>
                      <a:pt x="62500" y="48646"/>
                    </a:cubicBezTo>
                    <a:close/>
                    <a:moveTo>
                      <a:pt x="310417" y="8438"/>
                    </a:moveTo>
                    <a:cubicBezTo>
                      <a:pt x="308195" y="8438"/>
                      <a:pt x="306146" y="8854"/>
                      <a:pt x="304271" y="9688"/>
                    </a:cubicBezTo>
                    <a:cubicBezTo>
                      <a:pt x="302396" y="10521"/>
                      <a:pt x="300765" y="11589"/>
                      <a:pt x="299375" y="12917"/>
                    </a:cubicBezTo>
                    <a:cubicBezTo>
                      <a:pt x="297917" y="14297"/>
                      <a:pt x="296806" y="15912"/>
                      <a:pt x="296042" y="17761"/>
                    </a:cubicBezTo>
                    <a:cubicBezTo>
                      <a:pt x="295279" y="19596"/>
                      <a:pt x="294896" y="21563"/>
                      <a:pt x="294896" y="23646"/>
                    </a:cubicBezTo>
                    <a:cubicBezTo>
                      <a:pt x="294896" y="25729"/>
                      <a:pt x="295279" y="27683"/>
                      <a:pt x="296042" y="29531"/>
                    </a:cubicBezTo>
                    <a:cubicBezTo>
                      <a:pt x="296806" y="31367"/>
                      <a:pt x="297917" y="32943"/>
                      <a:pt x="299375" y="34271"/>
                    </a:cubicBezTo>
                    <a:cubicBezTo>
                      <a:pt x="300765" y="35652"/>
                      <a:pt x="302396" y="36732"/>
                      <a:pt x="304271" y="37500"/>
                    </a:cubicBezTo>
                    <a:cubicBezTo>
                      <a:pt x="306146" y="38255"/>
                      <a:pt x="308195" y="38646"/>
                      <a:pt x="310417" y="38646"/>
                    </a:cubicBezTo>
                    <a:cubicBezTo>
                      <a:pt x="315000" y="38646"/>
                      <a:pt x="318733" y="37188"/>
                      <a:pt x="321615" y="34271"/>
                    </a:cubicBezTo>
                    <a:cubicBezTo>
                      <a:pt x="324498" y="31354"/>
                      <a:pt x="325938" y="27813"/>
                      <a:pt x="325938" y="23646"/>
                    </a:cubicBezTo>
                    <a:cubicBezTo>
                      <a:pt x="325938" y="19401"/>
                      <a:pt x="324462" y="15807"/>
                      <a:pt x="321511" y="12865"/>
                    </a:cubicBezTo>
                    <a:cubicBezTo>
                      <a:pt x="318560" y="9909"/>
                      <a:pt x="314862" y="8438"/>
                      <a:pt x="310417" y="8438"/>
                    </a:cubicBezTo>
                    <a:close/>
                    <a:moveTo>
                      <a:pt x="29062" y="7813"/>
                    </a:moveTo>
                    <a:cubicBezTo>
                      <a:pt x="23854" y="7813"/>
                      <a:pt x="20000" y="9180"/>
                      <a:pt x="17500" y="11927"/>
                    </a:cubicBezTo>
                    <a:cubicBezTo>
                      <a:pt x="15000" y="14662"/>
                      <a:pt x="13750" y="17813"/>
                      <a:pt x="13750" y="21354"/>
                    </a:cubicBezTo>
                    <a:cubicBezTo>
                      <a:pt x="13750" y="24896"/>
                      <a:pt x="14983" y="28021"/>
                      <a:pt x="17448" y="30730"/>
                    </a:cubicBezTo>
                    <a:cubicBezTo>
                      <a:pt x="19914" y="33437"/>
                      <a:pt x="23785" y="34792"/>
                      <a:pt x="29062" y="34792"/>
                    </a:cubicBezTo>
                    <a:cubicBezTo>
                      <a:pt x="34341" y="34792"/>
                      <a:pt x="38212" y="33437"/>
                      <a:pt x="40677" y="30730"/>
                    </a:cubicBezTo>
                    <a:cubicBezTo>
                      <a:pt x="43143" y="28021"/>
                      <a:pt x="44375" y="24896"/>
                      <a:pt x="44375" y="21354"/>
                    </a:cubicBezTo>
                    <a:cubicBezTo>
                      <a:pt x="44375" y="17813"/>
                      <a:pt x="43143" y="14662"/>
                      <a:pt x="40677" y="11927"/>
                    </a:cubicBezTo>
                    <a:cubicBezTo>
                      <a:pt x="38212" y="9180"/>
                      <a:pt x="34341" y="7813"/>
                      <a:pt x="29062" y="7813"/>
                    </a:cubicBezTo>
                    <a:close/>
                    <a:moveTo>
                      <a:pt x="215417" y="3542"/>
                    </a:moveTo>
                    <a:lnTo>
                      <a:pt x="223958" y="3542"/>
                    </a:lnTo>
                    <a:lnTo>
                      <a:pt x="223958" y="22292"/>
                    </a:lnTo>
                    <a:cubicBezTo>
                      <a:pt x="223958" y="27084"/>
                      <a:pt x="224445" y="31536"/>
                      <a:pt x="225417" y="35677"/>
                    </a:cubicBezTo>
                    <a:cubicBezTo>
                      <a:pt x="226389" y="39805"/>
                      <a:pt x="227883" y="43568"/>
                      <a:pt x="229896" y="46980"/>
                    </a:cubicBezTo>
                    <a:cubicBezTo>
                      <a:pt x="232188" y="50859"/>
                      <a:pt x="234948" y="54388"/>
                      <a:pt x="238177" y="57553"/>
                    </a:cubicBezTo>
                    <a:cubicBezTo>
                      <a:pt x="241406" y="60703"/>
                      <a:pt x="245104" y="63503"/>
                      <a:pt x="249271" y="65938"/>
                    </a:cubicBezTo>
                    <a:cubicBezTo>
                      <a:pt x="248716" y="66354"/>
                      <a:pt x="248143" y="66836"/>
                      <a:pt x="247552" y="67396"/>
                    </a:cubicBezTo>
                    <a:cubicBezTo>
                      <a:pt x="246962" y="67943"/>
                      <a:pt x="246389" y="68464"/>
                      <a:pt x="245833" y="68959"/>
                    </a:cubicBezTo>
                    <a:cubicBezTo>
                      <a:pt x="245279" y="69505"/>
                      <a:pt x="244758" y="70052"/>
                      <a:pt x="244271" y="70574"/>
                    </a:cubicBezTo>
                    <a:cubicBezTo>
                      <a:pt x="243785" y="71094"/>
                      <a:pt x="243369" y="71524"/>
                      <a:pt x="243021" y="71875"/>
                    </a:cubicBezTo>
                    <a:cubicBezTo>
                      <a:pt x="240869" y="70417"/>
                      <a:pt x="238698" y="68724"/>
                      <a:pt x="236511" y="66823"/>
                    </a:cubicBezTo>
                    <a:cubicBezTo>
                      <a:pt x="234323" y="64909"/>
                      <a:pt x="232223" y="62813"/>
                      <a:pt x="230208" y="60521"/>
                    </a:cubicBezTo>
                    <a:cubicBezTo>
                      <a:pt x="228056" y="58021"/>
                      <a:pt x="226077" y="55313"/>
                      <a:pt x="224271" y="52396"/>
                    </a:cubicBezTo>
                    <a:cubicBezTo>
                      <a:pt x="222466" y="49479"/>
                      <a:pt x="220938" y="46315"/>
                      <a:pt x="219688" y="42917"/>
                    </a:cubicBezTo>
                    <a:cubicBezTo>
                      <a:pt x="218854" y="45964"/>
                      <a:pt x="217604" y="48985"/>
                      <a:pt x="215938" y="51979"/>
                    </a:cubicBezTo>
                    <a:cubicBezTo>
                      <a:pt x="214271" y="54961"/>
                      <a:pt x="212396" y="57813"/>
                      <a:pt x="210313" y="60521"/>
                    </a:cubicBezTo>
                    <a:cubicBezTo>
                      <a:pt x="208160" y="63360"/>
                      <a:pt x="205869" y="65964"/>
                      <a:pt x="203438" y="68334"/>
                    </a:cubicBezTo>
                    <a:cubicBezTo>
                      <a:pt x="201008" y="70690"/>
                      <a:pt x="198646" y="72630"/>
                      <a:pt x="196354" y="74167"/>
                    </a:cubicBezTo>
                    <a:cubicBezTo>
                      <a:pt x="195521" y="73399"/>
                      <a:pt x="194410" y="72475"/>
                      <a:pt x="193021" y="71406"/>
                    </a:cubicBezTo>
                    <a:cubicBezTo>
                      <a:pt x="191633" y="70326"/>
                      <a:pt x="190348" y="69401"/>
                      <a:pt x="189167" y="68646"/>
                    </a:cubicBezTo>
                    <a:cubicBezTo>
                      <a:pt x="193333" y="66068"/>
                      <a:pt x="197083" y="63073"/>
                      <a:pt x="200417" y="59636"/>
                    </a:cubicBezTo>
                    <a:cubicBezTo>
                      <a:pt x="203750" y="56198"/>
                      <a:pt x="206563" y="52422"/>
                      <a:pt x="208854" y="48334"/>
                    </a:cubicBezTo>
                    <a:cubicBezTo>
                      <a:pt x="211008" y="44375"/>
                      <a:pt x="212639" y="40078"/>
                      <a:pt x="213750" y="35469"/>
                    </a:cubicBezTo>
                    <a:cubicBezTo>
                      <a:pt x="214862" y="30847"/>
                      <a:pt x="215417" y="25964"/>
                      <a:pt x="215417" y="20834"/>
                    </a:cubicBezTo>
                    <a:close/>
                    <a:moveTo>
                      <a:pt x="96042" y="3438"/>
                    </a:moveTo>
                    <a:lnTo>
                      <a:pt x="136563" y="3438"/>
                    </a:lnTo>
                    <a:lnTo>
                      <a:pt x="136563" y="10417"/>
                    </a:lnTo>
                    <a:lnTo>
                      <a:pt x="101771" y="10417"/>
                    </a:lnTo>
                    <a:lnTo>
                      <a:pt x="101771" y="22917"/>
                    </a:lnTo>
                    <a:lnTo>
                      <a:pt x="135625" y="22917"/>
                    </a:lnTo>
                    <a:lnTo>
                      <a:pt x="135625" y="29584"/>
                    </a:lnTo>
                    <a:lnTo>
                      <a:pt x="101771" y="29584"/>
                    </a:lnTo>
                    <a:lnTo>
                      <a:pt x="101771" y="43646"/>
                    </a:lnTo>
                    <a:lnTo>
                      <a:pt x="112396" y="43646"/>
                    </a:lnTo>
                    <a:cubicBezTo>
                      <a:pt x="115175" y="43646"/>
                      <a:pt x="118247" y="43555"/>
                      <a:pt x="121615" y="43386"/>
                    </a:cubicBezTo>
                    <a:cubicBezTo>
                      <a:pt x="124983" y="43203"/>
                      <a:pt x="128333" y="42982"/>
                      <a:pt x="131667" y="42709"/>
                    </a:cubicBezTo>
                    <a:cubicBezTo>
                      <a:pt x="135000" y="42422"/>
                      <a:pt x="138195" y="42110"/>
                      <a:pt x="141250" y="41771"/>
                    </a:cubicBezTo>
                    <a:cubicBezTo>
                      <a:pt x="144306" y="41420"/>
                      <a:pt x="146910" y="41042"/>
                      <a:pt x="149063" y="40625"/>
                    </a:cubicBezTo>
                    <a:lnTo>
                      <a:pt x="149063" y="47084"/>
                    </a:lnTo>
                    <a:cubicBezTo>
                      <a:pt x="146216" y="47708"/>
                      <a:pt x="142987" y="48242"/>
                      <a:pt x="139375" y="48698"/>
                    </a:cubicBezTo>
                    <a:cubicBezTo>
                      <a:pt x="135764" y="49140"/>
                      <a:pt x="132014" y="49505"/>
                      <a:pt x="128125" y="49792"/>
                    </a:cubicBezTo>
                    <a:cubicBezTo>
                      <a:pt x="124237" y="50066"/>
                      <a:pt x="120331" y="50274"/>
                      <a:pt x="116406" y="50417"/>
                    </a:cubicBezTo>
                    <a:cubicBezTo>
                      <a:pt x="112483" y="50547"/>
                      <a:pt x="108820" y="50625"/>
                      <a:pt x="105417" y="50625"/>
                    </a:cubicBezTo>
                    <a:lnTo>
                      <a:pt x="96042" y="50625"/>
                    </a:lnTo>
                    <a:cubicBezTo>
                      <a:pt x="95208" y="50625"/>
                      <a:pt x="94635" y="50469"/>
                      <a:pt x="94323" y="50156"/>
                    </a:cubicBezTo>
                    <a:cubicBezTo>
                      <a:pt x="94010" y="49844"/>
                      <a:pt x="93854" y="49271"/>
                      <a:pt x="93854" y="48438"/>
                    </a:cubicBezTo>
                    <a:lnTo>
                      <a:pt x="93854" y="5625"/>
                    </a:lnTo>
                    <a:cubicBezTo>
                      <a:pt x="93854" y="4792"/>
                      <a:pt x="94010" y="4219"/>
                      <a:pt x="94323" y="3906"/>
                    </a:cubicBezTo>
                    <a:cubicBezTo>
                      <a:pt x="94635" y="3594"/>
                      <a:pt x="95208" y="3438"/>
                      <a:pt x="96042" y="3438"/>
                    </a:cubicBezTo>
                    <a:close/>
                    <a:moveTo>
                      <a:pt x="29062" y="1146"/>
                    </a:moveTo>
                    <a:cubicBezTo>
                      <a:pt x="32674" y="1146"/>
                      <a:pt x="35921" y="1693"/>
                      <a:pt x="38802" y="2813"/>
                    </a:cubicBezTo>
                    <a:cubicBezTo>
                      <a:pt x="41685" y="3920"/>
                      <a:pt x="44098" y="5417"/>
                      <a:pt x="46042" y="7292"/>
                    </a:cubicBezTo>
                    <a:cubicBezTo>
                      <a:pt x="48056" y="9167"/>
                      <a:pt x="49583" y="11315"/>
                      <a:pt x="50625" y="13750"/>
                    </a:cubicBezTo>
                    <a:cubicBezTo>
                      <a:pt x="51667" y="16172"/>
                      <a:pt x="52188" y="18750"/>
                      <a:pt x="52188" y="21458"/>
                    </a:cubicBezTo>
                    <a:cubicBezTo>
                      <a:pt x="52188" y="24232"/>
                      <a:pt x="51650" y="26836"/>
                      <a:pt x="50573" y="29271"/>
                    </a:cubicBezTo>
                    <a:cubicBezTo>
                      <a:pt x="49497" y="31693"/>
                      <a:pt x="47987" y="33816"/>
                      <a:pt x="46042" y="35625"/>
                    </a:cubicBezTo>
                    <a:cubicBezTo>
                      <a:pt x="44029" y="37422"/>
                      <a:pt x="41598" y="38854"/>
                      <a:pt x="38750" y="39896"/>
                    </a:cubicBezTo>
                    <a:cubicBezTo>
                      <a:pt x="35904" y="40938"/>
                      <a:pt x="32674" y="41459"/>
                      <a:pt x="29062" y="41459"/>
                    </a:cubicBezTo>
                    <a:cubicBezTo>
                      <a:pt x="25383" y="41459"/>
                      <a:pt x="22119" y="40938"/>
                      <a:pt x="19271" y="39896"/>
                    </a:cubicBezTo>
                    <a:cubicBezTo>
                      <a:pt x="16424" y="38854"/>
                      <a:pt x="13993" y="37422"/>
                      <a:pt x="11979" y="35625"/>
                    </a:cubicBezTo>
                    <a:cubicBezTo>
                      <a:pt x="9966" y="33816"/>
                      <a:pt x="8437" y="31693"/>
                      <a:pt x="7396" y="29271"/>
                    </a:cubicBezTo>
                    <a:cubicBezTo>
                      <a:pt x="6354" y="26836"/>
                      <a:pt x="5833" y="24232"/>
                      <a:pt x="5833" y="21458"/>
                    </a:cubicBezTo>
                    <a:cubicBezTo>
                      <a:pt x="5833" y="18750"/>
                      <a:pt x="6354" y="16172"/>
                      <a:pt x="7396" y="13750"/>
                    </a:cubicBezTo>
                    <a:cubicBezTo>
                      <a:pt x="8437" y="11315"/>
                      <a:pt x="9931" y="9167"/>
                      <a:pt x="11875" y="7292"/>
                    </a:cubicBezTo>
                    <a:cubicBezTo>
                      <a:pt x="13889" y="5417"/>
                      <a:pt x="16337" y="3920"/>
                      <a:pt x="19219" y="2813"/>
                    </a:cubicBezTo>
                    <a:cubicBezTo>
                      <a:pt x="22102" y="1693"/>
                      <a:pt x="25383" y="1146"/>
                      <a:pt x="29062" y="1146"/>
                    </a:cubicBezTo>
                    <a:close/>
                    <a:moveTo>
                      <a:pt x="351979" y="0"/>
                    </a:moveTo>
                    <a:lnTo>
                      <a:pt x="360104" y="0"/>
                    </a:lnTo>
                    <a:lnTo>
                      <a:pt x="360104" y="48542"/>
                    </a:lnTo>
                    <a:lnTo>
                      <a:pt x="351979" y="48542"/>
                    </a:lnTo>
                    <a:lnTo>
                      <a:pt x="351979" y="27604"/>
                    </a:lnTo>
                    <a:lnTo>
                      <a:pt x="333854" y="27604"/>
                    </a:lnTo>
                    <a:cubicBezTo>
                      <a:pt x="333300" y="30313"/>
                      <a:pt x="332327" y="32813"/>
                      <a:pt x="330938" y="35105"/>
                    </a:cubicBezTo>
                    <a:cubicBezTo>
                      <a:pt x="329550" y="37396"/>
                      <a:pt x="327813" y="39336"/>
                      <a:pt x="325729" y="40938"/>
                    </a:cubicBezTo>
                    <a:cubicBezTo>
                      <a:pt x="323646" y="42526"/>
                      <a:pt x="321285" y="43776"/>
                      <a:pt x="318646" y="44688"/>
                    </a:cubicBezTo>
                    <a:cubicBezTo>
                      <a:pt x="316008" y="45586"/>
                      <a:pt x="313265" y="46042"/>
                      <a:pt x="310417" y="46042"/>
                    </a:cubicBezTo>
                    <a:cubicBezTo>
                      <a:pt x="307223" y="46042"/>
                      <a:pt x="304185" y="45482"/>
                      <a:pt x="301302" y="44375"/>
                    </a:cubicBezTo>
                    <a:cubicBezTo>
                      <a:pt x="298421" y="43256"/>
                      <a:pt x="295904" y="41693"/>
                      <a:pt x="293750" y="39688"/>
                    </a:cubicBezTo>
                    <a:cubicBezTo>
                      <a:pt x="291598" y="37735"/>
                      <a:pt x="289896" y="35378"/>
                      <a:pt x="288646" y="32605"/>
                    </a:cubicBezTo>
                    <a:cubicBezTo>
                      <a:pt x="287396" y="29818"/>
                      <a:pt x="286771" y="26797"/>
                      <a:pt x="286771" y="23542"/>
                    </a:cubicBezTo>
                    <a:cubicBezTo>
                      <a:pt x="286771" y="20274"/>
                      <a:pt x="287379" y="17265"/>
                      <a:pt x="288594" y="14532"/>
                    </a:cubicBezTo>
                    <a:cubicBezTo>
                      <a:pt x="289810" y="11784"/>
                      <a:pt x="291494" y="9441"/>
                      <a:pt x="293646" y="7500"/>
                    </a:cubicBezTo>
                    <a:cubicBezTo>
                      <a:pt x="295800" y="5482"/>
                      <a:pt x="298317" y="3920"/>
                      <a:pt x="301198" y="2813"/>
                    </a:cubicBezTo>
                    <a:cubicBezTo>
                      <a:pt x="304081" y="1693"/>
                      <a:pt x="307154" y="1146"/>
                      <a:pt x="310417" y="1146"/>
                    </a:cubicBezTo>
                    <a:cubicBezTo>
                      <a:pt x="313333" y="1146"/>
                      <a:pt x="316146" y="1628"/>
                      <a:pt x="318854" y="2604"/>
                    </a:cubicBezTo>
                    <a:cubicBezTo>
                      <a:pt x="321563" y="3568"/>
                      <a:pt x="323958" y="4896"/>
                      <a:pt x="326042" y="6563"/>
                    </a:cubicBezTo>
                    <a:cubicBezTo>
                      <a:pt x="328195" y="8295"/>
                      <a:pt x="329966" y="10339"/>
                      <a:pt x="331354" y="12709"/>
                    </a:cubicBezTo>
                    <a:cubicBezTo>
                      <a:pt x="332744" y="15066"/>
                      <a:pt x="333646" y="17630"/>
                      <a:pt x="334063" y="20417"/>
                    </a:cubicBezTo>
                    <a:lnTo>
                      <a:pt x="351979" y="20417"/>
                    </a:lnTo>
                    <a:close/>
                    <a:moveTo>
                      <a:pt x="256979" y="0"/>
                    </a:moveTo>
                    <a:lnTo>
                      <a:pt x="265208" y="0"/>
                    </a:lnTo>
                    <a:lnTo>
                      <a:pt x="265208" y="35417"/>
                    </a:lnTo>
                    <a:lnTo>
                      <a:pt x="278854" y="35417"/>
                    </a:lnTo>
                    <a:lnTo>
                      <a:pt x="278854" y="42813"/>
                    </a:lnTo>
                    <a:lnTo>
                      <a:pt x="265208" y="42813"/>
                    </a:lnTo>
                    <a:lnTo>
                      <a:pt x="265208" y="92396"/>
                    </a:lnTo>
                    <a:lnTo>
                      <a:pt x="256979" y="92396"/>
                    </a:lnTo>
                    <a:close/>
                    <a:moveTo>
                      <a:pt x="153542" y="0"/>
                    </a:moveTo>
                    <a:lnTo>
                      <a:pt x="161667" y="0"/>
                    </a:lnTo>
                    <a:lnTo>
                      <a:pt x="161667" y="22084"/>
                    </a:lnTo>
                    <a:lnTo>
                      <a:pt x="174375" y="22084"/>
                    </a:lnTo>
                    <a:lnTo>
                      <a:pt x="174375" y="29271"/>
                    </a:lnTo>
                    <a:lnTo>
                      <a:pt x="161667" y="29271"/>
                    </a:lnTo>
                    <a:lnTo>
                      <a:pt x="161667" y="56146"/>
                    </a:lnTo>
                    <a:lnTo>
                      <a:pt x="153542" y="56146"/>
                    </a:lnTo>
                    <a:close/>
                    <a:moveTo>
                      <a:pt x="66667" y="0"/>
                    </a:moveTo>
                    <a:lnTo>
                      <a:pt x="74896" y="0"/>
                    </a:lnTo>
                    <a:lnTo>
                      <a:pt x="74896" y="92292"/>
                    </a:lnTo>
                    <a:lnTo>
                      <a:pt x="66667" y="92292"/>
                    </a:ln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31" name="TextBox 830">
                <a:extLst>
                  <a:ext uri="{FF2B5EF4-FFF2-40B4-BE49-F238E27FC236}">
                    <a16:creationId xmlns:a16="http://schemas.microsoft.com/office/drawing/2014/main" id="{1ED79EC8-388D-41BD-9B74-062CCE38E613}"/>
                  </a:ext>
                </a:extLst>
              </p:cNvPr>
              <p:cNvSpPr txBox="1"/>
              <p:nvPr/>
            </p:nvSpPr>
            <p:spPr>
              <a:xfrm>
                <a:off x="1123631" y="8431909"/>
                <a:ext cx="547463" cy="221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맑은 고딕"/>
                    <a:ea typeface="맑은 고딕"/>
                    <a:sym typeface="맑은 고딕"/>
                    <a:rtl val="0"/>
                  </a:rPr>
                  <a:t>위탁사업</a:t>
                </a:r>
              </a:p>
            </p:txBody>
          </p:sp>
        </p:grpSp>
        <p:sp>
          <p:nvSpPr>
            <p:cNvPr id="832" name="자유형: 도형 831">
              <a:extLst>
                <a:ext uri="{FF2B5EF4-FFF2-40B4-BE49-F238E27FC236}">
                  <a16:creationId xmlns:a16="http://schemas.microsoft.com/office/drawing/2014/main" id="{9DC88521-829E-40AF-A9FE-B42F121EAD42}"/>
                </a:ext>
              </a:extLst>
            </p:cNvPr>
            <p:cNvSpPr/>
            <p:nvPr/>
          </p:nvSpPr>
          <p:spPr>
            <a:xfrm>
              <a:off x="3018050" y="8373202"/>
              <a:ext cx="631667" cy="81563"/>
            </a:xfrm>
            <a:custGeom>
              <a:avLst/>
              <a:gdLst>
                <a:gd name="connsiteX0" fmla="*/ 408021 w 631667"/>
                <a:gd name="connsiteY0" fmla="*/ 70833 h 81563"/>
                <a:gd name="connsiteX1" fmla="*/ 418750 w 631667"/>
                <a:gd name="connsiteY1" fmla="*/ 70833 h 81563"/>
                <a:gd name="connsiteX2" fmla="*/ 418750 w 631667"/>
                <a:gd name="connsiteY2" fmla="*/ 81563 h 81563"/>
                <a:gd name="connsiteX3" fmla="*/ 408021 w 631667"/>
                <a:gd name="connsiteY3" fmla="*/ 81563 h 81563"/>
                <a:gd name="connsiteX4" fmla="*/ 251771 w 631667"/>
                <a:gd name="connsiteY4" fmla="*/ 70833 h 81563"/>
                <a:gd name="connsiteX5" fmla="*/ 262500 w 631667"/>
                <a:gd name="connsiteY5" fmla="*/ 70833 h 81563"/>
                <a:gd name="connsiteX6" fmla="*/ 262500 w 631667"/>
                <a:gd name="connsiteY6" fmla="*/ 81563 h 81563"/>
                <a:gd name="connsiteX7" fmla="*/ 251771 w 631667"/>
                <a:gd name="connsiteY7" fmla="*/ 81563 h 81563"/>
                <a:gd name="connsiteX8" fmla="*/ 363021 w 631667"/>
                <a:gd name="connsiteY8" fmla="*/ 43437 h 81563"/>
                <a:gd name="connsiteX9" fmla="*/ 356875 w 631667"/>
                <a:gd name="connsiteY9" fmla="*/ 44428 h 81563"/>
                <a:gd name="connsiteX10" fmla="*/ 351563 w 631667"/>
                <a:gd name="connsiteY10" fmla="*/ 47292 h 81563"/>
                <a:gd name="connsiteX11" fmla="*/ 347761 w 631667"/>
                <a:gd name="connsiteY11" fmla="*/ 52032 h 81563"/>
                <a:gd name="connsiteX12" fmla="*/ 346354 w 631667"/>
                <a:gd name="connsiteY12" fmla="*/ 58646 h 81563"/>
                <a:gd name="connsiteX13" fmla="*/ 350781 w 631667"/>
                <a:gd name="connsiteY13" fmla="*/ 69687 h 81563"/>
                <a:gd name="connsiteX14" fmla="*/ 363021 w 631667"/>
                <a:gd name="connsiteY14" fmla="*/ 73854 h 81563"/>
                <a:gd name="connsiteX15" fmla="*/ 375156 w 631667"/>
                <a:gd name="connsiteY15" fmla="*/ 69687 h 81563"/>
                <a:gd name="connsiteX16" fmla="*/ 379688 w 631667"/>
                <a:gd name="connsiteY16" fmla="*/ 58646 h 81563"/>
                <a:gd name="connsiteX17" fmla="*/ 378229 w 631667"/>
                <a:gd name="connsiteY17" fmla="*/ 52032 h 81563"/>
                <a:gd name="connsiteX18" fmla="*/ 374375 w 631667"/>
                <a:gd name="connsiteY18" fmla="*/ 47292 h 81563"/>
                <a:gd name="connsiteX19" fmla="*/ 369063 w 631667"/>
                <a:gd name="connsiteY19" fmla="*/ 44428 h 81563"/>
                <a:gd name="connsiteX20" fmla="*/ 363021 w 631667"/>
                <a:gd name="connsiteY20" fmla="*/ 43437 h 81563"/>
                <a:gd name="connsiteX21" fmla="*/ 598855 w 631667"/>
                <a:gd name="connsiteY21" fmla="*/ 33959 h 81563"/>
                <a:gd name="connsiteX22" fmla="*/ 604219 w 631667"/>
                <a:gd name="connsiteY22" fmla="*/ 34948 h 81563"/>
                <a:gd name="connsiteX23" fmla="*/ 609063 w 631667"/>
                <a:gd name="connsiteY23" fmla="*/ 37917 h 81563"/>
                <a:gd name="connsiteX24" fmla="*/ 613854 w 631667"/>
                <a:gd name="connsiteY24" fmla="*/ 41406 h 81563"/>
                <a:gd name="connsiteX25" fmla="*/ 618125 w 631667"/>
                <a:gd name="connsiteY25" fmla="*/ 42605 h 81563"/>
                <a:gd name="connsiteX26" fmla="*/ 623386 w 631667"/>
                <a:gd name="connsiteY26" fmla="*/ 40313 h 81563"/>
                <a:gd name="connsiteX27" fmla="*/ 626980 w 631667"/>
                <a:gd name="connsiteY27" fmla="*/ 33959 h 81563"/>
                <a:gd name="connsiteX28" fmla="*/ 631667 w 631667"/>
                <a:gd name="connsiteY28" fmla="*/ 36771 h 81563"/>
                <a:gd name="connsiteX29" fmla="*/ 626719 w 631667"/>
                <a:gd name="connsiteY29" fmla="*/ 45834 h 81563"/>
                <a:gd name="connsiteX30" fmla="*/ 618021 w 631667"/>
                <a:gd name="connsiteY30" fmla="*/ 49271 h 81563"/>
                <a:gd name="connsiteX31" fmla="*/ 612605 w 631667"/>
                <a:gd name="connsiteY31" fmla="*/ 48334 h 81563"/>
                <a:gd name="connsiteX32" fmla="*/ 607813 w 631667"/>
                <a:gd name="connsiteY32" fmla="*/ 45313 h 81563"/>
                <a:gd name="connsiteX33" fmla="*/ 602969 w 631667"/>
                <a:gd name="connsiteY33" fmla="*/ 41875 h 81563"/>
                <a:gd name="connsiteX34" fmla="*/ 598750 w 631667"/>
                <a:gd name="connsiteY34" fmla="*/ 40625 h 81563"/>
                <a:gd name="connsiteX35" fmla="*/ 593646 w 631667"/>
                <a:gd name="connsiteY35" fmla="*/ 42656 h 81563"/>
                <a:gd name="connsiteX36" fmla="*/ 590105 w 631667"/>
                <a:gd name="connsiteY36" fmla="*/ 48438 h 81563"/>
                <a:gd name="connsiteX37" fmla="*/ 585417 w 631667"/>
                <a:gd name="connsiteY37" fmla="*/ 45625 h 81563"/>
                <a:gd name="connsiteX38" fmla="*/ 590313 w 631667"/>
                <a:gd name="connsiteY38" fmla="*/ 37396 h 81563"/>
                <a:gd name="connsiteX39" fmla="*/ 598855 w 631667"/>
                <a:gd name="connsiteY39" fmla="*/ 33959 h 81563"/>
                <a:gd name="connsiteX40" fmla="*/ 519063 w 631667"/>
                <a:gd name="connsiteY40" fmla="*/ 8334 h 81563"/>
                <a:gd name="connsiteX41" fmla="*/ 507032 w 631667"/>
                <a:gd name="connsiteY41" fmla="*/ 13855 h 81563"/>
                <a:gd name="connsiteX42" fmla="*/ 502813 w 631667"/>
                <a:gd name="connsiteY42" fmla="*/ 27292 h 81563"/>
                <a:gd name="connsiteX43" fmla="*/ 503802 w 631667"/>
                <a:gd name="connsiteY43" fmla="*/ 34583 h 81563"/>
                <a:gd name="connsiteX44" fmla="*/ 506875 w 631667"/>
                <a:gd name="connsiteY44" fmla="*/ 40521 h 81563"/>
                <a:gd name="connsiteX45" fmla="*/ 511875 w 631667"/>
                <a:gd name="connsiteY45" fmla="*/ 44636 h 81563"/>
                <a:gd name="connsiteX46" fmla="*/ 518959 w 631667"/>
                <a:gd name="connsiteY46" fmla="*/ 46146 h 81563"/>
                <a:gd name="connsiteX47" fmla="*/ 525365 w 631667"/>
                <a:gd name="connsiteY47" fmla="*/ 44688 h 81563"/>
                <a:gd name="connsiteX48" fmla="*/ 530417 w 631667"/>
                <a:gd name="connsiteY48" fmla="*/ 40834 h 81563"/>
                <a:gd name="connsiteX49" fmla="*/ 533802 w 631667"/>
                <a:gd name="connsiteY49" fmla="*/ 35105 h 81563"/>
                <a:gd name="connsiteX50" fmla="*/ 535000 w 631667"/>
                <a:gd name="connsiteY50" fmla="*/ 28230 h 81563"/>
                <a:gd name="connsiteX51" fmla="*/ 533802 w 631667"/>
                <a:gd name="connsiteY51" fmla="*/ 20417 h 81563"/>
                <a:gd name="connsiteX52" fmla="*/ 530521 w 631667"/>
                <a:gd name="connsiteY52" fmla="*/ 14063 h 81563"/>
                <a:gd name="connsiteX53" fmla="*/ 525521 w 631667"/>
                <a:gd name="connsiteY53" fmla="*/ 9896 h 81563"/>
                <a:gd name="connsiteX54" fmla="*/ 519063 w 631667"/>
                <a:gd name="connsiteY54" fmla="*/ 8334 h 81563"/>
                <a:gd name="connsiteX55" fmla="*/ 363021 w 631667"/>
                <a:gd name="connsiteY55" fmla="*/ 8334 h 81563"/>
                <a:gd name="connsiteX56" fmla="*/ 351875 w 631667"/>
                <a:gd name="connsiteY56" fmla="*/ 12084 h 81563"/>
                <a:gd name="connsiteX57" fmla="*/ 347292 w 631667"/>
                <a:gd name="connsiteY57" fmla="*/ 22084 h 81563"/>
                <a:gd name="connsiteX58" fmla="*/ 351771 w 631667"/>
                <a:gd name="connsiteY58" fmla="*/ 32240 h 81563"/>
                <a:gd name="connsiteX59" fmla="*/ 363021 w 631667"/>
                <a:gd name="connsiteY59" fmla="*/ 35834 h 81563"/>
                <a:gd name="connsiteX60" fmla="*/ 374167 w 631667"/>
                <a:gd name="connsiteY60" fmla="*/ 32240 h 81563"/>
                <a:gd name="connsiteX61" fmla="*/ 378750 w 631667"/>
                <a:gd name="connsiteY61" fmla="*/ 22084 h 81563"/>
                <a:gd name="connsiteX62" fmla="*/ 374167 w 631667"/>
                <a:gd name="connsiteY62" fmla="*/ 12084 h 81563"/>
                <a:gd name="connsiteX63" fmla="*/ 363021 w 631667"/>
                <a:gd name="connsiteY63" fmla="*/ 8334 h 81563"/>
                <a:gd name="connsiteX64" fmla="*/ 297917 w 631667"/>
                <a:gd name="connsiteY64" fmla="*/ 7188 h 81563"/>
                <a:gd name="connsiteX65" fmla="*/ 289115 w 631667"/>
                <a:gd name="connsiteY65" fmla="*/ 10834 h 81563"/>
                <a:gd name="connsiteX66" fmla="*/ 284375 w 631667"/>
                <a:gd name="connsiteY66" fmla="*/ 19584 h 81563"/>
                <a:gd name="connsiteX67" fmla="*/ 282344 w 631667"/>
                <a:gd name="connsiteY67" fmla="*/ 30573 h 81563"/>
                <a:gd name="connsiteX68" fmla="*/ 281979 w 631667"/>
                <a:gd name="connsiteY68" fmla="*/ 40729 h 81563"/>
                <a:gd name="connsiteX69" fmla="*/ 282344 w 631667"/>
                <a:gd name="connsiteY69" fmla="*/ 50782 h 81563"/>
                <a:gd name="connsiteX70" fmla="*/ 284375 w 631667"/>
                <a:gd name="connsiteY70" fmla="*/ 61667 h 81563"/>
                <a:gd name="connsiteX71" fmla="*/ 289115 w 631667"/>
                <a:gd name="connsiteY71" fmla="*/ 70313 h 81563"/>
                <a:gd name="connsiteX72" fmla="*/ 297917 w 631667"/>
                <a:gd name="connsiteY72" fmla="*/ 73854 h 81563"/>
                <a:gd name="connsiteX73" fmla="*/ 306875 w 631667"/>
                <a:gd name="connsiteY73" fmla="*/ 70313 h 81563"/>
                <a:gd name="connsiteX74" fmla="*/ 311875 w 631667"/>
                <a:gd name="connsiteY74" fmla="*/ 61667 h 81563"/>
                <a:gd name="connsiteX75" fmla="*/ 314167 w 631667"/>
                <a:gd name="connsiteY75" fmla="*/ 50782 h 81563"/>
                <a:gd name="connsiteX76" fmla="*/ 314688 w 631667"/>
                <a:gd name="connsiteY76" fmla="*/ 40729 h 81563"/>
                <a:gd name="connsiteX77" fmla="*/ 314167 w 631667"/>
                <a:gd name="connsiteY77" fmla="*/ 30573 h 81563"/>
                <a:gd name="connsiteX78" fmla="*/ 311875 w 631667"/>
                <a:gd name="connsiteY78" fmla="*/ 19584 h 81563"/>
                <a:gd name="connsiteX79" fmla="*/ 306875 w 631667"/>
                <a:gd name="connsiteY79" fmla="*/ 10834 h 81563"/>
                <a:gd name="connsiteX80" fmla="*/ 297917 w 631667"/>
                <a:gd name="connsiteY80" fmla="*/ 7188 h 81563"/>
                <a:gd name="connsiteX81" fmla="*/ 89583 w 631667"/>
                <a:gd name="connsiteY81" fmla="*/ 7188 h 81563"/>
                <a:gd name="connsiteX82" fmla="*/ 80781 w 631667"/>
                <a:gd name="connsiteY82" fmla="*/ 10834 h 81563"/>
                <a:gd name="connsiteX83" fmla="*/ 76042 w 631667"/>
                <a:gd name="connsiteY83" fmla="*/ 19584 h 81563"/>
                <a:gd name="connsiteX84" fmla="*/ 74011 w 631667"/>
                <a:gd name="connsiteY84" fmla="*/ 30573 h 81563"/>
                <a:gd name="connsiteX85" fmla="*/ 73646 w 631667"/>
                <a:gd name="connsiteY85" fmla="*/ 40729 h 81563"/>
                <a:gd name="connsiteX86" fmla="*/ 74011 w 631667"/>
                <a:gd name="connsiteY86" fmla="*/ 50782 h 81563"/>
                <a:gd name="connsiteX87" fmla="*/ 76042 w 631667"/>
                <a:gd name="connsiteY87" fmla="*/ 61667 h 81563"/>
                <a:gd name="connsiteX88" fmla="*/ 80781 w 631667"/>
                <a:gd name="connsiteY88" fmla="*/ 70313 h 81563"/>
                <a:gd name="connsiteX89" fmla="*/ 89583 w 631667"/>
                <a:gd name="connsiteY89" fmla="*/ 73854 h 81563"/>
                <a:gd name="connsiteX90" fmla="*/ 98542 w 631667"/>
                <a:gd name="connsiteY90" fmla="*/ 70313 h 81563"/>
                <a:gd name="connsiteX91" fmla="*/ 103542 w 631667"/>
                <a:gd name="connsiteY91" fmla="*/ 61667 h 81563"/>
                <a:gd name="connsiteX92" fmla="*/ 105833 w 631667"/>
                <a:gd name="connsiteY92" fmla="*/ 50782 h 81563"/>
                <a:gd name="connsiteX93" fmla="*/ 106354 w 631667"/>
                <a:gd name="connsiteY93" fmla="*/ 40729 h 81563"/>
                <a:gd name="connsiteX94" fmla="*/ 105833 w 631667"/>
                <a:gd name="connsiteY94" fmla="*/ 30573 h 81563"/>
                <a:gd name="connsiteX95" fmla="*/ 103542 w 631667"/>
                <a:gd name="connsiteY95" fmla="*/ 19584 h 81563"/>
                <a:gd name="connsiteX96" fmla="*/ 98542 w 631667"/>
                <a:gd name="connsiteY96" fmla="*/ 10834 h 81563"/>
                <a:gd name="connsiteX97" fmla="*/ 89583 w 631667"/>
                <a:gd name="connsiteY97" fmla="*/ 7188 h 81563"/>
                <a:gd name="connsiteX98" fmla="*/ 453125 w 631667"/>
                <a:gd name="connsiteY98" fmla="*/ 3125 h 81563"/>
                <a:gd name="connsiteX99" fmla="*/ 459063 w 631667"/>
                <a:gd name="connsiteY99" fmla="*/ 3125 h 81563"/>
                <a:gd name="connsiteX100" fmla="*/ 460625 w 631667"/>
                <a:gd name="connsiteY100" fmla="*/ 3542 h 81563"/>
                <a:gd name="connsiteX101" fmla="*/ 461042 w 631667"/>
                <a:gd name="connsiteY101" fmla="*/ 5105 h 81563"/>
                <a:gd name="connsiteX102" fmla="*/ 461042 w 631667"/>
                <a:gd name="connsiteY102" fmla="*/ 79167 h 81563"/>
                <a:gd name="connsiteX103" fmla="*/ 452813 w 631667"/>
                <a:gd name="connsiteY103" fmla="*/ 79167 h 81563"/>
                <a:gd name="connsiteX104" fmla="*/ 452813 w 631667"/>
                <a:gd name="connsiteY104" fmla="*/ 12084 h 81563"/>
                <a:gd name="connsiteX105" fmla="*/ 445782 w 631667"/>
                <a:gd name="connsiteY105" fmla="*/ 17865 h 81563"/>
                <a:gd name="connsiteX106" fmla="*/ 436563 w 631667"/>
                <a:gd name="connsiteY106" fmla="*/ 23125 h 81563"/>
                <a:gd name="connsiteX107" fmla="*/ 436563 w 631667"/>
                <a:gd name="connsiteY107" fmla="*/ 15209 h 81563"/>
                <a:gd name="connsiteX108" fmla="*/ 445209 w 631667"/>
                <a:gd name="connsiteY108" fmla="*/ 10104 h 81563"/>
                <a:gd name="connsiteX109" fmla="*/ 453125 w 631667"/>
                <a:gd name="connsiteY109" fmla="*/ 3125 h 81563"/>
                <a:gd name="connsiteX110" fmla="*/ 518542 w 631667"/>
                <a:gd name="connsiteY110" fmla="*/ 1354 h 81563"/>
                <a:gd name="connsiteX111" fmla="*/ 528125 w 631667"/>
                <a:gd name="connsiteY111" fmla="*/ 2917 h 81563"/>
                <a:gd name="connsiteX112" fmla="*/ 536354 w 631667"/>
                <a:gd name="connsiteY112" fmla="*/ 8646 h 81563"/>
                <a:gd name="connsiteX113" fmla="*/ 542032 w 631667"/>
                <a:gd name="connsiteY113" fmla="*/ 20157 h 81563"/>
                <a:gd name="connsiteX114" fmla="*/ 544167 w 631667"/>
                <a:gd name="connsiteY114" fmla="*/ 38958 h 81563"/>
                <a:gd name="connsiteX115" fmla="*/ 537188 w 631667"/>
                <a:gd name="connsiteY115" fmla="*/ 70365 h 81563"/>
                <a:gd name="connsiteX116" fmla="*/ 518229 w 631667"/>
                <a:gd name="connsiteY116" fmla="*/ 80833 h 81563"/>
                <a:gd name="connsiteX117" fmla="*/ 502761 w 631667"/>
                <a:gd name="connsiteY117" fmla="*/ 75521 h 81563"/>
                <a:gd name="connsiteX118" fmla="*/ 495938 w 631667"/>
                <a:gd name="connsiteY118" fmla="*/ 61042 h 81563"/>
                <a:gd name="connsiteX119" fmla="*/ 504167 w 631667"/>
                <a:gd name="connsiteY119" fmla="*/ 61042 h 81563"/>
                <a:gd name="connsiteX120" fmla="*/ 508698 w 631667"/>
                <a:gd name="connsiteY120" fmla="*/ 70417 h 81563"/>
                <a:gd name="connsiteX121" fmla="*/ 518646 w 631667"/>
                <a:gd name="connsiteY121" fmla="*/ 73854 h 81563"/>
                <a:gd name="connsiteX122" fmla="*/ 527657 w 631667"/>
                <a:gd name="connsiteY122" fmla="*/ 70729 h 81563"/>
                <a:gd name="connsiteX123" fmla="*/ 533334 w 631667"/>
                <a:gd name="connsiteY123" fmla="*/ 62605 h 81563"/>
                <a:gd name="connsiteX124" fmla="*/ 536198 w 631667"/>
                <a:gd name="connsiteY124" fmla="*/ 51563 h 81563"/>
                <a:gd name="connsiteX125" fmla="*/ 536980 w 631667"/>
                <a:gd name="connsiteY125" fmla="*/ 39376 h 81563"/>
                <a:gd name="connsiteX126" fmla="*/ 529375 w 631667"/>
                <a:gd name="connsiteY126" fmla="*/ 49375 h 81563"/>
                <a:gd name="connsiteX127" fmla="*/ 517292 w 631667"/>
                <a:gd name="connsiteY127" fmla="*/ 52605 h 81563"/>
                <a:gd name="connsiteX128" fmla="*/ 500782 w 631667"/>
                <a:gd name="connsiteY128" fmla="*/ 45625 h 81563"/>
                <a:gd name="connsiteX129" fmla="*/ 494584 w 631667"/>
                <a:gd name="connsiteY129" fmla="*/ 27084 h 81563"/>
                <a:gd name="connsiteX130" fmla="*/ 496198 w 631667"/>
                <a:gd name="connsiteY130" fmla="*/ 17083 h 81563"/>
                <a:gd name="connsiteX131" fmla="*/ 500938 w 631667"/>
                <a:gd name="connsiteY131" fmla="*/ 8854 h 81563"/>
                <a:gd name="connsiteX132" fmla="*/ 508490 w 631667"/>
                <a:gd name="connsiteY132" fmla="*/ 3386 h 81563"/>
                <a:gd name="connsiteX133" fmla="*/ 518542 w 631667"/>
                <a:gd name="connsiteY133" fmla="*/ 1354 h 81563"/>
                <a:gd name="connsiteX134" fmla="*/ 363021 w 631667"/>
                <a:gd name="connsiteY134" fmla="*/ 1354 h 81563"/>
                <a:gd name="connsiteX135" fmla="*/ 380365 w 631667"/>
                <a:gd name="connsiteY135" fmla="*/ 6771 h 81563"/>
                <a:gd name="connsiteX136" fmla="*/ 387084 w 631667"/>
                <a:gd name="connsiteY136" fmla="*/ 21979 h 81563"/>
                <a:gd name="connsiteX137" fmla="*/ 386094 w 631667"/>
                <a:gd name="connsiteY137" fmla="*/ 27604 h 81563"/>
                <a:gd name="connsiteX138" fmla="*/ 383334 w 631667"/>
                <a:gd name="connsiteY138" fmla="*/ 32917 h 81563"/>
                <a:gd name="connsiteX139" fmla="*/ 378959 w 631667"/>
                <a:gd name="connsiteY139" fmla="*/ 37344 h 81563"/>
                <a:gd name="connsiteX140" fmla="*/ 373438 w 631667"/>
                <a:gd name="connsiteY140" fmla="*/ 40104 h 81563"/>
                <a:gd name="connsiteX141" fmla="*/ 384167 w 631667"/>
                <a:gd name="connsiteY141" fmla="*/ 46927 h 81563"/>
                <a:gd name="connsiteX142" fmla="*/ 388021 w 631667"/>
                <a:gd name="connsiteY142" fmla="*/ 58542 h 81563"/>
                <a:gd name="connsiteX143" fmla="*/ 380990 w 631667"/>
                <a:gd name="connsiteY143" fmla="*/ 75053 h 81563"/>
                <a:gd name="connsiteX144" fmla="*/ 362917 w 631667"/>
                <a:gd name="connsiteY144" fmla="*/ 80833 h 81563"/>
                <a:gd name="connsiteX145" fmla="*/ 344844 w 631667"/>
                <a:gd name="connsiteY145" fmla="*/ 75053 h 81563"/>
                <a:gd name="connsiteX146" fmla="*/ 338021 w 631667"/>
                <a:gd name="connsiteY146" fmla="*/ 58542 h 81563"/>
                <a:gd name="connsiteX147" fmla="*/ 341771 w 631667"/>
                <a:gd name="connsiteY147" fmla="*/ 47448 h 81563"/>
                <a:gd name="connsiteX148" fmla="*/ 352708 w 631667"/>
                <a:gd name="connsiteY148" fmla="*/ 39688 h 81563"/>
                <a:gd name="connsiteX149" fmla="*/ 342552 w 631667"/>
                <a:gd name="connsiteY149" fmla="*/ 33333 h 81563"/>
                <a:gd name="connsiteX150" fmla="*/ 338958 w 631667"/>
                <a:gd name="connsiteY150" fmla="*/ 21979 h 81563"/>
                <a:gd name="connsiteX151" fmla="*/ 345625 w 631667"/>
                <a:gd name="connsiteY151" fmla="*/ 6771 h 81563"/>
                <a:gd name="connsiteX152" fmla="*/ 363021 w 631667"/>
                <a:gd name="connsiteY152" fmla="*/ 1354 h 81563"/>
                <a:gd name="connsiteX153" fmla="*/ 205313 w 631667"/>
                <a:gd name="connsiteY153" fmla="*/ 1354 h 81563"/>
                <a:gd name="connsiteX154" fmla="*/ 221354 w 631667"/>
                <a:gd name="connsiteY154" fmla="*/ 6459 h 81563"/>
                <a:gd name="connsiteX155" fmla="*/ 227813 w 631667"/>
                <a:gd name="connsiteY155" fmla="*/ 21458 h 81563"/>
                <a:gd name="connsiteX156" fmla="*/ 223698 w 631667"/>
                <a:gd name="connsiteY156" fmla="*/ 35313 h 81563"/>
                <a:gd name="connsiteX157" fmla="*/ 213854 w 631667"/>
                <a:gd name="connsiteY157" fmla="*/ 49271 h 81563"/>
                <a:gd name="connsiteX158" fmla="*/ 201979 w 631667"/>
                <a:gd name="connsiteY158" fmla="*/ 61979 h 81563"/>
                <a:gd name="connsiteX159" fmla="*/ 191771 w 631667"/>
                <a:gd name="connsiteY159" fmla="*/ 71979 h 81563"/>
                <a:gd name="connsiteX160" fmla="*/ 229479 w 631667"/>
                <a:gd name="connsiteY160" fmla="*/ 71979 h 81563"/>
                <a:gd name="connsiteX161" fmla="*/ 229479 w 631667"/>
                <a:gd name="connsiteY161" fmla="*/ 79167 h 81563"/>
                <a:gd name="connsiteX162" fmla="*/ 183750 w 631667"/>
                <a:gd name="connsiteY162" fmla="*/ 79167 h 81563"/>
                <a:gd name="connsiteX163" fmla="*/ 182552 w 631667"/>
                <a:gd name="connsiteY163" fmla="*/ 78855 h 81563"/>
                <a:gd name="connsiteX164" fmla="*/ 182292 w 631667"/>
                <a:gd name="connsiteY164" fmla="*/ 77604 h 81563"/>
                <a:gd name="connsiteX165" fmla="*/ 182292 w 631667"/>
                <a:gd name="connsiteY165" fmla="*/ 71355 h 81563"/>
                <a:gd name="connsiteX166" fmla="*/ 186615 w 631667"/>
                <a:gd name="connsiteY166" fmla="*/ 67188 h 81563"/>
                <a:gd name="connsiteX167" fmla="*/ 192188 w 631667"/>
                <a:gd name="connsiteY167" fmla="*/ 61667 h 81563"/>
                <a:gd name="connsiteX168" fmla="*/ 198229 w 631667"/>
                <a:gd name="connsiteY168" fmla="*/ 55208 h 81563"/>
                <a:gd name="connsiteX169" fmla="*/ 204375 w 631667"/>
                <a:gd name="connsiteY169" fmla="*/ 48126 h 81563"/>
                <a:gd name="connsiteX170" fmla="*/ 210104 w 631667"/>
                <a:gd name="connsiteY170" fmla="*/ 40990 h 81563"/>
                <a:gd name="connsiteX171" fmla="*/ 214792 w 631667"/>
                <a:gd name="connsiteY171" fmla="*/ 34063 h 81563"/>
                <a:gd name="connsiteX172" fmla="*/ 218073 w 631667"/>
                <a:gd name="connsiteY172" fmla="*/ 27604 h 81563"/>
                <a:gd name="connsiteX173" fmla="*/ 219271 w 631667"/>
                <a:gd name="connsiteY173" fmla="*/ 22084 h 81563"/>
                <a:gd name="connsiteX174" fmla="*/ 215313 w 631667"/>
                <a:gd name="connsiteY174" fmla="*/ 11927 h 81563"/>
                <a:gd name="connsiteX175" fmla="*/ 205104 w 631667"/>
                <a:gd name="connsiteY175" fmla="*/ 8542 h 81563"/>
                <a:gd name="connsiteX176" fmla="*/ 195261 w 631667"/>
                <a:gd name="connsiteY176" fmla="*/ 12709 h 81563"/>
                <a:gd name="connsiteX177" fmla="*/ 191458 w 631667"/>
                <a:gd name="connsiteY177" fmla="*/ 23542 h 81563"/>
                <a:gd name="connsiteX178" fmla="*/ 182917 w 631667"/>
                <a:gd name="connsiteY178" fmla="*/ 23542 h 81563"/>
                <a:gd name="connsiteX179" fmla="*/ 184583 w 631667"/>
                <a:gd name="connsiteY179" fmla="*/ 14428 h 81563"/>
                <a:gd name="connsiteX180" fmla="*/ 189271 w 631667"/>
                <a:gd name="connsiteY180" fmla="*/ 7396 h 81563"/>
                <a:gd name="connsiteX181" fmla="*/ 196406 w 631667"/>
                <a:gd name="connsiteY181" fmla="*/ 2917 h 81563"/>
                <a:gd name="connsiteX182" fmla="*/ 205313 w 631667"/>
                <a:gd name="connsiteY182" fmla="*/ 1354 h 81563"/>
                <a:gd name="connsiteX183" fmla="*/ 140208 w 631667"/>
                <a:gd name="connsiteY183" fmla="*/ 1354 h 81563"/>
                <a:gd name="connsiteX184" fmla="*/ 156250 w 631667"/>
                <a:gd name="connsiteY184" fmla="*/ 6459 h 81563"/>
                <a:gd name="connsiteX185" fmla="*/ 162708 w 631667"/>
                <a:gd name="connsiteY185" fmla="*/ 21458 h 81563"/>
                <a:gd name="connsiteX186" fmla="*/ 158594 w 631667"/>
                <a:gd name="connsiteY186" fmla="*/ 35313 h 81563"/>
                <a:gd name="connsiteX187" fmla="*/ 148750 w 631667"/>
                <a:gd name="connsiteY187" fmla="*/ 49271 h 81563"/>
                <a:gd name="connsiteX188" fmla="*/ 136875 w 631667"/>
                <a:gd name="connsiteY188" fmla="*/ 61979 h 81563"/>
                <a:gd name="connsiteX189" fmla="*/ 126667 w 631667"/>
                <a:gd name="connsiteY189" fmla="*/ 71979 h 81563"/>
                <a:gd name="connsiteX190" fmla="*/ 164375 w 631667"/>
                <a:gd name="connsiteY190" fmla="*/ 71979 h 81563"/>
                <a:gd name="connsiteX191" fmla="*/ 164375 w 631667"/>
                <a:gd name="connsiteY191" fmla="*/ 79167 h 81563"/>
                <a:gd name="connsiteX192" fmla="*/ 118646 w 631667"/>
                <a:gd name="connsiteY192" fmla="*/ 79167 h 81563"/>
                <a:gd name="connsiteX193" fmla="*/ 117448 w 631667"/>
                <a:gd name="connsiteY193" fmla="*/ 78855 h 81563"/>
                <a:gd name="connsiteX194" fmla="*/ 117188 w 631667"/>
                <a:gd name="connsiteY194" fmla="*/ 77604 h 81563"/>
                <a:gd name="connsiteX195" fmla="*/ 117188 w 631667"/>
                <a:gd name="connsiteY195" fmla="*/ 71355 h 81563"/>
                <a:gd name="connsiteX196" fmla="*/ 121510 w 631667"/>
                <a:gd name="connsiteY196" fmla="*/ 67188 h 81563"/>
                <a:gd name="connsiteX197" fmla="*/ 127084 w 631667"/>
                <a:gd name="connsiteY197" fmla="*/ 61667 h 81563"/>
                <a:gd name="connsiteX198" fmla="*/ 133125 w 631667"/>
                <a:gd name="connsiteY198" fmla="*/ 55208 h 81563"/>
                <a:gd name="connsiteX199" fmla="*/ 139271 w 631667"/>
                <a:gd name="connsiteY199" fmla="*/ 48126 h 81563"/>
                <a:gd name="connsiteX200" fmla="*/ 145000 w 631667"/>
                <a:gd name="connsiteY200" fmla="*/ 40990 h 81563"/>
                <a:gd name="connsiteX201" fmla="*/ 149688 w 631667"/>
                <a:gd name="connsiteY201" fmla="*/ 34063 h 81563"/>
                <a:gd name="connsiteX202" fmla="*/ 152969 w 631667"/>
                <a:gd name="connsiteY202" fmla="*/ 27604 h 81563"/>
                <a:gd name="connsiteX203" fmla="*/ 154167 w 631667"/>
                <a:gd name="connsiteY203" fmla="*/ 22084 h 81563"/>
                <a:gd name="connsiteX204" fmla="*/ 150208 w 631667"/>
                <a:gd name="connsiteY204" fmla="*/ 11927 h 81563"/>
                <a:gd name="connsiteX205" fmla="*/ 140000 w 631667"/>
                <a:gd name="connsiteY205" fmla="*/ 8542 h 81563"/>
                <a:gd name="connsiteX206" fmla="*/ 130156 w 631667"/>
                <a:gd name="connsiteY206" fmla="*/ 12709 h 81563"/>
                <a:gd name="connsiteX207" fmla="*/ 126354 w 631667"/>
                <a:gd name="connsiteY207" fmla="*/ 23542 h 81563"/>
                <a:gd name="connsiteX208" fmla="*/ 117813 w 631667"/>
                <a:gd name="connsiteY208" fmla="*/ 23542 h 81563"/>
                <a:gd name="connsiteX209" fmla="*/ 119479 w 631667"/>
                <a:gd name="connsiteY209" fmla="*/ 14428 h 81563"/>
                <a:gd name="connsiteX210" fmla="*/ 124167 w 631667"/>
                <a:gd name="connsiteY210" fmla="*/ 7396 h 81563"/>
                <a:gd name="connsiteX211" fmla="*/ 131302 w 631667"/>
                <a:gd name="connsiteY211" fmla="*/ 2917 h 81563"/>
                <a:gd name="connsiteX212" fmla="*/ 140208 w 631667"/>
                <a:gd name="connsiteY212" fmla="*/ 1354 h 81563"/>
                <a:gd name="connsiteX213" fmla="*/ 23021 w 631667"/>
                <a:gd name="connsiteY213" fmla="*/ 1354 h 81563"/>
                <a:gd name="connsiteX214" fmla="*/ 39063 w 631667"/>
                <a:gd name="connsiteY214" fmla="*/ 6459 h 81563"/>
                <a:gd name="connsiteX215" fmla="*/ 45521 w 631667"/>
                <a:gd name="connsiteY215" fmla="*/ 21458 h 81563"/>
                <a:gd name="connsiteX216" fmla="*/ 41406 w 631667"/>
                <a:gd name="connsiteY216" fmla="*/ 35313 h 81563"/>
                <a:gd name="connsiteX217" fmla="*/ 31562 w 631667"/>
                <a:gd name="connsiteY217" fmla="*/ 49271 h 81563"/>
                <a:gd name="connsiteX218" fmla="*/ 19688 w 631667"/>
                <a:gd name="connsiteY218" fmla="*/ 61979 h 81563"/>
                <a:gd name="connsiteX219" fmla="*/ 9479 w 631667"/>
                <a:gd name="connsiteY219" fmla="*/ 71979 h 81563"/>
                <a:gd name="connsiteX220" fmla="*/ 47188 w 631667"/>
                <a:gd name="connsiteY220" fmla="*/ 71979 h 81563"/>
                <a:gd name="connsiteX221" fmla="*/ 47188 w 631667"/>
                <a:gd name="connsiteY221" fmla="*/ 79167 h 81563"/>
                <a:gd name="connsiteX222" fmla="*/ 1458 w 631667"/>
                <a:gd name="connsiteY222" fmla="*/ 79167 h 81563"/>
                <a:gd name="connsiteX223" fmla="*/ 260 w 631667"/>
                <a:gd name="connsiteY223" fmla="*/ 78855 h 81563"/>
                <a:gd name="connsiteX224" fmla="*/ 0 w 631667"/>
                <a:gd name="connsiteY224" fmla="*/ 77604 h 81563"/>
                <a:gd name="connsiteX225" fmla="*/ 0 w 631667"/>
                <a:gd name="connsiteY225" fmla="*/ 71355 h 81563"/>
                <a:gd name="connsiteX226" fmla="*/ 4323 w 631667"/>
                <a:gd name="connsiteY226" fmla="*/ 67188 h 81563"/>
                <a:gd name="connsiteX227" fmla="*/ 9896 w 631667"/>
                <a:gd name="connsiteY227" fmla="*/ 61667 h 81563"/>
                <a:gd name="connsiteX228" fmla="*/ 15937 w 631667"/>
                <a:gd name="connsiteY228" fmla="*/ 55208 h 81563"/>
                <a:gd name="connsiteX229" fmla="*/ 22083 w 631667"/>
                <a:gd name="connsiteY229" fmla="*/ 48126 h 81563"/>
                <a:gd name="connsiteX230" fmla="*/ 27813 w 631667"/>
                <a:gd name="connsiteY230" fmla="*/ 40990 h 81563"/>
                <a:gd name="connsiteX231" fmla="*/ 32500 w 631667"/>
                <a:gd name="connsiteY231" fmla="*/ 34063 h 81563"/>
                <a:gd name="connsiteX232" fmla="*/ 35781 w 631667"/>
                <a:gd name="connsiteY232" fmla="*/ 27604 h 81563"/>
                <a:gd name="connsiteX233" fmla="*/ 36979 w 631667"/>
                <a:gd name="connsiteY233" fmla="*/ 22084 h 81563"/>
                <a:gd name="connsiteX234" fmla="*/ 33021 w 631667"/>
                <a:gd name="connsiteY234" fmla="*/ 11927 h 81563"/>
                <a:gd name="connsiteX235" fmla="*/ 22812 w 631667"/>
                <a:gd name="connsiteY235" fmla="*/ 8542 h 81563"/>
                <a:gd name="connsiteX236" fmla="*/ 12969 w 631667"/>
                <a:gd name="connsiteY236" fmla="*/ 12709 h 81563"/>
                <a:gd name="connsiteX237" fmla="*/ 9167 w 631667"/>
                <a:gd name="connsiteY237" fmla="*/ 23542 h 81563"/>
                <a:gd name="connsiteX238" fmla="*/ 625 w 631667"/>
                <a:gd name="connsiteY238" fmla="*/ 23542 h 81563"/>
                <a:gd name="connsiteX239" fmla="*/ 2292 w 631667"/>
                <a:gd name="connsiteY239" fmla="*/ 14428 h 81563"/>
                <a:gd name="connsiteX240" fmla="*/ 6979 w 631667"/>
                <a:gd name="connsiteY240" fmla="*/ 7396 h 81563"/>
                <a:gd name="connsiteX241" fmla="*/ 14115 w 631667"/>
                <a:gd name="connsiteY241" fmla="*/ 2917 h 81563"/>
                <a:gd name="connsiteX242" fmla="*/ 23021 w 631667"/>
                <a:gd name="connsiteY242" fmla="*/ 1354 h 81563"/>
                <a:gd name="connsiteX243" fmla="*/ 297917 w 631667"/>
                <a:gd name="connsiteY243" fmla="*/ 0 h 81563"/>
                <a:gd name="connsiteX244" fmla="*/ 310677 w 631667"/>
                <a:gd name="connsiteY244" fmla="*/ 3646 h 81563"/>
                <a:gd name="connsiteX245" fmla="*/ 318438 w 631667"/>
                <a:gd name="connsiteY245" fmla="*/ 13021 h 81563"/>
                <a:gd name="connsiteX246" fmla="*/ 322292 w 631667"/>
                <a:gd name="connsiteY246" fmla="*/ 26146 h 81563"/>
                <a:gd name="connsiteX247" fmla="*/ 323334 w 631667"/>
                <a:gd name="connsiteY247" fmla="*/ 40729 h 81563"/>
                <a:gd name="connsiteX248" fmla="*/ 322292 w 631667"/>
                <a:gd name="connsiteY248" fmla="*/ 55313 h 81563"/>
                <a:gd name="connsiteX249" fmla="*/ 318438 w 631667"/>
                <a:gd name="connsiteY249" fmla="*/ 68334 h 81563"/>
                <a:gd name="connsiteX250" fmla="*/ 310677 w 631667"/>
                <a:gd name="connsiteY250" fmla="*/ 77604 h 81563"/>
                <a:gd name="connsiteX251" fmla="*/ 297917 w 631667"/>
                <a:gd name="connsiteY251" fmla="*/ 81146 h 81563"/>
                <a:gd name="connsiteX252" fmla="*/ 285365 w 631667"/>
                <a:gd name="connsiteY252" fmla="*/ 77604 h 81563"/>
                <a:gd name="connsiteX253" fmla="*/ 277917 w 631667"/>
                <a:gd name="connsiteY253" fmla="*/ 68334 h 81563"/>
                <a:gd name="connsiteX254" fmla="*/ 274271 w 631667"/>
                <a:gd name="connsiteY254" fmla="*/ 55313 h 81563"/>
                <a:gd name="connsiteX255" fmla="*/ 273334 w 631667"/>
                <a:gd name="connsiteY255" fmla="*/ 40729 h 81563"/>
                <a:gd name="connsiteX256" fmla="*/ 274271 w 631667"/>
                <a:gd name="connsiteY256" fmla="*/ 26146 h 81563"/>
                <a:gd name="connsiteX257" fmla="*/ 277917 w 631667"/>
                <a:gd name="connsiteY257" fmla="*/ 13021 h 81563"/>
                <a:gd name="connsiteX258" fmla="*/ 285365 w 631667"/>
                <a:gd name="connsiteY258" fmla="*/ 3646 h 81563"/>
                <a:gd name="connsiteX259" fmla="*/ 297917 w 631667"/>
                <a:gd name="connsiteY259" fmla="*/ 0 h 81563"/>
                <a:gd name="connsiteX260" fmla="*/ 89583 w 631667"/>
                <a:gd name="connsiteY260" fmla="*/ 0 h 81563"/>
                <a:gd name="connsiteX261" fmla="*/ 102344 w 631667"/>
                <a:gd name="connsiteY261" fmla="*/ 3646 h 81563"/>
                <a:gd name="connsiteX262" fmla="*/ 110104 w 631667"/>
                <a:gd name="connsiteY262" fmla="*/ 13021 h 81563"/>
                <a:gd name="connsiteX263" fmla="*/ 113958 w 631667"/>
                <a:gd name="connsiteY263" fmla="*/ 26146 h 81563"/>
                <a:gd name="connsiteX264" fmla="*/ 115000 w 631667"/>
                <a:gd name="connsiteY264" fmla="*/ 40729 h 81563"/>
                <a:gd name="connsiteX265" fmla="*/ 113958 w 631667"/>
                <a:gd name="connsiteY265" fmla="*/ 55313 h 81563"/>
                <a:gd name="connsiteX266" fmla="*/ 110104 w 631667"/>
                <a:gd name="connsiteY266" fmla="*/ 68334 h 81563"/>
                <a:gd name="connsiteX267" fmla="*/ 102344 w 631667"/>
                <a:gd name="connsiteY267" fmla="*/ 77604 h 81563"/>
                <a:gd name="connsiteX268" fmla="*/ 89583 w 631667"/>
                <a:gd name="connsiteY268" fmla="*/ 81146 h 81563"/>
                <a:gd name="connsiteX269" fmla="*/ 77031 w 631667"/>
                <a:gd name="connsiteY269" fmla="*/ 77604 h 81563"/>
                <a:gd name="connsiteX270" fmla="*/ 69583 w 631667"/>
                <a:gd name="connsiteY270" fmla="*/ 68334 h 81563"/>
                <a:gd name="connsiteX271" fmla="*/ 65937 w 631667"/>
                <a:gd name="connsiteY271" fmla="*/ 55313 h 81563"/>
                <a:gd name="connsiteX272" fmla="*/ 65000 w 631667"/>
                <a:gd name="connsiteY272" fmla="*/ 40729 h 81563"/>
                <a:gd name="connsiteX273" fmla="*/ 65937 w 631667"/>
                <a:gd name="connsiteY273" fmla="*/ 26146 h 81563"/>
                <a:gd name="connsiteX274" fmla="*/ 69583 w 631667"/>
                <a:gd name="connsiteY274" fmla="*/ 13021 h 81563"/>
                <a:gd name="connsiteX275" fmla="*/ 77031 w 631667"/>
                <a:gd name="connsiteY275" fmla="*/ 3646 h 81563"/>
                <a:gd name="connsiteX276" fmla="*/ 89583 w 631667"/>
                <a:gd name="connsiteY276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</a:cxnLst>
              <a:rect l="l" t="t" r="r" b="b"/>
              <a:pathLst>
                <a:path w="63166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63021" y="43437"/>
                  </a:moveTo>
                  <a:cubicBezTo>
                    <a:pt x="360938" y="43437"/>
                    <a:pt x="358893" y="43763"/>
                    <a:pt x="356875" y="44428"/>
                  </a:cubicBezTo>
                  <a:cubicBezTo>
                    <a:pt x="354857" y="45079"/>
                    <a:pt x="353086" y="46042"/>
                    <a:pt x="351563" y="47292"/>
                  </a:cubicBezTo>
                  <a:cubicBezTo>
                    <a:pt x="349961" y="48542"/>
                    <a:pt x="348698" y="50117"/>
                    <a:pt x="347761" y="52032"/>
                  </a:cubicBezTo>
                  <a:cubicBezTo>
                    <a:pt x="346823" y="53933"/>
                    <a:pt x="346354" y="56146"/>
                    <a:pt x="346354" y="58646"/>
                  </a:cubicBezTo>
                  <a:cubicBezTo>
                    <a:pt x="346354" y="63229"/>
                    <a:pt x="347826" y="66901"/>
                    <a:pt x="350781" y="69687"/>
                  </a:cubicBezTo>
                  <a:cubicBezTo>
                    <a:pt x="353737" y="72461"/>
                    <a:pt x="357813" y="73854"/>
                    <a:pt x="363021" y="73854"/>
                  </a:cubicBezTo>
                  <a:cubicBezTo>
                    <a:pt x="368086" y="73854"/>
                    <a:pt x="372136" y="72461"/>
                    <a:pt x="375156" y="69687"/>
                  </a:cubicBezTo>
                  <a:cubicBezTo>
                    <a:pt x="378177" y="66901"/>
                    <a:pt x="379688" y="63229"/>
                    <a:pt x="379688" y="58646"/>
                  </a:cubicBezTo>
                  <a:cubicBezTo>
                    <a:pt x="379688" y="56146"/>
                    <a:pt x="379206" y="53933"/>
                    <a:pt x="378229" y="52032"/>
                  </a:cubicBezTo>
                  <a:cubicBezTo>
                    <a:pt x="377253" y="50117"/>
                    <a:pt x="375977" y="48542"/>
                    <a:pt x="374375" y="47292"/>
                  </a:cubicBezTo>
                  <a:cubicBezTo>
                    <a:pt x="372852" y="46042"/>
                    <a:pt x="371081" y="45079"/>
                    <a:pt x="369063" y="44428"/>
                  </a:cubicBezTo>
                  <a:cubicBezTo>
                    <a:pt x="367044" y="43763"/>
                    <a:pt x="365039" y="43437"/>
                    <a:pt x="363021" y="43437"/>
                  </a:cubicBezTo>
                  <a:close/>
                  <a:moveTo>
                    <a:pt x="598855" y="33959"/>
                  </a:moveTo>
                  <a:cubicBezTo>
                    <a:pt x="600873" y="33959"/>
                    <a:pt x="602657" y="34284"/>
                    <a:pt x="604219" y="34948"/>
                  </a:cubicBezTo>
                  <a:cubicBezTo>
                    <a:pt x="605782" y="35599"/>
                    <a:pt x="607396" y="36589"/>
                    <a:pt x="609063" y="37917"/>
                  </a:cubicBezTo>
                  <a:cubicBezTo>
                    <a:pt x="610938" y="39440"/>
                    <a:pt x="612539" y="40600"/>
                    <a:pt x="613854" y="41406"/>
                  </a:cubicBezTo>
                  <a:cubicBezTo>
                    <a:pt x="615170" y="42201"/>
                    <a:pt x="616602" y="42605"/>
                    <a:pt x="618125" y="42605"/>
                  </a:cubicBezTo>
                  <a:cubicBezTo>
                    <a:pt x="620352" y="42605"/>
                    <a:pt x="622097" y="41836"/>
                    <a:pt x="623386" y="40313"/>
                  </a:cubicBezTo>
                  <a:cubicBezTo>
                    <a:pt x="624675" y="38776"/>
                    <a:pt x="625873" y="36667"/>
                    <a:pt x="626980" y="33959"/>
                  </a:cubicBezTo>
                  <a:lnTo>
                    <a:pt x="631667" y="36771"/>
                  </a:lnTo>
                  <a:cubicBezTo>
                    <a:pt x="630690" y="40521"/>
                    <a:pt x="629050" y="43542"/>
                    <a:pt x="626719" y="45834"/>
                  </a:cubicBezTo>
                  <a:cubicBezTo>
                    <a:pt x="624388" y="48126"/>
                    <a:pt x="621498" y="49271"/>
                    <a:pt x="618021" y="49271"/>
                  </a:cubicBezTo>
                  <a:cubicBezTo>
                    <a:pt x="615938" y="49271"/>
                    <a:pt x="614128" y="48958"/>
                    <a:pt x="612605" y="48334"/>
                  </a:cubicBezTo>
                  <a:cubicBezTo>
                    <a:pt x="611081" y="47708"/>
                    <a:pt x="609479" y="46693"/>
                    <a:pt x="607813" y="45313"/>
                  </a:cubicBezTo>
                  <a:cubicBezTo>
                    <a:pt x="605938" y="43855"/>
                    <a:pt x="604323" y="42709"/>
                    <a:pt x="602969" y="41875"/>
                  </a:cubicBezTo>
                  <a:cubicBezTo>
                    <a:pt x="601615" y="41042"/>
                    <a:pt x="600209" y="40625"/>
                    <a:pt x="598750" y="40625"/>
                  </a:cubicBezTo>
                  <a:cubicBezTo>
                    <a:pt x="596667" y="40625"/>
                    <a:pt x="594961" y="41302"/>
                    <a:pt x="593646" y="42656"/>
                  </a:cubicBezTo>
                  <a:cubicBezTo>
                    <a:pt x="592331" y="44010"/>
                    <a:pt x="591146" y="45938"/>
                    <a:pt x="590105" y="48438"/>
                  </a:cubicBezTo>
                  <a:lnTo>
                    <a:pt x="585417" y="45625"/>
                  </a:lnTo>
                  <a:cubicBezTo>
                    <a:pt x="586316" y="42422"/>
                    <a:pt x="587956" y="39688"/>
                    <a:pt x="590313" y="37396"/>
                  </a:cubicBezTo>
                  <a:cubicBezTo>
                    <a:pt x="592670" y="35105"/>
                    <a:pt x="595521" y="33959"/>
                    <a:pt x="598855" y="33959"/>
                  </a:cubicBezTo>
                  <a:close/>
                  <a:moveTo>
                    <a:pt x="519063" y="8334"/>
                  </a:moveTo>
                  <a:cubicBezTo>
                    <a:pt x="513855" y="8334"/>
                    <a:pt x="509844" y="10169"/>
                    <a:pt x="507032" y="13855"/>
                  </a:cubicBezTo>
                  <a:cubicBezTo>
                    <a:pt x="504219" y="17526"/>
                    <a:pt x="502813" y="22005"/>
                    <a:pt x="502813" y="27292"/>
                  </a:cubicBezTo>
                  <a:cubicBezTo>
                    <a:pt x="502813" y="29857"/>
                    <a:pt x="503138" y="32292"/>
                    <a:pt x="503802" y="34583"/>
                  </a:cubicBezTo>
                  <a:cubicBezTo>
                    <a:pt x="504466" y="36875"/>
                    <a:pt x="505482" y="38854"/>
                    <a:pt x="506875" y="40521"/>
                  </a:cubicBezTo>
                  <a:cubicBezTo>
                    <a:pt x="508190" y="42253"/>
                    <a:pt x="509857" y="43620"/>
                    <a:pt x="511875" y="44636"/>
                  </a:cubicBezTo>
                  <a:cubicBezTo>
                    <a:pt x="513893" y="45638"/>
                    <a:pt x="516250" y="46146"/>
                    <a:pt x="518959" y="46146"/>
                  </a:cubicBezTo>
                  <a:cubicBezTo>
                    <a:pt x="521250" y="46146"/>
                    <a:pt x="523386" y="45652"/>
                    <a:pt x="525365" y="44688"/>
                  </a:cubicBezTo>
                  <a:cubicBezTo>
                    <a:pt x="527344" y="43711"/>
                    <a:pt x="529024" y="42422"/>
                    <a:pt x="530417" y="40834"/>
                  </a:cubicBezTo>
                  <a:cubicBezTo>
                    <a:pt x="531875" y="39167"/>
                    <a:pt x="533008" y="37253"/>
                    <a:pt x="533802" y="35105"/>
                  </a:cubicBezTo>
                  <a:cubicBezTo>
                    <a:pt x="534597" y="32943"/>
                    <a:pt x="535000" y="30651"/>
                    <a:pt x="535000" y="28230"/>
                  </a:cubicBezTo>
                  <a:cubicBezTo>
                    <a:pt x="535000" y="25443"/>
                    <a:pt x="534597" y="22839"/>
                    <a:pt x="533802" y="20417"/>
                  </a:cubicBezTo>
                  <a:cubicBezTo>
                    <a:pt x="533008" y="17982"/>
                    <a:pt x="531914" y="15860"/>
                    <a:pt x="530521" y="14063"/>
                  </a:cubicBezTo>
                  <a:cubicBezTo>
                    <a:pt x="529128" y="12318"/>
                    <a:pt x="527461" y="10938"/>
                    <a:pt x="525521" y="9896"/>
                  </a:cubicBezTo>
                  <a:cubicBezTo>
                    <a:pt x="523581" y="8854"/>
                    <a:pt x="521420" y="8334"/>
                    <a:pt x="519063" y="8334"/>
                  </a:cubicBezTo>
                  <a:close/>
                  <a:moveTo>
                    <a:pt x="363021" y="8334"/>
                  </a:moveTo>
                  <a:cubicBezTo>
                    <a:pt x="358646" y="8334"/>
                    <a:pt x="354935" y="9584"/>
                    <a:pt x="351875" y="12084"/>
                  </a:cubicBezTo>
                  <a:cubicBezTo>
                    <a:pt x="348815" y="14583"/>
                    <a:pt x="347292" y="17917"/>
                    <a:pt x="347292" y="22084"/>
                  </a:cubicBezTo>
                  <a:cubicBezTo>
                    <a:pt x="347292" y="26459"/>
                    <a:pt x="348789" y="29844"/>
                    <a:pt x="351771" y="32240"/>
                  </a:cubicBezTo>
                  <a:cubicBezTo>
                    <a:pt x="354753" y="34636"/>
                    <a:pt x="358503" y="35834"/>
                    <a:pt x="363021" y="35834"/>
                  </a:cubicBezTo>
                  <a:cubicBezTo>
                    <a:pt x="367396" y="35834"/>
                    <a:pt x="371107" y="34636"/>
                    <a:pt x="374167" y="32240"/>
                  </a:cubicBezTo>
                  <a:cubicBezTo>
                    <a:pt x="377227" y="29844"/>
                    <a:pt x="378750" y="26459"/>
                    <a:pt x="378750" y="22084"/>
                  </a:cubicBezTo>
                  <a:cubicBezTo>
                    <a:pt x="378750" y="17917"/>
                    <a:pt x="377227" y="14583"/>
                    <a:pt x="374167" y="12084"/>
                  </a:cubicBezTo>
                  <a:cubicBezTo>
                    <a:pt x="371107" y="9584"/>
                    <a:pt x="367396" y="8334"/>
                    <a:pt x="363021" y="8334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4"/>
                  </a:cubicBezTo>
                  <a:cubicBezTo>
                    <a:pt x="286992" y="13255"/>
                    <a:pt x="285417" y="16172"/>
                    <a:pt x="284375" y="19584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097" y="34428"/>
                    <a:pt x="281979" y="37812"/>
                    <a:pt x="281979" y="40729"/>
                  </a:cubicBezTo>
                  <a:cubicBezTo>
                    <a:pt x="281979" y="43646"/>
                    <a:pt x="282097" y="46992"/>
                    <a:pt x="282344" y="50782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6992" y="67943"/>
                    <a:pt x="289115" y="70313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49" y="72669"/>
                    <a:pt x="306875" y="70313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15" y="54557"/>
                    <a:pt x="314167" y="50782"/>
                  </a:cubicBezTo>
                  <a:cubicBezTo>
                    <a:pt x="314518" y="46992"/>
                    <a:pt x="314688" y="43646"/>
                    <a:pt x="314688" y="40729"/>
                  </a:cubicBezTo>
                  <a:cubicBezTo>
                    <a:pt x="314688" y="37812"/>
                    <a:pt x="314518" y="34428"/>
                    <a:pt x="314167" y="30573"/>
                  </a:cubicBezTo>
                  <a:cubicBezTo>
                    <a:pt x="313815" y="26719"/>
                    <a:pt x="313060" y="23047"/>
                    <a:pt x="311875" y="19584"/>
                  </a:cubicBezTo>
                  <a:cubicBezTo>
                    <a:pt x="310768" y="16172"/>
                    <a:pt x="309102" y="13255"/>
                    <a:pt x="306875" y="10834"/>
                  </a:cubicBezTo>
                  <a:cubicBezTo>
                    <a:pt x="304649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3" y="7188"/>
                    <a:pt x="82904" y="8399"/>
                    <a:pt x="80781" y="10834"/>
                  </a:cubicBezTo>
                  <a:cubicBezTo>
                    <a:pt x="78659" y="13255"/>
                    <a:pt x="77083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63" y="34428"/>
                    <a:pt x="73646" y="37812"/>
                    <a:pt x="73646" y="40729"/>
                  </a:cubicBezTo>
                  <a:cubicBezTo>
                    <a:pt x="73646" y="43646"/>
                    <a:pt x="73763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3" y="65065"/>
                    <a:pt x="78659" y="67943"/>
                    <a:pt x="80781" y="70313"/>
                  </a:cubicBezTo>
                  <a:cubicBezTo>
                    <a:pt x="82904" y="72669"/>
                    <a:pt x="85833" y="73854"/>
                    <a:pt x="89583" y="73854"/>
                  </a:cubicBezTo>
                  <a:cubicBezTo>
                    <a:pt x="93333" y="73854"/>
                    <a:pt x="96315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82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82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15" y="8399"/>
                    <a:pt x="93333" y="7188"/>
                    <a:pt x="89583" y="7188"/>
                  </a:cubicBezTo>
                  <a:close/>
                  <a:moveTo>
                    <a:pt x="453125" y="3125"/>
                  </a:moveTo>
                  <a:lnTo>
                    <a:pt x="459063" y="3125"/>
                  </a:lnTo>
                  <a:cubicBezTo>
                    <a:pt x="459831" y="3125"/>
                    <a:pt x="460352" y="3255"/>
                    <a:pt x="460625" y="3542"/>
                  </a:cubicBezTo>
                  <a:cubicBezTo>
                    <a:pt x="460899" y="3815"/>
                    <a:pt x="461042" y="4336"/>
                    <a:pt x="461042" y="5105"/>
                  </a:cubicBezTo>
                  <a:lnTo>
                    <a:pt x="461042" y="79167"/>
                  </a:lnTo>
                  <a:lnTo>
                    <a:pt x="452813" y="79167"/>
                  </a:lnTo>
                  <a:lnTo>
                    <a:pt x="452813" y="12084"/>
                  </a:lnTo>
                  <a:cubicBezTo>
                    <a:pt x="450938" y="14089"/>
                    <a:pt x="448594" y="16016"/>
                    <a:pt x="445782" y="17865"/>
                  </a:cubicBezTo>
                  <a:cubicBezTo>
                    <a:pt x="442969" y="19701"/>
                    <a:pt x="439896" y="21458"/>
                    <a:pt x="436563" y="23125"/>
                  </a:cubicBezTo>
                  <a:lnTo>
                    <a:pt x="436563" y="15209"/>
                  </a:lnTo>
                  <a:cubicBezTo>
                    <a:pt x="439545" y="13881"/>
                    <a:pt x="442435" y="12188"/>
                    <a:pt x="445209" y="10104"/>
                  </a:cubicBezTo>
                  <a:cubicBezTo>
                    <a:pt x="447982" y="8021"/>
                    <a:pt x="450625" y="5690"/>
                    <a:pt x="453125" y="3125"/>
                  </a:cubicBezTo>
                  <a:close/>
                  <a:moveTo>
                    <a:pt x="518542" y="1354"/>
                  </a:moveTo>
                  <a:cubicBezTo>
                    <a:pt x="521875" y="1354"/>
                    <a:pt x="525065" y="1876"/>
                    <a:pt x="528125" y="2917"/>
                  </a:cubicBezTo>
                  <a:cubicBezTo>
                    <a:pt x="531185" y="3959"/>
                    <a:pt x="533920" y="5860"/>
                    <a:pt x="536354" y="8646"/>
                  </a:cubicBezTo>
                  <a:cubicBezTo>
                    <a:pt x="538711" y="11419"/>
                    <a:pt x="540612" y="15260"/>
                    <a:pt x="542032" y="20157"/>
                  </a:cubicBezTo>
                  <a:cubicBezTo>
                    <a:pt x="543451" y="25052"/>
                    <a:pt x="544167" y="31315"/>
                    <a:pt x="544167" y="38958"/>
                  </a:cubicBezTo>
                  <a:cubicBezTo>
                    <a:pt x="544167" y="52917"/>
                    <a:pt x="541836" y="63386"/>
                    <a:pt x="537188" y="70365"/>
                  </a:cubicBezTo>
                  <a:cubicBezTo>
                    <a:pt x="532539" y="77344"/>
                    <a:pt x="526211" y="80833"/>
                    <a:pt x="518229" y="80833"/>
                  </a:cubicBezTo>
                  <a:cubicBezTo>
                    <a:pt x="511836" y="80833"/>
                    <a:pt x="506680" y="79063"/>
                    <a:pt x="502761" y="75521"/>
                  </a:cubicBezTo>
                  <a:cubicBezTo>
                    <a:pt x="498841" y="71979"/>
                    <a:pt x="496563" y="67149"/>
                    <a:pt x="495938" y="61042"/>
                  </a:cubicBezTo>
                  <a:lnTo>
                    <a:pt x="504167" y="61042"/>
                  </a:lnTo>
                  <a:cubicBezTo>
                    <a:pt x="504310" y="65000"/>
                    <a:pt x="505821" y="68125"/>
                    <a:pt x="508698" y="70417"/>
                  </a:cubicBezTo>
                  <a:cubicBezTo>
                    <a:pt x="511576" y="72709"/>
                    <a:pt x="514896" y="73854"/>
                    <a:pt x="518646" y="73854"/>
                  </a:cubicBezTo>
                  <a:cubicBezTo>
                    <a:pt x="522253" y="73854"/>
                    <a:pt x="525261" y="72813"/>
                    <a:pt x="527657" y="70729"/>
                  </a:cubicBezTo>
                  <a:cubicBezTo>
                    <a:pt x="530052" y="68646"/>
                    <a:pt x="531940" y="65938"/>
                    <a:pt x="533334" y="62605"/>
                  </a:cubicBezTo>
                  <a:cubicBezTo>
                    <a:pt x="534727" y="59336"/>
                    <a:pt x="535677" y="55652"/>
                    <a:pt x="536198" y="51563"/>
                  </a:cubicBezTo>
                  <a:cubicBezTo>
                    <a:pt x="536719" y="47461"/>
                    <a:pt x="536980" y="43399"/>
                    <a:pt x="536980" y="39376"/>
                  </a:cubicBezTo>
                  <a:cubicBezTo>
                    <a:pt x="535378" y="43880"/>
                    <a:pt x="532852" y="47214"/>
                    <a:pt x="529375" y="49375"/>
                  </a:cubicBezTo>
                  <a:cubicBezTo>
                    <a:pt x="525899" y="51524"/>
                    <a:pt x="521875" y="52605"/>
                    <a:pt x="517292" y="52605"/>
                  </a:cubicBezTo>
                  <a:cubicBezTo>
                    <a:pt x="510417" y="52605"/>
                    <a:pt x="504909" y="50274"/>
                    <a:pt x="500782" y="45625"/>
                  </a:cubicBezTo>
                  <a:cubicBezTo>
                    <a:pt x="496654" y="40964"/>
                    <a:pt x="494584" y="34792"/>
                    <a:pt x="494584" y="27084"/>
                  </a:cubicBezTo>
                  <a:cubicBezTo>
                    <a:pt x="494584" y="23542"/>
                    <a:pt x="495118" y="20208"/>
                    <a:pt x="496198" y="17083"/>
                  </a:cubicBezTo>
                  <a:cubicBezTo>
                    <a:pt x="497279" y="13959"/>
                    <a:pt x="498854" y="11211"/>
                    <a:pt x="500938" y="8854"/>
                  </a:cubicBezTo>
                  <a:cubicBezTo>
                    <a:pt x="503021" y="6563"/>
                    <a:pt x="505534" y="4740"/>
                    <a:pt x="508490" y="3386"/>
                  </a:cubicBezTo>
                  <a:cubicBezTo>
                    <a:pt x="511446" y="2031"/>
                    <a:pt x="514792" y="1354"/>
                    <a:pt x="518542" y="1354"/>
                  </a:cubicBezTo>
                  <a:close/>
                  <a:moveTo>
                    <a:pt x="363021" y="1354"/>
                  </a:moveTo>
                  <a:cubicBezTo>
                    <a:pt x="370104" y="1354"/>
                    <a:pt x="375886" y="3151"/>
                    <a:pt x="380365" y="6771"/>
                  </a:cubicBezTo>
                  <a:cubicBezTo>
                    <a:pt x="384844" y="10378"/>
                    <a:pt x="387084" y="15443"/>
                    <a:pt x="387084" y="21979"/>
                  </a:cubicBezTo>
                  <a:cubicBezTo>
                    <a:pt x="387084" y="23855"/>
                    <a:pt x="386758" y="25729"/>
                    <a:pt x="386094" y="27604"/>
                  </a:cubicBezTo>
                  <a:cubicBezTo>
                    <a:pt x="385430" y="29480"/>
                    <a:pt x="384519" y="31250"/>
                    <a:pt x="383334" y="32917"/>
                  </a:cubicBezTo>
                  <a:cubicBezTo>
                    <a:pt x="382084" y="34583"/>
                    <a:pt x="380625" y="36055"/>
                    <a:pt x="378959" y="37344"/>
                  </a:cubicBezTo>
                  <a:cubicBezTo>
                    <a:pt x="377292" y="38620"/>
                    <a:pt x="375456" y="39545"/>
                    <a:pt x="373438" y="40104"/>
                  </a:cubicBezTo>
                  <a:cubicBezTo>
                    <a:pt x="378021" y="41355"/>
                    <a:pt x="381602" y="43620"/>
                    <a:pt x="384167" y="46927"/>
                  </a:cubicBezTo>
                  <a:cubicBezTo>
                    <a:pt x="386732" y="50221"/>
                    <a:pt x="388021" y="54088"/>
                    <a:pt x="388021" y="58542"/>
                  </a:cubicBezTo>
                  <a:cubicBezTo>
                    <a:pt x="387956" y="65691"/>
                    <a:pt x="385612" y="71198"/>
                    <a:pt x="380990" y="75053"/>
                  </a:cubicBezTo>
                  <a:cubicBezTo>
                    <a:pt x="376367" y="78906"/>
                    <a:pt x="370352" y="80833"/>
                    <a:pt x="362917" y="80833"/>
                  </a:cubicBezTo>
                  <a:cubicBezTo>
                    <a:pt x="355417" y="80833"/>
                    <a:pt x="349388" y="78906"/>
                    <a:pt x="344844" y="75053"/>
                  </a:cubicBezTo>
                  <a:cubicBezTo>
                    <a:pt x="340300" y="71198"/>
                    <a:pt x="338021" y="65691"/>
                    <a:pt x="338021" y="58542"/>
                  </a:cubicBezTo>
                  <a:cubicBezTo>
                    <a:pt x="338021" y="54649"/>
                    <a:pt x="339271" y="50951"/>
                    <a:pt x="341771" y="47448"/>
                  </a:cubicBezTo>
                  <a:cubicBezTo>
                    <a:pt x="344271" y="43933"/>
                    <a:pt x="347917" y="41355"/>
                    <a:pt x="352708" y="39688"/>
                  </a:cubicBezTo>
                  <a:cubicBezTo>
                    <a:pt x="348334" y="38854"/>
                    <a:pt x="344948" y="36732"/>
                    <a:pt x="342552" y="33333"/>
                  </a:cubicBezTo>
                  <a:cubicBezTo>
                    <a:pt x="340157" y="29922"/>
                    <a:pt x="338958" y="26146"/>
                    <a:pt x="338958" y="21979"/>
                  </a:cubicBezTo>
                  <a:cubicBezTo>
                    <a:pt x="338958" y="15443"/>
                    <a:pt x="341185" y="10378"/>
                    <a:pt x="345625" y="6771"/>
                  </a:cubicBezTo>
                  <a:cubicBezTo>
                    <a:pt x="350065" y="3151"/>
                    <a:pt x="355873" y="1354"/>
                    <a:pt x="363021" y="1354"/>
                  </a:cubicBezTo>
                  <a:close/>
                  <a:moveTo>
                    <a:pt x="205313" y="1354"/>
                  </a:moveTo>
                  <a:cubicBezTo>
                    <a:pt x="211706" y="1354"/>
                    <a:pt x="217044" y="3047"/>
                    <a:pt x="221354" y="6459"/>
                  </a:cubicBezTo>
                  <a:cubicBezTo>
                    <a:pt x="225664" y="9857"/>
                    <a:pt x="227813" y="14857"/>
                    <a:pt x="227813" y="21458"/>
                  </a:cubicBezTo>
                  <a:cubicBezTo>
                    <a:pt x="227813" y="25899"/>
                    <a:pt x="226446" y="30521"/>
                    <a:pt x="223698" y="35313"/>
                  </a:cubicBezTo>
                  <a:cubicBezTo>
                    <a:pt x="220951" y="40104"/>
                    <a:pt x="217669" y="44753"/>
                    <a:pt x="213854" y="49271"/>
                  </a:cubicBezTo>
                  <a:cubicBezTo>
                    <a:pt x="210039" y="53776"/>
                    <a:pt x="206081" y="58021"/>
                    <a:pt x="201979" y="61979"/>
                  </a:cubicBezTo>
                  <a:cubicBezTo>
                    <a:pt x="197878" y="65938"/>
                    <a:pt x="194479" y="69271"/>
                    <a:pt x="191771" y="71979"/>
                  </a:cubicBezTo>
                  <a:lnTo>
                    <a:pt x="229479" y="71979"/>
                  </a:lnTo>
                  <a:lnTo>
                    <a:pt x="229479" y="79167"/>
                  </a:lnTo>
                  <a:lnTo>
                    <a:pt x="183750" y="79167"/>
                  </a:lnTo>
                  <a:cubicBezTo>
                    <a:pt x="183125" y="79167"/>
                    <a:pt x="182722" y="79063"/>
                    <a:pt x="182552" y="78855"/>
                  </a:cubicBezTo>
                  <a:cubicBezTo>
                    <a:pt x="182383" y="78646"/>
                    <a:pt x="182292" y="78229"/>
                    <a:pt x="182292" y="77604"/>
                  </a:cubicBezTo>
                  <a:lnTo>
                    <a:pt x="182292" y="71355"/>
                  </a:lnTo>
                  <a:cubicBezTo>
                    <a:pt x="183477" y="70235"/>
                    <a:pt x="184909" y="68855"/>
                    <a:pt x="186615" y="67188"/>
                  </a:cubicBezTo>
                  <a:cubicBezTo>
                    <a:pt x="188320" y="65521"/>
                    <a:pt x="190169" y="63672"/>
                    <a:pt x="192188" y="61667"/>
                  </a:cubicBezTo>
                  <a:cubicBezTo>
                    <a:pt x="194128" y="59648"/>
                    <a:pt x="196146" y="57500"/>
                    <a:pt x="198229" y="55208"/>
                  </a:cubicBezTo>
                  <a:cubicBezTo>
                    <a:pt x="200313" y="52917"/>
                    <a:pt x="202357" y="50547"/>
                    <a:pt x="204375" y="48126"/>
                  </a:cubicBezTo>
                  <a:cubicBezTo>
                    <a:pt x="206393" y="45756"/>
                    <a:pt x="208295" y="43386"/>
                    <a:pt x="210104" y="40990"/>
                  </a:cubicBezTo>
                  <a:cubicBezTo>
                    <a:pt x="211914" y="38594"/>
                    <a:pt x="213477" y="36276"/>
                    <a:pt x="214792" y="34063"/>
                  </a:cubicBezTo>
                  <a:cubicBezTo>
                    <a:pt x="216185" y="31771"/>
                    <a:pt x="217279" y="29610"/>
                    <a:pt x="218073" y="27604"/>
                  </a:cubicBezTo>
                  <a:cubicBezTo>
                    <a:pt x="218867" y="25586"/>
                    <a:pt x="219271" y="23750"/>
                    <a:pt x="219271" y="22084"/>
                  </a:cubicBezTo>
                  <a:cubicBezTo>
                    <a:pt x="219271" y="17565"/>
                    <a:pt x="217956" y="14180"/>
                    <a:pt x="215313" y="11927"/>
                  </a:cubicBezTo>
                  <a:cubicBezTo>
                    <a:pt x="212669" y="9662"/>
                    <a:pt x="209271" y="8542"/>
                    <a:pt x="205104" y="8542"/>
                  </a:cubicBezTo>
                  <a:cubicBezTo>
                    <a:pt x="201081" y="8542"/>
                    <a:pt x="197800" y="9922"/>
                    <a:pt x="195261" y="12709"/>
                  </a:cubicBezTo>
                  <a:cubicBezTo>
                    <a:pt x="192721" y="15482"/>
                    <a:pt x="191458" y="19089"/>
                    <a:pt x="191458" y="23542"/>
                  </a:cubicBezTo>
                  <a:lnTo>
                    <a:pt x="182917" y="23542"/>
                  </a:lnTo>
                  <a:cubicBezTo>
                    <a:pt x="182917" y="20208"/>
                    <a:pt x="183477" y="17161"/>
                    <a:pt x="184583" y="14428"/>
                  </a:cubicBezTo>
                  <a:cubicBezTo>
                    <a:pt x="185690" y="11680"/>
                    <a:pt x="187253" y="9336"/>
                    <a:pt x="189271" y="7396"/>
                  </a:cubicBezTo>
                  <a:cubicBezTo>
                    <a:pt x="191289" y="5443"/>
                    <a:pt x="193659" y="3959"/>
                    <a:pt x="196406" y="2917"/>
                  </a:cubicBezTo>
                  <a:cubicBezTo>
                    <a:pt x="199154" y="1876"/>
                    <a:pt x="202122" y="1354"/>
                    <a:pt x="205313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40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47" y="40104"/>
                    <a:pt x="152565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74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17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05" y="68855"/>
                    <a:pt x="121510" y="67188"/>
                  </a:cubicBezTo>
                  <a:cubicBezTo>
                    <a:pt x="123216" y="65521"/>
                    <a:pt x="125065" y="63672"/>
                    <a:pt x="127084" y="61667"/>
                  </a:cubicBezTo>
                  <a:cubicBezTo>
                    <a:pt x="129023" y="59648"/>
                    <a:pt x="131042" y="57500"/>
                    <a:pt x="133125" y="55208"/>
                  </a:cubicBezTo>
                  <a:cubicBezTo>
                    <a:pt x="135208" y="52917"/>
                    <a:pt x="137253" y="50547"/>
                    <a:pt x="139271" y="48126"/>
                  </a:cubicBezTo>
                  <a:cubicBezTo>
                    <a:pt x="141289" y="45756"/>
                    <a:pt x="143190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63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8" y="11927"/>
                  </a:cubicBezTo>
                  <a:cubicBezTo>
                    <a:pt x="147565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17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86" y="11680"/>
                    <a:pt x="122148" y="9336"/>
                    <a:pt x="124167" y="7396"/>
                  </a:cubicBezTo>
                  <a:cubicBezTo>
                    <a:pt x="126185" y="5443"/>
                    <a:pt x="128555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53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59" y="40104"/>
                    <a:pt x="35378" y="44753"/>
                    <a:pt x="31562" y="49271"/>
                  </a:cubicBezTo>
                  <a:cubicBezTo>
                    <a:pt x="27747" y="53776"/>
                    <a:pt x="23789" y="58021"/>
                    <a:pt x="19688" y="61979"/>
                  </a:cubicBezTo>
                  <a:cubicBezTo>
                    <a:pt x="15586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30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17" y="68855"/>
                    <a:pt x="4323" y="67188"/>
                  </a:cubicBezTo>
                  <a:cubicBezTo>
                    <a:pt x="6029" y="65521"/>
                    <a:pt x="7878" y="63672"/>
                    <a:pt x="9896" y="61667"/>
                  </a:cubicBezTo>
                  <a:cubicBezTo>
                    <a:pt x="11836" y="59648"/>
                    <a:pt x="13854" y="57500"/>
                    <a:pt x="15937" y="55208"/>
                  </a:cubicBezTo>
                  <a:cubicBezTo>
                    <a:pt x="18021" y="52917"/>
                    <a:pt x="20065" y="50547"/>
                    <a:pt x="22083" y="48126"/>
                  </a:cubicBezTo>
                  <a:cubicBezTo>
                    <a:pt x="24102" y="45756"/>
                    <a:pt x="26003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76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78" y="9662"/>
                    <a:pt x="26979" y="8542"/>
                    <a:pt x="22812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30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398" y="11680"/>
                    <a:pt x="4961" y="9336"/>
                    <a:pt x="6979" y="7396"/>
                  </a:cubicBezTo>
                  <a:cubicBezTo>
                    <a:pt x="8998" y="5443"/>
                    <a:pt x="11367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72" y="6068"/>
                    <a:pt x="316563" y="9193"/>
                    <a:pt x="318438" y="13021"/>
                  </a:cubicBezTo>
                  <a:cubicBezTo>
                    <a:pt x="320313" y="16902"/>
                    <a:pt x="321602" y="21276"/>
                    <a:pt x="322292" y="26146"/>
                  </a:cubicBezTo>
                  <a:cubicBezTo>
                    <a:pt x="322982" y="31003"/>
                    <a:pt x="323334" y="35860"/>
                    <a:pt x="323334" y="40729"/>
                  </a:cubicBezTo>
                  <a:cubicBezTo>
                    <a:pt x="323334" y="45652"/>
                    <a:pt x="322982" y="50521"/>
                    <a:pt x="322292" y="55313"/>
                  </a:cubicBezTo>
                  <a:cubicBezTo>
                    <a:pt x="321602" y="60105"/>
                    <a:pt x="320313" y="64441"/>
                    <a:pt x="318438" y="68334"/>
                  </a:cubicBezTo>
                  <a:cubicBezTo>
                    <a:pt x="316563" y="72149"/>
                    <a:pt x="313972" y="75235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74" y="81146"/>
                    <a:pt x="288594" y="79961"/>
                    <a:pt x="285365" y="77604"/>
                  </a:cubicBezTo>
                  <a:cubicBezTo>
                    <a:pt x="282136" y="75235"/>
                    <a:pt x="279649" y="72149"/>
                    <a:pt x="277917" y="68334"/>
                  </a:cubicBezTo>
                  <a:cubicBezTo>
                    <a:pt x="276107" y="64441"/>
                    <a:pt x="274896" y="60105"/>
                    <a:pt x="274271" y="55313"/>
                  </a:cubicBezTo>
                  <a:cubicBezTo>
                    <a:pt x="273646" y="50521"/>
                    <a:pt x="273334" y="45652"/>
                    <a:pt x="273334" y="40729"/>
                  </a:cubicBezTo>
                  <a:cubicBezTo>
                    <a:pt x="273334" y="35860"/>
                    <a:pt x="273646" y="31003"/>
                    <a:pt x="274271" y="26146"/>
                  </a:cubicBezTo>
                  <a:cubicBezTo>
                    <a:pt x="274896" y="21276"/>
                    <a:pt x="276107" y="16902"/>
                    <a:pt x="277917" y="13021"/>
                  </a:cubicBezTo>
                  <a:cubicBezTo>
                    <a:pt x="279649" y="9193"/>
                    <a:pt x="282136" y="6068"/>
                    <a:pt x="285365" y="3646"/>
                  </a:cubicBezTo>
                  <a:cubicBezTo>
                    <a:pt x="288594" y="1211"/>
                    <a:pt x="292774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49" y="1211"/>
                    <a:pt x="102344" y="3646"/>
                  </a:cubicBezTo>
                  <a:cubicBezTo>
                    <a:pt x="105638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8" y="26146"/>
                  </a:cubicBezTo>
                  <a:cubicBezTo>
                    <a:pt x="114649" y="31003"/>
                    <a:pt x="115000" y="35860"/>
                    <a:pt x="115000" y="40729"/>
                  </a:cubicBezTo>
                  <a:cubicBezTo>
                    <a:pt x="115000" y="45652"/>
                    <a:pt x="114649" y="50521"/>
                    <a:pt x="113958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38" y="75235"/>
                    <a:pt x="102344" y="77604"/>
                  </a:cubicBezTo>
                  <a:cubicBezTo>
                    <a:pt x="99049" y="79961"/>
                    <a:pt x="94792" y="81146"/>
                    <a:pt x="89583" y="81146"/>
                  </a:cubicBezTo>
                  <a:cubicBezTo>
                    <a:pt x="84440" y="81146"/>
                    <a:pt x="80260" y="79961"/>
                    <a:pt x="77031" y="77604"/>
                  </a:cubicBezTo>
                  <a:cubicBezTo>
                    <a:pt x="73802" y="75235"/>
                    <a:pt x="71315" y="72149"/>
                    <a:pt x="69583" y="68334"/>
                  </a:cubicBezTo>
                  <a:cubicBezTo>
                    <a:pt x="67773" y="64441"/>
                    <a:pt x="66563" y="60105"/>
                    <a:pt x="65937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7" y="26146"/>
                  </a:cubicBezTo>
                  <a:cubicBezTo>
                    <a:pt x="66563" y="21276"/>
                    <a:pt x="67773" y="16902"/>
                    <a:pt x="69583" y="13021"/>
                  </a:cubicBezTo>
                  <a:cubicBezTo>
                    <a:pt x="71315" y="9193"/>
                    <a:pt x="73802" y="6068"/>
                    <a:pt x="77031" y="3646"/>
                  </a:cubicBezTo>
                  <a:cubicBezTo>
                    <a:pt x="80260" y="1211"/>
                    <a:pt x="84440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3" name="TextBox 832">
              <a:extLst>
                <a:ext uri="{FF2B5EF4-FFF2-40B4-BE49-F238E27FC236}">
                  <a16:creationId xmlns:a16="http://schemas.microsoft.com/office/drawing/2014/main" id="{F930D16F-92C2-44C0-BB21-C750E92DC89D}"/>
                </a:ext>
              </a:extLst>
            </p:cNvPr>
            <p:cNvSpPr txBox="1"/>
            <p:nvPr/>
          </p:nvSpPr>
          <p:spPr>
            <a:xfrm>
              <a:off x="2926610" y="8333745"/>
              <a:ext cx="625588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2022.08.19 ~</a:t>
              </a:r>
            </a:p>
          </p:txBody>
        </p:sp>
        <p:sp>
          <p:nvSpPr>
            <p:cNvPr id="834" name="자유형: 도형 833">
              <a:extLst>
                <a:ext uri="{FF2B5EF4-FFF2-40B4-BE49-F238E27FC236}">
                  <a16:creationId xmlns:a16="http://schemas.microsoft.com/office/drawing/2014/main" id="{06215B8F-5659-4A59-AC5D-F909B026542A}"/>
                </a:ext>
              </a:extLst>
            </p:cNvPr>
            <p:cNvSpPr/>
            <p:nvPr/>
          </p:nvSpPr>
          <p:spPr>
            <a:xfrm>
              <a:off x="3062099" y="8503410"/>
              <a:ext cx="544687" cy="81563"/>
            </a:xfrm>
            <a:custGeom>
              <a:avLst/>
              <a:gdLst>
                <a:gd name="connsiteX0" fmla="*/ 408021 w 544687"/>
                <a:gd name="connsiteY0" fmla="*/ 70833 h 81563"/>
                <a:gd name="connsiteX1" fmla="*/ 418750 w 544687"/>
                <a:gd name="connsiteY1" fmla="*/ 70833 h 81563"/>
                <a:gd name="connsiteX2" fmla="*/ 418750 w 544687"/>
                <a:gd name="connsiteY2" fmla="*/ 81563 h 81563"/>
                <a:gd name="connsiteX3" fmla="*/ 408021 w 544687"/>
                <a:gd name="connsiteY3" fmla="*/ 81563 h 81563"/>
                <a:gd name="connsiteX4" fmla="*/ 251771 w 544687"/>
                <a:gd name="connsiteY4" fmla="*/ 70833 h 81563"/>
                <a:gd name="connsiteX5" fmla="*/ 262500 w 544687"/>
                <a:gd name="connsiteY5" fmla="*/ 70833 h 81563"/>
                <a:gd name="connsiteX6" fmla="*/ 262500 w 544687"/>
                <a:gd name="connsiteY6" fmla="*/ 81563 h 81563"/>
                <a:gd name="connsiteX7" fmla="*/ 251771 w 544687"/>
                <a:gd name="connsiteY7" fmla="*/ 81563 h 81563"/>
                <a:gd name="connsiteX8" fmla="*/ 370417 w 544687"/>
                <a:gd name="connsiteY8" fmla="*/ 11250 h 81563"/>
                <a:gd name="connsiteX9" fmla="*/ 343542 w 544687"/>
                <a:gd name="connsiteY9" fmla="*/ 55313 h 81563"/>
                <a:gd name="connsiteX10" fmla="*/ 370209 w 544687"/>
                <a:gd name="connsiteY10" fmla="*/ 55313 h 81563"/>
                <a:gd name="connsiteX11" fmla="*/ 370209 w 544687"/>
                <a:gd name="connsiteY11" fmla="*/ 20834 h 81563"/>
                <a:gd name="connsiteX12" fmla="*/ 519271 w 544687"/>
                <a:gd name="connsiteY12" fmla="*/ 7188 h 81563"/>
                <a:gd name="connsiteX13" fmla="*/ 510469 w 544687"/>
                <a:gd name="connsiteY13" fmla="*/ 10834 h 81563"/>
                <a:gd name="connsiteX14" fmla="*/ 505730 w 544687"/>
                <a:gd name="connsiteY14" fmla="*/ 19584 h 81563"/>
                <a:gd name="connsiteX15" fmla="*/ 503698 w 544687"/>
                <a:gd name="connsiteY15" fmla="*/ 30573 h 81563"/>
                <a:gd name="connsiteX16" fmla="*/ 503334 w 544687"/>
                <a:gd name="connsiteY16" fmla="*/ 40729 h 81563"/>
                <a:gd name="connsiteX17" fmla="*/ 503698 w 544687"/>
                <a:gd name="connsiteY17" fmla="*/ 50782 h 81563"/>
                <a:gd name="connsiteX18" fmla="*/ 505730 w 544687"/>
                <a:gd name="connsiteY18" fmla="*/ 61667 h 81563"/>
                <a:gd name="connsiteX19" fmla="*/ 510469 w 544687"/>
                <a:gd name="connsiteY19" fmla="*/ 70313 h 81563"/>
                <a:gd name="connsiteX20" fmla="*/ 519271 w 544687"/>
                <a:gd name="connsiteY20" fmla="*/ 73854 h 81563"/>
                <a:gd name="connsiteX21" fmla="*/ 528230 w 544687"/>
                <a:gd name="connsiteY21" fmla="*/ 70313 h 81563"/>
                <a:gd name="connsiteX22" fmla="*/ 533230 w 544687"/>
                <a:gd name="connsiteY22" fmla="*/ 61667 h 81563"/>
                <a:gd name="connsiteX23" fmla="*/ 535521 w 544687"/>
                <a:gd name="connsiteY23" fmla="*/ 50782 h 81563"/>
                <a:gd name="connsiteX24" fmla="*/ 536042 w 544687"/>
                <a:gd name="connsiteY24" fmla="*/ 40729 h 81563"/>
                <a:gd name="connsiteX25" fmla="*/ 535521 w 544687"/>
                <a:gd name="connsiteY25" fmla="*/ 30573 h 81563"/>
                <a:gd name="connsiteX26" fmla="*/ 533230 w 544687"/>
                <a:gd name="connsiteY26" fmla="*/ 19584 h 81563"/>
                <a:gd name="connsiteX27" fmla="*/ 528230 w 544687"/>
                <a:gd name="connsiteY27" fmla="*/ 10834 h 81563"/>
                <a:gd name="connsiteX28" fmla="*/ 519271 w 544687"/>
                <a:gd name="connsiteY28" fmla="*/ 7188 h 81563"/>
                <a:gd name="connsiteX29" fmla="*/ 297917 w 544687"/>
                <a:gd name="connsiteY29" fmla="*/ 7188 h 81563"/>
                <a:gd name="connsiteX30" fmla="*/ 289115 w 544687"/>
                <a:gd name="connsiteY30" fmla="*/ 10834 h 81563"/>
                <a:gd name="connsiteX31" fmla="*/ 284375 w 544687"/>
                <a:gd name="connsiteY31" fmla="*/ 19584 h 81563"/>
                <a:gd name="connsiteX32" fmla="*/ 282344 w 544687"/>
                <a:gd name="connsiteY32" fmla="*/ 30573 h 81563"/>
                <a:gd name="connsiteX33" fmla="*/ 281979 w 544687"/>
                <a:gd name="connsiteY33" fmla="*/ 40729 h 81563"/>
                <a:gd name="connsiteX34" fmla="*/ 282344 w 544687"/>
                <a:gd name="connsiteY34" fmla="*/ 50782 h 81563"/>
                <a:gd name="connsiteX35" fmla="*/ 284375 w 544687"/>
                <a:gd name="connsiteY35" fmla="*/ 61667 h 81563"/>
                <a:gd name="connsiteX36" fmla="*/ 289115 w 544687"/>
                <a:gd name="connsiteY36" fmla="*/ 70313 h 81563"/>
                <a:gd name="connsiteX37" fmla="*/ 297917 w 544687"/>
                <a:gd name="connsiteY37" fmla="*/ 73854 h 81563"/>
                <a:gd name="connsiteX38" fmla="*/ 306875 w 544687"/>
                <a:gd name="connsiteY38" fmla="*/ 70313 h 81563"/>
                <a:gd name="connsiteX39" fmla="*/ 311875 w 544687"/>
                <a:gd name="connsiteY39" fmla="*/ 61667 h 81563"/>
                <a:gd name="connsiteX40" fmla="*/ 314167 w 544687"/>
                <a:gd name="connsiteY40" fmla="*/ 50782 h 81563"/>
                <a:gd name="connsiteX41" fmla="*/ 314688 w 544687"/>
                <a:gd name="connsiteY41" fmla="*/ 40729 h 81563"/>
                <a:gd name="connsiteX42" fmla="*/ 314167 w 544687"/>
                <a:gd name="connsiteY42" fmla="*/ 30573 h 81563"/>
                <a:gd name="connsiteX43" fmla="*/ 311875 w 544687"/>
                <a:gd name="connsiteY43" fmla="*/ 19584 h 81563"/>
                <a:gd name="connsiteX44" fmla="*/ 306875 w 544687"/>
                <a:gd name="connsiteY44" fmla="*/ 10834 h 81563"/>
                <a:gd name="connsiteX45" fmla="*/ 297917 w 544687"/>
                <a:gd name="connsiteY45" fmla="*/ 7188 h 81563"/>
                <a:gd name="connsiteX46" fmla="*/ 89583 w 544687"/>
                <a:gd name="connsiteY46" fmla="*/ 7188 h 81563"/>
                <a:gd name="connsiteX47" fmla="*/ 80781 w 544687"/>
                <a:gd name="connsiteY47" fmla="*/ 10834 h 81563"/>
                <a:gd name="connsiteX48" fmla="*/ 76042 w 544687"/>
                <a:gd name="connsiteY48" fmla="*/ 19584 h 81563"/>
                <a:gd name="connsiteX49" fmla="*/ 74011 w 544687"/>
                <a:gd name="connsiteY49" fmla="*/ 30573 h 81563"/>
                <a:gd name="connsiteX50" fmla="*/ 73646 w 544687"/>
                <a:gd name="connsiteY50" fmla="*/ 40729 h 81563"/>
                <a:gd name="connsiteX51" fmla="*/ 74011 w 544687"/>
                <a:gd name="connsiteY51" fmla="*/ 50782 h 81563"/>
                <a:gd name="connsiteX52" fmla="*/ 76042 w 544687"/>
                <a:gd name="connsiteY52" fmla="*/ 61667 h 81563"/>
                <a:gd name="connsiteX53" fmla="*/ 80781 w 544687"/>
                <a:gd name="connsiteY53" fmla="*/ 70313 h 81563"/>
                <a:gd name="connsiteX54" fmla="*/ 89583 w 544687"/>
                <a:gd name="connsiteY54" fmla="*/ 73854 h 81563"/>
                <a:gd name="connsiteX55" fmla="*/ 98542 w 544687"/>
                <a:gd name="connsiteY55" fmla="*/ 70313 h 81563"/>
                <a:gd name="connsiteX56" fmla="*/ 103542 w 544687"/>
                <a:gd name="connsiteY56" fmla="*/ 61667 h 81563"/>
                <a:gd name="connsiteX57" fmla="*/ 105833 w 544687"/>
                <a:gd name="connsiteY57" fmla="*/ 50782 h 81563"/>
                <a:gd name="connsiteX58" fmla="*/ 106354 w 544687"/>
                <a:gd name="connsiteY58" fmla="*/ 40729 h 81563"/>
                <a:gd name="connsiteX59" fmla="*/ 105833 w 544687"/>
                <a:gd name="connsiteY59" fmla="*/ 30573 h 81563"/>
                <a:gd name="connsiteX60" fmla="*/ 103542 w 544687"/>
                <a:gd name="connsiteY60" fmla="*/ 19584 h 81563"/>
                <a:gd name="connsiteX61" fmla="*/ 98542 w 544687"/>
                <a:gd name="connsiteY61" fmla="*/ 10834 h 81563"/>
                <a:gd name="connsiteX62" fmla="*/ 89583 w 544687"/>
                <a:gd name="connsiteY62" fmla="*/ 7188 h 81563"/>
                <a:gd name="connsiteX63" fmla="*/ 369063 w 544687"/>
                <a:gd name="connsiteY63" fmla="*/ 1980 h 81563"/>
                <a:gd name="connsiteX64" fmla="*/ 376146 w 544687"/>
                <a:gd name="connsiteY64" fmla="*/ 1980 h 81563"/>
                <a:gd name="connsiteX65" fmla="*/ 377709 w 544687"/>
                <a:gd name="connsiteY65" fmla="*/ 2396 h 81563"/>
                <a:gd name="connsiteX66" fmla="*/ 378125 w 544687"/>
                <a:gd name="connsiteY66" fmla="*/ 3959 h 81563"/>
                <a:gd name="connsiteX67" fmla="*/ 378125 w 544687"/>
                <a:gd name="connsiteY67" fmla="*/ 55313 h 81563"/>
                <a:gd name="connsiteX68" fmla="*/ 389479 w 544687"/>
                <a:gd name="connsiteY68" fmla="*/ 55313 h 81563"/>
                <a:gd name="connsiteX69" fmla="*/ 389479 w 544687"/>
                <a:gd name="connsiteY69" fmla="*/ 62500 h 81563"/>
                <a:gd name="connsiteX70" fmla="*/ 378125 w 544687"/>
                <a:gd name="connsiteY70" fmla="*/ 62500 h 81563"/>
                <a:gd name="connsiteX71" fmla="*/ 378125 w 544687"/>
                <a:gd name="connsiteY71" fmla="*/ 79167 h 81563"/>
                <a:gd name="connsiteX72" fmla="*/ 370000 w 544687"/>
                <a:gd name="connsiteY72" fmla="*/ 79167 h 81563"/>
                <a:gd name="connsiteX73" fmla="*/ 370000 w 544687"/>
                <a:gd name="connsiteY73" fmla="*/ 62500 h 81563"/>
                <a:gd name="connsiteX74" fmla="*/ 337604 w 544687"/>
                <a:gd name="connsiteY74" fmla="*/ 62500 h 81563"/>
                <a:gd name="connsiteX75" fmla="*/ 336042 w 544687"/>
                <a:gd name="connsiteY75" fmla="*/ 62083 h 81563"/>
                <a:gd name="connsiteX76" fmla="*/ 335625 w 544687"/>
                <a:gd name="connsiteY76" fmla="*/ 60521 h 81563"/>
                <a:gd name="connsiteX77" fmla="*/ 335625 w 544687"/>
                <a:gd name="connsiteY77" fmla="*/ 56146 h 81563"/>
                <a:gd name="connsiteX78" fmla="*/ 335886 w 544687"/>
                <a:gd name="connsiteY78" fmla="*/ 54636 h 81563"/>
                <a:gd name="connsiteX79" fmla="*/ 336563 w 544687"/>
                <a:gd name="connsiteY79" fmla="*/ 53229 h 81563"/>
                <a:gd name="connsiteX80" fmla="*/ 366979 w 544687"/>
                <a:gd name="connsiteY80" fmla="*/ 3334 h 81563"/>
                <a:gd name="connsiteX81" fmla="*/ 367813 w 544687"/>
                <a:gd name="connsiteY81" fmla="*/ 2344 h 81563"/>
                <a:gd name="connsiteX82" fmla="*/ 369063 w 544687"/>
                <a:gd name="connsiteY82" fmla="*/ 1980 h 81563"/>
                <a:gd name="connsiteX83" fmla="*/ 452813 w 544687"/>
                <a:gd name="connsiteY83" fmla="*/ 1354 h 81563"/>
                <a:gd name="connsiteX84" fmla="*/ 461615 w 544687"/>
                <a:gd name="connsiteY84" fmla="*/ 2553 h 81563"/>
                <a:gd name="connsiteX85" fmla="*/ 469063 w 544687"/>
                <a:gd name="connsiteY85" fmla="*/ 6251 h 81563"/>
                <a:gd name="connsiteX86" fmla="*/ 474115 w 544687"/>
                <a:gd name="connsiteY86" fmla="*/ 12604 h 81563"/>
                <a:gd name="connsiteX87" fmla="*/ 476042 w 544687"/>
                <a:gd name="connsiteY87" fmla="*/ 21771 h 81563"/>
                <a:gd name="connsiteX88" fmla="*/ 471771 w 544687"/>
                <a:gd name="connsiteY88" fmla="*/ 33437 h 81563"/>
                <a:gd name="connsiteX89" fmla="*/ 460625 w 544687"/>
                <a:gd name="connsiteY89" fmla="*/ 39792 h 81563"/>
                <a:gd name="connsiteX90" fmla="*/ 472969 w 544687"/>
                <a:gd name="connsiteY90" fmla="*/ 46198 h 81563"/>
                <a:gd name="connsiteX91" fmla="*/ 477709 w 544687"/>
                <a:gd name="connsiteY91" fmla="*/ 59063 h 81563"/>
                <a:gd name="connsiteX92" fmla="*/ 475573 w 544687"/>
                <a:gd name="connsiteY92" fmla="*/ 69010 h 81563"/>
                <a:gd name="connsiteX93" fmla="*/ 469896 w 544687"/>
                <a:gd name="connsiteY93" fmla="*/ 75834 h 81563"/>
                <a:gd name="connsiteX94" fmla="*/ 461771 w 544687"/>
                <a:gd name="connsiteY94" fmla="*/ 79687 h 81563"/>
                <a:gd name="connsiteX95" fmla="*/ 452396 w 544687"/>
                <a:gd name="connsiteY95" fmla="*/ 80938 h 81563"/>
                <a:gd name="connsiteX96" fmla="*/ 434636 w 544687"/>
                <a:gd name="connsiteY96" fmla="*/ 75000 h 81563"/>
                <a:gd name="connsiteX97" fmla="*/ 427917 w 544687"/>
                <a:gd name="connsiteY97" fmla="*/ 58542 h 81563"/>
                <a:gd name="connsiteX98" fmla="*/ 436146 w 544687"/>
                <a:gd name="connsiteY98" fmla="*/ 58542 h 81563"/>
                <a:gd name="connsiteX99" fmla="*/ 441094 w 544687"/>
                <a:gd name="connsiteY99" fmla="*/ 69896 h 81563"/>
                <a:gd name="connsiteX100" fmla="*/ 452709 w 544687"/>
                <a:gd name="connsiteY100" fmla="*/ 73750 h 81563"/>
                <a:gd name="connsiteX101" fmla="*/ 464896 w 544687"/>
                <a:gd name="connsiteY101" fmla="*/ 69687 h 81563"/>
                <a:gd name="connsiteX102" fmla="*/ 469375 w 544687"/>
                <a:gd name="connsiteY102" fmla="*/ 58125 h 81563"/>
                <a:gd name="connsiteX103" fmla="*/ 467917 w 544687"/>
                <a:gd name="connsiteY103" fmla="*/ 51510 h 81563"/>
                <a:gd name="connsiteX104" fmla="*/ 464063 w 544687"/>
                <a:gd name="connsiteY104" fmla="*/ 46980 h 81563"/>
                <a:gd name="connsiteX105" fmla="*/ 458490 w 544687"/>
                <a:gd name="connsiteY105" fmla="*/ 44375 h 81563"/>
                <a:gd name="connsiteX106" fmla="*/ 452188 w 544687"/>
                <a:gd name="connsiteY106" fmla="*/ 43333 h 81563"/>
                <a:gd name="connsiteX107" fmla="*/ 448021 w 544687"/>
                <a:gd name="connsiteY107" fmla="*/ 43333 h 81563"/>
                <a:gd name="connsiteX108" fmla="*/ 446563 w 544687"/>
                <a:gd name="connsiteY108" fmla="*/ 43074 h 81563"/>
                <a:gd name="connsiteX109" fmla="*/ 446355 w 544687"/>
                <a:gd name="connsiteY109" fmla="*/ 41667 h 81563"/>
                <a:gd name="connsiteX110" fmla="*/ 446355 w 544687"/>
                <a:gd name="connsiteY110" fmla="*/ 37812 h 81563"/>
                <a:gd name="connsiteX111" fmla="*/ 446563 w 544687"/>
                <a:gd name="connsiteY111" fmla="*/ 36146 h 81563"/>
                <a:gd name="connsiteX112" fmla="*/ 448021 w 544687"/>
                <a:gd name="connsiteY112" fmla="*/ 35729 h 81563"/>
                <a:gd name="connsiteX113" fmla="*/ 451459 w 544687"/>
                <a:gd name="connsiteY113" fmla="*/ 35729 h 81563"/>
                <a:gd name="connsiteX114" fmla="*/ 457552 w 544687"/>
                <a:gd name="connsiteY114" fmla="*/ 34948 h 81563"/>
                <a:gd name="connsiteX115" fmla="*/ 462709 w 544687"/>
                <a:gd name="connsiteY115" fmla="*/ 32500 h 81563"/>
                <a:gd name="connsiteX116" fmla="*/ 466355 w 544687"/>
                <a:gd name="connsiteY116" fmla="*/ 28385 h 81563"/>
                <a:gd name="connsiteX117" fmla="*/ 467709 w 544687"/>
                <a:gd name="connsiteY117" fmla="*/ 22188 h 81563"/>
                <a:gd name="connsiteX118" fmla="*/ 463386 w 544687"/>
                <a:gd name="connsiteY118" fmla="*/ 12084 h 81563"/>
                <a:gd name="connsiteX119" fmla="*/ 452500 w 544687"/>
                <a:gd name="connsiteY119" fmla="*/ 8542 h 81563"/>
                <a:gd name="connsiteX120" fmla="*/ 441823 w 544687"/>
                <a:gd name="connsiteY120" fmla="*/ 12084 h 81563"/>
                <a:gd name="connsiteX121" fmla="*/ 437292 w 544687"/>
                <a:gd name="connsiteY121" fmla="*/ 22292 h 81563"/>
                <a:gd name="connsiteX122" fmla="*/ 428959 w 544687"/>
                <a:gd name="connsiteY122" fmla="*/ 22292 h 81563"/>
                <a:gd name="connsiteX123" fmla="*/ 435625 w 544687"/>
                <a:gd name="connsiteY123" fmla="*/ 6979 h 81563"/>
                <a:gd name="connsiteX124" fmla="*/ 452813 w 544687"/>
                <a:gd name="connsiteY124" fmla="*/ 1354 h 81563"/>
                <a:gd name="connsiteX125" fmla="*/ 205417 w 544687"/>
                <a:gd name="connsiteY125" fmla="*/ 1354 h 81563"/>
                <a:gd name="connsiteX126" fmla="*/ 214219 w 544687"/>
                <a:gd name="connsiteY126" fmla="*/ 2553 h 81563"/>
                <a:gd name="connsiteX127" fmla="*/ 221667 w 544687"/>
                <a:gd name="connsiteY127" fmla="*/ 6251 h 81563"/>
                <a:gd name="connsiteX128" fmla="*/ 226719 w 544687"/>
                <a:gd name="connsiteY128" fmla="*/ 12604 h 81563"/>
                <a:gd name="connsiteX129" fmla="*/ 228646 w 544687"/>
                <a:gd name="connsiteY129" fmla="*/ 21771 h 81563"/>
                <a:gd name="connsiteX130" fmla="*/ 224375 w 544687"/>
                <a:gd name="connsiteY130" fmla="*/ 33437 h 81563"/>
                <a:gd name="connsiteX131" fmla="*/ 213229 w 544687"/>
                <a:gd name="connsiteY131" fmla="*/ 39792 h 81563"/>
                <a:gd name="connsiteX132" fmla="*/ 225573 w 544687"/>
                <a:gd name="connsiteY132" fmla="*/ 46198 h 81563"/>
                <a:gd name="connsiteX133" fmla="*/ 230313 w 544687"/>
                <a:gd name="connsiteY133" fmla="*/ 59063 h 81563"/>
                <a:gd name="connsiteX134" fmla="*/ 228177 w 544687"/>
                <a:gd name="connsiteY134" fmla="*/ 69010 h 81563"/>
                <a:gd name="connsiteX135" fmla="*/ 222500 w 544687"/>
                <a:gd name="connsiteY135" fmla="*/ 75834 h 81563"/>
                <a:gd name="connsiteX136" fmla="*/ 214375 w 544687"/>
                <a:gd name="connsiteY136" fmla="*/ 79687 h 81563"/>
                <a:gd name="connsiteX137" fmla="*/ 205000 w 544687"/>
                <a:gd name="connsiteY137" fmla="*/ 80938 h 81563"/>
                <a:gd name="connsiteX138" fmla="*/ 187240 w 544687"/>
                <a:gd name="connsiteY138" fmla="*/ 75000 h 81563"/>
                <a:gd name="connsiteX139" fmla="*/ 180521 w 544687"/>
                <a:gd name="connsiteY139" fmla="*/ 58542 h 81563"/>
                <a:gd name="connsiteX140" fmla="*/ 188750 w 544687"/>
                <a:gd name="connsiteY140" fmla="*/ 58542 h 81563"/>
                <a:gd name="connsiteX141" fmla="*/ 193698 w 544687"/>
                <a:gd name="connsiteY141" fmla="*/ 69896 h 81563"/>
                <a:gd name="connsiteX142" fmla="*/ 205313 w 544687"/>
                <a:gd name="connsiteY142" fmla="*/ 73750 h 81563"/>
                <a:gd name="connsiteX143" fmla="*/ 217500 w 544687"/>
                <a:gd name="connsiteY143" fmla="*/ 69687 h 81563"/>
                <a:gd name="connsiteX144" fmla="*/ 221979 w 544687"/>
                <a:gd name="connsiteY144" fmla="*/ 58125 h 81563"/>
                <a:gd name="connsiteX145" fmla="*/ 220521 w 544687"/>
                <a:gd name="connsiteY145" fmla="*/ 51510 h 81563"/>
                <a:gd name="connsiteX146" fmla="*/ 216667 w 544687"/>
                <a:gd name="connsiteY146" fmla="*/ 46980 h 81563"/>
                <a:gd name="connsiteX147" fmla="*/ 211094 w 544687"/>
                <a:gd name="connsiteY147" fmla="*/ 44375 h 81563"/>
                <a:gd name="connsiteX148" fmla="*/ 204792 w 544687"/>
                <a:gd name="connsiteY148" fmla="*/ 43333 h 81563"/>
                <a:gd name="connsiteX149" fmla="*/ 200625 w 544687"/>
                <a:gd name="connsiteY149" fmla="*/ 43333 h 81563"/>
                <a:gd name="connsiteX150" fmla="*/ 199167 w 544687"/>
                <a:gd name="connsiteY150" fmla="*/ 43074 h 81563"/>
                <a:gd name="connsiteX151" fmla="*/ 198959 w 544687"/>
                <a:gd name="connsiteY151" fmla="*/ 41667 h 81563"/>
                <a:gd name="connsiteX152" fmla="*/ 198959 w 544687"/>
                <a:gd name="connsiteY152" fmla="*/ 37812 h 81563"/>
                <a:gd name="connsiteX153" fmla="*/ 199167 w 544687"/>
                <a:gd name="connsiteY153" fmla="*/ 36146 h 81563"/>
                <a:gd name="connsiteX154" fmla="*/ 200625 w 544687"/>
                <a:gd name="connsiteY154" fmla="*/ 35729 h 81563"/>
                <a:gd name="connsiteX155" fmla="*/ 204063 w 544687"/>
                <a:gd name="connsiteY155" fmla="*/ 35729 h 81563"/>
                <a:gd name="connsiteX156" fmla="*/ 210156 w 544687"/>
                <a:gd name="connsiteY156" fmla="*/ 34948 h 81563"/>
                <a:gd name="connsiteX157" fmla="*/ 215313 w 544687"/>
                <a:gd name="connsiteY157" fmla="*/ 32500 h 81563"/>
                <a:gd name="connsiteX158" fmla="*/ 218959 w 544687"/>
                <a:gd name="connsiteY158" fmla="*/ 28385 h 81563"/>
                <a:gd name="connsiteX159" fmla="*/ 220313 w 544687"/>
                <a:gd name="connsiteY159" fmla="*/ 22188 h 81563"/>
                <a:gd name="connsiteX160" fmla="*/ 215990 w 544687"/>
                <a:gd name="connsiteY160" fmla="*/ 12084 h 81563"/>
                <a:gd name="connsiteX161" fmla="*/ 205104 w 544687"/>
                <a:gd name="connsiteY161" fmla="*/ 8542 h 81563"/>
                <a:gd name="connsiteX162" fmla="*/ 194427 w 544687"/>
                <a:gd name="connsiteY162" fmla="*/ 12084 h 81563"/>
                <a:gd name="connsiteX163" fmla="*/ 189896 w 544687"/>
                <a:gd name="connsiteY163" fmla="*/ 22292 h 81563"/>
                <a:gd name="connsiteX164" fmla="*/ 181563 w 544687"/>
                <a:gd name="connsiteY164" fmla="*/ 22292 h 81563"/>
                <a:gd name="connsiteX165" fmla="*/ 188229 w 544687"/>
                <a:gd name="connsiteY165" fmla="*/ 6979 h 81563"/>
                <a:gd name="connsiteX166" fmla="*/ 205417 w 544687"/>
                <a:gd name="connsiteY166" fmla="*/ 1354 h 81563"/>
                <a:gd name="connsiteX167" fmla="*/ 140208 w 544687"/>
                <a:gd name="connsiteY167" fmla="*/ 1354 h 81563"/>
                <a:gd name="connsiteX168" fmla="*/ 156250 w 544687"/>
                <a:gd name="connsiteY168" fmla="*/ 6459 h 81563"/>
                <a:gd name="connsiteX169" fmla="*/ 162708 w 544687"/>
                <a:gd name="connsiteY169" fmla="*/ 21458 h 81563"/>
                <a:gd name="connsiteX170" fmla="*/ 158594 w 544687"/>
                <a:gd name="connsiteY170" fmla="*/ 35313 h 81563"/>
                <a:gd name="connsiteX171" fmla="*/ 148750 w 544687"/>
                <a:gd name="connsiteY171" fmla="*/ 49271 h 81563"/>
                <a:gd name="connsiteX172" fmla="*/ 136875 w 544687"/>
                <a:gd name="connsiteY172" fmla="*/ 61979 h 81563"/>
                <a:gd name="connsiteX173" fmla="*/ 126667 w 544687"/>
                <a:gd name="connsiteY173" fmla="*/ 71979 h 81563"/>
                <a:gd name="connsiteX174" fmla="*/ 164375 w 544687"/>
                <a:gd name="connsiteY174" fmla="*/ 71979 h 81563"/>
                <a:gd name="connsiteX175" fmla="*/ 164375 w 544687"/>
                <a:gd name="connsiteY175" fmla="*/ 79167 h 81563"/>
                <a:gd name="connsiteX176" fmla="*/ 118646 w 544687"/>
                <a:gd name="connsiteY176" fmla="*/ 79167 h 81563"/>
                <a:gd name="connsiteX177" fmla="*/ 117448 w 544687"/>
                <a:gd name="connsiteY177" fmla="*/ 78855 h 81563"/>
                <a:gd name="connsiteX178" fmla="*/ 117188 w 544687"/>
                <a:gd name="connsiteY178" fmla="*/ 77604 h 81563"/>
                <a:gd name="connsiteX179" fmla="*/ 117188 w 544687"/>
                <a:gd name="connsiteY179" fmla="*/ 71355 h 81563"/>
                <a:gd name="connsiteX180" fmla="*/ 121510 w 544687"/>
                <a:gd name="connsiteY180" fmla="*/ 67188 h 81563"/>
                <a:gd name="connsiteX181" fmla="*/ 127084 w 544687"/>
                <a:gd name="connsiteY181" fmla="*/ 61667 h 81563"/>
                <a:gd name="connsiteX182" fmla="*/ 133125 w 544687"/>
                <a:gd name="connsiteY182" fmla="*/ 55208 h 81563"/>
                <a:gd name="connsiteX183" fmla="*/ 139271 w 544687"/>
                <a:gd name="connsiteY183" fmla="*/ 48126 h 81563"/>
                <a:gd name="connsiteX184" fmla="*/ 145000 w 544687"/>
                <a:gd name="connsiteY184" fmla="*/ 40990 h 81563"/>
                <a:gd name="connsiteX185" fmla="*/ 149688 w 544687"/>
                <a:gd name="connsiteY185" fmla="*/ 34063 h 81563"/>
                <a:gd name="connsiteX186" fmla="*/ 152969 w 544687"/>
                <a:gd name="connsiteY186" fmla="*/ 27604 h 81563"/>
                <a:gd name="connsiteX187" fmla="*/ 154167 w 544687"/>
                <a:gd name="connsiteY187" fmla="*/ 22084 h 81563"/>
                <a:gd name="connsiteX188" fmla="*/ 150209 w 544687"/>
                <a:gd name="connsiteY188" fmla="*/ 11927 h 81563"/>
                <a:gd name="connsiteX189" fmla="*/ 140000 w 544687"/>
                <a:gd name="connsiteY189" fmla="*/ 8542 h 81563"/>
                <a:gd name="connsiteX190" fmla="*/ 130156 w 544687"/>
                <a:gd name="connsiteY190" fmla="*/ 12709 h 81563"/>
                <a:gd name="connsiteX191" fmla="*/ 126354 w 544687"/>
                <a:gd name="connsiteY191" fmla="*/ 23542 h 81563"/>
                <a:gd name="connsiteX192" fmla="*/ 117813 w 544687"/>
                <a:gd name="connsiteY192" fmla="*/ 23542 h 81563"/>
                <a:gd name="connsiteX193" fmla="*/ 119479 w 544687"/>
                <a:gd name="connsiteY193" fmla="*/ 14428 h 81563"/>
                <a:gd name="connsiteX194" fmla="*/ 124167 w 544687"/>
                <a:gd name="connsiteY194" fmla="*/ 7396 h 81563"/>
                <a:gd name="connsiteX195" fmla="*/ 131302 w 544687"/>
                <a:gd name="connsiteY195" fmla="*/ 2917 h 81563"/>
                <a:gd name="connsiteX196" fmla="*/ 140208 w 544687"/>
                <a:gd name="connsiteY196" fmla="*/ 1354 h 81563"/>
                <a:gd name="connsiteX197" fmla="*/ 23021 w 544687"/>
                <a:gd name="connsiteY197" fmla="*/ 1354 h 81563"/>
                <a:gd name="connsiteX198" fmla="*/ 39063 w 544687"/>
                <a:gd name="connsiteY198" fmla="*/ 6459 h 81563"/>
                <a:gd name="connsiteX199" fmla="*/ 45521 w 544687"/>
                <a:gd name="connsiteY199" fmla="*/ 21458 h 81563"/>
                <a:gd name="connsiteX200" fmla="*/ 41406 w 544687"/>
                <a:gd name="connsiteY200" fmla="*/ 35313 h 81563"/>
                <a:gd name="connsiteX201" fmla="*/ 31563 w 544687"/>
                <a:gd name="connsiteY201" fmla="*/ 49271 h 81563"/>
                <a:gd name="connsiteX202" fmla="*/ 19688 w 544687"/>
                <a:gd name="connsiteY202" fmla="*/ 61979 h 81563"/>
                <a:gd name="connsiteX203" fmla="*/ 9479 w 544687"/>
                <a:gd name="connsiteY203" fmla="*/ 71979 h 81563"/>
                <a:gd name="connsiteX204" fmla="*/ 47188 w 544687"/>
                <a:gd name="connsiteY204" fmla="*/ 71979 h 81563"/>
                <a:gd name="connsiteX205" fmla="*/ 47188 w 544687"/>
                <a:gd name="connsiteY205" fmla="*/ 79167 h 81563"/>
                <a:gd name="connsiteX206" fmla="*/ 1458 w 544687"/>
                <a:gd name="connsiteY206" fmla="*/ 79167 h 81563"/>
                <a:gd name="connsiteX207" fmla="*/ 260 w 544687"/>
                <a:gd name="connsiteY207" fmla="*/ 78855 h 81563"/>
                <a:gd name="connsiteX208" fmla="*/ 0 w 544687"/>
                <a:gd name="connsiteY208" fmla="*/ 77604 h 81563"/>
                <a:gd name="connsiteX209" fmla="*/ 0 w 544687"/>
                <a:gd name="connsiteY209" fmla="*/ 71355 h 81563"/>
                <a:gd name="connsiteX210" fmla="*/ 4323 w 544687"/>
                <a:gd name="connsiteY210" fmla="*/ 67188 h 81563"/>
                <a:gd name="connsiteX211" fmla="*/ 9896 w 544687"/>
                <a:gd name="connsiteY211" fmla="*/ 61667 h 81563"/>
                <a:gd name="connsiteX212" fmla="*/ 15937 w 544687"/>
                <a:gd name="connsiteY212" fmla="*/ 55208 h 81563"/>
                <a:gd name="connsiteX213" fmla="*/ 22083 w 544687"/>
                <a:gd name="connsiteY213" fmla="*/ 48126 h 81563"/>
                <a:gd name="connsiteX214" fmla="*/ 27813 w 544687"/>
                <a:gd name="connsiteY214" fmla="*/ 40990 h 81563"/>
                <a:gd name="connsiteX215" fmla="*/ 32500 w 544687"/>
                <a:gd name="connsiteY215" fmla="*/ 34063 h 81563"/>
                <a:gd name="connsiteX216" fmla="*/ 35781 w 544687"/>
                <a:gd name="connsiteY216" fmla="*/ 27604 h 81563"/>
                <a:gd name="connsiteX217" fmla="*/ 36979 w 544687"/>
                <a:gd name="connsiteY217" fmla="*/ 22084 h 81563"/>
                <a:gd name="connsiteX218" fmla="*/ 33021 w 544687"/>
                <a:gd name="connsiteY218" fmla="*/ 11927 h 81563"/>
                <a:gd name="connsiteX219" fmla="*/ 22813 w 544687"/>
                <a:gd name="connsiteY219" fmla="*/ 8542 h 81563"/>
                <a:gd name="connsiteX220" fmla="*/ 12969 w 544687"/>
                <a:gd name="connsiteY220" fmla="*/ 12709 h 81563"/>
                <a:gd name="connsiteX221" fmla="*/ 9167 w 544687"/>
                <a:gd name="connsiteY221" fmla="*/ 23542 h 81563"/>
                <a:gd name="connsiteX222" fmla="*/ 625 w 544687"/>
                <a:gd name="connsiteY222" fmla="*/ 23542 h 81563"/>
                <a:gd name="connsiteX223" fmla="*/ 2292 w 544687"/>
                <a:gd name="connsiteY223" fmla="*/ 14428 h 81563"/>
                <a:gd name="connsiteX224" fmla="*/ 6979 w 544687"/>
                <a:gd name="connsiteY224" fmla="*/ 7396 h 81563"/>
                <a:gd name="connsiteX225" fmla="*/ 14115 w 544687"/>
                <a:gd name="connsiteY225" fmla="*/ 2917 h 81563"/>
                <a:gd name="connsiteX226" fmla="*/ 23021 w 544687"/>
                <a:gd name="connsiteY226" fmla="*/ 1354 h 81563"/>
                <a:gd name="connsiteX227" fmla="*/ 519271 w 544687"/>
                <a:gd name="connsiteY227" fmla="*/ 0 h 81563"/>
                <a:gd name="connsiteX228" fmla="*/ 532032 w 544687"/>
                <a:gd name="connsiteY228" fmla="*/ 3646 h 81563"/>
                <a:gd name="connsiteX229" fmla="*/ 539792 w 544687"/>
                <a:gd name="connsiteY229" fmla="*/ 13021 h 81563"/>
                <a:gd name="connsiteX230" fmla="*/ 543646 w 544687"/>
                <a:gd name="connsiteY230" fmla="*/ 26146 h 81563"/>
                <a:gd name="connsiteX231" fmla="*/ 544688 w 544687"/>
                <a:gd name="connsiteY231" fmla="*/ 40729 h 81563"/>
                <a:gd name="connsiteX232" fmla="*/ 543646 w 544687"/>
                <a:gd name="connsiteY232" fmla="*/ 55313 h 81563"/>
                <a:gd name="connsiteX233" fmla="*/ 539792 w 544687"/>
                <a:gd name="connsiteY233" fmla="*/ 68334 h 81563"/>
                <a:gd name="connsiteX234" fmla="*/ 532032 w 544687"/>
                <a:gd name="connsiteY234" fmla="*/ 77604 h 81563"/>
                <a:gd name="connsiteX235" fmla="*/ 519271 w 544687"/>
                <a:gd name="connsiteY235" fmla="*/ 81146 h 81563"/>
                <a:gd name="connsiteX236" fmla="*/ 506719 w 544687"/>
                <a:gd name="connsiteY236" fmla="*/ 77604 h 81563"/>
                <a:gd name="connsiteX237" fmla="*/ 499271 w 544687"/>
                <a:gd name="connsiteY237" fmla="*/ 68334 h 81563"/>
                <a:gd name="connsiteX238" fmla="*/ 495625 w 544687"/>
                <a:gd name="connsiteY238" fmla="*/ 55313 h 81563"/>
                <a:gd name="connsiteX239" fmla="*/ 494688 w 544687"/>
                <a:gd name="connsiteY239" fmla="*/ 40729 h 81563"/>
                <a:gd name="connsiteX240" fmla="*/ 495625 w 544687"/>
                <a:gd name="connsiteY240" fmla="*/ 26146 h 81563"/>
                <a:gd name="connsiteX241" fmla="*/ 499271 w 544687"/>
                <a:gd name="connsiteY241" fmla="*/ 13021 h 81563"/>
                <a:gd name="connsiteX242" fmla="*/ 506719 w 544687"/>
                <a:gd name="connsiteY242" fmla="*/ 3646 h 81563"/>
                <a:gd name="connsiteX243" fmla="*/ 519271 w 544687"/>
                <a:gd name="connsiteY243" fmla="*/ 0 h 81563"/>
                <a:gd name="connsiteX244" fmla="*/ 297917 w 544687"/>
                <a:gd name="connsiteY244" fmla="*/ 0 h 81563"/>
                <a:gd name="connsiteX245" fmla="*/ 310677 w 544687"/>
                <a:gd name="connsiteY245" fmla="*/ 3646 h 81563"/>
                <a:gd name="connsiteX246" fmla="*/ 318438 w 544687"/>
                <a:gd name="connsiteY246" fmla="*/ 13021 h 81563"/>
                <a:gd name="connsiteX247" fmla="*/ 322292 w 544687"/>
                <a:gd name="connsiteY247" fmla="*/ 26146 h 81563"/>
                <a:gd name="connsiteX248" fmla="*/ 323334 w 544687"/>
                <a:gd name="connsiteY248" fmla="*/ 40729 h 81563"/>
                <a:gd name="connsiteX249" fmla="*/ 322292 w 544687"/>
                <a:gd name="connsiteY249" fmla="*/ 55313 h 81563"/>
                <a:gd name="connsiteX250" fmla="*/ 318438 w 544687"/>
                <a:gd name="connsiteY250" fmla="*/ 68334 h 81563"/>
                <a:gd name="connsiteX251" fmla="*/ 310677 w 544687"/>
                <a:gd name="connsiteY251" fmla="*/ 77604 h 81563"/>
                <a:gd name="connsiteX252" fmla="*/ 297917 w 544687"/>
                <a:gd name="connsiteY252" fmla="*/ 81146 h 81563"/>
                <a:gd name="connsiteX253" fmla="*/ 285365 w 544687"/>
                <a:gd name="connsiteY253" fmla="*/ 77604 h 81563"/>
                <a:gd name="connsiteX254" fmla="*/ 277917 w 544687"/>
                <a:gd name="connsiteY254" fmla="*/ 68334 h 81563"/>
                <a:gd name="connsiteX255" fmla="*/ 274271 w 544687"/>
                <a:gd name="connsiteY255" fmla="*/ 55313 h 81563"/>
                <a:gd name="connsiteX256" fmla="*/ 273334 w 544687"/>
                <a:gd name="connsiteY256" fmla="*/ 40729 h 81563"/>
                <a:gd name="connsiteX257" fmla="*/ 274271 w 544687"/>
                <a:gd name="connsiteY257" fmla="*/ 26146 h 81563"/>
                <a:gd name="connsiteX258" fmla="*/ 277917 w 544687"/>
                <a:gd name="connsiteY258" fmla="*/ 13021 h 81563"/>
                <a:gd name="connsiteX259" fmla="*/ 285365 w 544687"/>
                <a:gd name="connsiteY259" fmla="*/ 3646 h 81563"/>
                <a:gd name="connsiteX260" fmla="*/ 297917 w 544687"/>
                <a:gd name="connsiteY260" fmla="*/ 0 h 81563"/>
                <a:gd name="connsiteX261" fmla="*/ 89583 w 544687"/>
                <a:gd name="connsiteY261" fmla="*/ 0 h 81563"/>
                <a:gd name="connsiteX262" fmla="*/ 102344 w 544687"/>
                <a:gd name="connsiteY262" fmla="*/ 3646 h 81563"/>
                <a:gd name="connsiteX263" fmla="*/ 110104 w 544687"/>
                <a:gd name="connsiteY263" fmla="*/ 13021 h 81563"/>
                <a:gd name="connsiteX264" fmla="*/ 113959 w 544687"/>
                <a:gd name="connsiteY264" fmla="*/ 26146 h 81563"/>
                <a:gd name="connsiteX265" fmla="*/ 115000 w 544687"/>
                <a:gd name="connsiteY265" fmla="*/ 40729 h 81563"/>
                <a:gd name="connsiteX266" fmla="*/ 113959 w 544687"/>
                <a:gd name="connsiteY266" fmla="*/ 55313 h 81563"/>
                <a:gd name="connsiteX267" fmla="*/ 110104 w 544687"/>
                <a:gd name="connsiteY267" fmla="*/ 68334 h 81563"/>
                <a:gd name="connsiteX268" fmla="*/ 102344 w 544687"/>
                <a:gd name="connsiteY268" fmla="*/ 77604 h 81563"/>
                <a:gd name="connsiteX269" fmla="*/ 89583 w 544687"/>
                <a:gd name="connsiteY269" fmla="*/ 81146 h 81563"/>
                <a:gd name="connsiteX270" fmla="*/ 77031 w 544687"/>
                <a:gd name="connsiteY270" fmla="*/ 77604 h 81563"/>
                <a:gd name="connsiteX271" fmla="*/ 69583 w 544687"/>
                <a:gd name="connsiteY271" fmla="*/ 68334 h 81563"/>
                <a:gd name="connsiteX272" fmla="*/ 65938 w 544687"/>
                <a:gd name="connsiteY272" fmla="*/ 55313 h 81563"/>
                <a:gd name="connsiteX273" fmla="*/ 65000 w 544687"/>
                <a:gd name="connsiteY273" fmla="*/ 40729 h 81563"/>
                <a:gd name="connsiteX274" fmla="*/ 65938 w 544687"/>
                <a:gd name="connsiteY274" fmla="*/ 26146 h 81563"/>
                <a:gd name="connsiteX275" fmla="*/ 69583 w 544687"/>
                <a:gd name="connsiteY275" fmla="*/ 13021 h 81563"/>
                <a:gd name="connsiteX276" fmla="*/ 77031 w 544687"/>
                <a:gd name="connsiteY276" fmla="*/ 3646 h 81563"/>
                <a:gd name="connsiteX277" fmla="*/ 89583 w 544687"/>
                <a:gd name="connsiteY277" fmla="*/ 0 h 81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</a:cxnLst>
              <a:rect l="l" t="t" r="r" b="b"/>
              <a:pathLst>
                <a:path w="544687" h="81563">
                  <a:moveTo>
                    <a:pt x="408021" y="70833"/>
                  </a:moveTo>
                  <a:lnTo>
                    <a:pt x="418750" y="70833"/>
                  </a:lnTo>
                  <a:lnTo>
                    <a:pt x="418750" y="81563"/>
                  </a:lnTo>
                  <a:lnTo>
                    <a:pt x="408021" y="81563"/>
                  </a:lnTo>
                  <a:close/>
                  <a:moveTo>
                    <a:pt x="251771" y="70833"/>
                  </a:moveTo>
                  <a:lnTo>
                    <a:pt x="262500" y="70833"/>
                  </a:lnTo>
                  <a:lnTo>
                    <a:pt x="262500" y="81563"/>
                  </a:lnTo>
                  <a:lnTo>
                    <a:pt x="251771" y="81563"/>
                  </a:lnTo>
                  <a:close/>
                  <a:moveTo>
                    <a:pt x="370417" y="11250"/>
                  </a:moveTo>
                  <a:lnTo>
                    <a:pt x="343542" y="55313"/>
                  </a:lnTo>
                  <a:lnTo>
                    <a:pt x="370209" y="55313"/>
                  </a:lnTo>
                  <a:lnTo>
                    <a:pt x="370209" y="20834"/>
                  </a:lnTo>
                  <a:close/>
                  <a:moveTo>
                    <a:pt x="519271" y="7188"/>
                  </a:moveTo>
                  <a:cubicBezTo>
                    <a:pt x="515521" y="7188"/>
                    <a:pt x="512591" y="8399"/>
                    <a:pt x="510469" y="10834"/>
                  </a:cubicBezTo>
                  <a:cubicBezTo>
                    <a:pt x="508360" y="13255"/>
                    <a:pt x="506771" y="16172"/>
                    <a:pt x="505730" y="19584"/>
                  </a:cubicBezTo>
                  <a:cubicBezTo>
                    <a:pt x="504623" y="23047"/>
                    <a:pt x="503946" y="26719"/>
                    <a:pt x="503698" y="30573"/>
                  </a:cubicBezTo>
                  <a:cubicBezTo>
                    <a:pt x="503464" y="34428"/>
                    <a:pt x="503334" y="37812"/>
                    <a:pt x="503334" y="40729"/>
                  </a:cubicBezTo>
                  <a:cubicBezTo>
                    <a:pt x="503334" y="43646"/>
                    <a:pt x="503464" y="46992"/>
                    <a:pt x="503698" y="50782"/>
                  </a:cubicBezTo>
                  <a:cubicBezTo>
                    <a:pt x="503946" y="54557"/>
                    <a:pt x="504623" y="58190"/>
                    <a:pt x="505730" y="61667"/>
                  </a:cubicBezTo>
                  <a:cubicBezTo>
                    <a:pt x="506771" y="65065"/>
                    <a:pt x="508360" y="67943"/>
                    <a:pt x="510469" y="70313"/>
                  </a:cubicBezTo>
                  <a:cubicBezTo>
                    <a:pt x="512591" y="72669"/>
                    <a:pt x="515521" y="73854"/>
                    <a:pt x="519271" y="73854"/>
                  </a:cubicBezTo>
                  <a:cubicBezTo>
                    <a:pt x="523021" y="73854"/>
                    <a:pt x="526016" y="72669"/>
                    <a:pt x="528230" y="70313"/>
                  </a:cubicBezTo>
                  <a:cubicBezTo>
                    <a:pt x="530456" y="67943"/>
                    <a:pt x="532123" y="65065"/>
                    <a:pt x="533230" y="61667"/>
                  </a:cubicBezTo>
                  <a:cubicBezTo>
                    <a:pt x="534414" y="58190"/>
                    <a:pt x="535183" y="54557"/>
                    <a:pt x="535521" y="50782"/>
                  </a:cubicBezTo>
                  <a:cubicBezTo>
                    <a:pt x="535873" y="46992"/>
                    <a:pt x="536042" y="43646"/>
                    <a:pt x="536042" y="40729"/>
                  </a:cubicBezTo>
                  <a:cubicBezTo>
                    <a:pt x="536042" y="37812"/>
                    <a:pt x="535873" y="34428"/>
                    <a:pt x="535521" y="30573"/>
                  </a:cubicBezTo>
                  <a:cubicBezTo>
                    <a:pt x="535183" y="26719"/>
                    <a:pt x="534414" y="23047"/>
                    <a:pt x="533230" y="19584"/>
                  </a:cubicBezTo>
                  <a:cubicBezTo>
                    <a:pt x="532123" y="16172"/>
                    <a:pt x="530456" y="13255"/>
                    <a:pt x="528230" y="10834"/>
                  </a:cubicBezTo>
                  <a:cubicBezTo>
                    <a:pt x="526016" y="8399"/>
                    <a:pt x="523021" y="7188"/>
                    <a:pt x="519271" y="7188"/>
                  </a:cubicBezTo>
                  <a:close/>
                  <a:moveTo>
                    <a:pt x="297917" y="7188"/>
                  </a:moveTo>
                  <a:cubicBezTo>
                    <a:pt x="294167" y="7188"/>
                    <a:pt x="291237" y="8399"/>
                    <a:pt x="289115" y="10834"/>
                  </a:cubicBezTo>
                  <a:cubicBezTo>
                    <a:pt x="287005" y="13255"/>
                    <a:pt x="285417" y="16172"/>
                    <a:pt x="284375" y="19584"/>
                  </a:cubicBezTo>
                  <a:cubicBezTo>
                    <a:pt x="283268" y="23047"/>
                    <a:pt x="282591" y="26719"/>
                    <a:pt x="282344" y="30573"/>
                  </a:cubicBezTo>
                  <a:cubicBezTo>
                    <a:pt x="282110" y="34428"/>
                    <a:pt x="281979" y="37812"/>
                    <a:pt x="281979" y="40729"/>
                  </a:cubicBezTo>
                  <a:cubicBezTo>
                    <a:pt x="281979" y="43646"/>
                    <a:pt x="282110" y="46992"/>
                    <a:pt x="282344" y="50782"/>
                  </a:cubicBezTo>
                  <a:cubicBezTo>
                    <a:pt x="282591" y="54557"/>
                    <a:pt x="283268" y="58190"/>
                    <a:pt x="284375" y="61667"/>
                  </a:cubicBezTo>
                  <a:cubicBezTo>
                    <a:pt x="285417" y="65065"/>
                    <a:pt x="287005" y="67943"/>
                    <a:pt x="289115" y="70313"/>
                  </a:cubicBezTo>
                  <a:cubicBezTo>
                    <a:pt x="291237" y="72669"/>
                    <a:pt x="294167" y="73854"/>
                    <a:pt x="297917" y="73854"/>
                  </a:cubicBezTo>
                  <a:cubicBezTo>
                    <a:pt x="301667" y="73854"/>
                    <a:pt x="304662" y="72669"/>
                    <a:pt x="306875" y="70313"/>
                  </a:cubicBezTo>
                  <a:cubicBezTo>
                    <a:pt x="309102" y="67943"/>
                    <a:pt x="310768" y="65065"/>
                    <a:pt x="311875" y="61667"/>
                  </a:cubicBezTo>
                  <a:cubicBezTo>
                    <a:pt x="313060" y="58190"/>
                    <a:pt x="313828" y="54557"/>
                    <a:pt x="314167" y="50782"/>
                  </a:cubicBezTo>
                  <a:cubicBezTo>
                    <a:pt x="314519" y="46992"/>
                    <a:pt x="314688" y="43646"/>
                    <a:pt x="314688" y="40729"/>
                  </a:cubicBezTo>
                  <a:cubicBezTo>
                    <a:pt x="314688" y="37812"/>
                    <a:pt x="314519" y="34428"/>
                    <a:pt x="314167" y="30573"/>
                  </a:cubicBezTo>
                  <a:cubicBezTo>
                    <a:pt x="313828" y="26719"/>
                    <a:pt x="313060" y="23047"/>
                    <a:pt x="311875" y="19584"/>
                  </a:cubicBezTo>
                  <a:cubicBezTo>
                    <a:pt x="310768" y="16172"/>
                    <a:pt x="309102" y="13255"/>
                    <a:pt x="306875" y="10834"/>
                  </a:cubicBezTo>
                  <a:cubicBezTo>
                    <a:pt x="304662" y="8399"/>
                    <a:pt x="301667" y="7188"/>
                    <a:pt x="297917" y="7188"/>
                  </a:cubicBezTo>
                  <a:close/>
                  <a:moveTo>
                    <a:pt x="89583" y="7188"/>
                  </a:moveTo>
                  <a:cubicBezTo>
                    <a:pt x="85834" y="7188"/>
                    <a:pt x="82904" y="8399"/>
                    <a:pt x="80781" y="10834"/>
                  </a:cubicBezTo>
                  <a:cubicBezTo>
                    <a:pt x="78672" y="13255"/>
                    <a:pt x="77084" y="16172"/>
                    <a:pt x="76042" y="19584"/>
                  </a:cubicBezTo>
                  <a:cubicBezTo>
                    <a:pt x="74935" y="23047"/>
                    <a:pt x="74258" y="26719"/>
                    <a:pt x="74011" y="30573"/>
                  </a:cubicBezTo>
                  <a:cubicBezTo>
                    <a:pt x="73776" y="34428"/>
                    <a:pt x="73646" y="37812"/>
                    <a:pt x="73646" y="40729"/>
                  </a:cubicBezTo>
                  <a:cubicBezTo>
                    <a:pt x="73646" y="43646"/>
                    <a:pt x="73776" y="46992"/>
                    <a:pt x="74011" y="50782"/>
                  </a:cubicBezTo>
                  <a:cubicBezTo>
                    <a:pt x="74258" y="54557"/>
                    <a:pt x="74935" y="58190"/>
                    <a:pt x="76042" y="61667"/>
                  </a:cubicBezTo>
                  <a:cubicBezTo>
                    <a:pt x="77084" y="65065"/>
                    <a:pt x="78672" y="67943"/>
                    <a:pt x="80781" y="70313"/>
                  </a:cubicBezTo>
                  <a:cubicBezTo>
                    <a:pt x="82904" y="72669"/>
                    <a:pt x="85834" y="73854"/>
                    <a:pt x="89583" y="73854"/>
                  </a:cubicBezTo>
                  <a:cubicBezTo>
                    <a:pt x="93333" y="73854"/>
                    <a:pt x="96328" y="72669"/>
                    <a:pt x="98542" y="70313"/>
                  </a:cubicBezTo>
                  <a:cubicBezTo>
                    <a:pt x="100768" y="67943"/>
                    <a:pt x="102435" y="65065"/>
                    <a:pt x="103542" y="61667"/>
                  </a:cubicBezTo>
                  <a:cubicBezTo>
                    <a:pt x="104727" y="58190"/>
                    <a:pt x="105495" y="54557"/>
                    <a:pt x="105833" y="50782"/>
                  </a:cubicBezTo>
                  <a:cubicBezTo>
                    <a:pt x="106185" y="46992"/>
                    <a:pt x="106354" y="43646"/>
                    <a:pt x="106354" y="40729"/>
                  </a:cubicBezTo>
                  <a:cubicBezTo>
                    <a:pt x="106354" y="37812"/>
                    <a:pt x="106185" y="34428"/>
                    <a:pt x="105833" y="30573"/>
                  </a:cubicBezTo>
                  <a:cubicBezTo>
                    <a:pt x="105495" y="26719"/>
                    <a:pt x="104727" y="23047"/>
                    <a:pt x="103542" y="19584"/>
                  </a:cubicBezTo>
                  <a:cubicBezTo>
                    <a:pt x="102435" y="16172"/>
                    <a:pt x="100768" y="13255"/>
                    <a:pt x="98542" y="10834"/>
                  </a:cubicBezTo>
                  <a:cubicBezTo>
                    <a:pt x="96328" y="8399"/>
                    <a:pt x="93333" y="7188"/>
                    <a:pt x="89583" y="7188"/>
                  </a:cubicBezTo>
                  <a:close/>
                  <a:moveTo>
                    <a:pt x="369063" y="1980"/>
                  </a:moveTo>
                  <a:lnTo>
                    <a:pt x="376146" y="1980"/>
                  </a:lnTo>
                  <a:cubicBezTo>
                    <a:pt x="376914" y="1980"/>
                    <a:pt x="377435" y="2110"/>
                    <a:pt x="377709" y="2396"/>
                  </a:cubicBezTo>
                  <a:cubicBezTo>
                    <a:pt x="377995" y="2669"/>
                    <a:pt x="378125" y="3190"/>
                    <a:pt x="378125" y="3959"/>
                  </a:cubicBezTo>
                  <a:lnTo>
                    <a:pt x="378125" y="55313"/>
                  </a:lnTo>
                  <a:lnTo>
                    <a:pt x="389479" y="55313"/>
                  </a:lnTo>
                  <a:lnTo>
                    <a:pt x="389479" y="62500"/>
                  </a:lnTo>
                  <a:lnTo>
                    <a:pt x="378125" y="62500"/>
                  </a:lnTo>
                  <a:lnTo>
                    <a:pt x="378125" y="79167"/>
                  </a:lnTo>
                  <a:lnTo>
                    <a:pt x="370000" y="79167"/>
                  </a:lnTo>
                  <a:lnTo>
                    <a:pt x="370000" y="62500"/>
                  </a:lnTo>
                  <a:lnTo>
                    <a:pt x="337604" y="62500"/>
                  </a:lnTo>
                  <a:cubicBezTo>
                    <a:pt x="336849" y="62500"/>
                    <a:pt x="336328" y="62357"/>
                    <a:pt x="336042" y="62083"/>
                  </a:cubicBezTo>
                  <a:cubicBezTo>
                    <a:pt x="335768" y="61797"/>
                    <a:pt x="335625" y="61276"/>
                    <a:pt x="335625" y="60521"/>
                  </a:cubicBezTo>
                  <a:lnTo>
                    <a:pt x="335625" y="56146"/>
                  </a:lnTo>
                  <a:cubicBezTo>
                    <a:pt x="335625" y="55652"/>
                    <a:pt x="335716" y="55157"/>
                    <a:pt x="335886" y="54636"/>
                  </a:cubicBezTo>
                  <a:cubicBezTo>
                    <a:pt x="336068" y="54115"/>
                    <a:pt x="336289" y="53646"/>
                    <a:pt x="336563" y="53229"/>
                  </a:cubicBezTo>
                  <a:lnTo>
                    <a:pt x="366979" y="3334"/>
                  </a:lnTo>
                  <a:cubicBezTo>
                    <a:pt x="367188" y="2917"/>
                    <a:pt x="367474" y="2578"/>
                    <a:pt x="367813" y="2344"/>
                  </a:cubicBezTo>
                  <a:cubicBezTo>
                    <a:pt x="368164" y="2096"/>
                    <a:pt x="368581" y="1980"/>
                    <a:pt x="369063" y="1980"/>
                  </a:cubicBezTo>
                  <a:close/>
                  <a:moveTo>
                    <a:pt x="452813" y="1354"/>
                  </a:moveTo>
                  <a:cubicBezTo>
                    <a:pt x="455873" y="1354"/>
                    <a:pt x="458802" y="1745"/>
                    <a:pt x="461615" y="2553"/>
                  </a:cubicBezTo>
                  <a:cubicBezTo>
                    <a:pt x="464427" y="3347"/>
                    <a:pt x="466914" y="4583"/>
                    <a:pt x="469063" y="6251"/>
                  </a:cubicBezTo>
                  <a:cubicBezTo>
                    <a:pt x="471146" y="7917"/>
                    <a:pt x="472839" y="10026"/>
                    <a:pt x="474115" y="12604"/>
                  </a:cubicBezTo>
                  <a:cubicBezTo>
                    <a:pt x="475404" y="15170"/>
                    <a:pt x="476042" y="18229"/>
                    <a:pt x="476042" y="21771"/>
                  </a:cubicBezTo>
                  <a:cubicBezTo>
                    <a:pt x="476042" y="26146"/>
                    <a:pt x="474623" y="30026"/>
                    <a:pt x="471771" y="33437"/>
                  </a:cubicBezTo>
                  <a:cubicBezTo>
                    <a:pt x="468933" y="36836"/>
                    <a:pt x="465209" y="38958"/>
                    <a:pt x="460625" y="39792"/>
                  </a:cubicBezTo>
                  <a:cubicBezTo>
                    <a:pt x="465703" y="40482"/>
                    <a:pt x="469818" y="42617"/>
                    <a:pt x="472969" y="46198"/>
                  </a:cubicBezTo>
                  <a:cubicBezTo>
                    <a:pt x="476133" y="49766"/>
                    <a:pt x="477709" y="54063"/>
                    <a:pt x="477709" y="59063"/>
                  </a:cubicBezTo>
                  <a:cubicBezTo>
                    <a:pt x="477709" y="62943"/>
                    <a:pt x="477006" y="66263"/>
                    <a:pt x="475573" y="69010"/>
                  </a:cubicBezTo>
                  <a:cubicBezTo>
                    <a:pt x="474154" y="71745"/>
                    <a:pt x="472266" y="74023"/>
                    <a:pt x="469896" y="75834"/>
                  </a:cubicBezTo>
                  <a:cubicBezTo>
                    <a:pt x="467539" y="77566"/>
                    <a:pt x="464831" y="78855"/>
                    <a:pt x="461771" y="79687"/>
                  </a:cubicBezTo>
                  <a:cubicBezTo>
                    <a:pt x="458724" y="80521"/>
                    <a:pt x="455599" y="80938"/>
                    <a:pt x="452396" y="80938"/>
                  </a:cubicBezTo>
                  <a:cubicBezTo>
                    <a:pt x="444896" y="80938"/>
                    <a:pt x="438985" y="78959"/>
                    <a:pt x="434636" y="75000"/>
                  </a:cubicBezTo>
                  <a:cubicBezTo>
                    <a:pt x="430300" y="71042"/>
                    <a:pt x="428060" y="65547"/>
                    <a:pt x="427917" y="58542"/>
                  </a:cubicBezTo>
                  <a:lnTo>
                    <a:pt x="436146" y="58542"/>
                  </a:lnTo>
                  <a:cubicBezTo>
                    <a:pt x="436641" y="63542"/>
                    <a:pt x="438282" y="67318"/>
                    <a:pt x="441094" y="69896"/>
                  </a:cubicBezTo>
                  <a:cubicBezTo>
                    <a:pt x="443907" y="72461"/>
                    <a:pt x="447787" y="73750"/>
                    <a:pt x="452709" y="73750"/>
                  </a:cubicBezTo>
                  <a:cubicBezTo>
                    <a:pt x="457852" y="73750"/>
                    <a:pt x="461914" y="72396"/>
                    <a:pt x="464896" y="69687"/>
                  </a:cubicBezTo>
                  <a:cubicBezTo>
                    <a:pt x="467891" y="66980"/>
                    <a:pt x="469375" y="63125"/>
                    <a:pt x="469375" y="58125"/>
                  </a:cubicBezTo>
                  <a:cubicBezTo>
                    <a:pt x="469375" y="55547"/>
                    <a:pt x="468894" y="53347"/>
                    <a:pt x="467917" y="51510"/>
                  </a:cubicBezTo>
                  <a:cubicBezTo>
                    <a:pt x="466953" y="49662"/>
                    <a:pt x="465664" y="48151"/>
                    <a:pt x="464063" y="46980"/>
                  </a:cubicBezTo>
                  <a:cubicBezTo>
                    <a:pt x="462396" y="45795"/>
                    <a:pt x="460547" y="44922"/>
                    <a:pt x="458490" y="44375"/>
                  </a:cubicBezTo>
                  <a:cubicBezTo>
                    <a:pt x="456446" y="43815"/>
                    <a:pt x="454349" y="43464"/>
                    <a:pt x="452188" y="43333"/>
                  </a:cubicBezTo>
                  <a:lnTo>
                    <a:pt x="448021" y="43333"/>
                  </a:lnTo>
                  <a:cubicBezTo>
                    <a:pt x="447188" y="43333"/>
                    <a:pt x="446706" y="43243"/>
                    <a:pt x="446563" y="43074"/>
                  </a:cubicBezTo>
                  <a:cubicBezTo>
                    <a:pt x="446433" y="42891"/>
                    <a:pt x="446355" y="42422"/>
                    <a:pt x="446355" y="41667"/>
                  </a:cubicBezTo>
                  <a:lnTo>
                    <a:pt x="446355" y="37812"/>
                  </a:lnTo>
                  <a:cubicBezTo>
                    <a:pt x="446355" y="36980"/>
                    <a:pt x="446433" y="36419"/>
                    <a:pt x="446563" y="36146"/>
                  </a:cubicBezTo>
                  <a:cubicBezTo>
                    <a:pt x="446706" y="35860"/>
                    <a:pt x="447188" y="35729"/>
                    <a:pt x="448021" y="35729"/>
                  </a:cubicBezTo>
                  <a:lnTo>
                    <a:pt x="451459" y="35729"/>
                  </a:lnTo>
                  <a:cubicBezTo>
                    <a:pt x="453542" y="35729"/>
                    <a:pt x="455573" y="35469"/>
                    <a:pt x="457552" y="34948"/>
                  </a:cubicBezTo>
                  <a:cubicBezTo>
                    <a:pt x="459532" y="34428"/>
                    <a:pt x="461250" y="33607"/>
                    <a:pt x="462709" y="32500"/>
                  </a:cubicBezTo>
                  <a:cubicBezTo>
                    <a:pt x="464245" y="31459"/>
                    <a:pt x="465456" y="30078"/>
                    <a:pt x="466355" y="28385"/>
                  </a:cubicBezTo>
                  <a:cubicBezTo>
                    <a:pt x="467266" y="26680"/>
                    <a:pt x="467709" y="24610"/>
                    <a:pt x="467709" y="22188"/>
                  </a:cubicBezTo>
                  <a:cubicBezTo>
                    <a:pt x="467709" y="17813"/>
                    <a:pt x="466276" y="14440"/>
                    <a:pt x="463386" y="12084"/>
                  </a:cubicBezTo>
                  <a:cubicBezTo>
                    <a:pt x="460508" y="9714"/>
                    <a:pt x="456875" y="8542"/>
                    <a:pt x="452500" y="8542"/>
                  </a:cubicBezTo>
                  <a:cubicBezTo>
                    <a:pt x="447995" y="8542"/>
                    <a:pt x="444427" y="9714"/>
                    <a:pt x="441823" y="12084"/>
                  </a:cubicBezTo>
                  <a:cubicBezTo>
                    <a:pt x="439219" y="14440"/>
                    <a:pt x="437709" y="17838"/>
                    <a:pt x="437292" y="22292"/>
                  </a:cubicBezTo>
                  <a:lnTo>
                    <a:pt x="428959" y="22292"/>
                  </a:lnTo>
                  <a:cubicBezTo>
                    <a:pt x="429037" y="15833"/>
                    <a:pt x="431250" y="10730"/>
                    <a:pt x="435625" y="6979"/>
                  </a:cubicBezTo>
                  <a:cubicBezTo>
                    <a:pt x="440000" y="3230"/>
                    <a:pt x="445730" y="1354"/>
                    <a:pt x="452813" y="1354"/>
                  </a:cubicBezTo>
                  <a:close/>
                  <a:moveTo>
                    <a:pt x="205417" y="1354"/>
                  </a:moveTo>
                  <a:cubicBezTo>
                    <a:pt x="208477" y="1354"/>
                    <a:pt x="211406" y="1745"/>
                    <a:pt x="214219" y="2553"/>
                  </a:cubicBezTo>
                  <a:cubicBezTo>
                    <a:pt x="217031" y="3347"/>
                    <a:pt x="219518" y="4583"/>
                    <a:pt x="221667" y="6251"/>
                  </a:cubicBezTo>
                  <a:cubicBezTo>
                    <a:pt x="223750" y="7917"/>
                    <a:pt x="225443" y="10026"/>
                    <a:pt x="226719" y="12604"/>
                  </a:cubicBezTo>
                  <a:cubicBezTo>
                    <a:pt x="228008" y="15170"/>
                    <a:pt x="228646" y="18229"/>
                    <a:pt x="228646" y="21771"/>
                  </a:cubicBezTo>
                  <a:cubicBezTo>
                    <a:pt x="228646" y="26146"/>
                    <a:pt x="227227" y="30026"/>
                    <a:pt x="224375" y="33437"/>
                  </a:cubicBezTo>
                  <a:cubicBezTo>
                    <a:pt x="221537" y="36836"/>
                    <a:pt x="217813" y="38958"/>
                    <a:pt x="213229" y="39792"/>
                  </a:cubicBezTo>
                  <a:cubicBezTo>
                    <a:pt x="218307" y="40482"/>
                    <a:pt x="222422" y="42617"/>
                    <a:pt x="225573" y="46198"/>
                  </a:cubicBezTo>
                  <a:cubicBezTo>
                    <a:pt x="228737" y="49766"/>
                    <a:pt x="230313" y="54063"/>
                    <a:pt x="230313" y="59063"/>
                  </a:cubicBezTo>
                  <a:cubicBezTo>
                    <a:pt x="230313" y="62943"/>
                    <a:pt x="229610" y="66263"/>
                    <a:pt x="228177" y="69010"/>
                  </a:cubicBezTo>
                  <a:cubicBezTo>
                    <a:pt x="226758" y="71745"/>
                    <a:pt x="224870" y="74023"/>
                    <a:pt x="222500" y="75834"/>
                  </a:cubicBezTo>
                  <a:cubicBezTo>
                    <a:pt x="220144" y="77566"/>
                    <a:pt x="217435" y="78855"/>
                    <a:pt x="214375" y="79687"/>
                  </a:cubicBezTo>
                  <a:cubicBezTo>
                    <a:pt x="211328" y="80521"/>
                    <a:pt x="208203" y="80938"/>
                    <a:pt x="205000" y="80938"/>
                  </a:cubicBezTo>
                  <a:cubicBezTo>
                    <a:pt x="197500" y="80938"/>
                    <a:pt x="191589" y="78959"/>
                    <a:pt x="187240" y="75000"/>
                  </a:cubicBezTo>
                  <a:cubicBezTo>
                    <a:pt x="182904" y="71042"/>
                    <a:pt x="180664" y="65547"/>
                    <a:pt x="180521" y="58542"/>
                  </a:cubicBezTo>
                  <a:lnTo>
                    <a:pt x="188750" y="58542"/>
                  </a:lnTo>
                  <a:cubicBezTo>
                    <a:pt x="189245" y="63542"/>
                    <a:pt x="190886" y="67318"/>
                    <a:pt x="193698" y="69896"/>
                  </a:cubicBezTo>
                  <a:cubicBezTo>
                    <a:pt x="196511" y="72461"/>
                    <a:pt x="200391" y="73750"/>
                    <a:pt x="205313" y="73750"/>
                  </a:cubicBezTo>
                  <a:cubicBezTo>
                    <a:pt x="210456" y="73750"/>
                    <a:pt x="214518" y="72396"/>
                    <a:pt x="217500" y="69687"/>
                  </a:cubicBezTo>
                  <a:cubicBezTo>
                    <a:pt x="220495" y="66980"/>
                    <a:pt x="221979" y="63125"/>
                    <a:pt x="221979" y="58125"/>
                  </a:cubicBezTo>
                  <a:cubicBezTo>
                    <a:pt x="221979" y="55547"/>
                    <a:pt x="221498" y="53347"/>
                    <a:pt x="220521" y="51510"/>
                  </a:cubicBezTo>
                  <a:cubicBezTo>
                    <a:pt x="219557" y="49662"/>
                    <a:pt x="218268" y="48151"/>
                    <a:pt x="216667" y="46980"/>
                  </a:cubicBezTo>
                  <a:cubicBezTo>
                    <a:pt x="215000" y="45795"/>
                    <a:pt x="213151" y="44922"/>
                    <a:pt x="211094" y="44375"/>
                  </a:cubicBezTo>
                  <a:cubicBezTo>
                    <a:pt x="209050" y="43815"/>
                    <a:pt x="206953" y="43464"/>
                    <a:pt x="204792" y="43333"/>
                  </a:cubicBezTo>
                  <a:lnTo>
                    <a:pt x="200625" y="43333"/>
                  </a:lnTo>
                  <a:cubicBezTo>
                    <a:pt x="199792" y="43333"/>
                    <a:pt x="199310" y="43243"/>
                    <a:pt x="199167" y="43074"/>
                  </a:cubicBezTo>
                  <a:cubicBezTo>
                    <a:pt x="199037" y="42891"/>
                    <a:pt x="198959" y="42422"/>
                    <a:pt x="198959" y="41667"/>
                  </a:cubicBezTo>
                  <a:lnTo>
                    <a:pt x="198959" y="37812"/>
                  </a:lnTo>
                  <a:cubicBezTo>
                    <a:pt x="198959" y="36980"/>
                    <a:pt x="199037" y="36419"/>
                    <a:pt x="199167" y="36146"/>
                  </a:cubicBezTo>
                  <a:cubicBezTo>
                    <a:pt x="199310" y="35860"/>
                    <a:pt x="199792" y="35729"/>
                    <a:pt x="200625" y="35729"/>
                  </a:cubicBezTo>
                  <a:lnTo>
                    <a:pt x="204063" y="35729"/>
                  </a:lnTo>
                  <a:cubicBezTo>
                    <a:pt x="206146" y="35729"/>
                    <a:pt x="208177" y="35469"/>
                    <a:pt x="210156" y="34948"/>
                  </a:cubicBezTo>
                  <a:cubicBezTo>
                    <a:pt x="212136" y="34428"/>
                    <a:pt x="213854" y="33607"/>
                    <a:pt x="215313" y="32500"/>
                  </a:cubicBezTo>
                  <a:cubicBezTo>
                    <a:pt x="216849" y="31459"/>
                    <a:pt x="218060" y="30078"/>
                    <a:pt x="218959" y="28385"/>
                  </a:cubicBezTo>
                  <a:cubicBezTo>
                    <a:pt x="219870" y="26680"/>
                    <a:pt x="220313" y="24610"/>
                    <a:pt x="220313" y="22188"/>
                  </a:cubicBezTo>
                  <a:cubicBezTo>
                    <a:pt x="220313" y="17813"/>
                    <a:pt x="218880" y="14440"/>
                    <a:pt x="215990" y="12084"/>
                  </a:cubicBezTo>
                  <a:cubicBezTo>
                    <a:pt x="213112" y="9714"/>
                    <a:pt x="209479" y="8542"/>
                    <a:pt x="205104" y="8542"/>
                  </a:cubicBezTo>
                  <a:cubicBezTo>
                    <a:pt x="200599" y="8542"/>
                    <a:pt x="197031" y="9714"/>
                    <a:pt x="194427" y="12084"/>
                  </a:cubicBezTo>
                  <a:cubicBezTo>
                    <a:pt x="191823" y="14440"/>
                    <a:pt x="190313" y="17838"/>
                    <a:pt x="189896" y="22292"/>
                  </a:cubicBezTo>
                  <a:lnTo>
                    <a:pt x="181563" y="22292"/>
                  </a:lnTo>
                  <a:cubicBezTo>
                    <a:pt x="181641" y="15833"/>
                    <a:pt x="183854" y="10730"/>
                    <a:pt x="188229" y="6979"/>
                  </a:cubicBezTo>
                  <a:cubicBezTo>
                    <a:pt x="192604" y="3230"/>
                    <a:pt x="198334" y="1354"/>
                    <a:pt x="205417" y="1354"/>
                  </a:cubicBezTo>
                  <a:close/>
                  <a:moveTo>
                    <a:pt x="140208" y="1354"/>
                  </a:moveTo>
                  <a:cubicBezTo>
                    <a:pt x="146602" y="1354"/>
                    <a:pt x="151953" y="3047"/>
                    <a:pt x="156250" y="6459"/>
                  </a:cubicBezTo>
                  <a:cubicBezTo>
                    <a:pt x="160560" y="9857"/>
                    <a:pt x="162708" y="14857"/>
                    <a:pt x="162708" y="21458"/>
                  </a:cubicBezTo>
                  <a:cubicBezTo>
                    <a:pt x="162708" y="25899"/>
                    <a:pt x="161341" y="30521"/>
                    <a:pt x="158594" y="35313"/>
                  </a:cubicBezTo>
                  <a:cubicBezTo>
                    <a:pt x="155859" y="40104"/>
                    <a:pt x="152578" y="44753"/>
                    <a:pt x="148750" y="49271"/>
                  </a:cubicBezTo>
                  <a:cubicBezTo>
                    <a:pt x="144935" y="53776"/>
                    <a:pt x="140977" y="58021"/>
                    <a:pt x="136875" y="61979"/>
                  </a:cubicBezTo>
                  <a:cubicBezTo>
                    <a:pt x="132787" y="65938"/>
                    <a:pt x="129375" y="69271"/>
                    <a:pt x="126667" y="71979"/>
                  </a:cubicBezTo>
                  <a:lnTo>
                    <a:pt x="164375" y="71979"/>
                  </a:lnTo>
                  <a:lnTo>
                    <a:pt x="164375" y="79167"/>
                  </a:lnTo>
                  <a:lnTo>
                    <a:pt x="118646" y="79167"/>
                  </a:lnTo>
                  <a:cubicBezTo>
                    <a:pt x="118021" y="79167"/>
                    <a:pt x="117630" y="79063"/>
                    <a:pt x="117448" y="78855"/>
                  </a:cubicBezTo>
                  <a:cubicBezTo>
                    <a:pt x="117279" y="78646"/>
                    <a:pt x="117188" y="78229"/>
                    <a:pt x="117188" y="77604"/>
                  </a:cubicBezTo>
                  <a:lnTo>
                    <a:pt x="117188" y="71355"/>
                  </a:lnTo>
                  <a:cubicBezTo>
                    <a:pt x="118373" y="70235"/>
                    <a:pt x="119818" y="68855"/>
                    <a:pt x="121510" y="67188"/>
                  </a:cubicBezTo>
                  <a:cubicBezTo>
                    <a:pt x="123216" y="65521"/>
                    <a:pt x="125078" y="63672"/>
                    <a:pt x="127084" y="61667"/>
                  </a:cubicBezTo>
                  <a:cubicBezTo>
                    <a:pt x="129037" y="59648"/>
                    <a:pt x="131042" y="57500"/>
                    <a:pt x="133125" y="55208"/>
                  </a:cubicBezTo>
                  <a:cubicBezTo>
                    <a:pt x="135208" y="52917"/>
                    <a:pt x="137266" y="50547"/>
                    <a:pt x="139271" y="48126"/>
                  </a:cubicBezTo>
                  <a:cubicBezTo>
                    <a:pt x="141289" y="45756"/>
                    <a:pt x="143203" y="43386"/>
                    <a:pt x="145000" y="40990"/>
                  </a:cubicBezTo>
                  <a:cubicBezTo>
                    <a:pt x="146810" y="38594"/>
                    <a:pt x="148373" y="36276"/>
                    <a:pt x="149688" y="34063"/>
                  </a:cubicBezTo>
                  <a:cubicBezTo>
                    <a:pt x="151081" y="31771"/>
                    <a:pt x="152175" y="29610"/>
                    <a:pt x="152969" y="27604"/>
                  </a:cubicBezTo>
                  <a:cubicBezTo>
                    <a:pt x="153776" y="25586"/>
                    <a:pt x="154167" y="23750"/>
                    <a:pt x="154167" y="22084"/>
                  </a:cubicBezTo>
                  <a:cubicBezTo>
                    <a:pt x="154167" y="17565"/>
                    <a:pt x="152852" y="14180"/>
                    <a:pt x="150209" y="11927"/>
                  </a:cubicBezTo>
                  <a:cubicBezTo>
                    <a:pt x="147578" y="9662"/>
                    <a:pt x="144167" y="8542"/>
                    <a:pt x="140000" y="8542"/>
                  </a:cubicBezTo>
                  <a:cubicBezTo>
                    <a:pt x="135977" y="8542"/>
                    <a:pt x="132696" y="9922"/>
                    <a:pt x="130156" y="12709"/>
                  </a:cubicBezTo>
                  <a:cubicBezTo>
                    <a:pt x="127630" y="15482"/>
                    <a:pt x="126354" y="19089"/>
                    <a:pt x="126354" y="23542"/>
                  </a:cubicBezTo>
                  <a:lnTo>
                    <a:pt x="117813" y="23542"/>
                  </a:lnTo>
                  <a:cubicBezTo>
                    <a:pt x="117813" y="20208"/>
                    <a:pt x="118373" y="17161"/>
                    <a:pt x="119479" y="14428"/>
                  </a:cubicBezTo>
                  <a:cubicBezTo>
                    <a:pt x="120599" y="11680"/>
                    <a:pt x="122162" y="9336"/>
                    <a:pt x="124167" y="7396"/>
                  </a:cubicBezTo>
                  <a:cubicBezTo>
                    <a:pt x="126185" y="5443"/>
                    <a:pt x="128568" y="3959"/>
                    <a:pt x="131302" y="2917"/>
                  </a:cubicBezTo>
                  <a:cubicBezTo>
                    <a:pt x="134050" y="1876"/>
                    <a:pt x="137018" y="1354"/>
                    <a:pt x="140208" y="1354"/>
                  </a:cubicBezTo>
                  <a:close/>
                  <a:moveTo>
                    <a:pt x="23021" y="1354"/>
                  </a:moveTo>
                  <a:cubicBezTo>
                    <a:pt x="29414" y="1354"/>
                    <a:pt x="34766" y="3047"/>
                    <a:pt x="39063" y="6459"/>
                  </a:cubicBezTo>
                  <a:cubicBezTo>
                    <a:pt x="43373" y="9857"/>
                    <a:pt x="45521" y="14857"/>
                    <a:pt x="45521" y="21458"/>
                  </a:cubicBezTo>
                  <a:cubicBezTo>
                    <a:pt x="45521" y="25899"/>
                    <a:pt x="44154" y="30521"/>
                    <a:pt x="41406" y="35313"/>
                  </a:cubicBezTo>
                  <a:cubicBezTo>
                    <a:pt x="38672" y="40104"/>
                    <a:pt x="35391" y="44753"/>
                    <a:pt x="31563" y="49271"/>
                  </a:cubicBezTo>
                  <a:cubicBezTo>
                    <a:pt x="27748" y="53776"/>
                    <a:pt x="23789" y="58021"/>
                    <a:pt x="19688" y="61979"/>
                  </a:cubicBezTo>
                  <a:cubicBezTo>
                    <a:pt x="15599" y="65938"/>
                    <a:pt x="12188" y="69271"/>
                    <a:pt x="9479" y="71979"/>
                  </a:cubicBezTo>
                  <a:lnTo>
                    <a:pt x="47188" y="71979"/>
                  </a:lnTo>
                  <a:lnTo>
                    <a:pt x="47188" y="79167"/>
                  </a:lnTo>
                  <a:lnTo>
                    <a:pt x="1458" y="79167"/>
                  </a:lnTo>
                  <a:cubicBezTo>
                    <a:pt x="833" y="79167"/>
                    <a:pt x="443" y="79063"/>
                    <a:pt x="260" y="78855"/>
                  </a:cubicBezTo>
                  <a:cubicBezTo>
                    <a:pt x="91" y="78646"/>
                    <a:pt x="0" y="78229"/>
                    <a:pt x="0" y="77604"/>
                  </a:cubicBezTo>
                  <a:lnTo>
                    <a:pt x="0" y="71355"/>
                  </a:lnTo>
                  <a:cubicBezTo>
                    <a:pt x="1185" y="70235"/>
                    <a:pt x="2630" y="68855"/>
                    <a:pt x="4323" y="67188"/>
                  </a:cubicBezTo>
                  <a:cubicBezTo>
                    <a:pt x="6029" y="65521"/>
                    <a:pt x="7891" y="63672"/>
                    <a:pt x="9896" y="61667"/>
                  </a:cubicBezTo>
                  <a:cubicBezTo>
                    <a:pt x="11849" y="59648"/>
                    <a:pt x="13854" y="57500"/>
                    <a:pt x="15937" y="55208"/>
                  </a:cubicBezTo>
                  <a:cubicBezTo>
                    <a:pt x="18021" y="52917"/>
                    <a:pt x="20078" y="50547"/>
                    <a:pt x="22083" y="48126"/>
                  </a:cubicBezTo>
                  <a:cubicBezTo>
                    <a:pt x="24102" y="45756"/>
                    <a:pt x="26016" y="43386"/>
                    <a:pt x="27813" y="40990"/>
                  </a:cubicBezTo>
                  <a:cubicBezTo>
                    <a:pt x="29623" y="38594"/>
                    <a:pt x="31185" y="36276"/>
                    <a:pt x="32500" y="34063"/>
                  </a:cubicBezTo>
                  <a:cubicBezTo>
                    <a:pt x="33893" y="31771"/>
                    <a:pt x="34987" y="29610"/>
                    <a:pt x="35781" y="27604"/>
                  </a:cubicBezTo>
                  <a:cubicBezTo>
                    <a:pt x="36589" y="25586"/>
                    <a:pt x="36979" y="23750"/>
                    <a:pt x="36979" y="22084"/>
                  </a:cubicBezTo>
                  <a:cubicBezTo>
                    <a:pt x="36979" y="17565"/>
                    <a:pt x="35664" y="14180"/>
                    <a:pt x="33021" y="11927"/>
                  </a:cubicBezTo>
                  <a:cubicBezTo>
                    <a:pt x="30391" y="9662"/>
                    <a:pt x="26979" y="8542"/>
                    <a:pt x="22813" y="8542"/>
                  </a:cubicBezTo>
                  <a:cubicBezTo>
                    <a:pt x="18789" y="8542"/>
                    <a:pt x="15508" y="9922"/>
                    <a:pt x="12969" y="12709"/>
                  </a:cubicBezTo>
                  <a:cubicBezTo>
                    <a:pt x="10443" y="15482"/>
                    <a:pt x="9167" y="19089"/>
                    <a:pt x="9167" y="23542"/>
                  </a:cubicBezTo>
                  <a:lnTo>
                    <a:pt x="625" y="23542"/>
                  </a:lnTo>
                  <a:cubicBezTo>
                    <a:pt x="625" y="20208"/>
                    <a:pt x="1185" y="17161"/>
                    <a:pt x="2292" y="14428"/>
                  </a:cubicBezTo>
                  <a:cubicBezTo>
                    <a:pt x="3412" y="11680"/>
                    <a:pt x="4974" y="9336"/>
                    <a:pt x="6979" y="7396"/>
                  </a:cubicBezTo>
                  <a:cubicBezTo>
                    <a:pt x="8998" y="5443"/>
                    <a:pt x="11380" y="3959"/>
                    <a:pt x="14115" y="2917"/>
                  </a:cubicBezTo>
                  <a:cubicBezTo>
                    <a:pt x="16862" y="1876"/>
                    <a:pt x="19831" y="1354"/>
                    <a:pt x="23021" y="1354"/>
                  </a:cubicBezTo>
                  <a:close/>
                  <a:moveTo>
                    <a:pt x="519271" y="0"/>
                  </a:moveTo>
                  <a:cubicBezTo>
                    <a:pt x="524480" y="0"/>
                    <a:pt x="528737" y="1211"/>
                    <a:pt x="532032" y="3646"/>
                  </a:cubicBezTo>
                  <a:cubicBezTo>
                    <a:pt x="535339" y="6068"/>
                    <a:pt x="537917" y="9193"/>
                    <a:pt x="539792" y="13021"/>
                  </a:cubicBezTo>
                  <a:cubicBezTo>
                    <a:pt x="541667" y="16902"/>
                    <a:pt x="542956" y="21276"/>
                    <a:pt x="543646" y="26146"/>
                  </a:cubicBezTo>
                  <a:cubicBezTo>
                    <a:pt x="544349" y="31003"/>
                    <a:pt x="544688" y="35860"/>
                    <a:pt x="544688" y="40729"/>
                  </a:cubicBezTo>
                  <a:cubicBezTo>
                    <a:pt x="544688" y="45652"/>
                    <a:pt x="544349" y="50521"/>
                    <a:pt x="543646" y="55313"/>
                  </a:cubicBezTo>
                  <a:cubicBezTo>
                    <a:pt x="542956" y="60105"/>
                    <a:pt x="541667" y="64441"/>
                    <a:pt x="539792" y="68334"/>
                  </a:cubicBezTo>
                  <a:cubicBezTo>
                    <a:pt x="537917" y="72149"/>
                    <a:pt x="535339" y="75235"/>
                    <a:pt x="532032" y="77604"/>
                  </a:cubicBezTo>
                  <a:cubicBezTo>
                    <a:pt x="528737" y="79961"/>
                    <a:pt x="524480" y="81146"/>
                    <a:pt x="519271" y="81146"/>
                  </a:cubicBezTo>
                  <a:cubicBezTo>
                    <a:pt x="514141" y="81146"/>
                    <a:pt x="509948" y="79961"/>
                    <a:pt x="506719" y="77604"/>
                  </a:cubicBezTo>
                  <a:cubicBezTo>
                    <a:pt x="503490" y="75235"/>
                    <a:pt x="501016" y="72149"/>
                    <a:pt x="499271" y="68334"/>
                  </a:cubicBezTo>
                  <a:cubicBezTo>
                    <a:pt x="497474" y="64441"/>
                    <a:pt x="496250" y="60105"/>
                    <a:pt x="495625" y="55313"/>
                  </a:cubicBezTo>
                  <a:cubicBezTo>
                    <a:pt x="495000" y="50521"/>
                    <a:pt x="494688" y="45652"/>
                    <a:pt x="494688" y="40729"/>
                  </a:cubicBezTo>
                  <a:cubicBezTo>
                    <a:pt x="494688" y="35860"/>
                    <a:pt x="495000" y="31003"/>
                    <a:pt x="495625" y="26146"/>
                  </a:cubicBezTo>
                  <a:cubicBezTo>
                    <a:pt x="496250" y="21276"/>
                    <a:pt x="497474" y="16902"/>
                    <a:pt x="499271" y="13021"/>
                  </a:cubicBezTo>
                  <a:cubicBezTo>
                    <a:pt x="501016" y="9193"/>
                    <a:pt x="503490" y="6068"/>
                    <a:pt x="506719" y="3646"/>
                  </a:cubicBezTo>
                  <a:cubicBezTo>
                    <a:pt x="509948" y="1211"/>
                    <a:pt x="514141" y="0"/>
                    <a:pt x="519271" y="0"/>
                  </a:cubicBezTo>
                  <a:close/>
                  <a:moveTo>
                    <a:pt x="297917" y="0"/>
                  </a:moveTo>
                  <a:cubicBezTo>
                    <a:pt x="303125" y="0"/>
                    <a:pt x="307383" y="1211"/>
                    <a:pt x="310677" y="3646"/>
                  </a:cubicBezTo>
                  <a:cubicBezTo>
                    <a:pt x="313985" y="6068"/>
                    <a:pt x="316563" y="9193"/>
                    <a:pt x="318438" y="13021"/>
                  </a:cubicBezTo>
                  <a:cubicBezTo>
                    <a:pt x="320313" y="16902"/>
                    <a:pt x="321602" y="21276"/>
                    <a:pt x="322292" y="26146"/>
                  </a:cubicBezTo>
                  <a:cubicBezTo>
                    <a:pt x="322995" y="31003"/>
                    <a:pt x="323334" y="35860"/>
                    <a:pt x="323334" y="40729"/>
                  </a:cubicBezTo>
                  <a:cubicBezTo>
                    <a:pt x="323334" y="45652"/>
                    <a:pt x="322995" y="50521"/>
                    <a:pt x="322292" y="55313"/>
                  </a:cubicBezTo>
                  <a:cubicBezTo>
                    <a:pt x="321602" y="60105"/>
                    <a:pt x="320313" y="64441"/>
                    <a:pt x="318438" y="68334"/>
                  </a:cubicBezTo>
                  <a:cubicBezTo>
                    <a:pt x="316563" y="72149"/>
                    <a:pt x="313985" y="75235"/>
                    <a:pt x="310677" y="77604"/>
                  </a:cubicBezTo>
                  <a:cubicBezTo>
                    <a:pt x="307383" y="79961"/>
                    <a:pt x="303125" y="81146"/>
                    <a:pt x="297917" y="81146"/>
                  </a:cubicBezTo>
                  <a:cubicBezTo>
                    <a:pt x="292787" y="81146"/>
                    <a:pt x="288594" y="79961"/>
                    <a:pt x="285365" y="77604"/>
                  </a:cubicBezTo>
                  <a:cubicBezTo>
                    <a:pt x="282136" y="75235"/>
                    <a:pt x="279662" y="72149"/>
                    <a:pt x="277917" y="68334"/>
                  </a:cubicBezTo>
                  <a:cubicBezTo>
                    <a:pt x="276120" y="64441"/>
                    <a:pt x="274896" y="60105"/>
                    <a:pt x="274271" y="55313"/>
                  </a:cubicBezTo>
                  <a:cubicBezTo>
                    <a:pt x="273646" y="50521"/>
                    <a:pt x="273334" y="45652"/>
                    <a:pt x="273334" y="40729"/>
                  </a:cubicBezTo>
                  <a:cubicBezTo>
                    <a:pt x="273334" y="35860"/>
                    <a:pt x="273646" y="31003"/>
                    <a:pt x="274271" y="26146"/>
                  </a:cubicBezTo>
                  <a:cubicBezTo>
                    <a:pt x="274896" y="21276"/>
                    <a:pt x="276120" y="16902"/>
                    <a:pt x="277917" y="13021"/>
                  </a:cubicBezTo>
                  <a:cubicBezTo>
                    <a:pt x="279662" y="9193"/>
                    <a:pt x="282136" y="6068"/>
                    <a:pt x="285365" y="3646"/>
                  </a:cubicBezTo>
                  <a:cubicBezTo>
                    <a:pt x="288594" y="1211"/>
                    <a:pt x="292787" y="0"/>
                    <a:pt x="297917" y="0"/>
                  </a:cubicBezTo>
                  <a:close/>
                  <a:moveTo>
                    <a:pt x="89583" y="0"/>
                  </a:moveTo>
                  <a:cubicBezTo>
                    <a:pt x="94792" y="0"/>
                    <a:pt x="99050" y="1211"/>
                    <a:pt x="102344" y="3646"/>
                  </a:cubicBezTo>
                  <a:cubicBezTo>
                    <a:pt x="105651" y="6068"/>
                    <a:pt x="108229" y="9193"/>
                    <a:pt x="110104" y="13021"/>
                  </a:cubicBezTo>
                  <a:cubicBezTo>
                    <a:pt x="111979" y="16902"/>
                    <a:pt x="113268" y="21276"/>
                    <a:pt x="113959" y="26146"/>
                  </a:cubicBezTo>
                  <a:cubicBezTo>
                    <a:pt x="114662" y="31003"/>
                    <a:pt x="115000" y="35860"/>
                    <a:pt x="115000" y="40729"/>
                  </a:cubicBezTo>
                  <a:cubicBezTo>
                    <a:pt x="115000" y="45652"/>
                    <a:pt x="114662" y="50521"/>
                    <a:pt x="113959" y="55313"/>
                  </a:cubicBezTo>
                  <a:cubicBezTo>
                    <a:pt x="113268" y="60105"/>
                    <a:pt x="111979" y="64441"/>
                    <a:pt x="110104" y="68334"/>
                  </a:cubicBezTo>
                  <a:cubicBezTo>
                    <a:pt x="108229" y="72149"/>
                    <a:pt x="105651" y="75235"/>
                    <a:pt x="102344" y="77604"/>
                  </a:cubicBezTo>
                  <a:cubicBezTo>
                    <a:pt x="99050" y="79961"/>
                    <a:pt x="94792" y="81146"/>
                    <a:pt x="89583" y="81146"/>
                  </a:cubicBezTo>
                  <a:cubicBezTo>
                    <a:pt x="84453" y="81146"/>
                    <a:pt x="80260" y="79961"/>
                    <a:pt x="77031" y="77604"/>
                  </a:cubicBezTo>
                  <a:cubicBezTo>
                    <a:pt x="73802" y="75235"/>
                    <a:pt x="71328" y="72149"/>
                    <a:pt x="69583" y="68334"/>
                  </a:cubicBezTo>
                  <a:cubicBezTo>
                    <a:pt x="67787" y="64441"/>
                    <a:pt x="66563" y="60105"/>
                    <a:pt x="65938" y="55313"/>
                  </a:cubicBezTo>
                  <a:cubicBezTo>
                    <a:pt x="65313" y="50521"/>
                    <a:pt x="65000" y="45652"/>
                    <a:pt x="65000" y="40729"/>
                  </a:cubicBezTo>
                  <a:cubicBezTo>
                    <a:pt x="65000" y="35860"/>
                    <a:pt x="65313" y="31003"/>
                    <a:pt x="65938" y="26146"/>
                  </a:cubicBezTo>
                  <a:cubicBezTo>
                    <a:pt x="66563" y="21276"/>
                    <a:pt x="67787" y="16902"/>
                    <a:pt x="69583" y="13021"/>
                  </a:cubicBezTo>
                  <a:cubicBezTo>
                    <a:pt x="71328" y="9193"/>
                    <a:pt x="73802" y="6068"/>
                    <a:pt x="77031" y="3646"/>
                  </a:cubicBezTo>
                  <a:cubicBezTo>
                    <a:pt x="80260" y="1211"/>
                    <a:pt x="84453" y="0"/>
                    <a:pt x="89583" y="0"/>
                  </a:cubicBez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35" name="TextBox 834">
              <a:extLst>
                <a:ext uri="{FF2B5EF4-FFF2-40B4-BE49-F238E27FC236}">
                  <a16:creationId xmlns:a16="http://schemas.microsoft.com/office/drawing/2014/main" id="{79B8E55E-8E4C-4483-AF36-278D3B26C304}"/>
                </a:ext>
              </a:extLst>
            </p:cNvPr>
            <p:cNvSpPr txBox="1"/>
            <p:nvPr/>
          </p:nvSpPr>
          <p:spPr>
            <a:xfrm>
              <a:off x="2970659" y="8463953"/>
              <a:ext cx="547463" cy="169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615" spc="0" baseline="0">
                  <a:solidFill>
                    <a:srgbClr val="000000">
                      <a:alpha val="0"/>
                    </a:srgbClr>
                  </a:solidFill>
                  <a:latin typeface="Arial"/>
                  <a:cs typeface="Arial"/>
                  <a:sym typeface="Arial"/>
                  <a:rtl val="0"/>
                </a:rPr>
                <a:t>2023.04.30</a:t>
              </a:r>
            </a:p>
          </p:txBody>
        </p:sp>
        <p:grpSp>
          <p:nvGrpSpPr>
            <p:cNvPr id="836" name="그래픽 5">
              <a:extLst>
                <a:ext uri="{FF2B5EF4-FFF2-40B4-BE49-F238E27FC236}">
                  <a16:creationId xmlns:a16="http://schemas.microsoft.com/office/drawing/2014/main" id="{DF9E5112-5E2D-4C0A-A017-54C2899F4C88}"/>
                </a:ext>
              </a:extLst>
            </p:cNvPr>
            <p:cNvGrpSpPr/>
            <p:nvPr/>
          </p:nvGrpSpPr>
          <p:grpSpPr>
            <a:xfrm>
              <a:off x="3872802" y="8438306"/>
              <a:ext cx="699688" cy="95690"/>
              <a:chOff x="3872802" y="8438306"/>
              <a:chExt cx="699688" cy="95690"/>
            </a:xfrm>
          </p:grpSpPr>
          <p:sp>
            <p:nvSpPr>
              <p:cNvPr id="837" name="자유형: 도형 836">
                <a:extLst>
                  <a:ext uri="{FF2B5EF4-FFF2-40B4-BE49-F238E27FC236}">
                    <a16:creationId xmlns:a16="http://schemas.microsoft.com/office/drawing/2014/main" id="{747CCD41-7D6C-4780-B700-74448908A1AA}"/>
                  </a:ext>
                </a:extLst>
              </p:cNvPr>
              <p:cNvSpPr/>
              <p:nvPr/>
            </p:nvSpPr>
            <p:spPr>
              <a:xfrm>
                <a:off x="3872802" y="8438306"/>
                <a:ext cx="699688" cy="94479"/>
              </a:xfrm>
              <a:custGeom>
                <a:avLst/>
                <a:gdLst>
                  <a:gd name="connsiteX0" fmla="*/ 498021 w 699688"/>
                  <a:gd name="connsiteY0" fmla="*/ 70833 h 94479"/>
                  <a:gd name="connsiteX1" fmla="*/ 508751 w 699688"/>
                  <a:gd name="connsiteY1" fmla="*/ 70833 h 94479"/>
                  <a:gd name="connsiteX2" fmla="*/ 509636 w 699688"/>
                  <a:gd name="connsiteY2" fmla="*/ 71146 h 94479"/>
                  <a:gd name="connsiteX3" fmla="*/ 509896 w 699688"/>
                  <a:gd name="connsiteY3" fmla="*/ 72084 h 94479"/>
                  <a:gd name="connsiteX4" fmla="*/ 509896 w 699688"/>
                  <a:gd name="connsiteY4" fmla="*/ 78750 h 94479"/>
                  <a:gd name="connsiteX5" fmla="*/ 506771 w 699688"/>
                  <a:gd name="connsiteY5" fmla="*/ 90001 h 94479"/>
                  <a:gd name="connsiteX6" fmla="*/ 499167 w 699688"/>
                  <a:gd name="connsiteY6" fmla="*/ 94480 h 94479"/>
                  <a:gd name="connsiteX7" fmla="*/ 499167 w 699688"/>
                  <a:gd name="connsiteY7" fmla="*/ 90834 h 94479"/>
                  <a:gd name="connsiteX8" fmla="*/ 502657 w 699688"/>
                  <a:gd name="connsiteY8" fmla="*/ 87344 h 94479"/>
                  <a:gd name="connsiteX9" fmla="*/ 503438 w 699688"/>
                  <a:gd name="connsiteY9" fmla="*/ 81563 h 94479"/>
                  <a:gd name="connsiteX10" fmla="*/ 498021 w 699688"/>
                  <a:gd name="connsiteY10" fmla="*/ 81563 h 94479"/>
                  <a:gd name="connsiteX11" fmla="*/ 276667 w 699688"/>
                  <a:gd name="connsiteY11" fmla="*/ 70833 h 94479"/>
                  <a:gd name="connsiteX12" fmla="*/ 287396 w 699688"/>
                  <a:gd name="connsiteY12" fmla="*/ 70833 h 94479"/>
                  <a:gd name="connsiteX13" fmla="*/ 288282 w 699688"/>
                  <a:gd name="connsiteY13" fmla="*/ 71146 h 94479"/>
                  <a:gd name="connsiteX14" fmla="*/ 288542 w 699688"/>
                  <a:gd name="connsiteY14" fmla="*/ 72084 h 94479"/>
                  <a:gd name="connsiteX15" fmla="*/ 288542 w 699688"/>
                  <a:gd name="connsiteY15" fmla="*/ 78750 h 94479"/>
                  <a:gd name="connsiteX16" fmla="*/ 285417 w 699688"/>
                  <a:gd name="connsiteY16" fmla="*/ 90001 h 94479"/>
                  <a:gd name="connsiteX17" fmla="*/ 277813 w 699688"/>
                  <a:gd name="connsiteY17" fmla="*/ 94480 h 94479"/>
                  <a:gd name="connsiteX18" fmla="*/ 277813 w 699688"/>
                  <a:gd name="connsiteY18" fmla="*/ 90834 h 94479"/>
                  <a:gd name="connsiteX19" fmla="*/ 281302 w 699688"/>
                  <a:gd name="connsiteY19" fmla="*/ 87344 h 94479"/>
                  <a:gd name="connsiteX20" fmla="*/ 282084 w 699688"/>
                  <a:gd name="connsiteY20" fmla="*/ 81563 h 94479"/>
                  <a:gd name="connsiteX21" fmla="*/ 276667 w 699688"/>
                  <a:gd name="connsiteY21" fmla="*/ 81563 h 94479"/>
                  <a:gd name="connsiteX22" fmla="*/ 68334 w 699688"/>
                  <a:gd name="connsiteY22" fmla="*/ 70833 h 94479"/>
                  <a:gd name="connsiteX23" fmla="*/ 79063 w 699688"/>
                  <a:gd name="connsiteY23" fmla="*/ 70833 h 94479"/>
                  <a:gd name="connsiteX24" fmla="*/ 79948 w 699688"/>
                  <a:gd name="connsiteY24" fmla="*/ 71146 h 94479"/>
                  <a:gd name="connsiteX25" fmla="*/ 80208 w 699688"/>
                  <a:gd name="connsiteY25" fmla="*/ 72084 h 94479"/>
                  <a:gd name="connsiteX26" fmla="*/ 80208 w 699688"/>
                  <a:gd name="connsiteY26" fmla="*/ 78750 h 94479"/>
                  <a:gd name="connsiteX27" fmla="*/ 77084 w 699688"/>
                  <a:gd name="connsiteY27" fmla="*/ 90001 h 94479"/>
                  <a:gd name="connsiteX28" fmla="*/ 69479 w 699688"/>
                  <a:gd name="connsiteY28" fmla="*/ 94480 h 94479"/>
                  <a:gd name="connsiteX29" fmla="*/ 69479 w 699688"/>
                  <a:gd name="connsiteY29" fmla="*/ 90834 h 94479"/>
                  <a:gd name="connsiteX30" fmla="*/ 72969 w 699688"/>
                  <a:gd name="connsiteY30" fmla="*/ 87344 h 94479"/>
                  <a:gd name="connsiteX31" fmla="*/ 73750 w 699688"/>
                  <a:gd name="connsiteY31" fmla="*/ 81563 h 94479"/>
                  <a:gd name="connsiteX32" fmla="*/ 68334 w 699688"/>
                  <a:gd name="connsiteY32" fmla="*/ 81563 h 94479"/>
                  <a:gd name="connsiteX33" fmla="*/ 452917 w 699688"/>
                  <a:gd name="connsiteY33" fmla="*/ 43437 h 94479"/>
                  <a:gd name="connsiteX34" fmla="*/ 446771 w 699688"/>
                  <a:gd name="connsiteY34" fmla="*/ 44428 h 94479"/>
                  <a:gd name="connsiteX35" fmla="*/ 441459 w 699688"/>
                  <a:gd name="connsiteY35" fmla="*/ 47292 h 94479"/>
                  <a:gd name="connsiteX36" fmla="*/ 437656 w 699688"/>
                  <a:gd name="connsiteY36" fmla="*/ 52032 h 94479"/>
                  <a:gd name="connsiteX37" fmla="*/ 436251 w 699688"/>
                  <a:gd name="connsiteY37" fmla="*/ 58646 h 94479"/>
                  <a:gd name="connsiteX38" fmla="*/ 440678 w 699688"/>
                  <a:gd name="connsiteY38" fmla="*/ 69687 h 94479"/>
                  <a:gd name="connsiteX39" fmla="*/ 452917 w 699688"/>
                  <a:gd name="connsiteY39" fmla="*/ 73854 h 94479"/>
                  <a:gd name="connsiteX40" fmla="*/ 465052 w 699688"/>
                  <a:gd name="connsiteY40" fmla="*/ 69687 h 94479"/>
                  <a:gd name="connsiteX41" fmla="*/ 469584 w 699688"/>
                  <a:gd name="connsiteY41" fmla="*/ 58646 h 94479"/>
                  <a:gd name="connsiteX42" fmla="*/ 468126 w 699688"/>
                  <a:gd name="connsiteY42" fmla="*/ 52032 h 94479"/>
                  <a:gd name="connsiteX43" fmla="*/ 464271 w 699688"/>
                  <a:gd name="connsiteY43" fmla="*/ 47292 h 94479"/>
                  <a:gd name="connsiteX44" fmla="*/ 458959 w 699688"/>
                  <a:gd name="connsiteY44" fmla="*/ 44428 h 94479"/>
                  <a:gd name="connsiteX45" fmla="*/ 452917 w 699688"/>
                  <a:gd name="connsiteY45" fmla="*/ 43437 h 94479"/>
                  <a:gd name="connsiteX46" fmla="*/ 335938 w 699688"/>
                  <a:gd name="connsiteY46" fmla="*/ 36146 h 94479"/>
                  <a:gd name="connsiteX47" fmla="*/ 329428 w 699688"/>
                  <a:gd name="connsiteY47" fmla="*/ 37657 h 94479"/>
                  <a:gd name="connsiteX48" fmla="*/ 324375 w 699688"/>
                  <a:gd name="connsiteY48" fmla="*/ 41563 h 94479"/>
                  <a:gd name="connsiteX49" fmla="*/ 321042 w 699688"/>
                  <a:gd name="connsiteY49" fmla="*/ 47292 h 94479"/>
                  <a:gd name="connsiteX50" fmla="*/ 319896 w 699688"/>
                  <a:gd name="connsiteY50" fmla="*/ 54063 h 94479"/>
                  <a:gd name="connsiteX51" fmla="*/ 320990 w 699688"/>
                  <a:gd name="connsiteY51" fmla="*/ 61979 h 94479"/>
                  <a:gd name="connsiteX52" fmla="*/ 324167 w 699688"/>
                  <a:gd name="connsiteY52" fmla="*/ 68229 h 94479"/>
                  <a:gd name="connsiteX53" fmla="*/ 329167 w 699688"/>
                  <a:gd name="connsiteY53" fmla="*/ 72448 h 94479"/>
                  <a:gd name="connsiteX54" fmla="*/ 335730 w 699688"/>
                  <a:gd name="connsiteY54" fmla="*/ 73958 h 94479"/>
                  <a:gd name="connsiteX55" fmla="*/ 347813 w 699688"/>
                  <a:gd name="connsiteY55" fmla="*/ 68490 h 94479"/>
                  <a:gd name="connsiteX56" fmla="*/ 352084 w 699688"/>
                  <a:gd name="connsiteY56" fmla="*/ 55000 h 94479"/>
                  <a:gd name="connsiteX57" fmla="*/ 351042 w 699688"/>
                  <a:gd name="connsiteY57" fmla="*/ 47812 h 94479"/>
                  <a:gd name="connsiteX58" fmla="*/ 347917 w 699688"/>
                  <a:gd name="connsiteY58" fmla="*/ 41875 h 94479"/>
                  <a:gd name="connsiteX59" fmla="*/ 342917 w 699688"/>
                  <a:gd name="connsiteY59" fmla="*/ 37708 h 94479"/>
                  <a:gd name="connsiteX60" fmla="*/ 335938 w 699688"/>
                  <a:gd name="connsiteY60" fmla="*/ 36146 h 94479"/>
                  <a:gd name="connsiteX61" fmla="*/ 395209 w 699688"/>
                  <a:gd name="connsiteY61" fmla="*/ 11250 h 94479"/>
                  <a:gd name="connsiteX62" fmla="*/ 368334 w 699688"/>
                  <a:gd name="connsiteY62" fmla="*/ 55313 h 94479"/>
                  <a:gd name="connsiteX63" fmla="*/ 395000 w 699688"/>
                  <a:gd name="connsiteY63" fmla="*/ 55313 h 94479"/>
                  <a:gd name="connsiteX64" fmla="*/ 395000 w 699688"/>
                  <a:gd name="connsiteY64" fmla="*/ 20834 h 94479"/>
                  <a:gd name="connsiteX65" fmla="*/ 251980 w 699688"/>
                  <a:gd name="connsiteY65" fmla="*/ 11250 h 94479"/>
                  <a:gd name="connsiteX66" fmla="*/ 225105 w 699688"/>
                  <a:gd name="connsiteY66" fmla="*/ 55313 h 94479"/>
                  <a:gd name="connsiteX67" fmla="*/ 251771 w 699688"/>
                  <a:gd name="connsiteY67" fmla="*/ 55313 h 94479"/>
                  <a:gd name="connsiteX68" fmla="*/ 251771 w 699688"/>
                  <a:gd name="connsiteY68" fmla="*/ 20834 h 94479"/>
                  <a:gd name="connsiteX69" fmla="*/ 186875 w 699688"/>
                  <a:gd name="connsiteY69" fmla="*/ 11250 h 94479"/>
                  <a:gd name="connsiteX70" fmla="*/ 160000 w 699688"/>
                  <a:gd name="connsiteY70" fmla="*/ 55313 h 94479"/>
                  <a:gd name="connsiteX71" fmla="*/ 186667 w 699688"/>
                  <a:gd name="connsiteY71" fmla="*/ 55313 h 94479"/>
                  <a:gd name="connsiteX72" fmla="*/ 186667 w 699688"/>
                  <a:gd name="connsiteY72" fmla="*/ 20834 h 94479"/>
                  <a:gd name="connsiteX73" fmla="*/ 452917 w 699688"/>
                  <a:gd name="connsiteY73" fmla="*/ 8334 h 94479"/>
                  <a:gd name="connsiteX74" fmla="*/ 441771 w 699688"/>
                  <a:gd name="connsiteY74" fmla="*/ 12084 h 94479"/>
                  <a:gd name="connsiteX75" fmla="*/ 437188 w 699688"/>
                  <a:gd name="connsiteY75" fmla="*/ 22084 h 94479"/>
                  <a:gd name="connsiteX76" fmla="*/ 441667 w 699688"/>
                  <a:gd name="connsiteY76" fmla="*/ 32240 h 94479"/>
                  <a:gd name="connsiteX77" fmla="*/ 452917 w 699688"/>
                  <a:gd name="connsiteY77" fmla="*/ 35834 h 94479"/>
                  <a:gd name="connsiteX78" fmla="*/ 464063 w 699688"/>
                  <a:gd name="connsiteY78" fmla="*/ 32240 h 94479"/>
                  <a:gd name="connsiteX79" fmla="*/ 468646 w 699688"/>
                  <a:gd name="connsiteY79" fmla="*/ 22084 h 94479"/>
                  <a:gd name="connsiteX80" fmla="*/ 464063 w 699688"/>
                  <a:gd name="connsiteY80" fmla="*/ 12084 h 94479"/>
                  <a:gd name="connsiteX81" fmla="*/ 452917 w 699688"/>
                  <a:gd name="connsiteY81" fmla="*/ 8334 h 94479"/>
                  <a:gd name="connsiteX82" fmla="*/ 674272 w 699688"/>
                  <a:gd name="connsiteY82" fmla="*/ 7188 h 94479"/>
                  <a:gd name="connsiteX83" fmla="*/ 665469 w 699688"/>
                  <a:gd name="connsiteY83" fmla="*/ 10834 h 94479"/>
                  <a:gd name="connsiteX84" fmla="*/ 660730 w 699688"/>
                  <a:gd name="connsiteY84" fmla="*/ 19584 h 94479"/>
                  <a:gd name="connsiteX85" fmla="*/ 658698 w 699688"/>
                  <a:gd name="connsiteY85" fmla="*/ 30573 h 94479"/>
                  <a:gd name="connsiteX86" fmla="*/ 658334 w 699688"/>
                  <a:gd name="connsiteY86" fmla="*/ 40729 h 94479"/>
                  <a:gd name="connsiteX87" fmla="*/ 658698 w 699688"/>
                  <a:gd name="connsiteY87" fmla="*/ 50782 h 94479"/>
                  <a:gd name="connsiteX88" fmla="*/ 660730 w 699688"/>
                  <a:gd name="connsiteY88" fmla="*/ 61667 h 94479"/>
                  <a:gd name="connsiteX89" fmla="*/ 665469 w 699688"/>
                  <a:gd name="connsiteY89" fmla="*/ 70313 h 94479"/>
                  <a:gd name="connsiteX90" fmla="*/ 674272 w 699688"/>
                  <a:gd name="connsiteY90" fmla="*/ 73854 h 94479"/>
                  <a:gd name="connsiteX91" fmla="*/ 683230 w 699688"/>
                  <a:gd name="connsiteY91" fmla="*/ 70313 h 94479"/>
                  <a:gd name="connsiteX92" fmla="*/ 688230 w 699688"/>
                  <a:gd name="connsiteY92" fmla="*/ 61667 h 94479"/>
                  <a:gd name="connsiteX93" fmla="*/ 690521 w 699688"/>
                  <a:gd name="connsiteY93" fmla="*/ 50782 h 94479"/>
                  <a:gd name="connsiteX94" fmla="*/ 691042 w 699688"/>
                  <a:gd name="connsiteY94" fmla="*/ 40729 h 94479"/>
                  <a:gd name="connsiteX95" fmla="*/ 690521 w 699688"/>
                  <a:gd name="connsiteY95" fmla="*/ 30573 h 94479"/>
                  <a:gd name="connsiteX96" fmla="*/ 688230 w 699688"/>
                  <a:gd name="connsiteY96" fmla="*/ 19584 h 94479"/>
                  <a:gd name="connsiteX97" fmla="*/ 683230 w 699688"/>
                  <a:gd name="connsiteY97" fmla="*/ 10834 h 94479"/>
                  <a:gd name="connsiteX98" fmla="*/ 674272 w 699688"/>
                  <a:gd name="connsiteY98" fmla="*/ 7188 h 94479"/>
                  <a:gd name="connsiteX99" fmla="*/ 609167 w 699688"/>
                  <a:gd name="connsiteY99" fmla="*/ 7188 h 94479"/>
                  <a:gd name="connsiteX100" fmla="*/ 600365 w 699688"/>
                  <a:gd name="connsiteY100" fmla="*/ 10834 h 94479"/>
                  <a:gd name="connsiteX101" fmla="*/ 595626 w 699688"/>
                  <a:gd name="connsiteY101" fmla="*/ 19584 h 94479"/>
                  <a:gd name="connsiteX102" fmla="*/ 593594 w 699688"/>
                  <a:gd name="connsiteY102" fmla="*/ 30573 h 94479"/>
                  <a:gd name="connsiteX103" fmla="*/ 593230 w 699688"/>
                  <a:gd name="connsiteY103" fmla="*/ 40729 h 94479"/>
                  <a:gd name="connsiteX104" fmla="*/ 593594 w 699688"/>
                  <a:gd name="connsiteY104" fmla="*/ 50782 h 94479"/>
                  <a:gd name="connsiteX105" fmla="*/ 595626 w 699688"/>
                  <a:gd name="connsiteY105" fmla="*/ 61667 h 94479"/>
                  <a:gd name="connsiteX106" fmla="*/ 600365 w 699688"/>
                  <a:gd name="connsiteY106" fmla="*/ 70313 h 94479"/>
                  <a:gd name="connsiteX107" fmla="*/ 609167 w 699688"/>
                  <a:gd name="connsiteY107" fmla="*/ 73854 h 94479"/>
                  <a:gd name="connsiteX108" fmla="*/ 618126 w 699688"/>
                  <a:gd name="connsiteY108" fmla="*/ 70313 h 94479"/>
                  <a:gd name="connsiteX109" fmla="*/ 623126 w 699688"/>
                  <a:gd name="connsiteY109" fmla="*/ 61667 h 94479"/>
                  <a:gd name="connsiteX110" fmla="*/ 625417 w 699688"/>
                  <a:gd name="connsiteY110" fmla="*/ 50782 h 94479"/>
                  <a:gd name="connsiteX111" fmla="*/ 625938 w 699688"/>
                  <a:gd name="connsiteY111" fmla="*/ 40729 h 94479"/>
                  <a:gd name="connsiteX112" fmla="*/ 625417 w 699688"/>
                  <a:gd name="connsiteY112" fmla="*/ 30573 h 94479"/>
                  <a:gd name="connsiteX113" fmla="*/ 623126 w 699688"/>
                  <a:gd name="connsiteY113" fmla="*/ 19584 h 94479"/>
                  <a:gd name="connsiteX114" fmla="*/ 618126 w 699688"/>
                  <a:gd name="connsiteY114" fmla="*/ 10834 h 94479"/>
                  <a:gd name="connsiteX115" fmla="*/ 609167 w 699688"/>
                  <a:gd name="connsiteY115" fmla="*/ 7188 h 94479"/>
                  <a:gd name="connsiteX116" fmla="*/ 544063 w 699688"/>
                  <a:gd name="connsiteY116" fmla="*/ 7188 h 94479"/>
                  <a:gd name="connsiteX117" fmla="*/ 535261 w 699688"/>
                  <a:gd name="connsiteY117" fmla="*/ 10834 h 94479"/>
                  <a:gd name="connsiteX118" fmla="*/ 530521 w 699688"/>
                  <a:gd name="connsiteY118" fmla="*/ 19584 h 94479"/>
                  <a:gd name="connsiteX119" fmla="*/ 528490 w 699688"/>
                  <a:gd name="connsiteY119" fmla="*/ 30573 h 94479"/>
                  <a:gd name="connsiteX120" fmla="*/ 528126 w 699688"/>
                  <a:gd name="connsiteY120" fmla="*/ 40729 h 94479"/>
                  <a:gd name="connsiteX121" fmla="*/ 528490 w 699688"/>
                  <a:gd name="connsiteY121" fmla="*/ 50782 h 94479"/>
                  <a:gd name="connsiteX122" fmla="*/ 530521 w 699688"/>
                  <a:gd name="connsiteY122" fmla="*/ 61667 h 94479"/>
                  <a:gd name="connsiteX123" fmla="*/ 535261 w 699688"/>
                  <a:gd name="connsiteY123" fmla="*/ 70313 h 94479"/>
                  <a:gd name="connsiteX124" fmla="*/ 544063 w 699688"/>
                  <a:gd name="connsiteY124" fmla="*/ 73854 h 94479"/>
                  <a:gd name="connsiteX125" fmla="*/ 553021 w 699688"/>
                  <a:gd name="connsiteY125" fmla="*/ 70313 h 94479"/>
                  <a:gd name="connsiteX126" fmla="*/ 558021 w 699688"/>
                  <a:gd name="connsiteY126" fmla="*/ 61667 h 94479"/>
                  <a:gd name="connsiteX127" fmla="*/ 560313 w 699688"/>
                  <a:gd name="connsiteY127" fmla="*/ 50782 h 94479"/>
                  <a:gd name="connsiteX128" fmla="*/ 560834 w 699688"/>
                  <a:gd name="connsiteY128" fmla="*/ 40729 h 94479"/>
                  <a:gd name="connsiteX129" fmla="*/ 560313 w 699688"/>
                  <a:gd name="connsiteY129" fmla="*/ 30573 h 94479"/>
                  <a:gd name="connsiteX130" fmla="*/ 558021 w 699688"/>
                  <a:gd name="connsiteY130" fmla="*/ 19584 h 94479"/>
                  <a:gd name="connsiteX131" fmla="*/ 553021 w 699688"/>
                  <a:gd name="connsiteY131" fmla="*/ 10834 h 94479"/>
                  <a:gd name="connsiteX132" fmla="*/ 544063 w 699688"/>
                  <a:gd name="connsiteY132" fmla="*/ 7188 h 94479"/>
                  <a:gd name="connsiteX133" fmla="*/ 95521 w 699688"/>
                  <a:gd name="connsiteY133" fmla="*/ 3125 h 94479"/>
                  <a:gd name="connsiteX134" fmla="*/ 135208 w 699688"/>
                  <a:gd name="connsiteY134" fmla="*/ 3125 h 94479"/>
                  <a:gd name="connsiteX135" fmla="*/ 135208 w 699688"/>
                  <a:gd name="connsiteY135" fmla="*/ 10208 h 94479"/>
                  <a:gd name="connsiteX136" fmla="*/ 101875 w 699688"/>
                  <a:gd name="connsiteY136" fmla="*/ 10208 h 94479"/>
                  <a:gd name="connsiteX137" fmla="*/ 100417 w 699688"/>
                  <a:gd name="connsiteY137" fmla="*/ 35834 h 94479"/>
                  <a:gd name="connsiteX138" fmla="*/ 107240 w 699688"/>
                  <a:gd name="connsiteY138" fmla="*/ 30781 h 94479"/>
                  <a:gd name="connsiteX139" fmla="*/ 117292 w 699688"/>
                  <a:gd name="connsiteY139" fmla="*/ 28958 h 94479"/>
                  <a:gd name="connsiteX140" fmla="*/ 125729 w 699688"/>
                  <a:gd name="connsiteY140" fmla="*/ 30573 h 94479"/>
                  <a:gd name="connsiteX141" fmla="*/ 132709 w 699688"/>
                  <a:gd name="connsiteY141" fmla="*/ 35417 h 94479"/>
                  <a:gd name="connsiteX142" fmla="*/ 137396 w 699688"/>
                  <a:gd name="connsiteY142" fmla="*/ 43490 h 94479"/>
                  <a:gd name="connsiteX143" fmla="*/ 139167 w 699688"/>
                  <a:gd name="connsiteY143" fmla="*/ 54896 h 94479"/>
                  <a:gd name="connsiteX144" fmla="*/ 137448 w 699688"/>
                  <a:gd name="connsiteY144" fmla="*/ 65417 h 94479"/>
                  <a:gd name="connsiteX145" fmla="*/ 132605 w 699688"/>
                  <a:gd name="connsiteY145" fmla="*/ 73646 h 94479"/>
                  <a:gd name="connsiteX146" fmla="*/ 124948 w 699688"/>
                  <a:gd name="connsiteY146" fmla="*/ 79010 h 94479"/>
                  <a:gd name="connsiteX147" fmla="*/ 115105 w 699688"/>
                  <a:gd name="connsiteY147" fmla="*/ 80938 h 94479"/>
                  <a:gd name="connsiteX148" fmla="*/ 98438 w 699688"/>
                  <a:gd name="connsiteY148" fmla="*/ 75730 h 94479"/>
                  <a:gd name="connsiteX149" fmla="*/ 91146 w 699688"/>
                  <a:gd name="connsiteY149" fmla="*/ 60625 h 94479"/>
                  <a:gd name="connsiteX150" fmla="*/ 99375 w 699688"/>
                  <a:gd name="connsiteY150" fmla="*/ 60625 h 94479"/>
                  <a:gd name="connsiteX151" fmla="*/ 104688 w 699688"/>
                  <a:gd name="connsiteY151" fmla="*/ 70469 h 94479"/>
                  <a:gd name="connsiteX152" fmla="*/ 115417 w 699688"/>
                  <a:gd name="connsiteY152" fmla="*/ 73958 h 94479"/>
                  <a:gd name="connsiteX153" fmla="*/ 126406 w 699688"/>
                  <a:gd name="connsiteY153" fmla="*/ 68855 h 94479"/>
                  <a:gd name="connsiteX154" fmla="*/ 130833 w 699688"/>
                  <a:gd name="connsiteY154" fmla="*/ 55000 h 94479"/>
                  <a:gd name="connsiteX155" fmla="*/ 126458 w 699688"/>
                  <a:gd name="connsiteY155" fmla="*/ 40625 h 94479"/>
                  <a:gd name="connsiteX156" fmla="*/ 115521 w 699688"/>
                  <a:gd name="connsiteY156" fmla="*/ 35834 h 94479"/>
                  <a:gd name="connsiteX157" fmla="*/ 106354 w 699688"/>
                  <a:gd name="connsiteY157" fmla="*/ 38490 h 94479"/>
                  <a:gd name="connsiteX158" fmla="*/ 101146 w 699688"/>
                  <a:gd name="connsiteY158" fmla="*/ 45729 h 94479"/>
                  <a:gd name="connsiteX159" fmla="*/ 100834 w 699688"/>
                  <a:gd name="connsiteY159" fmla="*/ 46562 h 94479"/>
                  <a:gd name="connsiteX160" fmla="*/ 100521 w 699688"/>
                  <a:gd name="connsiteY160" fmla="*/ 47084 h 94479"/>
                  <a:gd name="connsiteX161" fmla="*/ 99948 w 699688"/>
                  <a:gd name="connsiteY161" fmla="*/ 47396 h 94479"/>
                  <a:gd name="connsiteX162" fmla="*/ 99063 w 699688"/>
                  <a:gd name="connsiteY162" fmla="*/ 47500 h 94479"/>
                  <a:gd name="connsiteX163" fmla="*/ 94063 w 699688"/>
                  <a:gd name="connsiteY163" fmla="*/ 47500 h 94479"/>
                  <a:gd name="connsiteX164" fmla="*/ 92917 w 699688"/>
                  <a:gd name="connsiteY164" fmla="*/ 47239 h 94479"/>
                  <a:gd name="connsiteX165" fmla="*/ 92709 w 699688"/>
                  <a:gd name="connsiteY165" fmla="*/ 45938 h 94479"/>
                  <a:gd name="connsiteX166" fmla="*/ 93854 w 699688"/>
                  <a:gd name="connsiteY166" fmla="*/ 5105 h 94479"/>
                  <a:gd name="connsiteX167" fmla="*/ 94219 w 699688"/>
                  <a:gd name="connsiteY167" fmla="*/ 3542 h 94479"/>
                  <a:gd name="connsiteX168" fmla="*/ 95521 w 699688"/>
                  <a:gd name="connsiteY168" fmla="*/ 3125 h 94479"/>
                  <a:gd name="connsiteX169" fmla="*/ 4375 w 699688"/>
                  <a:gd name="connsiteY169" fmla="*/ 3125 h 94479"/>
                  <a:gd name="connsiteX170" fmla="*/ 44063 w 699688"/>
                  <a:gd name="connsiteY170" fmla="*/ 3125 h 94479"/>
                  <a:gd name="connsiteX171" fmla="*/ 44063 w 699688"/>
                  <a:gd name="connsiteY171" fmla="*/ 10208 h 94479"/>
                  <a:gd name="connsiteX172" fmla="*/ 10729 w 699688"/>
                  <a:gd name="connsiteY172" fmla="*/ 10208 h 94479"/>
                  <a:gd name="connsiteX173" fmla="*/ 9271 w 699688"/>
                  <a:gd name="connsiteY173" fmla="*/ 35834 h 94479"/>
                  <a:gd name="connsiteX174" fmla="*/ 16094 w 699688"/>
                  <a:gd name="connsiteY174" fmla="*/ 30781 h 94479"/>
                  <a:gd name="connsiteX175" fmla="*/ 26146 w 699688"/>
                  <a:gd name="connsiteY175" fmla="*/ 28958 h 94479"/>
                  <a:gd name="connsiteX176" fmla="*/ 34583 w 699688"/>
                  <a:gd name="connsiteY176" fmla="*/ 30573 h 94479"/>
                  <a:gd name="connsiteX177" fmla="*/ 41563 w 699688"/>
                  <a:gd name="connsiteY177" fmla="*/ 35417 h 94479"/>
                  <a:gd name="connsiteX178" fmla="*/ 46250 w 699688"/>
                  <a:gd name="connsiteY178" fmla="*/ 43490 h 94479"/>
                  <a:gd name="connsiteX179" fmla="*/ 48021 w 699688"/>
                  <a:gd name="connsiteY179" fmla="*/ 54896 h 94479"/>
                  <a:gd name="connsiteX180" fmla="*/ 46302 w 699688"/>
                  <a:gd name="connsiteY180" fmla="*/ 65417 h 94479"/>
                  <a:gd name="connsiteX181" fmla="*/ 41459 w 699688"/>
                  <a:gd name="connsiteY181" fmla="*/ 73646 h 94479"/>
                  <a:gd name="connsiteX182" fmla="*/ 33802 w 699688"/>
                  <a:gd name="connsiteY182" fmla="*/ 79010 h 94479"/>
                  <a:gd name="connsiteX183" fmla="*/ 23959 w 699688"/>
                  <a:gd name="connsiteY183" fmla="*/ 80938 h 94479"/>
                  <a:gd name="connsiteX184" fmla="*/ 7292 w 699688"/>
                  <a:gd name="connsiteY184" fmla="*/ 75730 h 94479"/>
                  <a:gd name="connsiteX185" fmla="*/ 0 w 699688"/>
                  <a:gd name="connsiteY185" fmla="*/ 60625 h 94479"/>
                  <a:gd name="connsiteX186" fmla="*/ 8229 w 699688"/>
                  <a:gd name="connsiteY186" fmla="*/ 60625 h 94479"/>
                  <a:gd name="connsiteX187" fmla="*/ 13542 w 699688"/>
                  <a:gd name="connsiteY187" fmla="*/ 70469 h 94479"/>
                  <a:gd name="connsiteX188" fmla="*/ 24271 w 699688"/>
                  <a:gd name="connsiteY188" fmla="*/ 73958 h 94479"/>
                  <a:gd name="connsiteX189" fmla="*/ 35261 w 699688"/>
                  <a:gd name="connsiteY189" fmla="*/ 68855 h 94479"/>
                  <a:gd name="connsiteX190" fmla="*/ 39688 w 699688"/>
                  <a:gd name="connsiteY190" fmla="*/ 55000 h 94479"/>
                  <a:gd name="connsiteX191" fmla="*/ 35313 w 699688"/>
                  <a:gd name="connsiteY191" fmla="*/ 40625 h 94479"/>
                  <a:gd name="connsiteX192" fmla="*/ 24375 w 699688"/>
                  <a:gd name="connsiteY192" fmla="*/ 35834 h 94479"/>
                  <a:gd name="connsiteX193" fmla="*/ 15208 w 699688"/>
                  <a:gd name="connsiteY193" fmla="*/ 38490 h 94479"/>
                  <a:gd name="connsiteX194" fmla="*/ 10000 w 699688"/>
                  <a:gd name="connsiteY194" fmla="*/ 45729 h 94479"/>
                  <a:gd name="connsiteX195" fmla="*/ 9688 w 699688"/>
                  <a:gd name="connsiteY195" fmla="*/ 46562 h 94479"/>
                  <a:gd name="connsiteX196" fmla="*/ 9375 w 699688"/>
                  <a:gd name="connsiteY196" fmla="*/ 47084 h 94479"/>
                  <a:gd name="connsiteX197" fmla="*/ 8802 w 699688"/>
                  <a:gd name="connsiteY197" fmla="*/ 47396 h 94479"/>
                  <a:gd name="connsiteX198" fmla="*/ 7917 w 699688"/>
                  <a:gd name="connsiteY198" fmla="*/ 47500 h 94479"/>
                  <a:gd name="connsiteX199" fmla="*/ 2917 w 699688"/>
                  <a:gd name="connsiteY199" fmla="*/ 47500 h 94479"/>
                  <a:gd name="connsiteX200" fmla="*/ 1771 w 699688"/>
                  <a:gd name="connsiteY200" fmla="*/ 47239 h 94479"/>
                  <a:gd name="connsiteX201" fmla="*/ 1563 w 699688"/>
                  <a:gd name="connsiteY201" fmla="*/ 45938 h 94479"/>
                  <a:gd name="connsiteX202" fmla="*/ 2708 w 699688"/>
                  <a:gd name="connsiteY202" fmla="*/ 5105 h 94479"/>
                  <a:gd name="connsiteX203" fmla="*/ 3073 w 699688"/>
                  <a:gd name="connsiteY203" fmla="*/ 3542 h 94479"/>
                  <a:gd name="connsiteX204" fmla="*/ 4375 w 699688"/>
                  <a:gd name="connsiteY204" fmla="*/ 3125 h 94479"/>
                  <a:gd name="connsiteX205" fmla="*/ 393855 w 699688"/>
                  <a:gd name="connsiteY205" fmla="*/ 1980 h 94479"/>
                  <a:gd name="connsiteX206" fmla="*/ 400938 w 699688"/>
                  <a:gd name="connsiteY206" fmla="*/ 1980 h 94479"/>
                  <a:gd name="connsiteX207" fmla="*/ 402500 w 699688"/>
                  <a:gd name="connsiteY207" fmla="*/ 2396 h 94479"/>
                  <a:gd name="connsiteX208" fmla="*/ 402917 w 699688"/>
                  <a:gd name="connsiteY208" fmla="*/ 3959 h 94479"/>
                  <a:gd name="connsiteX209" fmla="*/ 402917 w 699688"/>
                  <a:gd name="connsiteY209" fmla="*/ 55313 h 94479"/>
                  <a:gd name="connsiteX210" fmla="*/ 414271 w 699688"/>
                  <a:gd name="connsiteY210" fmla="*/ 55313 h 94479"/>
                  <a:gd name="connsiteX211" fmla="*/ 414271 w 699688"/>
                  <a:gd name="connsiteY211" fmla="*/ 62500 h 94479"/>
                  <a:gd name="connsiteX212" fmla="*/ 402917 w 699688"/>
                  <a:gd name="connsiteY212" fmla="*/ 62500 h 94479"/>
                  <a:gd name="connsiteX213" fmla="*/ 402917 w 699688"/>
                  <a:gd name="connsiteY213" fmla="*/ 79167 h 94479"/>
                  <a:gd name="connsiteX214" fmla="*/ 394792 w 699688"/>
                  <a:gd name="connsiteY214" fmla="*/ 79167 h 94479"/>
                  <a:gd name="connsiteX215" fmla="*/ 394792 w 699688"/>
                  <a:gd name="connsiteY215" fmla="*/ 62500 h 94479"/>
                  <a:gd name="connsiteX216" fmla="*/ 362396 w 699688"/>
                  <a:gd name="connsiteY216" fmla="*/ 62500 h 94479"/>
                  <a:gd name="connsiteX217" fmla="*/ 360834 w 699688"/>
                  <a:gd name="connsiteY217" fmla="*/ 62083 h 94479"/>
                  <a:gd name="connsiteX218" fmla="*/ 360417 w 699688"/>
                  <a:gd name="connsiteY218" fmla="*/ 60521 h 94479"/>
                  <a:gd name="connsiteX219" fmla="*/ 360417 w 699688"/>
                  <a:gd name="connsiteY219" fmla="*/ 56146 h 94479"/>
                  <a:gd name="connsiteX220" fmla="*/ 360677 w 699688"/>
                  <a:gd name="connsiteY220" fmla="*/ 54636 h 94479"/>
                  <a:gd name="connsiteX221" fmla="*/ 361355 w 699688"/>
                  <a:gd name="connsiteY221" fmla="*/ 53229 h 94479"/>
                  <a:gd name="connsiteX222" fmla="*/ 391771 w 699688"/>
                  <a:gd name="connsiteY222" fmla="*/ 3334 h 94479"/>
                  <a:gd name="connsiteX223" fmla="*/ 392604 w 699688"/>
                  <a:gd name="connsiteY223" fmla="*/ 2344 h 94479"/>
                  <a:gd name="connsiteX224" fmla="*/ 393855 w 699688"/>
                  <a:gd name="connsiteY224" fmla="*/ 1980 h 94479"/>
                  <a:gd name="connsiteX225" fmla="*/ 250625 w 699688"/>
                  <a:gd name="connsiteY225" fmla="*/ 1980 h 94479"/>
                  <a:gd name="connsiteX226" fmla="*/ 257709 w 699688"/>
                  <a:gd name="connsiteY226" fmla="*/ 1980 h 94479"/>
                  <a:gd name="connsiteX227" fmla="*/ 259271 w 699688"/>
                  <a:gd name="connsiteY227" fmla="*/ 2396 h 94479"/>
                  <a:gd name="connsiteX228" fmla="*/ 259688 w 699688"/>
                  <a:gd name="connsiteY228" fmla="*/ 3959 h 94479"/>
                  <a:gd name="connsiteX229" fmla="*/ 259688 w 699688"/>
                  <a:gd name="connsiteY229" fmla="*/ 55313 h 94479"/>
                  <a:gd name="connsiteX230" fmla="*/ 271042 w 699688"/>
                  <a:gd name="connsiteY230" fmla="*/ 55313 h 94479"/>
                  <a:gd name="connsiteX231" fmla="*/ 271042 w 699688"/>
                  <a:gd name="connsiteY231" fmla="*/ 62500 h 94479"/>
                  <a:gd name="connsiteX232" fmla="*/ 259688 w 699688"/>
                  <a:gd name="connsiteY232" fmla="*/ 62500 h 94479"/>
                  <a:gd name="connsiteX233" fmla="*/ 259688 w 699688"/>
                  <a:gd name="connsiteY233" fmla="*/ 79167 h 94479"/>
                  <a:gd name="connsiteX234" fmla="*/ 251563 w 699688"/>
                  <a:gd name="connsiteY234" fmla="*/ 79167 h 94479"/>
                  <a:gd name="connsiteX235" fmla="*/ 251563 w 699688"/>
                  <a:gd name="connsiteY235" fmla="*/ 62500 h 94479"/>
                  <a:gd name="connsiteX236" fmla="*/ 219167 w 699688"/>
                  <a:gd name="connsiteY236" fmla="*/ 62500 h 94479"/>
                  <a:gd name="connsiteX237" fmla="*/ 217604 w 699688"/>
                  <a:gd name="connsiteY237" fmla="*/ 62083 h 94479"/>
                  <a:gd name="connsiteX238" fmla="*/ 217188 w 699688"/>
                  <a:gd name="connsiteY238" fmla="*/ 60521 h 94479"/>
                  <a:gd name="connsiteX239" fmla="*/ 217188 w 699688"/>
                  <a:gd name="connsiteY239" fmla="*/ 56146 h 94479"/>
                  <a:gd name="connsiteX240" fmla="*/ 217448 w 699688"/>
                  <a:gd name="connsiteY240" fmla="*/ 54636 h 94479"/>
                  <a:gd name="connsiteX241" fmla="*/ 218125 w 699688"/>
                  <a:gd name="connsiteY241" fmla="*/ 53229 h 94479"/>
                  <a:gd name="connsiteX242" fmla="*/ 248542 w 699688"/>
                  <a:gd name="connsiteY242" fmla="*/ 3334 h 94479"/>
                  <a:gd name="connsiteX243" fmla="*/ 249375 w 699688"/>
                  <a:gd name="connsiteY243" fmla="*/ 2344 h 94479"/>
                  <a:gd name="connsiteX244" fmla="*/ 250625 w 699688"/>
                  <a:gd name="connsiteY244" fmla="*/ 1980 h 94479"/>
                  <a:gd name="connsiteX245" fmla="*/ 185521 w 699688"/>
                  <a:gd name="connsiteY245" fmla="*/ 1980 h 94479"/>
                  <a:gd name="connsiteX246" fmla="*/ 192605 w 699688"/>
                  <a:gd name="connsiteY246" fmla="*/ 1980 h 94479"/>
                  <a:gd name="connsiteX247" fmla="*/ 194167 w 699688"/>
                  <a:gd name="connsiteY247" fmla="*/ 2396 h 94479"/>
                  <a:gd name="connsiteX248" fmla="*/ 194583 w 699688"/>
                  <a:gd name="connsiteY248" fmla="*/ 3959 h 94479"/>
                  <a:gd name="connsiteX249" fmla="*/ 194583 w 699688"/>
                  <a:gd name="connsiteY249" fmla="*/ 55313 h 94479"/>
                  <a:gd name="connsiteX250" fmla="*/ 205938 w 699688"/>
                  <a:gd name="connsiteY250" fmla="*/ 55313 h 94479"/>
                  <a:gd name="connsiteX251" fmla="*/ 205938 w 699688"/>
                  <a:gd name="connsiteY251" fmla="*/ 62500 h 94479"/>
                  <a:gd name="connsiteX252" fmla="*/ 194583 w 699688"/>
                  <a:gd name="connsiteY252" fmla="*/ 62500 h 94479"/>
                  <a:gd name="connsiteX253" fmla="*/ 194583 w 699688"/>
                  <a:gd name="connsiteY253" fmla="*/ 79167 h 94479"/>
                  <a:gd name="connsiteX254" fmla="*/ 186459 w 699688"/>
                  <a:gd name="connsiteY254" fmla="*/ 79167 h 94479"/>
                  <a:gd name="connsiteX255" fmla="*/ 186459 w 699688"/>
                  <a:gd name="connsiteY255" fmla="*/ 62500 h 94479"/>
                  <a:gd name="connsiteX256" fmla="*/ 154063 w 699688"/>
                  <a:gd name="connsiteY256" fmla="*/ 62500 h 94479"/>
                  <a:gd name="connsiteX257" fmla="*/ 152500 w 699688"/>
                  <a:gd name="connsiteY257" fmla="*/ 62083 h 94479"/>
                  <a:gd name="connsiteX258" fmla="*/ 152084 w 699688"/>
                  <a:gd name="connsiteY258" fmla="*/ 60521 h 94479"/>
                  <a:gd name="connsiteX259" fmla="*/ 152084 w 699688"/>
                  <a:gd name="connsiteY259" fmla="*/ 56146 h 94479"/>
                  <a:gd name="connsiteX260" fmla="*/ 152344 w 699688"/>
                  <a:gd name="connsiteY260" fmla="*/ 54636 h 94479"/>
                  <a:gd name="connsiteX261" fmla="*/ 153021 w 699688"/>
                  <a:gd name="connsiteY261" fmla="*/ 53229 h 94479"/>
                  <a:gd name="connsiteX262" fmla="*/ 183438 w 699688"/>
                  <a:gd name="connsiteY262" fmla="*/ 3334 h 94479"/>
                  <a:gd name="connsiteX263" fmla="*/ 184271 w 699688"/>
                  <a:gd name="connsiteY263" fmla="*/ 2344 h 94479"/>
                  <a:gd name="connsiteX264" fmla="*/ 185521 w 699688"/>
                  <a:gd name="connsiteY264" fmla="*/ 1980 h 94479"/>
                  <a:gd name="connsiteX265" fmla="*/ 336771 w 699688"/>
                  <a:gd name="connsiteY265" fmla="*/ 1458 h 94479"/>
                  <a:gd name="connsiteX266" fmla="*/ 352188 w 699688"/>
                  <a:gd name="connsiteY266" fmla="*/ 6824 h 94479"/>
                  <a:gd name="connsiteX267" fmla="*/ 359167 w 699688"/>
                  <a:gd name="connsiteY267" fmla="*/ 21250 h 94479"/>
                  <a:gd name="connsiteX268" fmla="*/ 350938 w 699688"/>
                  <a:gd name="connsiteY268" fmla="*/ 21250 h 94479"/>
                  <a:gd name="connsiteX269" fmla="*/ 346563 w 699688"/>
                  <a:gd name="connsiteY269" fmla="*/ 11927 h 94479"/>
                  <a:gd name="connsiteX270" fmla="*/ 336875 w 699688"/>
                  <a:gd name="connsiteY270" fmla="*/ 8438 h 94479"/>
                  <a:gd name="connsiteX271" fmla="*/ 327709 w 699688"/>
                  <a:gd name="connsiteY271" fmla="*/ 11876 h 94479"/>
                  <a:gd name="connsiteX272" fmla="*/ 321875 w 699688"/>
                  <a:gd name="connsiteY272" fmla="*/ 20521 h 94479"/>
                  <a:gd name="connsiteX273" fmla="*/ 318802 w 699688"/>
                  <a:gd name="connsiteY273" fmla="*/ 31667 h 94479"/>
                  <a:gd name="connsiteX274" fmla="*/ 317917 w 699688"/>
                  <a:gd name="connsiteY274" fmla="*/ 42917 h 94479"/>
                  <a:gd name="connsiteX275" fmla="*/ 325626 w 699688"/>
                  <a:gd name="connsiteY275" fmla="*/ 32969 h 94479"/>
                  <a:gd name="connsiteX276" fmla="*/ 338021 w 699688"/>
                  <a:gd name="connsiteY276" fmla="*/ 29688 h 94479"/>
                  <a:gd name="connsiteX277" fmla="*/ 354323 w 699688"/>
                  <a:gd name="connsiteY277" fmla="*/ 36667 h 94479"/>
                  <a:gd name="connsiteX278" fmla="*/ 360313 w 699688"/>
                  <a:gd name="connsiteY278" fmla="*/ 55208 h 94479"/>
                  <a:gd name="connsiteX279" fmla="*/ 358698 w 699688"/>
                  <a:gd name="connsiteY279" fmla="*/ 65312 h 94479"/>
                  <a:gd name="connsiteX280" fmla="*/ 353959 w 699688"/>
                  <a:gd name="connsiteY280" fmla="*/ 73542 h 94479"/>
                  <a:gd name="connsiteX281" fmla="*/ 346563 w 699688"/>
                  <a:gd name="connsiteY281" fmla="*/ 78959 h 94479"/>
                  <a:gd name="connsiteX282" fmla="*/ 336667 w 699688"/>
                  <a:gd name="connsiteY282" fmla="*/ 80938 h 94479"/>
                  <a:gd name="connsiteX283" fmla="*/ 322032 w 699688"/>
                  <a:gd name="connsiteY283" fmla="*/ 76407 h 94479"/>
                  <a:gd name="connsiteX284" fmla="*/ 313646 w 699688"/>
                  <a:gd name="connsiteY284" fmla="*/ 64896 h 94479"/>
                  <a:gd name="connsiteX285" fmla="*/ 311407 w 699688"/>
                  <a:gd name="connsiteY285" fmla="*/ 55677 h 94479"/>
                  <a:gd name="connsiteX286" fmla="*/ 310730 w 699688"/>
                  <a:gd name="connsiteY286" fmla="*/ 43542 h 94479"/>
                  <a:gd name="connsiteX287" fmla="*/ 312657 w 699688"/>
                  <a:gd name="connsiteY287" fmla="*/ 25260 h 94479"/>
                  <a:gd name="connsiteX288" fmla="*/ 318125 w 699688"/>
                  <a:gd name="connsiteY288" fmla="*/ 12084 h 94479"/>
                  <a:gd name="connsiteX289" fmla="*/ 326355 w 699688"/>
                  <a:gd name="connsiteY289" fmla="*/ 4167 h 94479"/>
                  <a:gd name="connsiteX290" fmla="*/ 336771 w 699688"/>
                  <a:gd name="connsiteY290" fmla="*/ 1458 h 94479"/>
                  <a:gd name="connsiteX291" fmla="*/ 452917 w 699688"/>
                  <a:gd name="connsiteY291" fmla="*/ 1354 h 94479"/>
                  <a:gd name="connsiteX292" fmla="*/ 470261 w 699688"/>
                  <a:gd name="connsiteY292" fmla="*/ 6771 h 94479"/>
                  <a:gd name="connsiteX293" fmla="*/ 476980 w 699688"/>
                  <a:gd name="connsiteY293" fmla="*/ 21979 h 94479"/>
                  <a:gd name="connsiteX294" fmla="*/ 475990 w 699688"/>
                  <a:gd name="connsiteY294" fmla="*/ 27604 h 94479"/>
                  <a:gd name="connsiteX295" fmla="*/ 473230 w 699688"/>
                  <a:gd name="connsiteY295" fmla="*/ 32917 h 94479"/>
                  <a:gd name="connsiteX296" fmla="*/ 468855 w 699688"/>
                  <a:gd name="connsiteY296" fmla="*/ 37344 h 94479"/>
                  <a:gd name="connsiteX297" fmla="*/ 463334 w 699688"/>
                  <a:gd name="connsiteY297" fmla="*/ 40104 h 94479"/>
                  <a:gd name="connsiteX298" fmla="*/ 474063 w 699688"/>
                  <a:gd name="connsiteY298" fmla="*/ 46927 h 94479"/>
                  <a:gd name="connsiteX299" fmla="*/ 477917 w 699688"/>
                  <a:gd name="connsiteY299" fmla="*/ 58542 h 94479"/>
                  <a:gd name="connsiteX300" fmla="*/ 470886 w 699688"/>
                  <a:gd name="connsiteY300" fmla="*/ 75053 h 94479"/>
                  <a:gd name="connsiteX301" fmla="*/ 452813 w 699688"/>
                  <a:gd name="connsiteY301" fmla="*/ 80833 h 94479"/>
                  <a:gd name="connsiteX302" fmla="*/ 434740 w 699688"/>
                  <a:gd name="connsiteY302" fmla="*/ 75053 h 94479"/>
                  <a:gd name="connsiteX303" fmla="*/ 427917 w 699688"/>
                  <a:gd name="connsiteY303" fmla="*/ 58542 h 94479"/>
                  <a:gd name="connsiteX304" fmla="*/ 431667 w 699688"/>
                  <a:gd name="connsiteY304" fmla="*/ 47448 h 94479"/>
                  <a:gd name="connsiteX305" fmla="*/ 442604 w 699688"/>
                  <a:gd name="connsiteY305" fmla="*/ 39688 h 94479"/>
                  <a:gd name="connsiteX306" fmla="*/ 432448 w 699688"/>
                  <a:gd name="connsiteY306" fmla="*/ 33333 h 94479"/>
                  <a:gd name="connsiteX307" fmla="*/ 428854 w 699688"/>
                  <a:gd name="connsiteY307" fmla="*/ 21979 h 94479"/>
                  <a:gd name="connsiteX308" fmla="*/ 435521 w 699688"/>
                  <a:gd name="connsiteY308" fmla="*/ 6771 h 94479"/>
                  <a:gd name="connsiteX309" fmla="*/ 452917 w 699688"/>
                  <a:gd name="connsiteY309" fmla="*/ 1354 h 94479"/>
                  <a:gd name="connsiteX310" fmla="*/ 674272 w 699688"/>
                  <a:gd name="connsiteY310" fmla="*/ 0 h 94479"/>
                  <a:gd name="connsiteX311" fmla="*/ 687032 w 699688"/>
                  <a:gd name="connsiteY311" fmla="*/ 3646 h 94479"/>
                  <a:gd name="connsiteX312" fmla="*/ 694792 w 699688"/>
                  <a:gd name="connsiteY312" fmla="*/ 13021 h 94479"/>
                  <a:gd name="connsiteX313" fmla="*/ 698646 w 699688"/>
                  <a:gd name="connsiteY313" fmla="*/ 26146 h 94479"/>
                  <a:gd name="connsiteX314" fmla="*/ 699688 w 699688"/>
                  <a:gd name="connsiteY314" fmla="*/ 40729 h 94479"/>
                  <a:gd name="connsiteX315" fmla="*/ 698646 w 699688"/>
                  <a:gd name="connsiteY315" fmla="*/ 55313 h 94479"/>
                  <a:gd name="connsiteX316" fmla="*/ 694792 w 699688"/>
                  <a:gd name="connsiteY316" fmla="*/ 68334 h 94479"/>
                  <a:gd name="connsiteX317" fmla="*/ 687032 w 699688"/>
                  <a:gd name="connsiteY317" fmla="*/ 77604 h 94479"/>
                  <a:gd name="connsiteX318" fmla="*/ 674272 w 699688"/>
                  <a:gd name="connsiteY318" fmla="*/ 81146 h 94479"/>
                  <a:gd name="connsiteX319" fmla="*/ 661719 w 699688"/>
                  <a:gd name="connsiteY319" fmla="*/ 77604 h 94479"/>
                  <a:gd name="connsiteX320" fmla="*/ 654271 w 699688"/>
                  <a:gd name="connsiteY320" fmla="*/ 68334 h 94479"/>
                  <a:gd name="connsiteX321" fmla="*/ 650626 w 699688"/>
                  <a:gd name="connsiteY321" fmla="*/ 55313 h 94479"/>
                  <a:gd name="connsiteX322" fmla="*/ 649688 w 699688"/>
                  <a:gd name="connsiteY322" fmla="*/ 40729 h 94479"/>
                  <a:gd name="connsiteX323" fmla="*/ 650626 w 699688"/>
                  <a:gd name="connsiteY323" fmla="*/ 26146 h 94479"/>
                  <a:gd name="connsiteX324" fmla="*/ 654271 w 699688"/>
                  <a:gd name="connsiteY324" fmla="*/ 13021 h 94479"/>
                  <a:gd name="connsiteX325" fmla="*/ 661719 w 699688"/>
                  <a:gd name="connsiteY325" fmla="*/ 3646 h 94479"/>
                  <a:gd name="connsiteX326" fmla="*/ 674272 w 699688"/>
                  <a:gd name="connsiteY326" fmla="*/ 0 h 94479"/>
                  <a:gd name="connsiteX327" fmla="*/ 609167 w 699688"/>
                  <a:gd name="connsiteY327" fmla="*/ 0 h 94479"/>
                  <a:gd name="connsiteX328" fmla="*/ 621928 w 699688"/>
                  <a:gd name="connsiteY328" fmla="*/ 3646 h 94479"/>
                  <a:gd name="connsiteX329" fmla="*/ 629688 w 699688"/>
                  <a:gd name="connsiteY329" fmla="*/ 13021 h 94479"/>
                  <a:gd name="connsiteX330" fmla="*/ 633542 w 699688"/>
                  <a:gd name="connsiteY330" fmla="*/ 26146 h 94479"/>
                  <a:gd name="connsiteX331" fmla="*/ 634584 w 699688"/>
                  <a:gd name="connsiteY331" fmla="*/ 40729 h 94479"/>
                  <a:gd name="connsiteX332" fmla="*/ 633542 w 699688"/>
                  <a:gd name="connsiteY332" fmla="*/ 55313 h 94479"/>
                  <a:gd name="connsiteX333" fmla="*/ 629688 w 699688"/>
                  <a:gd name="connsiteY333" fmla="*/ 68334 h 94479"/>
                  <a:gd name="connsiteX334" fmla="*/ 621928 w 699688"/>
                  <a:gd name="connsiteY334" fmla="*/ 77604 h 94479"/>
                  <a:gd name="connsiteX335" fmla="*/ 609167 w 699688"/>
                  <a:gd name="connsiteY335" fmla="*/ 81146 h 94479"/>
                  <a:gd name="connsiteX336" fmla="*/ 596615 w 699688"/>
                  <a:gd name="connsiteY336" fmla="*/ 77604 h 94479"/>
                  <a:gd name="connsiteX337" fmla="*/ 589167 w 699688"/>
                  <a:gd name="connsiteY337" fmla="*/ 68334 h 94479"/>
                  <a:gd name="connsiteX338" fmla="*/ 585521 w 699688"/>
                  <a:gd name="connsiteY338" fmla="*/ 55313 h 94479"/>
                  <a:gd name="connsiteX339" fmla="*/ 584584 w 699688"/>
                  <a:gd name="connsiteY339" fmla="*/ 40729 h 94479"/>
                  <a:gd name="connsiteX340" fmla="*/ 585521 w 699688"/>
                  <a:gd name="connsiteY340" fmla="*/ 26146 h 94479"/>
                  <a:gd name="connsiteX341" fmla="*/ 589167 w 699688"/>
                  <a:gd name="connsiteY341" fmla="*/ 13021 h 94479"/>
                  <a:gd name="connsiteX342" fmla="*/ 596615 w 699688"/>
                  <a:gd name="connsiteY342" fmla="*/ 3646 h 94479"/>
                  <a:gd name="connsiteX343" fmla="*/ 609167 w 699688"/>
                  <a:gd name="connsiteY343" fmla="*/ 0 h 94479"/>
                  <a:gd name="connsiteX344" fmla="*/ 544063 w 699688"/>
                  <a:gd name="connsiteY344" fmla="*/ 0 h 94479"/>
                  <a:gd name="connsiteX345" fmla="*/ 556823 w 699688"/>
                  <a:gd name="connsiteY345" fmla="*/ 3646 h 94479"/>
                  <a:gd name="connsiteX346" fmla="*/ 564584 w 699688"/>
                  <a:gd name="connsiteY346" fmla="*/ 13021 h 94479"/>
                  <a:gd name="connsiteX347" fmla="*/ 568438 w 699688"/>
                  <a:gd name="connsiteY347" fmla="*/ 26146 h 94479"/>
                  <a:gd name="connsiteX348" fmla="*/ 569480 w 699688"/>
                  <a:gd name="connsiteY348" fmla="*/ 40729 h 94479"/>
                  <a:gd name="connsiteX349" fmla="*/ 568438 w 699688"/>
                  <a:gd name="connsiteY349" fmla="*/ 55313 h 94479"/>
                  <a:gd name="connsiteX350" fmla="*/ 564584 w 699688"/>
                  <a:gd name="connsiteY350" fmla="*/ 68334 h 94479"/>
                  <a:gd name="connsiteX351" fmla="*/ 556823 w 699688"/>
                  <a:gd name="connsiteY351" fmla="*/ 77604 h 94479"/>
                  <a:gd name="connsiteX352" fmla="*/ 544063 w 699688"/>
                  <a:gd name="connsiteY352" fmla="*/ 81146 h 94479"/>
                  <a:gd name="connsiteX353" fmla="*/ 531511 w 699688"/>
                  <a:gd name="connsiteY353" fmla="*/ 77604 h 94479"/>
                  <a:gd name="connsiteX354" fmla="*/ 524063 w 699688"/>
                  <a:gd name="connsiteY354" fmla="*/ 68334 h 94479"/>
                  <a:gd name="connsiteX355" fmla="*/ 520417 w 699688"/>
                  <a:gd name="connsiteY355" fmla="*/ 55313 h 94479"/>
                  <a:gd name="connsiteX356" fmla="*/ 519480 w 699688"/>
                  <a:gd name="connsiteY356" fmla="*/ 40729 h 94479"/>
                  <a:gd name="connsiteX357" fmla="*/ 520417 w 699688"/>
                  <a:gd name="connsiteY357" fmla="*/ 26146 h 94479"/>
                  <a:gd name="connsiteX358" fmla="*/ 524063 w 699688"/>
                  <a:gd name="connsiteY358" fmla="*/ 13021 h 94479"/>
                  <a:gd name="connsiteX359" fmla="*/ 531511 w 699688"/>
                  <a:gd name="connsiteY359" fmla="*/ 3646 h 94479"/>
                  <a:gd name="connsiteX360" fmla="*/ 544063 w 699688"/>
                  <a:gd name="connsiteY360" fmla="*/ 0 h 94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</a:cxnLst>
                <a:rect l="l" t="t" r="r" b="b"/>
                <a:pathLst>
                  <a:path w="699688" h="94479">
                    <a:moveTo>
                      <a:pt x="498021" y="70833"/>
                    </a:moveTo>
                    <a:lnTo>
                      <a:pt x="508751" y="70833"/>
                    </a:lnTo>
                    <a:cubicBezTo>
                      <a:pt x="509167" y="70833"/>
                      <a:pt x="509467" y="70938"/>
                      <a:pt x="509636" y="71146"/>
                    </a:cubicBezTo>
                    <a:cubicBezTo>
                      <a:pt x="509818" y="71355"/>
                      <a:pt x="509896" y="71667"/>
                      <a:pt x="509896" y="72084"/>
                    </a:cubicBezTo>
                    <a:lnTo>
                      <a:pt x="509896" y="78750"/>
                    </a:lnTo>
                    <a:cubicBezTo>
                      <a:pt x="509896" y="83672"/>
                      <a:pt x="508855" y="87422"/>
                      <a:pt x="506771" y="90001"/>
                    </a:cubicBezTo>
                    <a:cubicBezTo>
                      <a:pt x="504688" y="92565"/>
                      <a:pt x="502162" y="94063"/>
                      <a:pt x="499167" y="94480"/>
                    </a:cubicBezTo>
                    <a:lnTo>
                      <a:pt x="499167" y="90834"/>
                    </a:lnTo>
                    <a:cubicBezTo>
                      <a:pt x="500769" y="90417"/>
                      <a:pt x="501927" y="89245"/>
                      <a:pt x="502657" y="87344"/>
                    </a:cubicBezTo>
                    <a:cubicBezTo>
                      <a:pt x="503386" y="85430"/>
                      <a:pt x="503646" y="83503"/>
                      <a:pt x="503438" y="81563"/>
                    </a:cubicBezTo>
                    <a:lnTo>
                      <a:pt x="498021" y="81563"/>
                    </a:lnTo>
                    <a:close/>
                    <a:moveTo>
                      <a:pt x="276667" y="70833"/>
                    </a:moveTo>
                    <a:lnTo>
                      <a:pt x="287396" y="70833"/>
                    </a:lnTo>
                    <a:cubicBezTo>
                      <a:pt x="287813" y="70833"/>
                      <a:pt x="288112" y="70938"/>
                      <a:pt x="288282" y="71146"/>
                    </a:cubicBezTo>
                    <a:cubicBezTo>
                      <a:pt x="288464" y="71355"/>
                      <a:pt x="288542" y="71667"/>
                      <a:pt x="288542" y="72084"/>
                    </a:cubicBezTo>
                    <a:lnTo>
                      <a:pt x="288542" y="78750"/>
                    </a:lnTo>
                    <a:cubicBezTo>
                      <a:pt x="288542" y="83672"/>
                      <a:pt x="287500" y="87422"/>
                      <a:pt x="285417" y="90001"/>
                    </a:cubicBezTo>
                    <a:cubicBezTo>
                      <a:pt x="283334" y="92565"/>
                      <a:pt x="280808" y="94063"/>
                      <a:pt x="277813" y="94480"/>
                    </a:cubicBezTo>
                    <a:lnTo>
                      <a:pt x="277813" y="90834"/>
                    </a:lnTo>
                    <a:cubicBezTo>
                      <a:pt x="279414" y="90417"/>
                      <a:pt x="280573" y="89245"/>
                      <a:pt x="281302" y="87344"/>
                    </a:cubicBezTo>
                    <a:cubicBezTo>
                      <a:pt x="282031" y="85430"/>
                      <a:pt x="282292" y="83503"/>
                      <a:pt x="282084" y="81563"/>
                    </a:cubicBezTo>
                    <a:lnTo>
                      <a:pt x="276667" y="81563"/>
                    </a:lnTo>
                    <a:close/>
                    <a:moveTo>
                      <a:pt x="68334" y="70833"/>
                    </a:moveTo>
                    <a:lnTo>
                      <a:pt x="79063" y="70833"/>
                    </a:lnTo>
                    <a:cubicBezTo>
                      <a:pt x="79479" y="70833"/>
                      <a:pt x="79779" y="70938"/>
                      <a:pt x="79948" y="71146"/>
                    </a:cubicBezTo>
                    <a:cubicBezTo>
                      <a:pt x="80131" y="71355"/>
                      <a:pt x="80208" y="71667"/>
                      <a:pt x="80208" y="72084"/>
                    </a:cubicBezTo>
                    <a:lnTo>
                      <a:pt x="80208" y="78750"/>
                    </a:lnTo>
                    <a:cubicBezTo>
                      <a:pt x="80208" y="83672"/>
                      <a:pt x="79167" y="87422"/>
                      <a:pt x="77084" y="90001"/>
                    </a:cubicBezTo>
                    <a:cubicBezTo>
                      <a:pt x="75000" y="92565"/>
                      <a:pt x="72474" y="94063"/>
                      <a:pt x="69479" y="94480"/>
                    </a:cubicBezTo>
                    <a:lnTo>
                      <a:pt x="69479" y="90834"/>
                    </a:lnTo>
                    <a:cubicBezTo>
                      <a:pt x="71081" y="90417"/>
                      <a:pt x="72240" y="89245"/>
                      <a:pt x="72969" y="87344"/>
                    </a:cubicBezTo>
                    <a:cubicBezTo>
                      <a:pt x="73698" y="85430"/>
                      <a:pt x="73959" y="83503"/>
                      <a:pt x="73750" y="81563"/>
                    </a:cubicBezTo>
                    <a:lnTo>
                      <a:pt x="68334" y="81563"/>
                    </a:lnTo>
                    <a:close/>
                    <a:moveTo>
                      <a:pt x="452917" y="43437"/>
                    </a:moveTo>
                    <a:cubicBezTo>
                      <a:pt x="450834" y="43437"/>
                      <a:pt x="448789" y="43763"/>
                      <a:pt x="446771" y="44428"/>
                    </a:cubicBezTo>
                    <a:cubicBezTo>
                      <a:pt x="444766" y="45079"/>
                      <a:pt x="442995" y="46042"/>
                      <a:pt x="441459" y="47292"/>
                    </a:cubicBezTo>
                    <a:cubicBezTo>
                      <a:pt x="439870" y="48542"/>
                      <a:pt x="438594" y="50117"/>
                      <a:pt x="437656" y="52032"/>
                    </a:cubicBezTo>
                    <a:cubicBezTo>
                      <a:pt x="436719" y="53933"/>
                      <a:pt x="436251" y="56146"/>
                      <a:pt x="436251" y="58646"/>
                    </a:cubicBezTo>
                    <a:cubicBezTo>
                      <a:pt x="436251" y="63229"/>
                      <a:pt x="437735" y="66901"/>
                      <a:pt x="440678" y="69687"/>
                    </a:cubicBezTo>
                    <a:cubicBezTo>
                      <a:pt x="443633" y="72461"/>
                      <a:pt x="447709" y="73854"/>
                      <a:pt x="452917" y="73854"/>
                    </a:cubicBezTo>
                    <a:cubicBezTo>
                      <a:pt x="457995" y="73854"/>
                      <a:pt x="462032" y="72461"/>
                      <a:pt x="465052" y="69687"/>
                    </a:cubicBezTo>
                    <a:cubicBezTo>
                      <a:pt x="468073" y="66901"/>
                      <a:pt x="469584" y="63229"/>
                      <a:pt x="469584" y="58646"/>
                    </a:cubicBezTo>
                    <a:cubicBezTo>
                      <a:pt x="469584" y="56146"/>
                      <a:pt x="469102" y="53933"/>
                      <a:pt x="468126" y="52032"/>
                    </a:cubicBezTo>
                    <a:cubicBezTo>
                      <a:pt x="467162" y="50117"/>
                      <a:pt x="465873" y="48542"/>
                      <a:pt x="464271" y="47292"/>
                    </a:cubicBezTo>
                    <a:cubicBezTo>
                      <a:pt x="462748" y="46042"/>
                      <a:pt x="460977" y="45079"/>
                      <a:pt x="458959" y="44428"/>
                    </a:cubicBezTo>
                    <a:cubicBezTo>
                      <a:pt x="456954" y="43763"/>
                      <a:pt x="454935" y="43437"/>
                      <a:pt x="452917" y="43437"/>
                    </a:cubicBezTo>
                    <a:close/>
                    <a:moveTo>
                      <a:pt x="335938" y="36146"/>
                    </a:moveTo>
                    <a:cubicBezTo>
                      <a:pt x="333581" y="36146"/>
                      <a:pt x="331407" y="36641"/>
                      <a:pt x="329428" y="37657"/>
                    </a:cubicBezTo>
                    <a:cubicBezTo>
                      <a:pt x="327448" y="38659"/>
                      <a:pt x="325769" y="39961"/>
                      <a:pt x="324375" y="41563"/>
                    </a:cubicBezTo>
                    <a:cubicBezTo>
                      <a:pt x="322917" y="43229"/>
                      <a:pt x="321810" y="45130"/>
                      <a:pt x="321042" y="47292"/>
                    </a:cubicBezTo>
                    <a:cubicBezTo>
                      <a:pt x="320287" y="49440"/>
                      <a:pt x="319896" y="51693"/>
                      <a:pt x="319896" y="54063"/>
                    </a:cubicBezTo>
                    <a:cubicBezTo>
                      <a:pt x="319896" y="56901"/>
                      <a:pt x="320261" y="59544"/>
                      <a:pt x="320990" y="61979"/>
                    </a:cubicBezTo>
                    <a:cubicBezTo>
                      <a:pt x="321719" y="64402"/>
                      <a:pt x="322787" y="66485"/>
                      <a:pt x="324167" y="68229"/>
                    </a:cubicBezTo>
                    <a:cubicBezTo>
                      <a:pt x="325560" y="70026"/>
                      <a:pt x="327227" y="71433"/>
                      <a:pt x="329167" y="72448"/>
                    </a:cubicBezTo>
                    <a:cubicBezTo>
                      <a:pt x="331120" y="73450"/>
                      <a:pt x="333308" y="73958"/>
                      <a:pt x="335730" y="73958"/>
                    </a:cubicBezTo>
                    <a:cubicBezTo>
                      <a:pt x="340938" y="73958"/>
                      <a:pt x="344974" y="72136"/>
                      <a:pt x="347813" y="68490"/>
                    </a:cubicBezTo>
                    <a:cubicBezTo>
                      <a:pt x="350664" y="64844"/>
                      <a:pt x="352084" y="60339"/>
                      <a:pt x="352084" y="55000"/>
                    </a:cubicBezTo>
                    <a:cubicBezTo>
                      <a:pt x="352084" y="52501"/>
                      <a:pt x="351745" y="50104"/>
                      <a:pt x="351042" y="47812"/>
                    </a:cubicBezTo>
                    <a:cubicBezTo>
                      <a:pt x="350352" y="45521"/>
                      <a:pt x="349310" y="43542"/>
                      <a:pt x="347917" y="41875"/>
                    </a:cubicBezTo>
                    <a:cubicBezTo>
                      <a:pt x="346602" y="40131"/>
                      <a:pt x="344935" y="38750"/>
                      <a:pt x="342917" y="37708"/>
                    </a:cubicBezTo>
                    <a:cubicBezTo>
                      <a:pt x="340912" y="36667"/>
                      <a:pt x="338581" y="36146"/>
                      <a:pt x="335938" y="36146"/>
                    </a:cubicBezTo>
                    <a:close/>
                    <a:moveTo>
                      <a:pt x="395209" y="11250"/>
                    </a:moveTo>
                    <a:lnTo>
                      <a:pt x="368334" y="55313"/>
                    </a:lnTo>
                    <a:lnTo>
                      <a:pt x="395000" y="55313"/>
                    </a:lnTo>
                    <a:lnTo>
                      <a:pt x="395000" y="20834"/>
                    </a:lnTo>
                    <a:close/>
                    <a:moveTo>
                      <a:pt x="251980" y="11250"/>
                    </a:moveTo>
                    <a:lnTo>
                      <a:pt x="225105" y="55313"/>
                    </a:lnTo>
                    <a:lnTo>
                      <a:pt x="251771" y="55313"/>
                    </a:lnTo>
                    <a:lnTo>
                      <a:pt x="251771" y="20834"/>
                    </a:lnTo>
                    <a:close/>
                    <a:moveTo>
                      <a:pt x="186875" y="11250"/>
                    </a:moveTo>
                    <a:lnTo>
                      <a:pt x="160000" y="55313"/>
                    </a:lnTo>
                    <a:lnTo>
                      <a:pt x="186667" y="55313"/>
                    </a:lnTo>
                    <a:lnTo>
                      <a:pt x="186667" y="20834"/>
                    </a:lnTo>
                    <a:close/>
                    <a:moveTo>
                      <a:pt x="452917" y="8334"/>
                    </a:moveTo>
                    <a:cubicBezTo>
                      <a:pt x="448542" y="8334"/>
                      <a:pt x="444831" y="9584"/>
                      <a:pt x="441771" y="12084"/>
                    </a:cubicBezTo>
                    <a:cubicBezTo>
                      <a:pt x="438724" y="14583"/>
                      <a:pt x="437188" y="17917"/>
                      <a:pt x="437188" y="22084"/>
                    </a:cubicBezTo>
                    <a:cubicBezTo>
                      <a:pt x="437188" y="26459"/>
                      <a:pt x="438685" y="29844"/>
                      <a:pt x="441667" y="32240"/>
                    </a:cubicBezTo>
                    <a:cubicBezTo>
                      <a:pt x="444662" y="34636"/>
                      <a:pt x="448412" y="35834"/>
                      <a:pt x="452917" y="35834"/>
                    </a:cubicBezTo>
                    <a:cubicBezTo>
                      <a:pt x="457292" y="35834"/>
                      <a:pt x="461016" y="34636"/>
                      <a:pt x="464063" y="32240"/>
                    </a:cubicBezTo>
                    <a:cubicBezTo>
                      <a:pt x="467123" y="29844"/>
                      <a:pt x="468646" y="26459"/>
                      <a:pt x="468646" y="22084"/>
                    </a:cubicBezTo>
                    <a:cubicBezTo>
                      <a:pt x="468646" y="17917"/>
                      <a:pt x="467123" y="14583"/>
                      <a:pt x="464063" y="12084"/>
                    </a:cubicBezTo>
                    <a:cubicBezTo>
                      <a:pt x="461016" y="9584"/>
                      <a:pt x="457292" y="8334"/>
                      <a:pt x="452917" y="8334"/>
                    </a:cubicBezTo>
                    <a:close/>
                    <a:moveTo>
                      <a:pt x="674272" y="7188"/>
                    </a:moveTo>
                    <a:cubicBezTo>
                      <a:pt x="670521" y="7188"/>
                      <a:pt x="667592" y="8399"/>
                      <a:pt x="665469" y="10834"/>
                    </a:cubicBezTo>
                    <a:cubicBezTo>
                      <a:pt x="663360" y="13255"/>
                      <a:pt x="661771" y="16172"/>
                      <a:pt x="660730" y="19584"/>
                    </a:cubicBezTo>
                    <a:cubicBezTo>
                      <a:pt x="659623" y="23047"/>
                      <a:pt x="658946" y="26719"/>
                      <a:pt x="658698" y="30573"/>
                    </a:cubicBezTo>
                    <a:cubicBezTo>
                      <a:pt x="658464" y="34428"/>
                      <a:pt x="658334" y="37812"/>
                      <a:pt x="658334" y="40729"/>
                    </a:cubicBezTo>
                    <a:cubicBezTo>
                      <a:pt x="658334" y="43646"/>
                      <a:pt x="658464" y="46992"/>
                      <a:pt x="658698" y="50782"/>
                    </a:cubicBezTo>
                    <a:cubicBezTo>
                      <a:pt x="658946" y="54557"/>
                      <a:pt x="659623" y="58190"/>
                      <a:pt x="660730" y="61667"/>
                    </a:cubicBezTo>
                    <a:cubicBezTo>
                      <a:pt x="661771" y="65065"/>
                      <a:pt x="663360" y="67943"/>
                      <a:pt x="665469" y="70313"/>
                    </a:cubicBezTo>
                    <a:cubicBezTo>
                      <a:pt x="667592" y="72669"/>
                      <a:pt x="670521" y="73854"/>
                      <a:pt x="674272" y="73854"/>
                    </a:cubicBezTo>
                    <a:cubicBezTo>
                      <a:pt x="678021" y="73854"/>
                      <a:pt x="681016" y="72669"/>
                      <a:pt x="683230" y="70313"/>
                    </a:cubicBezTo>
                    <a:cubicBezTo>
                      <a:pt x="685456" y="67943"/>
                      <a:pt x="687123" y="65065"/>
                      <a:pt x="688230" y="61667"/>
                    </a:cubicBezTo>
                    <a:cubicBezTo>
                      <a:pt x="689415" y="58190"/>
                      <a:pt x="690183" y="54557"/>
                      <a:pt x="690521" y="50782"/>
                    </a:cubicBezTo>
                    <a:cubicBezTo>
                      <a:pt x="690873" y="46992"/>
                      <a:pt x="691042" y="43646"/>
                      <a:pt x="691042" y="40729"/>
                    </a:cubicBezTo>
                    <a:cubicBezTo>
                      <a:pt x="691042" y="37812"/>
                      <a:pt x="690873" y="34428"/>
                      <a:pt x="690521" y="30573"/>
                    </a:cubicBezTo>
                    <a:cubicBezTo>
                      <a:pt x="690183" y="26719"/>
                      <a:pt x="689415" y="23047"/>
                      <a:pt x="688230" y="19584"/>
                    </a:cubicBezTo>
                    <a:cubicBezTo>
                      <a:pt x="687123" y="16172"/>
                      <a:pt x="685456" y="13255"/>
                      <a:pt x="683230" y="10834"/>
                    </a:cubicBezTo>
                    <a:cubicBezTo>
                      <a:pt x="681016" y="8399"/>
                      <a:pt x="678021" y="7188"/>
                      <a:pt x="674272" y="7188"/>
                    </a:cubicBezTo>
                    <a:close/>
                    <a:moveTo>
                      <a:pt x="609167" y="7188"/>
                    </a:moveTo>
                    <a:cubicBezTo>
                      <a:pt x="605417" y="7188"/>
                      <a:pt x="602488" y="8399"/>
                      <a:pt x="600365" y="10834"/>
                    </a:cubicBezTo>
                    <a:cubicBezTo>
                      <a:pt x="598256" y="13255"/>
                      <a:pt x="596667" y="16172"/>
                      <a:pt x="595626" y="19584"/>
                    </a:cubicBezTo>
                    <a:cubicBezTo>
                      <a:pt x="594519" y="23047"/>
                      <a:pt x="593842" y="26719"/>
                      <a:pt x="593594" y="30573"/>
                    </a:cubicBezTo>
                    <a:cubicBezTo>
                      <a:pt x="593360" y="34428"/>
                      <a:pt x="593230" y="37812"/>
                      <a:pt x="593230" y="40729"/>
                    </a:cubicBezTo>
                    <a:cubicBezTo>
                      <a:pt x="593230" y="43646"/>
                      <a:pt x="593360" y="46992"/>
                      <a:pt x="593594" y="50782"/>
                    </a:cubicBezTo>
                    <a:cubicBezTo>
                      <a:pt x="593842" y="54557"/>
                      <a:pt x="594519" y="58190"/>
                      <a:pt x="595626" y="61667"/>
                    </a:cubicBezTo>
                    <a:cubicBezTo>
                      <a:pt x="596667" y="65065"/>
                      <a:pt x="598256" y="67943"/>
                      <a:pt x="600365" y="70313"/>
                    </a:cubicBezTo>
                    <a:cubicBezTo>
                      <a:pt x="602488" y="72669"/>
                      <a:pt x="605417" y="73854"/>
                      <a:pt x="609167" y="73854"/>
                    </a:cubicBezTo>
                    <a:cubicBezTo>
                      <a:pt x="612917" y="73854"/>
                      <a:pt x="615912" y="72669"/>
                      <a:pt x="618126" y="70313"/>
                    </a:cubicBezTo>
                    <a:cubicBezTo>
                      <a:pt x="620352" y="67943"/>
                      <a:pt x="622019" y="65065"/>
                      <a:pt x="623126" y="61667"/>
                    </a:cubicBezTo>
                    <a:cubicBezTo>
                      <a:pt x="624311" y="58190"/>
                      <a:pt x="625079" y="54557"/>
                      <a:pt x="625417" y="50782"/>
                    </a:cubicBezTo>
                    <a:cubicBezTo>
                      <a:pt x="625769" y="46992"/>
                      <a:pt x="625938" y="43646"/>
                      <a:pt x="625938" y="40729"/>
                    </a:cubicBezTo>
                    <a:cubicBezTo>
                      <a:pt x="625938" y="37812"/>
                      <a:pt x="625769" y="34428"/>
                      <a:pt x="625417" y="30573"/>
                    </a:cubicBezTo>
                    <a:cubicBezTo>
                      <a:pt x="625079" y="26719"/>
                      <a:pt x="624311" y="23047"/>
                      <a:pt x="623126" y="19584"/>
                    </a:cubicBezTo>
                    <a:cubicBezTo>
                      <a:pt x="622019" y="16172"/>
                      <a:pt x="620352" y="13255"/>
                      <a:pt x="618126" y="10834"/>
                    </a:cubicBezTo>
                    <a:cubicBezTo>
                      <a:pt x="615912" y="8399"/>
                      <a:pt x="612917" y="7188"/>
                      <a:pt x="609167" y="7188"/>
                    </a:cubicBezTo>
                    <a:close/>
                    <a:moveTo>
                      <a:pt x="544063" y="7188"/>
                    </a:moveTo>
                    <a:cubicBezTo>
                      <a:pt x="540313" y="7188"/>
                      <a:pt x="537383" y="8399"/>
                      <a:pt x="535261" y="10834"/>
                    </a:cubicBezTo>
                    <a:cubicBezTo>
                      <a:pt x="533152" y="13255"/>
                      <a:pt x="531563" y="16172"/>
                      <a:pt x="530521" y="19584"/>
                    </a:cubicBezTo>
                    <a:cubicBezTo>
                      <a:pt x="529415" y="23047"/>
                      <a:pt x="528738" y="26719"/>
                      <a:pt x="528490" y="30573"/>
                    </a:cubicBezTo>
                    <a:cubicBezTo>
                      <a:pt x="528256" y="34428"/>
                      <a:pt x="528126" y="37812"/>
                      <a:pt x="528126" y="40729"/>
                    </a:cubicBezTo>
                    <a:cubicBezTo>
                      <a:pt x="528126" y="43646"/>
                      <a:pt x="528256" y="46992"/>
                      <a:pt x="528490" y="50782"/>
                    </a:cubicBezTo>
                    <a:cubicBezTo>
                      <a:pt x="528738" y="54557"/>
                      <a:pt x="529415" y="58190"/>
                      <a:pt x="530521" y="61667"/>
                    </a:cubicBezTo>
                    <a:cubicBezTo>
                      <a:pt x="531563" y="65065"/>
                      <a:pt x="533152" y="67943"/>
                      <a:pt x="535261" y="70313"/>
                    </a:cubicBezTo>
                    <a:cubicBezTo>
                      <a:pt x="537383" y="72669"/>
                      <a:pt x="540313" y="73854"/>
                      <a:pt x="544063" y="73854"/>
                    </a:cubicBezTo>
                    <a:cubicBezTo>
                      <a:pt x="547813" y="73854"/>
                      <a:pt x="550808" y="72669"/>
                      <a:pt x="553021" y="70313"/>
                    </a:cubicBezTo>
                    <a:cubicBezTo>
                      <a:pt x="555248" y="67943"/>
                      <a:pt x="556915" y="65065"/>
                      <a:pt x="558021" y="61667"/>
                    </a:cubicBezTo>
                    <a:cubicBezTo>
                      <a:pt x="559206" y="58190"/>
                      <a:pt x="559974" y="54557"/>
                      <a:pt x="560313" y="50782"/>
                    </a:cubicBezTo>
                    <a:cubicBezTo>
                      <a:pt x="560665" y="46992"/>
                      <a:pt x="560834" y="43646"/>
                      <a:pt x="560834" y="40729"/>
                    </a:cubicBezTo>
                    <a:cubicBezTo>
                      <a:pt x="560834" y="37812"/>
                      <a:pt x="560665" y="34428"/>
                      <a:pt x="560313" y="30573"/>
                    </a:cubicBezTo>
                    <a:cubicBezTo>
                      <a:pt x="559974" y="26719"/>
                      <a:pt x="559206" y="23047"/>
                      <a:pt x="558021" y="19584"/>
                    </a:cubicBezTo>
                    <a:cubicBezTo>
                      <a:pt x="556915" y="16172"/>
                      <a:pt x="555248" y="13255"/>
                      <a:pt x="553021" y="10834"/>
                    </a:cubicBezTo>
                    <a:cubicBezTo>
                      <a:pt x="550808" y="8399"/>
                      <a:pt x="547813" y="7188"/>
                      <a:pt x="544063" y="7188"/>
                    </a:cubicBezTo>
                    <a:close/>
                    <a:moveTo>
                      <a:pt x="95521" y="3125"/>
                    </a:moveTo>
                    <a:lnTo>
                      <a:pt x="135208" y="3125"/>
                    </a:lnTo>
                    <a:lnTo>
                      <a:pt x="135208" y="10208"/>
                    </a:lnTo>
                    <a:lnTo>
                      <a:pt x="101875" y="10208"/>
                    </a:lnTo>
                    <a:lnTo>
                      <a:pt x="100417" y="35834"/>
                    </a:lnTo>
                    <a:cubicBezTo>
                      <a:pt x="102019" y="33672"/>
                      <a:pt x="104297" y="31993"/>
                      <a:pt x="107240" y="30781"/>
                    </a:cubicBezTo>
                    <a:cubicBezTo>
                      <a:pt x="110196" y="29558"/>
                      <a:pt x="113542" y="28958"/>
                      <a:pt x="117292" y="28958"/>
                    </a:cubicBezTo>
                    <a:cubicBezTo>
                      <a:pt x="120287" y="28958"/>
                      <a:pt x="123099" y="29492"/>
                      <a:pt x="125729" y="30573"/>
                    </a:cubicBezTo>
                    <a:cubicBezTo>
                      <a:pt x="128373" y="31641"/>
                      <a:pt x="130704" y="33255"/>
                      <a:pt x="132709" y="35417"/>
                    </a:cubicBezTo>
                    <a:cubicBezTo>
                      <a:pt x="134662" y="37565"/>
                      <a:pt x="136224" y="40261"/>
                      <a:pt x="137396" y="43490"/>
                    </a:cubicBezTo>
                    <a:cubicBezTo>
                      <a:pt x="138581" y="46719"/>
                      <a:pt x="139167" y="50521"/>
                      <a:pt x="139167" y="54896"/>
                    </a:cubicBezTo>
                    <a:cubicBezTo>
                      <a:pt x="139167" y="58711"/>
                      <a:pt x="138594" y="62214"/>
                      <a:pt x="137448" y="65417"/>
                    </a:cubicBezTo>
                    <a:cubicBezTo>
                      <a:pt x="136302" y="68607"/>
                      <a:pt x="134688" y="71355"/>
                      <a:pt x="132605" y="73646"/>
                    </a:cubicBezTo>
                    <a:cubicBezTo>
                      <a:pt x="130456" y="75938"/>
                      <a:pt x="127904" y="77721"/>
                      <a:pt x="124948" y="79010"/>
                    </a:cubicBezTo>
                    <a:cubicBezTo>
                      <a:pt x="122006" y="80287"/>
                      <a:pt x="118724" y="80938"/>
                      <a:pt x="115105" y="80938"/>
                    </a:cubicBezTo>
                    <a:cubicBezTo>
                      <a:pt x="108516" y="80938"/>
                      <a:pt x="102956" y="79193"/>
                      <a:pt x="98438" y="75730"/>
                    </a:cubicBezTo>
                    <a:cubicBezTo>
                      <a:pt x="93933" y="72253"/>
                      <a:pt x="91498" y="67214"/>
                      <a:pt x="91146" y="60625"/>
                    </a:cubicBezTo>
                    <a:lnTo>
                      <a:pt x="99375" y="60625"/>
                    </a:lnTo>
                    <a:cubicBezTo>
                      <a:pt x="100000" y="64857"/>
                      <a:pt x="101771" y="68138"/>
                      <a:pt x="104688" y="70469"/>
                    </a:cubicBezTo>
                    <a:cubicBezTo>
                      <a:pt x="107604" y="72787"/>
                      <a:pt x="111185" y="73958"/>
                      <a:pt x="115417" y="73958"/>
                    </a:cubicBezTo>
                    <a:cubicBezTo>
                      <a:pt x="119792" y="73958"/>
                      <a:pt x="123464" y="72253"/>
                      <a:pt x="126406" y="68855"/>
                    </a:cubicBezTo>
                    <a:cubicBezTo>
                      <a:pt x="129362" y="65443"/>
                      <a:pt x="130833" y="60833"/>
                      <a:pt x="130833" y="55000"/>
                    </a:cubicBezTo>
                    <a:cubicBezTo>
                      <a:pt x="130833" y="48607"/>
                      <a:pt x="129375" y="43815"/>
                      <a:pt x="126458" y="40625"/>
                    </a:cubicBezTo>
                    <a:cubicBezTo>
                      <a:pt x="123542" y="37422"/>
                      <a:pt x="119896" y="35834"/>
                      <a:pt x="115521" y="35834"/>
                    </a:cubicBezTo>
                    <a:cubicBezTo>
                      <a:pt x="112058" y="35834"/>
                      <a:pt x="108997" y="36719"/>
                      <a:pt x="106354" y="38490"/>
                    </a:cubicBezTo>
                    <a:cubicBezTo>
                      <a:pt x="103724" y="40261"/>
                      <a:pt x="101979" y="42670"/>
                      <a:pt x="101146" y="45729"/>
                    </a:cubicBezTo>
                    <a:cubicBezTo>
                      <a:pt x="101016" y="46068"/>
                      <a:pt x="100912" y="46354"/>
                      <a:pt x="100834" y="46562"/>
                    </a:cubicBezTo>
                    <a:cubicBezTo>
                      <a:pt x="100768" y="46771"/>
                      <a:pt x="100664" y="46941"/>
                      <a:pt x="100521" y="47084"/>
                    </a:cubicBezTo>
                    <a:cubicBezTo>
                      <a:pt x="100391" y="47214"/>
                      <a:pt x="100195" y="47318"/>
                      <a:pt x="99948" y="47396"/>
                    </a:cubicBezTo>
                    <a:cubicBezTo>
                      <a:pt x="99714" y="47461"/>
                      <a:pt x="99414" y="47500"/>
                      <a:pt x="99063" y="47500"/>
                    </a:cubicBezTo>
                    <a:lnTo>
                      <a:pt x="94063" y="47500"/>
                    </a:lnTo>
                    <a:cubicBezTo>
                      <a:pt x="93438" y="47500"/>
                      <a:pt x="93060" y="47409"/>
                      <a:pt x="92917" y="47239"/>
                    </a:cubicBezTo>
                    <a:cubicBezTo>
                      <a:pt x="92787" y="47057"/>
                      <a:pt x="92709" y="46628"/>
                      <a:pt x="92709" y="45938"/>
                    </a:cubicBezTo>
                    <a:lnTo>
                      <a:pt x="93854" y="5105"/>
                    </a:lnTo>
                    <a:cubicBezTo>
                      <a:pt x="93854" y="4336"/>
                      <a:pt x="93985" y="3815"/>
                      <a:pt x="94219" y="3542"/>
                    </a:cubicBezTo>
                    <a:cubicBezTo>
                      <a:pt x="94466" y="3255"/>
                      <a:pt x="94896" y="3125"/>
                      <a:pt x="95521" y="3125"/>
                    </a:cubicBezTo>
                    <a:close/>
                    <a:moveTo>
                      <a:pt x="4375" y="3125"/>
                    </a:moveTo>
                    <a:lnTo>
                      <a:pt x="44063" y="3125"/>
                    </a:lnTo>
                    <a:lnTo>
                      <a:pt x="44063" y="10208"/>
                    </a:lnTo>
                    <a:lnTo>
                      <a:pt x="10729" y="10208"/>
                    </a:lnTo>
                    <a:lnTo>
                      <a:pt x="9271" y="35834"/>
                    </a:lnTo>
                    <a:cubicBezTo>
                      <a:pt x="10873" y="33672"/>
                      <a:pt x="13151" y="31993"/>
                      <a:pt x="16094" y="30781"/>
                    </a:cubicBezTo>
                    <a:cubicBezTo>
                      <a:pt x="19050" y="29558"/>
                      <a:pt x="22396" y="28958"/>
                      <a:pt x="26146" y="28958"/>
                    </a:cubicBezTo>
                    <a:cubicBezTo>
                      <a:pt x="29141" y="28958"/>
                      <a:pt x="31953" y="29492"/>
                      <a:pt x="34583" y="30573"/>
                    </a:cubicBezTo>
                    <a:cubicBezTo>
                      <a:pt x="37227" y="31641"/>
                      <a:pt x="39558" y="33255"/>
                      <a:pt x="41563" y="35417"/>
                    </a:cubicBezTo>
                    <a:cubicBezTo>
                      <a:pt x="43516" y="37565"/>
                      <a:pt x="45078" y="40261"/>
                      <a:pt x="46250" y="43490"/>
                    </a:cubicBezTo>
                    <a:cubicBezTo>
                      <a:pt x="47435" y="46719"/>
                      <a:pt x="48021" y="50521"/>
                      <a:pt x="48021" y="54896"/>
                    </a:cubicBezTo>
                    <a:cubicBezTo>
                      <a:pt x="48021" y="58711"/>
                      <a:pt x="47448" y="62214"/>
                      <a:pt x="46302" y="65417"/>
                    </a:cubicBezTo>
                    <a:cubicBezTo>
                      <a:pt x="45157" y="68607"/>
                      <a:pt x="43542" y="71355"/>
                      <a:pt x="41459" y="73646"/>
                    </a:cubicBezTo>
                    <a:cubicBezTo>
                      <a:pt x="39310" y="75938"/>
                      <a:pt x="36758" y="77721"/>
                      <a:pt x="33802" y="79010"/>
                    </a:cubicBezTo>
                    <a:cubicBezTo>
                      <a:pt x="30860" y="80287"/>
                      <a:pt x="27578" y="80938"/>
                      <a:pt x="23959" y="80938"/>
                    </a:cubicBezTo>
                    <a:cubicBezTo>
                      <a:pt x="17370" y="80938"/>
                      <a:pt x="11810" y="79193"/>
                      <a:pt x="7292" y="75730"/>
                    </a:cubicBezTo>
                    <a:cubicBezTo>
                      <a:pt x="2787" y="72253"/>
                      <a:pt x="352" y="67214"/>
                      <a:pt x="0" y="60625"/>
                    </a:cubicBezTo>
                    <a:lnTo>
                      <a:pt x="8229" y="60625"/>
                    </a:lnTo>
                    <a:cubicBezTo>
                      <a:pt x="8854" y="64857"/>
                      <a:pt x="10625" y="68138"/>
                      <a:pt x="13542" y="70469"/>
                    </a:cubicBezTo>
                    <a:cubicBezTo>
                      <a:pt x="16458" y="72787"/>
                      <a:pt x="20039" y="73958"/>
                      <a:pt x="24271" y="73958"/>
                    </a:cubicBezTo>
                    <a:cubicBezTo>
                      <a:pt x="28646" y="73958"/>
                      <a:pt x="32318" y="72253"/>
                      <a:pt x="35261" y="68855"/>
                    </a:cubicBezTo>
                    <a:cubicBezTo>
                      <a:pt x="38217" y="65443"/>
                      <a:pt x="39688" y="60833"/>
                      <a:pt x="39688" y="55000"/>
                    </a:cubicBezTo>
                    <a:cubicBezTo>
                      <a:pt x="39688" y="48607"/>
                      <a:pt x="38229" y="43815"/>
                      <a:pt x="35313" y="40625"/>
                    </a:cubicBezTo>
                    <a:cubicBezTo>
                      <a:pt x="32396" y="37422"/>
                      <a:pt x="28750" y="35834"/>
                      <a:pt x="24375" y="35834"/>
                    </a:cubicBezTo>
                    <a:cubicBezTo>
                      <a:pt x="20912" y="35834"/>
                      <a:pt x="17852" y="36719"/>
                      <a:pt x="15208" y="38490"/>
                    </a:cubicBezTo>
                    <a:cubicBezTo>
                      <a:pt x="12578" y="40261"/>
                      <a:pt x="10833" y="42670"/>
                      <a:pt x="10000" y="45729"/>
                    </a:cubicBezTo>
                    <a:cubicBezTo>
                      <a:pt x="9870" y="46068"/>
                      <a:pt x="9766" y="46354"/>
                      <a:pt x="9688" y="46562"/>
                    </a:cubicBezTo>
                    <a:cubicBezTo>
                      <a:pt x="9623" y="46771"/>
                      <a:pt x="9518" y="46941"/>
                      <a:pt x="9375" y="47084"/>
                    </a:cubicBezTo>
                    <a:cubicBezTo>
                      <a:pt x="9245" y="47214"/>
                      <a:pt x="9050" y="47318"/>
                      <a:pt x="8802" y="47396"/>
                    </a:cubicBezTo>
                    <a:cubicBezTo>
                      <a:pt x="8568" y="47461"/>
                      <a:pt x="8268" y="47500"/>
                      <a:pt x="7917" y="47500"/>
                    </a:cubicBezTo>
                    <a:lnTo>
                      <a:pt x="2917" y="47500"/>
                    </a:lnTo>
                    <a:cubicBezTo>
                      <a:pt x="2292" y="47500"/>
                      <a:pt x="1914" y="47409"/>
                      <a:pt x="1771" y="47239"/>
                    </a:cubicBezTo>
                    <a:cubicBezTo>
                      <a:pt x="1641" y="47057"/>
                      <a:pt x="1563" y="46628"/>
                      <a:pt x="1563" y="45938"/>
                    </a:cubicBezTo>
                    <a:lnTo>
                      <a:pt x="2708" y="5105"/>
                    </a:lnTo>
                    <a:cubicBezTo>
                      <a:pt x="2708" y="4336"/>
                      <a:pt x="2839" y="3815"/>
                      <a:pt x="3073" y="3542"/>
                    </a:cubicBezTo>
                    <a:cubicBezTo>
                      <a:pt x="3320" y="3255"/>
                      <a:pt x="3750" y="3125"/>
                      <a:pt x="4375" y="3125"/>
                    </a:cubicBezTo>
                    <a:close/>
                    <a:moveTo>
                      <a:pt x="393855" y="1980"/>
                    </a:moveTo>
                    <a:lnTo>
                      <a:pt x="400938" y="1980"/>
                    </a:lnTo>
                    <a:cubicBezTo>
                      <a:pt x="401706" y="1980"/>
                      <a:pt x="402227" y="2110"/>
                      <a:pt x="402500" y="2396"/>
                    </a:cubicBezTo>
                    <a:cubicBezTo>
                      <a:pt x="402787" y="2669"/>
                      <a:pt x="402917" y="3190"/>
                      <a:pt x="402917" y="3959"/>
                    </a:cubicBezTo>
                    <a:lnTo>
                      <a:pt x="402917" y="55313"/>
                    </a:lnTo>
                    <a:lnTo>
                      <a:pt x="414271" y="55313"/>
                    </a:lnTo>
                    <a:lnTo>
                      <a:pt x="414271" y="62500"/>
                    </a:lnTo>
                    <a:lnTo>
                      <a:pt x="402917" y="62500"/>
                    </a:lnTo>
                    <a:lnTo>
                      <a:pt x="402917" y="79167"/>
                    </a:lnTo>
                    <a:lnTo>
                      <a:pt x="394792" y="79167"/>
                    </a:lnTo>
                    <a:lnTo>
                      <a:pt x="394792" y="62500"/>
                    </a:lnTo>
                    <a:lnTo>
                      <a:pt x="362396" y="62500"/>
                    </a:lnTo>
                    <a:cubicBezTo>
                      <a:pt x="361641" y="62500"/>
                      <a:pt x="361120" y="62357"/>
                      <a:pt x="360834" y="62083"/>
                    </a:cubicBezTo>
                    <a:cubicBezTo>
                      <a:pt x="360560" y="61797"/>
                      <a:pt x="360417" y="61276"/>
                      <a:pt x="360417" y="60521"/>
                    </a:cubicBezTo>
                    <a:lnTo>
                      <a:pt x="360417" y="56146"/>
                    </a:lnTo>
                    <a:cubicBezTo>
                      <a:pt x="360417" y="55652"/>
                      <a:pt x="360508" y="55157"/>
                      <a:pt x="360677" y="54636"/>
                    </a:cubicBezTo>
                    <a:cubicBezTo>
                      <a:pt x="360860" y="54115"/>
                      <a:pt x="361081" y="53646"/>
                      <a:pt x="361355" y="53229"/>
                    </a:cubicBezTo>
                    <a:lnTo>
                      <a:pt x="391771" y="3334"/>
                    </a:lnTo>
                    <a:cubicBezTo>
                      <a:pt x="391979" y="2917"/>
                      <a:pt x="392266" y="2578"/>
                      <a:pt x="392604" y="2344"/>
                    </a:cubicBezTo>
                    <a:cubicBezTo>
                      <a:pt x="392956" y="2096"/>
                      <a:pt x="393373" y="1980"/>
                      <a:pt x="393855" y="1980"/>
                    </a:cubicBezTo>
                    <a:close/>
                    <a:moveTo>
                      <a:pt x="250625" y="1980"/>
                    </a:moveTo>
                    <a:lnTo>
                      <a:pt x="257709" y="1980"/>
                    </a:lnTo>
                    <a:cubicBezTo>
                      <a:pt x="258477" y="1980"/>
                      <a:pt x="258998" y="2110"/>
                      <a:pt x="259271" y="2396"/>
                    </a:cubicBezTo>
                    <a:cubicBezTo>
                      <a:pt x="259558" y="2669"/>
                      <a:pt x="259688" y="3190"/>
                      <a:pt x="259688" y="3959"/>
                    </a:cubicBezTo>
                    <a:lnTo>
                      <a:pt x="259688" y="55313"/>
                    </a:lnTo>
                    <a:lnTo>
                      <a:pt x="271042" y="55313"/>
                    </a:lnTo>
                    <a:lnTo>
                      <a:pt x="271042" y="62500"/>
                    </a:lnTo>
                    <a:lnTo>
                      <a:pt x="259688" y="62500"/>
                    </a:lnTo>
                    <a:lnTo>
                      <a:pt x="259688" y="79167"/>
                    </a:lnTo>
                    <a:lnTo>
                      <a:pt x="251563" y="79167"/>
                    </a:lnTo>
                    <a:lnTo>
                      <a:pt x="251563" y="62500"/>
                    </a:lnTo>
                    <a:lnTo>
                      <a:pt x="219167" y="62500"/>
                    </a:lnTo>
                    <a:cubicBezTo>
                      <a:pt x="218412" y="62500"/>
                      <a:pt x="217891" y="62357"/>
                      <a:pt x="217604" y="62083"/>
                    </a:cubicBezTo>
                    <a:cubicBezTo>
                      <a:pt x="217331" y="61797"/>
                      <a:pt x="217188" y="61276"/>
                      <a:pt x="217188" y="60521"/>
                    </a:cubicBezTo>
                    <a:lnTo>
                      <a:pt x="217188" y="56146"/>
                    </a:lnTo>
                    <a:cubicBezTo>
                      <a:pt x="217188" y="55652"/>
                      <a:pt x="217279" y="55157"/>
                      <a:pt x="217448" y="54636"/>
                    </a:cubicBezTo>
                    <a:cubicBezTo>
                      <a:pt x="217631" y="54115"/>
                      <a:pt x="217852" y="53646"/>
                      <a:pt x="218125" y="53229"/>
                    </a:cubicBezTo>
                    <a:lnTo>
                      <a:pt x="248542" y="3334"/>
                    </a:lnTo>
                    <a:cubicBezTo>
                      <a:pt x="248750" y="2917"/>
                      <a:pt x="249037" y="2578"/>
                      <a:pt x="249375" y="2344"/>
                    </a:cubicBezTo>
                    <a:cubicBezTo>
                      <a:pt x="249727" y="2096"/>
                      <a:pt x="250143" y="1980"/>
                      <a:pt x="250625" y="1980"/>
                    </a:cubicBezTo>
                    <a:close/>
                    <a:moveTo>
                      <a:pt x="185521" y="1980"/>
                    </a:moveTo>
                    <a:lnTo>
                      <a:pt x="192605" y="1980"/>
                    </a:lnTo>
                    <a:cubicBezTo>
                      <a:pt x="193373" y="1980"/>
                      <a:pt x="193894" y="2110"/>
                      <a:pt x="194167" y="2396"/>
                    </a:cubicBezTo>
                    <a:cubicBezTo>
                      <a:pt x="194454" y="2669"/>
                      <a:pt x="194583" y="3190"/>
                      <a:pt x="194583" y="3959"/>
                    </a:cubicBezTo>
                    <a:lnTo>
                      <a:pt x="194583" y="55313"/>
                    </a:lnTo>
                    <a:lnTo>
                      <a:pt x="205938" y="55313"/>
                    </a:lnTo>
                    <a:lnTo>
                      <a:pt x="205938" y="62500"/>
                    </a:lnTo>
                    <a:lnTo>
                      <a:pt x="194583" y="62500"/>
                    </a:lnTo>
                    <a:lnTo>
                      <a:pt x="194583" y="79167"/>
                    </a:lnTo>
                    <a:lnTo>
                      <a:pt x="186459" y="79167"/>
                    </a:lnTo>
                    <a:lnTo>
                      <a:pt x="186459" y="62500"/>
                    </a:lnTo>
                    <a:lnTo>
                      <a:pt x="154063" y="62500"/>
                    </a:lnTo>
                    <a:cubicBezTo>
                      <a:pt x="153308" y="62500"/>
                      <a:pt x="152787" y="62357"/>
                      <a:pt x="152500" y="62083"/>
                    </a:cubicBezTo>
                    <a:cubicBezTo>
                      <a:pt x="152227" y="61797"/>
                      <a:pt x="152084" y="61276"/>
                      <a:pt x="152084" y="60521"/>
                    </a:cubicBezTo>
                    <a:lnTo>
                      <a:pt x="152084" y="56146"/>
                    </a:lnTo>
                    <a:cubicBezTo>
                      <a:pt x="152084" y="55652"/>
                      <a:pt x="152175" y="55157"/>
                      <a:pt x="152344" y="54636"/>
                    </a:cubicBezTo>
                    <a:cubicBezTo>
                      <a:pt x="152526" y="54115"/>
                      <a:pt x="152748" y="53646"/>
                      <a:pt x="153021" y="53229"/>
                    </a:cubicBezTo>
                    <a:lnTo>
                      <a:pt x="183438" y="3334"/>
                    </a:lnTo>
                    <a:cubicBezTo>
                      <a:pt x="183646" y="2917"/>
                      <a:pt x="183932" y="2578"/>
                      <a:pt x="184271" y="2344"/>
                    </a:cubicBezTo>
                    <a:cubicBezTo>
                      <a:pt x="184623" y="2096"/>
                      <a:pt x="185039" y="1980"/>
                      <a:pt x="185521" y="1980"/>
                    </a:cubicBezTo>
                    <a:close/>
                    <a:moveTo>
                      <a:pt x="336771" y="1458"/>
                    </a:moveTo>
                    <a:cubicBezTo>
                      <a:pt x="343099" y="1458"/>
                      <a:pt x="348230" y="3242"/>
                      <a:pt x="352188" y="6824"/>
                    </a:cubicBezTo>
                    <a:cubicBezTo>
                      <a:pt x="356146" y="10391"/>
                      <a:pt x="358477" y="15209"/>
                      <a:pt x="359167" y="21250"/>
                    </a:cubicBezTo>
                    <a:lnTo>
                      <a:pt x="350938" y="21250"/>
                    </a:lnTo>
                    <a:cubicBezTo>
                      <a:pt x="350729" y="17357"/>
                      <a:pt x="349271" y="14245"/>
                      <a:pt x="346563" y="11927"/>
                    </a:cubicBezTo>
                    <a:cubicBezTo>
                      <a:pt x="343855" y="9596"/>
                      <a:pt x="340625" y="8438"/>
                      <a:pt x="336875" y="8438"/>
                    </a:cubicBezTo>
                    <a:cubicBezTo>
                      <a:pt x="333204" y="8438"/>
                      <a:pt x="330144" y="9584"/>
                      <a:pt x="327709" y="11876"/>
                    </a:cubicBezTo>
                    <a:cubicBezTo>
                      <a:pt x="325287" y="14167"/>
                      <a:pt x="323334" y="17045"/>
                      <a:pt x="321875" y="20521"/>
                    </a:cubicBezTo>
                    <a:cubicBezTo>
                      <a:pt x="320417" y="23920"/>
                      <a:pt x="319401" y="27630"/>
                      <a:pt x="318802" y="31667"/>
                    </a:cubicBezTo>
                    <a:cubicBezTo>
                      <a:pt x="318217" y="35690"/>
                      <a:pt x="317917" y="39440"/>
                      <a:pt x="317917" y="42917"/>
                    </a:cubicBezTo>
                    <a:cubicBezTo>
                      <a:pt x="319454" y="38464"/>
                      <a:pt x="322019" y="35156"/>
                      <a:pt x="325626" y="32969"/>
                    </a:cubicBezTo>
                    <a:cubicBezTo>
                      <a:pt x="329245" y="30781"/>
                      <a:pt x="333373" y="29688"/>
                      <a:pt x="338021" y="29688"/>
                    </a:cubicBezTo>
                    <a:cubicBezTo>
                      <a:pt x="344896" y="29688"/>
                      <a:pt x="350339" y="32005"/>
                      <a:pt x="354323" y="36667"/>
                    </a:cubicBezTo>
                    <a:cubicBezTo>
                      <a:pt x="358321" y="41316"/>
                      <a:pt x="360313" y="47500"/>
                      <a:pt x="360313" y="55208"/>
                    </a:cubicBezTo>
                    <a:cubicBezTo>
                      <a:pt x="360313" y="58816"/>
                      <a:pt x="359779" y="62188"/>
                      <a:pt x="358698" y="65312"/>
                    </a:cubicBezTo>
                    <a:cubicBezTo>
                      <a:pt x="357630" y="68438"/>
                      <a:pt x="356042" y="71172"/>
                      <a:pt x="353959" y="73542"/>
                    </a:cubicBezTo>
                    <a:cubicBezTo>
                      <a:pt x="351953" y="75834"/>
                      <a:pt x="349480" y="77631"/>
                      <a:pt x="346563" y="78959"/>
                    </a:cubicBezTo>
                    <a:cubicBezTo>
                      <a:pt x="343646" y="80274"/>
                      <a:pt x="340352" y="80938"/>
                      <a:pt x="336667" y="80938"/>
                    </a:cubicBezTo>
                    <a:cubicBezTo>
                      <a:pt x="330912" y="80938"/>
                      <a:pt x="326029" y="79428"/>
                      <a:pt x="322032" y="76407"/>
                    </a:cubicBezTo>
                    <a:cubicBezTo>
                      <a:pt x="318047" y="73386"/>
                      <a:pt x="315248" y="69544"/>
                      <a:pt x="313646" y="64896"/>
                    </a:cubicBezTo>
                    <a:cubicBezTo>
                      <a:pt x="312605" y="62044"/>
                      <a:pt x="311862" y="58971"/>
                      <a:pt x="311407" y="55677"/>
                    </a:cubicBezTo>
                    <a:cubicBezTo>
                      <a:pt x="310964" y="52370"/>
                      <a:pt x="310730" y="48334"/>
                      <a:pt x="310730" y="43542"/>
                    </a:cubicBezTo>
                    <a:cubicBezTo>
                      <a:pt x="310730" y="36589"/>
                      <a:pt x="311380" y="30495"/>
                      <a:pt x="312657" y="25260"/>
                    </a:cubicBezTo>
                    <a:cubicBezTo>
                      <a:pt x="313946" y="20014"/>
                      <a:pt x="315768" y="15625"/>
                      <a:pt x="318125" y="12084"/>
                    </a:cubicBezTo>
                    <a:cubicBezTo>
                      <a:pt x="320417" y="8607"/>
                      <a:pt x="323164" y="5964"/>
                      <a:pt x="326355" y="4167"/>
                    </a:cubicBezTo>
                    <a:cubicBezTo>
                      <a:pt x="329558" y="2357"/>
                      <a:pt x="333021" y="1458"/>
                      <a:pt x="336771" y="1458"/>
                    </a:cubicBezTo>
                    <a:close/>
                    <a:moveTo>
                      <a:pt x="452917" y="1354"/>
                    </a:moveTo>
                    <a:cubicBezTo>
                      <a:pt x="460000" y="1354"/>
                      <a:pt x="465782" y="3151"/>
                      <a:pt x="470261" y="6771"/>
                    </a:cubicBezTo>
                    <a:cubicBezTo>
                      <a:pt x="474740" y="10378"/>
                      <a:pt x="476980" y="15443"/>
                      <a:pt x="476980" y="21979"/>
                    </a:cubicBezTo>
                    <a:cubicBezTo>
                      <a:pt x="476980" y="23855"/>
                      <a:pt x="476654" y="25729"/>
                      <a:pt x="475990" y="27604"/>
                    </a:cubicBezTo>
                    <a:cubicBezTo>
                      <a:pt x="475339" y="29480"/>
                      <a:pt x="474415" y="31250"/>
                      <a:pt x="473230" y="32917"/>
                    </a:cubicBezTo>
                    <a:cubicBezTo>
                      <a:pt x="471980" y="34583"/>
                      <a:pt x="470521" y="36055"/>
                      <a:pt x="468855" y="37344"/>
                    </a:cubicBezTo>
                    <a:cubicBezTo>
                      <a:pt x="467188" y="38620"/>
                      <a:pt x="465352" y="39545"/>
                      <a:pt x="463334" y="40104"/>
                    </a:cubicBezTo>
                    <a:cubicBezTo>
                      <a:pt x="467917" y="41355"/>
                      <a:pt x="471498" y="43620"/>
                      <a:pt x="474063" y="46927"/>
                    </a:cubicBezTo>
                    <a:cubicBezTo>
                      <a:pt x="476641" y="50221"/>
                      <a:pt x="477917" y="54088"/>
                      <a:pt x="477917" y="58542"/>
                    </a:cubicBezTo>
                    <a:cubicBezTo>
                      <a:pt x="477852" y="65691"/>
                      <a:pt x="475508" y="71198"/>
                      <a:pt x="470886" y="75053"/>
                    </a:cubicBezTo>
                    <a:cubicBezTo>
                      <a:pt x="466277" y="78906"/>
                      <a:pt x="460248" y="80833"/>
                      <a:pt x="452813" y="80833"/>
                    </a:cubicBezTo>
                    <a:cubicBezTo>
                      <a:pt x="445313" y="80833"/>
                      <a:pt x="439297" y="78906"/>
                      <a:pt x="434740" y="75053"/>
                    </a:cubicBezTo>
                    <a:cubicBezTo>
                      <a:pt x="430196" y="71198"/>
                      <a:pt x="427917" y="65691"/>
                      <a:pt x="427917" y="58542"/>
                    </a:cubicBezTo>
                    <a:cubicBezTo>
                      <a:pt x="427917" y="54649"/>
                      <a:pt x="429167" y="50951"/>
                      <a:pt x="431667" y="47448"/>
                    </a:cubicBezTo>
                    <a:cubicBezTo>
                      <a:pt x="434167" y="43933"/>
                      <a:pt x="437813" y="41355"/>
                      <a:pt x="442604" y="39688"/>
                    </a:cubicBezTo>
                    <a:cubicBezTo>
                      <a:pt x="438229" y="38854"/>
                      <a:pt x="434844" y="36732"/>
                      <a:pt x="432448" y="33333"/>
                    </a:cubicBezTo>
                    <a:cubicBezTo>
                      <a:pt x="430053" y="29922"/>
                      <a:pt x="428854" y="26146"/>
                      <a:pt x="428854" y="21979"/>
                    </a:cubicBezTo>
                    <a:cubicBezTo>
                      <a:pt x="428854" y="15443"/>
                      <a:pt x="431081" y="10378"/>
                      <a:pt x="435521" y="6771"/>
                    </a:cubicBezTo>
                    <a:cubicBezTo>
                      <a:pt x="439974" y="3151"/>
                      <a:pt x="445769" y="1354"/>
                      <a:pt x="452917" y="1354"/>
                    </a:cubicBezTo>
                    <a:close/>
                    <a:moveTo>
                      <a:pt x="674272" y="0"/>
                    </a:moveTo>
                    <a:cubicBezTo>
                      <a:pt x="679480" y="0"/>
                      <a:pt x="683738" y="1211"/>
                      <a:pt x="687032" y="3646"/>
                    </a:cubicBezTo>
                    <a:cubicBezTo>
                      <a:pt x="690339" y="6068"/>
                      <a:pt x="692917" y="9193"/>
                      <a:pt x="694792" y="13021"/>
                    </a:cubicBezTo>
                    <a:cubicBezTo>
                      <a:pt x="696667" y="16902"/>
                      <a:pt x="697956" y="21276"/>
                      <a:pt x="698646" y="26146"/>
                    </a:cubicBezTo>
                    <a:cubicBezTo>
                      <a:pt x="699350" y="31003"/>
                      <a:pt x="699688" y="35860"/>
                      <a:pt x="699688" y="40729"/>
                    </a:cubicBezTo>
                    <a:cubicBezTo>
                      <a:pt x="699688" y="45652"/>
                      <a:pt x="699350" y="50521"/>
                      <a:pt x="698646" y="55313"/>
                    </a:cubicBezTo>
                    <a:cubicBezTo>
                      <a:pt x="697956" y="60105"/>
                      <a:pt x="696667" y="64441"/>
                      <a:pt x="694792" y="68334"/>
                    </a:cubicBezTo>
                    <a:cubicBezTo>
                      <a:pt x="692917" y="72149"/>
                      <a:pt x="690339" y="75235"/>
                      <a:pt x="687032" y="77604"/>
                    </a:cubicBezTo>
                    <a:cubicBezTo>
                      <a:pt x="683738" y="79961"/>
                      <a:pt x="679480" y="81146"/>
                      <a:pt x="674272" y="81146"/>
                    </a:cubicBezTo>
                    <a:cubicBezTo>
                      <a:pt x="669141" y="81146"/>
                      <a:pt x="664949" y="79961"/>
                      <a:pt x="661719" y="77604"/>
                    </a:cubicBezTo>
                    <a:cubicBezTo>
                      <a:pt x="658490" y="75235"/>
                      <a:pt x="656016" y="72149"/>
                      <a:pt x="654271" y="68334"/>
                    </a:cubicBezTo>
                    <a:cubicBezTo>
                      <a:pt x="652475" y="64441"/>
                      <a:pt x="651251" y="60105"/>
                      <a:pt x="650626" y="55313"/>
                    </a:cubicBezTo>
                    <a:cubicBezTo>
                      <a:pt x="650001" y="50521"/>
                      <a:pt x="649688" y="45652"/>
                      <a:pt x="649688" y="40729"/>
                    </a:cubicBezTo>
                    <a:cubicBezTo>
                      <a:pt x="649688" y="35860"/>
                      <a:pt x="650001" y="31003"/>
                      <a:pt x="650626" y="26146"/>
                    </a:cubicBezTo>
                    <a:cubicBezTo>
                      <a:pt x="651251" y="21276"/>
                      <a:pt x="652475" y="16902"/>
                      <a:pt x="654271" y="13021"/>
                    </a:cubicBezTo>
                    <a:cubicBezTo>
                      <a:pt x="656016" y="9193"/>
                      <a:pt x="658490" y="6068"/>
                      <a:pt x="661719" y="3646"/>
                    </a:cubicBezTo>
                    <a:cubicBezTo>
                      <a:pt x="664949" y="1211"/>
                      <a:pt x="669141" y="0"/>
                      <a:pt x="674272" y="0"/>
                    </a:cubicBezTo>
                    <a:close/>
                    <a:moveTo>
                      <a:pt x="609167" y="0"/>
                    </a:moveTo>
                    <a:cubicBezTo>
                      <a:pt x="614376" y="0"/>
                      <a:pt x="618633" y="1211"/>
                      <a:pt x="621928" y="3646"/>
                    </a:cubicBezTo>
                    <a:cubicBezTo>
                      <a:pt x="625235" y="6068"/>
                      <a:pt x="627813" y="9193"/>
                      <a:pt x="629688" y="13021"/>
                    </a:cubicBezTo>
                    <a:cubicBezTo>
                      <a:pt x="631563" y="16902"/>
                      <a:pt x="632852" y="21276"/>
                      <a:pt x="633542" y="26146"/>
                    </a:cubicBezTo>
                    <a:cubicBezTo>
                      <a:pt x="634245" y="31003"/>
                      <a:pt x="634584" y="35860"/>
                      <a:pt x="634584" y="40729"/>
                    </a:cubicBezTo>
                    <a:cubicBezTo>
                      <a:pt x="634584" y="45652"/>
                      <a:pt x="634245" y="50521"/>
                      <a:pt x="633542" y="55313"/>
                    </a:cubicBezTo>
                    <a:cubicBezTo>
                      <a:pt x="632852" y="60105"/>
                      <a:pt x="631563" y="64441"/>
                      <a:pt x="629688" y="68334"/>
                    </a:cubicBezTo>
                    <a:cubicBezTo>
                      <a:pt x="627813" y="72149"/>
                      <a:pt x="625235" y="75235"/>
                      <a:pt x="621928" y="77604"/>
                    </a:cubicBezTo>
                    <a:cubicBezTo>
                      <a:pt x="618633" y="79961"/>
                      <a:pt x="614376" y="81146"/>
                      <a:pt x="609167" y="81146"/>
                    </a:cubicBezTo>
                    <a:cubicBezTo>
                      <a:pt x="604037" y="81146"/>
                      <a:pt x="599844" y="79961"/>
                      <a:pt x="596615" y="77604"/>
                    </a:cubicBezTo>
                    <a:cubicBezTo>
                      <a:pt x="593386" y="75235"/>
                      <a:pt x="590912" y="72149"/>
                      <a:pt x="589167" y="68334"/>
                    </a:cubicBezTo>
                    <a:cubicBezTo>
                      <a:pt x="587370" y="64441"/>
                      <a:pt x="586146" y="60105"/>
                      <a:pt x="585521" y="55313"/>
                    </a:cubicBezTo>
                    <a:cubicBezTo>
                      <a:pt x="584896" y="50521"/>
                      <a:pt x="584584" y="45652"/>
                      <a:pt x="584584" y="40729"/>
                    </a:cubicBezTo>
                    <a:cubicBezTo>
                      <a:pt x="584584" y="35860"/>
                      <a:pt x="584896" y="31003"/>
                      <a:pt x="585521" y="26146"/>
                    </a:cubicBezTo>
                    <a:cubicBezTo>
                      <a:pt x="586146" y="21276"/>
                      <a:pt x="587370" y="16902"/>
                      <a:pt x="589167" y="13021"/>
                    </a:cubicBezTo>
                    <a:cubicBezTo>
                      <a:pt x="590912" y="9193"/>
                      <a:pt x="593386" y="6068"/>
                      <a:pt x="596615" y="3646"/>
                    </a:cubicBezTo>
                    <a:cubicBezTo>
                      <a:pt x="599844" y="1211"/>
                      <a:pt x="604037" y="0"/>
                      <a:pt x="609167" y="0"/>
                    </a:cubicBezTo>
                    <a:close/>
                    <a:moveTo>
                      <a:pt x="544063" y="0"/>
                    </a:moveTo>
                    <a:cubicBezTo>
                      <a:pt x="549271" y="0"/>
                      <a:pt x="553529" y="1211"/>
                      <a:pt x="556823" y="3646"/>
                    </a:cubicBezTo>
                    <a:cubicBezTo>
                      <a:pt x="560131" y="6068"/>
                      <a:pt x="562709" y="9193"/>
                      <a:pt x="564584" y="13021"/>
                    </a:cubicBezTo>
                    <a:cubicBezTo>
                      <a:pt x="566459" y="16902"/>
                      <a:pt x="567748" y="21276"/>
                      <a:pt x="568438" y="26146"/>
                    </a:cubicBezTo>
                    <a:cubicBezTo>
                      <a:pt x="569141" y="31003"/>
                      <a:pt x="569480" y="35860"/>
                      <a:pt x="569480" y="40729"/>
                    </a:cubicBezTo>
                    <a:cubicBezTo>
                      <a:pt x="569480" y="45652"/>
                      <a:pt x="569141" y="50521"/>
                      <a:pt x="568438" y="55313"/>
                    </a:cubicBezTo>
                    <a:cubicBezTo>
                      <a:pt x="567748" y="60105"/>
                      <a:pt x="566459" y="64441"/>
                      <a:pt x="564584" y="68334"/>
                    </a:cubicBezTo>
                    <a:cubicBezTo>
                      <a:pt x="562709" y="72149"/>
                      <a:pt x="560131" y="75235"/>
                      <a:pt x="556823" y="77604"/>
                    </a:cubicBezTo>
                    <a:cubicBezTo>
                      <a:pt x="553529" y="79961"/>
                      <a:pt x="549271" y="81146"/>
                      <a:pt x="544063" y="81146"/>
                    </a:cubicBezTo>
                    <a:cubicBezTo>
                      <a:pt x="538933" y="81146"/>
                      <a:pt x="534740" y="79961"/>
                      <a:pt x="531511" y="77604"/>
                    </a:cubicBezTo>
                    <a:cubicBezTo>
                      <a:pt x="528282" y="75235"/>
                      <a:pt x="525808" y="72149"/>
                      <a:pt x="524063" y="68334"/>
                    </a:cubicBezTo>
                    <a:cubicBezTo>
                      <a:pt x="522266" y="64441"/>
                      <a:pt x="521042" y="60105"/>
                      <a:pt x="520417" y="55313"/>
                    </a:cubicBezTo>
                    <a:cubicBezTo>
                      <a:pt x="519792" y="50521"/>
                      <a:pt x="519480" y="45652"/>
                      <a:pt x="519480" y="40729"/>
                    </a:cubicBezTo>
                    <a:cubicBezTo>
                      <a:pt x="519480" y="35860"/>
                      <a:pt x="519792" y="31003"/>
                      <a:pt x="520417" y="26146"/>
                    </a:cubicBezTo>
                    <a:cubicBezTo>
                      <a:pt x="521042" y="21276"/>
                      <a:pt x="522266" y="16902"/>
                      <a:pt x="524063" y="13021"/>
                    </a:cubicBezTo>
                    <a:cubicBezTo>
                      <a:pt x="525808" y="9193"/>
                      <a:pt x="528282" y="6068"/>
                      <a:pt x="531511" y="3646"/>
                    </a:cubicBezTo>
                    <a:cubicBezTo>
                      <a:pt x="534740" y="1211"/>
                      <a:pt x="538933" y="0"/>
                      <a:pt x="54406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38" name="TextBox 837">
                <a:extLst>
                  <a:ext uri="{FF2B5EF4-FFF2-40B4-BE49-F238E27FC236}">
                    <a16:creationId xmlns:a16="http://schemas.microsoft.com/office/drawing/2014/main" id="{91F4ABBF-3B62-4390-B0B4-E3E3911E999B}"/>
                  </a:ext>
                </a:extLst>
              </p:cNvPr>
              <p:cNvSpPr txBox="1"/>
              <p:nvPr/>
            </p:nvSpPr>
            <p:spPr>
              <a:xfrm>
                <a:off x="3781362" y="8397130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5,544,648,000</a:t>
                </a:r>
              </a:p>
            </p:txBody>
          </p:sp>
        </p:grpSp>
        <p:sp>
          <p:nvSpPr>
            <p:cNvPr id="839" name="자유형: 도형 838">
              <a:extLst>
                <a:ext uri="{FF2B5EF4-FFF2-40B4-BE49-F238E27FC236}">
                  <a16:creationId xmlns:a16="http://schemas.microsoft.com/office/drawing/2014/main" id="{12076762-97DB-47AE-ACDB-DD6DDAE61C5E}"/>
                </a:ext>
              </a:extLst>
            </p:cNvPr>
            <p:cNvSpPr/>
            <p:nvPr/>
          </p:nvSpPr>
          <p:spPr>
            <a:xfrm>
              <a:off x="4796110" y="8435389"/>
              <a:ext cx="555104" cy="94062"/>
            </a:xfrm>
            <a:custGeom>
              <a:avLst/>
              <a:gdLst>
                <a:gd name="connsiteX0" fmla="*/ 205625 w 555104"/>
                <a:gd name="connsiteY0" fmla="*/ 64271 h 94062"/>
                <a:gd name="connsiteX1" fmla="*/ 266355 w 555104"/>
                <a:gd name="connsiteY1" fmla="*/ 64271 h 94062"/>
                <a:gd name="connsiteX2" fmla="*/ 268073 w 555104"/>
                <a:gd name="connsiteY2" fmla="*/ 64740 h 94062"/>
                <a:gd name="connsiteX3" fmla="*/ 268542 w 555104"/>
                <a:gd name="connsiteY3" fmla="*/ 66458 h 94062"/>
                <a:gd name="connsiteX4" fmla="*/ 268542 w 555104"/>
                <a:gd name="connsiteY4" fmla="*/ 92917 h 94062"/>
                <a:gd name="connsiteX5" fmla="*/ 260209 w 555104"/>
                <a:gd name="connsiteY5" fmla="*/ 92917 h 94062"/>
                <a:gd name="connsiteX6" fmla="*/ 260209 w 555104"/>
                <a:gd name="connsiteY6" fmla="*/ 71355 h 94062"/>
                <a:gd name="connsiteX7" fmla="*/ 205625 w 555104"/>
                <a:gd name="connsiteY7" fmla="*/ 71355 h 94062"/>
                <a:gd name="connsiteX8" fmla="*/ 419896 w 555104"/>
                <a:gd name="connsiteY8" fmla="*/ 63646 h 94062"/>
                <a:gd name="connsiteX9" fmla="*/ 402344 w 555104"/>
                <a:gd name="connsiteY9" fmla="*/ 66719 h 94062"/>
                <a:gd name="connsiteX10" fmla="*/ 395729 w 555104"/>
                <a:gd name="connsiteY10" fmla="*/ 75417 h 94062"/>
                <a:gd name="connsiteX11" fmla="*/ 402344 w 555104"/>
                <a:gd name="connsiteY11" fmla="*/ 84427 h 94062"/>
                <a:gd name="connsiteX12" fmla="*/ 419896 w 555104"/>
                <a:gd name="connsiteY12" fmla="*/ 87500 h 94062"/>
                <a:gd name="connsiteX13" fmla="*/ 437344 w 555104"/>
                <a:gd name="connsiteY13" fmla="*/ 84427 h 94062"/>
                <a:gd name="connsiteX14" fmla="*/ 444167 w 555104"/>
                <a:gd name="connsiteY14" fmla="*/ 75417 h 94062"/>
                <a:gd name="connsiteX15" fmla="*/ 437344 w 555104"/>
                <a:gd name="connsiteY15" fmla="*/ 66719 h 94062"/>
                <a:gd name="connsiteX16" fmla="*/ 419896 w 555104"/>
                <a:gd name="connsiteY16" fmla="*/ 63646 h 94062"/>
                <a:gd name="connsiteX17" fmla="*/ 484480 w 555104"/>
                <a:gd name="connsiteY17" fmla="*/ 60105 h 94062"/>
                <a:gd name="connsiteX18" fmla="*/ 492813 w 555104"/>
                <a:gd name="connsiteY18" fmla="*/ 60105 h 94062"/>
                <a:gd name="connsiteX19" fmla="*/ 492813 w 555104"/>
                <a:gd name="connsiteY19" fmla="*/ 83334 h 94062"/>
                <a:gd name="connsiteX20" fmla="*/ 545834 w 555104"/>
                <a:gd name="connsiteY20" fmla="*/ 83334 h 94062"/>
                <a:gd name="connsiteX21" fmla="*/ 545834 w 555104"/>
                <a:gd name="connsiteY21" fmla="*/ 90417 h 94062"/>
                <a:gd name="connsiteX22" fmla="*/ 486667 w 555104"/>
                <a:gd name="connsiteY22" fmla="*/ 90417 h 94062"/>
                <a:gd name="connsiteX23" fmla="*/ 484948 w 555104"/>
                <a:gd name="connsiteY23" fmla="*/ 89948 h 94062"/>
                <a:gd name="connsiteX24" fmla="*/ 484480 w 555104"/>
                <a:gd name="connsiteY24" fmla="*/ 88229 h 94062"/>
                <a:gd name="connsiteX25" fmla="*/ 11563 w 555104"/>
                <a:gd name="connsiteY25" fmla="*/ 59167 h 94062"/>
                <a:gd name="connsiteX26" fmla="*/ 19583 w 555104"/>
                <a:gd name="connsiteY26" fmla="*/ 59167 h 94062"/>
                <a:gd name="connsiteX27" fmla="*/ 19583 w 555104"/>
                <a:gd name="connsiteY27" fmla="*/ 83334 h 94062"/>
                <a:gd name="connsiteX28" fmla="*/ 76563 w 555104"/>
                <a:gd name="connsiteY28" fmla="*/ 83334 h 94062"/>
                <a:gd name="connsiteX29" fmla="*/ 76563 w 555104"/>
                <a:gd name="connsiteY29" fmla="*/ 90417 h 94062"/>
                <a:gd name="connsiteX30" fmla="*/ 13750 w 555104"/>
                <a:gd name="connsiteY30" fmla="*/ 90417 h 94062"/>
                <a:gd name="connsiteX31" fmla="*/ 12031 w 555104"/>
                <a:gd name="connsiteY31" fmla="*/ 89948 h 94062"/>
                <a:gd name="connsiteX32" fmla="*/ 11563 w 555104"/>
                <a:gd name="connsiteY32" fmla="*/ 88229 h 94062"/>
                <a:gd name="connsiteX33" fmla="*/ 419896 w 555104"/>
                <a:gd name="connsiteY33" fmla="*/ 56980 h 94062"/>
                <a:gd name="connsiteX34" fmla="*/ 444480 w 555104"/>
                <a:gd name="connsiteY34" fmla="*/ 62292 h 94062"/>
                <a:gd name="connsiteX35" fmla="*/ 453125 w 555104"/>
                <a:gd name="connsiteY35" fmla="*/ 75521 h 94062"/>
                <a:gd name="connsiteX36" fmla="*/ 444532 w 555104"/>
                <a:gd name="connsiteY36" fmla="*/ 88802 h 94062"/>
                <a:gd name="connsiteX37" fmla="*/ 419896 w 555104"/>
                <a:gd name="connsiteY37" fmla="*/ 94063 h 94062"/>
                <a:gd name="connsiteX38" fmla="*/ 395209 w 555104"/>
                <a:gd name="connsiteY38" fmla="*/ 88802 h 94062"/>
                <a:gd name="connsiteX39" fmla="*/ 386563 w 555104"/>
                <a:gd name="connsiteY39" fmla="*/ 75521 h 94062"/>
                <a:gd name="connsiteX40" fmla="*/ 395209 w 555104"/>
                <a:gd name="connsiteY40" fmla="*/ 62292 h 94062"/>
                <a:gd name="connsiteX41" fmla="*/ 419896 w 555104"/>
                <a:gd name="connsiteY41" fmla="*/ 56980 h 94062"/>
                <a:gd name="connsiteX42" fmla="*/ 411355 w 555104"/>
                <a:gd name="connsiteY42" fmla="*/ 21875 h 94062"/>
                <a:gd name="connsiteX43" fmla="*/ 419688 w 555104"/>
                <a:gd name="connsiteY43" fmla="*/ 21875 h 94062"/>
                <a:gd name="connsiteX44" fmla="*/ 419688 w 555104"/>
                <a:gd name="connsiteY44" fmla="*/ 41355 h 94062"/>
                <a:gd name="connsiteX45" fmla="*/ 462188 w 555104"/>
                <a:gd name="connsiteY45" fmla="*/ 41355 h 94062"/>
                <a:gd name="connsiteX46" fmla="*/ 462188 w 555104"/>
                <a:gd name="connsiteY46" fmla="*/ 48542 h 94062"/>
                <a:gd name="connsiteX47" fmla="*/ 377604 w 555104"/>
                <a:gd name="connsiteY47" fmla="*/ 48542 h 94062"/>
                <a:gd name="connsiteX48" fmla="*/ 377604 w 555104"/>
                <a:gd name="connsiteY48" fmla="*/ 41355 h 94062"/>
                <a:gd name="connsiteX49" fmla="*/ 411355 w 555104"/>
                <a:gd name="connsiteY49" fmla="*/ 41355 h 94062"/>
                <a:gd name="connsiteX50" fmla="*/ 214479 w 555104"/>
                <a:gd name="connsiteY50" fmla="*/ 18125 h 94062"/>
                <a:gd name="connsiteX51" fmla="*/ 214479 w 555104"/>
                <a:gd name="connsiteY51" fmla="*/ 29688 h 94062"/>
                <a:gd name="connsiteX52" fmla="*/ 260625 w 555104"/>
                <a:gd name="connsiteY52" fmla="*/ 29688 h 94062"/>
                <a:gd name="connsiteX53" fmla="*/ 260625 w 555104"/>
                <a:gd name="connsiteY53" fmla="*/ 18125 h 94062"/>
                <a:gd name="connsiteX54" fmla="*/ 293230 w 555104"/>
                <a:gd name="connsiteY54" fmla="*/ 5313 h 94062"/>
                <a:gd name="connsiteX55" fmla="*/ 341771 w 555104"/>
                <a:gd name="connsiteY55" fmla="*/ 5313 h 94062"/>
                <a:gd name="connsiteX56" fmla="*/ 341771 w 555104"/>
                <a:gd name="connsiteY56" fmla="*/ 12292 h 94062"/>
                <a:gd name="connsiteX57" fmla="*/ 321667 w 555104"/>
                <a:gd name="connsiteY57" fmla="*/ 12292 h 94062"/>
                <a:gd name="connsiteX58" fmla="*/ 321667 w 555104"/>
                <a:gd name="connsiteY58" fmla="*/ 21563 h 94062"/>
                <a:gd name="connsiteX59" fmla="*/ 327917 w 555104"/>
                <a:gd name="connsiteY59" fmla="*/ 47239 h 94062"/>
                <a:gd name="connsiteX60" fmla="*/ 346979 w 555104"/>
                <a:gd name="connsiteY60" fmla="*/ 65521 h 94062"/>
                <a:gd name="connsiteX61" fmla="*/ 341042 w 555104"/>
                <a:gd name="connsiteY61" fmla="*/ 71459 h 94062"/>
                <a:gd name="connsiteX62" fmla="*/ 327188 w 555104"/>
                <a:gd name="connsiteY62" fmla="*/ 59375 h 94062"/>
                <a:gd name="connsiteX63" fmla="*/ 317396 w 555104"/>
                <a:gd name="connsiteY63" fmla="*/ 42605 h 94062"/>
                <a:gd name="connsiteX64" fmla="*/ 313333 w 555104"/>
                <a:gd name="connsiteY64" fmla="*/ 51823 h 94062"/>
                <a:gd name="connsiteX65" fmla="*/ 307396 w 555104"/>
                <a:gd name="connsiteY65" fmla="*/ 60521 h 94062"/>
                <a:gd name="connsiteX66" fmla="*/ 300469 w 555104"/>
                <a:gd name="connsiteY66" fmla="*/ 68021 h 94062"/>
                <a:gd name="connsiteX67" fmla="*/ 293334 w 555104"/>
                <a:gd name="connsiteY67" fmla="*/ 73958 h 94062"/>
                <a:gd name="connsiteX68" fmla="*/ 286563 w 555104"/>
                <a:gd name="connsiteY68" fmla="*/ 68229 h 94062"/>
                <a:gd name="connsiteX69" fmla="*/ 306094 w 555104"/>
                <a:gd name="connsiteY69" fmla="*/ 48438 h 94062"/>
                <a:gd name="connsiteX70" fmla="*/ 313125 w 555104"/>
                <a:gd name="connsiteY70" fmla="*/ 20208 h 94062"/>
                <a:gd name="connsiteX71" fmla="*/ 313125 w 555104"/>
                <a:gd name="connsiteY71" fmla="*/ 12292 h 94062"/>
                <a:gd name="connsiteX72" fmla="*/ 293230 w 555104"/>
                <a:gd name="connsiteY72" fmla="*/ 12292 h 94062"/>
                <a:gd name="connsiteX73" fmla="*/ 102396 w 555104"/>
                <a:gd name="connsiteY73" fmla="*/ 4375 h 94062"/>
                <a:gd name="connsiteX74" fmla="*/ 161250 w 555104"/>
                <a:gd name="connsiteY74" fmla="*/ 4375 h 94062"/>
                <a:gd name="connsiteX75" fmla="*/ 162969 w 555104"/>
                <a:gd name="connsiteY75" fmla="*/ 4844 h 94062"/>
                <a:gd name="connsiteX76" fmla="*/ 163438 w 555104"/>
                <a:gd name="connsiteY76" fmla="*/ 6563 h 94062"/>
                <a:gd name="connsiteX77" fmla="*/ 163438 w 555104"/>
                <a:gd name="connsiteY77" fmla="*/ 31459 h 94062"/>
                <a:gd name="connsiteX78" fmla="*/ 162969 w 555104"/>
                <a:gd name="connsiteY78" fmla="*/ 33178 h 94062"/>
                <a:gd name="connsiteX79" fmla="*/ 161250 w 555104"/>
                <a:gd name="connsiteY79" fmla="*/ 33646 h 94062"/>
                <a:gd name="connsiteX80" fmla="*/ 110625 w 555104"/>
                <a:gd name="connsiteY80" fmla="*/ 33646 h 94062"/>
                <a:gd name="connsiteX81" fmla="*/ 110625 w 555104"/>
                <a:gd name="connsiteY81" fmla="*/ 49688 h 94062"/>
                <a:gd name="connsiteX82" fmla="*/ 166354 w 555104"/>
                <a:gd name="connsiteY82" fmla="*/ 49688 h 94062"/>
                <a:gd name="connsiteX83" fmla="*/ 166354 w 555104"/>
                <a:gd name="connsiteY83" fmla="*/ 56562 h 94062"/>
                <a:gd name="connsiteX84" fmla="*/ 137500 w 555104"/>
                <a:gd name="connsiteY84" fmla="*/ 56562 h 94062"/>
                <a:gd name="connsiteX85" fmla="*/ 137500 w 555104"/>
                <a:gd name="connsiteY85" fmla="*/ 73750 h 94062"/>
                <a:gd name="connsiteX86" fmla="*/ 175833 w 555104"/>
                <a:gd name="connsiteY86" fmla="*/ 73750 h 94062"/>
                <a:gd name="connsiteX87" fmla="*/ 175833 w 555104"/>
                <a:gd name="connsiteY87" fmla="*/ 80833 h 94062"/>
                <a:gd name="connsiteX88" fmla="*/ 91042 w 555104"/>
                <a:gd name="connsiteY88" fmla="*/ 80833 h 94062"/>
                <a:gd name="connsiteX89" fmla="*/ 91042 w 555104"/>
                <a:gd name="connsiteY89" fmla="*/ 73750 h 94062"/>
                <a:gd name="connsiteX90" fmla="*/ 129063 w 555104"/>
                <a:gd name="connsiteY90" fmla="*/ 73750 h 94062"/>
                <a:gd name="connsiteX91" fmla="*/ 129063 w 555104"/>
                <a:gd name="connsiteY91" fmla="*/ 56562 h 94062"/>
                <a:gd name="connsiteX92" fmla="*/ 104792 w 555104"/>
                <a:gd name="connsiteY92" fmla="*/ 56562 h 94062"/>
                <a:gd name="connsiteX93" fmla="*/ 103073 w 555104"/>
                <a:gd name="connsiteY93" fmla="*/ 56094 h 94062"/>
                <a:gd name="connsiteX94" fmla="*/ 102604 w 555104"/>
                <a:gd name="connsiteY94" fmla="*/ 54375 h 94062"/>
                <a:gd name="connsiteX95" fmla="*/ 102604 w 555104"/>
                <a:gd name="connsiteY95" fmla="*/ 28958 h 94062"/>
                <a:gd name="connsiteX96" fmla="*/ 103073 w 555104"/>
                <a:gd name="connsiteY96" fmla="*/ 27240 h 94062"/>
                <a:gd name="connsiteX97" fmla="*/ 104792 w 555104"/>
                <a:gd name="connsiteY97" fmla="*/ 26771 h 94062"/>
                <a:gd name="connsiteX98" fmla="*/ 155313 w 555104"/>
                <a:gd name="connsiteY98" fmla="*/ 26771 h 94062"/>
                <a:gd name="connsiteX99" fmla="*/ 155313 w 555104"/>
                <a:gd name="connsiteY99" fmla="*/ 11250 h 94062"/>
                <a:gd name="connsiteX100" fmla="*/ 102396 w 555104"/>
                <a:gd name="connsiteY100" fmla="*/ 11250 h 94062"/>
                <a:gd name="connsiteX101" fmla="*/ 477292 w 555104"/>
                <a:gd name="connsiteY101" fmla="*/ 4271 h 94062"/>
                <a:gd name="connsiteX102" fmla="*/ 517396 w 555104"/>
                <a:gd name="connsiteY102" fmla="*/ 4271 h 94062"/>
                <a:gd name="connsiteX103" fmla="*/ 517396 w 555104"/>
                <a:gd name="connsiteY103" fmla="*/ 11458 h 94062"/>
                <a:gd name="connsiteX104" fmla="*/ 483229 w 555104"/>
                <a:gd name="connsiteY104" fmla="*/ 11458 h 94062"/>
                <a:gd name="connsiteX105" fmla="*/ 483229 w 555104"/>
                <a:gd name="connsiteY105" fmla="*/ 41042 h 94062"/>
                <a:gd name="connsiteX106" fmla="*/ 488334 w 555104"/>
                <a:gd name="connsiteY106" fmla="*/ 41042 h 94062"/>
                <a:gd name="connsiteX107" fmla="*/ 509688 w 555104"/>
                <a:gd name="connsiteY107" fmla="*/ 40261 h 94062"/>
                <a:gd name="connsiteX108" fmla="*/ 530105 w 555104"/>
                <a:gd name="connsiteY108" fmla="*/ 37604 h 94062"/>
                <a:gd name="connsiteX109" fmla="*/ 530105 w 555104"/>
                <a:gd name="connsiteY109" fmla="*/ 44792 h 94062"/>
                <a:gd name="connsiteX110" fmla="*/ 520104 w 555104"/>
                <a:gd name="connsiteY110" fmla="*/ 46407 h 94062"/>
                <a:gd name="connsiteX111" fmla="*/ 508751 w 555104"/>
                <a:gd name="connsiteY111" fmla="*/ 47604 h 94062"/>
                <a:gd name="connsiteX112" fmla="*/ 496615 w 555104"/>
                <a:gd name="connsiteY112" fmla="*/ 48230 h 94062"/>
                <a:gd name="connsiteX113" fmla="*/ 484480 w 555104"/>
                <a:gd name="connsiteY113" fmla="*/ 48438 h 94062"/>
                <a:gd name="connsiteX114" fmla="*/ 477292 w 555104"/>
                <a:gd name="connsiteY114" fmla="*/ 48438 h 94062"/>
                <a:gd name="connsiteX115" fmla="*/ 475521 w 555104"/>
                <a:gd name="connsiteY115" fmla="*/ 48021 h 94062"/>
                <a:gd name="connsiteX116" fmla="*/ 475105 w 555104"/>
                <a:gd name="connsiteY116" fmla="*/ 46354 h 94062"/>
                <a:gd name="connsiteX117" fmla="*/ 475105 w 555104"/>
                <a:gd name="connsiteY117" fmla="*/ 6459 h 94062"/>
                <a:gd name="connsiteX118" fmla="*/ 475573 w 555104"/>
                <a:gd name="connsiteY118" fmla="*/ 4740 h 94062"/>
                <a:gd name="connsiteX119" fmla="*/ 477292 w 555104"/>
                <a:gd name="connsiteY119" fmla="*/ 4271 h 94062"/>
                <a:gd name="connsiteX120" fmla="*/ 387396 w 555104"/>
                <a:gd name="connsiteY120" fmla="*/ 2708 h 94062"/>
                <a:gd name="connsiteX121" fmla="*/ 450313 w 555104"/>
                <a:gd name="connsiteY121" fmla="*/ 2708 h 94062"/>
                <a:gd name="connsiteX122" fmla="*/ 452032 w 555104"/>
                <a:gd name="connsiteY122" fmla="*/ 3177 h 94062"/>
                <a:gd name="connsiteX123" fmla="*/ 452500 w 555104"/>
                <a:gd name="connsiteY123" fmla="*/ 4896 h 94062"/>
                <a:gd name="connsiteX124" fmla="*/ 451146 w 555104"/>
                <a:gd name="connsiteY124" fmla="*/ 21094 h 94062"/>
                <a:gd name="connsiteX125" fmla="*/ 448959 w 555104"/>
                <a:gd name="connsiteY125" fmla="*/ 34375 h 94062"/>
                <a:gd name="connsiteX126" fmla="*/ 441042 w 555104"/>
                <a:gd name="connsiteY126" fmla="*/ 34375 h 94062"/>
                <a:gd name="connsiteX127" fmla="*/ 443021 w 555104"/>
                <a:gd name="connsiteY127" fmla="*/ 22292 h 94062"/>
                <a:gd name="connsiteX128" fmla="*/ 444063 w 555104"/>
                <a:gd name="connsiteY128" fmla="*/ 9792 h 94062"/>
                <a:gd name="connsiteX129" fmla="*/ 387396 w 555104"/>
                <a:gd name="connsiteY129" fmla="*/ 9792 h 94062"/>
                <a:gd name="connsiteX130" fmla="*/ 9896 w 555104"/>
                <a:gd name="connsiteY130" fmla="*/ 2708 h 94062"/>
                <a:gd name="connsiteX131" fmla="*/ 72709 w 555104"/>
                <a:gd name="connsiteY131" fmla="*/ 2708 h 94062"/>
                <a:gd name="connsiteX132" fmla="*/ 74427 w 555104"/>
                <a:gd name="connsiteY132" fmla="*/ 3177 h 94062"/>
                <a:gd name="connsiteX133" fmla="*/ 74896 w 555104"/>
                <a:gd name="connsiteY133" fmla="*/ 4896 h 94062"/>
                <a:gd name="connsiteX134" fmla="*/ 74063 w 555104"/>
                <a:gd name="connsiteY134" fmla="*/ 14428 h 94062"/>
                <a:gd name="connsiteX135" fmla="*/ 72813 w 555104"/>
                <a:gd name="connsiteY135" fmla="*/ 24271 h 94062"/>
                <a:gd name="connsiteX136" fmla="*/ 71354 w 555104"/>
                <a:gd name="connsiteY136" fmla="*/ 33855 h 94062"/>
                <a:gd name="connsiteX137" fmla="*/ 69792 w 555104"/>
                <a:gd name="connsiteY137" fmla="*/ 42083 h 94062"/>
                <a:gd name="connsiteX138" fmla="*/ 84583 w 555104"/>
                <a:gd name="connsiteY138" fmla="*/ 42083 h 94062"/>
                <a:gd name="connsiteX139" fmla="*/ 84583 w 555104"/>
                <a:gd name="connsiteY139" fmla="*/ 49271 h 94062"/>
                <a:gd name="connsiteX140" fmla="*/ 0 w 555104"/>
                <a:gd name="connsiteY140" fmla="*/ 49271 h 94062"/>
                <a:gd name="connsiteX141" fmla="*/ 0 w 555104"/>
                <a:gd name="connsiteY141" fmla="*/ 42083 h 94062"/>
                <a:gd name="connsiteX142" fmla="*/ 61875 w 555104"/>
                <a:gd name="connsiteY142" fmla="*/ 42083 h 94062"/>
                <a:gd name="connsiteX143" fmla="*/ 63229 w 555104"/>
                <a:gd name="connsiteY143" fmla="*/ 34324 h 94062"/>
                <a:gd name="connsiteX144" fmla="*/ 64584 w 555104"/>
                <a:gd name="connsiteY144" fmla="*/ 25833 h 94062"/>
                <a:gd name="connsiteX145" fmla="*/ 65729 w 555104"/>
                <a:gd name="connsiteY145" fmla="*/ 17396 h 94062"/>
                <a:gd name="connsiteX146" fmla="*/ 66458 w 555104"/>
                <a:gd name="connsiteY146" fmla="*/ 9792 h 94062"/>
                <a:gd name="connsiteX147" fmla="*/ 9896 w 555104"/>
                <a:gd name="connsiteY147" fmla="*/ 9792 h 94062"/>
                <a:gd name="connsiteX148" fmla="*/ 206459 w 555104"/>
                <a:gd name="connsiteY148" fmla="*/ 938 h 94062"/>
                <a:gd name="connsiteX149" fmla="*/ 214479 w 555104"/>
                <a:gd name="connsiteY149" fmla="*/ 938 h 94062"/>
                <a:gd name="connsiteX150" fmla="*/ 214479 w 555104"/>
                <a:gd name="connsiteY150" fmla="*/ 11458 h 94062"/>
                <a:gd name="connsiteX151" fmla="*/ 260625 w 555104"/>
                <a:gd name="connsiteY151" fmla="*/ 11458 h 94062"/>
                <a:gd name="connsiteX152" fmla="*/ 260625 w 555104"/>
                <a:gd name="connsiteY152" fmla="*/ 938 h 94062"/>
                <a:gd name="connsiteX153" fmla="*/ 268750 w 555104"/>
                <a:gd name="connsiteY153" fmla="*/ 938 h 94062"/>
                <a:gd name="connsiteX154" fmla="*/ 268750 w 555104"/>
                <a:gd name="connsiteY154" fmla="*/ 34479 h 94062"/>
                <a:gd name="connsiteX155" fmla="*/ 268281 w 555104"/>
                <a:gd name="connsiteY155" fmla="*/ 36198 h 94062"/>
                <a:gd name="connsiteX156" fmla="*/ 266563 w 555104"/>
                <a:gd name="connsiteY156" fmla="*/ 36667 h 94062"/>
                <a:gd name="connsiteX157" fmla="*/ 241771 w 555104"/>
                <a:gd name="connsiteY157" fmla="*/ 36667 h 94062"/>
                <a:gd name="connsiteX158" fmla="*/ 241771 w 555104"/>
                <a:gd name="connsiteY158" fmla="*/ 48126 h 94062"/>
                <a:gd name="connsiteX159" fmla="*/ 279896 w 555104"/>
                <a:gd name="connsiteY159" fmla="*/ 48126 h 94062"/>
                <a:gd name="connsiteX160" fmla="*/ 279896 w 555104"/>
                <a:gd name="connsiteY160" fmla="*/ 55208 h 94062"/>
                <a:gd name="connsiteX161" fmla="*/ 195313 w 555104"/>
                <a:gd name="connsiteY161" fmla="*/ 55208 h 94062"/>
                <a:gd name="connsiteX162" fmla="*/ 195313 w 555104"/>
                <a:gd name="connsiteY162" fmla="*/ 48126 h 94062"/>
                <a:gd name="connsiteX163" fmla="*/ 233438 w 555104"/>
                <a:gd name="connsiteY163" fmla="*/ 48126 h 94062"/>
                <a:gd name="connsiteX164" fmla="*/ 233438 w 555104"/>
                <a:gd name="connsiteY164" fmla="*/ 36667 h 94062"/>
                <a:gd name="connsiteX165" fmla="*/ 208646 w 555104"/>
                <a:gd name="connsiteY165" fmla="*/ 36667 h 94062"/>
                <a:gd name="connsiteX166" fmla="*/ 206927 w 555104"/>
                <a:gd name="connsiteY166" fmla="*/ 36198 h 94062"/>
                <a:gd name="connsiteX167" fmla="*/ 206459 w 555104"/>
                <a:gd name="connsiteY167" fmla="*/ 34479 h 94062"/>
                <a:gd name="connsiteX168" fmla="*/ 357084 w 555104"/>
                <a:gd name="connsiteY168" fmla="*/ 208 h 94062"/>
                <a:gd name="connsiteX169" fmla="*/ 365313 w 555104"/>
                <a:gd name="connsiteY169" fmla="*/ 208 h 94062"/>
                <a:gd name="connsiteX170" fmla="*/ 365313 w 555104"/>
                <a:gd name="connsiteY170" fmla="*/ 92500 h 94062"/>
                <a:gd name="connsiteX171" fmla="*/ 357084 w 555104"/>
                <a:gd name="connsiteY171" fmla="*/ 92500 h 94062"/>
                <a:gd name="connsiteX172" fmla="*/ 534375 w 555104"/>
                <a:gd name="connsiteY172" fmla="*/ 0 h 94062"/>
                <a:gd name="connsiteX173" fmla="*/ 542604 w 555104"/>
                <a:gd name="connsiteY173" fmla="*/ 0 h 94062"/>
                <a:gd name="connsiteX174" fmla="*/ 542604 w 555104"/>
                <a:gd name="connsiteY174" fmla="*/ 22813 h 94062"/>
                <a:gd name="connsiteX175" fmla="*/ 555105 w 555104"/>
                <a:gd name="connsiteY175" fmla="*/ 22813 h 94062"/>
                <a:gd name="connsiteX176" fmla="*/ 555105 w 555104"/>
                <a:gd name="connsiteY176" fmla="*/ 30104 h 94062"/>
                <a:gd name="connsiteX177" fmla="*/ 542604 w 555104"/>
                <a:gd name="connsiteY177" fmla="*/ 30104 h 94062"/>
                <a:gd name="connsiteX178" fmla="*/ 542604 w 555104"/>
                <a:gd name="connsiteY178" fmla="*/ 67709 h 94062"/>
                <a:gd name="connsiteX179" fmla="*/ 534375 w 555104"/>
                <a:gd name="connsiteY179" fmla="*/ 67709 h 94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555104" h="94062">
                  <a:moveTo>
                    <a:pt x="205625" y="64271"/>
                  </a:moveTo>
                  <a:lnTo>
                    <a:pt x="266355" y="64271"/>
                  </a:lnTo>
                  <a:cubicBezTo>
                    <a:pt x="267188" y="64271"/>
                    <a:pt x="267761" y="64427"/>
                    <a:pt x="268073" y="64740"/>
                  </a:cubicBezTo>
                  <a:cubicBezTo>
                    <a:pt x="268386" y="65053"/>
                    <a:pt x="268542" y="65626"/>
                    <a:pt x="268542" y="66458"/>
                  </a:cubicBezTo>
                  <a:lnTo>
                    <a:pt x="268542" y="92917"/>
                  </a:lnTo>
                  <a:lnTo>
                    <a:pt x="260209" y="92917"/>
                  </a:lnTo>
                  <a:lnTo>
                    <a:pt x="260209" y="71355"/>
                  </a:lnTo>
                  <a:lnTo>
                    <a:pt x="205625" y="71355"/>
                  </a:lnTo>
                  <a:close/>
                  <a:moveTo>
                    <a:pt x="419896" y="63646"/>
                  </a:moveTo>
                  <a:cubicBezTo>
                    <a:pt x="412605" y="63646"/>
                    <a:pt x="406758" y="64662"/>
                    <a:pt x="402344" y="66719"/>
                  </a:cubicBezTo>
                  <a:cubicBezTo>
                    <a:pt x="397943" y="68763"/>
                    <a:pt x="395729" y="71667"/>
                    <a:pt x="395729" y="75417"/>
                  </a:cubicBezTo>
                  <a:cubicBezTo>
                    <a:pt x="395729" y="79375"/>
                    <a:pt x="397943" y="82370"/>
                    <a:pt x="402344" y="84427"/>
                  </a:cubicBezTo>
                  <a:cubicBezTo>
                    <a:pt x="406758" y="86471"/>
                    <a:pt x="412605" y="87500"/>
                    <a:pt x="419896" y="87500"/>
                  </a:cubicBezTo>
                  <a:cubicBezTo>
                    <a:pt x="426980" y="87500"/>
                    <a:pt x="432800" y="86471"/>
                    <a:pt x="437344" y="84427"/>
                  </a:cubicBezTo>
                  <a:cubicBezTo>
                    <a:pt x="441902" y="82370"/>
                    <a:pt x="444167" y="79375"/>
                    <a:pt x="444167" y="75417"/>
                  </a:cubicBezTo>
                  <a:cubicBezTo>
                    <a:pt x="444167" y="71667"/>
                    <a:pt x="441902" y="68763"/>
                    <a:pt x="437344" y="66719"/>
                  </a:cubicBezTo>
                  <a:cubicBezTo>
                    <a:pt x="432800" y="64662"/>
                    <a:pt x="426980" y="63646"/>
                    <a:pt x="419896" y="63646"/>
                  </a:cubicBezTo>
                  <a:close/>
                  <a:moveTo>
                    <a:pt x="484480" y="60105"/>
                  </a:moveTo>
                  <a:lnTo>
                    <a:pt x="492813" y="60105"/>
                  </a:lnTo>
                  <a:lnTo>
                    <a:pt x="492813" y="83334"/>
                  </a:lnTo>
                  <a:lnTo>
                    <a:pt x="545834" y="83334"/>
                  </a:lnTo>
                  <a:lnTo>
                    <a:pt x="545834" y="90417"/>
                  </a:lnTo>
                  <a:lnTo>
                    <a:pt x="486667" y="90417"/>
                  </a:lnTo>
                  <a:cubicBezTo>
                    <a:pt x="485834" y="90417"/>
                    <a:pt x="485261" y="90261"/>
                    <a:pt x="484948" y="89948"/>
                  </a:cubicBezTo>
                  <a:cubicBezTo>
                    <a:pt x="484636" y="89636"/>
                    <a:pt x="484480" y="89063"/>
                    <a:pt x="484480" y="88229"/>
                  </a:cubicBezTo>
                  <a:close/>
                  <a:moveTo>
                    <a:pt x="11563" y="59167"/>
                  </a:moveTo>
                  <a:lnTo>
                    <a:pt x="19583" y="59167"/>
                  </a:lnTo>
                  <a:lnTo>
                    <a:pt x="19583" y="83334"/>
                  </a:lnTo>
                  <a:lnTo>
                    <a:pt x="76563" y="83334"/>
                  </a:lnTo>
                  <a:lnTo>
                    <a:pt x="76563" y="90417"/>
                  </a:lnTo>
                  <a:lnTo>
                    <a:pt x="13750" y="90417"/>
                  </a:lnTo>
                  <a:cubicBezTo>
                    <a:pt x="12917" y="90417"/>
                    <a:pt x="12344" y="90261"/>
                    <a:pt x="12031" y="89948"/>
                  </a:cubicBezTo>
                  <a:cubicBezTo>
                    <a:pt x="11719" y="89636"/>
                    <a:pt x="11563" y="89063"/>
                    <a:pt x="11563" y="88229"/>
                  </a:cubicBezTo>
                  <a:close/>
                  <a:moveTo>
                    <a:pt x="419896" y="56980"/>
                  </a:moveTo>
                  <a:cubicBezTo>
                    <a:pt x="430521" y="56980"/>
                    <a:pt x="438724" y="58750"/>
                    <a:pt x="444480" y="62292"/>
                  </a:cubicBezTo>
                  <a:cubicBezTo>
                    <a:pt x="450248" y="65834"/>
                    <a:pt x="453125" y="70235"/>
                    <a:pt x="453125" y="75521"/>
                  </a:cubicBezTo>
                  <a:cubicBezTo>
                    <a:pt x="453125" y="80860"/>
                    <a:pt x="450261" y="85286"/>
                    <a:pt x="444532" y="88802"/>
                  </a:cubicBezTo>
                  <a:cubicBezTo>
                    <a:pt x="438802" y="92305"/>
                    <a:pt x="430599" y="94063"/>
                    <a:pt x="419896" y="94063"/>
                  </a:cubicBezTo>
                  <a:cubicBezTo>
                    <a:pt x="409206" y="94063"/>
                    <a:pt x="400977" y="92305"/>
                    <a:pt x="395209" y="88802"/>
                  </a:cubicBezTo>
                  <a:cubicBezTo>
                    <a:pt x="389453" y="85286"/>
                    <a:pt x="386563" y="80860"/>
                    <a:pt x="386563" y="75521"/>
                  </a:cubicBezTo>
                  <a:cubicBezTo>
                    <a:pt x="386563" y="70235"/>
                    <a:pt x="389453" y="65834"/>
                    <a:pt x="395209" y="62292"/>
                  </a:cubicBezTo>
                  <a:cubicBezTo>
                    <a:pt x="400977" y="58750"/>
                    <a:pt x="409206" y="56980"/>
                    <a:pt x="419896" y="56980"/>
                  </a:cubicBezTo>
                  <a:close/>
                  <a:moveTo>
                    <a:pt x="411355" y="21875"/>
                  </a:moveTo>
                  <a:lnTo>
                    <a:pt x="419688" y="21875"/>
                  </a:lnTo>
                  <a:lnTo>
                    <a:pt x="419688" y="41355"/>
                  </a:lnTo>
                  <a:lnTo>
                    <a:pt x="462188" y="41355"/>
                  </a:lnTo>
                  <a:lnTo>
                    <a:pt x="462188" y="48542"/>
                  </a:lnTo>
                  <a:lnTo>
                    <a:pt x="377604" y="48542"/>
                  </a:lnTo>
                  <a:lnTo>
                    <a:pt x="377604" y="41355"/>
                  </a:lnTo>
                  <a:lnTo>
                    <a:pt x="411355" y="41355"/>
                  </a:lnTo>
                  <a:close/>
                  <a:moveTo>
                    <a:pt x="214479" y="18125"/>
                  </a:moveTo>
                  <a:lnTo>
                    <a:pt x="214479" y="29688"/>
                  </a:lnTo>
                  <a:lnTo>
                    <a:pt x="260625" y="29688"/>
                  </a:lnTo>
                  <a:lnTo>
                    <a:pt x="260625" y="18125"/>
                  </a:lnTo>
                  <a:close/>
                  <a:moveTo>
                    <a:pt x="293230" y="5313"/>
                  </a:moveTo>
                  <a:lnTo>
                    <a:pt x="341771" y="5313"/>
                  </a:lnTo>
                  <a:lnTo>
                    <a:pt x="341771" y="12292"/>
                  </a:lnTo>
                  <a:lnTo>
                    <a:pt x="321667" y="12292"/>
                  </a:lnTo>
                  <a:lnTo>
                    <a:pt x="321667" y="21563"/>
                  </a:lnTo>
                  <a:cubicBezTo>
                    <a:pt x="321667" y="31485"/>
                    <a:pt x="323750" y="40052"/>
                    <a:pt x="327917" y="47239"/>
                  </a:cubicBezTo>
                  <a:cubicBezTo>
                    <a:pt x="332083" y="54427"/>
                    <a:pt x="338438" y="60521"/>
                    <a:pt x="346979" y="65521"/>
                  </a:cubicBezTo>
                  <a:lnTo>
                    <a:pt x="341042" y="71459"/>
                  </a:lnTo>
                  <a:cubicBezTo>
                    <a:pt x="336250" y="68334"/>
                    <a:pt x="331641" y="64297"/>
                    <a:pt x="327188" y="59375"/>
                  </a:cubicBezTo>
                  <a:cubicBezTo>
                    <a:pt x="322748" y="54441"/>
                    <a:pt x="319479" y="48854"/>
                    <a:pt x="317396" y="42605"/>
                  </a:cubicBezTo>
                  <a:cubicBezTo>
                    <a:pt x="316432" y="45729"/>
                    <a:pt x="315078" y="48803"/>
                    <a:pt x="313333" y="51823"/>
                  </a:cubicBezTo>
                  <a:cubicBezTo>
                    <a:pt x="311602" y="54844"/>
                    <a:pt x="309623" y="57735"/>
                    <a:pt x="307396" y="60521"/>
                  </a:cubicBezTo>
                  <a:cubicBezTo>
                    <a:pt x="305248" y="63229"/>
                    <a:pt x="302943" y="65730"/>
                    <a:pt x="300469" y="68021"/>
                  </a:cubicBezTo>
                  <a:cubicBezTo>
                    <a:pt x="298008" y="70313"/>
                    <a:pt x="295625" y="72292"/>
                    <a:pt x="293334" y="73958"/>
                  </a:cubicBezTo>
                  <a:lnTo>
                    <a:pt x="286563" y="68229"/>
                  </a:lnTo>
                  <a:cubicBezTo>
                    <a:pt x="294896" y="63021"/>
                    <a:pt x="301407" y="56419"/>
                    <a:pt x="306094" y="48438"/>
                  </a:cubicBezTo>
                  <a:cubicBezTo>
                    <a:pt x="310782" y="40443"/>
                    <a:pt x="313125" y="31042"/>
                    <a:pt x="313125" y="20208"/>
                  </a:cubicBezTo>
                  <a:lnTo>
                    <a:pt x="313125" y="12292"/>
                  </a:lnTo>
                  <a:lnTo>
                    <a:pt x="293230" y="12292"/>
                  </a:lnTo>
                  <a:close/>
                  <a:moveTo>
                    <a:pt x="102396" y="4375"/>
                  </a:moveTo>
                  <a:lnTo>
                    <a:pt x="161250" y="4375"/>
                  </a:lnTo>
                  <a:cubicBezTo>
                    <a:pt x="162083" y="4375"/>
                    <a:pt x="162656" y="4532"/>
                    <a:pt x="162969" y="4844"/>
                  </a:cubicBezTo>
                  <a:cubicBezTo>
                    <a:pt x="163281" y="5156"/>
                    <a:pt x="163438" y="5729"/>
                    <a:pt x="163438" y="6563"/>
                  </a:cubicBezTo>
                  <a:lnTo>
                    <a:pt x="163438" y="31459"/>
                  </a:lnTo>
                  <a:cubicBezTo>
                    <a:pt x="163438" y="32292"/>
                    <a:pt x="163281" y="32864"/>
                    <a:pt x="162969" y="33178"/>
                  </a:cubicBezTo>
                  <a:cubicBezTo>
                    <a:pt x="162656" y="33490"/>
                    <a:pt x="162083" y="33646"/>
                    <a:pt x="161250" y="33646"/>
                  </a:cubicBezTo>
                  <a:lnTo>
                    <a:pt x="110625" y="33646"/>
                  </a:lnTo>
                  <a:lnTo>
                    <a:pt x="110625" y="49688"/>
                  </a:lnTo>
                  <a:lnTo>
                    <a:pt x="166354" y="49688"/>
                  </a:lnTo>
                  <a:lnTo>
                    <a:pt x="166354" y="56562"/>
                  </a:lnTo>
                  <a:lnTo>
                    <a:pt x="137500" y="56562"/>
                  </a:lnTo>
                  <a:lnTo>
                    <a:pt x="137500" y="73750"/>
                  </a:lnTo>
                  <a:lnTo>
                    <a:pt x="175833" y="73750"/>
                  </a:lnTo>
                  <a:lnTo>
                    <a:pt x="175833" y="80833"/>
                  </a:lnTo>
                  <a:lnTo>
                    <a:pt x="91042" y="80833"/>
                  </a:lnTo>
                  <a:lnTo>
                    <a:pt x="91042" y="73750"/>
                  </a:lnTo>
                  <a:lnTo>
                    <a:pt x="129063" y="73750"/>
                  </a:lnTo>
                  <a:lnTo>
                    <a:pt x="129063" y="56562"/>
                  </a:lnTo>
                  <a:lnTo>
                    <a:pt x="104792" y="56562"/>
                  </a:lnTo>
                  <a:cubicBezTo>
                    <a:pt x="103959" y="56562"/>
                    <a:pt x="103386" y="56407"/>
                    <a:pt x="103073" y="56094"/>
                  </a:cubicBezTo>
                  <a:cubicBezTo>
                    <a:pt x="102760" y="55781"/>
                    <a:pt x="102604" y="55208"/>
                    <a:pt x="102604" y="54375"/>
                  </a:cubicBezTo>
                  <a:lnTo>
                    <a:pt x="102604" y="28958"/>
                  </a:lnTo>
                  <a:cubicBezTo>
                    <a:pt x="102604" y="28125"/>
                    <a:pt x="102760" y="27552"/>
                    <a:pt x="103073" y="27240"/>
                  </a:cubicBezTo>
                  <a:cubicBezTo>
                    <a:pt x="103386" y="26927"/>
                    <a:pt x="103959" y="26771"/>
                    <a:pt x="104792" y="26771"/>
                  </a:cubicBezTo>
                  <a:lnTo>
                    <a:pt x="155313" y="26771"/>
                  </a:lnTo>
                  <a:lnTo>
                    <a:pt x="155313" y="11250"/>
                  </a:lnTo>
                  <a:lnTo>
                    <a:pt x="102396" y="11250"/>
                  </a:lnTo>
                  <a:close/>
                  <a:moveTo>
                    <a:pt x="477292" y="4271"/>
                  </a:moveTo>
                  <a:lnTo>
                    <a:pt x="517396" y="4271"/>
                  </a:lnTo>
                  <a:lnTo>
                    <a:pt x="517396" y="11458"/>
                  </a:lnTo>
                  <a:lnTo>
                    <a:pt x="483229" y="11458"/>
                  </a:lnTo>
                  <a:lnTo>
                    <a:pt x="483229" y="41042"/>
                  </a:lnTo>
                  <a:lnTo>
                    <a:pt x="488334" y="41042"/>
                  </a:lnTo>
                  <a:cubicBezTo>
                    <a:pt x="495209" y="41042"/>
                    <a:pt x="502331" y="40782"/>
                    <a:pt x="509688" y="40261"/>
                  </a:cubicBezTo>
                  <a:cubicBezTo>
                    <a:pt x="517058" y="39740"/>
                    <a:pt x="523854" y="38854"/>
                    <a:pt x="530105" y="37604"/>
                  </a:cubicBezTo>
                  <a:lnTo>
                    <a:pt x="530105" y="44792"/>
                  </a:lnTo>
                  <a:cubicBezTo>
                    <a:pt x="527058" y="45417"/>
                    <a:pt x="523724" y="45950"/>
                    <a:pt x="520104" y="46407"/>
                  </a:cubicBezTo>
                  <a:cubicBezTo>
                    <a:pt x="516498" y="46849"/>
                    <a:pt x="512709" y="47253"/>
                    <a:pt x="508751" y="47604"/>
                  </a:cubicBezTo>
                  <a:cubicBezTo>
                    <a:pt x="504792" y="47878"/>
                    <a:pt x="500756" y="48086"/>
                    <a:pt x="496615" y="48230"/>
                  </a:cubicBezTo>
                  <a:cubicBezTo>
                    <a:pt x="492487" y="48359"/>
                    <a:pt x="488438" y="48438"/>
                    <a:pt x="484480" y="48438"/>
                  </a:cubicBezTo>
                  <a:lnTo>
                    <a:pt x="477292" y="48438"/>
                  </a:lnTo>
                  <a:cubicBezTo>
                    <a:pt x="476394" y="48438"/>
                    <a:pt x="475808" y="48295"/>
                    <a:pt x="475521" y="48021"/>
                  </a:cubicBezTo>
                  <a:cubicBezTo>
                    <a:pt x="475248" y="47735"/>
                    <a:pt x="475105" y="47188"/>
                    <a:pt x="475105" y="46354"/>
                  </a:cubicBezTo>
                  <a:lnTo>
                    <a:pt x="475105" y="6459"/>
                  </a:lnTo>
                  <a:cubicBezTo>
                    <a:pt x="475105" y="5625"/>
                    <a:pt x="475261" y="5052"/>
                    <a:pt x="475573" y="4740"/>
                  </a:cubicBezTo>
                  <a:cubicBezTo>
                    <a:pt x="475886" y="4427"/>
                    <a:pt x="476459" y="4271"/>
                    <a:pt x="477292" y="4271"/>
                  </a:cubicBezTo>
                  <a:close/>
                  <a:moveTo>
                    <a:pt x="387396" y="2708"/>
                  </a:moveTo>
                  <a:lnTo>
                    <a:pt x="450313" y="2708"/>
                  </a:lnTo>
                  <a:cubicBezTo>
                    <a:pt x="451146" y="2708"/>
                    <a:pt x="451719" y="2865"/>
                    <a:pt x="452032" y="3177"/>
                  </a:cubicBezTo>
                  <a:cubicBezTo>
                    <a:pt x="452344" y="3490"/>
                    <a:pt x="452500" y="4063"/>
                    <a:pt x="452500" y="4896"/>
                  </a:cubicBezTo>
                  <a:cubicBezTo>
                    <a:pt x="452292" y="10938"/>
                    <a:pt x="451849" y="16329"/>
                    <a:pt x="451146" y="21094"/>
                  </a:cubicBezTo>
                  <a:cubicBezTo>
                    <a:pt x="450456" y="25847"/>
                    <a:pt x="449727" y="30274"/>
                    <a:pt x="448959" y="34375"/>
                  </a:cubicBezTo>
                  <a:lnTo>
                    <a:pt x="441042" y="34375"/>
                  </a:lnTo>
                  <a:cubicBezTo>
                    <a:pt x="441875" y="30208"/>
                    <a:pt x="442539" y="26172"/>
                    <a:pt x="443021" y="22292"/>
                  </a:cubicBezTo>
                  <a:cubicBezTo>
                    <a:pt x="443516" y="18399"/>
                    <a:pt x="443855" y="14232"/>
                    <a:pt x="444063" y="9792"/>
                  </a:cubicBezTo>
                  <a:lnTo>
                    <a:pt x="387396" y="9792"/>
                  </a:lnTo>
                  <a:close/>
                  <a:moveTo>
                    <a:pt x="9896" y="2708"/>
                  </a:moveTo>
                  <a:lnTo>
                    <a:pt x="72709" y="2708"/>
                  </a:lnTo>
                  <a:cubicBezTo>
                    <a:pt x="73542" y="2708"/>
                    <a:pt x="74115" y="2865"/>
                    <a:pt x="74427" y="3177"/>
                  </a:cubicBezTo>
                  <a:cubicBezTo>
                    <a:pt x="74740" y="3490"/>
                    <a:pt x="74896" y="4063"/>
                    <a:pt x="74896" y="4896"/>
                  </a:cubicBezTo>
                  <a:cubicBezTo>
                    <a:pt x="74688" y="7943"/>
                    <a:pt x="74414" y="11120"/>
                    <a:pt x="74063" y="14428"/>
                  </a:cubicBezTo>
                  <a:cubicBezTo>
                    <a:pt x="73724" y="17722"/>
                    <a:pt x="73307" y="21003"/>
                    <a:pt x="72813" y="24271"/>
                  </a:cubicBezTo>
                  <a:cubicBezTo>
                    <a:pt x="72396" y="27604"/>
                    <a:pt x="71914" y="30794"/>
                    <a:pt x="71354" y="33855"/>
                  </a:cubicBezTo>
                  <a:cubicBezTo>
                    <a:pt x="70808" y="36902"/>
                    <a:pt x="70287" y="39649"/>
                    <a:pt x="69792" y="42083"/>
                  </a:cubicBezTo>
                  <a:lnTo>
                    <a:pt x="84583" y="42083"/>
                  </a:lnTo>
                  <a:lnTo>
                    <a:pt x="84583" y="49271"/>
                  </a:lnTo>
                  <a:lnTo>
                    <a:pt x="0" y="49271"/>
                  </a:lnTo>
                  <a:lnTo>
                    <a:pt x="0" y="42083"/>
                  </a:lnTo>
                  <a:lnTo>
                    <a:pt x="61875" y="42083"/>
                  </a:lnTo>
                  <a:cubicBezTo>
                    <a:pt x="62292" y="39713"/>
                    <a:pt x="62747" y="37135"/>
                    <a:pt x="63229" y="34324"/>
                  </a:cubicBezTo>
                  <a:cubicBezTo>
                    <a:pt x="63724" y="31511"/>
                    <a:pt x="64167" y="28672"/>
                    <a:pt x="64584" y="25833"/>
                  </a:cubicBezTo>
                  <a:cubicBezTo>
                    <a:pt x="65000" y="22982"/>
                    <a:pt x="65391" y="20169"/>
                    <a:pt x="65729" y="17396"/>
                  </a:cubicBezTo>
                  <a:cubicBezTo>
                    <a:pt x="66081" y="14610"/>
                    <a:pt x="66328" y="12084"/>
                    <a:pt x="66458" y="9792"/>
                  </a:cubicBezTo>
                  <a:lnTo>
                    <a:pt x="9896" y="9792"/>
                  </a:lnTo>
                  <a:close/>
                  <a:moveTo>
                    <a:pt x="206459" y="938"/>
                  </a:moveTo>
                  <a:lnTo>
                    <a:pt x="214479" y="938"/>
                  </a:lnTo>
                  <a:lnTo>
                    <a:pt x="214479" y="11458"/>
                  </a:lnTo>
                  <a:lnTo>
                    <a:pt x="260625" y="11458"/>
                  </a:lnTo>
                  <a:lnTo>
                    <a:pt x="260625" y="938"/>
                  </a:lnTo>
                  <a:lnTo>
                    <a:pt x="268750" y="938"/>
                  </a:lnTo>
                  <a:lnTo>
                    <a:pt x="268750" y="34479"/>
                  </a:lnTo>
                  <a:cubicBezTo>
                    <a:pt x="268750" y="35313"/>
                    <a:pt x="268594" y="35886"/>
                    <a:pt x="268281" y="36198"/>
                  </a:cubicBezTo>
                  <a:cubicBezTo>
                    <a:pt x="267969" y="36511"/>
                    <a:pt x="267396" y="36667"/>
                    <a:pt x="266563" y="36667"/>
                  </a:cubicBezTo>
                  <a:lnTo>
                    <a:pt x="241771" y="36667"/>
                  </a:lnTo>
                  <a:lnTo>
                    <a:pt x="241771" y="48126"/>
                  </a:lnTo>
                  <a:lnTo>
                    <a:pt x="279896" y="48126"/>
                  </a:lnTo>
                  <a:lnTo>
                    <a:pt x="279896" y="55208"/>
                  </a:lnTo>
                  <a:lnTo>
                    <a:pt x="195313" y="55208"/>
                  </a:lnTo>
                  <a:lnTo>
                    <a:pt x="195313" y="48126"/>
                  </a:lnTo>
                  <a:lnTo>
                    <a:pt x="233438" y="48126"/>
                  </a:lnTo>
                  <a:lnTo>
                    <a:pt x="233438" y="36667"/>
                  </a:lnTo>
                  <a:lnTo>
                    <a:pt x="208646" y="36667"/>
                  </a:lnTo>
                  <a:cubicBezTo>
                    <a:pt x="207813" y="36667"/>
                    <a:pt x="207240" y="36511"/>
                    <a:pt x="206927" y="36198"/>
                  </a:cubicBezTo>
                  <a:cubicBezTo>
                    <a:pt x="206615" y="35886"/>
                    <a:pt x="206459" y="35313"/>
                    <a:pt x="206459" y="34479"/>
                  </a:cubicBezTo>
                  <a:close/>
                  <a:moveTo>
                    <a:pt x="357084" y="208"/>
                  </a:moveTo>
                  <a:lnTo>
                    <a:pt x="365313" y="208"/>
                  </a:lnTo>
                  <a:lnTo>
                    <a:pt x="365313" y="92500"/>
                  </a:lnTo>
                  <a:lnTo>
                    <a:pt x="357084" y="92500"/>
                  </a:lnTo>
                  <a:close/>
                  <a:moveTo>
                    <a:pt x="534375" y="0"/>
                  </a:moveTo>
                  <a:lnTo>
                    <a:pt x="542604" y="0"/>
                  </a:lnTo>
                  <a:lnTo>
                    <a:pt x="542604" y="22813"/>
                  </a:lnTo>
                  <a:lnTo>
                    <a:pt x="555105" y="22813"/>
                  </a:lnTo>
                  <a:lnTo>
                    <a:pt x="555105" y="30104"/>
                  </a:lnTo>
                  <a:lnTo>
                    <a:pt x="542604" y="30104"/>
                  </a:lnTo>
                  <a:lnTo>
                    <a:pt x="542604" y="67709"/>
                  </a:lnTo>
                  <a:lnTo>
                    <a:pt x="534375" y="67709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0" name="TextBox 839">
              <a:extLst>
                <a:ext uri="{FF2B5EF4-FFF2-40B4-BE49-F238E27FC236}">
                  <a16:creationId xmlns:a16="http://schemas.microsoft.com/office/drawing/2014/main" id="{0D0C89C2-E3BD-4072-9450-0A62A1BFD536}"/>
                </a:ext>
              </a:extLst>
            </p:cNvPr>
            <p:cNvSpPr txBox="1"/>
            <p:nvPr/>
          </p:nvSpPr>
          <p:spPr>
            <a:xfrm>
              <a:off x="4704670" y="8367808"/>
              <a:ext cx="729755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근로복지공단</a:t>
              </a:r>
            </a:p>
          </p:txBody>
        </p:sp>
        <p:sp>
          <p:nvSpPr>
            <p:cNvPr id="841" name="자유형: 도형 840">
              <a:extLst>
                <a:ext uri="{FF2B5EF4-FFF2-40B4-BE49-F238E27FC236}">
                  <a16:creationId xmlns:a16="http://schemas.microsoft.com/office/drawing/2014/main" id="{AA96DB05-8D4C-42EB-9A4F-F59AEE33B961}"/>
                </a:ext>
              </a:extLst>
            </p:cNvPr>
            <p:cNvSpPr/>
            <p:nvPr/>
          </p:nvSpPr>
          <p:spPr>
            <a:xfrm>
              <a:off x="2111161" y="8630181"/>
              <a:ext cx="173437" cy="93854"/>
            </a:xfrm>
            <a:custGeom>
              <a:avLst/>
              <a:gdLst>
                <a:gd name="connsiteX0" fmla="*/ 109271 w 173437"/>
                <a:gd name="connsiteY0" fmla="*/ 60209 h 93854"/>
                <a:gd name="connsiteX1" fmla="*/ 170417 w 173437"/>
                <a:gd name="connsiteY1" fmla="*/ 60209 h 93854"/>
                <a:gd name="connsiteX2" fmla="*/ 172656 w 173437"/>
                <a:gd name="connsiteY2" fmla="*/ 60886 h 93854"/>
                <a:gd name="connsiteX3" fmla="*/ 173333 w 173437"/>
                <a:gd name="connsiteY3" fmla="*/ 63125 h 93854"/>
                <a:gd name="connsiteX4" fmla="*/ 173333 w 173437"/>
                <a:gd name="connsiteY4" fmla="*/ 93854 h 93854"/>
                <a:gd name="connsiteX5" fmla="*/ 161563 w 173437"/>
                <a:gd name="connsiteY5" fmla="*/ 93854 h 93854"/>
                <a:gd name="connsiteX6" fmla="*/ 161563 w 173437"/>
                <a:gd name="connsiteY6" fmla="*/ 70000 h 93854"/>
                <a:gd name="connsiteX7" fmla="*/ 109271 w 173437"/>
                <a:gd name="connsiteY7" fmla="*/ 70000 h 93854"/>
                <a:gd name="connsiteX8" fmla="*/ 18125 w 173437"/>
                <a:gd name="connsiteY8" fmla="*/ 52500 h 93854"/>
                <a:gd name="connsiteX9" fmla="*/ 77813 w 173437"/>
                <a:gd name="connsiteY9" fmla="*/ 52500 h 93854"/>
                <a:gd name="connsiteX10" fmla="*/ 80052 w 173437"/>
                <a:gd name="connsiteY10" fmla="*/ 53177 h 93854"/>
                <a:gd name="connsiteX11" fmla="*/ 80729 w 173437"/>
                <a:gd name="connsiteY11" fmla="*/ 55416 h 93854"/>
                <a:gd name="connsiteX12" fmla="*/ 80729 w 173437"/>
                <a:gd name="connsiteY12" fmla="*/ 73438 h 93854"/>
                <a:gd name="connsiteX13" fmla="*/ 80052 w 173437"/>
                <a:gd name="connsiteY13" fmla="*/ 75729 h 93854"/>
                <a:gd name="connsiteX14" fmla="*/ 77813 w 173437"/>
                <a:gd name="connsiteY14" fmla="*/ 76354 h 93854"/>
                <a:gd name="connsiteX15" fmla="*/ 30729 w 173437"/>
                <a:gd name="connsiteY15" fmla="*/ 76354 h 93854"/>
                <a:gd name="connsiteX16" fmla="*/ 30729 w 173437"/>
                <a:gd name="connsiteY16" fmla="*/ 83438 h 93854"/>
                <a:gd name="connsiteX17" fmla="*/ 82812 w 173437"/>
                <a:gd name="connsiteY17" fmla="*/ 83438 h 93854"/>
                <a:gd name="connsiteX18" fmla="*/ 82812 w 173437"/>
                <a:gd name="connsiteY18" fmla="*/ 92604 h 93854"/>
                <a:gd name="connsiteX19" fmla="*/ 21042 w 173437"/>
                <a:gd name="connsiteY19" fmla="*/ 92604 h 93854"/>
                <a:gd name="connsiteX20" fmla="*/ 18750 w 173437"/>
                <a:gd name="connsiteY20" fmla="*/ 91979 h 93854"/>
                <a:gd name="connsiteX21" fmla="*/ 18125 w 173437"/>
                <a:gd name="connsiteY21" fmla="*/ 89688 h 93854"/>
                <a:gd name="connsiteX22" fmla="*/ 18125 w 173437"/>
                <a:gd name="connsiteY22" fmla="*/ 71042 h 93854"/>
                <a:gd name="connsiteX23" fmla="*/ 18750 w 173437"/>
                <a:gd name="connsiteY23" fmla="*/ 68802 h 93854"/>
                <a:gd name="connsiteX24" fmla="*/ 21042 w 173437"/>
                <a:gd name="connsiteY24" fmla="*/ 68125 h 93854"/>
                <a:gd name="connsiteX25" fmla="*/ 68333 w 173437"/>
                <a:gd name="connsiteY25" fmla="*/ 68125 h 93854"/>
                <a:gd name="connsiteX26" fmla="*/ 68333 w 173437"/>
                <a:gd name="connsiteY26" fmla="*/ 61667 h 93854"/>
                <a:gd name="connsiteX27" fmla="*/ 18125 w 173437"/>
                <a:gd name="connsiteY27" fmla="*/ 61667 h 93854"/>
                <a:gd name="connsiteX28" fmla="*/ 99583 w 173437"/>
                <a:gd name="connsiteY28" fmla="*/ 3959 h 93854"/>
                <a:gd name="connsiteX29" fmla="*/ 145938 w 173437"/>
                <a:gd name="connsiteY29" fmla="*/ 3959 h 93854"/>
                <a:gd name="connsiteX30" fmla="*/ 145938 w 173437"/>
                <a:gd name="connsiteY30" fmla="*/ 13854 h 93854"/>
                <a:gd name="connsiteX31" fmla="*/ 128958 w 173437"/>
                <a:gd name="connsiteY31" fmla="*/ 13854 h 93854"/>
                <a:gd name="connsiteX32" fmla="*/ 128958 w 173437"/>
                <a:gd name="connsiteY32" fmla="*/ 17812 h 93854"/>
                <a:gd name="connsiteX33" fmla="*/ 130573 w 173437"/>
                <a:gd name="connsiteY33" fmla="*/ 26458 h 93854"/>
                <a:gd name="connsiteX34" fmla="*/ 135208 w 173437"/>
                <a:gd name="connsiteY34" fmla="*/ 33854 h 93854"/>
                <a:gd name="connsiteX35" fmla="*/ 142187 w 173437"/>
                <a:gd name="connsiteY35" fmla="*/ 39740 h 93854"/>
                <a:gd name="connsiteX36" fmla="*/ 151042 w 173437"/>
                <a:gd name="connsiteY36" fmla="*/ 43750 h 93854"/>
                <a:gd name="connsiteX37" fmla="*/ 143750 w 173437"/>
                <a:gd name="connsiteY37" fmla="*/ 52292 h 93854"/>
                <a:gd name="connsiteX38" fmla="*/ 131354 w 173437"/>
                <a:gd name="connsiteY38" fmla="*/ 44896 h 93854"/>
                <a:gd name="connsiteX39" fmla="*/ 122708 w 173437"/>
                <a:gd name="connsiteY39" fmla="*/ 35520 h 93854"/>
                <a:gd name="connsiteX40" fmla="*/ 119323 w 173437"/>
                <a:gd name="connsiteY40" fmla="*/ 40782 h 93854"/>
                <a:gd name="connsiteX41" fmla="*/ 114167 w 173437"/>
                <a:gd name="connsiteY41" fmla="*/ 45938 h 93854"/>
                <a:gd name="connsiteX42" fmla="*/ 107760 w 173437"/>
                <a:gd name="connsiteY42" fmla="*/ 50782 h 93854"/>
                <a:gd name="connsiteX43" fmla="*/ 100937 w 173437"/>
                <a:gd name="connsiteY43" fmla="*/ 54688 h 93854"/>
                <a:gd name="connsiteX44" fmla="*/ 92292 w 173437"/>
                <a:gd name="connsiteY44" fmla="*/ 46771 h 93854"/>
                <a:gd name="connsiteX45" fmla="*/ 110000 w 173437"/>
                <a:gd name="connsiteY45" fmla="*/ 34635 h 93854"/>
                <a:gd name="connsiteX46" fmla="*/ 116354 w 173437"/>
                <a:gd name="connsiteY46" fmla="*/ 17500 h 93854"/>
                <a:gd name="connsiteX47" fmla="*/ 116354 w 173437"/>
                <a:gd name="connsiteY47" fmla="*/ 13854 h 93854"/>
                <a:gd name="connsiteX48" fmla="*/ 99583 w 173437"/>
                <a:gd name="connsiteY48" fmla="*/ 13854 h 93854"/>
                <a:gd name="connsiteX49" fmla="*/ 24167 w 173437"/>
                <a:gd name="connsiteY49" fmla="*/ 1667 h 93854"/>
                <a:gd name="connsiteX50" fmla="*/ 36563 w 173437"/>
                <a:gd name="connsiteY50" fmla="*/ 1667 h 93854"/>
                <a:gd name="connsiteX51" fmla="*/ 36563 w 173437"/>
                <a:gd name="connsiteY51" fmla="*/ 10208 h 93854"/>
                <a:gd name="connsiteX52" fmla="*/ 38333 w 173437"/>
                <a:gd name="connsiteY52" fmla="*/ 18698 h 93854"/>
                <a:gd name="connsiteX53" fmla="*/ 43438 w 173437"/>
                <a:gd name="connsiteY53" fmla="*/ 26354 h 93854"/>
                <a:gd name="connsiteX54" fmla="*/ 50677 w 173437"/>
                <a:gd name="connsiteY54" fmla="*/ 32709 h 93854"/>
                <a:gd name="connsiteX55" fmla="*/ 59375 w 173437"/>
                <a:gd name="connsiteY55" fmla="*/ 37084 h 93854"/>
                <a:gd name="connsiteX56" fmla="*/ 52083 w 173437"/>
                <a:gd name="connsiteY56" fmla="*/ 45312 h 93854"/>
                <a:gd name="connsiteX57" fmla="*/ 39583 w 173437"/>
                <a:gd name="connsiteY57" fmla="*/ 37708 h 93854"/>
                <a:gd name="connsiteX58" fmla="*/ 30417 w 173437"/>
                <a:gd name="connsiteY58" fmla="*/ 27604 h 93854"/>
                <a:gd name="connsiteX59" fmla="*/ 22083 w 173437"/>
                <a:gd name="connsiteY59" fmla="*/ 38698 h 93854"/>
                <a:gd name="connsiteX60" fmla="*/ 9375 w 173437"/>
                <a:gd name="connsiteY60" fmla="*/ 47917 h 93854"/>
                <a:gd name="connsiteX61" fmla="*/ 0 w 173437"/>
                <a:gd name="connsiteY61" fmla="*/ 40209 h 93854"/>
                <a:gd name="connsiteX62" fmla="*/ 17344 w 173437"/>
                <a:gd name="connsiteY62" fmla="*/ 27657 h 93854"/>
                <a:gd name="connsiteX63" fmla="*/ 24167 w 173437"/>
                <a:gd name="connsiteY63" fmla="*/ 10417 h 93854"/>
                <a:gd name="connsiteX64" fmla="*/ 161667 w 173437"/>
                <a:gd name="connsiteY64" fmla="*/ 0 h 93854"/>
                <a:gd name="connsiteX65" fmla="*/ 173438 w 173437"/>
                <a:gd name="connsiteY65" fmla="*/ 0 h 93854"/>
                <a:gd name="connsiteX66" fmla="*/ 173438 w 173437"/>
                <a:gd name="connsiteY66" fmla="*/ 56250 h 93854"/>
                <a:gd name="connsiteX67" fmla="*/ 161667 w 173437"/>
                <a:gd name="connsiteY67" fmla="*/ 56250 h 93854"/>
                <a:gd name="connsiteX68" fmla="*/ 161667 w 173437"/>
                <a:gd name="connsiteY68" fmla="*/ 30729 h 93854"/>
                <a:gd name="connsiteX69" fmla="*/ 144375 w 173437"/>
                <a:gd name="connsiteY69" fmla="*/ 30729 h 93854"/>
                <a:gd name="connsiteX70" fmla="*/ 144375 w 173437"/>
                <a:gd name="connsiteY70" fmla="*/ 20521 h 93854"/>
                <a:gd name="connsiteX71" fmla="*/ 161667 w 173437"/>
                <a:gd name="connsiteY71" fmla="*/ 20521 h 93854"/>
                <a:gd name="connsiteX72" fmla="*/ 69167 w 173437"/>
                <a:gd name="connsiteY72" fmla="*/ 0 h 93854"/>
                <a:gd name="connsiteX73" fmla="*/ 80937 w 173437"/>
                <a:gd name="connsiteY73" fmla="*/ 0 h 93854"/>
                <a:gd name="connsiteX74" fmla="*/ 80937 w 173437"/>
                <a:gd name="connsiteY74" fmla="*/ 48854 h 93854"/>
                <a:gd name="connsiteX75" fmla="*/ 69167 w 173437"/>
                <a:gd name="connsiteY75" fmla="*/ 48854 h 93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73437" h="93854">
                  <a:moveTo>
                    <a:pt x="109271" y="60209"/>
                  </a:moveTo>
                  <a:lnTo>
                    <a:pt x="170417" y="60209"/>
                  </a:lnTo>
                  <a:cubicBezTo>
                    <a:pt x="171458" y="60209"/>
                    <a:pt x="172214" y="60430"/>
                    <a:pt x="172656" y="60886"/>
                  </a:cubicBezTo>
                  <a:cubicBezTo>
                    <a:pt x="173112" y="61328"/>
                    <a:pt x="173333" y="62083"/>
                    <a:pt x="173333" y="63125"/>
                  </a:cubicBezTo>
                  <a:lnTo>
                    <a:pt x="173333" y="93854"/>
                  </a:lnTo>
                  <a:lnTo>
                    <a:pt x="161563" y="93854"/>
                  </a:lnTo>
                  <a:lnTo>
                    <a:pt x="161563" y="70000"/>
                  </a:lnTo>
                  <a:lnTo>
                    <a:pt x="109271" y="70000"/>
                  </a:lnTo>
                  <a:close/>
                  <a:moveTo>
                    <a:pt x="18125" y="52500"/>
                  </a:moveTo>
                  <a:lnTo>
                    <a:pt x="77813" y="52500"/>
                  </a:lnTo>
                  <a:cubicBezTo>
                    <a:pt x="78854" y="52500"/>
                    <a:pt x="79609" y="52722"/>
                    <a:pt x="80052" y="53177"/>
                  </a:cubicBezTo>
                  <a:cubicBezTo>
                    <a:pt x="80508" y="53620"/>
                    <a:pt x="80729" y="54375"/>
                    <a:pt x="80729" y="55416"/>
                  </a:cubicBezTo>
                  <a:lnTo>
                    <a:pt x="80729" y="73438"/>
                  </a:lnTo>
                  <a:cubicBezTo>
                    <a:pt x="80729" y="74544"/>
                    <a:pt x="80508" y="75312"/>
                    <a:pt x="80052" y="75729"/>
                  </a:cubicBezTo>
                  <a:cubicBezTo>
                    <a:pt x="79609" y="76146"/>
                    <a:pt x="78854" y="76354"/>
                    <a:pt x="77813" y="76354"/>
                  </a:cubicBezTo>
                  <a:lnTo>
                    <a:pt x="30729" y="76354"/>
                  </a:lnTo>
                  <a:lnTo>
                    <a:pt x="30729" y="83438"/>
                  </a:lnTo>
                  <a:lnTo>
                    <a:pt x="82812" y="83438"/>
                  </a:lnTo>
                  <a:lnTo>
                    <a:pt x="82812" y="92604"/>
                  </a:lnTo>
                  <a:lnTo>
                    <a:pt x="21042" y="92604"/>
                  </a:lnTo>
                  <a:cubicBezTo>
                    <a:pt x="19935" y="92604"/>
                    <a:pt x="19167" y="92396"/>
                    <a:pt x="18750" y="91979"/>
                  </a:cubicBezTo>
                  <a:cubicBezTo>
                    <a:pt x="18333" y="91562"/>
                    <a:pt x="18125" y="90795"/>
                    <a:pt x="18125" y="89688"/>
                  </a:cubicBezTo>
                  <a:lnTo>
                    <a:pt x="18125" y="71042"/>
                  </a:lnTo>
                  <a:cubicBezTo>
                    <a:pt x="18125" y="70000"/>
                    <a:pt x="18333" y="69245"/>
                    <a:pt x="18750" y="68802"/>
                  </a:cubicBezTo>
                  <a:cubicBezTo>
                    <a:pt x="19167" y="68347"/>
                    <a:pt x="19935" y="68125"/>
                    <a:pt x="21042" y="68125"/>
                  </a:cubicBezTo>
                  <a:lnTo>
                    <a:pt x="68333" y="68125"/>
                  </a:lnTo>
                  <a:lnTo>
                    <a:pt x="68333" y="61667"/>
                  </a:lnTo>
                  <a:lnTo>
                    <a:pt x="18125" y="61667"/>
                  </a:lnTo>
                  <a:close/>
                  <a:moveTo>
                    <a:pt x="99583" y="3959"/>
                  </a:moveTo>
                  <a:lnTo>
                    <a:pt x="145938" y="3959"/>
                  </a:lnTo>
                  <a:lnTo>
                    <a:pt x="145938" y="13854"/>
                  </a:lnTo>
                  <a:lnTo>
                    <a:pt x="128958" y="13854"/>
                  </a:lnTo>
                  <a:lnTo>
                    <a:pt x="128958" y="17812"/>
                  </a:lnTo>
                  <a:cubicBezTo>
                    <a:pt x="128958" y="20859"/>
                    <a:pt x="129505" y="23750"/>
                    <a:pt x="130573" y="26458"/>
                  </a:cubicBezTo>
                  <a:cubicBezTo>
                    <a:pt x="131654" y="29167"/>
                    <a:pt x="133203" y="31628"/>
                    <a:pt x="135208" y="33854"/>
                  </a:cubicBezTo>
                  <a:cubicBezTo>
                    <a:pt x="137162" y="36068"/>
                    <a:pt x="139479" y="38034"/>
                    <a:pt x="142187" y="39740"/>
                  </a:cubicBezTo>
                  <a:cubicBezTo>
                    <a:pt x="144896" y="41432"/>
                    <a:pt x="147852" y="42773"/>
                    <a:pt x="151042" y="43750"/>
                  </a:cubicBezTo>
                  <a:lnTo>
                    <a:pt x="143750" y="52292"/>
                  </a:lnTo>
                  <a:cubicBezTo>
                    <a:pt x="139375" y="50417"/>
                    <a:pt x="135247" y="47943"/>
                    <a:pt x="131354" y="44896"/>
                  </a:cubicBezTo>
                  <a:cubicBezTo>
                    <a:pt x="127474" y="41836"/>
                    <a:pt x="124583" y="38711"/>
                    <a:pt x="122708" y="35520"/>
                  </a:cubicBezTo>
                  <a:cubicBezTo>
                    <a:pt x="121953" y="37253"/>
                    <a:pt x="120820" y="39010"/>
                    <a:pt x="119323" y="40782"/>
                  </a:cubicBezTo>
                  <a:cubicBezTo>
                    <a:pt x="117839" y="42552"/>
                    <a:pt x="116120" y="44271"/>
                    <a:pt x="114167" y="45938"/>
                  </a:cubicBezTo>
                  <a:cubicBezTo>
                    <a:pt x="112161" y="47669"/>
                    <a:pt x="110026" y="49284"/>
                    <a:pt x="107760" y="50782"/>
                  </a:cubicBezTo>
                  <a:cubicBezTo>
                    <a:pt x="105508" y="52265"/>
                    <a:pt x="103229" y="53568"/>
                    <a:pt x="100937" y="54688"/>
                  </a:cubicBezTo>
                  <a:lnTo>
                    <a:pt x="92292" y="46771"/>
                  </a:lnTo>
                  <a:cubicBezTo>
                    <a:pt x="99870" y="43646"/>
                    <a:pt x="105768" y="39597"/>
                    <a:pt x="110000" y="34635"/>
                  </a:cubicBezTo>
                  <a:cubicBezTo>
                    <a:pt x="114245" y="29662"/>
                    <a:pt x="116354" y="23958"/>
                    <a:pt x="116354" y="17500"/>
                  </a:cubicBezTo>
                  <a:lnTo>
                    <a:pt x="116354" y="13854"/>
                  </a:lnTo>
                  <a:lnTo>
                    <a:pt x="99583" y="13854"/>
                  </a:lnTo>
                  <a:close/>
                  <a:moveTo>
                    <a:pt x="24167" y="1667"/>
                  </a:moveTo>
                  <a:lnTo>
                    <a:pt x="36563" y="1667"/>
                  </a:lnTo>
                  <a:lnTo>
                    <a:pt x="36563" y="10208"/>
                  </a:lnTo>
                  <a:cubicBezTo>
                    <a:pt x="36497" y="13125"/>
                    <a:pt x="37083" y="15950"/>
                    <a:pt x="38333" y="18698"/>
                  </a:cubicBezTo>
                  <a:cubicBezTo>
                    <a:pt x="39583" y="21432"/>
                    <a:pt x="41289" y="23984"/>
                    <a:pt x="43438" y="26354"/>
                  </a:cubicBezTo>
                  <a:cubicBezTo>
                    <a:pt x="45521" y="28711"/>
                    <a:pt x="47943" y="30833"/>
                    <a:pt x="50677" y="32709"/>
                  </a:cubicBezTo>
                  <a:cubicBezTo>
                    <a:pt x="53424" y="34583"/>
                    <a:pt x="56328" y="36042"/>
                    <a:pt x="59375" y="37084"/>
                  </a:cubicBezTo>
                  <a:lnTo>
                    <a:pt x="52083" y="45312"/>
                  </a:lnTo>
                  <a:cubicBezTo>
                    <a:pt x="47578" y="43229"/>
                    <a:pt x="43411" y="40690"/>
                    <a:pt x="39583" y="37708"/>
                  </a:cubicBezTo>
                  <a:cubicBezTo>
                    <a:pt x="35768" y="34714"/>
                    <a:pt x="32708" y="31354"/>
                    <a:pt x="30417" y="27604"/>
                  </a:cubicBezTo>
                  <a:cubicBezTo>
                    <a:pt x="28333" y="31771"/>
                    <a:pt x="25560" y="35469"/>
                    <a:pt x="22083" y="38698"/>
                  </a:cubicBezTo>
                  <a:cubicBezTo>
                    <a:pt x="18620" y="41927"/>
                    <a:pt x="14375" y="45000"/>
                    <a:pt x="9375" y="47917"/>
                  </a:cubicBezTo>
                  <a:lnTo>
                    <a:pt x="0" y="40209"/>
                  </a:lnTo>
                  <a:cubicBezTo>
                    <a:pt x="7083" y="37084"/>
                    <a:pt x="12865" y="32891"/>
                    <a:pt x="17344" y="27657"/>
                  </a:cubicBezTo>
                  <a:cubicBezTo>
                    <a:pt x="21823" y="22409"/>
                    <a:pt x="24102" y="16666"/>
                    <a:pt x="24167" y="10417"/>
                  </a:cubicBezTo>
                  <a:close/>
                  <a:moveTo>
                    <a:pt x="161667" y="0"/>
                  </a:moveTo>
                  <a:lnTo>
                    <a:pt x="173438" y="0"/>
                  </a:lnTo>
                  <a:lnTo>
                    <a:pt x="173438" y="56250"/>
                  </a:lnTo>
                  <a:lnTo>
                    <a:pt x="161667" y="56250"/>
                  </a:lnTo>
                  <a:lnTo>
                    <a:pt x="161667" y="30729"/>
                  </a:lnTo>
                  <a:lnTo>
                    <a:pt x="144375" y="30729"/>
                  </a:lnTo>
                  <a:lnTo>
                    <a:pt x="144375" y="20521"/>
                  </a:lnTo>
                  <a:lnTo>
                    <a:pt x="161667" y="20521"/>
                  </a:lnTo>
                  <a:close/>
                  <a:moveTo>
                    <a:pt x="69167" y="0"/>
                  </a:moveTo>
                  <a:lnTo>
                    <a:pt x="80937" y="0"/>
                  </a:lnTo>
                  <a:lnTo>
                    <a:pt x="80937" y="48854"/>
                  </a:lnTo>
                  <a:lnTo>
                    <a:pt x="69167" y="48854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2" name="TextBox 841">
              <a:extLst>
                <a:ext uri="{FF2B5EF4-FFF2-40B4-BE49-F238E27FC236}">
                  <a16:creationId xmlns:a16="http://schemas.microsoft.com/office/drawing/2014/main" id="{33C0D228-44AB-4A76-982E-10B06FD86916}"/>
                </a:ext>
              </a:extLst>
            </p:cNvPr>
            <p:cNvSpPr txBox="1"/>
            <p:nvPr/>
          </p:nvSpPr>
          <p:spPr>
            <a:xfrm>
              <a:off x="2019721" y="8562417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실적</a:t>
              </a:r>
            </a:p>
          </p:txBody>
        </p:sp>
        <p:sp>
          <p:nvSpPr>
            <p:cNvPr id="843" name="자유형: 도형 842">
              <a:extLst>
                <a:ext uri="{FF2B5EF4-FFF2-40B4-BE49-F238E27FC236}">
                  <a16:creationId xmlns:a16="http://schemas.microsoft.com/office/drawing/2014/main" id="{712C1622-185A-422B-9E0B-5C662A07DACC}"/>
                </a:ext>
              </a:extLst>
            </p:cNvPr>
            <p:cNvSpPr/>
            <p:nvPr/>
          </p:nvSpPr>
          <p:spPr>
            <a:xfrm>
              <a:off x="2337151" y="8629765"/>
              <a:ext cx="168125" cy="93645"/>
            </a:xfrm>
            <a:custGeom>
              <a:avLst/>
              <a:gdLst>
                <a:gd name="connsiteX0" fmla="*/ 24583 w 168125"/>
                <a:gd name="connsiteY0" fmla="*/ 74999 h 93645"/>
                <a:gd name="connsiteX1" fmla="*/ 24583 w 168125"/>
                <a:gd name="connsiteY1" fmla="*/ 83645 h 93645"/>
                <a:gd name="connsiteX2" fmla="*/ 61875 w 168125"/>
                <a:gd name="connsiteY2" fmla="*/ 83645 h 93645"/>
                <a:gd name="connsiteX3" fmla="*/ 61875 w 168125"/>
                <a:gd name="connsiteY3" fmla="*/ 74999 h 93645"/>
                <a:gd name="connsiteX4" fmla="*/ 12813 w 168125"/>
                <a:gd name="connsiteY4" fmla="*/ 58021 h 93645"/>
                <a:gd name="connsiteX5" fmla="*/ 24583 w 168125"/>
                <a:gd name="connsiteY5" fmla="*/ 58021 h 93645"/>
                <a:gd name="connsiteX6" fmla="*/ 24583 w 168125"/>
                <a:gd name="connsiteY6" fmla="*/ 66145 h 93645"/>
                <a:gd name="connsiteX7" fmla="*/ 61875 w 168125"/>
                <a:gd name="connsiteY7" fmla="*/ 66145 h 93645"/>
                <a:gd name="connsiteX8" fmla="*/ 61875 w 168125"/>
                <a:gd name="connsiteY8" fmla="*/ 58021 h 93645"/>
                <a:gd name="connsiteX9" fmla="*/ 73542 w 168125"/>
                <a:gd name="connsiteY9" fmla="*/ 58021 h 93645"/>
                <a:gd name="connsiteX10" fmla="*/ 73542 w 168125"/>
                <a:gd name="connsiteY10" fmla="*/ 89896 h 93645"/>
                <a:gd name="connsiteX11" fmla="*/ 72865 w 168125"/>
                <a:gd name="connsiteY11" fmla="*/ 92187 h 93645"/>
                <a:gd name="connsiteX12" fmla="*/ 70625 w 168125"/>
                <a:gd name="connsiteY12" fmla="*/ 92812 h 93645"/>
                <a:gd name="connsiteX13" fmla="*/ 15729 w 168125"/>
                <a:gd name="connsiteY13" fmla="*/ 92812 h 93645"/>
                <a:gd name="connsiteX14" fmla="*/ 13437 w 168125"/>
                <a:gd name="connsiteY14" fmla="*/ 92187 h 93645"/>
                <a:gd name="connsiteX15" fmla="*/ 12813 w 168125"/>
                <a:gd name="connsiteY15" fmla="*/ 89896 h 93645"/>
                <a:gd name="connsiteX16" fmla="*/ 27187 w 168125"/>
                <a:gd name="connsiteY16" fmla="*/ 33646 h 93645"/>
                <a:gd name="connsiteX17" fmla="*/ 18333 w 168125"/>
                <a:gd name="connsiteY17" fmla="*/ 35312 h 93645"/>
                <a:gd name="connsiteX18" fmla="*/ 15000 w 168125"/>
                <a:gd name="connsiteY18" fmla="*/ 39791 h 93645"/>
                <a:gd name="connsiteX19" fmla="*/ 18333 w 168125"/>
                <a:gd name="connsiteY19" fmla="*/ 44166 h 93645"/>
                <a:gd name="connsiteX20" fmla="*/ 27187 w 168125"/>
                <a:gd name="connsiteY20" fmla="*/ 45520 h 93645"/>
                <a:gd name="connsiteX21" fmla="*/ 35990 w 168125"/>
                <a:gd name="connsiteY21" fmla="*/ 44166 h 93645"/>
                <a:gd name="connsiteX22" fmla="*/ 39375 w 168125"/>
                <a:gd name="connsiteY22" fmla="*/ 39791 h 93645"/>
                <a:gd name="connsiteX23" fmla="*/ 35990 w 168125"/>
                <a:gd name="connsiteY23" fmla="*/ 35312 h 93645"/>
                <a:gd name="connsiteX24" fmla="*/ 27187 w 168125"/>
                <a:gd name="connsiteY24" fmla="*/ 33646 h 93645"/>
                <a:gd name="connsiteX25" fmla="*/ 27187 w 168125"/>
                <a:gd name="connsiteY25" fmla="*/ 25833 h 93645"/>
                <a:gd name="connsiteX26" fmla="*/ 45156 w 168125"/>
                <a:gd name="connsiteY26" fmla="*/ 29895 h 93645"/>
                <a:gd name="connsiteX27" fmla="*/ 51458 w 168125"/>
                <a:gd name="connsiteY27" fmla="*/ 39687 h 93645"/>
                <a:gd name="connsiteX28" fmla="*/ 45104 w 168125"/>
                <a:gd name="connsiteY28" fmla="*/ 49635 h 93645"/>
                <a:gd name="connsiteX29" fmla="*/ 27187 w 168125"/>
                <a:gd name="connsiteY29" fmla="*/ 53750 h 93645"/>
                <a:gd name="connsiteX30" fmla="*/ 9219 w 168125"/>
                <a:gd name="connsiteY30" fmla="*/ 49635 h 93645"/>
                <a:gd name="connsiteX31" fmla="*/ 2917 w 168125"/>
                <a:gd name="connsiteY31" fmla="*/ 39687 h 93645"/>
                <a:gd name="connsiteX32" fmla="*/ 9167 w 168125"/>
                <a:gd name="connsiteY32" fmla="*/ 29895 h 93645"/>
                <a:gd name="connsiteX33" fmla="*/ 27187 w 168125"/>
                <a:gd name="connsiteY33" fmla="*/ 25833 h 93645"/>
                <a:gd name="connsiteX34" fmla="*/ 0 w 168125"/>
                <a:gd name="connsiteY34" fmla="*/ 13854 h 93645"/>
                <a:gd name="connsiteX35" fmla="*/ 54479 w 168125"/>
                <a:gd name="connsiteY35" fmla="*/ 13854 h 93645"/>
                <a:gd name="connsiteX36" fmla="*/ 54479 w 168125"/>
                <a:gd name="connsiteY36" fmla="*/ 22395 h 93645"/>
                <a:gd name="connsiteX37" fmla="*/ 0 w 168125"/>
                <a:gd name="connsiteY37" fmla="*/ 22395 h 93645"/>
                <a:gd name="connsiteX38" fmla="*/ 138438 w 168125"/>
                <a:gd name="connsiteY38" fmla="*/ 1979 h 93645"/>
                <a:gd name="connsiteX39" fmla="*/ 149896 w 168125"/>
                <a:gd name="connsiteY39" fmla="*/ 1979 h 93645"/>
                <a:gd name="connsiteX40" fmla="*/ 149896 w 168125"/>
                <a:gd name="connsiteY40" fmla="*/ 89270 h 93645"/>
                <a:gd name="connsiteX41" fmla="*/ 138438 w 168125"/>
                <a:gd name="connsiteY41" fmla="*/ 89270 h 93645"/>
                <a:gd name="connsiteX42" fmla="*/ 138438 w 168125"/>
                <a:gd name="connsiteY42" fmla="*/ 55000 h 93645"/>
                <a:gd name="connsiteX43" fmla="*/ 123958 w 168125"/>
                <a:gd name="connsiteY43" fmla="*/ 55000 h 93645"/>
                <a:gd name="connsiteX44" fmla="*/ 123958 w 168125"/>
                <a:gd name="connsiteY44" fmla="*/ 44792 h 93645"/>
                <a:gd name="connsiteX45" fmla="*/ 138438 w 168125"/>
                <a:gd name="connsiteY45" fmla="*/ 44792 h 93645"/>
                <a:gd name="connsiteX46" fmla="*/ 138438 w 168125"/>
                <a:gd name="connsiteY46" fmla="*/ 29791 h 93645"/>
                <a:gd name="connsiteX47" fmla="*/ 125625 w 168125"/>
                <a:gd name="connsiteY47" fmla="*/ 29791 h 93645"/>
                <a:gd name="connsiteX48" fmla="*/ 116094 w 168125"/>
                <a:gd name="connsiteY48" fmla="*/ 55052 h 93645"/>
                <a:gd name="connsiteX49" fmla="*/ 98125 w 168125"/>
                <a:gd name="connsiteY49" fmla="*/ 74791 h 93645"/>
                <a:gd name="connsiteX50" fmla="*/ 87813 w 168125"/>
                <a:gd name="connsiteY50" fmla="*/ 67813 h 93645"/>
                <a:gd name="connsiteX51" fmla="*/ 108594 w 168125"/>
                <a:gd name="connsiteY51" fmla="*/ 45573 h 93645"/>
                <a:gd name="connsiteX52" fmla="*/ 115625 w 168125"/>
                <a:gd name="connsiteY52" fmla="*/ 16354 h 93645"/>
                <a:gd name="connsiteX53" fmla="*/ 92813 w 168125"/>
                <a:gd name="connsiteY53" fmla="*/ 16354 h 93645"/>
                <a:gd name="connsiteX54" fmla="*/ 92813 w 168125"/>
                <a:gd name="connsiteY54" fmla="*/ 6562 h 93645"/>
                <a:gd name="connsiteX55" fmla="*/ 124896 w 168125"/>
                <a:gd name="connsiteY55" fmla="*/ 6562 h 93645"/>
                <a:gd name="connsiteX56" fmla="*/ 127136 w 168125"/>
                <a:gd name="connsiteY56" fmla="*/ 7239 h 93645"/>
                <a:gd name="connsiteX57" fmla="*/ 127812 w 168125"/>
                <a:gd name="connsiteY57" fmla="*/ 9479 h 93645"/>
                <a:gd name="connsiteX58" fmla="*/ 127552 w 168125"/>
                <a:gd name="connsiteY58" fmla="*/ 14635 h 93645"/>
                <a:gd name="connsiteX59" fmla="*/ 127188 w 168125"/>
                <a:gd name="connsiteY59" fmla="*/ 19583 h 93645"/>
                <a:gd name="connsiteX60" fmla="*/ 138438 w 168125"/>
                <a:gd name="connsiteY60" fmla="*/ 19583 h 93645"/>
                <a:gd name="connsiteX61" fmla="*/ 156667 w 168125"/>
                <a:gd name="connsiteY61" fmla="*/ 416 h 93645"/>
                <a:gd name="connsiteX62" fmla="*/ 168125 w 168125"/>
                <a:gd name="connsiteY62" fmla="*/ 416 h 93645"/>
                <a:gd name="connsiteX63" fmla="*/ 168125 w 168125"/>
                <a:gd name="connsiteY63" fmla="*/ 93645 h 93645"/>
                <a:gd name="connsiteX64" fmla="*/ 156667 w 168125"/>
                <a:gd name="connsiteY64" fmla="*/ 93645 h 93645"/>
                <a:gd name="connsiteX65" fmla="*/ 61771 w 168125"/>
                <a:gd name="connsiteY65" fmla="*/ 416 h 93645"/>
                <a:gd name="connsiteX66" fmla="*/ 73542 w 168125"/>
                <a:gd name="connsiteY66" fmla="*/ 416 h 93645"/>
                <a:gd name="connsiteX67" fmla="*/ 73542 w 168125"/>
                <a:gd name="connsiteY67" fmla="*/ 23229 h 93645"/>
                <a:gd name="connsiteX68" fmla="*/ 85625 w 168125"/>
                <a:gd name="connsiteY68" fmla="*/ 23229 h 93645"/>
                <a:gd name="connsiteX69" fmla="*/ 85625 w 168125"/>
                <a:gd name="connsiteY69" fmla="*/ 33125 h 93645"/>
                <a:gd name="connsiteX70" fmla="*/ 73542 w 168125"/>
                <a:gd name="connsiteY70" fmla="*/ 33125 h 93645"/>
                <a:gd name="connsiteX71" fmla="*/ 73542 w 168125"/>
                <a:gd name="connsiteY71" fmla="*/ 54166 h 93645"/>
                <a:gd name="connsiteX72" fmla="*/ 61771 w 168125"/>
                <a:gd name="connsiteY72" fmla="*/ 54166 h 93645"/>
                <a:gd name="connsiteX73" fmla="*/ 12500 w 168125"/>
                <a:gd name="connsiteY73" fmla="*/ 0 h 93645"/>
                <a:gd name="connsiteX74" fmla="*/ 41563 w 168125"/>
                <a:gd name="connsiteY74" fmla="*/ 0 h 93645"/>
                <a:gd name="connsiteX75" fmla="*/ 41563 w 168125"/>
                <a:gd name="connsiteY75" fmla="*/ 8646 h 93645"/>
                <a:gd name="connsiteX76" fmla="*/ 12500 w 168125"/>
                <a:gd name="connsiteY76" fmla="*/ 8646 h 93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68125" h="93645">
                  <a:moveTo>
                    <a:pt x="24583" y="74999"/>
                  </a:moveTo>
                  <a:lnTo>
                    <a:pt x="24583" y="83645"/>
                  </a:lnTo>
                  <a:lnTo>
                    <a:pt x="61875" y="83645"/>
                  </a:lnTo>
                  <a:lnTo>
                    <a:pt x="61875" y="74999"/>
                  </a:lnTo>
                  <a:close/>
                  <a:moveTo>
                    <a:pt x="12813" y="58021"/>
                  </a:moveTo>
                  <a:lnTo>
                    <a:pt x="24583" y="58021"/>
                  </a:lnTo>
                  <a:lnTo>
                    <a:pt x="24583" y="66145"/>
                  </a:lnTo>
                  <a:lnTo>
                    <a:pt x="61875" y="66145"/>
                  </a:lnTo>
                  <a:lnTo>
                    <a:pt x="61875" y="58021"/>
                  </a:lnTo>
                  <a:lnTo>
                    <a:pt x="73542" y="58021"/>
                  </a:lnTo>
                  <a:lnTo>
                    <a:pt x="73542" y="89896"/>
                  </a:lnTo>
                  <a:cubicBezTo>
                    <a:pt x="73542" y="91002"/>
                    <a:pt x="73307" y="91771"/>
                    <a:pt x="72865" y="92187"/>
                  </a:cubicBezTo>
                  <a:cubicBezTo>
                    <a:pt x="72409" y="92604"/>
                    <a:pt x="71667" y="92812"/>
                    <a:pt x="70625" y="92812"/>
                  </a:cubicBezTo>
                  <a:lnTo>
                    <a:pt x="15729" y="92812"/>
                  </a:lnTo>
                  <a:cubicBezTo>
                    <a:pt x="14609" y="92812"/>
                    <a:pt x="13854" y="92604"/>
                    <a:pt x="13437" y="92187"/>
                  </a:cubicBezTo>
                  <a:cubicBezTo>
                    <a:pt x="13021" y="91771"/>
                    <a:pt x="12813" y="91002"/>
                    <a:pt x="12813" y="89896"/>
                  </a:cubicBezTo>
                  <a:close/>
                  <a:moveTo>
                    <a:pt x="27187" y="33646"/>
                  </a:moveTo>
                  <a:cubicBezTo>
                    <a:pt x="23503" y="33646"/>
                    <a:pt x="20547" y="34192"/>
                    <a:pt x="18333" y="35312"/>
                  </a:cubicBezTo>
                  <a:cubicBezTo>
                    <a:pt x="16107" y="36419"/>
                    <a:pt x="15000" y="37917"/>
                    <a:pt x="15000" y="39791"/>
                  </a:cubicBezTo>
                  <a:cubicBezTo>
                    <a:pt x="15000" y="41796"/>
                    <a:pt x="16107" y="43255"/>
                    <a:pt x="18333" y="44166"/>
                  </a:cubicBezTo>
                  <a:cubicBezTo>
                    <a:pt x="20547" y="45065"/>
                    <a:pt x="23503" y="45520"/>
                    <a:pt x="27187" y="45520"/>
                  </a:cubicBezTo>
                  <a:cubicBezTo>
                    <a:pt x="30794" y="45520"/>
                    <a:pt x="33724" y="45065"/>
                    <a:pt x="35990" y="44166"/>
                  </a:cubicBezTo>
                  <a:cubicBezTo>
                    <a:pt x="38242" y="43255"/>
                    <a:pt x="39375" y="41796"/>
                    <a:pt x="39375" y="39791"/>
                  </a:cubicBezTo>
                  <a:cubicBezTo>
                    <a:pt x="39375" y="37917"/>
                    <a:pt x="38242" y="36419"/>
                    <a:pt x="35990" y="35312"/>
                  </a:cubicBezTo>
                  <a:cubicBezTo>
                    <a:pt x="33724" y="34192"/>
                    <a:pt x="30794" y="33646"/>
                    <a:pt x="27187" y="33646"/>
                  </a:cubicBezTo>
                  <a:close/>
                  <a:moveTo>
                    <a:pt x="27187" y="25833"/>
                  </a:moveTo>
                  <a:cubicBezTo>
                    <a:pt x="34961" y="25833"/>
                    <a:pt x="40951" y="27187"/>
                    <a:pt x="45156" y="29895"/>
                  </a:cubicBezTo>
                  <a:cubicBezTo>
                    <a:pt x="49349" y="32604"/>
                    <a:pt x="51458" y="35859"/>
                    <a:pt x="51458" y="39687"/>
                  </a:cubicBezTo>
                  <a:cubicBezTo>
                    <a:pt x="51458" y="43567"/>
                    <a:pt x="49336" y="46887"/>
                    <a:pt x="45104" y="49635"/>
                  </a:cubicBezTo>
                  <a:cubicBezTo>
                    <a:pt x="40859" y="52369"/>
                    <a:pt x="34896" y="53750"/>
                    <a:pt x="27187" y="53750"/>
                  </a:cubicBezTo>
                  <a:cubicBezTo>
                    <a:pt x="19401" y="53750"/>
                    <a:pt x="13411" y="52369"/>
                    <a:pt x="9219" y="49635"/>
                  </a:cubicBezTo>
                  <a:cubicBezTo>
                    <a:pt x="5013" y="46887"/>
                    <a:pt x="2917" y="43567"/>
                    <a:pt x="2917" y="39687"/>
                  </a:cubicBezTo>
                  <a:cubicBezTo>
                    <a:pt x="2917" y="35859"/>
                    <a:pt x="5000" y="32604"/>
                    <a:pt x="9167" y="29895"/>
                  </a:cubicBezTo>
                  <a:cubicBezTo>
                    <a:pt x="13333" y="27187"/>
                    <a:pt x="19336" y="25833"/>
                    <a:pt x="27187" y="25833"/>
                  </a:cubicBezTo>
                  <a:close/>
                  <a:moveTo>
                    <a:pt x="0" y="13854"/>
                  </a:moveTo>
                  <a:lnTo>
                    <a:pt x="54479" y="13854"/>
                  </a:lnTo>
                  <a:lnTo>
                    <a:pt x="54479" y="22395"/>
                  </a:lnTo>
                  <a:lnTo>
                    <a:pt x="0" y="22395"/>
                  </a:lnTo>
                  <a:close/>
                  <a:moveTo>
                    <a:pt x="138438" y="1979"/>
                  </a:moveTo>
                  <a:lnTo>
                    <a:pt x="149896" y="1979"/>
                  </a:lnTo>
                  <a:lnTo>
                    <a:pt x="149896" y="89270"/>
                  </a:lnTo>
                  <a:lnTo>
                    <a:pt x="138438" y="89270"/>
                  </a:lnTo>
                  <a:lnTo>
                    <a:pt x="138438" y="55000"/>
                  </a:lnTo>
                  <a:lnTo>
                    <a:pt x="123958" y="55000"/>
                  </a:lnTo>
                  <a:lnTo>
                    <a:pt x="123958" y="44792"/>
                  </a:lnTo>
                  <a:lnTo>
                    <a:pt x="138438" y="44792"/>
                  </a:lnTo>
                  <a:lnTo>
                    <a:pt x="138438" y="29791"/>
                  </a:lnTo>
                  <a:lnTo>
                    <a:pt x="125625" y="29791"/>
                  </a:lnTo>
                  <a:cubicBezTo>
                    <a:pt x="123750" y="39088"/>
                    <a:pt x="120573" y="47513"/>
                    <a:pt x="116094" y="55052"/>
                  </a:cubicBezTo>
                  <a:cubicBezTo>
                    <a:pt x="111615" y="62578"/>
                    <a:pt x="105625" y="69166"/>
                    <a:pt x="98125" y="74791"/>
                  </a:cubicBezTo>
                  <a:lnTo>
                    <a:pt x="87813" y="67813"/>
                  </a:lnTo>
                  <a:cubicBezTo>
                    <a:pt x="97188" y="61562"/>
                    <a:pt x="104115" y="54140"/>
                    <a:pt x="108594" y="45573"/>
                  </a:cubicBezTo>
                  <a:cubicBezTo>
                    <a:pt x="113073" y="36992"/>
                    <a:pt x="115417" y="27252"/>
                    <a:pt x="115625" y="16354"/>
                  </a:cubicBezTo>
                  <a:lnTo>
                    <a:pt x="92813" y="16354"/>
                  </a:lnTo>
                  <a:lnTo>
                    <a:pt x="92813" y="6562"/>
                  </a:lnTo>
                  <a:lnTo>
                    <a:pt x="124896" y="6562"/>
                  </a:lnTo>
                  <a:cubicBezTo>
                    <a:pt x="125938" y="6562"/>
                    <a:pt x="126680" y="6784"/>
                    <a:pt x="127136" y="7239"/>
                  </a:cubicBezTo>
                  <a:cubicBezTo>
                    <a:pt x="127578" y="7682"/>
                    <a:pt x="127812" y="8437"/>
                    <a:pt x="127812" y="9479"/>
                  </a:cubicBezTo>
                  <a:cubicBezTo>
                    <a:pt x="127734" y="11210"/>
                    <a:pt x="127656" y="12929"/>
                    <a:pt x="127552" y="14635"/>
                  </a:cubicBezTo>
                  <a:cubicBezTo>
                    <a:pt x="127448" y="16328"/>
                    <a:pt x="127318" y="17982"/>
                    <a:pt x="127188" y="19583"/>
                  </a:cubicBezTo>
                  <a:lnTo>
                    <a:pt x="138438" y="19583"/>
                  </a:lnTo>
                  <a:close/>
                  <a:moveTo>
                    <a:pt x="156667" y="416"/>
                  </a:moveTo>
                  <a:lnTo>
                    <a:pt x="168125" y="416"/>
                  </a:lnTo>
                  <a:lnTo>
                    <a:pt x="168125" y="93645"/>
                  </a:lnTo>
                  <a:lnTo>
                    <a:pt x="156667" y="93645"/>
                  </a:lnTo>
                  <a:close/>
                  <a:moveTo>
                    <a:pt x="61771" y="416"/>
                  </a:moveTo>
                  <a:lnTo>
                    <a:pt x="73542" y="416"/>
                  </a:lnTo>
                  <a:lnTo>
                    <a:pt x="73542" y="23229"/>
                  </a:lnTo>
                  <a:lnTo>
                    <a:pt x="85625" y="23229"/>
                  </a:lnTo>
                  <a:lnTo>
                    <a:pt x="85625" y="33125"/>
                  </a:lnTo>
                  <a:lnTo>
                    <a:pt x="73542" y="33125"/>
                  </a:lnTo>
                  <a:lnTo>
                    <a:pt x="73542" y="54166"/>
                  </a:lnTo>
                  <a:lnTo>
                    <a:pt x="61771" y="54166"/>
                  </a:lnTo>
                  <a:close/>
                  <a:moveTo>
                    <a:pt x="12500" y="0"/>
                  </a:moveTo>
                  <a:lnTo>
                    <a:pt x="41563" y="0"/>
                  </a:lnTo>
                  <a:lnTo>
                    <a:pt x="41563" y="8646"/>
                  </a:lnTo>
                  <a:lnTo>
                    <a:pt x="12500" y="8646"/>
                  </a:lnTo>
                  <a:close/>
                </a:path>
              </a:pathLst>
            </a:custGeom>
            <a:solidFill>
              <a:srgbClr val="262626"/>
            </a:solidFill>
            <a:ln w="13018" cap="flat">
              <a:solidFill>
                <a:srgbClr val="00A040">
                  <a:alpha val="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44" name="TextBox 843">
              <a:extLst>
                <a:ext uri="{FF2B5EF4-FFF2-40B4-BE49-F238E27FC236}">
                  <a16:creationId xmlns:a16="http://schemas.microsoft.com/office/drawing/2014/main" id="{E71EC47B-A9E8-4714-A70C-B29586AFF07B}"/>
                </a:ext>
              </a:extLst>
            </p:cNvPr>
            <p:cNvSpPr txBox="1"/>
            <p:nvPr/>
          </p:nvSpPr>
          <p:spPr>
            <a:xfrm>
              <a:off x="2245711" y="8561818"/>
              <a:ext cx="365171" cy="221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18" spc="0" baseline="0">
                  <a:solidFill>
                    <a:srgbClr val="000000">
                      <a:alpha val="0"/>
                    </a:srgbClr>
                  </a:solidFill>
                  <a:latin typeface="맑은 고딕"/>
                  <a:ea typeface="맑은 고딕"/>
                  <a:sym typeface="맑은 고딕"/>
                  <a:rtl val="0"/>
                </a:rPr>
                <a:t>합계</a:t>
              </a:r>
            </a:p>
          </p:txBody>
        </p:sp>
        <p:grpSp>
          <p:nvGrpSpPr>
            <p:cNvPr id="845" name="그래픽 5">
              <a:extLst>
                <a:ext uri="{FF2B5EF4-FFF2-40B4-BE49-F238E27FC236}">
                  <a16:creationId xmlns:a16="http://schemas.microsoft.com/office/drawing/2014/main" id="{CF5A83C9-A9DF-471E-8512-767FDCE82676}"/>
                </a:ext>
              </a:extLst>
            </p:cNvPr>
            <p:cNvGrpSpPr/>
            <p:nvPr/>
          </p:nvGrpSpPr>
          <p:grpSpPr>
            <a:xfrm>
              <a:off x="3871344" y="8632577"/>
              <a:ext cx="702396" cy="96875"/>
              <a:chOff x="3871344" y="8632577"/>
              <a:chExt cx="702396" cy="96875"/>
            </a:xfrm>
          </p:grpSpPr>
          <p:sp>
            <p:nvSpPr>
              <p:cNvPr id="846" name="자유형: 도형 845">
                <a:extLst>
                  <a:ext uri="{FF2B5EF4-FFF2-40B4-BE49-F238E27FC236}">
                    <a16:creationId xmlns:a16="http://schemas.microsoft.com/office/drawing/2014/main" id="{63480F1A-CC9D-4DC0-B055-1CC07376D93F}"/>
                  </a:ext>
                </a:extLst>
              </p:cNvPr>
              <p:cNvSpPr/>
              <p:nvPr/>
            </p:nvSpPr>
            <p:spPr>
              <a:xfrm>
                <a:off x="3871344" y="8632577"/>
                <a:ext cx="702396" cy="95833"/>
              </a:xfrm>
              <a:custGeom>
                <a:avLst/>
                <a:gdLst>
                  <a:gd name="connsiteX0" fmla="*/ 497813 w 702396"/>
                  <a:gd name="connsiteY0" fmla="*/ 69687 h 95833"/>
                  <a:gd name="connsiteX1" fmla="*/ 509896 w 702396"/>
                  <a:gd name="connsiteY1" fmla="*/ 69687 h 95833"/>
                  <a:gd name="connsiteX2" fmla="*/ 511563 w 702396"/>
                  <a:gd name="connsiteY2" fmla="*/ 70260 h 95833"/>
                  <a:gd name="connsiteX3" fmla="*/ 512188 w 702396"/>
                  <a:gd name="connsiteY3" fmla="*/ 71979 h 95833"/>
                  <a:gd name="connsiteX4" fmla="*/ 512188 w 702396"/>
                  <a:gd name="connsiteY4" fmla="*/ 77500 h 95833"/>
                  <a:gd name="connsiteX5" fmla="*/ 508803 w 702396"/>
                  <a:gd name="connsiteY5" fmla="*/ 90104 h 95833"/>
                  <a:gd name="connsiteX6" fmla="*/ 498855 w 702396"/>
                  <a:gd name="connsiteY6" fmla="*/ 95833 h 95833"/>
                  <a:gd name="connsiteX7" fmla="*/ 498855 w 702396"/>
                  <a:gd name="connsiteY7" fmla="*/ 91458 h 95833"/>
                  <a:gd name="connsiteX8" fmla="*/ 502917 w 702396"/>
                  <a:gd name="connsiteY8" fmla="*/ 88385 h 95833"/>
                  <a:gd name="connsiteX9" fmla="*/ 504063 w 702396"/>
                  <a:gd name="connsiteY9" fmla="*/ 82500 h 95833"/>
                  <a:gd name="connsiteX10" fmla="*/ 497813 w 702396"/>
                  <a:gd name="connsiteY10" fmla="*/ 82500 h 95833"/>
                  <a:gd name="connsiteX11" fmla="*/ 276459 w 702396"/>
                  <a:gd name="connsiteY11" fmla="*/ 69687 h 95833"/>
                  <a:gd name="connsiteX12" fmla="*/ 288542 w 702396"/>
                  <a:gd name="connsiteY12" fmla="*/ 69687 h 95833"/>
                  <a:gd name="connsiteX13" fmla="*/ 290209 w 702396"/>
                  <a:gd name="connsiteY13" fmla="*/ 70260 h 95833"/>
                  <a:gd name="connsiteX14" fmla="*/ 290833 w 702396"/>
                  <a:gd name="connsiteY14" fmla="*/ 71979 h 95833"/>
                  <a:gd name="connsiteX15" fmla="*/ 290833 w 702396"/>
                  <a:gd name="connsiteY15" fmla="*/ 77500 h 95833"/>
                  <a:gd name="connsiteX16" fmla="*/ 287448 w 702396"/>
                  <a:gd name="connsiteY16" fmla="*/ 90104 h 95833"/>
                  <a:gd name="connsiteX17" fmla="*/ 277500 w 702396"/>
                  <a:gd name="connsiteY17" fmla="*/ 95833 h 95833"/>
                  <a:gd name="connsiteX18" fmla="*/ 277500 w 702396"/>
                  <a:gd name="connsiteY18" fmla="*/ 91458 h 95833"/>
                  <a:gd name="connsiteX19" fmla="*/ 281563 w 702396"/>
                  <a:gd name="connsiteY19" fmla="*/ 88385 h 95833"/>
                  <a:gd name="connsiteX20" fmla="*/ 282709 w 702396"/>
                  <a:gd name="connsiteY20" fmla="*/ 82500 h 95833"/>
                  <a:gd name="connsiteX21" fmla="*/ 276459 w 702396"/>
                  <a:gd name="connsiteY21" fmla="*/ 82500 h 95833"/>
                  <a:gd name="connsiteX22" fmla="*/ 68125 w 702396"/>
                  <a:gd name="connsiteY22" fmla="*/ 69687 h 95833"/>
                  <a:gd name="connsiteX23" fmla="*/ 80208 w 702396"/>
                  <a:gd name="connsiteY23" fmla="*/ 69687 h 95833"/>
                  <a:gd name="connsiteX24" fmla="*/ 81875 w 702396"/>
                  <a:gd name="connsiteY24" fmla="*/ 70260 h 95833"/>
                  <a:gd name="connsiteX25" fmla="*/ 82500 w 702396"/>
                  <a:gd name="connsiteY25" fmla="*/ 71979 h 95833"/>
                  <a:gd name="connsiteX26" fmla="*/ 82500 w 702396"/>
                  <a:gd name="connsiteY26" fmla="*/ 77500 h 95833"/>
                  <a:gd name="connsiteX27" fmla="*/ 79115 w 702396"/>
                  <a:gd name="connsiteY27" fmla="*/ 90104 h 95833"/>
                  <a:gd name="connsiteX28" fmla="*/ 69167 w 702396"/>
                  <a:gd name="connsiteY28" fmla="*/ 95833 h 95833"/>
                  <a:gd name="connsiteX29" fmla="*/ 69167 w 702396"/>
                  <a:gd name="connsiteY29" fmla="*/ 91458 h 95833"/>
                  <a:gd name="connsiteX30" fmla="*/ 73230 w 702396"/>
                  <a:gd name="connsiteY30" fmla="*/ 88385 h 95833"/>
                  <a:gd name="connsiteX31" fmla="*/ 74375 w 702396"/>
                  <a:gd name="connsiteY31" fmla="*/ 82500 h 95833"/>
                  <a:gd name="connsiteX32" fmla="*/ 68125 w 702396"/>
                  <a:gd name="connsiteY32" fmla="*/ 82500 h 95833"/>
                  <a:gd name="connsiteX33" fmla="*/ 454376 w 702396"/>
                  <a:gd name="connsiteY33" fmla="*/ 45416 h 95833"/>
                  <a:gd name="connsiteX34" fmla="*/ 444323 w 702396"/>
                  <a:gd name="connsiteY34" fmla="*/ 48698 h 95833"/>
                  <a:gd name="connsiteX35" fmla="*/ 439896 w 702396"/>
                  <a:gd name="connsiteY35" fmla="*/ 58854 h 95833"/>
                  <a:gd name="connsiteX36" fmla="*/ 443698 w 702396"/>
                  <a:gd name="connsiteY36" fmla="*/ 68593 h 95833"/>
                  <a:gd name="connsiteX37" fmla="*/ 454376 w 702396"/>
                  <a:gd name="connsiteY37" fmla="*/ 72083 h 95833"/>
                  <a:gd name="connsiteX38" fmla="*/ 465052 w 702396"/>
                  <a:gd name="connsiteY38" fmla="*/ 68593 h 95833"/>
                  <a:gd name="connsiteX39" fmla="*/ 468855 w 702396"/>
                  <a:gd name="connsiteY39" fmla="*/ 58854 h 95833"/>
                  <a:gd name="connsiteX40" fmla="*/ 467605 w 702396"/>
                  <a:gd name="connsiteY40" fmla="*/ 52865 h 95833"/>
                  <a:gd name="connsiteX41" fmla="*/ 464375 w 702396"/>
                  <a:gd name="connsiteY41" fmla="*/ 48749 h 95833"/>
                  <a:gd name="connsiteX42" fmla="*/ 459688 w 702396"/>
                  <a:gd name="connsiteY42" fmla="*/ 46250 h 95833"/>
                  <a:gd name="connsiteX43" fmla="*/ 454376 w 702396"/>
                  <a:gd name="connsiteY43" fmla="*/ 45416 h 95833"/>
                  <a:gd name="connsiteX44" fmla="*/ 246042 w 702396"/>
                  <a:gd name="connsiteY44" fmla="*/ 45416 h 95833"/>
                  <a:gd name="connsiteX45" fmla="*/ 235990 w 702396"/>
                  <a:gd name="connsiteY45" fmla="*/ 48698 h 95833"/>
                  <a:gd name="connsiteX46" fmla="*/ 231563 w 702396"/>
                  <a:gd name="connsiteY46" fmla="*/ 58854 h 95833"/>
                  <a:gd name="connsiteX47" fmla="*/ 235365 w 702396"/>
                  <a:gd name="connsiteY47" fmla="*/ 68593 h 95833"/>
                  <a:gd name="connsiteX48" fmla="*/ 246042 w 702396"/>
                  <a:gd name="connsiteY48" fmla="*/ 72083 h 95833"/>
                  <a:gd name="connsiteX49" fmla="*/ 256719 w 702396"/>
                  <a:gd name="connsiteY49" fmla="*/ 68593 h 95833"/>
                  <a:gd name="connsiteX50" fmla="*/ 260521 w 702396"/>
                  <a:gd name="connsiteY50" fmla="*/ 58854 h 95833"/>
                  <a:gd name="connsiteX51" fmla="*/ 259271 w 702396"/>
                  <a:gd name="connsiteY51" fmla="*/ 52865 h 95833"/>
                  <a:gd name="connsiteX52" fmla="*/ 256042 w 702396"/>
                  <a:gd name="connsiteY52" fmla="*/ 48749 h 95833"/>
                  <a:gd name="connsiteX53" fmla="*/ 251355 w 702396"/>
                  <a:gd name="connsiteY53" fmla="*/ 46250 h 95833"/>
                  <a:gd name="connsiteX54" fmla="*/ 246042 w 702396"/>
                  <a:gd name="connsiteY54" fmla="*/ 45416 h 95833"/>
                  <a:gd name="connsiteX55" fmla="*/ 115938 w 702396"/>
                  <a:gd name="connsiteY55" fmla="*/ 38333 h 95833"/>
                  <a:gd name="connsiteX56" fmla="*/ 106042 w 702396"/>
                  <a:gd name="connsiteY56" fmla="*/ 43020 h 95833"/>
                  <a:gd name="connsiteX57" fmla="*/ 102188 w 702396"/>
                  <a:gd name="connsiteY57" fmla="*/ 54270 h 95833"/>
                  <a:gd name="connsiteX58" fmla="*/ 105886 w 702396"/>
                  <a:gd name="connsiteY58" fmla="*/ 67240 h 95833"/>
                  <a:gd name="connsiteX59" fmla="*/ 115729 w 702396"/>
                  <a:gd name="connsiteY59" fmla="*/ 72187 h 95833"/>
                  <a:gd name="connsiteX60" fmla="*/ 126302 w 702396"/>
                  <a:gd name="connsiteY60" fmla="*/ 67448 h 95833"/>
                  <a:gd name="connsiteX61" fmla="*/ 130000 w 702396"/>
                  <a:gd name="connsiteY61" fmla="*/ 55208 h 95833"/>
                  <a:gd name="connsiteX62" fmla="*/ 126458 w 702396"/>
                  <a:gd name="connsiteY62" fmla="*/ 43177 h 95833"/>
                  <a:gd name="connsiteX63" fmla="*/ 115938 w 702396"/>
                  <a:gd name="connsiteY63" fmla="*/ 38333 h 95833"/>
                  <a:gd name="connsiteX64" fmla="*/ 454376 w 702396"/>
                  <a:gd name="connsiteY64" fmla="*/ 11145 h 95833"/>
                  <a:gd name="connsiteX65" fmla="*/ 444688 w 702396"/>
                  <a:gd name="connsiteY65" fmla="*/ 14323 h 95833"/>
                  <a:gd name="connsiteX66" fmla="*/ 440834 w 702396"/>
                  <a:gd name="connsiteY66" fmla="*/ 23125 h 95833"/>
                  <a:gd name="connsiteX67" fmla="*/ 444584 w 702396"/>
                  <a:gd name="connsiteY67" fmla="*/ 32187 h 95833"/>
                  <a:gd name="connsiteX68" fmla="*/ 454376 w 702396"/>
                  <a:gd name="connsiteY68" fmla="*/ 35208 h 95833"/>
                  <a:gd name="connsiteX69" fmla="*/ 464063 w 702396"/>
                  <a:gd name="connsiteY69" fmla="*/ 32187 h 95833"/>
                  <a:gd name="connsiteX70" fmla="*/ 467917 w 702396"/>
                  <a:gd name="connsiteY70" fmla="*/ 23125 h 95833"/>
                  <a:gd name="connsiteX71" fmla="*/ 464063 w 702396"/>
                  <a:gd name="connsiteY71" fmla="*/ 14323 h 95833"/>
                  <a:gd name="connsiteX72" fmla="*/ 454376 w 702396"/>
                  <a:gd name="connsiteY72" fmla="*/ 11145 h 95833"/>
                  <a:gd name="connsiteX73" fmla="*/ 246042 w 702396"/>
                  <a:gd name="connsiteY73" fmla="*/ 11145 h 95833"/>
                  <a:gd name="connsiteX74" fmla="*/ 236354 w 702396"/>
                  <a:gd name="connsiteY74" fmla="*/ 14323 h 95833"/>
                  <a:gd name="connsiteX75" fmla="*/ 232500 w 702396"/>
                  <a:gd name="connsiteY75" fmla="*/ 23125 h 95833"/>
                  <a:gd name="connsiteX76" fmla="*/ 236250 w 702396"/>
                  <a:gd name="connsiteY76" fmla="*/ 32187 h 95833"/>
                  <a:gd name="connsiteX77" fmla="*/ 246042 w 702396"/>
                  <a:gd name="connsiteY77" fmla="*/ 35208 h 95833"/>
                  <a:gd name="connsiteX78" fmla="*/ 255729 w 702396"/>
                  <a:gd name="connsiteY78" fmla="*/ 32187 h 95833"/>
                  <a:gd name="connsiteX79" fmla="*/ 259584 w 702396"/>
                  <a:gd name="connsiteY79" fmla="*/ 23125 h 95833"/>
                  <a:gd name="connsiteX80" fmla="*/ 255729 w 702396"/>
                  <a:gd name="connsiteY80" fmla="*/ 14323 h 95833"/>
                  <a:gd name="connsiteX81" fmla="*/ 246042 w 702396"/>
                  <a:gd name="connsiteY81" fmla="*/ 11145 h 95833"/>
                  <a:gd name="connsiteX82" fmla="*/ 675834 w 702396"/>
                  <a:gd name="connsiteY82" fmla="*/ 9895 h 95833"/>
                  <a:gd name="connsiteX83" fmla="*/ 668178 w 702396"/>
                  <a:gd name="connsiteY83" fmla="*/ 13229 h 95833"/>
                  <a:gd name="connsiteX84" fmla="*/ 664063 w 702396"/>
                  <a:gd name="connsiteY84" fmla="*/ 21354 h 95833"/>
                  <a:gd name="connsiteX85" fmla="*/ 662292 w 702396"/>
                  <a:gd name="connsiteY85" fmla="*/ 31562 h 95833"/>
                  <a:gd name="connsiteX86" fmla="*/ 661980 w 702396"/>
                  <a:gd name="connsiteY86" fmla="*/ 41146 h 95833"/>
                  <a:gd name="connsiteX87" fmla="*/ 662292 w 702396"/>
                  <a:gd name="connsiteY87" fmla="*/ 50781 h 95833"/>
                  <a:gd name="connsiteX88" fmla="*/ 664063 w 702396"/>
                  <a:gd name="connsiteY88" fmla="*/ 60937 h 95833"/>
                  <a:gd name="connsiteX89" fmla="*/ 668178 w 702396"/>
                  <a:gd name="connsiteY89" fmla="*/ 68958 h 95833"/>
                  <a:gd name="connsiteX90" fmla="*/ 675834 w 702396"/>
                  <a:gd name="connsiteY90" fmla="*/ 72187 h 95833"/>
                  <a:gd name="connsiteX91" fmla="*/ 683490 w 702396"/>
                  <a:gd name="connsiteY91" fmla="*/ 68958 h 95833"/>
                  <a:gd name="connsiteX92" fmla="*/ 687917 w 702396"/>
                  <a:gd name="connsiteY92" fmla="*/ 60937 h 95833"/>
                  <a:gd name="connsiteX93" fmla="*/ 689844 w 702396"/>
                  <a:gd name="connsiteY93" fmla="*/ 50781 h 95833"/>
                  <a:gd name="connsiteX94" fmla="*/ 690313 w 702396"/>
                  <a:gd name="connsiteY94" fmla="*/ 41146 h 95833"/>
                  <a:gd name="connsiteX95" fmla="*/ 689844 w 702396"/>
                  <a:gd name="connsiteY95" fmla="*/ 31562 h 95833"/>
                  <a:gd name="connsiteX96" fmla="*/ 687917 w 702396"/>
                  <a:gd name="connsiteY96" fmla="*/ 21354 h 95833"/>
                  <a:gd name="connsiteX97" fmla="*/ 683490 w 702396"/>
                  <a:gd name="connsiteY97" fmla="*/ 13229 h 95833"/>
                  <a:gd name="connsiteX98" fmla="*/ 675834 w 702396"/>
                  <a:gd name="connsiteY98" fmla="*/ 9895 h 95833"/>
                  <a:gd name="connsiteX99" fmla="*/ 181042 w 702396"/>
                  <a:gd name="connsiteY99" fmla="*/ 9895 h 95833"/>
                  <a:gd name="connsiteX100" fmla="*/ 173386 w 702396"/>
                  <a:gd name="connsiteY100" fmla="*/ 13229 h 95833"/>
                  <a:gd name="connsiteX101" fmla="*/ 169271 w 702396"/>
                  <a:gd name="connsiteY101" fmla="*/ 21354 h 95833"/>
                  <a:gd name="connsiteX102" fmla="*/ 167500 w 702396"/>
                  <a:gd name="connsiteY102" fmla="*/ 31562 h 95833"/>
                  <a:gd name="connsiteX103" fmla="*/ 167188 w 702396"/>
                  <a:gd name="connsiteY103" fmla="*/ 41146 h 95833"/>
                  <a:gd name="connsiteX104" fmla="*/ 167500 w 702396"/>
                  <a:gd name="connsiteY104" fmla="*/ 50781 h 95833"/>
                  <a:gd name="connsiteX105" fmla="*/ 169271 w 702396"/>
                  <a:gd name="connsiteY105" fmla="*/ 60937 h 95833"/>
                  <a:gd name="connsiteX106" fmla="*/ 173386 w 702396"/>
                  <a:gd name="connsiteY106" fmla="*/ 68958 h 95833"/>
                  <a:gd name="connsiteX107" fmla="*/ 181042 w 702396"/>
                  <a:gd name="connsiteY107" fmla="*/ 72187 h 95833"/>
                  <a:gd name="connsiteX108" fmla="*/ 188698 w 702396"/>
                  <a:gd name="connsiteY108" fmla="*/ 68958 h 95833"/>
                  <a:gd name="connsiteX109" fmla="*/ 193125 w 702396"/>
                  <a:gd name="connsiteY109" fmla="*/ 60937 h 95833"/>
                  <a:gd name="connsiteX110" fmla="*/ 195052 w 702396"/>
                  <a:gd name="connsiteY110" fmla="*/ 50781 h 95833"/>
                  <a:gd name="connsiteX111" fmla="*/ 195521 w 702396"/>
                  <a:gd name="connsiteY111" fmla="*/ 41146 h 95833"/>
                  <a:gd name="connsiteX112" fmla="*/ 195052 w 702396"/>
                  <a:gd name="connsiteY112" fmla="*/ 31562 h 95833"/>
                  <a:gd name="connsiteX113" fmla="*/ 193125 w 702396"/>
                  <a:gd name="connsiteY113" fmla="*/ 21354 h 95833"/>
                  <a:gd name="connsiteX114" fmla="*/ 188698 w 702396"/>
                  <a:gd name="connsiteY114" fmla="*/ 13229 h 95833"/>
                  <a:gd name="connsiteX115" fmla="*/ 181042 w 702396"/>
                  <a:gd name="connsiteY115" fmla="*/ 9895 h 95833"/>
                  <a:gd name="connsiteX116" fmla="*/ 591563 w 702396"/>
                  <a:gd name="connsiteY116" fmla="*/ 3229 h 95833"/>
                  <a:gd name="connsiteX117" fmla="*/ 632813 w 702396"/>
                  <a:gd name="connsiteY117" fmla="*/ 3229 h 95833"/>
                  <a:gd name="connsiteX118" fmla="*/ 632813 w 702396"/>
                  <a:gd name="connsiteY118" fmla="*/ 13021 h 95833"/>
                  <a:gd name="connsiteX119" fmla="*/ 600209 w 702396"/>
                  <a:gd name="connsiteY119" fmla="*/ 13021 h 95833"/>
                  <a:gd name="connsiteX120" fmla="*/ 599063 w 702396"/>
                  <a:gd name="connsiteY120" fmla="*/ 33646 h 95833"/>
                  <a:gd name="connsiteX121" fmla="*/ 604688 w 702396"/>
                  <a:gd name="connsiteY121" fmla="*/ 29791 h 95833"/>
                  <a:gd name="connsiteX122" fmla="*/ 613438 w 702396"/>
                  <a:gd name="connsiteY122" fmla="*/ 28229 h 95833"/>
                  <a:gd name="connsiteX123" fmla="*/ 622344 w 702396"/>
                  <a:gd name="connsiteY123" fmla="*/ 29948 h 95833"/>
                  <a:gd name="connsiteX124" fmla="*/ 629792 w 702396"/>
                  <a:gd name="connsiteY124" fmla="*/ 35104 h 95833"/>
                  <a:gd name="connsiteX125" fmla="*/ 634896 w 702396"/>
                  <a:gd name="connsiteY125" fmla="*/ 43437 h 95833"/>
                  <a:gd name="connsiteX126" fmla="*/ 636771 w 702396"/>
                  <a:gd name="connsiteY126" fmla="*/ 55000 h 95833"/>
                  <a:gd name="connsiteX127" fmla="*/ 634948 w 702396"/>
                  <a:gd name="connsiteY127" fmla="*/ 65729 h 95833"/>
                  <a:gd name="connsiteX128" fmla="*/ 629792 w 702396"/>
                  <a:gd name="connsiteY128" fmla="*/ 74271 h 95833"/>
                  <a:gd name="connsiteX129" fmla="*/ 621771 w 702396"/>
                  <a:gd name="connsiteY129" fmla="*/ 79947 h 95833"/>
                  <a:gd name="connsiteX130" fmla="*/ 611355 w 702396"/>
                  <a:gd name="connsiteY130" fmla="*/ 81979 h 95833"/>
                  <a:gd name="connsiteX131" fmla="*/ 601771 w 702396"/>
                  <a:gd name="connsiteY131" fmla="*/ 80520 h 95833"/>
                  <a:gd name="connsiteX132" fmla="*/ 593855 w 702396"/>
                  <a:gd name="connsiteY132" fmla="*/ 76249 h 95833"/>
                  <a:gd name="connsiteX133" fmla="*/ 588334 w 702396"/>
                  <a:gd name="connsiteY133" fmla="*/ 69062 h 95833"/>
                  <a:gd name="connsiteX134" fmla="*/ 585938 w 702396"/>
                  <a:gd name="connsiteY134" fmla="*/ 59166 h 95833"/>
                  <a:gd name="connsiteX135" fmla="*/ 597605 w 702396"/>
                  <a:gd name="connsiteY135" fmla="*/ 59166 h 95833"/>
                  <a:gd name="connsiteX136" fmla="*/ 602292 w 702396"/>
                  <a:gd name="connsiteY136" fmla="*/ 69166 h 95833"/>
                  <a:gd name="connsiteX137" fmla="*/ 611459 w 702396"/>
                  <a:gd name="connsiteY137" fmla="*/ 72292 h 95833"/>
                  <a:gd name="connsiteX138" fmla="*/ 621094 w 702396"/>
                  <a:gd name="connsiteY138" fmla="*/ 67864 h 95833"/>
                  <a:gd name="connsiteX139" fmla="*/ 624896 w 702396"/>
                  <a:gd name="connsiteY139" fmla="*/ 55104 h 95833"/>
                  <a:gd name="connsiteX140" fmla="*/ 621198 w 702396"/>
                  <a:gd name="connsiteY140" fmla="*/ 41927 h 95833"/>
                  <a:gd name="connsiteX141" fmla="*/ 611667 w 702396"/>
                  <a:gd name="connsiteY141" fmla="*/ 37812 h 95833"/>
                  <a:gd name="connsiteX142" fmla="*/ 604011 w 702396"/>
                  <a:gd name="connsiteY142" fmla="*/ 40052 h 95833"/>
                  <a:gd name="connsiteX143" fmla="*/ 599480 w 702396"/>
                  <a:gd name="connsiteY143" fmla="*/ 46354 h 95833"/>
                  <a:gd name="connsiteX144" fmla="*/ 599167 w 702396"/>
                  <a:gd name="connsiteY144" fmla="*/ 47344 h 95833"/>
                  <a:gd name="connsiteX145" fmla="*/ 598750 w 702396"/>
                  <a:gd name="connsiteY145" fmla="*/ 48229 h 95833"/>
                  <a:gd name="connsiteX146" fmla="*/ 597917 w 702396"/>
                  <a:gd name="connsiteY146" fmla="*/ 48906 h 95833"/>
                  <a:gd name="connsiteX147" fmla="*/ 596667 w 702396"/>
                  <a:gd name="connsiteY147" fmla="*/ 49167 h 95833"/>
                  <a:gd name="connsiteX148" fmla="*/ 590417 w 702396"/>
                  <a:gd name="connsiteY148" fmla="*/ 49167 h 95833"/>
                  <a:gd name="connsiteX149" fmla="*/ 588178 w 702396"/>
                  <a:gd name="connsiteY149" fmla="*/ 48541 h 95833"/>
                  <a:gd name="connsiteX150" fmla="*/ 587605 w 702396"/>
                  <a:gd name="connsiteY150" fmla="*/ 46354 h 95833"/>
                  <a:gd name="connsiteX151" fmla="*/ 588750 w 702396"/>
                  <a:gd name="connsiteY151" fmla="*/ 6042 h 95833"/>
                  <a:gd name="connsiteX152" fmla="*/ 589323 w 702396"/>
                  <a:gd name="connsiteY152" fmla="*/ 3854 h 95833"/>
                  <a:gd name="connsiteX153" fmla="*/ 591563 w 702396"/>
                  <a:gd name="connsiteY153" fmla="*/ 3229 h 95833"/>
                  <a:gd name="connsiteX154" fmla="*/ 5625 w 702396"/>
                  <a:gd name="connsiteY154" fmla="*/ 3229 h 95833"/>
                  <a:gd name="connsiteX155" fmla="*/ 46875 w 702396"/>
                  <a:gd name="connsiteY155" fmla="*/ 3229 h 95833"/>
                  <a:gd name="connsiteX156" fmla="*/ 46875 w 702396"/>
                  <a:gd name="connsiteY156" fmla="*/ 13021 h 95833"/>
                  <a:gd name="connsiteX157" fmla="*/ 14271 w 702396"/>
                  <a:gd name="connsiteY157" fmla="*/ 13021 h 95833"/>
                  <a:gd name="connsiteX158" fmla="*/ 13125 w 702396"/>
                  <a:gd name="connsiteY158" fmla="*/ 33646 h 95833"/>
                  <a:gd name="connsiteX159" fmla="*/ 18750 w 702396"/>
                  <a:gd name="connsiteY159" fmla="*/ 29791 h 95833"/>
                  <a:gd name="connsiteX160" fmla="*/ 27500 w 702396"/>
                  <a:gd name="connsiteY160" fmla="*/ 28229 h 95833"/>
                  <a:gd name="connsiteX161" fmla="*/ 36407 w 702396"/>
                  <a:gd name="connsiteY161" fmla="*/ 29948 h 95833"/>
                  <a:gd name="connsiteX162" fmla="*/ 43854 w 702396"/>
                  <a:gd name="connsiteY162" fmla="*/ 35104 h 95833"/>
                  <a:gd name="connsiteX163" fmla="*/ 48958 w 702396"/>
                  <a:gd name="connsiteY163" fmla="*/ 43437 h 95833"/>
                  <a:gd name="connsiteX164" fmla="*/ 50834 w 702396"/>
                  <a:gd name="connsiteY164" fmla="*/ 55000 h 95833"/>
                  <a:gd name="connsiteX165" fmla="*/ 49011 w 702396"/>
                  <a:gd name="connsiteY165" fmla="*/ 65729 h 95833"/>
                  <a:gd name="connsiteX166" fmla="*/ 43854 w 702396"/>
                  <a:gd name="connsiteY166" fmla="*/ 74271 h 95833"/>
                  <a:gd name="connsiteX167" fmla="*/ 35834 w 702396"/>
                  <a:gd name="connsiteY167" fmla="*/ 79947 h 95833"/>
                  <a:gd name="connsiteX168" fmla="*/ 25417 w 702396"/>
                  <a:gd name="connsiteY168" fmla="*/ 81979 h 95833"/>
                  <a:gd name="connsiteX169" fmla="*/ 15833 w 702396"/>
                  <a:gd name="connsiteY169" fmla="*/ 80520 h 95833"/>
                  <a:gd name="connsiteX170" fmla="*/ 7917 w 702396"/>
                  <a:gd name="connsiteY170" fmla="*/ 76249 h 95833"/>
                  <a:gd name="connsiteX171" fmla="*/ 2396 w 702396"/>
                  <a:gd name="connsiteY171" fmla="*/ 69062 h 95833"/>
                  <a:gd name="connsiteX172" fmla="*/ 0 w 702396"/>
                  <a:gd name="connsiteY172" fmla="*/ 59166 h 95833"/>
                  <a:gd name="connsiteX173" fmla="*/ 11667 w 702396"/>
                  <a:gd name="connsiteY173" fmla="*/ 59166 h 95833"/>
                  <a:gd name="connsiteX174" fmla="*/ 16354 w 702396"/>
                  <a:gd name="connsiteY174" fmla="*/ 69166 h 95833"/>
                  <a:gd name="connsiteX175" fmla="*/ 25521 w 702396"/>
                  <a:gd name="connsiteY175" fmla="*/ 72292 h 95833"/>
                  <a:gd name="connsiteX176" fmla="*/ 35156 w 702396"/>
                  <a:gd name="connsiteY176" fmla="*/ 67864 h 95833"/>
                  <a:gd name="connsiteX177" fmla="*/ 38958 w 702396"/>
                  <a:gd name="connsiteY177" fmla="*/ 55104 h 95833"/>
                  <a:gd name="connsiteX178" fmla="*/ 35261 w 702396"/>
                  <a:gd name="connsiteY178" fmla="*/ 41927 h 95833"/>
                  <a:gd name="connsiteX179" fmla="*/ 25729 w 702396"/>
                  <a:gd name="connsiteY179" fmla="*/ 37812 h 95833"/>
                  <a:gd name="connsiteX180" fmla="*/ 18073 w 702396"/>
                  <a:gd name="connsiteY180" fmla="*/ 40052 h 95833"/>
                  <a:gd name="connsiteX181" fmla="*/ 13542 w 702396"/>
                  <a:gd name="connsiteY181" fmla="*/ 46354 h 95833"/>
                  <a:gd name="connsiteX182" fmla="*/ 13229 w 702396"/>
                  <a:gd name="connsiteY182" fmla="*/ 47344 h 95833"/>
                  <a:gd name="connsiteX183" fmla="*/ 12813 w 702396"/>
                  <a:gd name="connsiteY183" fmla="*/ 48229 h 95833"/>
                  <a:gd name="connsiteX184" fmla="*/ 11979 w 702396"/>
                  <a:gd name="connsiteY184" fmla="*/ 48906 h 95833"/>
                  <a:gd name="connsiteX185" fmla="*/ 10729 w 702396"/>
                  <a:gd name="connsiteY185" fmla="*/ 49167 h 95833"/>
                  <a:gd name="connsiteX186" fmla="*/ 4479 w 702396"/>
                  <a:gd name="connsiteY186" fmla="*/ 49167 h 95833"/>
                  <a:gd name="connsiteX187" fmla="*/ 2240 w 702396"/>
                  <a:gd name="connsiteY187" fmla="*/ 48541 h 95833"/>
                  <a:gd name="connsiteX188" fmla="*/ 1667 w 702396"/>
                  <a:gd name="connsiteY188" fmla="*/ 46354 h 95833"/>
                  <a:gd name="connsiteX189" fmla="*/ 2813 w 702396"/>
                  <a:gd name="connsiteY189" fmla="*/ 6042 h 95833"/>
                  <a:gd name="connsiteX190" fmla="*/ 3386 w 702396"/>
                  <a:gd name="connsiteY190" fmla="*/ 3854 h 95833"/>
                  <a:gd name="connsiteX191" fmla="*/ 5625 w 702396"/>
                  <a:gd name="connsiteY191" fmla="*/ 3229 h 95833"/>
                  <a:gd name="connsiteX192" fmla="*/ 116771 w 702396"/>
                  <a:gd name="connsiteY192" fmla="*/ 1771 h 95833"/>
                  <a:gd name="connsiteX193" fmla="*/ 133178 w 702396"/>
                  <a:gd name="connsiteY193" fmla="*/ 7708 h 95833"/>
                  <a:gd name="connsiteX194" fmla="*/ 140834 w 702396"/>
                  <a:gd name="connsiteY194" fmla="*/ 24062 h 95833"/>
                  <a:gd name="connsiteX195" fmla="*/ 128959 w 702396"/>
                  <a:gd name="connsiteY195" fmla="*/ 24062 h 95833"/>
                  <a:gd name="connsiteX196" fmla="*/ 125209 w 702396"/>
                  <a:gd name="connsiteY196" fmla="*/ 14635 h 95833"/>
                  <a:gd name="connsiteX197" fmla="*/ 116875 w 702396"/>
                  <a:gd name="connsiteY197" fmla="*/ 11458 h 95833"/>
                  <a:gd name="connsiteX198" fmla="*/ 108906 w 702396"/>
                  <a:gd name="connsiteY198" fmla="*/ 14323 h 95833"/>
                  <a:gd name="connsiteX199" fmla="*/ 103854 w 702396"/>
                  <a:gd name="connsiteY199" fmla="*/ 21249 h 95833"/>
                  <a:gd name="connsiteX200" fmla="*/ 101094 w 702396"/>
                  <a:gd name="connsiteY200" fmla="*/ 29687 h 95833"/>
                  <a:gd name="connsiteX201" fmla="*/ 100000 w 702396"/>
                  <a:gd name="connsiteY201" fmla="*/ 37083 h 95833"/>
                  <a:gd name="connsiteX202" fmla="*/ 107552 w 702396"/>
                  <a:gd name="connsiteY202" fmla="*/ 31302 h 95833"/>
                  <a:gd name="connsiteX203" fmla="*/ 118021 w 702396"/>
                  <a:gd name="connsiteY203" fmla="*/ 29167 h 95833"/>
                  <a:gd name="connsiteX204" fmla="*/ 127813 w 702396"/>
                  <a:gd name="connsiteY204" fmla="*/ 31145 h 95833"/>
                  <a:gd name="connsiteX205" fmla="*/ 135208 w 702396"/>
                  <a:gd name="connsiteY205" fmla="*/ 36562 h 95833"/>
                  <a:gd name="connsiteX206" fmla="*/ 140000 w 702396"/>
                  <a:gd name="connsiteY206" fmla="*/ 44843 h 95833"/>
                  <a:gd name="connsiteX207" fmla="*/ 141667 w 702396"/>
                  <a:gd name="connsiteY207" fmla="*/ 55416 h 95833"/>
                  <a:gd name="connsiteX208" fmla="*/ 139896 w 702396"/>
                  <a:gd name="connsiteY208" fmla="*/ 65729 h 95833"/>
                  <a:gd name="connsiteX209" fmla="*/ 134896 w 702396"/>
                  <a:gd name="connsiteY209" fmla="*/ 74166 h 95833"/>
                  <a:gd name="connsiteX210" fmla="*/ 127031 w 702396"/>
                  <a:gd name="connsiteY210" fmla="*/ 79896 h 95833"/>
                  <a:gd name="connsiteX211" fmla="*/ 116667 w 702396"/>
                  <a:gd name="connsiteY211" fmla="*/ 81979 h 95833"/>
                  <a:gd name="connsiteX212" fmla="*/ 101302 w 702396"/>
                  <a:gd name="connsiteY212" fmla="*/ 77135 h 95833"/>
                  <a:gd name="connsiteX213" fmla="*/ 92500 w 702396"/>
                  <a:gd name="connsiteY213" fmla="*/ 65208 h 95833"/>
                  <a:gd name="connsiteX214" fmla="*/ 90261 w 702396"/>
                  <a:gd name="connsiteY214" fmla="*/ 56041 h 95833"/>
                  <a:gd name="connsiteX215" fmla="*/ 89583 w 702396"/>
                  <a:gd name="connsiteY215" fmla="*/ 43958 h 95833"/>
                  <a:gd name="connsiteX216" fmla="*/ 91615 w 702396"/>
                  <a:gd name="connsiteY216" fmla="*/ 25781 h 95833"/>
                  <a:gd name="connsiteX217" fmla="*/ 97292 w 702396"/>
                  <a:gd name="connsiteY217" fmla="*/ 12604 h 95833"/>
                  <a:gd name="connsiteX218" fmla="*/ 105886 w 702396"/>
                  <a:gd name="connsiteY218" fmla="*/ 4531 h 95833"/>
                  <a:gd name="connsiteX219" fmla="*/ 116771 w 702396"/>
                  <a:gd name="connsiteY219" fmla="*/ 1771 h 95833"/>
                  <a:gd name="connsiteX220" fmla="*/ 544063 w 702396"/>
                  <a:gd name="connsiteY220" fmla="*/ 1458 h 95833"/>
                  <a:gd name="connsiteX221" fmla="*/ 553334 w 702396"/>
                  <a:gd name="connsiteY221" fmla="*/ 2864 h 95833"/>
                  <a:gd name="connsiteX222" fmla="*/ 560938 w 702396"/>
                  <a:gd name="connsiteY222" fmla="*/ 6979 h 95833"/>
                  <a:gd name="connsiteX223" fmla="*/ 566042 w 702396"/>
                  <a:gd name="connsiteY223" fmla="*/ 13593 h 95833"/>
                  <a:gd name="connsiteX224" fmla="*/ 567917 w 702396"/>
                  <a:gd name="connsiteY224" fmla="*/ 22500 h 95833"/>
                  <a:gd name="connsiteX225" fmla="*/ 563907 w 702396"/>
                  <a:gd name="connsiteY225" fmla="*/ 36406 h 95833"/>
                  <a:gd name="connsiteX226" fmla="*/ 554376 w 702396"/>
                  <a:gd name="connsiteY226" fmla="*/ 50000 h 95833"/>
                  <a:gd name="connsiteX227" fmla="*/ 543334 w 702396"/>
                  <a:gd name="connsiteY227" fmla="*/ 61823 h 95833"/>
                  <a:gd name="connsiteX228" fmla="*/ 534584 w 702396"/>
                  <a:gd name="connsiteY228" fmla="*/ 70312 h 95833"/>
                  <a:gd name="connsiteX229" fmla="*/ 569584 w 702396"/>
                  <a:gd name="connsiteY229" fmla="*/ 70312 h 95833"/>
                  <a:gd name="connsiteX230" fmla="*/ 569584 w 702396"/>
                  <a:gd name="connsiteY230" fmla="*/ 80208 h 95833"/>
                  <a:gd name="connsiteX231" fmla="*/ 522501 w 702396"/>
                  <a:gd name="connsiteY231" fmla="*/ 80208 h 95833"/>
                  <a:gd name="connsiteX232" fmla="*/ 520261 w 702396"/>
                  <a:gd name="connsiteY232" fmla="*/ 79635 h 95833"/>
                  <a:gd name="connsiteX233" fmla="*/ 519688 w 702396"/>
                  <a:gd name="connsiteY233" fmla="*/ 77395 h 95833"/>
                  <a:gd name="connsiteX234" fmla="*/ 519688 w 702396"/>
                  <a:gd name="connsiteY234" fmla="*/ 70624 h 95833"/>
                  <a:gd name="connsiteX235" fmla="*/ 529532 w 702396"/>
                  <a:gd name="connsiteY235" fmla="*/ 60937 h 95833"/>
                  <a:gd name="connsiteX236" fmla="*/ 541459 w 702396"/>
                  <a:gd name="connsiteY236" fmla="*/ 48021 h 95833"/>
                  <a:gd name="connsiteX237" fmla="*/ 551563 w 702396"/>
                  <a:gd name="connsiteY237" fmla="*/ 34531 h 95833"/>
                  <a:gd name="connsiteX238" fmla="*/ 555834 w 702396"/>
                  <a:gd name="connsiteY238" fmla="*/ 23229 h 95833"/>
                  <a:gd name="connsiteX239" fmla="*/ 552605 w 702396"/>
                  <a:gd name="connsiteY239" fmla="*/ 14218 h 95833"/>
                  <a:gd name="connsiteX240" fmla="*/ 544063 w 702396"/>
                  <a:gd name="connsiteY240" fmla="*/ 11353 h 95833"/>
                  <a:gd name="connsiteX241" fmla="*/ 535573 w 702396"/>
                  <a:gd name="connsiteY241" fmla="*/ 15104 h 95833"/>
                  <a:gd name="connsiteX242" fmla="*/ 532396 w 702396"/>
                  <a:gd name="connsiteY242" fmla="*/ 26042 h 95833"/>
                  <a:gd name="connsiteX243" fmla="*/ 520313 w 702396"/>
                  <a:gd name="connsiteY243" fmla="*/ 26042 h 95833"/>
                  <a:gd name="connsiteX244" fmla="*/ 522136 w 702396"/>
                  <a:gd name="connsiteY244" fmla="*/ 15833 h 95833"/>
                  <a:gd name="connsiteX245" fmla="*/ 527188 w 702396"/>
                  <a:gd name="connsiteY245" fmla="*/ 8125 h 95833"/>
                  <a:gd name="connsiteX246" fmla="*/ 534740 w 702396"/>
                  <a:gd name="connsiteY246" fmla="*/ 3177 h 95833"/>
                  <a:gd name="connsiteX247" fmla="*/ 544063 w 702396"/>
                  <a:gd name="connsiteY247" fmla="*/ 1458 h 95833"/>
                  <a:gd name="connsiteX248" fmla="*/ 454376 w 702396"/>
                  <a:gd name="connsiteY248" fmla="*/ 1458 h 95833"/>
                  <a:gd name="connsiteX249" fmla="*/ 464427 w 702396"/>
                  <a:gd name="connsiteY249" fmla="*/ 2968 h 95833"/>
                  <a:gd name="connsiteX250" fmla="*/ 472501 w 702396"/>
                  <a:gd name="connsiteY250" fmla="*/ 7292 h 95833"/>
                  <a:gd name="connsiteX251" fmla="*/ 477865 w 702396"/>
                  <a:gd name="connsiteY251" fmla="*/ 14010 h 95833"/>
                  <a:gd name="connsiteX252" fmla="*/ 479792 w 702396"/>
                  <a:gd name="connsiteY252" fmla="*/ 23020 h 95833"/>
                  <a:gd name="connsiteX253" fmla="*/ 478698 w 702396"/>
                  <a:gd name="connsiteY253" fmla="*/ 29322 h 95833"/>
                  <a:gd name="connsiteX254" fmla="*/ 475938 w 702396"/>
                  <a:gd name="connsiteY254" fmla="*/ 34583 h 95833"/>
                  <a:gd name="connsiteX255" fmla="*/ 472136 w 702396"/>
                  <a:gd name="connsiteY255" fmla="*/ 38594 h 95833"/>
                  <a:gd name="connsiteX256" fmla="*/ 467917 w 702396"/>
                  <a:gd name="connsiteY256" fmla="*/ 40833 h 95833"/>
                  <a:gd name="connsiteX257" fmla="*/ 472449 w 702396"/>
                  <a:gd name="connsiteY257" fmla="*/ 43020 h 95833"/>
                  <a:gd name="connsiteX258" fmla="*/ 476563 w 702396"/>
                  <a:gd name="connsiteY258" fmla="*/ 46771 h 95833"/>
                  <a:gd name="connsiteX259" fmla="*/ 479479 w 702396"/>
                  <a:gd name="connsiteY259" fmla="*/ 51927 h 95833"/>
                  <a:gd name="connsiteX260" fmla="*/ 480625 w 702396"/>
                  <a:gd name="connsiteY260" fmla="*/ 58645 h 95833"/>
                  <a:gd name="connsiteX261" fmla="*/ 478594 w 702396"/>
                  <a:gd name="connsiteY261" fmla="*/ 68489 h 95833"/>
                  <a:gd name="connsiteX262" fmla="*/ 473125 w 702396"/>
                  <a:gd name="connsiteY262" fmla="*/ 75729 h 95833"/>
                  <a:gd name="connsiteX263" fmla="*/ 464896 w 702396"/>
                  <a:gd name="connsiteY263" fmla="*/ 80312 h 95833"/>
                  <a:gd name="connsiteX264" fmla="*/ 454376 w 702396"/>
                  <a:gd name="connsiteY264" fmla="*/ 81875 h 95833"/>
                  <a:gd name="connsiteX265" fmla="*/ 435469 w 702396"/>
                  <a:gd name="connsiteY265" fmla="*/ 75729 h 95833"/>
                  <a:gd name="connsiteX266" fmla="*/ 428125 w 702396"/>
                  <a:gd name="connsiteY266" fmla="*/ 58645 h 95833"/>
                  <a:gd name="connsiteX267" fmla="*/ 429167 w 702396"/>
                  <a:gd name="connsiteY267" fmla="*/ 52604 h 95833"/>
                  <a:gd name="connsiteX268" fmla="*/ 431980 w 702396"/>
                  <a:gd name="connsiteY268" fmla="*/ 47187 h 95833"/>
                  <a:gd name="connsiteX269" fmla="*/ 436094 w 702396"/>
                  <a:gd name="connsiteY269" fmla="*/ 43124 h 95833"/>
                  <a:gd name="connsiteX270" fmla="*/ 440938 w 702396"/>
                  <a:gd name="connsiteY270" fmla="*/ 40729 h 95833"/>
                  <a:gd name="connsiteX271" fmla="*/ 432500 w 702396"/>
                  <a:gd name="connsiteY271" fmla="*/ 35000 h 95833"/>
                  <a:gd name="connsiteX272" fmla="*/ 428959 w 702396"/>
                  <a:gd name="connsiteY272" fmla="*/ 23020 h 95833"/>
                  <a:gd name="connsiteX273" fmla="*/ 430834 w 702396"/>
                  <a:gd name="connsiteY273" fmla="*/ 14010 h 95833"/>
                  <a:gd name="connsiteX274" fmla="*/ 436146 w 702396"/>
                  <a:gd name="connsiteY274" fmla="*/ 7292 h 95833"/>
                  <a:gd name="connsiteX275" fmla="*/ 444167 w 702396"/>
                  <a:gd name="connsiteY275" fmla="*/ 2968 h 95833"/>
                  <a:gd name="connsiteX276" fmla="*/ 454376 w 702396"/>
                  <a:gd name="connsiteY276" fmla="*/ 1458 h 95833"/>
                  <a:gd name="connsiteX277" fmla="*/ 246042 w 702396"/>
                  <a:gd name="connsiteY277" fmla="*/ 1458 h 95833"/>
                  <a:gd name="connsiteX278" fmla="*/ 256094 w 702396"/>
                  <a:gd name="connsiteY278" fmla="*/ 2968 h 95833"/>
                  <a:gd name="connsiteX279" fmla="*/ 264167 w 702396"/>
                  <a:gd name="connsiteY279" fmla="*/ 7292 h 95833"/>
                  <a:gd name="connsiteX280" fmla="*/ 269532 w 702396"/>
                  <a:gd name="connsiteY280" fmla="*/ 14010 h 95833"/>
                  <a:gd name="connsiteX281" fmla="*/ 271459 w 702396"/>
                  <a:gd name="connsiteY281" fmla="*/ 23020 h 95833"/>
                  <a:gd name="connsiteX282" fmla="*/ 270365 w 702396"/>
                  <a:gd name="connsiteY282" fmla="*/ 29322 h 95833"/>
                  <a:gd name="connsiteX283" fmla="*/ 267604 w 702396"/>
                  <a:gd name="connsiteY283" fmla="*/ 34583 h 95833"/>
                  <a:gd name="connsiteX284" fmla="*/ 263802 w 702396"/>
                  <a:gd name="connsiteY284" fmla="*/ 38594 h 95833"/>
                  <a:gd name="connsiteX285" fmla="*/ 259584 w 702396"/>
                  <a:gd name="connsiteY285" fmla="*/ 40833 h 95833"/>
                  <a:gd name="connsiteX286" fmla="*/ 264115 w 702396"/>
                  <a:gd name="connsiteY286" fmla="*/ 43020 h 95833"/>
                  <a:gd name="connsiteX287" fmla="*/ 268229 w 702396"/>
                  <a:gd name="connsiteY287" fmla="*/ 46771 h 95833"/>
                  <a:gd name="connsiteX288" fmla="*/ 271146 w 702396"/>
                  <a:gd name="connsiteY288" fmla="*/ 51927 h 95833"/>
                  <a:gd name="connsiteX289" fmla="*/ 272292 w 702396"/>
                  <a:gd name="connsiteY289" fmla="*/ 58645 h 95833"/>
                  <a:gd name="connsiteX290" fmla="*/ 270261 w 702396"/>
                  <a:gd name="connsiteY290" fmla="*/ 68489 h 95833"/>
                  <a:gd name="connsiteX291" fmla="*/ 264792 w 702396"/>
                  <a:gd name="connsiteY291" fmla="*/ 75729 h 95833"/>
                  <a:gd name="connsiteX292" fmla="*/ 256563 w 702396"/>
                  <a:gd name="connsiteY292" fmla="*/ 80312 h 95833"/>
                  <a:gd name="connsiteX293" fmla="*/ 246042 w 702396"/>
                  <a:gd name="connsiteY293" fmla="*/ 81875 h 95833"/>
                  <a:gd name="connsiteX294" fmla="*/ 227136 w 702396"/>
                  <a:gd name="connsiteY294" fmla="*/ 75729 h 95833"/>
                  <a:gd name="connsiteX295" fmla="*/ 219792 w 702396"/>
                  <a:gd name="connsiteY295" fmla="*/ 58645 h 95833"/>
                  <a:gd name="connsiteX296" fmla="*/ 220834 w 702396"/>
                  <a:gd name="connsiteY296" fmla="*/ 52604 h 95833"/>
                  <a:gd name="connsiteX297" fmla="*/ 223646 w 702396"/>
                  <a:gd name="connsiteY297" fmla="*/ 47187 h 95833"/>
                  <a:gd name="connsiteX298" fmla="*/ 227761 w 702396"/>
                  <a:gd name="connsiteY298" fmla="*/ 43124 h 95833"/>
                  <a:gd name="connsiteX299" fmla="*/ 232604 w 702396"/>
                  <a:gd name="connsiteY299" fmla="*/ 40729 h 95833"/>
                  <a:gd name="connsiteX300" fmla="*/ 224167 w 702396"/>
                  <a:gd name="connsiteY300" fmla="*/ 35000 h 95833"/>
                  <a:gd name="connsiteX301" fmla="*/ 220625 w 702396"/>
                  <a:gd name="connsiteY301" fmla="*/ 23020 h 95833"/>
                  <a:gd name="connsiteX302" fmla="*/ 222500 w 702396"/>
                  <a:gd name="connsiteY302" fmla="*/ 14010 h 95833"/>
                  <a:gd name="connsiteX303" fmla="*/ 227813 w 702396"/>
                  <a:gd name="connsiteY303" fmla="*/ 7292 h 95833"/>
                  <a:gd name="connsiteX304" fmla="*/ 235833 w 702396"/>
                  <a:gd name="connsiteY304" fmla="*/ 2968 h 95833"/>
                  <a:gd name="connsiteX305" fmla="*/ 246042 w 702396"/>
                  <a:gd name="connsiteY305" fmla="*/ 1458 h 95833"/>
                  <a:gd name="connsiteX306" fmla="*/ 387917 w 702396"/>
                  <a:gd name="connsiteY306" fmla="*/ 1354 h 95833"/>
                  <a:gd name="connsiteX307" fmla="*/ 397032 w 702396"/>
                  <a:gd name="connsiteY307" fmla="*/ 2656 h 95833"/>
                  <a:gd name="connsiteX308" fmla="*/ 404896 w 702396"/>
                  <a:gd name="connsiteY308" fmla="*/ 6666 h 95833"/>
                  <a:gd name="connsiteX309" fmla="*/ 410417 w 702396"/>
                  <a:gd name="connsiteY309" fmla="*/ 13333 h 95833"/>
                  <a:gd name="connsiteX310" fmla="*/ 412501 w 702396"/>
                  <a:gd name="connsiteY310" fmla="*/ 22812 h 95833"/>
                  <a:gd name="connsiteX311" fmla="*/ 408959 w 702396"/>
                  <a:gd name="connsiteY311" fmla="*/ 34166 h 95833"/>
                  <a:gd name="connsiteX312" fmla="*/ 398542 w 702396"/>
                  <a:gd name="connsiteY312" fmla="*/ 40208 h 95833"/>
                  <a:gd name="connsiteX313" fmla="*/ 410209 w 702396"/>
                  <a:gd name="connsiteY313" fmla="*/ 46510 h 95833"/>
                  <a:gd name="connsiteX314" fmla="*/ 414063 w 702396"/>
                  <a:gd name="connsiteY314" fmla="*/ 59166 h 95833"/>
                  <a:gd name="connsiteX315" fmla="*/ 411771 w 702396"/>
                  <a:gd name="connsiteY315" fmla="*/ 69427 h 95833"/>
                  <a:gd name="connsiteX316" fmla="*/ 405729 w 702396"/>
                  <a:gd name="connsiteY316" fmla="*/ 76562 h 95833"/>
                  <a:gd name="connsiteX317" fmla="*/ 397240 w 702396"/>
                  <a:gd name="connsiteY317" fmla="*/ 80677 h 95833"/>
                  <a:gd name="connsiteX318" fmla="*/ 387500 w 702396"/>
                  <a:gd name="connsiteY318" fmla="*/ 81979 h 95833"/>
                  <a:gd name="connsiteX319" fmla="*/ 368959 w 702396"/>
                  <a:gd name="connsiteY319" fmla="*/ 75417 h 95833"/>
                  <a:gd name="connsiteX320" fmla="*/ 363672 w 702396"/>
                  <a:gd name="connsiteY320" fmla="*/ 67552 h 95833"/>
                  <a:gd name="connsiteX321" fmla="*/ 362396 w 702396"/>
                  <a:gd name="connsiteY321" fmla="*/ 60520 h 95833"/>
                  <a:gd name="connsiteX322" fmla="*/ 361511 w 702396"/>
                  <a:gd name="connsiteY322" fmla="*/ 65729 h 95833"/>
                  <a:gd name="connsiteX323" fmla="*/ 356355 w 702396"/>
                  <a:gd name="connsiteY323" fmla="*/ 74271 h 95833"/>
                  <a:gd name="connsiteX324" fmla="*/ 348334 w 702396"/>
                  <a:gd name="connsiteY324" fmla="*/ 79947 h 95833"/>
                  <a:gd name="connsiteX325" fmla="*/ 337917 w 702396"/>
                  <a:gd name="connsiteY325" fmla="*/ 81979 h 95833"/>
                  <a:gd name="connsiteX326" fmla="*/ 328334 w 702396"/>
                  <a:gd name="connsiteY326" fmla="*/ 80520 h 95833"/>
                  <a:gd name="connsiteX327" fmla="*/ 320417 w 702396"/>
                  <a:gd name="connsiteY327" fmla="*/ 76249 h 95833"/>
                  <a:gd name="connsiteX328" fmla="*/ 314896 w 702396"/>
                  <a:gd name="connsiteY328" fmla="*/ 69062 h 95833"/>
                  <a:gd name="connsiteX329" fmla="*/ 312500 w 702396"/>
                  <a:gd name="connsiteY329" fmla="*/ 59166 h 95833"/>
                  <a:gd name="connsiteX330" fmla="*/ 324167 w 702396"/>
                  <a:gd name="connsiteY330" fmla="*/ 59166 h 95833"/>
                  <a:gd name="connsiteX331" fmla="*/ 328855 w 702396"/>
                  <a:gd name="connsiteY331" fmla="*/ 69166 h 95833"/>
                  <a:gd name="connsiteX332" fmla="*/ 338021 w 702396"/>
                  <a:gd name="connsiteY332" fmla="*/ 72292 h 95833"/>
                  <a:gd name="connsiteX333" fmla="*/ 347657 w 702396"/>
                  <a:gd name="connsiteY333" fmla="*/ 67864 h 95833"/>
                  <a:gd name="connsiteX334" fmla="*/ 351459 w 702396"/>
                  <a:gd name="connsiteY334" fmla="*/ 55104 h 95833"/>
                  <a:gd name="connsiteX335" fmla="*/ 347761 w 702396"/>
                  <a:gd name="connsiteY335" fmla="*/ 41927 h 95833"/>
                  <a:gd name="connsiteX336" fmla="*/ 338230 w 702396"/>
                  <a:gd name="connsiteY336" fmla="*/ 37812 h 95833"/>
                  <a:gd name="connsiteX337" fmla="*/ 330573 w 702396"/>
                  <a:gd name="connsiteY337" fmla="*/ 40052 h 95833"/>
                  <a:gd name="connsiteX338" fmla="*/ 326042 w 702396"/>
                  <a:gd name="connsiteY338" fmla="*/ 46354 h 95833"/>
                  <a:gd name="connsiteX339" fmla="*/ 325730 w 702396"/>
                  <a:gd name="connsiteY339" fmla="*/ 47344 h 95833"/>
                  <a:gd name="connsiteX340" fmla="*/ 325313 w 702396"/>
                  <a:gd name="connsiteY340" fmla="*/ 48229 h 95833"/>
                  <a:gd name="connsiteX341" fmla="*/ 324480 w 702396"/>
                  <a:gd name="connsiteY341" fmla="*/ 48906 h 95833"/>
                  <a:gd name="connsiteX342" fmla="*/ 323229 w 702396"/>
                  <a:gd name="connsiteY342" fmla="*/ 49167 h 95833"/>
                  <a:gd name="connsiteX343" fmla="*/ 316980 w 702396"/>
                  <a:gd name="connsiteY343" fmla="*/ 49167 h 95833"/>
                  <a:gd name="connsiteX344" fmla="*/ 314740 w 702396"/>
                  <a:gd name="connsiteY344" fmla="*/ 48541 h 95833"/>
                  <a:gd name="connsiteX345" fmla="*/ 314167 w 702396"/>
                  <a:gd name="connsiteY345" fmla="*/ 46354 h 95833"/>
                  <a:gd name="connsiteX346" fmla="*/ 315313 w 702396"/>
                  <a:gd name="connsiteY346" fmla="*/ 6042 h 95833"/>
                  <a:gd name="connsiteX347" fmla="*/ 315886 w 702396"/>
                  <a:gd name="connsiteY347" fmla="*/ 3854 h 95833"/>
                  <a:gd name="connsiteX348" fmla="*/ 318125 w 702396"/>
                  <a:gd name="connsiteY348" fmla="*/ 3229 h 95833"/>
                  <a:gd name="connsiteX349" fmla="*/ 359375 w 702396"/>
                  <a:gd name="connsiteY349" fmla="*/ 3229 h 95833"/>
                  <a:gd name="connsiteX350" fmla="*/ 359375 w 702396"/>
                  <a:gd name="connsiteY350" fmla="*/ 13021 h 95833"/>
                  <a:gd name="connsiteX351" fmla="*/ 326771 w 702396"/>
                  <a:gd name="connsiteY351" fmla="*/ 13021 h 95833"/>
                  <a:gd name="connsiteX352" fmla="*/ 325626 w 702396"/>
                  <a:gd name="connsiteY352" fmla="*/ 33646 h 95833"/>
                  <a:gd name="connsiteX353" fmla="*/ 331250 w 702396"/>
                  <a:gd name="connsiteY353" fmla="*/ 29791 h 95833"/>
                  <a:gd name="connsiteX354" fmla="*/ 340000 w 702396"/>
                  <a:gd name="connsiteY354" fmla="*/ 28229 h 95833"/>
                  <a:gd name="connsiteX355" fmla="*/ 348907 w 702396"/>
                  <a:gd name="connsiteY355" fmla="*/ 29948 h 95833"/>
                  <a:gd name="connsiteX356" fmla="*/ 356355 w 702396"/>
                  <a:gd name="connsiteY356" fmla="*/ 35104 h 95833"/>
                  <a:gd name="connsiteX357" fmla="*/ 361459 w 702396"/>
                  <a:gd name="connsiteY357" fmla="*/ 43437 h 95833"/>
                  <a:gd name="connsiteX358" fmla="*/ 363334 w 702396"/>
                  <a:gd name="connsiteY358" fmla="*/ 55000 h 95833"/>
                  <a:gd name="connsiteX359" fmla="*/ 362982 w 702396"/>
                  <a:gd name="connsiteY359" fmla="*/ 57083 h 95833"/>
                  <a:gd name="connsiteX360" fmla="*/ 373334 w 702396"/>
                  <a:gd name="connsiteY360" fmla="*/ 57083 h 95833"/>
                  <a:gd name="connsiteX361" fmla="*/ 377656 w 702396"/>
                  <a:gd name="connsiteY361" fmla="*/ 68541 h 95833"/>
                  <a:gd name="connsiteX362" fmla="*/ 387917 w 702396"/>
                  <a:gd name="connsiteY362" fmla="*/ 72083 h 95833"/>
                  <a:gd name="connsiteX363" fmla="*/ 398542 w 702396"/>
                  <a:gd name="connsiteY363" fmla="*/ 68646 h 95833"/>
                  <a:gd name="connsiteX364" fmla="*/ 402292 w 702396"/>
                  <a:gd name="connsiteY364" fmla="*/ 58333 h 95833"/>
                  <a:gd name="connsiteX365" fmla="*/ 401042 w 702396"/>
                  <a:gd name="connsiteY365" fmla="*/ 52343 h 95833"/>
                  <a:gd name="connsiteX366" fmla="*/ 397813 w 702396"/>
                  <a:gd name="connsiteY366" fmla="*/ 48333 h 95833"/>
                  <a:gd name="connsiteX367" fmla="*/ 393021 w 702396"/>
                  <a:gd name="connsiteY367" fmla="*/ 46145 h 95833"/>
                  <a:gd name="connsiteX368" fmla="*/ 387396 w 702396"/>
                  <a:gd name="connsiteY368" fmla="*/ 45208 h 95833"/>
                  <a:gd name="connsiteX369" fmla="*/ 383438 w 702396"/>
                  <a:gd name="connsiteY369" fmla="*/ 45208 h 95833"/>
                  <a:gd name="connsiteX370" fmla="*/ 381250 w 702396"/>
                  <a:gd name="connsiteY370" fmla="*/ 44687 h 95833"/>
                  <a:gd name="connsiteX371" fmla="*/ 380730 w 702396"/>
                  <a:gd name="connsiteY371" fmla="*/ 42500 h 95833"/>
                  <a:gd name="connsiteX372" fmla="*/ 380730 w 702396"/>
                  <a:gd name="connsiteY372" fmla="*/ 37708 h 95833"/>
                  <a:gd name="connsiteX373" fmla="*/ 381250 w 702396"/>
                  <a:gd name="connsiteY373" fmla="*/ 35573 h 95833"/>
                  <a:gd name="connsiteX374" fmla="*/ 383438 w 702396"/>
                  <a:gd name="connsiteY374" fmla="*/ 35000 h 95833"/>
                  <a:gd name="connsiteX375" fmla="*/ 386667 w 702396"/>
                  <a:gd name="connsiteY375" fmla="*/ 35000 h 95833"/>
                  <a:gd name="connsiteX376" fmla="*/ 396511 w 702396"/>
                  <a:gd name="connsiteY376" fmla="*/ 32291 h 95833"/>
                  <a:gd name="connsiteX377" fmla="*/ 400625 w 702396"/>
                  <a:gd name="connsiteY377" fmla="*/ 23125 h 95833"/>
                  <a:gd name="connsiteX378" fmla="*/ 397032 w 702396"/>
                  <a:gd name="connsiteY378" fmla="*/ 14218 h 95833"/>
                  <a:gd name="connsiteX379" fmla="*/ 387709 w 702396"/>
                  <a:gd name="connsiteY379" fmla="*/ 11249 h 95833"/>
                  <a:gd name="connsiteX380" fmla="*/ 378386 w 702396"/>
                  <a:gd name="connsiteY380" fmla="*/ 14427 h 95833"/>
                  <a:gd name="connsiteX381" fmla="*/ 374480 w 702396"/>
                  <a:gd name="connsiteY381" fmla="*/ 24792 h 95833"/>
                  <a:gd name="connsiteX382" fmla="*/ 362709 w 702396"/>
                  <a:gd name="connsiteY382" fmla="*/ 24792 h 95833"/>
                  <a:gd name="connsiteX383" fmla="*/ 369896 w 702396"/>
                  <a:gd name="connsiteY383" fmla="*/ 7552 h 95833"/>
                  <a:gd name="connsiteX384" fmla="*/ 387917 w 702396"/>
                  <a:gd name="connsiteY384" fmla="*/ 1354 h 95833"/>
                  <a:gd name="connsiteX385" fmla="*/ 675834 w 702396"/>
                  <a:gd name="connsiteY385" fmla="*/ 0 h 95833"/>
                  <a:gd name="connsiteX386" fmla="*/ 689167 w 702396"/>
                  <a:gd name="connsiteY386" fmla="*/ 3750 h 95833"/>
                  <a:gd name="connsiteX387" fmla="*/ 697292 w 702396"/>
                  <a:gd name="connsiteY387" fmla="*/ 13437 h 95833"/>
                  <a:gd name="connsiteX388" fmla="*/ 701303 w 702396"/>
                  <a:gd name="connsiteY388" fmla="*/ 26666 h 95833"/>
                  <a:gd name="connsiteX389" fmla="*/ 702396 w 702396"/>
                  <a:gd name="connsiteY389" fmla="*/ 41146 h 95833"/>
                  <a:gd name="connsiteX390" fmla="*/ 701303 w 702396"/>
                  <a:gd name="connsiteY390" fmla="*/ 55729 h 95833"/>
                  <a:gd name="connsiteX391" fmla="*/ 697292 w 702396"/>
                  <a:gd name="connsiteY391" fmla="*/ 68958 h 95833"/>
                  <a:gd name="connsiteX392" fmla="*/ 689167 w 702396"/>
                  <a:gd name="connsiteY392" fmla="*/ 78489 h 95833"/>
                  <a:gd name="connsiteX393" fmla="*/ 675834 w 702396"/>
                  <a:gd name="connsiteY393" fmla="*/ 82187 h 95833"/>
                  <a:gd name="connsiteX394" fmla="*/ 662605 w 702396"/>
                  <a:gd name="connsiteY394" fmla="*/ 78489 h 95833"/>
                  <a:gd name="connsiteX395" fmla="*/ 654688 w 702396"/>
                  <a:gd name="connsiteY395" fmla="*/ 68958 h 95833"/>
                  <a:gd name="connsiteX396" fmla="*/ 650886 w 702396"/>
                  <a:gd name="connsiteY396" fmla="*/ 55729 h 95833"/>
                  <a:gd name="connsiteX397" fmla="*/ 649896 w 702396"/>
                  <a:gd name="connsiteY397" fmla="*/ 41146 h 95833"/>
                  <a:gd name="connsiteX398" fmla="*/ 650886 w 702396"/>
                  <a:gd name="connsiteY398" fmla="*/ 26666 h 95833"/>
                  <a:gd name="connsiteX399" fmla="*/ 654688 w 702396"/>
                  <a:gd name="connsiteY399" fmla="*/ 13437 h 95833"/>
                  <a:gd name="connsiteX400" fmla="*/ 662552 w 702396"/>
                  <a:gd name="connsiteY400" fmla="*/ 3750 h 95833"/>
                  <a:gd name="connsiteX401" fmla="*/ 675834 w 702396"/>
                  <a:gd name="connsiteY401" fmla="*/ 0 h 95833"/>
                  <a:gd name="connsiteX402" fmla="*/ 181042 w 702396"/>
                  <a:gd name="connsiteY402" fmla="*/ 0 h 95833"/>
                  <a:gd name="connsiteX403" fmla="*/ 194375 w 702396"/>
                  <a:gd name="connsiteY403" fmla="*/ 3750 h 95833"/>
                  <a:gd name="connsiteX404" fmla="*/ 202500 w 702396"/>
                  <a:gd name="connsiteY404" fmla="*/ 13437 h 95833"/>
                  <a:gd name="connsiteX405" fmla="*/ 206511 w 702396"/>
                  <a:gd name="connsiteY405" fmla="*/ 26666 h 95833"/>
                  <a:gd name="connsiteX406" fmla="*/ 207604 w 702396"/>
                  <a:gd name="connsiteY406" fmla="*/ 41146 h 95833"/>
                  <a:gd name="connsiteX407" fmla="*/ 206511 w 702396"/>
                  <a:gd name="connsiteY407" fmla="*/ 55729 h 95833"/>
                  <a:gd name="connsiteX408" fmla="*/ 202500 w 702396"/>
                  <a:gd name="connsiteY408" fmla="*/ 68958 h 95833"/>
                  <a:gd name="connsiteX409" fmla="*/ 194375 w 702396"/>
                  <a:gd name="connsiteY409" fmla="*/ 78489 h 95833"/>
                  <a:gd name="connsiteX410" fmla="*/ 181042 w 702396"/>
                  <a:gd name="connsiteY410" fmla="*/ 82187 h 95833"/>
                  <a:gd name="connsiteX411" fmla="*/ 167813 w 702396"/>
                  <a:gd name="connsiteY411" fmla="*/ 78489 h 95833"/>
                  <a:gd name="connsiteX412" fmla="*/ 159896 w 702396"/>
                  <a:gd name="connsiteY412" fmla="*/ 68958 h 95833"/>
                  <a:gd name="connsiteX413" fmla="*/ 156094 w 702396"/>
                  <a:gd name="connsiteY413" fmla="*/ 55729 h 95833"/>
                  <a:gd name="connsiteX414" fmla="*/ 155104 w 702396"/>
                  <a:gd name="connsiteY414" fmla="*/ 41146 h 95833"/>
                  <a:gd name="connsiteX415" fmla="*/ 156094 w 702396"/>
                  <a:gd name="connsiteY415" fmla="*/ 26666 h 95833"/>
                  <a:gd name="connsiteX416" fmla="*/ 159896 w 702396"/>
                  <a:gd name="connsiteY416" fmla="*/ 13437 h 95833"/>
                  <a:gd name="connsiteX417" fmla="*/ 167761 w 702396"/>
                  <a:gd name="connsiteY417" fmla="*/ 3750 h 95833"/>
                  <a:gd name="connsiteX418" fmla="*/ 181042 w 702396"/>
                  <a:gd name="connsiteY418" fmla="*/ 0 h 95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</a:cxnLst>
                <a:rect l="l" t="t" r="r" b="b"/>
                <a:pathLst>
                  <a:path w="702396" h="95833">
                    <a:moveTo>
                      <a:pt x="497813" y="69687"/>
                    </a:moveTo>
                    <a:lnTo>
                      <a:pt x="509896" y="69687"/>
                    </a:lnTo>
                    <a:cubicBezTo>
                      <a:pt x="510599" y="69687"/>
                      <a:pt x="511146" y="69869"/>
                      <a:pt x="511563" y="70260"/>
                    </a:cubicBezTo>
                    <a:cubicBezTo>
                      <a:pt x="511980" y="70638"/>
                      <a:pt x="512188" y="71211"/>
                      <a:pt x="512188" y="71979"/>
                    </a:cubicBezTo>
                    <a:lnTo>
                      <a:pt x="512188" y="77500"/>
                    </a:lnTo>
                    <a:cubicBezTo>
                      <a:pt x="512188" y="82708"/>
                      <a:pt x="511068" y="86900"/>
                      <a:pt x="508803" y="90104"/>
                    </a:cubicBezTo>
                    <a:cubicBezTo>
                      <a:pt x="506550" y="93294"/>
                      <a:pt x="503230" y="95208"/>
                      <a:pt x="498855" y="95833"/>
                    </a:cubicBezTo>
                    <a:lnTo>
                      <a:pt x="498855" y="91458"/>
                    </a:lnTo>
                    <a:cubicBezTo>
                      <a:pt x="500665" y="90963"/>
                      <a:pt x="502019" y="89947"/>
                      <a:pt x="502917" y="88385"/>
                    </a:cubicBezTo>
                    <a:cubicBezTo>
                      <a:pt x="503828" y="86823"/>
                      <a:pt x="504206" y="84856"/>
                      <a:pt x="504063" y="82500"/>
                    </a:cubicBezTo>
                    <a:lnTo>
                      <a:pt x="497813" y="82500"/>
                    </a:lnTo>
                    <a:close/>
                    <a:moveTo>
                      <a:pt x="276459" y="69687"/>
                    </a:moveTo>
                    <a:lnTo>
                      <a:pt x="288542" y="69687"/>
                    </a:lnTo>
                    <a:cubicBezTo>
                      <a:pt x="289245" y="69687"/>
                      <a:pt x="289792" y="69869"/>
                      <a:pt x="290209" y="70260"/>
                    </a:cubicBezTo>
                    <a:cubicBezTo>
                      <a:pt x="290625" y="70638"/>
                      <a:pt x="290833" y="71211"/>
                      <a:pt x="290833" y="71979"/>
                    </a:cubicBezTo>
                    <a:lnTo>
                      <a:pt x="290833" y="77500"/>
                    </a:lnTo>
                    <a:cubicBezTo>
                      <a:pt x="290833" y="82708"/>
                      <a:pt x="289714" y="86900"/>
                      <a:pt x="287448" y="90104"/>
                    </a:cubicBezTo>
                    <a:cubicBezTo>
                      <a:pt x="285196" y="93294"/>
                      <a:pt x="281875" y="95208"/>
                      <a:pt x="277500" y="95833"/>
                    </a:cubicBezTo>
                    <a:lnTo>
                      <a:pt x="277500" y="91458"/>
                    </a:lnTo>
                    <a:cubicBezTo>
                      <a:pt x="279310" y="90963"/>
                      <a:pt x="280665" y="89947"/>
                      <a:pt x="281563" y="88385"/>
                    </a:cubicBezTo>
                    <a:cubicBezTo>
                      <a:pt x="282474" y="86823"/>
                      <a:pt x="282852" y="84856"/>
                      <a:pt x="282709" y="82500"/>
                    </a:cubicBezTo>
                    <a:lnTo>
                      <a:pt x="276459" y="82500"/>
                    </a:lnTo>
                    <a:close/>
                    <a:moveTo>
                      <a:pt x="68125" y="69687"/>
                    </a:moveTo>
                    <a:lnTo>
                      <a:pt x="80208" y="69687"/>
                    </a:lnTo>
                    <a:cubicBezTo>
                      <a:pt x="80912" y="69687"/>
                      <a:pt x="81459" y="69869"/>
                      <a:pt x="81875" y="70260"/>
                    </a:cubicBezTo>
                    <a:cubicBezTo>
                      <a:pt x="82292" y="70638"/>
                      <a:pt x="82500" y="71211"/>
                      <a:pt x="82500" y="71979"/>
                    </a:cubicBezTo>
                    <a:lnTo>
                      <a:pt x="82500" y="77500"/>
                    </a:lnTo>
                    <a:cubicBezTo>
                      <a:pt x="82500" y="82708"/>
                      <a:pt x="81380" y="86900"/>
                      <a:pt x="79115" y="90104"/>
                    </a:cubicBezTo>
                    <a:cubicBezTo>
                      <a:pt x="76862" y="93294"/>
                      <a:pt x="73542" y="95208"/>
                      <a:pt x="69167" y="95833"/>
                    </a:cubicBezTo>
                    <a:lnTo>
                      <a:pt x="69167" y="91458"/>
                    </a:lnTo>
                    <a:cubicBezTo>
                      <a:pt x="70977" y="90963"/>
                      <a:pt x="72331" y="89947"/>
                      <a:pt x="73230" y="88385"/>
                    </a:cubicBezTo>
                    <a:cubicBezTo>
                      <a:pt x="74141" y="86823"/>
                      <a:pt x="74519" y="84856"/>
                      <a:pt x="74375" y="82500"/>
                    </a:cubicBezTo>
                    <a:lnTo>
                      <a:pt x="68125" y="82500"/>
                    </a:lnTo>
                    <a:close/>
                    <a:moveTo>
                      <a:pt x="454376" y="45416"/>
                    </a:moveTo>
                    <a:cubicBezTo>
                      <a:pt x="450625" y="45416"/>
                      <a:pt x="447279" y="46510"/>
                      <a:pt x="444323" y="48698"/>
                    </a:cubicBezTo>
                    <a:cubicBezTo>
                      <a:pt x="441381" y="50885"/>
                      <a:pt x="439896" y="54270"/>
                      <a:pt x="439896" y="58854"/>
                    </a:cubicBezTo>
                    <a:cubicBezTo>
                      <a:pt x="439896" y="63020"/>
                      <a:pt x="441172" y="66263"/>
                      <a:pt x="443698" y="68593"/>
                    </a:cubicBezTo>
                    <a:cubicBezTo>
                      <a:pt x="446238" y="70911"/>
                      <a:pt x="449792" y="72083"/>
                      <a:pt x="454376" y="72083"/>
                    </a:cubicBezTo>
                    <a:cubicBezTo>
                      <a:pt x="458959" y="72083"/>
                      <a:pt x="462526" y="70911"/>
                      <a:pt x="465052" y="68593"/>
                    </a:cubicBezTo>
                    <a:cubicBezTo>
                      <a:pt x="467592" y="66263"/>
                      <a:pt x="468855" y="63020"/>
                      <a:pt x="468855" y="58854"/>
                    </a:cubicBezTo>
                    <a:cubicBezTo>
                      <a:pt x="468855" y="56562"/>
                      <a:pt x="468438" y="54557"/>
                      <a:pt x="467605" y="52865"/>
                    </a:cubicBezTo>
                    <a:cubicBezTo>
                      <a:pt x="466771" y="51158"/>
                      <a:pt x="465704" y="49791"/>
                      <a:pt x="464375" y="48749"/>
                    </a:cubicBezTo>
                    <a:cubicBezTo>
                      <a:pt x="462995" y="47630"/>
                      <a:pt x="461433" y="46797"/>
                      <a:pt x="459688" y="46250"/>
                    </a:cubicBezTo>
                    <a:cubicBezTo>
                      <a:pt x="457956" y="45690"/>
                      <a:pt x="456185" y="45416"/>
                      <a:pt x="454376" y="45416"/>
                    </a:cubicBezTo>
                    <a:close/>
                    <a:moveTo>
                      <a:pt x="246042" y="45416"/>
                    </a:moveTo>
                    <a:cubicBezTo>
                      <a:pt x="242292" y="45416"/>
                      <a:pt x="238946" y="46510"/>
                      <a:pt x="235990" y="48698"/>
                    </a:cubicBezTo>
                    <a:cubicBezTo>
                      <a:pt x="233047" y="50885"/>
                      <a:pt x="231563" y="54270"/>
                      <a:pt x="231563" y="58854"/>
                    </a:cubicBezTo>
                    <a:cubicBezTo>
                      <a:pt x="231563" y="63020"/>
                      <a:pt x="232839" y="66263"/>
                      <a:pt x="235365" y="68593"/>
                    </a:cubicBezTo>
                    <a:cubicBezTo>
                      <a:pt x="237904" y="70911"/>
                      <a:pt x="241459" y="72083"/>
                      <a:pt x="246042" y="72083"/>
                    </a:cubicBezTo>
                    <a:cubicBezTo>
                      <a:pt x="250625" y="72083"/>
                      <a:pt x="254193" y="70911"/>
                      <a:pt x="256719" y="68593"/>
                    </a:cubicBezTo>
                    <a:cubicBezTo>
                      <a:pt x="259258" y="66263"/>
                      <a:pt x="260521" y="63020"/>
                      <a:pt x="260521" y="58854"/>
                    </a:cubicBezTo>
                    <a:cubicBezTo>
                      <a:pt x="260521" y="56562"/>
                      <a:pt x="260104" y="54557"/>
                      <a:pt x="259271" y="52865"/>
                    </a:cubicBezTo>
                    <a:cubicBezTo>
                      <a:pt x="258438" y="51158"/>
                      <a:pt x="257370" y="49791"/>
                      <a:pt x="256042" y="48749"/>
                    </a:cubicBezTo>
                    <a:cubicBezTo>
                      <a:pt x="254662" y="47630"/>
                      <a:pt x="253099" y="46797"/>
                      <a:pt x="251355" y="46250"/>
                    </a:cubicBezTo>
                    <a:cubicBezTo>
                      <a:pt x="249623" y="45690"/>
                      <a:pt x="247852" y="45416"/>
                      <a:pt x="246042" y="45416"/>
                    </a:cubicBezTo>
                    <a:close/>
                    <a:moveTo>
                      <a:pt x="115938" y="38333"/>
                    </a:moveTo>
                    <a:cubicBezTo>
                      <a:pt x="111914" y="38333"/>
                      <a:pt x="108620" y="39895"/>
                      <a:pt x="106042" y="43020"/>
                    </a:cubicBezTo>
                    <a:cubicBezTo>
                      <a:pt x="103477" y="46145"/>
                      <a:pt x="102188" y="49895"/>
                      <a:pt x="102188" y="54270"/>
                    </a:cubicBezTo>
                    <a:cubicBezTo>
                      <a:pt x="102188" y="59609"/>
                      <a:pt x="103425" y="63932"/>
                      <a:pt x="105886" y="67240"/>
                    </a:cubicBezTo>
                    <a:cubicBezTo>
                      <a:pt x="108360" y="70534"/>
                      <a:pt x="111641" y="72187"/>
                      <a:pt x="115729" y="72187"/>
                    </a:cubicBezTo>
                    <a:cubicBezTo>
                      <a:pt x="120313" y="72187"/>
                      <a:pt x="123841" y="70599"/>
                      <a:pt x="126302" y="67448"/>
                    </a:cubicBezTo>
                    <a:cubicBezTo>
                      <a:pt x="128776" y="64283"/>
                      <a:pt x="130000" y="60208"/>
                      <a:pt x="130000" y="55208"/>
                    </a:cubicBezTo>
                    <a:cubicBezTo>
                      <a:pt x="130000" y="50416"/>
                      <a:pt x="128828" y="46406"/>
                      <a:pt x="126458" y="43177"/>
                    </a:cubicBezTo>
                    <a:cubicBezTo>
                      <a:pt x="124102" y="39948"/>
                      <a:pt x="120599" y="38333"/>
                      <a:pt x="115938" y="38333"/>
                    </a:cubicBezTo>
                    <a:close/>
                    <a:moveTo>
                      <a:pt x="454376" y="11145"/>
                    </a:moveTo>
                    <a:cubicBezTo>
                      <a:pt x="450495" y="11145"/>
                      <a:pt x="447266" y="12200"/>
                      <a:pt x="444688" y="14323"/>
                    </a:cubicBezTo>
                    <a:cubicBezTo>
                      <a:pt x="442123" y="16432"/>
                      <a:pt x="440834" y="19375"/>
                      <a:pt x="440834" y="23125"/>
                    </a:cubicBezTo>
                    <a:cubicBezTo>
                      <a:pt x="440834" y="27148"/>
                      <a:pt x="442084" y="30169"/>
                      <a:pt x="444584" y="32187"/>
                    </a:cubicBezTo>
                    <a:cubicBezTo>
                      <a:pt x="447084" y="34192"/>
                      <a:pt x="450352" y="35208"/>
                      <a:pt x="454376" y="35208"/>
                    </a:cubicBezTo>
                    <a:cubicBezTo>
                      <a:pt x="458269" y="35208"/>
                      <a:pt x="461498" y="34192"/>
                      <a:pt x="464063" y="32187"/>
                    </a:cubicBezTo>
                    <a:cubicBezTo>
                      <a:pt x="466641" y="30169"/>
                      <a:pt x="467917" y="27148"/>
                      <a:pt x="467917" y="23125"/>
                    </a:cubicBezTo>
                    <a:cubicBezTo>
                      <a:pt x="467917" y="19375"/>
                      <a:pt x="466641" y="16432"/>
                      <a:pt x="464063" y="14323"/>
                    </a:cubicBezTo>
                    <a:cubicBezTo>
                      <a:pt x="461498" y="12200"/>
                      <a:pt x="458269" y="11145"/>
                      <a:pt x="454376" y="11145"/>
                    </a:cubicBezTo>
                    <a:close/>
                    <a:moveTo>
                      <a:pt x="246042" y="11145"/>
                    </a:moveTo>
                    <a:cubicBezTo>
                      <a:pt x="242162" y="11145"/>
                      <a:pt x="238933" y="12200"/>
                      <a:pt x="236354" y="14323"/>
                    </a:cubicBezTo>
                    <a:cubicBezTo>
                      <a:pt x="233789" y="16432"/>
                      <a:pt x="232500" y="19375"/>
                      <a:pt x="232500" y="23125"/>
                    </a:cubicBezTo>
                    <a:cubicBezTo>
                      <a:pt x="232500" y="27148"/>
                      <a:pt x="233750" y="30169"/>
                      <a:pt x="236250" y="32187"/>
                    </a:cubicBezTo>
                    <a:cubicBezTo>
                      <a:pt x="238750" y="34192"/>
                      <a:pt x="242018" y="35208"/>
                      <a:pt x="246042" y="35208"/>
                    </a:cubicBezTo>
                    <a:cubicBezTo>
                      <a:pt x="249935" y="35208"/>
                      <a:pt x="253165" y="34192"/>
                      <a:pt x="255729" y="32187"/>
                    </a:cubicBezTo>
                    <a:cubicBezTo>
                      <a:pt x="258308" y="30169"/>
                      <a:pt x="259584" y="27148"/>
                      <a:pt x="259584" y="23125"/>
                    </a:cubicBezTo>
                    <a:cubicBezTo>
                      <a:pt x="259584" y="19375"/>
                      <a:pt x="258308" y="16432"/>
                      <a:pt x="255729" y="14323"/>
                    </a:cubicBezTo>
                    <a:cubicBezTo>
                      <a:pt x="253165" y="12200"/>
                      <a:pt x="249935" y="11145"/>
                      <a:pt x="246042" y="11145"/>
                    </a:cubicBezTo>
                    <a:close/>
                    <a:moveTo>
                      <a:pt x="675834" y="9895"/>
                    </a:moveTo>
                    <a:cubicBezTo>
                      <a:pt x="672579" y="9895"/>
                      <a:pt x="670027" y="11002"/>
                      <a:pt x="668178" y="13229"/>
                    </a:cubicBezTo>
                    <a:cubicBezTo>
                      <a:pt x="666342" y="15442"/>
                      <a:pt x="664974" y="18151"/>
                      <a:pt x="664063" y="21354"/>
                    </a:cubicBezTo>
                    <a:cubicBezTo>
                      <a:pt x="663100" y="24544"/>
                      <a:pt x="662500" y="27943"/>
                      <a:pt x="662292" y="31562"/>
                    </a:cubicBezTo>
                    <a:cubicBezTo>
                      <a:pt x="662084" y="35169"/>
                      <a:pt x="661980" y="38359"/>
                      <a:pt x="661980" y="41146"/>
                    </a:cubicBezTo>
                    <a:cubicBezTo>
                      <a:pt x="661980" y="43984"/>
                      <a:pt x="662084" y="47201"/>
                      <a:pt x="662292" y="50781"/>
                    </a:cubicBezTo>
                    <a:cubicBezTo>
                      <a:pt x="662500" y="54348"/>
                      <a:pt x="663100" y="57734"/>
                      <a:pt x="664063" y="60937"/>
                    </a:cubicBezTo>
                    <a:cubicBezTo>
                      <a:pt x="664974" y="64127"/>
                      <a:pt x="666342" y="66796"/>
                      <a:pt x="668178" y="68958"/>
                    </a:cubicBezTo>
                    <a:cubicBezTo>
                      <a:pt x="670027" y="71107"/>
                      <a:pt x="672579" y="72187"/>
                      <a:pt x="675834" y="72187"/>
                    </a:cubicBezTo>
                    <a:cubicBezTo>
                      <a:pt x="679037" y="72187"/>
                      <a:pt x="681589" y="71107"/>
                      <a:pt x="683490" y="68958"/>
                    </a:cubicBezTo>
                    <a:cubicBezTo>
                      <a:pt x="685404" y="66796"/>
                      <a:pt x="686876" y="64127"/>
                      <a:pt x="687917" y="60937"/>
                    </a:cubicBezTo>
                    <a:cubicBezTo>
                      <a:pt x="688894" y="57734"/>
                      <a:pt x="689532" y="54348"/>
                      <a:pt x="689844" y="50781"/>
                    </a:cubicBezTo>
                    <a:cubicBezTo>
                      <a:pt x="690157" y="47201"/>
                      <a:pt x="690313" y="43984"/>
                      <a:pt x="690313" y="41146"/>
                    </a:cubicBezTo>
                    <a:cubicBezTo>
                      <a:pt x="690313" y="38359"/>
                      <a:pt x="690157" y="35169"/>
                      <a:pt x="689844" y="31562"/>
                    </a:cubicBezTo>
                    <a:cubicBezTo>
                      <a:pt x="689532" y="27943"/>
                      <a:pt x="688894" y="24544"/>
                      <a:pt x="687917" y="21354"/>
                    </a:cubicBezTo>
                    <a:cubicBezTo>
                      <a:pt x="686876" y="18151"/>
                      <a:pt x="685404" y="15442"/>
                      <a:pt x="683490" y="13229"/>
                    </a:cubicBezTo>
                    <a:cubicBezTo>
                      <a:pt x="681589" y="11002"/>
                      <a:pt x="679037" y="9895"/>
                      <a:pt x="675834" y="9895"/>
                    </a:cubicBezTo>
                    <a:close/>
                    <a:moveTo>
                      <a:pt x="181042" y="9895"/>
                    </a:moveTo>
                    <a:cubicBezTo>
                      <a:pt x="177787" y="9895"/>
                      <a:pt x="175235" y="11002"/>
                      <a:pt x="173386" y="13229"/>
                    </a:cubicBezTo>
                    <a:cubicBezTo>
                      <a:pt x="171550" y="15442"/>
                      <a:pt x="170182" y="18151"/>
                      <a:pt x="169271" y="21354"/>
                    </a:cubicBezTo>
                    <a:cubicBezTo>
                      <a:pt x="168308" y="24544"/>
                      <a:pt x="167708" y="27943"/>
                      <a:pt x="167500" y="31562"/>
                    </a:cubicBezTo>
                    <a:cubicBezTo>
                      <a:pt x="167292" y="35169"/>
                      <a:pt x="167188" y="38359"/>
                      <a:pt x="167188" y="41146"/>
                    </a:cubicBezTo>
                    <a:cubicBezTo>
                      <a:pt x="167188" y="43984"/>
                      <a:pt x="167292" y="47201"/>
                      <a:pt x="167500" y="50781"/>
                    </a:cubicBezTo>
                    <a:cubicBezTo>
                      <a:pt x="167708" y="54348"/>
                      <a:pt x="168308" y="57734"/>
                      <a:pt x="169271" y="60937"/>
                    </a:cubicBezTo>
                    <a:cubicBezTo>
                      <a:pt x="170182" y="64127"/>
                      <a:pt x="171550" y="66796"/>
                      <a:pt x="173386" y="68958"/>
                    </a:cubicBezTo>
                    <a:cubicBezTo>
                      <a:pt x="175235" y="71107"/>
                      <a:pt x="177787" y="72187"/>
                      <a:pt x="181042" y="72187"/>
                    </a:cubicBezTo>
                    <a:cubicBezTo>
                      <a:pt x="184245" y="72187"/>
                      <a:pt x="186797" y="71107"/>
                      <a:pt x="188698" y="68958"/>
                    </a:cubicBezTo>
                    <a:cubicBezTo>
                      <a:pt x="190612" y="66796"/>
                      <a:pt x="192084" y="64127"/>
                      <a:pt x="193125" y="60937"/>
                    </a:cubicBezTo>
                    <a:cubicBezTo>
                      <a:pt x="194102" y="57734"/>
                      <a:pt x="194740" y="54348"/>
                      <a:pt x="195052" y="50781"/>
                    </a:cubicBezTo>
                    <a:cubicBezTo>
                      <a:pt x="195365" y="47201"/>
                      <a:pt x="195521" y="43984"/>
                      <a:pt x="195521" y="41146"/>
                    </a:cubicBezTo>
                    <a:cubicBezTo>
                      <a:pt x="195521" y="38359"/>
                      <a:pt x="195365" y="35169"/>
                      <a:pt x="195052" y="31562"/>
                    </a:cubicBezTo>
                    <a:cubicBezTo>
                      <a:pt x="194740" y="27943"/>
                      <a:pt x="194102" y="24544"/>
                      <a:pt x="193125" y="21354"/>
                    </a:cubicBezTo>
                    <a:cubicBezTo>
                      <a:pt x="192084" y="18151"/>
                      <a:pt x="190612" y="15442"/>
                      <a:pt x="188698" y="13229"/>
                    </a:cubicBezTo>
                    <a:cubicBezTo>
                      <a:pt x="186797" y="11002"/>
                      <a:pt x="184245" y="9895"/>
                      <a:pt x="181042" y="9895"/>
                    </a:cubicBezTo>
                    <a:close/>
                    <a:moveTo>
                      <a:pt x="591563" y="3229"/>
                    </a:moveTo>
                    <a:lnTo>
                      <a:pt x="632813" y="3229"/>
                    </a:lnTo>
                    <a:lnTo>
                      <a:pt x="632813" y="13021"/>
                    </a:lnTo>
                    <a:lnTo>
                      <a:pt x="600209" y="13021"/>
                    </a:lnTo>
                    <a:lnTo>
                      <a:pt x="599063" y="33646"/>
                    </a:lnTo>
                    <a:cubicBezTo>
                      <a:pt x="600313" y="32109"/>
                      <a:pt x="602188" y="30833"/>
                      <a:pt x="604688" y="29791"/>
                    </a:cubicBezTo>
                    <a:cubicBezTo>
                      <a:pt x="607188" y="28749"/>
                      <a:pt x="610105" y="28229"/>
                      <a:pt x="613438" y="28229"/>
                    </a:cubicBezTo>
                    <a:cubicBezTo>
                      <a:pt x="616563" y="28229"/>
                      <a:pt x="619532" y="28802"/>
                      <a:pt x="622344" y="29948"/>
                    </a:cubicBezTo>
                    <a:cubicBezTo>
                      <a:pt x="625157" y="31094"/>
                      <a:pt x="627644" y="32812"/>
                      <a:pt x="629792" y="35104"/>
                    </a:cubicBezTo>
                    <a:cubicBezTo>
                      <a:pt x="631954" y="37317"/>
                      <a:pt x="633646" y="40104"/>
                      <a:pt x="634896" y="43437"/>
                    </a:cubicBezTo>
                    <a:cubicBezTo>
                      <a:pt x="636146" y="46771"/>
                      <a:pt x="636771" y="50625"/>
                      <a:pt x="636771" y="55000"/>
                    </a:cubicBezTo>
                    <a:cubicBezTo>
                      <a:pt x="636771" y="58880"/>
                      <a:pt x="636172" y="62461"/>
                      <a:pt x="634948" y="65729"/>
                    </a:cubicBezTo>
                    <a:cubicBezTo>
                      <a:pt x="633738" y="68984"/>
                      <a:pt x="632019" y="71836"/>
                      <a:pt x="629792" y="74271"/>
                    </a:cubicBezTo>
                    <a:cubicBezTo>
                      <a:pt x="627578" y="76692"/>
                      <a:pt x="624896" y="78593"/>
                      <a:pt x="621771" y="79947"/>
                    </a:cubicBezTo>
                    <a:cubicBezTo>
                      <a:pt x="618646" y="81302"/>
                      <a:pt x="615183" y="81979"/>
                      <a:pt x="611355" y="81979"/>
                    </a:cubicBezTo>
                    <a:cubicBezTo>
                      <a:pt x="607956" y="81979"/>
                      <a:pt x="604766" y="81484"/>
                      <a:pt x="601771" y="80520"/>
                    </a:cubicBezTo>
                    <a:cubicBezTo>
                      <a:pt x="598789" y="79544"/>
                      <a:pt x="596147" y="78125"/>
                      <a:pt x="593855" y="76249"/>
                    </a:cubicBezTo>
                    <a:cubicBezTo>
                      <a:pt x="591563" y="74297"/>
                      <a:pt x="589727" y="71901"/>
                      <a:pt x="588334" y="69062"/>
                    </a:cubicBezTo>
                    <a:cubicBezTo>
                      <a:pt x="586953" y="66210"/>
                      <a:pt x="586146" y="62916"/>
                      <a:pt x="585938" y="59166"/>
                    </a:cubicBezTo>
                    <a:lnTo>
                      <a:pt x="597605" y="59166"/>
                    </a:lnTo>
                    <a:cubicBezTo>
                      <a:pt x="598308" y="63750"/>
                      <a:pt x="599870" y="67083"/>
                      <a:pt x="602292" y="69166"/>
                    </a:cubicBezTo>
                    <a:cubicBezTo>
                      <a:pt x="604727" y="71250"/>
                      <a:pt x="607787" y="72292"/>
                      <a:pt x="611459" y="72292"/>
                    </a:cubicBezTo>
                    <a:cubicBezTo>
                      <a:pt x="615352" y="72292"/>
                      <a:pt x="618568" y="70807"/>
                      <a:pt x="621094" y="67864"/>
                    </a:cubicBezTo>
                    <a:cubicBezTo>
                      <a:pt x="623633" y="64909"/>
                      <a:pt x="624896" y="60651"/>
                      <a:pt x="624896" y="55104"/>
                    </a:cubicBezTo>
                    <a:cubicBezTo>
                      <a:pt x="624896" y="49062"/>
                      <a:pt x="623672" y="44661"/>
                      <a:pt x="621198" y="41927"/>
                    </a:cubicBezTo>
                    <a:cubicBezTo>
                      <a:pt x="618737" y="39179"/>
                      <a:pt x="615561" y="37812"/>
                      <a:pt x="611667" y="37812"/>
                    </a:cubicBezTo>
                    <a:cubicBezTo>
                      <a:pt x="608751" y="37812"/>
                      <a:pt x="606198" y="38555"/>
                      <a:pt x="604011" y="40052"/>
                    </a:cubicBezTo>
                    <a:cubicBezTo>
                      <a:pt x="601823" y="41537"/>
                      <a:pt x="600313" y="43646"/>
                      <a:pt x="599480" y="46354"/>
                    </a:cubicBezTo>
                    <a:cubicBezTo>
                      <a:pt x="599349" y="46693"/>
                      <a:pt x="599245" y="47031"/>
                      <a:pt x="599167" y="47344"/>
                    </a:cubicBezTo>
                    <a:cubicBezTo>
                      <a:pt x="599102" y="47656"/>
                      <a:pt x="598959" y="47942"/>
                      <a:pt x="598750" y="48229"/>
                    </a:cubicBezTo>
                    <a:cubicBezTo>
                      <a:pt x="598542" y="48502"/>
                      <a:pt x="598269" y="48724"/>
                      <a:pt x="597917" y="48906"/>
                    </a:cubicBezTo>
                    <a:cubicBezTo>
                      <a:pt x="597579" y="49075"/>
                      <a:pt x="597162" y="49167"/>
                      <a:pt x="596667" y="49167"/>
                    </a:cubicBezTo>
                    <a:lnTo>
                      <a:pt x="590417" y="49167"/>
                    </a:lnTo>
                    <a:cubicBezTo>
                      <a:pt x="589310" y="49167"/>
                      <a:pt x="588568" y="48958"/>
                      <a:pt x="588178" y="48541"/>
                    </a:cubicBezTo>
                    <a:cubicBezTo>
                      <a:pt x="587800" y="48125"/>
                      <a:pt x="587605" y="47395"/>
                      <a:pt x="587605" y="46354"/>
                    </a:cubicBezTo>
                    <a:lnTo>
                      <a:pt x="588750" y="6042"/>
                    </a:lnTo>
                    <a:cubicBezTo>
                      <a:pt x="588750" y="5000"/>
                      <a:pt x="588946" y="4271"/>
                      <a:pt x="589323" y="3854"/>
                    </a:cubicBezTo>
                    <a:cubicBezTo>
                      <a:pt x="589714" y="3437"/>
                      <a:pt x="590456" y="3229"/>
                      <a:pt x="591563" y="3229"/>
                    </a:cubicBezTo>
                    <a:close/>
                    <a:moveTo>
                      <a:pt x="5625" y="3229"/>
                    </a:moveTo>
                    <a:lnTo>
                      <a:pt x="46875" y="3229"/>
                    </a:lnTo>
                    <a:lnTo>
                      <a:pt x="46875" y="13021"/>
                    </a:lnTo>
                    <a:lnTo>
                      <a:pt x="14271" y="13021"/>
                    </a:lnTo>
                    <a:lnTo>
                      <a:pt x="13125" y="33646"/>
                    </a:lnTo>
                    <a:cubicBezTo>
                      <a:pt x="14375" y="32109"/>
                      <a:pt x="16250" y="30833"/>
                      <a:pt x="18750" y="29791"/>
                    </a:cubicBezTo>
                    <a:cubicBezTo>
                      <a:pt x="21250" y="28749"/>
                      <a:pt x="24167" y="28229"/>
                      <a:pt x="27500" y="28229"/>
                    </a:cubicBezTo>
                    <a:cubicBezTo>
                      <a:pt x="30625" y="28229"/>
                      <a:pt x="33594" y="28802"/>
                      <a:pt x="36407" y="29948"/>
                    </a:cubicBezTo>
                    <a:cubicBezTo>
                      <a:pt x="39219" y="31094"/>
                      <a:pt x="41706" y="32812"/>
                      <a:pt x="43854" y="35104"/>
                    </a:cubicBezTo>
                    <a:cubicBezTo>
                      <a:pt x="46016" y="37317"/>
                      <a:pt x="47708" y="40104"/>
                      <a:pt x="48958" y="43437"/>
                    </a:cubicBezTo>
                    <a:cubicBezTo>
                      <a:pt x="50209" y="46771"/>
                      <a:pt x="50834" y="50625"/>
                      <a:pt x="50834" y="55000"/>
                    </a:cubicBezTo>
                    <a:cubicBezTo>
                      <a:pt x="50834" y="58880"/>
                      <a:pt x="50234" y="62461"/>
                      <a:pt x="49011" y="65729"/>
                    </a:cubicBezTo>
                    <a:cubicBezTo>
                      <a:pt x="47800" y="68984"/>
                      <a:pt x="46081" y="71836"/>
                      <a:pt x="43854" y="74271"/>
                    </a:cubicBezTo>
                    <a:cubicBezTo>
                      <a:pt x="41641" y="76692"/>
                      <a:pt x="38958" y="78593"/>
                      <a:pt x="35834" y="79947"/>
                    </a:cubicBezTo>
                    <a:cubicBezTo>
                      <a:pt x="32709" y="81302"/>
                      <a:pt x="29245" y="81979"/>
                      <a:pt x="25417" y="81979"/>
                    </a:cubicBezTo>
                    <a:cubicBezTo>
                      <a:pt x="22018" y="81979"/>
                      <a:pt x="18828" y="81484"/>
                      <a:pt x="15833" y="80520"/>
                    </a:cubicBezTo>
                    <a:cubicBezTo>
                      <a:pt x="12852" y="79544"/>
                      <a:pt x="10209" y="78125"/>
                      <a:pt x="7917" y="76249"/>
                    </a:cubicBezTo>
                    <a:cubicBezTo>
                      <a:pt x="5625" y="74297"/>
                      <a:pt x="3789" y="71901"/>
                      <a:pt x="2396" y="69062"/>
                    </a:cubicBezTo>
                    <a:cubicBezTo>
                      <a:pt x="1016" y="66210"/>
                      <a:pt x="209" y="62916"/>
                      <a:pt x="0" y="59166"/>
                    </a:cubicBezTo>
                    <a:lnTo>
                      <a:pt x="11667" y="59166"/>
                    </a:lnTo>
                    <a:cubicBezTo>
                      <a:pt x="12370" y="63750"/>
                      <a:pt x="13932" y="67083"/>
                      <a:pt x="16354" y="69166"/>
                    </a:cubicBezTo>
                    <a:cubicBezTo>
                      <a:pt x="18789" y="71250"/>
                      <a:pt x="21849" y="72292"/>
                      <a:pt x="25521" y="72292"/>
                    </a:cubicBezTo>
                    <a:cubicBezTo>
                      <a:pt x="29414" y="72292"/>
                      <a:pt x="32630" y="70807"/>
                      <a:pt x="35156" y="67864"/>
                    </a:cubicBezTo>
                    <a:cubicBezTo>
                      <a:pt x="37696" y="64909"/>
                      <a:pt x="38958" y="60651"/>
                      <a:pt x="38958" y="55104"/>
                    </a:cubicBezTo>
                    <a:cubicBezTo>
                      <a:pt x="38958" y="49062"/>
                      <a:pt x="37735" y="44661"/>
                      <a:pt x="35261" y="41927"/>
                    </a:cubicBezTo>
                    <a:cubicBezTo>
                      <a:pt x="32800" y="39179"/>
                      <a:pt x="29623" y="37812"/>
                      <a:pt x="25729" y="37812"/>
                    </a:cubicBezTo>
                    <a:cubicBezTo>
                      <a:pt x="22813" y="37812"/>
                      <a:pt x="20260" y="38555"/>
                      <a:pt x="18073" y="40052"/>
                    </a:cubicBezTo>
                    <a:cubicBezTo>
                      <a:pt x="15885" y="41537"/>
                      <a:pt x="14375" y="43646"/>
                      <a:pt x="13542" y="46354"/>
                    </a:cubicBezTo>
                    <a:cubicBezTo>
                      <a:pt x="13411" y="46693"/>
                      <a:pt x="13307" y="47031"/>
                      <a:pt x="13229" y="47344"/>
                    </a:cubicBezTo>
                    <a:cubicBezTo>
                      <a:pt x="13164" y="47656"/>
                      <a:pt x="13021" y="47942"/>
                      <a:pt x="12813" y="48229"/>
                    </a:cubicBezTo>
                    <a:cubicBezTo>
                      <a:pt x="12604" y="48502"/>
                      <a:pt x="12331" y="48724"/>
                      <a:pt x="11979" y="48906"/>
                    </a:cubicBezTo>
                    <a:cubicBezTo>
                      <a:pt x="11641" y="49075"/>
                      <a:pt x="11224" y="49167"/>
                      <a:pt x="10729" y="49167"/>
                    </a:cubicBezTo>
                    <a:lnTo>
                      <a:pt x="4479" y="49167"/>
                    </a:lnTo>
                    <a:cubicBezTo>
                      <a:pt x="3372" y="49167"/>
                      <a:pt x="2631" y="48958"/>
                      <a:pt x="2240" y="48541"/>
                    </a:cubicBezTo>
                    <a:cubicBezTo>
                      <a:pt x="1862" y="48125"/>
                      <a:pt x="1667" y="47395"/>
                      <a:pt x="1667" y="46354"/>
                    </a:cubicBezTo>
                    <a:lnTo>
                      <a:pt x="2813" y="6042"/>
                    </a:lnTo>
                    <a:cubicBezTo>
                      <a:pt x="2813" y="5000"/>
                      <a:pt x="3008" y="4271"/>
                      <a:pt x="3386" y="3854"/>
                    </a:cubicBezTo>
                    <a:cubicBezTo>
                      <a:pt x="3776" y="3437"/>
                      <a:pt x="4518" y="3229"/>
                      <a:pt x="5625" y="3229"/>
                    </a:cubicBezTo>
                    <a:close/>
                    <a:moveTo>
                      <a:pt x="116771" y="1771"/>
                    </a:moveTo>
                    <a:cubicBezTo>
                      <a:pt x="123438" y="1771"/>
                      <a:pt x="128907" y="3750"/>
                      <a:pt x="133178" y="7708"/>
                    </a:cubicBezTo>
                    <a:cubicBezTo>
                      <a:pt x="137448" y="11667"/>
                      <a:pt x="140000" y="17109"/>
                      <a:pt x="140834" y="24062"/>
                    </a:cubicBezTo>
                    <a:lnTo>
                      <a:pt x="128959" y="24062"/>
                    </a:lnTo>
                    <a:cubicBezTo>
                      <a:pt x="128750" y="19895"/>
                      <a:pt x="127500" y="16744"/>
                      <a:pt x="125209" y="14635"/>
                    </a:cubicBezTo>
                    <a:cubicBezTo>
                      <a:pt x="122917" y="12513"/>
                      <a:pt x="120144" y="11458"/>
                      <a:pt x="116875" y="11458"/>
                    </a:cubicBezTo>
                    <a:cubicBezTo>
                      <a:pt x="113685" y="11458"/>
                      <a:pt x="111029" y="12409"/>
                      <a:pt x="108906" y="14323"/>
                    </a:cubicBezTo>
                    <a:cubicBezTo>
                      <a:pt x="106797" y="16224"/>
                      <a:pt x="105105" y="18541"/>
                      <a:pt x="103854" y="21249"/>
                    </a:cubicBezTo>
                    <a:cubicBezTo>
                      <a:pt x="102604" y="23958"/>
                      <a:pt x="101693" y="26770"/>
                      <a:pt x="101094" y="29687"/>
                    </a:cubicBezTo>
                    <a:cubicBezTo>
                      <a:pt x="100508" y="32604"/>
                      <a:pt x="100143" y="35065"/>
                      <a:pt x="100000" y="37083"/>
                    </a:cubicBezTo>
                    <a:cubicBezTo>
                      <a:pt x="101810" y="34648"/>
                      <a:pt x="104323" y="32721"/>
                      <a:pt x="107552" y="31302"/>
                    </a:cubicBezTo>
                    <a:cubicBezTo>
                      <a:pt x="110782" y="29869"/>
                      <a:pt x="114271" y="29167"/>
                      <a:pt x="118021" y="29167"/>
                    </a:cubicBezTo>
                    <a:cubicBezTo>
                      <a:pt x="121641" y="29167"/>
                      <a:pt x="124896" y="29817"/>
                      <a:pt x="127813" y="31145"/>
                    </a:cubicBezTo>
                    <a:cubicBezTo>
                      <a:pt x="130729" y="32461"/>
                      <a:pt x="133203" y="34270"/>
                      <a:pt x="135208" y="36562"/>
                    </a:cubicBezTo>
                    <a:cubicBezTo>
                      <a:pt x="137292" y="38854"/>
                      <a:pt x="138894" y="41614"/>
                      <a:pt x="140000" y="44843"/>
                    </a:cubicBezTo>
                    <a:cubicBezTo>
                      <a:pt x="141120" y="48072"/>
                      <a:pt x="141667" y="51588"/>
                      <a:pt x="141667" y="55416"/>
                    </a:cubicBezTo>
                    <a:cubicBezTo>
                      <a:pt x="141667" y="59088"/>
                      <a:pt x="141081" y="62526"/>
                      <a:pt x="139896" y="65729"/>
                    </a:cubicBezTo>
                    <a:cubicBezTo>
                      <a:pt x="138724" y="68919"/>
                      <a:pt x="137057" y="71731"/>
                      <a:pt x="134896" y="74166"/>
                    </a:cubicBezTo>
                    <a:cubicBezTo>
                      <a:pt x="132748" y="76588"/>
                      <a:pt x="130131" y="78503"/>
                      <a:pt x="127031" y="79896"/>
                    </a:cubicBezTo>
                    <a:cubicBezTo>
                      <a:pt x="123946" y="81276"/>
                      <a:pt x="120495" y="81979"/>
                      <a:pt x="116667" y="81979"/>
                    </a:cubicBezTo>
                    <a:cubicBezTo>
                      <a:pt x="110703" y="81979"/>
                      <a:pt x="105573" y="80365"/>
                      <a:pt x="101302" y="77135"/>
                    </a:cubicBezTo>
                    <a:cubicBezTo>
                      <a:pt x="97032" y="73906"/>
                      <a:pt x="94102" y="69922"/>
                      <a:pt x="92500" y="65208"/>
                    </a:cubicBezTo>
                    <a:cubicBezTo>
                      <a:pt x="91459" y="62357"/>
                      <a:pt x="90716" y="59296"/>
                      <a:pt x="90261" y="56041"/>
                    </a:cubicBezTo>
                    <a:cubicBezTo>
                      <a:pt x="89818" y="52773"/>
                      <a:pt x="89583" y="48749"/>
                      <a:pt x="89583" y="43958"/>
                    </a:cubicBezTo>
                    <a:cubicBezTo>
                      <a:pt x="89583" y="37083"/>
                      <a:pt x="90261" y="31015"/>
                      <a:pt x="91615" y="25781"/>
                    </a:cubicBezTo>
                    <a:cubicBezTo>
                      <a:pt x="92969" y="20533"/>
                      <a:pt x="94870" y="16146"/>
                      <a:pt x="97292" y="12604"/>
                    </a:cubicBezTo>
                    <a:cubicBezTo>
                      <a:pt x="99727" y="9062"/>
                      <a:pt x="102591" y="6367"/>
                      <a:pt x="105886" y="4531"/>
                    </a:cubicBezTo>
                    <a:cubicBezTo>
                      <a:pt x="109193" y="2682"/>
                      <a:pt x="112813" y="1771"/>
                      <a:pt x="116771" y="1771"/>
                    </a:cubicBezTo>
                    <a:close/>
                    <a:moveTo>
                      <a:pt x="544063" y="1458"/>
                    </a:moveTo>
                    <a:cubicBezTo>
                      <a:pt x="547331" y="1458"/>
                      <a:pt x="550417" y="1926"/>
                      <a:pt x="553334" y="2864"/>
                    </a:cubicBezTo>
                    <a:cubicBezTo>
                      <a:pt x="556250" y="3802"/>
                      <a:pt x="558789" y="5169"/>
                      <a:pt x="560938" y="6979"/>
                    </a:cubicBezTo>
                    <a:cubicBezTo>
                      <a:pt x="563099" y="8775"/>
                      <a:pt x="564792" y="10990"/>
                      <a:pt x="566042" y="13593"/>
                    </a:cubicBezTo>
                    <a:cubicBezTo>
                      <a:pt x="567292" y="16197"/>
                      <a:pt x="567917" y="19166"/>
                      <a:pt x="567917" y="22500"/>
                    </a:cubicBezTo>
                    <a:cubicBezTo>
                      <a:pt x="567917" y="27005"/>
                      <a:pt x="566589" y="31641"/>
                      <a:pt x="563907" y="36406"/>
                    </a:cubicBezTo>
                    <a:cubicBezTo>
                      <a:pt x="561238" y="41158"/>
                      <a:pt x="558060" y="45690"/>
                      <a:pt x="554376" y="50000"/>
                    </a:cubicBezTo>
                    <a:cubicBezTo>
                      <a:pt x="550769" y="54297"/>
                      <a:pt x="547084" y="58242"/>
                      <a:pt x="543334" y="61823"/>
                    </a:cubicBezTo>
                    <a:cubicBezTo>
                      <a:pt x="539584" y="65390"/>
                      <a:pt x="536667" y="68229"/>
                      <a:pt x="534584" y="70312"/>
                    </a:cubicBezTo>
                    <a:lnTo>
                      <a:pt x="569584" y="70312"/>
                    </a:lnTo>
                    <a:lnTo>
                      <a:pt x="569584" y="80208"/>
                    </a:lnTo>
                    <a:lnTo>
                      <a:pt x="522501" y="80208"/>
                    </a:lnTo>
                    <a:cubicBezTo>
                      <a:pt x="521394" y="80208"/>
                      <a:pt x="520652" y="80013"/>
                      <a:pt x="520261" y="79635"/>
                    </a:cubicBezTo>
                    <a:cubicBezTo>
                      <a:pt x="519883" y="79245"/>
                      <a:pt x="519688" y="78503"/>
                      <a:pt x="519688" y="77395"/>
                    </a:cubicBezTo>
                    <a:lnTo>
                      <a:pt x="519688" y="70624"/>
                    </a:lnTo>
                    <a:cubicBezTo>
                      <a:pt x="522188" y="68255"/>
                      <a:pt x="525469" y="65026"/>
                      <a:pt x="529532" y="60937"/>
                    </a:cubicBezTo>
                    <a:cubicBezTo>
                      <a:pt x="533594" y="56836"/>
                      <a:pt x="537579" y="52526"/>
                      <a:pt x="541459" y="48021"/>
                    </a:cubicBezTo>
                    <a:cubicBezTo>
                      <a:pt x="545352" y="43437"/>
                      <a:pt x="548724" y="38932"/>
                      <a:pt x="551563" y="34531"/>
                    </a:cubicBezTo>
                    <a:cubicBezTo>
                      <a:pt x="554415" y="30117"/>
                      <a:pt x="555834" y="26354"/>
                      <a:pt x="555834" y="23229"/>
                    </a:cubicBezTo>
                    <a:cubicBezTo>
                      <a:pt x="555834" y="19128"/>
                      <a:pt x="554766" y="16119"/>
                      <a:pt x="552605" y="14218"/>
                    </a:cubicBezTo>
                    <a:cubicBezTo>
                      <a:pt x="550456" y="12304"/>
                      <a:pt x="547604" y="11353"/>
                      <a:pt x="544063" y="11353"/>
                    </a:cubicBezTo>
                    <a:cubicBezTo>
                      <a:pt x="540521" y="11353"/>
                      <a:pt x="537696" y="12604"/>
                      <a:pt x="535573" y="15104"/>
                    </a:cubicBezTo>
                    <a:cubicBezTo>
                      <a:pt x="533464" y="17604"/>
                      <a:pt x="532396" y="21249"/>
                      <a:pt x="532396" y="26042"/>
                    </a:cubicBezTo>
                    <a:lnTo>
                      <a:pt x="520313" y="26042"/>
                    </a:lnTo>
                    <a:cubicBezTo>
                      <a:pt x="520313" y="22291"/>
                      <a:pt x="520925" y="18880"/>
                      <a:pt x="522136" y="15833"/>
                    </a:cubicBezTo>
                    <a:cubicBezTo>
                      <a:pt x="523360" y="12773"/>
                      <a:pt x="525039" y="10208"/>
                      <a:pt x="527188" y="8125"/>
                    </a:cubicBezTo>
                    <a:cubicBezTo>
                      <a:pt x="529350" y="5963"/>
                      <a:pt x="531862" y="4323"/>
                      <a:pt x="534740" y="3177"/>
                    </a:cubicBezTo>
                    <a:cubicBezTo>
                      <a:pt x="537631" y="2031"/>
                      <a:pt x="540730" y="1458"/>
                      <a:pt x="544063" y="1458"/>
                    </a:cubicBezTo>
                    <a:close/>
                    <a:moveTo>
                      <a:pt x="454376" y="1458"/>
                    </a:moveTo>
                    <a:cubicBezTo>
                      <a:pt x="457995" y="1458"/>
                      <a:pt x="461341" y="1953"/>
                      <a:pt x="464427" y="2968"/>
                    </a:cubicBezTo>
                    <a:cubicBezTo>
                      <a:pt x="467526" y="3971"/>
                      <a:pt x="470209" y="5416"/>
                      <a:pt x="472501" y="7292"/>
                    </a:cubicBezTo>
                    <a:cubicBezTo>
                      <a:pt x="474792" y="9089"/>
                      <a:pt x="476589" y="11328"/>
                      <a:pt x="477865" y="14010"/>
                    </a:cubicBezTo>
                    <a:cubicBezTo>
                      <a:pt x="479154" y="16679"/>
                      <a:pt x="479792" y="19687"/>
                      <a:pt x="479792" y="23020"/>
                    </a:cubicBezTo>
                    <a:cubicBezTo>
                      <a:pt x="479792" y="25234"/>
                      <a:pt x="479427" y="27343"/>
                      <a:pt x="478698" y="29322"/>
                    </a:cubicBezTo>
                    <a:cubicBezTo>
                      <a:pt x="477969" y="31302"/>
                      <a:pt x="477058" y="33046"/>
                      <a:pt x="475938" y="34583"/>
                    </a:cubicBezTo>
                    <a:cubicBezTo>
                      <a:pt x="474831" y="36171"/>
                      <a:pt x="473568" y="37513"/>
                      <a:pt x="472136" y="38594"/>
                    </a:cubicBezTo>
                    <a:cubicBezTo>
                      <a:pt x="470716" y="39661"/>
                      <a:pt x="469310" y="40417"/>
                      <a:pt x="467917" y="40833"/>
                    </a:cubicBezTo>
                    <a:cubicBezTo>
                      <a:pt x="469454" y="41315"/>
                      <a:pt x="470964" y="42044"/>
                      <a:pt x="472449" y="43020"/>
                    </a:cubicBezTo>
                    <a:cubicBezTo>
                      <a:pt x="473946" y="43984"/>
                      <a:pt x="475313" y="45234"/>
                      <a:pt x="476563" y="46771"/>
                    </a:cubicBezTo>
                    <a:cubicBezTo>
                      <a:pt x="477748" y="48229"/>
                      <a:pt x="478725" y="49948"/>
                      <a:pt x="479479" y="51927"/>
                    </a:cubicBezTo>
                    <a:cubicBezTo>
                      <a:pt x="480248" y="53906"/>
                      <a:pt x="480625" y="56145"/>
                      <a:pt x="480625" y="58645"/>
                    </a:cubicBezTo>
                    <a:cubicBezTo>
                      <a:pt x="480560" y="62317"/>
                      <a:pt x="479883" y="65599"/>
                      <a:pt x="478594" y="68489"/>
                    </a:cubicBezTo>
                    <a:cubicBezTo>
                      <a:pt x="477318" y="71367"/>
                      <a:pt x="475495" y="73775"/>
                      <a:pt x="473125" y="75729"/>
                    </a:cubicBezTo>
                    <a:cubicBezTo>
                      <a:pt x="470834" y="77734"/>
                      <a:pt x="468099" y="79270"/>
                      <a:pt x="464896" y="80312"/>
                    </a:cubicBezTo>
                    <a:cubicBezTo>
                      <a:pt x="461706" y="81354"/>
                      <a:pt x="458203" y="81875"/>
                      <a:pt x="454376" y="81875"/>
                    </a:cubicBezTo>
                    <a:cubicBezTo>
                      <a:pt x="446667" y="81875"/>
                      <a:pt x="440365" y="79817"/>
                      <a:pt x="435469" y="75729"/>
                    </a:cubicBezTo>
                    <a:cubicBezTo>
                      <a:pt x="430573" y="71627"/>
                      <a:pt x="428125" y="65937"/>
                      <a:pt x="428125" y="58645"/>
                    </a:cubicBezTo>
                    <a:cubicBezTo>
                      <a:pt x="428125" y="56562"/>
                      <a:pt x="428477" y="54544"/>
                      <a:pt x="429167" y="52604"/>
                    </a:cubicBezTo>
                    <a:cubicBezTo>
                      <a:pt x="429870" y="50650"/>
                      <a:pt x="430808" y="48854"/>
                      <a:pt x="431980" y="47187"/>
                    </a:cubicBezTo>
                    <a:cubicBezTo>
                      <a:pt x="433164" y="45586"/>
                      <a:pt x="434532" y="44231"/>
                      <a:pt x="436094" y="43124"/>
                    </a:cubicBezTo>
                    <a:cubicBezTo>
                      <a:pt x="437656" y="42005"/>
                      <a:pt x="439271" y="41211"/>
                      <a:pt x="440938" y="40729"/>
                    </a:cubicBezTo>
                    <a:cubicBezTo>
                      <a:pt x="437683" y="39895"/>
                      <a:pt x="434870" y="37982"/>
                      <a:pt x="432500" y="35000"/>
                    </a:cubicBezTo>
                    <a:cubicBezTo>
                      <a:pt x="430144" y="32005"/>
                      <a:pt x="428959" y="28021"/>
                      <a:pt x="428959" y="23020"/>
                    </a:cubicBezTo>
                    <a:cubicBezTo>
                      <a:pt x="428959" y="19687"/>
                      <a:pt x="429584" y="16679"/>
                      <a:pt x="430834" y="14010"/>
                    </a:cubicBezTo>
                    <a:cubicBezTo>
                      <a:pt x="432084" y="11328"/>
                      <a:pt x="433854" y="9089"/>
                      <a:pt x="436146" y="7292"/>
                    </a:cubicBezTo>
                    <a:cubicBezTo>
                      <a:pt x="438373" y="5416"/>
                      <a:pt x="441042" y="3971"/>
                      <a:pt x="444167" y="2968"/>
                    </a:cubicBezTo>
                    <a:cubicBezTo>
                      <a:pt x="447292" y="1953"/>
                      <a:pt x="450704" y="1458"/>
                      <a:pt x="454376" y="1458"/>
                    </a:cubicBezTo>
                    <a:close/>
                    <a:moveTo>
                      <a:pt x="246042" y="1458"/>
                    </a:moveTo>
                    <a:cubicBezTo>
                      <a:pt x="249662" y="1458"/>
                      <a:pt x="253008" y="1953"/>
                      <a:pt x="256094" y="2968"/>
                    </a:cubicBezTo>
                    <a:cubicBezTo>
                      <a:pt x="259193" y="3971"/>
                      <a:pt x="261875" y="5416"/>
                      <a:pt x="264167" y="7292"/>
                    </a:cubicBezTo>
                    <a:cubicBezTo>
                      <a:pt x="266459" y="9089"/>
                      <a:pt x="268256" y="11328"/>
                      <a:pt x="269532" y="14010"/>
                    </a:cubicBezTo>
                    <a:cubicBezTo>
                      <a:pt x="270821" y="16679"/>
                      <a:pt x="271459" y="19687"/>
                      <a:pt x="271459" y="23020"/>
                    </a:cubicBezTo>
                    <a:cubicBezTo>
                      <a:pt x="271459" y="25234"/>
                      <a:pt x="271094" y="27343"/>
                      <a:pt x="270365" y="29322"/>
                    </a:cubicBezTo>
                    <a:cubicBezTo>
                      <a:pt x="269636" y="31302"/>
                      <a:pt x="268724" y="33046"/>
                      <a:pt x="267604" y="34583"/>
                    </a:cubicBezTo>
                    <a:cubicBezTo>
                      <a:pt x="266498" y="36171"/>
                      <a:pt x="265235" y="37513"/>
                      <a:pt x="263802" y="38594"/>
                    </a:cubicBezTo>
                    <a:cubicBezTo>
                      <a:pt x="262383" y="39661"/>
                      <a:pt x="260977" y="40417"/>
                      <a:pt x="259584" y="40833"/>
                    </a:cubicBezTo>
                    <a:cubicBezTo>
                      <a:pt x="261120" y="41315"/>
                      <a:pt x="262631" y="42044"/>
                      <a:pt x="264115" y="43020"/>
                    </a:cubicBezTo>
                    <a:cubicBezTo>
                      <a:pt x="265612" y="43984"/>
                      <a:pt x="266979" y="45234"/>
                      <a:pt x="268229" y="46771"/>
                    </a:cubicBezTo>
                    <a:cubicBezTo>
                      <a:pt x="269414" y="48229"/>
                      <a:pt x="270391" y="49948"/>
                      <a:pt x="271146" y="51927"/>
                    </a:cubicBezTo>
                    <a:cubicBezTo>
                      <a:pt x="271915" y="53906"/>
                      <a:pt x="272292" y="56145"/>
                      <a:pt x="272292" y="58645"/>
                    </a:cubicBezTo>
                    <a:cubicBezTo>
                      <a:pt x="272227" y="62317"/>
                      <a:pt x="271550" y="65599"/>
                      <a:pt x="270261" y="68489"/>
                    </a:cubicBezTo>
                    <a:cubicBezTo>
                      <a:pt x="268985" y="71367"/>
                      <a:pt x="267162" y="73775"/>
                      <a:pt x="264792" y="75729"/>
                    </a:cubicBezTo>
                    <a:cubicBezTo>
                      <a:pt x="262500" y="77734"/>
                      <a:pt x="259766" y="79270"/>
                      <a:pt x="256563" y="80312"/>
                    </a:cubicBezTo>
                    <a:cubicBezTo>
                      <a:pt x="253373" y="81354"/>
                      <a:pt x="249870" y="81875"/>
                      <a:pt x="246042" y="81875"/>
                    </a:cubicBezTo>
                    <a:cubicBezTo>
                      <a:pt x="238334" y="81875"/>
                      <a:pt x="232031" y="79817"/>
                      <a:pt x="227136" y="75729"/>
                    </a:cubicBezTo>
                    <a:cubicBezTo>
                      <a:pt x="222240" y="71627"/>
                      <a:pt x="219792" y="65937"/>
                      <a:pt x="219792" y="58645"/>
                    </a:cubicBezTo>
                    <a:cubicBezTo>
                      <a:pt x="219792" y="56562"/>
                      <a:pt x="220144" y="54544"/>
                      <a:pt x="220834" y="52604"/>
                    </a:cubicBezTo>
                    <a:cubicBezTo>
                      <a:pt x="221537" y="50650"/>
                      <a:pt x="222474" y="48854"/>
                      <a:pt x="223646" y="47187"/>
                    </a:cubicBezTo>
                    <a:cubicBezTo>
                      <a:pt x="224831" y="45586"/>
                      <a:pt x="226198" y="44231"/>
                      <a:pt x="227761" y="43124"/>
                    </a:cubicBezTo>
                    <a:cubicBezTo>
                      <a:pt x="229323" y="42005"/>
                      <a:pt x="230938" y="41211"/>
                      <a:pt x="232604" y="40729"/>
                    </a:cubicBezTo>
                    <a:cubicBezTo>
                      <a:pt x="229349" y="39895"/>
                      <a:pt x="226537" y="37982"/>
                      <a:pt x="224167" y="35000"/>
                    </a:cubicBezTo>
                    <a:cubicBezTo>
                      <a:pt x="221810" y="32005"/>
                      <a:pt x="220625" y="28021"/>
                      <a:pt x="220625" y="23020"/>
                    </a:cubicBezTo>
                    <a:cubicBezTo>
                      <a:pt x="220625" y="19687"/>
                      <a:pt x="221250" y="16679"/>
                      <a:pt x="222500" y="14010"/>
                    </a:cubicBezTo>
                    <a:cubicBezTo>
                      <a:pt x="223750" y="11328"/>
                      <a:pt x="225521" y="9089"/>
                      <a:pt x="227813" y="7292"/>
                    </a:cubicBezTo>
                    <a:cubicBezTo>
                      <a:pt x="230039" y="5416"/>
                      <a:pt x="232709" y="3971"/>
                      <a:pt x="235833" y="2968"/>
                    </a:cubicBezTo>
                    <a:cubicBezTo>
                      <a:pt x="238959" y="1953"/>
                      <a:pt x="242370" y="1458"/>
                      <a:pt x="246042" y="1458"/>
                    </a:cubicBezTo>
                    <a:close/>
                    <a:moveTo>
                      <a:pt x="387917" y="1354"/>
                    </a:moveTo>
                    <a:cubicBezTo>
                      <a:pt x="391042" y="1354"/>
                      <a:pt x="394089" y="1783"/>
                      <a:pt x="397032" y="2656"/>
                    </a:cubicBezTo>
                    <a:cubicBezTo>
                      <a:pt x="399988" y="3515"/>
                      <a:pt x="402605" y="4857"/>
                      <a:pt x="404896" y="6666"/>
                    </a:cubicBezTo>
                    <a:cubicBezTo>
                      <a:pt x="407188" y="8398"/>
                      <a:pt x="409037" y="10625"/>
                      <a:pt x="410417" y="13333"/>
                    </a:cubicBezTo>
                    <a:cubicBezTo>
                      <a:pt x="411810" y="16042"/>
                      <a:pt x="412501" y="19193"/>
                      <a:pt x="412501" y="22812"/>
                    </a:cubicBezTo>
                    <a:cubicBezTo>
                      <a:pt x="412501" y="27317"/>
                      <a:pt x="411329" y="31106"/>
                      <a:pt x="408959" y="34166"/>
                    </a:cubicBezTo>
                    <a:cubicBezTo>
                      <a:pt x="406602" y="37213"/>
                      <a:pt x="403126" y="39232"/>
                      <a:pt x="398542" y="40208"/>
                    </a:cubicBezTo>
                    <a:cubicBezTo>
                      <a:pt x="403751" y="41107"/>
                      <a:pt x="407644" y="43203"/>
                      <a:pt x="410209" y="46510"/>
                    </a:cubicBezTo>
                    <a:cubicBezTo>
                      <a:pt x="412787" y="49804"/>
                      <a:pt x="414063" y="54023"/>
                      <a:pt x="414063" y="59166"/>
                    </a:cubicBezTo>
                    <a:cubicBezTo>
                      <a:pt x="414063" y="63125"/>
                      <a:pt x="413308" y="66536"/>
                      <a:pt x="411771" y="69427"/>
                    </a:cubicBezTo>
                    <a:cubicBezTo>
                      <a:pt x="410248" y="72304"/>
                      <a:pt x="408230" y="74687"/>
                      <a:pt x="405729" y="76562"/>
                    </a:cubicBezTo>
                    <a:cubicBezTo>
                      <a:pt x="403230" y="78437"/>
                      <a:pt x="400404" y="79804"/>
                      <a:pt x="397240" y="80677"/>
                    </a:cubicBezTo>
                    <a:cubicBezTo>
                      <a:pt x="394089" y="81536"/>
                      <a:pt x="390834" y="81979"/>
                      <a:pt x="387500" y="81979"/>
                    </a:cubicBezTo>
                    <a:cubicBezTo>
                      <a:pt x="379792" y="81979"/>
                      <a:pt x="373620" y="79792"/>
                      <a:pt x="368959" y="75417"/>
                    </a:cubicBezTo>
                    <a:cubicBezTo>
                      <a:pt x="366641" y="73229"/>
                      <a:pt x="364870" y="70599"/>
                      <a:pt x="363672" y="67552"/>
                    </a:cubicBezTo>
                    <a:lnTo>
                      <a:pt x="362396" y="60520"/>
                    </a:lnTo>
                    <a:lnTo>
                      <a:pt x="361511" y="65729"/>
                    </a:lnTo>
                    <a:cubicBezTo>
                      <a:pt x="360300" y="68984"/>
                      <a:pt x="358581" y="71836"/>
                      <a:pt x="356355" y="74271"/>
                    </a:cubicBezTo>
                    <a:cubicBezTo>
                      <a:pt x="354141" y="76692"/>
                      <a:pt x="351459" y="78593"/>
                      <a:pt x="348334" y="79947"/>
                    </a:cubicBezTo>
                    <a:cubicBezTo>
                      <a:pt x="345209" y="81302"/>
                      <a:pt x="341745" y="81979"/>
                      <a:pt x="337917" y="81979"/>
                    </a:cubicBezTo>
                    <a:cubicBezTo>
                      <a:pt x="334519" y="81979"/>
                      <a:pt x="331328" y="81484"/>
                      <a:pt x="328334" y="80520"/>
                    </a:cubicBezTo>
                    <a:cubicBezTo>
                      <a:pt x="325352" y="79544"/>
                      <a:pt x="322709" y="78125"/>
                      <a:pt x="320417" y="76249"/>
                    </a:cubicBezTo>
                    <a:cubicBezTo>
                      <a:pt x="318125" y="74297"/>
                      <a:pt x="316289" y="71901"/>
                      <a:pt x="314896" y="69062"/>
                    </a:cubicBezTo>
                    <a:cubicBezTo>
                      <a:pt x="313516" y="66210"/>
                      <a:pt x="312709" y="62916"/>
                      <a:pt x="312500" y="59166"/>
                    </a:cubicBezTo>
                    <a:lnTo>
                      <a:pt x="324167" y="59166"/>
                    </a:lnTo>
                    <a:cubicBezTo>
                      <a:pt x="324870" y="63750"/>
                      <a:pt x="326433" y="67083"/>
                      <a:pt x="328855" y="69166"/>
                    </a:cubicBezTo>
                    <a:cubicBezTo>
                      <a:pt x="331290" y="71250"/>
                      <a:pt x="334349" y="72292"/>
                      <a:pt x="338021" y="72292"/>
                    </a:cubicBezTo>
                    <a:cubicBezTo>
                      <a:pt x="341914" y="72292"/>
                      <a:pt x="345131" y="70807"/>
                      <a:pt x="347657" y="67864"/>
                    </a:cubicBezTo>
                    <a:cubicBezTo>
                      <a:pt x="350196" y="64909"/>
                      <a:pt x="351459" y="60651"/>
                      <a:pt x="351459" y="55104"/>
                    </a:cubicBezTo>
                    <a:cubicBezTo>
                      <a:pt x="351459" y="49062"/>
                      <a:pt x="350235" y="44661"/>
                      <a:pt x="347761" y="41927"/>
                    </a:cubicBezTo>
                    <a:cubicBezTo>
                      <a:pt x="345300" y="39179"/>
                      <a:pt x="342123" y="37812"/>
                      <a:pt x="338230" y="37812"/>
                    </a:cubicBezTo>
                    <a:cubicBezTo>
                      <a:pt x="335313" y="37812"/>
                      <a:pt x="332761" y="38555"/>
                      <a:pt x="330573" y="40052"/>
                    </a:cubicBezTo>
                    <a:cubicBezTo>
                      <a:pt x="328386" y="41537"/>
                      <a:pt x="326875" y="43646"/>
                      <a:pt x="326042" y="46354"/>
                    </a:cubicBezTo>
                    <a:cubicBezTo>
                      <a:pt x="325912" y="46693"/>
                      <a:pt x="325808" y="47031"/>
                      <a:pt x="325730" y="47344"/>
                    </a:cubicBezTo>
                    <a:cubicBezTo>
                      <a:pt x="325664" y="47656"/>
                      <a:pt x="325521" y="47942"/>
                      <a:pt x="325313" y="48229"/>
                    </a:cubicBezTo>
                    <a:cubicBezTo>
                      <a:pt x="325105" y="48502"/>
                      <a:pt x="324831" y="48724"/>
                      <a:pt x="324480" y="48906"/>
                    </a:cubicBezTo>
                    <a:cubicBezTo>
                      <a:pt x="324141" y="49075"/>
                      <a:pt x="323724" y="49167"/>
                      <a:pt x="323229" y="49167"/>
                    </a:cubicBezTo>
                    <a:lnTo>
                      <a:pt x="316980" y="49167"/>
                    </a:lnTo>
                    <a:cubicBezTo>
                      <a:pt x="315873" y="49167"/>
                      <a:pt x="315131" y="48958"/>
                      <a:pt x="314740" y="48541"/>
                    </a:cubicBezTo>
                    <a:cubicBezTo>
                      <a:pt x="314362" y="48125"/>
                      <a:pt x="314167" y="47395"/>
                      <a:pt x="314167" y="46354"/>
                    </a:cubicBezTo>
                    <a:lnTo>
                      <a:pt x="315313" y="6042"/>
                    </a:lnTo>
                    <a:cubicBezTo>
                      <a:pt x="315313" y="5000"/>
                      <a:pt x="315508" y="4271"/>
                      <a:pt x="315886" y="3854"/>
                    </a:cubicBezTo>
                    <a:cubicBezTo>
                      <a:pt x="316276" y="3437"/>
                      <a:pt x="317019" y="3229"/>
                      <a:pt x="318125" y="3229"/>
                    </a:cubicBezTo>
                    <a:lnTo>
                      <a:pt x="359375" y="3229"/>
                    </a:lnTo>
                    <a:lnTo>
                      <a:pt x="359375" y="13021"/>
                    </a:lnTo>
                    <a:lnTo>
                      <a:pt x="326771" y="13021"/>
                    </a:lnTo>
                    <a:lnTo>
                      <a:pt x="325626" y="33646"/>
                    </a:lnTo>
                    <a:cubicBezTo>
                      <a:pt x="326875" y="32109"/>
                      <a:pt x="328750" y="30833"/>
                      <a:pt x="331250" y="29791"/>
                    </a:cubicBezTo>
                    <a:cubicBezTo>
                      <a:pt x="333750" y="28749"/>
                      <a:pt x="336667" y="28229"/>
                      <a:pt x="340000" y="28229"/>
                    </a:cubicBezTo>
                    <a:cubicBezTo>
                      <a:pt x="343125" y="28229"/>
                      <a:pt x="346094" y="28802"/>
                      <a:pt x="348907" y="29948"/>
                    </a:cubicBezTo>
                    <a:cubicBezTo>
                      <a:pt x="351719" y="31094"/>
                      <a:pt x="354206" y="32812"/>
                      <a:pt x="356355" y="35104"/>
                    </a:cubicBezTo>
                    <a:cubicBezTo>
                      <a:pt x="358516" y="37317"/>
                      <a:pt x="360209" y="40104"/>
                      <a:pt x="361459" y="43437"/>
                    </a:cubicBezTo>
                    <a:cubicBezTo>
                      <a:pt x="362709" y="46771"/>
                      <a:pt x="363334" y="50625"/>
                      <a:pt x="363334" y="55000"/>
                    </a:cubicBezTo>
                    <a:lnTo>
                      <a:pt x="362982" y="57083"/>
                    </a:lnTo>
                    <a:lnTo>
                      <a:pt x="373334" y="57083"/>
                    </a:lnTo>
                    <a:cubicBezTo>
                      <a:pt x="373829" y="62357"/>
                      <a:pt x="375261" y="66172"/>
                      <a:pt x="377656" y="68541"/>
                    </a:cubicBezTo>
                    <a:cubicBezTo>
                      <a:pt x="380053" y="70898"/>
                      <a:pt x="383477" y="72083"/>
                      <a:pt x="387917" y="72083"/>
                    </a:cubicBezTo>
                    <a:cubicBezTo>
                      <a:pt x="392500" y="72083"/>
                      <a:pt x="396042" y="70938"/>
                      <a:pt x="398542" y="68646"/>
                    </a:cubicBezTo>
                    <a:cubicBezTo>
                      <a:pt x="401042" y="66354"/>
                      <a:pt x="402292" y="62916"/>
                      <a:pt x="402292" y="58333"/>
                    </a:cubicBezTo>
                    <a:cubicBezTo>
                      <a:pt x="402292" y="55963"/>
                      <a:pt x="401875" y="53971"/>
                      <a:pt x="401042" y="52343"/>
                    </a:cubicBezTo>
                    <a:cubicBezTo>
                      <a:pt x="400209" y="50703"/>
                      <a:pt x="399141" y="49375"/>
                      <a:pt x="397813" y="48333"/>
                    </a:cubicBezTo>
                    <a:cubicBezTo>
                      <a:pt x="396433" y="47356"/>
                      <a:pt x="394831" y="46628"/>
                      <a:pt x="393021" y="46145"/>
                    </a:cubicBezTo>
                    <a:cubicBezTo>
                      <a:pt x="391224" y="45651"/>
                      <a:pt x="389349" y="45338"/>
                      <a:pt x="387396" y="45208"/>
                    </a:cubicBezTo>
                    <a:lnTo>
                      <a:pt x="383438" y="45208"/>
                    </a:lnTo>
                    <a:cubicBezTo>
                      <a:pt x="382331" y="45208"/>
                      <a:pt x="381602" y="45025"/>
                      <a:pt x="381250" y="44687"/>
                    </a:cubicBezTo>
                    <a:cubicBezTo>
                      <a:pt x="380912" y="44336"/>
                      <a:pt x="380730" y="43607"/>
                      <a:pt x="380730" y="42500"/>
                    </a:cubicBezTo>
                    <a:lnTo>
                      <a:pt x="380730" y="37708"/>
                    </a:lnTo>
                    <a:cubicBezTo>
                      <a:pt x="380730" y="36666"/>
                      <a:pt x="380912" y="35950"/>
                      <a:pt x="381250" y="35573"/>
                    </a:cubicBezTo>
                    <a:cubicBezTo>
                      <a:pt x="381602" y="35182"/>
                      <a:pt x="382331" y="35000"/>
                      <a:pt x="383438" y="35000"/>
                    </a:cubicBezTo>
                    <a:lnTo>
                      <a:pt x="386667" y="35000"/>
                    </a:lnTo>
                    <a:cubicBezTo>
                      <a:pt x="390495" y="34921"/>
                      <a:pt x="393776" y="34023"/>
                      <a:pt x="396511" y="32291"/>
                    </a:cubicBezTo>
                    <a:cubicBezTo>
                      <a:pt x="399258" y="30546"/>
                      <a:pt x="400625" y="27500"/>
                      <a:pt x="400625" y="23125"/>
                    </a:cubicBezTo>
                    <a:cubicBezTo>
                      <a:pt x="400625" y="19166"/>
                      <a:pt x="399428" y="16197"/>
                      <a:pt x="397032" y="14218"/>
                    </a:cubicBezTo>
                    <a:cubicBezTo>
                      <a:pt x="394636" y="12240"/>
                      <a:pt x="391537" y="11249"/>
                      <a:pt x="387709" y="11249"/>
                    </a:cubicBezTo>
                    <a:cubicBezTo>
                      <a:pt x="383685" y="11249"/>
                      <a:pt x="380573" y="12304"/>
                      <a:pt x="378386" y="14427"/>
                    </a:cubicBezTo>
                    <a:cubicBezTo>
                      <a:pt x="376198" y="16536"/>
                      <a:pt x="374896" y="19999"/>
                      <a:pt x="374480" y="24792"/>
                    </a:cubicBezTo>
                    <a:lnTo>
                      <a:pt x="362709" y="24792"/>
                    </a:lnTo>
                    <a:cubicBezTo>
                      <a:pt x="362787" y="17421"/>
                      <a:pt x="365183" y="11679"/>
                      <a:pt x="369896" y="7552"/>
                    </a:cubicBezTo>
                    <a:cubicBezTo>
                      <a:pt x="374623" y="3411"/>
                      <a:pt x="380626" y="1354"/>
                      <a:pt x="387917" y="1354"/>
                    </a:cubicBezTo>
                    <a:close/>
                    <a:moveTo>
                      <a:pt x="675834" y="0"/>
                    </a:moveTo>
                    <a:cubicBezTo>
                      <a:pt x="681250" y="0"/>
                      <a:pt x="685704" y="1249"/>
                      <a:pt x="689167" y="3750"/>
                    </a:cubicBezTo>
                    <a:cubicBezTo>
                      <a:pt x="692644" y="6250"/>
                      <a:pt x="695352" y="9479"/>
                      <a:pt x="697292" y="13437"/>
                    </a:cubicBezTo>
                    <a:cubicBezTo>
                      <a:pt x="699246" y="17396"/>
                      <a:pt x="700574" y="21796"/>
                      <a:pt x="701303" y="26666"/>
                    </a:cubicBezTo>
                    <a:cubicBezTo>
                      <a:pt x="702032" y="31523"/>
                      <a:pt x="702396" y="36354"/>
                      <a:pt x="702396" y="41146"/>
                    </a:cubicBezTo>
                    <a:cubicBezTo>
                      <a:pt x="702396" y="46002"/>
                      <a:pt x="702032" y="50859"/>
                      <a:pt x="701303" y="55729"/>
                    </a:cubicBezTo>
                    <a:cubicBezTo>
                      <a:pt x="700574" y="60585"/>
                      <a:pt x="699246" y="65000"/>
                      <a:pt x="697292" y="68958"/>
                    </a:cubicBezTo>
                    <a:cubicBezTo>
                      <a:pt x="695352" y="72838"/>
                      <a:pt x="692644" y="76015"/>
                      <a:pt x="689167" y="78489"/>
                    </a:cubicBezTo>
                    <a:cubicBezTo>
                      <a:pt x="685704" y="80950"/>
                      <a:pt x="681250" y="82187"/>
                      <a:pt x="675834" y="82187"/>
                    </a:cubicBezTo>
                    <a:cubicBezTo>
                      <a:pt x="670417" y="82187"/>
                      <a:pt x="666016" y="80950"/>
                      <a:pt x="662605" y="78489"/>
                    </a:cubicBezTo>
                    <a:cubicBezTo>
                      <a:pt x="659206" y="76015"/>
                      <a:pt x="656563" y="72838"/>
                      <a:pt x="654688" y="68958"/>
                    </a:cubicBezTo>
                    <a:cubicBezTo>
                      <a:pt x="652813" y="65000"/>
                      <a:pt x="651550" y="60585"/>
                      <a:pt x="650886" y="55729"/>
                    </a:cubicBezTo>
                    <a:cubicBezTo>
                      <a:pt x="650235" y="50859"/>
                      <a:pt x="649896" y="46002"/>
                      <a:pt x="649896" y="41146"/>
                    </a:cubicBezTo>
                    <a:cubicBezTo>
                      <a:pt x="649896" y="36354"/>
                      <a:pt x="650235" y="31523"/>
                      <a:pt x="650886" y="26666"/>
                    </a:cubicBezTo>
                    <a:cubicBezTo>
                      <a:pt x="651550" y="21796"/>
                      <a:pt x="652813" y="17396"/>
                      <a:pt x="654688" y="13437"/>
                    </a:cubicBezTo>
                    <a:cubicBezTo>
                      <a:pt x="656563" y="9479"/>
                      <a:pt x="659193" y="6250"/>
                      <a:pt x="662552" y="3750"/>
                    </a:cubicBezTo>
                    <a:cubicBezTo>
                      <a:pt x="665925" y="1249"/>
                      <a:pt x="670352" y="0"/>
                      <a:pt x="675834" y="0"/>
                    </a:cubicBezTo>
                    <a:close/>
                    <a:moveTo>
                      <a:pt x="181042" y="0"/>
                    </a:moveTo>
                    <a:cubicBezTo>
                      <a:pt x="186459" y="0"/>
                      <a:pt x="190912" y="1249"/>
                      <a:pt x="194375" y="3750"/>
                    </a:cubicBezTo>
                    <a:cubicBezTo>
                      <a:pt x="197852" y="6250"/>
                      <a:pt x="200560" y="9479"/>
                      <a:pt x="202500" y="13437"/>
                    </a:cubicBezTo>
                    <a:cubicBezTo>
                      <a:pt x="204454" y="17396"/>
                      <a:pt x="205782" y="21796"/>
                      <a:pt x="206511" y="26666"/>
                    </a:cubicBezTo>
                    <a:cubicBezTo>
                      <a:pt x="207240" y="31523"/>
                      <a:pt x="207604" y="36354"/>
                      <a:pt x="207604" y="41146"/>
                    </a:cubicBezTo>
                    <a:cubicBezTo>
                      <a:pt x="207604" y="46002"/>
                      <a:pt x="207240" y="50859"/>
                      <a:pt x="206511" y="55729"/>
                    </a:cubicBezTo>
                    <a:cubicBezTo>
                      <a:pt x="205782" y="60585"/>
                      <a:pt x="204454" y="65000"/>
                      <a:pt x="202500" y="68958"/>
                    </a:cubicBezTo>
                    <a:cubicBezTo>
                      <a:pt x="200560" y="72838"/>
                      <a:pt x="197852" y="76015"/>
                      <a:pt x="194375" y="78489"/>
                    </a:cubicBezTo>
                    <a:cubicBezTo>
                      <a:pt x="190912" y="80950"/>
                      <a:pt x="186459" y="82187"/>
                      <a:pt x="181042" y="82187"/>
                    </a:cubicBezTo>
                    <a:cubicBezTo>
                      <a:pt x="175625" y="82187"/>
                      <a:pt x="171224" y="80950"/>
                      <a:pt x="167813" y="78489"/>
                    </a:cubicBezTo>
                    <a:cubicBezTo>
                      <a:pt x="164414" y="76015"/>
                      <a:pt x="161771" y="72838"/>
                      <a:pt x="159896" y="68958"/>
                    </a:cubicBezTo>
                    <a:cubicBezTo>
                      <a:pt x="158021" y="65000"/>
                      <a:pt x="156758" y="60585"/>
                      <a:pt x="156094" y="55729"/>
                    </a:cubicBezTo>
                    <a:cubicBezTo>
                      <a:pt x="155443" y="50859"/>
                      <a:pt x="155104" y="46002"/>
                      <a:pt x="155104" y="41146"/>
                    </a:cubicBezTo>
                    <a:cubicBezTo>
                      <a:pt x="155104" y="36354"/>
                      <a:pt x="155443" y="31523"/>
                      <a:pt x="156094" y="26666"/>
                    </a:cubicBezTo>
                    <a:cubicBezTo>
                      <a:pt x="156758" y="21796"/>
                      <a:pt x="158021" y="17396"/>
                      <a:pt x="159896" y="13437"/>
                    </a:cubicBezTo>
                    <a:cubicBezTo>
                      <a:pt x="161771" y="9479"/>
                      <a:pt x="164401" y="6250"/>
                      <a:pt x="167761" y="3750"/>
                    </a:cubicBezTo>
                    <a:cubicBezTo>
                      <a:pt x="171133" y="1249"/>
                      <a:pt x="175560" y="0"/>
                      <a:pt x="18104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w="13018" cap="flat">
                <a:solidFill>
                  <a:srgbClr val="00A040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47" name="TextBox 846">
                <a:extLst>
                  <a:ext uri="{FF2B5EF4-FFF2-40B4-BE49-F238E27FC236}">
                    <a16:creationId xmlns:a16="http://schemas.microsoft.com/office/drawing/2014/main" id="{11033F64-9B80-4211-B460-EE62186ADDCA}"/>
                  </a:ext>
                </a:extLst>
              </p:cNvPr>
              <p:cNvSpPr txBox="1"/>
              <p:nvPr/>
            </p:nvSpPr>
            <p:spPr>
              <a:xfrm>
                <a:off x="3779904" y="8592587"/>
                <a:ext cx="781838" cy="182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ko-KR" altLang="en-US" sz="718" spc="0" baseline="0">
                    <a:solidFill>
                      <a:srgbClr val="000000">
                        <a:alpha val="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5,608,538,250</a:t>
                </a:r>
              </a:p>
            </p:txBody>
          </p:sp>
        </p:grpSp>
        <p:sp>
          <p:nvSpPr>
            <p:cNvPr id="849" name="TextBox 848">
              <a:extLst>
                <a:ext uri="{FF2B5EF4-FFF2-40B4-BE49-F238E27FC236}">
                  <a16:creationId xmlns:a16="http://schemas.microsoft.com/office/drawing/2014/main" id="{26931845-08DC-476B-B227-6BC13F7BA7FD}"/>
                </a:ext>
              </a:extLst>
            </p:cNvPr>
            <p:cNvSpPr txBox="1"/>
            <p:nvPr/>
          </p:nvSpPr>
          <p:spPr>
            <a:xfrm>
              <a:off x="5945049" y="1800539"/>
              <a:ext cx="521421" cy="3127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538" spc="0" baseline="0">
                  <a:solidFill>
                    <a:srgbClr val="FFFFFF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수정</a:t>
              </a:r>
            </a:p>
          </p:txBody>
        </p:sp>
        <p:sp>
          <p:nvSpPr>
            <p:cNvPr id="850" name="TextBox 849">
              <a:extLst>
                <a:ext uri="{FF2B5EF4-FFF2-40B4-BE49-F238E27FC236}">
                  <a16:creationId xmlns:a16="http://schemas.microsoft.com/office/drawing/2014/main" id="{EB98B1BE-66C4-49C9-BFE6-541C40EE81DE}"/>
                </a:ext>
              </a:extLst>
            </p:cNvPr>
            <p:cNvSpPr txBox="1"/>
            <p:nvPr/>
          </p:nvSpPr>
          <p:spPr>
            <a:xfrm>
              <a:off x="6341100" y="1800539"/>
              <a:ext cx="521421" cy="3127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538" spc="0" baseline="0">
                  <a:solidFill>
                    <a:srgbClr val="FFFFFF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필요</a:t>
              </a:r>
            </a:p>
          </p:txBody>
        </p:sp>
        <p:sp>
          <p:nvSpPr>
            <p:cNvPr id="852" name="TextBox 851">
              <a:extLst>
                <a:ext uri="{FF2B5EF4-FFF2-40B4-BE49-F238E27FC236}">
                  <a16:creationId xmlns:a16="http://schemas.microsoft.com/office/drawing/2014/main" id="{23F0AE2B-2F0D-4262-AA29-2C5E0A4CC111}"/>
                </a:ext>
              </a:extLst>
            </p:cNvPr>
            <p:cNvSpPr txBox="1"/>
            <p:nvPr/>
          </p:nvSpPr>
          <p:spPr>
            <a:xfrm>
              <a:off x="5859606" y="3831790"/>
              <a:ext cx="859963" cy="3127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538" spc="0" baseline="0">
                  <a:solidFill>
                    <a:srgbClr val="FFFFFF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간략하게</a:t>
              </a:r>
            </a:p>
          </p:txBody>
        </p:sp>
        <p:sp>
          <p:nvSpPr>
            <p:cNvPr id="853" name="TextBox 852">
              <a:extLst>
                <a:ext uri="{FF2B5EF4-FFF2-40B4-BE49-F238E27FC236}">
                  <a16:creationId xmlns:a16="http://schemas.microsoft.com/office/drawing/2014/main" id="{84CD3C62-1C23-4860-AFDA-FF20660CB328}"/>
                </a:ext>
              </a:extLst>
            </p:cNvPr>
            <p:cNvSpPr txBox="1"/>
            <p:nvPr/>
          </p:nvSpPr>
          <p:spPr>
            <a:xfrm>
              <a:off x="6030504" y="4066165"/>
              <a:ext cx="352150" cy="3127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538" spc="0" baseline="0">
                  <a:solidFill>
                    <a:srgbClr val="FFFFFF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정</a:t>
              </a:r>
            </a:p>
          </p:txBody>
        </p:sp>
        <p:sp>
          <p:nvSpPr>
            <p:cNvPr id="854" name="TextBox 853">
              <a:extLst>
                <a:ext uri="{FF2B5EF4-FFF2-40B4-BE49-F238E27FC236}">
                  <a16:creationId xmlns:a16="http://schemas.microsoft.com/office/drawing/2014/main" id="{7795724A-A0D3-4736-A94F-67710C12F87B}"/>
                </a:ext>
              </a:extLst>
            </p:cNvPr>
            <p:cNvSpPr txBox="1"/>
            <p:nvPr/>
          </p:nvSpPr>
          <p:spPr>
            <a:xfrm>
              <a:off x="6255657" y="4066165"/>
              <a:ext cx="521421" cy="3127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1538" spc="0" baseline="0">
                  <a:solidFill>
                    <a:srgbClr val="FFFFFF"/>
                  </a:solidFill>
                  <a:latin typeface="KoPubDotum Medium"/>
                  <a:ea typeface="KoPubDotum Medium"/>
                  <a:sym typeface="KoPubDotum Medium"/>
                  <a:rtl val="0"/>
                </a:rPr>
                <a:t>필요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260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CDAED-31CB-4EB7-A9D6-CD76A75D8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302A59-79B4-4FF7-8BF9-BE77D50D9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2EA89-A092-4620-8443-F1E6D090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4C1B84-1E65-4B98-AC56-235CE40D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D50797-EFE5-4FCD-B53C-8B092C10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3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65FBB-441F-4B24-970E-81FF33DF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33982-8F81-44FE-908F-5E86527AC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E7356C-EA5D-4407-92A4-12115EAF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13E4D-53C1-4DFF-8B0A-5083BBC4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80D47D-DBCD-4ACE-9CA8-4E7DD7AE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63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EE071-ECC8-4487-882A-E4CA90BE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94C8DD-0705-4D38-9F1F-9C9C504F6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D7B4AE-5170-4BA3-9CBD-A5CDCBA5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F20C67-A710-4B37-903D-DED71A9C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8A1563-EEFF-4474-AE39-0C0D9E58D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331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BFD5C-58C5-4742-AD92-2C3EDD57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57552B-2354-4FA2-8E39-3597AEE20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58C629-7138-4619-94BB-A63E4C670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4CF7B7-8EBE-4612-8511-9F66ACC3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6A87D5-C2C6-462F-A7C2-769F2D67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C739E9-4C83-45C2-A568-261734E6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08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5BC341-15DC-4E4E-B900-7866B3FB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10AF0C-4566-4B12-A384-F23F2BEA1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45E41B-6182-410B-B409-8876A12ED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B67845-3792-4040-8BA6-897A92AEE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56FE82-B932-42FD-A4F7-0CCAB8503A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3BF213-6260-4C4D-948E-D4A2AF6A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156B51-A9CA-4D69-A8A7-AD723FC2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03CF95-9F55-4B87-A1B4-399B62451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97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85F2E-23CE-46A3-AFE4-3E1BB41F3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5C95A4-4859-4E32-AEF0-D2C0BCCB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F8A9A1-0052-4820-95C1-FF5C1820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5703EC-9405-4760-9071-811D3F4B5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72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A7F929-D7DC-4A2E-BED5-D3364BED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51AD39A-BD9B-4558-BAD6-8D7138ED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D86494-3299-412E-B094-0F8221850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036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B53A1-C556-47B7-BCFB-E8DD8D571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293881-D7BE-4B00-87C8-E0000C60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BB8E9D7-6480-4883-9692-099965BEF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00644F-CBC9-49DB-BED0-B0CF8F45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D2710B-AE3D-4730-805A-08C85B05B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910C87-0957-40FB-B9CE-2F089289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15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F060C3-5544-47FF-935B-BA6350E4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60C3E65-AC98-454C-9D52-3BB2EBE96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4BE991-F4DF-4582-A248-63125000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0E8F66-1DE0-4132-BDF3-783F201B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E89006-34C4-457A-B06E-7F727641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BC82E5-17CD-4056-A253-251A37D2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16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4810C-754F-44C0-B5CF-07799565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D4440C-912F-4EDA-B3CD-9BEDDE64E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8A9AEE-BD78-43BC-8BA4-95ED2967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E5AF43-C9AA-43A6-8111-A13C7CCE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6BEA3D-F9E7-47F5-83D9-AA78EC3D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08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8D02B68-4888-4E51-BB4F-D1168AA70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458B60-CA44-41C1-BE04-E180D0E72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94F47-2B5B-47FD-904B-C903E684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6A50E-C59A-4C98-B397-3FD493A5B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22C656-79E6-42DD-A685-C17883B9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12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386DA29-6D2A-44FA-BE18-7C20C42CD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3033B5-5D35-4F19-A513-BAAB2B6F4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E9DD11-994C-4507-A0E1-FA57028B8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DE656-D53D-4FF9-8D3E-8BFE1797D17B}" type="datetimeFigureOut">
              <a:rPr lang="ko-KR" altLang="en-US" smtClean="0"/>
              <a:t>2025-09-09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20AA8E-F4EB-4154-BBFB-6795A39F12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625876-4EC4-43DF-B8B6-DD0BA41F6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A721A-1853-4A6B-8D2F-35BE4570B5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8392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25FD6-9548-4549-918E-B14CDFB012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FDE881-DDE0-426C-AECC-4F4ADC6E3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862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372</Words>
  <Application>Microsoft Office PowerPoint</Application>
  <PresentationFormat>와이드스크린</PresentationFormat>
  <Paragraphs>316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KoPubDotum Medium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2025-09-09T01:49:40Z</dcterms:created>
  <dcterms:modified xsi:type="dcterms:W3CDTF">2025-09-09T01:51:52Z</dcterms:modified>
</cp:coreProperties>
</file>